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89"/>
  </p:notesMasterIdLst>
  <p:sldIdLst>
    <p:sldId id="256" r:id="rId2"/>
    <p:sldId id="309" r:id="rId3"/>
    <p:sldId id="1123" r:id="rId4"/>
    <p:sldId id="1126" r:id="rId5"/>
    <p:sldId id="1128" r:id="rId6"/>
    <p:sldId id="1129" r:id="rId7"/>
    <p:sldId id="1130" r:id="rId8"/>
    <p:sldId id="1131" r:id="rId9"/>
    <p:sldId id="1132" r:id="rId10"/>
    <p:sldId id="1133" r:id="rId11"/>
    <p:sldId id="1134" r:id="rId12"/>
    <p:sldId id="1135" r:id="rId13"/>
    <p:sldId id="1136" r:id="rId14"/>
    <p:sldId id="1137" r:id="rId15"/>
    <p:sldId id="1138" r:id="rId16"/>
    <p:sldId id="1139" r:id="rId17"/>
    <p:sldId id="1140" r:id="rId18"/>
    <p:sldId id="1141" r:id="rId19"/>
    <p:sldId id="1142" r:id="rId20"/>
    <p:sldId id="1143" r:id="rId21"/>
    <p:sldId id="1144" r:id="rId22"/>
    <p:sldId id="1145" r:id="rId23"/>
    <p:sldId id="1146" r:id="rId24"/>
    <p:sldId id="1147" r:id="rId25"/>
    <p:sldId id="1148" r:id="rId26"/>
    <p:sldId id="1149" r:id="rId27"/>
    <p:sldId id="1150" r:id="rId28"/>
    <p:sldId id="1151" r:id="rId29"/>
    <p:sldId id="1161" r:id="rId30"/>
    <p:sldId id="1160" r:id="rId31"/>
    <p:sldId id="1157" r:id="rId32"/>
    <p:sldId id="1162" r:id="rId33"/>
    <p:sldId id="1163" r:id="rId34"/>
    <p:sldId id="1164" r:id="rId35"/>
    <p:sldId id="1158" r:id="rId36"/>
    <p:sldId id="1165" r:id="rId37"/>
    <p:sldId id="1159" r:id="rId38"/>
    <p:sldId id="1153" r:id="rId39"/>
    <p:sldId id="1166" r:id="rId40"/>
    <p:sldId id="1168" r:id="rId41"/>
    <p:sldId id="1167" r:id="rId42"/>
    <p:sldId id="1169" r:id="rId43"/>
    <p:sldId id="1170" r:id="rId44"/>
    <p:sldId id="1171" r:id="rId45"/>
    <p:sldId id="1172" r:id="rId46"/>
    <p:sldId id="1173" r:id="rId47"/>
    <p:sldId id="1174" r:id="rId48"/>
    <p:sldId id="1175" r:id="rId49"/>
    <p:sldId id="1176" r:id="rId50"/>
    <p:sldId id="1177" r:id="rId51"/>
    <p:sldId id="1178" r:id="rId52"/>
    <p:sldId id="1179" r:id="rId53"/>
    <p:sldId id="1180" r:id="rId54"/>
    <p:sldId id="1181" r:id="rId55"/>
    <p:sldId id="1182" r:id="rId56"/>
    <p:sldId id="1184" r:id="rId57"/>
    <p:sldId id="1183" r:id="rId58"/>
    <p:sldId id="1186" r:id="rId59"/>
    <p:sldId id="1185" r:id="rId60"/>
    <p:sldId id="1188" r:id="rId61"/>
    <p:sldId id="1187" r:id="rId62"/>
    <p:sldId id="1190" r:id="rId63"/>
    <p:sldId id="1191" r:id="rId64"/>
    <p:sldId id="1189" r:id="rId65"/>
    <p:sldId id="1192" r:id="rId66"/>
    <p:sldId id="1193" r:id="rId67"/>
    <p:sldId id="1194" r:id="rId68"/>
    <p:sldId id="1195" r:id="rId69"/>
    <p:sldId id="1199" r:id="rId70"/>
    <p:sldId id="1197" r:id="rId71"/>
    <p:sldId id="1201" r:id="rId72"/>
    <p:sldId id="1198" r:id="rId73"/>
    <p:sldId id="1200" r:id="rId74"/>
    <p:sldId id="1203" r:id="rId75"/>
    <p:sldId id="1204" r:id="rId76"/>
    <p:sldId id="1196" r:id="rId77"/>
    <p:sldId id="1206" r:id="rId78"/>
    <p:sldId id="1205" r:id="rId79"/>
    <p:sldId id="1208" r:id="rId80"/>
    <p:sldId id="1209" r:id="rId81"/>
    <p:sldId id="1210" r:id="rId82"/>
    <p:sldId id="1207" r:id="rId83"/>
    <p:sldId id="1202" r:id="rId84"/>
    <p:sldId id="1211" r:id="rId85"/>
    <p:sldId id="1212" r:id="rId86"/>
    <p:sldId id="1214" r:id="rId87"/>
    <p:sldId id="1213" r:id="rId8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C8"/>
    <a:srgbClr val="FFFFF0"/>
    <a:srgbClr val="FF9966"/>
    <a:srgbClr val="1F1FFF"/>
    <a:srgbClr val="FFCC99"/>
    <a:srgbClr val="0000FF"/>
    <a:srgbClr val="99CCFF"/>
    <a:srgbClr val="3F3FFF"/>
    <a:srgbClr val="96C8FF"/>
    <a:srgbClr val="FFFF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3" autoAdjust="0"/>
    <p:restoredTop sz="96247" autoAdjust="0"/>
  </p:normalViewPr>
  <p:slideViewPr>
    <p:cSldViewPr snapToGrid="0">
      <p:cViewPr varScale="1">
        <p:scale>
          <a:sx n="82" d="100"/>
          <a:sy n="82" d="100"/>
        </p:scale>
        <p:origin x="894" y="90"/>
      </p:cViewPr>
      <p:guideLst/>
    </p:cSldViewPr>
  </p:slideViewPr>
  <p:notesTextViewPr>
    <p:cViewPr>
      <p:scale>
        <a:sx n="3" d="2"/>
        <a:sy n="3" d="2"/>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notesMaster" Target="notesMasters/notesMaster1.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presProps" Target="presProp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theme" Target="theme/theme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AAB28F8-CFF1-42BC-A08B-2E037D2C8D16}" type="doc">
      <dgm:prSet loTypeId="urn:microsoft.com/office/officeart/2005/8/layout/pyramid1" loCatId="pyramid" qsTypeId="urn:microsoft.com/office/officeart/2005/8/quickstyle/simple1" qsCatId="simple" csTypeId="urn:microsoft.com/office/officeart/2005/8/colors/accent1_2" csCatId="accent1" phldr="1"/>
      <dgm:spPr>
        <a:scene3d>
          <a:camera prst="orthographicFront"/>
          <a:lightRig rig="brightRoom" dir="t"/>
        </a:scene3d>
      </dgm:spPr>
    </dgm:pt>
    <dgm:pt modelId="{873F0E58-B73D-4949-8C71-12D0706120D6}">
      <dgm:prSet phldrT="[Text]" custT="1"/>
      <dgm:spPr>
        <a:solidFill>
          <a:schemeClr val="accent6">
            <a:lumMod val="60000"/>
            <a:lumOff val="40000"/>
          </a:schemeClr>
        </a:solidFill>
        <a:scene3d>
          <a:camera prst="orthographicFront"/>
          <a:lightRig rig="brightRoom" dir="t"/>
        </a:scene3d>
        <a:sp3d>
          <a:bevelT/>
        </a:sp3d>
      </dgm:spPr>
      <dgm:t>
        <a:bodyPr/>
        <a:lstStyle/>
        <a:p>
          <a:pPr rtl="0">
            <a:lnSpc>
              <a:spcPct val="100000"/>
            </a:lnSpc>
            <a:spcBef>
              <a:spcPts val="0"/>
            </a:spcBef>
            <a:spcAft>
              <a:spcPts val="0"/>
            </a:spcAft>
          </a:pPr>
          <a:r>
            <a:rPr lang="fa-IR" sz="1400" b="1" dirty="0">
              <a:solidFill>
                <a:schemeClr val="accent6">
                  <a:lumMod val="50000"/>
                </a:schemeClr>
              </a:solidFill>
              <a:latin typeface="IRANSans(FaNum)" panose="02040503050201020203" pitchFamily="18" charset="-78"/>
              <a:cs typeface="IRANSans(FaNum)" panose="02040503050201020203" pitchFamily="18" charset="-78"/>
            </a:rPr>
            <a:t>مدیریت کسب‌وکار</a:t>
          </a:r>
          <a:r>
            <a:rPr lang="en-US" sz="1400" b="1" dirty="0">
              <a:solidFill>
                <a:schemeClr val="accent6">
                  <a:lumMod val="50000"/>
                </a:schemeClr>
              </a:solidFill>
              <a:latin typeface="IRANSans(FaNum)" panose="02040503050201020203" pitchFamily="18" charset="-78"/>
              <a:cs typeface="IRANSans(FaNum)" panose="02040503050201020203" pitchFamily="18" charset="-78"/>
            </a:rPr>
            <a:t> </a:t>
          </a:r>
          <a:endParaRPr lang="fa-IR" sz="1400" b="1" dirty="0">
            <a:solidFill>
              <a:schemeClr val="accent6">
                <a:lumMod val="50000"/>
              </a:schemeClr>
            </a:solidFill>
            <a:latin typeface="IRANSans(FaNum)" panose="02040503050201020203" pitchFamily="18" charset="-78"/>
            <a:cs typeface="IRANSans(FaNum)" panose="02040503050201020203" pitchFamily="18" charset="-78"/>
          </a:endParaRPr>
        </a:p>
        <a:p>
          <a:pPr rtl="0">
            <a:lnSpc>
              <a:spcPct val="100000"/>
            </a:lnSpc>
            <a:spcBef>
              <a:spcPts val="0"/>
            </a:spcBef>
            <a:spcAft>
              <a:spcPts val="0"/>
            </a:spcAft>
          </a:pPr>
          <a:r>
            <a:rPr lang="en-US" sz="1400" b="1" dirty="0">
              <a:solidFill>
                <a:schemeClr val="accent6">
                  <a:lumMod val="50000"/>
                </a:schemeClr>
              </a:solidFill>
              <a:latin typeface="IRANSans(FaNum)" panose="02040503050201020203" pitchFamily="18" charset="-78"/>
              <a:cs typeface="IRANSans(FaNum)" panose="02040503050201020203" pitchFamily="18" charset="-78"/>
            </a:rPr>
            <a:t>(BML) - BSS</a:t>
          </a:r>
        </a:p>
      </dgm:t>
    </dgm:pt>
    <dgm:pt modelId="{2C39E9F0-FBEB-4123-B400-9086F62B409F}" type="parTrans" cxnId="{B834B3F8-C7CF-47BC-AFC2-5DD4A8170992}">
      <dgm:prSet/>
      <dgm:spPr/>
      <dgm:t>
        <a:bodyPr/>
        <a:lstStyle/>
        <a:p>
          <a:pPr>
            <a:lnSpc>
              <a:spcPct val="100000"/>
            </a:lnSpc>
            <a:spcBef>
              <a:spcPts val="0"/>
            </a:spcBef>
            <a:spcAft>
              <a:spcPts val="0"/>
            </a:spcAft>
          </a:pPr>
          <a:endParaRPr lang="en-US"/>
        </a:p>
      </dgm:t>
    </dgm:pt>
    <dgm:pt modelId="{065F28E3-244D-4417-BAF5-D93C6F2A15B5}" type="sibTrans" cxnId="{B834B3F8-C7CF-47BC-AFC2-5DD4A8170992}">
      <dgm:prSet/>
      <dgm:spPr/>
      <dgm:t>
        <a:bodyPr/>
        <a:lstStyle/>
        <a:p>
          <a:pPr>
            <a:lnSpc>
              <a:spcPct val="100000"/>
            </a:lnSpc>
            <a:spcBef>
              <a:spcPts val="0"/>
            </a:spcBef>
            <a:spcAft>
              <a:spcPts val="0"/>
            </a:spcAft>
          </a:pPr>
          <a:endParaRPr lang="en-US"/>
        </a:p>
      </dgm:t>
    </dgm:pt>
    <dgm:pt modelId="{48FDF101-168E-4072-A6F7-1400CF058A20}">
      <dgm:prSet phldrT="[Text]" custT="1"/>
      <dgm:spPr>
        <a:solidFill>
          <a:schemeClr val="accent4">
            <a:lumMod val="75000"/>
          </a:schemeClr>
        </a:solidFill>
        <a:scene3d>
          <a:camera prst="orthographicFront"/>
          <a:lightRig rig="brightRoom" dir="t"/>
        </a:scene3d>
        <a:sp3d>
          <a:bevelT/>
        </a:sp3d>
      </dgm:spPr>
      <dgm:t>
        <a:bodyPr/>
        <a:lstStyle/>
        <a:p>
          <a:pPr rtl="1">
            <a:lnSpc>
              <a:spcPct val="100000"/>
            </a:lnSpc>
            <a:spcBef>
              <a:spcPts val="0"/>
            </a:spcBef>
            <a:spcAft>
              <a:spcPts val="0"/>
            </a:spcAft>
          </a:pPr>
          <a:r>
            <a:rPr lang="fa-IR" sz="1400" b="1" dirty="0">
              <a:solidFill>
                <a:schemeClr val="accent1">
                  <a:lumMod val="50000"/>
                </a:schemeClr>
              </a:solidFill>
              <a:latin typeface="IRANSans(FaNum)" panose="02040503050201020203" pitchFamily="18" charset="-78"/>
              <a:cs typeface="IRANSans(FaNum)" panose="02040503050201020203" pitchFamily="18" charset="-78"/>
            </a:rPr>
            <a:t>تجهیزات تحت مدیریت</a:t>
          </a:r>
        </a:p>
        <a:p>
          <a:pPr rtl="1">
            <a:lnSpc>
              <a:spcPct val="100000"/>
            </a:lnSpc>
            <a:spcBef>
              <a:spcPts val="0"/>
            </a:spcBef>
            <a:spcAft>
              <a:spcPts val="0"/>
            </a:spcAft>
          </a:pPr>
          <a:r>
            <a:rPr lang="en-US" sz="1400" b="1" dirty="0">
              <a:solidFill>
                <a:schemeClr val="accent1">
                  <a:lumMod val="50000"/>
                </a:schemeClr>
              </a:solidFill>
              <a:latin typeface="IRANSans(FaNum)" panose="02040503050201020203" pitchFamily="18" charset="-78"/>
              <a:cs typeface="IRANSans(FaNum)" panose="02040503050201020203" pitchFamily="18" charset="-78"/>
            </a:rPr>
            <a:t>(NEL) - NE</a:t>
          </a:r>
        </a:p>
      </dgm:t>
    </dgm:pt>
    <dgm:pt modelId="{7A80221E-190F-4FD6-9320-598708BDC7BA}" type="parTrans" cxnId="{A3F64AD6-308C-4EF5-A676-E45123F18C23}">
      <dgm:prSet/>
      <dgm:spPr/>
      <dgm:t>
        <a:bodyPr/>
        <a:lstStyle/>
        <a:p>
          <a:pPr>
            <a:lnSpc>
              <a:spcPct val="100000"/>
            </a:lnSpc>
            <a:spcBef>
              <a:spcPts val="0"/>
            </a:spcBef>
            <a:spcAft>
              <a:spcPts val="0"/>
            </a:spcAft>
          </a:pPr>
          <a:endParaRPr lang="en-US"/>
        </a:p>
      </dgm:t>
    </dgm:pt>
    <dgm:pt modelId="{F6266027-527D-40AB-86FE-0E13B83566F2}" type="sibTrans" cxnId="{A3F64AD6-308C-4EF5-A676-E45123F18C23}">
      <dgm:prSet/>
      <dgm:spPr/>
      <dgm:t>
        <a:bodyPr/>
        <a:lstStyle/>
        <a:p>
          <a:pPr>
            <a:lnSpc>
              <a:spcPct val="100000"/>
            </a:lnSpc>
            <a:spcBef>
              <a:spcPts val="0"/>
            </a:spcBef>
            <a:spcAft>
              <a:spcPts val="0"/>
            </a:spcAft>
          </a:pPr>
          <a:endParaRPr lang="en-US"/>
        </a:p>
      </dgm:t>
    </dgm:pt>
    <dgm:pt modelId="{BA242B9C-1296-498D-B1C1-8E072C789941}">
      <dgm:prSet phldrT="[Text]" custT="1"/>
      <dgm:spPr>
        <a:solidFill>
          <a:schemeClr val="accent5">
            <a:lumMod val="60000"/>
            <a:lumOff val="40000"/>
          </a:schemeClr>
        </a:solidFill>
        <a:scene3d>
          <a:camera prst="orthographicFront"/>
          <a:lightRig rig="brightRoom" dir="t"/>
        </a:scene3d>
        <a:sp3d>
          <a:bevelT/>
        </a:sp3d>
      </dgm:spPr>
      <dgm:t>
        <a:bodyPr/>
        <a:lstStyle/>
        <a:p>
          <a:pPr rtl="1">
            <a:lnSpc>
              <a:spcPct val="100000"/>
            </a:lnSpc>
            <a:spcBef>
              <a:spcPts val="0"/>
            </a:spcBef>
            <a:spcAft>
              <a:spcPts val="0"/>
            </a:spcAft>
          </a:pPr>
          <a:r>
            <a:rPr lang="fa-IR" sz="1400" b="1" dirty="0">
              <a:solidFill>
                <a:srgbClr val="0000C8"/>
              </a:solidFill>
              <a:latin typeface="IRANSans(FaNum)" panose="02040503050201020203" pitchFamily="18" charset="-78"/>
              <a:cs typeface="IRANSans(FaNum)" panose="02040503050201020203" pitchFamily="18" charset="-78"/>
            </a:rPr>
            <a:t>مدیریت سرویس</a:t>
          </a:r>
        </a:p>
        <a:p>
          <a:pPr rtl="1">
            <a:lnSpc>
              <a:spcPct val="100000"/>
            </a:lnSpc>
            <a:spcBef>
              <a:spcPts val="0"/>
            </a:spcBef>
            <a:spcAft>
              <a:spcPts val="0"/>
            </a:spcAft>
          </a:pPr>
          <a:r>
            <a:rPr lang="en-US" sz="1400" b="1" dirty="0">
              <a:solidFill>
                <a:srgbClr val="0000C8"/>
              </a:solidFill>
              <a:latin typeface="IRANSans(FaNum)" panose="02040503050201020203" pitchFamily="18" charset="-78"/>
              <a:cs typeface="IRANSans(FaNum)" panose="02040503050201020203" pitchFamily="18" charset="-78"/>
            </a:rPr>
            <a:t>(SML) - OSS</a:t>
          </a:r>
        </a:p>
      </dgm:t>
    </dgm:pt>
    <dgm:pt modelId="{72DD87D7-65C4-446C-82BA-A972C5AAD45C}" type="parTrans" cxnId="{4C6C128A-6EDB-4C73-B4FD-21A947DC03A5}">
      <dgm:prSet/>
      <dgm:spPr/>
      <dgm:t>
        <a:bodyPr/>
        <a:lstStyle/>
        <a:p>
          <a:pPr>
            <a:lnSpc>
              <a:spcPct val="100000"/>
            </a:lnSpc>
            <a:spcBef>
              <a:spcPts val="0"/>
            </a:spcBef>
            <a:spcAft>
              <a:spcPts val="0"/>
            </a:spcAft>
          </a:pPr>
          <a:endParaRPr lang="en-US"/>
        </a:p>
      </dgm:t>
    </dgm:pt>
    <dgm:pt modelId="{5BB81ACD-8C38-4EDC-8C76-E5BF0D6EE6DF}" type="sibTrans" cxnId="{4C6C128A-6EDB-4C73-B4FD-21A947DC03A5}">
      <dgm:prSet/>
      <dgm:spPr/>
      <dgm:t>
        <a:bodyPr/>
        <a:lstStyle/>
        <a:p>
          <a:pPr>
            <a:lnSpc>
              <a:spcPct val="100000"/>
            </a:lnSpc>
            <a:spcBef>
              <a:spcPts val="0"/>
            </a:spcBef>
            <a:spcAft>
              <a:spcPts val="0"/>
            </a:spcAft>
          </a:pPr>
          <a:endParaRPr lang="en-US"/>
        </a:p>
      </dgm:t>
    </dgm:pt>
    <dgm:pt modelId="{D20C8113-4C03-401B-BEA7-1108125E20BE}">
      <dgm:prSet phldrT="[Text]" custT="1"/>
      <dgm:spPr>
        <a:solidFill>
          <a:schemeClr val="accent4">
            <a:lumMod val="60000"/>
            <a:lumOff val="40000"/>
          </a:schemeClr>
        </a:solidFill>
        <a:scene3d>
          <a:camera prst="orthographicFront"/>
          <a:lightRig rig="brightRoom" dir="t"/>
        </a:scene3d>
        <a:sp3d>
          <a:bevelT/>
        </a:sp3d>
      </dgm:spPr>
      <dgm:t>
        <a:bodyPr/>
        <a:lstStyle/>
        <a:p>
          <a:pPr rtl="1">
            <a:lnSpc>
              <a:spcPct val="100000"/>
            </a:lnSpc>
            <a:spcBef>
              <a:spcPts val="0"/>
            </a:spcBef>
            <a:spcAft>
              <a:spcPts val="0"/>
            </a:spcAft>
          </a:pPr>
          <a:r>
            <a:rPr lang="fa-IR" sz="1400" b="1" dirty="0">
              <a:solidFill>
                <a:schemeClr val="accent4">
                  <a:lumMod val="50000"/>
                </a:schemeClr>
              </a:solidFill>
              <a:latin typeface="IRANSans(FaNum)" panose="02040503050201020203" pitchFamily="18" charset="-78"/>
              <a:cs typeface="IRANSans(FaNum)" panose="02040503050201020203" pitchFamily="18" charset="-78"/>
            </a:rPr>
            <a:t>مدیریت شبکه</a:t>
          </a:r>
        </a:p>
        <a:p>
          <a:pPr rtl="1">
            <a:lnSpc>
              <a:spcPct val="100000"/>
            </a:lnSpc>
            <a:spcBef>
              <a:spcPts val="0"/>
            </a:spcBef>
            <a:spcAft>
              <a:spcPts val="0"/>
            </a:spcAft>
          </a:pPr>
          <a:r>
            <a:rPr lang="en-US" sz="1400" b="1" dirty="0">
              <a:solidFill>
                <a:schemeClr val="accent4">
                  <a:lumMod val="50000"/>
                </a:schemeClr>
              </a:solidFill>
              <a:latin typeface="IRANSans(FaNum)" panose="02040503050201020203" pitchFamily="18" charset="-78"/>
              <a:cs typeface="IRANSans(FaNum)" panose="02040503050201020203" pitchFamily="18" charset="-78"/>
            </a:rPr>
            <a:t>(NML) - NMS</a:t>
          </a:r>
        </a:p>
      </dgm:t>
    </dgm:pt>
    <dgm:pt modelId="{FFE6AA60-0C72-43CF-9048-D56323B24250}" type="parTrans" cxnId="{811D3341-514B-4178-92DF-FEE5C969DB6E}">
      <dgm:prSet/>
      <dgm:spPr/>
      <dgm:t>
        <a:bodyPr/>
        <a:lstStyle/>
        <a:p>
          <a:pPr>
            <a:lnSpc>
              <a:spcPct val="100000"/>
            </a:lnSpc>
            <a:spcBef>
              <a:spcPts val="0"/>
            </a:spcBef>
            <a:spcAft>
              <a:spcPts val="0"/>
            </a:spcAft>
          </a:pPr>
          <a:endParaRPr lang="en-US"/>
        </a:p>
      </dgm:t>
    </dgm:pt>
    <dgm:pt modelId="{B9D7B08A-AEB8-468F-B106-087C757AA73F}" type="sibTrans" cxnId="{811D3341-514B-4178-92DF-FEE5C969DB6E}">
      <dgm:prSet/>
      <dgm:spPr/>
      <dgm:t>
        <a:bodyPr/>
        <a:lstStyle/>
        <a:p>
          <a:pPr>
            <a:lnSpc>
              <a:spcPct val="100000"/>
            </a:lnSpc>
            <a:spcBef>
              <a:spcPts val="0"/>
            </a:spcBef>
            <a:spcAft>
              <a:spcPts val="0"/>
            </a:spcAft>
          </a:pPr>
          <a:endParaRPr lang="en-US"/>
        </a:p>
      </dgm:t>
    </dgm:pt>
    <dgm:pt modelId="{958FD671-DB66-4E69-B834-748288D5D4BB}">
      <dgm:prSet phldrT="[Text]" custT="1"/>
      <dgm:spPr>
        <a:solidFill>
          <a:schemeClr val="accent2">
            <a:lumMod val="60000"/>
            <a:lumOff val="40000"/>
          </a:schemeClr>
        </a:solidFill>
        <a:scene3d>
          <a:camera prst="orthographicFront"/>
          <a:lightRig rig="brightRoom" dir="t"/>
        </a:scene3d>
        <a:sp3d>
          <a:bevelT/>
        </a:sp3d>
      </dgm:spPr>
      <dgm:t>
        <a:bodyPr/>
        <a:lstStyle/>
        <a:p>
          <a:pPr rtl="1">
            <a:lnSpc>
              <a:spcPct val="100000"/>
            </a:lnSpc>
            <a:spcBef>
              <a:spcPts val="0"/>
            </a:spcBef>
            <a:spcAft>
              <a:spcPts val="0"/>
            </a:spcAft>
          </a:pPr>
          <a:r>
            <a:rPr lang="fa-IR" sz="1400" b="1" dirty="0">
              <a:solidFill>
                <a:schemeClr val="accent2">
                  <a:lumMod val="50000"/>
                </a:schemeClr>
              </a:solidFill>
              <a:latin typeface="IRANSans(FaNum)" panose="02040503050201020203" pitchFamily="18" charset="-78"/>
              <a:cs typeface="IRANSans(FaNum)" panose="02040503050201020203" pitchFamily="18" charset="-78"/>
            </a:rPr>
            <a:t>مدیریت تجهیزات</a:t>
          </a:r>
        </a:p>
        <a:p>
          <a:pPr rtl="1">
            <a:lnSpc>
              <a:spcPct val="100000"/>
            </a:lnSpc>
            <a:spcBef>
              <a:spcPts val="0"/>
            </a:spcBef>
            <a:spcAft>
              <a:spcPts val="0"/>
            </a:spcAft>
          </a:pPr>
          <a:r>
            <a:rPr lang="en-US" sz="1400" b="1" dirty="0">
              <a:solidFill>
                <a:schemeClr val="accent2">
                  <a:lumMod val="50000"/>
                </a:schemeClr>
              </a:solidFill>
              <a:latin typeface="IRANSans(FaNum)" panose="02040503050201020203" pitchFamily="18" charset="-78"/>
              <a:cs typeface="IRANSans(FaNum)" panose="02040503050201020203" pitchFamily="18" charset="-78"/>
            </a:rPr>
            <a:t>(EML) - EMS</a:t>
          </a:r>
        </a:p>
      </dgm:t>
    </dgm:pt>
    <dgm:pt modelId="{E9BECA45-67BF-47CA-90A2-AB962AC8B528}" type="parTrans" cxnId="{AD6F14A6-596D-4350-BA6F-1A6ADDEEAC2F}">
      <dgm:prSet/>
      <dgm:spPr/>
      <dgm:t>
        <a:bodyPr/>
        <a:lstStyle/>
        <a:p>
          <a:pPr>
            <a:lnSpc>
              <a:spcPct val="100000"/>
            </a:lnSpc>
            <a:spcBef>
              <a:spcPts val="0"/>
            </a:spcBef>
            <a:spcAft>
              <a:spcPts val="0"/>
            </a:spcAft>
          </a:pPr>
          <a:endParaRPr lang="en-US"/>
        </a:p>
      </dgm:t>
    </dgm:pt>
    <dgm:pt modelId="{82013C37-5F61-4F2A-900F-574C1BAD8ED3}" type="sibTrans" cxnId="{AD6F14A6-596D-4350-BA6F-1A6ADDEEAC2F}">
      <dgm:prSet/>
      <dgm:spPr/>
      <dgm:t>
        <a:bodyPr/>
        <a:lstStyle/>
        <a:p>
          <a:pPr>
            <a:lnSpc>
              <a:spcPct val="100000"/>
            </a:lnSpc>
            <a:spcBef>
              <a:spcPts val="0"/>
            </a:spcBef>
            <a:spcAft>
              <a:spcPts val="0"/>
            </a:spcAft>
          </a:pPr>
          <a:endParaRPr lang="en-US"/>
        </a:p>
      </dgm:t>
    </dgm:pt>
    <dgm:pt modelId="{D37CAB59-C50A-4074-BC99-367ECA977B3D}" type="pres">
      <dgm:prSet presAssocID="{AAAB28F8-CFF1-42BC-A08B-2E037D2C8D16}" presName="Name0" presStyleCnt="0">
        <dgm:presLayoutVars>
          <dgm:dir/>
          <dgm:animLvl val="lvl"/>
          <dgm:resizeHandles val="exact"/>
        </dgm:presLayoutVars>
      </dgm:prSet>
      <dgm:spPr/>
    </dgm:pt>
    <dgm:pt modelId="{C73F899C-DBF6-4855-B350-2F159D9E75C2}" type="pres">
      <dgm:prSet presAssocID="{873F0E58-B73D-4949-8C71-12D0706120D6}" presName="Name8" presStyleCnt="0"/>
      <dgm:spPr>
        <a:scene3d>
          <a:camera prst="orthographicFront"/>
          <a:lightRig rig="brightRoom" dir="t"/>
        </a:scene3d>
        <a:sp3d extrusionH="6350" contourW="12700">
          <a:bevelT w="6350" h="12700"/>
          <a:bevelB/>
          <a:contourClr>
            <a:srgbClr val="0000C8"/>
          </a:contourClr>
        </a:sp3d>
      </dgm:spPr>
    </dgm:pt>
    <dgm:pt modelId="{8C216A2D-1FCE-460A-A096-878F82681254}" type="pres">
      <dgm:prSet presAssocID="{873F0E58-B73D-4949-8C71-12D0706120D6}" presName="level" presStyleLbl="node1" presStyleIdx="0" presStyleCnt="5">
        <dgm:presLayoutVars>
          <dgm:chMax val="1"/>
          <dgm:bulletEnabled val="1"/>
        </dgm:presLayoutVars>
      </dgm:prSet>
      <dgm:spPr/>
    </dgm:pt>
    <dgm:pt modelId="{54090777-9A2E-4BBF-B69D-A23B787BB48B}" type="pres">
      <dgm:prSet presAssocID="{873F0E58-B73D-4949-8C71-12D0706120D6}" presName="levelTx" presStyleLbl="revTx" presStyleIdx="0" presStyleCnt="0">
        <dgm:presLayoutVars>
          <dgm:chMax val="1"/>
          <dgm:bulletEnabled val="1"/>
        </dgm:presLayoutVars>
      </dgm:prSet>
      <dgm:spPr/>
    </dgm:pt>
    <dgm:pt modelId="{F423D8B9-D939-4BBB-B6AB-F75E703F355B}" type="pres">
      <dgm:prSet presAssocID="{BA242B9C-1296-498D-B1C1-8E072C789941}" presName="Name8" presStyleCnt="0"/>
      <dgm:spPr/>
    </dgm:pt>
    <dgm:pt modelId="{62F9500A-2FFC-4628-9916-3A081ED2F8EB}" type="pres">
      <dgm:prSet presAssocID="{BA242B9C-1296-498D-B1C1-8E072C789941}" presName="level" presStyleLbl="node1" presStyleIdx="1" presStyleCnt="5">
        <dgm:presLayoutVars>
          <dgm:chMax val="1"/>
          <dgm:bulletEnabled val="1"/>
        </dgm:presLayoutVars>
      </dgm:prSet>
      <dgm:spPr/>
    </dgm:pt>
    <dgm:pt modelId="{5F1BF0FD-4886-4A61-A99B-FB71CFCA9E98}" type="pres">
      <dgm:prSet presAssocID="{BA242B9C-1296-498D-B1C1-8E072C789941}" presName="levelTx" presStyleLbl="revTx" presStyleIdx="0" presStyleCnt="0">
        <dgm:presLayoutVars>
          <dgm:chMax val="1"/>
          <dgm:bulletEnabled val="1"/>
        </dgm:presLayoutVars>
      </dgm:prSet>
      <dgm:spPr/>
    </dgm:pt>
    <dgm:pt modelId="{09C3964E-4029-4A12-823F-6D2167D2330E}" type="pres">
      <dgm:prSet presAssocID="{D20C8113-4C03-401B-BEA7-1108125E20BE}" presName="Name8" presStyleCnt="0"/>
      <dgm:spPr/>
    </dgm:pt>
    <dgm:pt modelId="{8D4D8A55-EF62-4F48-9135-5EF1470E208F}" type="pres">
      <dgm:prSet presAssocID="{D20C8113-4C03-401B-BEA7-1108125E20BE}" presName="level" presStyleLbl="node1" presStyleIdx="2" presStyleCnt="5">
        <dgm:presLayoutVars>
          <dgm:chMax val="1"/>
          <dgm:bulletEnabled val="1"/>
        </dgm:presLayoutVars>
      </dgm:prSet>
      <dgm:spPr/>
    </dgm:pt>
    <dgm:pt modelId="{C7CA2935-EB13-4317-B45F-366BA1E69334}" type="pres">
      <dgm:prSet presAssocID="{D20C8113-4C03-401B-BEA7-1108125E20BE}" presName="levelTx" presStyleLbl="revTx" presStyleIdx="0" presStyleCnt="0">
        <dgm:presLayoutVars>
          <dgm:chMax val="1"/>
          <dgm:bulletEnabled val="1"/>
        </dgm:presLayoutVars>
      </dgm:prSet>
      <dgm:spPr/>
    </dgm:pt>
    <dgm:pt modelId="{E69D3884-D99A-431D-B9E8-D59B8DE66B76}" type="pres">
      <dgm:prSet presAssocID="{958FD671-DB66-4E69-B834-748288D5D4BB}" presName="Name8" presStyleCnt="0"/>
      <dgm:spPr/>
    </dgm:pt>
    <dgm:pt modelId="{E3E20C68-FFF3-4185-B608-A864BF868D6B}" type="pres">
      <dgm:prSet presAssocID="{958FD671-DB66-4E69-B834-748288D5D4BB}" presName="level" presStyleLbl="node1" presStyleIdx="3" presStyleCnt="5">
        <dgm:presLayoutVars>
          <dgm:chMax val="1"/>
          <dgm:bulletEnabled val="1"/>
        </dgm:presLayoutVars>
      </dgm:prSet>
      <dgm:spPr/>
    </dgm:pt>
    <dgm:pt modelId="{176B9A0A-E6C6-46B1-A2AB-A9C5860B5A9C}" type="pres">
      <dgm:prSet presAssocID="{958FD671-DB66-4E69-B834-748288D5D4BB}" presName="levelTx" presStyleLbl="revTx" presStyleIdx="0" presStyleCnt="0">
        <dgm:presLayoutVars>
          <dgm:chMax val="1"/>
          <dgm:bulletEnabled val="1"/>
        </dgm:presLayoutVars>
      </dgm:prSet>
      <dgm:spPr/>
    </dgm:pt>
    <dgm:pt modelId="{1335CF38-2E3B-4D9E-AEB8-1BA6CA1F73C7}" type="pres">
      <dgm:prSet presAssocID="{48FDF101-168E-4072-A6F7-1400CF058A20}" presName="Name8" presStyleCnt="0"/>
      <dgm:spPr>
        <a:scene3d>
          <a:camera prst="orthographicFront"/>
          <a:lightRig rig="brightRoom" dir="t"/>
        </a:scene3d>
        <a:sp3d extrusionH="6350" contourW="12700">
          <a:bevelT w="6350" h="12700"/>
          <a:bevelB/>
          <a:contourClr>
            <a:srgbClr val="0000C8"/>
          </a:contourClr>
        </a:sp3d>
      </dgm:spPr>
    </dgm:pt>
    <dgm:pt modelId="{7692DA52-031A-43C2-BDC5-BF8665E9EA2C}" type="pres">
      <dgm:prSet presAssocID="{48FDF101-168E-4072-A6F7-1400CF058A20}" presName="level" presStyleLbl="node1" presStyleIdx="4" presStyleCnt="5">
        <dgm:presLayoutVars>
          <dgm:chMax val="1"/>
          <dgm:bulletEnabled val="1"/>
        </dgm:presLayoutVars>
      </dgm:prSet>
      <dgm:spPr/>
    </dgm:pt>
    <dgm:pt modelId="{D0F12050-9007-4DCE-811F-1767439F0085}" type="pres">
      <dgm:prSet presAssocID="{48FDF101-168E-4072-A6F7-1400CF058A20}" presName="levelTx" presStyleLbl="revTx" presStyleIdx="0" presStyleCnt="0">
        <dgm:presLayoutVars>
          <dgm:chMax val="1"/>
          <dgm:bulletEnabled val="1"/>
        </dgm:presLayoutVars>
      </dgm:prSet>
      <dgm:spPr/>
    </dgm:pt>
  </dgm:ptLst>
  <dgm:cxnLst>
    <dgm:cxn modelId="{84655232-31FB-47B5-8113-900C4F45A801}" type="presOf" srcId="{873F0E58-B73D-4949-8C71-12D0706120D6}" destId="{54090777-9A2E-4BBF-B69D-A23B787BB48B}" srcOrd="1" destOrd="0" presId="urn:microsoft.com/office/officeart/2005/8/layout/pyramid1"/>
    <dgm:cxn modelId="{811D3341-514B-4178-92DF-FEE5C969DB6E}" srcId="{AAAB28F8-CFF1-42BC-A08B-2E037D2C8D16}" destId="{D20C8113-4C03-401B-BEA7-1108125E20BE}" srcOrd="2" destOrd="0" parTransId="{FFE6AA60-0C72-43CF-9048-D56323B24250}" sibTransId="{B9D7B08A-AEB8-468F-B106-087C757AA73F}"/>
    <dgm:cxn modelId="{3C0D0A6F-B308-4993-91BE-D45484A126A8}" type="presOf" srcId="{958FD671-DB66-4E69-B834-748288D5D4BB}" destId="{176B9A0A-E6C6-46B1-A2AB-A9C5860B5A9C}" srcOrd="1" destOrd="0" presId="urn:microsoft.com/office/officeart/2005/8/layout/pyramid1"/>
    <dgm:cxn modelId="{01321170-B486-4139-8A26-DD929D1EC9CE}" type="presOf" srcId="{AAAB28F8-CFF1-42BC-A08B-2E037D2C8D16}" destId="{D37CAB59-C50A-4074-BC99-367ECA977B3D}" srcOrd="0" destOrd="0" presId="urn:microsoft.com/office/officeart/2005/8/layout/pyramid1"/>
    <dgm:cxn modelId="{7C39DC50-3C30-4EC2-A7F5-AE11A0CFAD7B}" type="presOf" srcId="{D20C8113-4C03-401B-BEA7-1108125E20BE}" destId="{C7CA2935-EB13-4317-B45F-366BA1E69334}" srcOrd="1" destOrd="0" presId="urn:microsoft.com/office/officeart/2005/8/layout/pyramid1"/>
    <dgm:cxn modelId="{3493205A-EC00-49C6-880A-41E113BBA1CD}" type="presOf" srcId="{BA242B9C-1296-498D-B1C1-8E072C789941}" destId="{5F1BF0FD-4886-4A61-A99B-FB71CFCA9E98}" srcOrd="1" destOrd="0" presId="urn:microsoft.com/office/officeart/2005/8/layout/pyramid1"/>
    <dgm:cxn modelId="{91BA0486-37F5-4AEC-B82C-E1E084E73C41}" type="presOf" srcId="{958FD671-DB66-4E69-B834-748288D5D4BB}" destId="{E3E20C68-FFF3-4185-B608-A864BF868D6B}" srcOrd="0" destOrd="0" presId="urn:microsoft.com/office/officeart/2005/8/layout/pyramid1"/>
    <dgm:cxn modelId="{4C6C128A-6EDB-4C73-B4FD-21A947DC03A5}" srcId="{AAAB28F8-CFF1-42BC-A08B-2E037D2C8D16}" destId="{BA242B9C-1296-498D-B1C1-8E072C789941}" srcOrd="1" destOrd="0" parTransId="{72DD87D7-65C4-446C-82BA-A972C5AAD45C}" sibTransId="{5BB81ACD-8C38-4EDC-8C76-E5BF0D6EE6DF}"/>
    <dgm:cxn modelId="{F164098F-F0F3-4F7A-8AD9-3923F3BBC491}" type="presOf" srcId="{D20C8113-4C03-401B-BEA7-1108125E20BE}" destId="{8D4D8A55-EF62-4F48-9135-5EF1470E208F}" srcOrd="0" destOrd="0" presId="urn:microsoft.com/office/officeart/2005/8/layout/pyramid1"/>
    <dgm:cxn modelId="{6C639897-7785-4C2C-8EBD-34CB61B4C47E}" type="presOf" srcId="{BA242B9C-1296-498D-B1C1-8E072C789941}" destId="{62F9500A-2FFC-4628-9916-3A081ED2F8EB}" srcOrd="0" destOrd="0" presId="urn:microsoft.com/office/officeart/2005/8/layout/pyramid1"/>
    <dgm:cxn modelId="{AD6F14A6-596D-4350-BA6F-1A6ADDEEAC2F}" srcId="{AAAB28F8-CFF1-42BC-A08B-2E037D2C8D16}" destId="{958FD671-DB66-4E69-B834-748288D5D4BB}" srcOrd="3" destOrd="0" parTransId="{E9BECA45-67BF-47CA-90A2-AB962AC8B528}" sibTransId="{82013C37-5F61-4F2A-900F-574C1BAD8ED3}"/>
    <dgm:cxn modelId="{A3F64AD6-308C-4EF5-A676-E45123F18C23}" srcId="{AAAB28F8-CFF1-42BC-A08B-2E037D2C8D16}" destId="{48FDF101-168E-4072-A6F7-1400CF058A20}" srcOrd="4" destOrd="0" parTransId="{7A80221E-190F-4FD6-9320-598708BDC7BA}" sibTransId="{F6266027-527D-40AB-86FE-0E13B83566F2}"/>
    <dgm:cxn modelId="{CF1B79DD-8B54-4425-9F77-3F81C18B92F5}" type="presOf" srcId="{48FDF101-168E-4072-A6F7-1400CF058A20}" destId="{7692DA52-031A-43C2-BDC5-BF8665E9EA2C}" srcOrd="0" destOrd="0" presId="urn:microsoft.com/office/officeart/2005/8/layout/pyramid1"/>
    <dgm:cxn modelId="{71025CE4-BCE7-48A8-A15A-46DD01350C0D}" type="presOf" srcId="{873F0E58-B73D-4949-8C71-12D0706120D6}" destId="{8C216A2D-1FCE-460A-A096-878F82681254}" srcOrd="0" destOrd="0" presId="urn:microsoft.com/office/officeart/2005/8/layout/pyramid1"/>
    <dgm:cxn modelId="{4D494EF5-5487-4394-8F64-7963C18BE836}" type="presOf" srcId="{48FDF101-168E-4072-A6F7-1400CF058A20}" destId="{D0F12050-9007-4DCE-811F-1767439F0085}" srcOrd="1" destOrd="0" presId="urn:microsoft.com/office/officeart/2005/8/layout/pyramid1"/>
    <dgm:cxn modelId="{B834B3F8-C7CF-47BC-AFC2-5DD4A8170992}" srcId="{AAAB28F8-CFF1-42BC-A08B-2E037D2C8D16}" destId="{873F0E58-B73D-4949-8C71-12D0706120D6}" srcOrd="0" destOrd="0" parTransId="{2C39E9F0-FBEB-4123-B400-9086F62B409F}" sibTransId="{065F28E3-244D-4417-BAF5-D93C6F2A15B5}"/>
    <dgm:cxn modelId="{A96B1997-3FC2-4A23-B576-F7B74FEFC86F}" type="presParOf" srcId="{D37CAB59-C50A-4074-BC99-367ECA977B3D}" destId="{C73F899C-DBF6-4855-B350-2F159D9E75C2}" srcOrd="0" destOrd="0" presId="urn:microsoft.com/office/officeart/2005/8/layout/pyramid1"/>
    <dgm:cxn modelId="{B133C39C-9851-405D-8FC1-7C87305D90BE}" type="presParOf" srcId="{C73F899C-DBF6-4855-B350-2F159D9E75C2}" destId="{8C216A2D-1FCE-460A-A096-878F82681254}" srcOrd="0" destOrd="0" presId="urn:microsoft.com/office/officeart/2005/8/layout/pyramid1"/>
    <dgm:cxn modelId="{A96D7531-1E48-4707-87C5-7D5137430203}" type="presParOf" srcId="{C73F899C-DBF6-4855-B350-2F159D9E75C2}" destId="{54090777-9A2E-4BBF-B69D-A23B787BB48B}" srcOrd="1" destOrd="0" presId="urn:microsoft.com/office/officeart/2005/8/layout/pyramid1"/>
    <dgm:cxn modelId="{7C83E519-A924-42F2-8FDC-7E8306EF4B6B}" type="presParOf" srcId="{D37CAB59-C50A-4074-BC99-367ECA977B3D}" destId="{F423D8B9-D939-4BBB-B6AB-F75E703F355B}" srcOrd="1" destOrd="0" presId="urn:microsoft.com/office/officeart/2005/8/layout/pyramid1"/>
    <dgm:cxn modelId="{00C34574-BDDB-48E4-89F1-75C0A61F09C2}" type="presParOf" srcId="{F423D8B9-D939-4BBB-B6AB-F75E703F355B}" destId="{62F9500A-2FFC-4628-9916-3A081ED2F8EB}" srcOrd="0" destOrd="0" presId="urn:microsoft.com/office/officeart/2005/8/layout/pyramid1"/>
    <dgm:cxn modelId="{64D44FF2-2735-4860-9817-07D989E16125}" type="presParOf" srcId="{F423D8B9-D939-4BBB-B6AB-F75E703F355B}" destId="{5F1BF0FD-4886-4A61-A99B-FB71CFCA9E98}" srcOrd="1" destOrd="0" presId="urn:microsoft.com/office/officeart/2005/8/layout/pyramid1"/>
    <dgm:cxn modelId="{4A329B21-BB19-40FF-9B58-79CD81E573C4}" type="presParOf" srcId="{D37CAB59-C50A-4074-BC99-367ECA977B3D}" destId="{09C3964E-4029-4A12-823F-6D2167D2330E}" srcOrd="2" destOrd="0" presId="urn:microsoft.com/office/officeart/2005/8/layout/pyramid1"/>
    <dgm:cxn modelId="{D4B6404A-9C8E-446C-8AC8-C708B967C085}" type="presParOf" srcId="{09C3964E-4029-4A12-823F-6D2167D2330E}" destId="{8D4D8A55-EF62-4F48-9135-5EF1470E208F}" srcOrd="0" destOrd="0" presId="urn:microsoft.com/office/officeart/2005/8/layout/pyramid1"/>
    <dgm:cxn modelId="{942079B0-4420-4637-BB34-DF760FAE982D}" type="presParOf" srcId="{09C3964E-4029-4A12-823F-6D2167D2330E}" destId="{C7CA2935-EB13-4317-B45F-366BA1E69334}" srcOrd="1" destOrd="0" presId="urn:microsoft.com/office/officeart/2005/8/layout/pyramid1"/>
    <dgm:cxn modelId="{A066DAAA-6353-4455-A0C9-9CBAEBE9318F}" type="presParOf" srcId="{D37CAB59-C50A-4074-BC99-367ECA977B3D}" destId="{E69D3884-D99A-431D-B9E8-D59B8DE66B76}" srcOrd="3" destOrd="0" presId="urn:microsoft.com/office/officeart/2005/8/layout/pyramid1"/>
    <dgm:cxn modelId="{6356C573-3BE1-4719-94EB-B55E050B5F63}" type="presParOf" srcId="{E69D3884-D99A-431D-B9E8-D59B8DE66B76}" destId="{E3E20C68-FFF3-4185-B608-A864BF868D6B}" srcOrd="0" destOrd="0" presId="urn:microsoft.com/office/officeart/2005/8/layout/pyramid1"/>
    <dgm:cxn modelId="{089DE5CC-1E34-4BDA-9096-9DA2278837A1}" type="presParOf" srcId="{E69D3884-D99A-431D-B9E8-D59B8DE66B76}" destId="{176B9A0A-E6C6-46B1-A2AB-A9C5860B5A9C}" srcOrd="1" destOrd="0" presId="urn:microsoft.com/office/officeart/2005/8/layout/pyramid1"/>
    <dgm:cxn modelId="{5913314F-0E60-44CE-ACD2-CFB624FE3EAE}" type="presParOf" srcId="{D37CAB59-C50A-4074-BC99-367ECA977B3D}" destId="{1335CF38-2E3B-4D9E-AEB8-1BA6CA1F73C7}" srcOrd="4" destOrd="0" presId="urn:microsoft.com/office/officeart/2005/8/layout/pyramid1"/>
    <dgm:cxn modelId="{77441699-EBBC-49F7-B936-F0B9D996BF3F}" type="presParOf" srcId="{1335CF38-2E3B-4D9E-AEB8-1BA6CA1F73C7}" destId="{7692DA52-031A-43C2-BDC5-BF8665E9EA2C}" srcOrd="0" destOrd="0" presId="urn:microsoft.com/office/officeart/2005/8/layout/pyramid1"/>
    <dgm:cxn modelId="{B73DDDDE-68F6-4864-B69E-0E98E15D2FA3}" type="presParOf" srcId="{1335CF38-2E3B-4D9E-AEB8-1BA6CA1F73C7}" destId="{D0F12050-9007-4DCE-811F-1767439F0085}" srcOrd="1" destOrd="0" presId="urn:microsoft.com/office/officeart/2005/8/layout/pyramid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216A2D-1FCE-460A-A096-878F82681254}">
      <dsp:nvSpPr>
        <dsp:cNvPr id="0" name=""/>
        <dsp:cNvSpPr/>
      </dsp:nvSpPr>
      <dsp:spPr>
        <a:xfrm>
          <a:off x="2617259" y="0"/>
          <a:ext cx="1308629" cy="720000"/>
        </a:xfrm>
        <a:prstGeom prst="trapezoid">
          <a:avLst>
            <a:gd name="adj" fmla="val 90877"/>
          </a:avLst>
        </a:prstGeom>
        <a:solidFill>
          <a:schemeClr val="accent6">
            <a:lumMod val="60000"/>
            <a:lumOff val="40000"/>
          </a:schemeClr>
        </a:solidFill>
        <a:ln w="12700" cap="flat" cmpd="sng" algn="ctr">
          <a:solidFill>
            <a:schemeClr val="lt1">
              <a:hueOff val="0"/>
              <a:satOff val="0"/>
              <a:lumOff val="0"/>
              <a:alphaOff val="0"/>
            </a:schemeClr>
          </a:solidFill>
          <a:prstDash val="solid"/>
          <a:miter lim="800000"/>
        </a:ln>
        <a:effectLst/>
        <a:scene3d>
          <a:camera prst="orthographicFront"/>
          <a:lightRig rig="brightRoom"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rtl="0">
            <a:lnSpc>
              <a:spcPct val="100000"/>
            </a:lnSpc>
            <a:spcBef>
              <a:spcPct val="0"/>
            </a:spcBef>
            <a:spcAft>
              <a:spcPts val="0"/>
            </a:spcAft>
            <a:buNone/>
          </a:pPr>
          <a:r>
            <a:rPr lang="fa-IR" sz="1400" b="1" kern="1200" dirty="0">
              <a:solidFill>
                <a:schemeClr val="accent6">
                  <a:lumMod val="50000"/>
                </a:schemeClr>
              </a:solidFill>
              <a:latin typeface="IRANSans(FaNum)" panose="02040503050201020203" pitchFamily="18" charset="-78"/>
              <a:cs typeface="IRANSans(FaNum)" panose="02040503050201020203" pitchFamily="18" charset="-78"/>
            </a:rPr>
            <a:t>مدیریت کسب‌وکار</a:t>
          </a:r>
          <a:r>
            <a:rPr lang="en-US" sz="1400" b="1" kern="1200" dirty="0">
              <a:solidFill>
                <a:schemeClr val="accent6">
                  <a:lumMod val="50000"/>
                </a:schemeClr>
              </a:solidFill>
              <a:latin typeface="IRANSans(FaNum)" panose="02040503050201020203" pitchFamily="18" charset="-78"/>
              <a:cs typeface="IRANSans(FaNum)" panose="02040503050201020203" pitchFamily="18" charset="-78"/>
            </a:rPr>
            <a:t> </a:t>
          </a:r>
          <a:endParaRPr lang="fa-IR" sz="1400" b="1" kern="1200" dirty="0">
            <a:solidFill>
              <a:schemeClr val="accent6">
                <a:lumMod val="50000"/>
              </a:schemeClr>
            </a:solidFill>
            <a:latin typeface="IRANSans(FaNum)" panose="02040503050201020203" pitchFamily="18" charset="-78"/>
            <a:cs typeface="IRANSans(FaNum)" panose="02040503050201020203" pitchFamily="18" charset="-78"/>
          </a:endParaRPr>
        </a:p>
        <a:p>
          <a:pPr marL="0" lvl="0" indent="0" algn="ctr" defTabSz="622300" rtl="0">
            <a:lnSpc>
              <a:spcPct val="100000"/>
            </a:lnSpc>
            <a:spcBef>
              <a:spcPct val="0"/>
            </a:spcBef>
            <a:spcAft>
              <a:spcPts val="0"/>
            </a:spcAft>
            <a:buNone/>
          </a:pPr>
          <a:r>
            <a:rPr lang="en-US" sz="1400" b="1" kern="1200" dirty="0">
              <a:solidFill>
                <a:schemeClr val="accent6">
                  <a:lumMod val="50000"/>
                </a:schemeClr>
              </a:solidFill>
              <a:latin typeface="IRANSans(FaNum)" panose="02040503050201020203" pitchFamily="18" charset="-78"/>
              <a:cs typeface="IRANSans(FaNum)" panose="02040503050201020203" pitchFamily="18" charset="-78"/>
            </a:rPr>
            <a:t>(BML) - BSS</a:t>
          </a:r>
        </a:p>
      </dsp:txBody>
      <dsp:txXfrm>
        <a:off x="2617259" y="0"/>
        <a:ext cx="1308629" cy="720000"/>
      </dsp:txXfrm>
    </dsp:sp>
    <dsp:sp modelId="{62F9500A-2FFC-4628-9916-3A081ED2F8EB}">
      <dsp:nvSpPr>
        <dsp:cNvPr id="0" name=""/>
        <dsp:cNvSpPr/>
      </dsp:nvSpPr>
      <dsp:spPr>
        <a:xfrm>
          <a:off x="1962944" y="720000"/>
          <a:ext cx="2617259" cy="720000"/>
        </a:xfrm>
        <a:prstGeom prst="trapezoid">
          <a:avLst>
            <a:gd name="adj" fmla="val 90877"/>
          </a:avLst>
        </a:prstGeom>
        <a:solidFill>
          <a:schemeClr val="accent5">
            <a:lumMod val="60000"/>
            <a:lumOff val="40000"/>
          </a:schemeClr>
        </a:solidFill>
        <a:ln w="12700" cap="flat" cmpd="sng" algn="ctr">
          <a:solidFill>
            <a:schemeClr val="lt1">
              <a:hueOff val="0"/>
              <a:satOff val="0"/>
              <a:lumOff val="0"/>
              <a:alphaOff val="0"/>
            </a:schemeClr>
          </a:solidFill>
          <a:prstDash val="solid"/>
          <a:miter lim="800000"/>
        </a:ln>
        <a:effectLst/>
        <a:scene3d>
          <a:camera prst="orthographicFront"/>
          <a:lightRig rig="brightRoom"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rtl="1">
            <a:lnSpc>
              <a:spcPct val="100000"/>
            </a:lnSpc>
            <a:spcBef>
              <a:spcPct val="0"/>
            </a:spcBef>
            <a:spcAft>
              <a:spcPts val="0"/>
            </a:spcAft>
            <a:buNone/>
          </a:pPr>
          <a:r>
            <a:rPr lang="fa-IR" sz="1400" b="1" kern="1200" dirty="0">
              <a:solidFill>
                <a:srgbClr val="0000C8"/>
              </a:solidFill>
              <a:latin typeface="IRANSans(FaNum)" panose="02040503050201020203" pitchFamily="18" charset="-78"/>
              <a:cs typeface="IRANSans(FaNum)" panose="02040503050201020203" pitchFamily="18" charset="-78"/>
            </a:rPr>
            <a:t>مدیریت سرویس</a:t>
          </a:r>
        </a:p>
        <a:p>
          <a:pPr marL="0" lvl="0" indent="0" algn="ctr" defTabSz="622300" rtl="1">
            <a:lnSpc>
              <a:spcPct val="100000"/>
            </a:lnSpc>
            <a:spcBef>
              <a:spcPct val="0"/>
            </a:spcBef>
            <a:spcAft>
              <a:spcPts val="0"/>
            </a:spcAft>
            <a:buNone/>
          </a:pPr>
          <a:r>
            <a:rPr lang="en-US" sz="1400" b="1" kern="1200" dirty="0">
              <a:solidFill>
                <a:srgbClr val="0000C8"/>
              </a:solidFill>
              <a:latin typeface="IRANSans(FaNum)" panose="02040503050201020203" pitchFamily="18" charset="-78"/>
              <a:cs typeface="IRANSans(FaNum)" panose="02040503050201020203" pitchFamily="18" charset="-78"/>
            </a:rPr>
            <a:t>(SML) - OSS</a:t>
          </a:r>
        </a:p>
      </dsp:txBody>
      <dsp:txXfrm>
        <a:off x="2420964" y="720000"/>
        <a:ext cx="1701218" cy="720000"/>
      </dsp:txXfrm>
    </dsp:sp>
    <dsp:sp modelId="{8D4D8A55-EF62-4F48-9135-5EF1470E208F}">
      <dsp:nvSpPr>
        <dsp:cNvPr id="0" name=""/>
        <dsp:cNvSpPr/>
      </dsp:nvSpPr>
      <dsp:spPr>
        <a:xfrm>
          <a:off x="1308629" y="1440000"/>
          <a:ext cx="3925888" cy="720000"/>
        </a:xfrm>
        <a:prstGeom prst="trapezoid">
          <a:avLst>
            <a:gd name="adj" fmla="val 90877"/>
          </a:avLst>
        </a:prstGeom>
        <a:solidFill>
          <a:schemeClr val="accent4">
            <a:lumMod val="60000"/>
            <a:lumOff val="40000"/>
          </a:schemeClr>
        </a:solidFill>
        <a:ln w="12700" cap="flat" cmpd="sng" algn="ctr">
          <a:solidFill>
            <a:schemeClr val="lt1">
              <a:hueOff val="0"/>
              <a:satOff val="0"/>
              <a:lumOff val="0"/>
              <a:alphaOff val="0"/>
            </a:schemeClr>
          </a:solidFill>
          <a:prstDash val="solid"/>
          <a:miter lim="800000"/>
        </a:ln>
        <a:effectLst/>
        <a:scene3d>
          <a:camera prst="orthographicFront"/>
          <a:lightRig rig="brightRoom"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rtl="1">
            <a:lnSpc>
              <a:spcPct val="100000"/>
            </a:lnSpc>
            <a:spcBef>
              <a:spcPct val="0"/>
            </a:spcBef>
            <a:spcAft>
              <a:spcPts val="0"/>
            </a:spcAft>
            <a:buNone/>
          </a:pPr>
          <a:r>
            <a:rPr lang="fa-IR" sz="1400" b="1" kern="1200" dirty="0">
              <a:solidFill>
                <a:schemeClr val="accent4">
                  <a:lumMod val="50000"/>
                </a:schemeClr>
              </a:solidFill>
              <a:latin typeface="IRANSans(FaNum)" panose="02040503050201020203" pitchFamily="18" charset="-78"/>
              <a:cs typeface="IRANSans(FaNum)" panose="02040503050201020203" pitchFamily="18" charset="-78"/>
            </a:rPr>
            <a:t>مدیریت شبکه</a:t>
          </a:r>
        </a:p>
        <a:p>
          <a:pPr marL="0" lvl="0" indent="0" algn="ctr" defTabSz="622300" rtl="1">
            <a:lnSpc>
              <a:spcPct val="100000"/>
            </a:lnSpc>
            <a:spcBef>
              <a:spcPct val="0"/>
            </a:spcBef>
            <a:spcAft>
              <a:spcPts val="0"/>
            </a:spcAft>
            <a:buNone/>
          </a:pPr>
          <a:r>
            <a:rPr lang="en-US" sz="1400" b="1" kern="1200" dirty="0">
              <a:solidFill>
                <a:schemeClr val="accent4">
                  <a:lumMod val="50000"/>
                </a:schemeClr>
              </a:solidFill>
              <a:latin typeface="IRANSans(FaNum)" panose="02040503050201020203" pitchFamily="18" charset="-78"/>
              <a:cs typeface="IRANSans(FaNum)" panose="02040503050201020203" pitchFamily="18" charset="-78"/>
            </a:rPr>
            <a:t>(NML) - NMS</a:t>
          </a:r>
        </a:p>
      </dsp:txBody>
      <dsp:txXfrm>
        <a:off x="1995660" y="1440000"/>
        <a:ext cx="2551827" cy="720000"/>
      </dsp:txXfrm>
    </dsp:sp>
    <dsp:sp modelId="{E3E20C68-FFF3-4185-B608-A864BF868D6B}">
      <dsp:nvSpPr>
        <dsp:cNvPr id="0" name=""/>
        <dsp:cNvSpPr/>
      </dsp:nvSpPr>
      <dsp:spPr>
        <a:xfrm>
          <a:off x="654314" y="2160000"/>
          <a:ext cx="5234518" cy="720000"/>
        </a:xfrm>
        <a:prstGeom prst="trapezoid">
          <a:avLst>
            <a:gd name="adj" fmla="val 90877"/>
          </a:avLst>
        </a:prstGeom>
        <a:solidFill>
          <a:schemeClr val="accent2">
            <a:lumMod val="60000"/>
            <a:lumOff val="40000"/>
          </a:schemeClr>
        </a:solidFill>
        <a:ln w="12700" cap="flat" cmpd="sng" algn="ctr">
          <a:solidFill>
            <a:schemeClr val="lt1">
              <a:hueOff val="0"/>
              <a:satOff val="0"/>
              <a:lumOff val="0"/>
              <a:alphaOff val="0"/>
            </a:schemeClr>
          </a:solidFill>
          <a:prstDash val="solid"/>
          <a:miter lim="800000"/>
        </a:ln>
        <a:effectLst/>
        <a:scene3d>
          <a:camera prst="orthographicFront"/>
          <a:lightRig rig="brightRoom"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rtl="1">
            <a:lnSpc>
              <a:spcPct val="100000"/>
            </a:lnSpc>
            <a:spcBef>
              <a:spcPct val="0"/>
            </a:spcBef>
            <a:spcAft>
              <a:spcPts val="0"/>
            </a:spcAft>
            <a:buNone/>
          </a:pPr>
          <a:r>
            <a:rPr lang="fa-IR" sz="1400" b="1" kern="1200" dirty="0">
              <a:solidFill>
                <a:schemeClr val="accent2">
                  <a:lumMod val="50000"/>
                </a:schemeClr>
              </a:solidFill>
              <a:latin typeface="IRANSans(FaNum)" panose="02040503050201020203" pitchFamily="18" charset="-78"/>
              <a:cs typeface="IRANSans(FaNum)" panose="02040503050201020203" pitchFamily="18" charset="-78"/>
            </a:rPr>
            <a:t>مدیریت تجهیزات</a:t>
          </a:r>
        </a:p>
        <a:p>
          <a:pPr marL="0" lvl="0" indent="0" algn="ctr" defTabSz="622300" rtl="1">
            <a:lnSpc>
              <a:spcPct val="100000"/>
            </a:lnSpc>
            <a:spcBef>
              <a:spcPct val="0"/>
            </a:spcBef>
            <a:spcAft>
              <a:spcPts val="0"/>
            </a:spcAft>
            <a:buNone/>
          </a:pPr>
          <a:r>
            <a:rPr lang="en-US" sz="1400" b="1" kern="1200" dirty="0">
              <a:solidFill>
                <a:schemeClr val="accent2">
                  <a:lumMod val="50000"/>
                </a:schemeClr>
              </a:solidFill>
              <a:latin typeface="IRANSans(FaNum)" panose="02040503050201020203" pitchFamily="18" charset="-78"/>
              <a:cs typeface="IRANSans(FaNum)" panose="02040503050201020203" pitchFamily="18" charset="-78"/>
            </a:rPr>
            <a:t>(EML) - EMS</a:t>
          </a:r>
        </a:p>
      </dsp:txBody>
      <dsp:txXfrm>
        <a:off x="1570355" y="2160000"/>
        <a:ext cx="3402436" cy="720000"/>
      </dsp:txXfrm>
    </dsp:sp>
    <dsp:sp modelId="{7692DA52-031A-43C2-BDC5-BF8665E9EA2C}">
      <dsp:nvSpPr>
        <dsp:cNvPr id="0" name=""/>
        <dsp:cNvSpPr/>
      </dsp:nvSpPr>
      <dsp:spPr>
        <a:xfrm>
          <a:off x="0" y="2880000"/>
          <a:ext cx="6543148" cy="720000"/>
        </a:xfrm>
        <a:prstGeom prst="trapezoid">
          <a:avLst>
            <a:gd name="adj" fmla="val 90877"/>
          </a:avLst>
        </a:prstGeom>
        <a:solidFill>
          <a:schemeClr val="accent4">
            <a:lumMod val="75000"/>
          </a:schemeClr>
        </a:solidFill>
        <a:ln w="12700" cap="flat" cmpd="sng" algn="ctr">
          <a:solidFill>
            <a:schemeClr val="lt1">
              <a:hueOff val="0"/>
              <a:satOff val="0"/>
              <a:lumOff val="0"/>
              <a:alphaOff val="0"/>
            </a:schemeClr>
          </a:solidFill>
          <a:prstDash val="solid"/>
          <a:miter lim="800000"/>
        </a:ln>
        <a:effectLst/>
        <a:scene3d>
          <a:camera prst="orthographicFront"/>
          <a:lightRig rig="brightRoom"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rtl="1">
            <a:lnSpc>
              <a:spcPct val="100000"/>
            </a:lnSpc>
            <a:spcBef>
              <a:spcPct val="0"/>
            </a:spcBef>
            <a:spcAft>
              <a:spcPts val="0"/>
            </a:spcAft>
            <a:buNone/>
          </a:pPr>
          <a:r>
            <a:rPr lang="fa-IR" sz="1400" b="1" kern="1200" dirty="0">
              <a:solidFill>
                <a:schemeClr val="accent1">
                  <a:lumMod val="50000"/>
                </a:schemeClr>
              </a:solidFill>
              <a:latin typeface="IRANSans(FaNum)" panose="02040503050201020203" pitchFamily="18" charset="-78"/>
              <a:cs typeface="IRANSans(FaNum)" panose="02040503050201020203" pitchFamily="18" charset="-78"/>
            </a:rPr>
            <a:t>تجهیزات تحت مدیریت</a:t>
          </a:r>
        </a:p>
        <a:p>
          <a:pPr marL="0" lvl="0" indent="0" algn="ctr" defTabSz="622300" rtl="1">
            <a:lnSpc>
              <a:spcPct val="100000"/>
            </a:lnSpc>
            <a:spcBef>
              <a:spcPct val="0"/>
            </a:spcBef>
            <a:spcAft>
              <a:spcPts val="0"/>
            </a:spcAft>
            <a:buNone/>
          </a:pPr>
          <a:r>
            <a:rPr lang="en-US" sz="1400" b="1" kern="1200" dirty="0">
              <a:solidFill>
                <a:schemeClr val="accent1">
                  <a:lumMod val="50000"/>
                </a:schemeClr>
              </a:solidFill>
              <a:latin typeface="IRANSans(FaNum)" panose="02040503050201020203" pitchFamily="18" charset="-78"/>
              <a:cs typeface="IRANSans(FaNum)" panose="02040503050201020203" pitchFamily="18" charset="-78"/>
            </a:rPr>
            <a:t>(NEL) - NE</a:t>
          </a:r>
        </a:p>
      </dsp:txBody>
      <dsp:txXfrm>
        <a:off x="1145050" y="2880000"/>
        <a:ext cx="4253046" cy="720000"/>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ACB77C6-3742-456C-853E-08A994320328}" type="datetimeFigureOut">
              <a:rPr lang="en-US" smtClean="0"/>
              <a:t>1/22/2025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CC1E622-424D-4821-9BC5-D51FCC0A6297}" type="slidenum">
              <a:rPr lang="en-US" smtClean="0"/>
              <a:t>‹#›</a:t>
            </a:fld>
            <a:endParaRPr lang="en-US"/>
          </a:p>
        </p:txBody>
      </p:sp>
    </p:spTree>
    <p:extLst>
      <p:ext uri="{BB962C8B-B14F-4D97-AF65-F5344CB8AC3E}">
        <p14:creationId xmlns:p14="http://schemas.microsoft.com/office/powerpoint/2010/main" val="383376614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A6796B-6985-E1F2-2519-DEFBE26E978A}"/>
              </a:ext>
            </a:extLst>
          </p:cNvPr>
          <p:cNvSpPr>
            <a:spLocks noGrp="1"/>
          </p:cNvSpPr>
          <p:nvPr>
            <p:ph type="ctrTitle"/>
          </p:nvPr>
        </p:nvSpPr>
        <p:spPr>
          <a:xfrm>
            <a:off x="1524000" y="1122363"/>
            <a:ext cx="9144000" cy="2387600"/>
          </a:xfrm>
        </p:spPr>
        <p:txBody>
          <a:bodyPr anchor="b">
            <a:normAutofit/>
          </a:bodyPr>
          <a:lstStyle>
            <a:lvl1pPr algn="ctr">
              <a:defRPr sz="4800" baseline="0">
                <a:latin typeface="Times New Roman" panose="02020603050405020304" pitchFamily="18" charset="0"/>
                <a:cs typeface="IRANSans(FaNum)" panose="02040503050201020203" pitchFamily="18" charset="-78"/>
              </a:defRPr>
            </a:lvl1pPr>
          </a:lstStyle>
          <a:p>
            <a:r>
              <a:rPr lang="en-US" dirty="0"/>
              <a:t>Click to edit Master title style</a:t>
            </a:r>
          </a:p>
        </p:txBody>
      </p:sp>
      <p:sp>
        <p:nvSpPr>
          <p:cNvPr id="3" name="Subtitle 2">
            <a:extLst>
              <a:ext uri="{FF2B5EF4-FFF2-40B4-BE49-F238E27FC236}">
                <a16:creationId xmlns:a16="http://schemas.microsoft.com/office/drawing/2014/main" id="{C482CE19-9741-944E-C8D8-1894844B09E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4" name="Date Placeholder 3">
            <a:extLst>
              <a:ext uri="{FF2B5EF4-FFF2-40B4-BE49-F238E27FC236}">
                <a16:creationId xmlns:a16="http://schemas.microsoft.com/office/drawing/2014/main" id="{4D74AA34-00E2-3A17-F040-70EF3FE4CA5B}"/>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5" name="Footer Placeholder 4">
            <a:extLst>
              <a:ext uri="{FF2B5EF4-FFF2-40B4-BE49-F238E27FC236}">
                <a16:creationId xmlns:a16="http://schemas.microsoft.com/office/drawing/2014/main" id="{EA994E78-3F3A-469E-6B58-7369039D9ED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2C85238-211F-4474-8F40-265D7E152E2E}"/>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214903901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FF13D9-6A7D-4EE6-E6E3-7FFE4C187CED}"/>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010494BE-23B1-CDCB-B8C6-783D5BB3E2E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6E462A0-81FB-9427-3DF5-458E7027C532}"/>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5" name="Footer Placeholder 4">
            <a:extLst>
              <a:ext uri="{FF2B5EF4-FFF2-40B4-BE49-F238E27FC236}">
                <a16:creationId xmlns:a16="http://schemas.microsoft.com/office/drawing/2014/main" id="{891FF172-7813-A3C8-E59E-1D005DA19CE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0B087F6-0F79-FB66-3B64-E59B905C5574}"/>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121368632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F5D9B7-BA94-860D-F6F9-F09E1D37DEC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BCD8118E-E01F-79A9-3BCE-FEE649417E9E}"/>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30638CB-03ED-88D0-E31F-EDA73030F992}"/>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5" name="Footer Placeholder 4">
            <a:extLst>
              <a:ext uri="{FF2B5EF4-FFF2-40B4-BE49-F238E27FC236}">
                <a16:creationId xmlns:a16="http://schemas.microsoft.com/office/drawing/2014/main" id="{4C9B7756-234C-7908-6770-584A84EC931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BCB85D1-87ED-CCD0-813A-61E35B7F9ADE}"/>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338936415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CC474-40C7-A737-A0B7-1E0403EEC70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C080DCA-B54B-332B-D072-A08D6C6A8B4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BBE8E65-3F2E-9BAD-3C5D-F2B4CFA6FF8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81DA938-E65C-5701-B5AF-E2BE08ADFE0A}"/>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6" name="Footer Placeholder 5">
            <a:extLst>
              <a:ext uri="{FF2B5EF4-FFF2-40B4-BE49-F238E27FC236}">
                <a16:creationId xmlns:a16="http://schemas.microsoft.com/office/drawing/2014/main" id="{02FECFF7-0373-E651-E76C-BE02BC6E01FC}"/>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C0835A6-91E8-DBE9-FC62-2FE114BA7963}"/>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262950822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AFCB5E-2594-8C6A-3982-8BB6CC5EB85A}"/>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B861C71B-3C62-0D92-2550-7F10015497C8}"/>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BF433B6-F0E3-1938-67DF-E91B592B4A85}"/>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DA70B837-4FA4-F281-40C6-694A1C60D2D6}"/>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E4150C4-A930-45C3-A73C-0298837FC0F7}"/>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F292BD3E-98EF-D9B5-561B-3F8206EBCB46}"/>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8" name="Footer Placeholder 7">
            <a:extLst>
              <a:ext uri="{FF2B5EF4-FFF2-40B4-BE49-F238E27FC236}">
                <a16:creationId xmlns:a16="http://schemas.microsoft.com/office/drawing/2014/main" id="{7EF796AA-BB2D-DC5E-66E8-630FDA67BC28}"/>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17146BA9-1F0D-C5E4-CBCC-B8AC80D24F83}"/>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329559001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E71D32-7DE0-98E9-17A8-21BC6312295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D246A811-EA1E-1CFC-3C51-69FEE27B4B69}"/>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4" name="Footer Placeholder 3">
            <a:extLst>
              <a:ext uri="{FF2B5EF4-FFF2-40B4-BE49-F238E27FC236}">
                <a16:creationId xmlns:a16="http://schemas.microsoft.com/office/drawing/2014/main" id="{F78B796D-8B3E-9EB1-383D-586EAB072FE7}"/>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D3D9A7E6-AA6E-9D2D-FE96-E722FA4CBF13}"/>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151142745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2E15CE1-82B1-313A-0F69-349E26176889}"/>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3" name="Footer Placeholder 2">
            <a:extLst>
              <a:ext uri="{FF2B5EF4-FFF2-40B4-BE49-F238E27FC236}">
                <a16:creationId xmlns:a16="http://schemas.microsoft.com/office/drawing/2014/main" id="{7990E392-0DFA-E13C-FF5B-1F4EDA872E30}"/>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BD1AE471-70AB-4B21-49D0-31BD26E9C61A}"/>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81490224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E09FFD-1F57-5216-70E2-6A8D3E76502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6DD78098-86CB-ABE0-E7B7-47D117F9B61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7A76F6C-F76F-C05E-95FF-4AC5892F6B9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B633650-CBC6-0922-0ABE-8C5B46370F27}"/>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6" name="Footer Placeholder 5">
            <a:extLst>
              <a:ext uri="{FF2B5EF4-FFF2-40B4-BE49-F238E27FC236}">
                <a16:creationId xmlns:a16="http://schemas.microsoft.com/office/drawing/2014/main" id="{4E242549-1142-74E2-F236-B5D2D78F8EB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D7E3F82-AC24-A07D-B8FB-83F68D67A9FC}"/>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150538874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D93D94-576B-88A6-EC78-A550A231AA1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EAC0710B-02D0-9616-347F-8E2D7D8B2D5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87BC5598-16A7-0582-AD1C-4769363C9A9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60EFDCF-B755-BF71-D9D8-B3F13CF260C9}"/>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6" name="Footer Placeholder 5">
            <a:extLst>
              <a:ext uri="{FF2B5EF4-FFF2-40B4-BE49-F238E27FC236}">
                <a16:creationId xmlns:a16="http://schemas.microsoft.com/office/drawing/2014/main" id="{8AA19282-DBB6-7EBC-A982-41CDD341ED6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39C0587-9620-6D62-81C2-9F0461AE68C4}"/>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7835941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DE9BEF-B6A1-97C1-21B3-2D070ABB49FF}"/>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0828AFC0-034A-5951-8F6C-6CE3058D1DF5}"/>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D17FEA8-0766-D518-FFED-134E9AC16BA5}"/>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5" name="Footer Placeholder 4">
            <a:extLst>
              <a:ext uri="{FF2B5EF4-FFF2-40B4-BE49-F238E27FC236}">
                <a16:creationId xmlns:a16="http://schemas.microsoft.com/office/drawing/2014/main" id="{69D38B13-1A6B-14F5-D1D8-CCCA5DA3298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374ABF1-125F-C658-93B8-92E8A5BCF203}"/>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64092912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3FB5483B-DD0F-9585-0646-EE17FAC2E3CC}"/>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436BD070-147A-9AC3-3B92-81F039A9F3D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9DDBB9D-89EF-5461-86AD-8638456A6196}"/>
              </a:ext>
            </a:extLst>
          </p:cNvPr>
          <p:cNvSpPr>
            <a:spLocks noGrp="1"/>
          </p:cNvSpPr>
          <p:nvPr>
            <p:ph type="dt" sz="half" idx="10"/>
          </p:nvPr>
        </p:nvSpPr>
        <p:spPr/>
        <p:txBody>
          <a:bodyPr/>
          <a:lstStyle/>
          <a:p>
            <a:fld id="{D2DD7105-2C35-4170-949C-F2E6E83EF7DB}" type="datetimeFigureOut">
              <a:rPr lang="en-US" smtClean="0"/>
              <a:t>1/22/2025</a:t>
            </a:fld>
            <a:endParaRPr lang="en-US"/>
          </a:p>
        </p:txBody>
      </p:sp>
      <p:sp>
        <p:nvSpPr>
          <p:cNvPr id="5" name="Footer Placeholder 4">
            <a:extLst>
              <a:ext uri="{FF2B5EF4-FFF2-40B4-BE49-F238E27FC236}">
                <a16:creationId xmlns:a16="http://schemas.microsoft.com/office/drawing/2014/main" id="{19377B52-B497-7A18-8F68-A758C9EE799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BCEFD7D-999B-D6B3-B685-2C688BDD9E87}"/>
              </a:ext>
            </a:extLst>
          </p:cNvPr>
          <p:cNvSpPr>
            <a:spLocks noGrp="1"/>
          </p:cNvSpPr>
          <p:nvPr>
            <p:ph type="sldNum" sz="quarter" idx="12"/>
          </p:nvPr>
        </p:nvSpPr>
        <p:spPr/>
        <p:txBody>
          <a:bodyPr/>
          <a:lstStyle/>
          <a:p>
            <a:fld id="{54529845-36C0-4F72-A5E7-E2D20A56A73D}" type="slidenum">
              <a:rPr lang="en-US" smtClean="0"/>
              <a:t>‹#›</a:t>
            </a:fld>
            <a:endParaRPr lang="en-US"/>
          </a:p>
        </p:txBody>
      </p:sp>
    </p:spTree>
    <p:extLst>
      <p:ext uri="{BB962C8B-B14F-4D97-AF65-F5344CB8AC3E}">
        <p14:creationId xmlns:p14="http://schemas.microsoft.com/office/powerpoint/2010/main" val="337478983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0"/>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301BB72-AE30-F9FD-8D96-43E8C9D2626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0B9BBE60-E48F-CAD3-7C60-CEE0D90A609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B35023B-2AFB-3C30-C984-F1C70C211DF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2DD7105-2C35-4170-949C-F2E6E83EF7DB}" type="datetimeFigureOut">
              <a:rPr lang="en-US" smtClean="0"/>
              <a:t>1/22/2025</a:t>
            </a:fld>
            <a:endParaRPr lang="en-US"/>
          </a:p>
        </p:txBody>
      </p:sp>
      <p:sp>
        <p:nvSpPr>
          <p:cNvPr id="5" name="Footer Placeholder 4">
            <a:extLst>
              <a:ext uri="{FF2B5EF4-FFF2-40B4-BE49-F238E27FC236}">
                <a16:creationId xmlns:a16="http://schemas.microsoft.com/office/drawing/2014/main" id="{4122C3FB-FE60-65F8-17B0-49703F272FA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C7576915-2A9A-35B6-CD1D-3B28147C3D9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4529845-36C0-4F72-A5E7-E2D20A56A73D}" type="slidenum">
              <a:rPr lang="en-US" smtClean="0"/>
              <a:t>‹#›</a:t>
            </a:fld>
            <a:endParaRPr lang="en-US"/>
          </a:p>
        </p:txBody>
      </p:sp>
    </p:spTree>
    <p:extLst>
      <p:ext uri="{BB962C8B-B14F-4D97-AF65-F5344CB8AC3E}">
        <p14:creationId xmlns:p14="http://schemas.microsoft.com/office/powerpoint/2010/main" val="63703641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1" eaLnBrk="1" latinLnBrk="0" hangingPunct="1">
        <a:lnSpc>
          <a:spcPct val="90000"/>
        </a:lnSpc>
        <a:spcBef>
          <a:spcPct val="0"/>
        </a:spcBef>
        <a:buNone/>
        <a:defRPr sz="3600" kern="1200" baseline="0">
          <a:solidFill>
            <a:schemeClr val="tx1"/>
          </a:solidFill>
          <a:latin typeface="Times New Roman" panose="02020603050405020304" pitchFamily="18" charset="0"/>
          <a:ea typeface="+mj-ea"/>
          <a:cs typeface="IRANSans(FaNum)" panose="02040503050201020203" pitchFamily="18" charset="-78"/>
        </a:defRPr>
      </a:lvl1pPr>
    </p:titleStyle>
    <p:body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5" Type="http://schemas.openxmlformats.org/officeDocument/2006/relationships/image" Target="../media/image4.emf"/><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5" Type="http://schemas.openxmlformats.org/officeDocument/2006/relationships/image" Target="../media/image7.png"/><Relationship Id="rId4" Type="http://schemas.openxmlformats.org/officeDocument/2006/relationships/image" Target="../media/image6.png"/></Relationships>
</file>

<file path=ppt/slides/_rels/slide1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12.png"/><Relationship Id="rId2" Type="http://schemas.openxmlformats.org/officeDocument/2006/relationships/image" Target="../media/image2.png"/><Relationship Id="rId1" Type="http://schemas.openxmlformats.org/officeDocument/2006/relationships/slideLayout" Target="../slideLayouts/slideLayout4.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1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13.png"/></Relationships>
</file>

<file path=ppt/slides/_rels/slide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16.png"/><Relationship Id="rId2" Type="http://schemas.openxmlformats.org/officeDocument/2006/relationships/image" Target="../media/image2.png"/><Relationship Id="rId1" Type="http://schemas.openxmlformats.org/officeDocument/2006/relationships/slideLayout" Target="../slideLayouts/slideLayout4.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8.png"/></Relationships>
</file>

<file path=ppt/slides/_rels/slide18.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jpg"/><Relationship Id="rId7" Type="http://schemas.openxmlformats.org/officeDocument/2006/relationships/image" Target="../media/image20.png"/><Relationship Id="rId2" Type="http://schemas.openxmlformats.org/officeDocument/2006/relationships/image" Target="../media/image2.png"/><Relationship Id="rId1" Type="http://schemas.openxmlformats.org/officeDocument/2006/relationships/slideLayout" Target="../slideLayouts/slideLayout4.xml"/><Relationship Id="rId6" Type="http://schemas.openxmlformats.org/officeDocument/2006/relationships/image" Target="../media/image19.png"/><Relationship Id="rId5" Type="http://schemas.openxmlformats.org/officeDocument/2006/relationships/image" Target="../media/image18.png"/><Relationship Id="rId10" Type="http://schemas.openxmlformats.org/officeDocument/2006/relationships/image" Target="../media/image23.png"/><Relationship Id="rId4" Type="http://schemas.openxmlformats.org/officeDocument/2006/relationships/image" Target="../media/image17.png"/><Relationship Id="rId9" Type="http://schemas.openxmlformats.org/officeDocument/2006/relationships/image" Target="../media/image22.png"/></Relationships>
</file>

<file path=ppt/slides/_rels/slide1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24.png"/></Relationships>
</file>

<file path=ppt/slides/_rels/slide2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5.png"/></Relationships>
</file>

<file path=ppt/slides/_rels/slide36.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1.jpg"/><Relationship Id="rId7" Type="http://schemas.openxmlformats.org/officeDocument/2006/relationships/image" Target="../media/image31.png"/><Relationship Id="rId2" Type="http://schemas.openxmlformats.org/officeDocument/2006/relationships/image" Target="../media/image2.png"/><Relationship Id="rId1" Type="http://schemas.openxmlformats.org/officeDocument/2006/relationships/slideLayout" Target="../slideLayouts/slideLayout4.xml"/><Relationship Id="rId6" Type="http://schemas.openxmlformats.org/officeDocument/2006/relationships/image" Target="../media/image30.png"/><Relationship Id="rId11" Type="http://schemas.openxmlformats.org/officeDocument/2006/relationships/image" Target="../media/image35.png"/><Relationship Id="rId5" Type="http://schemas.openxmlformats.org/officeDocument/2006/relationships/image" Target="../media/image29.png"/><Relationship Id="rId10" Type="http://schemas.openxmlformats.org/officeDocument/2006/relationships/image" Target="../media/image34.png"/><Relationship Id="rId4" Type="http://schemas.openxmlformats.org/officeDocument/2006/relationships/image" Target="../media/image28.png"/><Relationship Id="rId9" Type="http://schemas.openxmlformats.org/officeDocument/2006/relationships/image" Target="../media/image33.png"/></Relationships>
</file>

<file path=ppt/slides/_rels/slide3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3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5" Type="http://schemas.openxmlformats.org/officeDocument/2006/relationships/image" Target="../media/image41.png"/><Relationship Id="rId4" Type="http://schemas.openxmlformats.org/officeDocument/2006/relationships/image" Target="../media/image40.png"/></Relationships>
</file>

<file path=ppt/slides/_rels/slide3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39.png"/></Relationships>
</file>

<file path=ppt/slides/_rels/slide4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39.png"/></Relationships>
</file>

<file path=ppt/slides/_rels/slide4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42.png"/></Relationships>
</file>

<file path=ppt/slides/_rels/slide4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39.png"/></Relationships>
</file>

<file path=ppt/slides/_rels/slide6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39.png"/></Relationships>
</file>

<file path=ppt/slides/_rels/slide6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1.jpg"/><Relationship Id="rId7" Type="http://schemas.openxmlformats.org/officeDocument/2006/relationships/diagramColors" Target="../diagrams/colors1.xml"/><Relationship Id="rId2" Type="http://schemas.openxmlformats.org/officeDocument/2006/relationships/image" Target="../media/image2.png"/><Relationship Id="rId1" Type="http://schemas.openxmlformats.org/officeDocument/2006/relationships/slideLayout" Target="../slideLayouts/slideLayout4.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7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43.png"/></Relationships>
</file>

<file path=ppt/slides/_rels/slide7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44.png"/></Relationships>
</file>

<file path=ppt/slides/_rels/slide7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44.png"/></Relationships>
</file>

<file path=ppt/slides/_rels/slide7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44.png"/></Relationships>
</file>

<file path=ppt/slides/_rels/slide7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45.emf"/></Relationships>
</file>

<file path=ppt/slides/_rels/slide8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 Id="rId4" Type="http://schemas.openxmlformats.org/officeDocument/2006/relationships/image" Target="../media/image46.emf"/></Relationships>
</file>

<file path=ppt/slides/_rels/slide8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2.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0000C8"/>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B0A931-E663-322D-BAA3-A9A787BC957E}"/>
              </a:ext>
            </a:extLst>
          </p:cNvPr>
          <p:cNvSpPr>
            <a:spLocks noGrp="1"/>
          </p:cNvSpPr>
          <p:nvPr>
            <p:ph type="ctrTitle"/>
          </p:nvPr>
        </p:nvSpPr>
        <p:spPr>
          <a:xfrm>
            <a:off x="1524000" y="1215676"/>
            <a:ext cx="9144000" cy="1655762"/>
          </a:xfrm>
        </p:spPr>
        <p:txBody>
          <a:bodyPr/>
          <a:lstStyle/>
          <a:p>
            <a:r>
              <a:rPr lang="fa-IR" b="1" dirty="0">
                <a:solidFill>
                  <a:srgbClr val="FFFFF0"/>
                </a:solidFill>
              </a:rPr>
              <a:t>شبکه‌های کامپیوتری</a:t>
            </a:r>
            <a:endParaRPr lang="en-US" b="1" dirty="0">
              <a:solidFill>
                <a:srgbClr val="FFFFF0"/>
              </a:solidFill>
            </a:endParaRPr>
          </a:p>
        </p:txBody>
      </p:sp>
      <p:sp>
        <p:nvSpPr>
          <p:cNvPr id="3" name="Subtitle 2">
            <a:extLst>
              <a:ext uri="{FF2B5EF4-FFF2-40B4-BE49-F238E27FC236}">
                <a16:creationId xmlns:a16="http://schemas.microsoft.com/office/drawing/2014/main" id="{E5D277FC-D4A8-5D64-E6A7-9D7D7E73DCEB}"/>
              </a:ext>
            </a:extLst>
          </p:cNvPr>
          <p:cNvSpPr>
            <a:spLocks noGrp="1"/>
          </p:cNvSpPr>
          <p:nvPr>
            <p:ph type="subTitle" idx="1"/>
          </p:nvPr>
        </p:nvSpPr>
        <p:spPr>
          <a:xfrm>
            <a:off x="1524000" y="3248215"/>
            <a:ext cx="9144000" cy="1547201"/>
          </a:xfrm>
        </p:spPr>
        <p:txBody>
          <a:bodyPr>
            <a:normAutofit fontScale="85000" lnSpcReduction="20000"/>
          </a:bodyPr>
          <a:lstStyle/>
          <a:p>
            <a:pPr rtl="1">
              <a:lnSpc>
                <a:spcPct val="150000"/>
              </a:lnSpc>
            </a:pPr>
            <a:r>
              <a:rPr lang="fa-IR" b="1" dirty="0">
                <a:solidFill>
                  <a:srgbClr val="FFFFF0"/>
                </a:solidFill>
              </a:rPr>
              <a:t>مسعود صبائی</a:t>
            </a:r>
          </a:p>
          <a:p>
            <a:pPr rtl="1">
              <a:lnSpc>
                <a:spcPct val="150000"/>
              </a:lnSpc>
            </a:pPr>
            <a:r>
              <a:rPr lang="fa-IR" b="1" dirty="0">
                <a:solidFill>
                  <a:srgbClr val="FFFFF0"/>
                </a:solidFill>
              </a:rPr>
              <a:t>دانشکده مهندسی کامپیوتر</a:t>
            </a:r>
          </a:p>
          <a:p>
            <a:pPr rtl="1">
              <a:lnSpc>
                <a:spcPct val="150000"/>
              </a:lnSpc>
            </a:pPr>
            <a:r>
              <a:rPr lang="fa-IR" b="1" dirty="0">
                <a:solidFill>
                  <a:srgbClr val="FFFFF0"/>
                </a:solidFill>
              </a:rPr>
              <a:t>دانشگاه صنعتی امیرکبیر</a:t>
            </a:r>
            <a:endParaRPr lang="en-US" b="1" dirty="0">
              <a:solidFill>
                <a:srgbClr val="FFFFF0"/>
              </a:solidFill>
            </a:endParaRPr>
          </a:p>
        </p:txBody>
      </p:sp>
      <p:sp>
        <p:nvSpPr>
          <p:cNvPr id="4" name="Title 1">
            <a:extLst>
              <a:ext uri="{FF2B5EF4-FFF2-40B4-BE49-F238E27FC236}">
                <a16:creationId xmlns:a16="http://schemas.microsoft.com/office/drawing/2014/main" id="{2591B61D-19F6-FC7B-3ACA-7C759E0F9CBD}"/>
              </a:ext>
            </a:extLst>
          </p:cNvPr>
          <p:cNvSpPr txBox="1">
            <a:spLocks/>
          </p:cNvSpPr>
          <p:nvPr/>
        </p:nvSpPr>
        <p:spPr>
          <a:xfrm>
            <a:off x="0" y="5288322"/>
            <a:ext cx="11887200" cy="595928"/>
          </a:xfrm>
          <a:prstGeom prst="rect">
            <a:avLst/>
          </a:prstGeom>
        </p:spPr>
        <p:txBody>
          <a:bodyPr vert="horz" lIns="91440" tIns="45720" rIns="91440" bIns="45720" rtlCol="0" anchor="b">
            <a:normAutofit fontScale="82500" lnSpcReduction="20000"/>
          </a:bodyPr>
          <a:lstStyle>
            <a:lvl1pPr algn="ctr" defTabSz="914400" rtl="1" eaLnBrk="1" latinLnBrk="0" hangingPunct="1">
              <a:lnSpc>
                <a:spcPct val="90000"/>
              </a:lnSpc>
              <a:spcBef>
                <a:spcPct val="0"/>
              </a:spcBef>
              <a:buNone/>
              <a:defRPr sz="4800" kern="1200" baseline="0">
                <a:solidFill>
                  <a:schemeClr val="tx1"/>
                </a:solidFill>
                <a:latin typeface="Times New Roman" panose="02020603050405020304" pitchFamily="18" charset="0"/>
                <a:ea typeface="+mj-ea"/>
                <a:cs typeface="IRANSans(FaNum)" panose="02040503050201020203" pitchFamily="18" charset="-78"/>
              </a:defRPr>
            </a:lvl1pPr>
          </a:lstStyle>
          <a:p>
            <a:r>
              <a:rPr lang="fa-IR" b="1" dirty="0">
                <a:solidFill>
                  <a:srgbClr val="FFFF00"/>
                </a:solidFill>
              </a:rPr>
              <a:t>لایه شبکه – صفحه کنترل</a:t>
            </a:r>
            <a:endParaRPr lang="en-US" b="1" dirty="0">
              <a:solidFill>
                <a:srgbClr val="FFFF00"/>
              </a:solidFill>
            </a:endParaRPr>
          </a:p>
        </p:txBody>
      </p:sp>
      <p:sp>
        <p:nvSpPr>
          <p:cNvPr id="5" name="Rectangle 4">
            <a:extLst>
              <a:ext uri="{FF2B5EF4-FFF2-40B4-BE49-F238E27FC236}">
                <a16:creationId xmlns:a16="http://schemas.microsoft.com/office/drawing/2014/main" id="{D728185E-C560-3CAF-D3E6-21836442753A}"/>
              </a:ext>
            </a:extLst>
          </p:cNvPr>
          <p:cNvSpPr/>
          <p:nvPr/>
        </p:nvSpPr>
        <p:spPr>
          <a:xfrm>
            <a:off x="0" y="0"/>
            <a:ext cx="12192000" cy="6858000"/>
          </a:xfrm>
          <a:prstGeom prst="rect">
            <a:avLst/>
          </a:prstGeom>
          <a:noFill/>
          <a:ln w="152400" cmpd="sng">
            <a:solidFill>
              <a:srgbClr val="000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A61121CB-88D2-9D34-65A6-F165CFE55EC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250680" y="421388"/>
            <a:ext cx="2468880" cy="2468880"/>
          </a:xfrm>
          <a:prstGeom prst="rect">
            <a:avLst/>
          </a:prstGeom>
        </p:spPr>
      </p:pic>
      <p:pic>
        <p:nvPicPr>
          <p:cNvPr id="7" name="Picture 6">
            <a:extLst>
              <a:ext uri="{FF2B5EF4-FFF2-40B4-BE49-F238E27FC236}">
                <a16:creationId xmlns:a16="http://schemas.microsoft.com/office/drawing/2014/main" id="{27599940-2B79-E2E6-648E-5F702B228C9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3453" y="387457"/>
            <a:ext cx="2468880" cy="2468880"/>
          </a:xfrm>
          <a:prstGeom prst="rect">
            <a:avLst/>
          </a:prstGeom>
        </p:spPr>
      </p:pic>
    </p:spTree>
    <p:extLst>
      <p:ext uri="{BB962C8B-B14F-4D97-AF65-F5344CB8AC3E}">
        <p14:creationId xmlns:p14="http://schemas.microsoft.com/office/powerpoint/2010/main" val="104585377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159A0CE5-F492-F1D0-609A-E0BA4BCC8B03}"/>
              </a:ext>
            </a:extLst>
          </p:cNvPr>
          <p:cNvGrpSpPr/>
          <p:nvPr/>
        </p:nvGrpSpPr>
        <p:grpSpPr>
          <a:xfrm>
            <a:off x="-12790" y="0"/>
            <a:ext cx="12204790" cy="6858000"/>
            <a:chOff x="-12790" y="0"/>
            <a:chExt cx="12204790" cy="6858000"/>
          </a:xfrm>
        </p:grpSpPr>
        <p:sp>
          <p:nvSpPr>
            <p:cNvPr id="9" name="Rectangle 8">
              <a:extLst>
                <a:ext uri="{FF2B5EF4-FFF2-40B4-BE49-F238E27FC236}">
                  <a16:creationId xmlns:a16="http://schemas.microsoft.com/office/drawing/2014/main" id="{2CC6934E-D500-3756-A9ED-FAC76E118AE3}"/>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Content Placeholder 2">
              <a:extLst>
                <a:ext uri="{FF2B5EF4-FFF2-40B4-BE49-F238E27FC236}">
                  <a16:creationId xmlns:a16="http://schemas.microsoft.com/office/drawing/2014/main" id="{DD1093FF-38A4-3220-A2C8-2B6102960EB8}"/>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12" name="Picture 11">
              <a:extLst>
                <a:ext uri="{FF2B5EF4-FFF2-40B4-BE49-F238E27FC236}">
                  <a16:creationId xmlns:a16="http://schemas.microsoft.com/office/drawing/2014/main" id="{6C9FE288-345B-63BE-BC5E-FB3749D32F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13" name="Picture 12">
              <a:extLst>
                <a:ext uri="{FF2B5EF4-FFF2-40B4-BE49-F238E27FC236}">
                  <a16:creationId xmlns:a16="http://schemas.microsoft.com/office/drawing/2014/main" id="{A036E675-6EAB-ECC4-1CCA-150A5C6CF88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2" name="Content Placeholder 2">
            <a:extLst>
              <a:ext uri="{FF2B5EF4-FFF2-40B4-BE49-F238E27FC236}">
                <a16:creationId xmlns:a16="http://schemas.microsoft.com/office/drawing/2014/main" id="{6867DEC4-2C49-8E3A-630C-963512DACD5A}"/>
              </a:ext>
            </a:extLst>
          </p:cNvPr>
          <p:cNvSpPr txBox="1">
            <a:spLocks/>
          </p:cNvSpPr>
          <p:nvPr/>
        </p:nvSpPr>
        <p:spPr>
          <a:xfrm>
            <a:off x="609600" y="928541"/>
            <a:ext cx="10972800" cy="5451309"/>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spcBef>
                <a:spcPts val="0"/>
              </a:spcBef>
              <a:spcAft>
                <a:spcPts val="600"/>
              </a:spcAft>
              <a:buNone/>
            </a:pPr>
            <a:r>
              <a:rPr lang="fa-IR" sz="2400" b="1" dirty="0">
                <a:solidFill>
                  <a:srgbClr val="FF0000"/>
                </a:solidFill>
                <a:latin typeface="IRANSans(FaNum)" panose="02040503050201020203" pitchFamily="18" charset="-78"/>
              </a:rPr>
              <a:t>فهرست مطالب:</a:t>
            </a:r>
          </a:p>
          <a:p>
            <a:pPr marL="900000" lvl="2" indent="-180000">
              <a:lnSpc>
                <a:spcPct val="130000"/>
              </a:lnSpc>
              <a:spcBef>
                <a:spcPts val="300"/>
              </a:spcBef>
            </a:pPr>
            <a:r>
              <a:rPr lang="fa-IR" sz="1600" b="1" dirty="0">
                <a:solidFill>
                  <a:srgbClr val="1F1FFF"/>
                </a:solidFill>
                <a:latin typeface="IRANSans(FaNum)" panose="02040503050201020203" pitchFamily="18" charset="-78"/>
              </a:rPr>
              <a:t>معرفی وظایف لایه شبکه – صفحه کنترل</a:t>
            </a:r>
          </a:p>
          <a:p>
            <a:pPr marL="900000" lvl="2" indent="-180000">
              <a:lnSpc>
                <a:spcPct val="130000"/>
              </a:lnSpc>
              <a:spcBef>
                <a:spcPts val="300"/>
              </a:spcBef>
            </a:pPr>
            <a:r>
              <a:rPr lang="fa-IR" sz="1600" b="1" dirty="0">
                <a:solidFill>
                  <a:srgbClr val="1F1FFF"/>
                </a:solidFill>
                <a:latin typeface="IRANSans(FaNum)" panose="02040503050201020203" pitchFamily="18" charset="-78"/>
              </a:rPr>
              <a:t>کلیات مسیریابی</a:t>
            </a:r>
          </a:p>
          <a:p>
            <a:pPr marL="900000" lvl="2" indent="-180000">
              <a:lnSpc>
                <a:spcPct val="130000"/>
              </a:lnSpc>
              <a:spcBef>
                <a:spcPts val="300"/>
              </a:spcBef>
            </a:pPr>
            <a:r>
              <a:rPr lang="fa-IR" sz="1600" b="1" dirty="0">
                <a:solidFill>
                  <a:srgbClr val="1F1FFF"/>
                </a:solidFill>
                <a:latin typeface="IRANSans(FaNum)" panose="02040503050201020203" pitchFamily="18" charset="-78"/>
              </a:rPr>
              <a:t>الگوریتم‌های مسیریابی</a:t>
            </a:r>
          </a:p>
          <a:p>
            <a:pPr marL="1440000" lvl="3" indent="-180000">
              <a:lnSpc>
                <a:spcPct val="130000"/>
              </a:lnSpc>
              <a:spcBef>
                <a:spcPts val="300"/>
              </a:spcBef>
            </a:pPr>
            <a:r>
              <a:rPr lang="fa-IR" sz="1400" b="1" dirty="0">
                <a:solidFill>
                  <a:srgbClr val="C00000"/>
                </a:solidFill>
                <a:latin typeface="IRANSans(FaNum)" panose="02040503050201020203" pitchFamily="18" charset="-78"/>
              </a:rPr>
              <a:t>الگوریتم وضعیت لینک (</a:t>
            </a:r>
            <a:r>
              <a:rPr lang="en-US" sz="1400" b="1" dirty="0">
                <a:solidFill>
                  <a:srgbClr val="C00000"/>
                </a:solidFill>
                <a:latin typeface="IRANSans(FaNum)" panose="02040503050201020203" pitchFamily="18" charset="-78"/>
              </a:rPr>
              <a:t>Link State</a:t>
            </a:r>
            <a:r>
              <a:rPr lang="fa-IR" sz="1400" b="1" dirty="0">
                <a:solidFill>
                  <a:srgbClr val="C00000"/>
                </a:solidFill>
                <a:latin typeface="IRANSans(FaNum)" panose="02040503050201020203" pitchFamily="18" charset="-78"/>
              </a:rPr>
              <a:t>)</a:t>
            </a:r>
          </a:p>
          <a:p>
            <a:pPr marL="1440000" lvl="3" indent="-180000">
              <a:lnSpc>
                <a:spcPct val="130000"/>
              </a:lnSpc>
              <a:spcBef>
                <a:spcPts val="300"/>
              </a:spcBef>
            </a:pPr>
            <a:r>
              <a:rPr lang="fa-IR" sz="1400" b="1" dirty="0">
                <a:solidFill>
                  <a:srgbClr val="C00000"/>
                </a:solidFill>
                <a:latin typeface="IRANSans(FaNum)" panose="02040503050201020203" pitchFamily="18" charset="-78"/>
              </a:rPr>
              <a:t>الگوریتم بردار فاصله (</a:t>
            </a:r>
            <a:r>
              <a:rPr lang="en-US" sz="1400" b="1" dirty="0">
                <a:solidFill>
                  <a:srgbClr val="C00000"/>
                </a:solidFill>
                <a:latin typeface="IRANSans(FaNum)" panose="02040503050201020203" pitchFamily="18" charset="-78"/>
              </a:rPr>
              <a:t>Distance Vector</a:t>
            </a:r>
            <a:r>
              <a:rPr lang="fa-IR" sz="1400" b="1" dirty="0">
                <a:solidFill>
                  <a:srgbClr val="C00000"/>
                </a:solidFill>
                <a:latin typeface="IRANSans(FaNum)" panose="02040503050201020203" pitchFamily="18" charset="-78"/>
              </a:rPr>
              <a:t>)</a:t>
            </a:r>
          </a:p>
          <a:p>
            <a:pPr marL="900000" lvl="2" indent="-180000">
              <a:lnSpc>
                <a:spcPct val="130000"/>
              </a:lnSpc>
              <a:spcBef>
                <a:spcPts val="300"/>
              </a:spcBef>
            </a:pPr>
            <a:r>
              <a:rPr lang="fa-IR" sz="1600" b="1" dirty="0">
                <a:solidFill>
                  <a:srgbClr val="1F1FFF"/>
                </a:solidFill>
                <a:latin typeface="IRANSans(FaNum)" panose="02040503050201020203" pitchFamily="18" charset="-78"/>
              </a:rPr>
              <a:t>مسیریابی در شبکه اینترنت</a:t>
            </a:r>
          </a:p>
          <a:p>
            <a:pPr marL="1440000" lvl="3" indent="-180000">
              <a:lnSpc>
                <a:spcPct val="130000"/>
              </a:lnSpc>
              <a:spcBef>
                <a:spcPts val="300"/>
              </a:spcBef>
            </a:pPr>
            <a:r>
              <a:rPr lang="fa-IR" sz="1400" b="1" dirty="0">
                <a:solidFill>
                  <a:srgbClr val="C00000"/>
                </a:solidFill>
                <a:latin typeface="IRANSans(FaNum)" panose="02040503050201020203" pitchFamily="18" charset="-78"/>
              </a:rPr>
              <a:t>مسیریابی سلسله مراتبی دو سطحی</a:t>
            </a:r>
          </a:p>
          <a:p>
            <a:pPr marL="1440000" lvl="3" indent="-180000">
              <a:lnSpc>
                <a:spcPct val="130000"/>
              </a:lnSpc>
              <a:spcBef>
                <a:spcPts val="300"/>
              </a:spcBef>
            </a:pPr>
            <a:r>
              <a:rPr lang="fa-IR" sz="1400" b="1" dirty="0">
                <a:solidFill>
                  <a:srgbClr val="C00000"/>
                </a:solidFill>
                <a:latin typeface="IRANSans(FaNum)" panose="02040503050201020203" pitchFamily="18" charset="-78"/>
              </a:rPr>
              <a:t>پروتکل‎های مسیریابی داخل‌دامنه </a:t>
            </a:r>
          </a:p>
          <a:p>
            <a:pPr marL="1440000" lvl="3" indent="-180000">
              <a:lnSpc>
                <a:spcPct val="130000"/>
              </a:lnSpc>
              <a:spcBef>
                <a:spcPts val="300"/>
              </a:spcBef>
            </a:pPr>
            <a:r>
              <a:rPr lang="fa-IR" sz="1400" b="1" dirty="0">
                <a:solidFill>
                  <a:srgbClr val="C00000"/>
                </a:solidFill>
                <a:latin typeface="IRANSans(FaNum)" panose="02040503050201020203" pitchFamily="18" charset="-78"/>
              </a:rPr>
              <a:t>پروتکل‌های مسیریابی بین‌دامنه‌ای</a:t>
            </a:r>
          </a:p>
          <a:p>
            <a:pPr marL="900000" lvl="2" indent="-180000">
              <a:lnSpc>
                <a:spcPct val="130000"/>
              </a:lnSpc>
              <a:spcBef>
                <a:spcPts val="300"/>
              </a:spcBef>
            </a:pPr>
            <a:r>
              <a:rPr lang="fa-IR" sz="1600" b="1" dirty="0">
                <a:solidFill>
                  <a:srgbClr val="1F1FFF"/>
                </a:solidFill>
                <a:latin typeface="IRANSans(FaNum)" panose="02040503050201020203" pitchFamily="18" charset="-78"/>
              </a:rPr>
              <a:t>پروتکل مدیریت لایه </a:t>
            </a:r>
            <a:r>
              <a:rPr lang="en-US" sz="1600" b="1" dirty="0">
                <a:solidFill>
                  <a:srgbClr val="1F1FFF"/>
                </a:solidFill>
                <a:latin typeface="IRANSans(FaNum)" panose="02040503050201020203" pitchFamily="18" charset="-78"/>
              </a:rPr>
              <a:t>IP</a:t>
            </a:r>
            <a:r>
              <a:rPr lang="fa-IR" sz="1600" b="1" dirty="0">
                <a:solidFill>
                  <a:srgbClr val="1F1FFF"/>
                </a:solidFill>
                <a:latin typeface="IRANSans(FaNum)" panose="02040503050201020203" pitchFamily="18" charset="-78"/>
              </a:rPr>
              <a:t> – </a:t>
            </a:r>
            <a:r>
              <a:rPr lang="en-US" sz="1600" b="1" dirty="0">
                <a:solidFill>
                  <a:srgbClr val="1F1FFF"/>
                </a:solidFill>
                <a:latin typeface="IRANSans(FaNum)" panose="02040503050201020203" pitchFamily="18" charset="-78"/>
              </a:rPr>
              <a:t>ICMP</a:t>
            </a:r>
            <a:endParaRPr lang="fa-IR" sz="1600" b="1" dirty="0">
              <a:solidFill>
                <a:srgbClr val="1F1FFF"/>
              </a:solidFill>
              <a:latin typeface="IRANSans(FaNum)" panose="02040503050201020203" pitchFamily="18" charset="-78"/>
            </a:endParaRPr>
          </a:p>
          <a:p>
            <a:pPr marL="900000" lvl="2" indent="-180000">
              <a:lnSpc>
                <a:spcPct val="130000"/>
              </a:lnSpc>
              <a:spcBef>
                <a:spcPts val="300"/>
              </a:spcBef>
            </a:pPr>
            <a:r>
              <a:rPr lang="fa-IR" sz="1600" b="1" dirty="0">
                <a:solidFill>
                  <a:srgbClr val="1F1FFF"/>
                </a:solidFill>
                <a:latin typeface="IRANSans(FaNum)" panose="02040503050201020203" pitchFamily="18" charset="-78"/>
              </a:rPr>
              <a:t>مدیریت شبکه‌های کامپیوتری</a:t>
            </a:r>
          </a:p>
          <a:p>
            <a:pPr marL="1357200" lvl="3" indent="-180000">
              <a:lnSpc>
                <a:spcPct val="130000"/>
              </a:lnSpc>
              <a:spcBef>
                <a:spcPts val="300"/>
              </a:spcBef>
            </a:pPr>
            <a:r>
              <a:rPr lang="fa-IR" sz="1400" b="1" dirty="0">
                <a:solidFill>
                  <a:srgbClr val="C00000"/>
                </a:solidFill>
                <a:latin typeface="IRANSans(FaNum)" panose="02040503050201020203" pitchFamily="18" charset="-78"/>
              </a:rPr>
              <a:t>کلیات و مفاهیم پایه</a:t>
            </a:r>
          </a:p>
          <a:p>
            <a:pPr marL="1357200" lvl="3" indent="-180000">
              <a:lnSpc>
                <a:spcPct val="130000"/>
              </a:lnSpc>
              <a:spcBef>
                <a:spcPts val="300"/>
              </a:spcBef>
            </a:pPr>
            <a:r>
              <a:rPr lang="fa-IR" sz="1400" b="1" dirty="0">
                <a:solidFill>
                  <a:srgbClr val="C00000"/>
                </a:solidFill>
                <a:latin typeface="IRANSans(FaNum)" panose="02040503050201020203" pitchFamily="18" charset="-78"/>
              </a:rPr>
              <a:t>پروتکل </a:t>
            </a:r>
            <a:r>
              <a:rPr lang="en-US" sz="1400" b="1" dirty="0">
                <a:solidFill>
                  <a:srgbClr val="C00000"/>
                </a:solidFill>
                <a:latin typeface="IRANSans(FaNum)" panose="02040503050201020203" pitchFamily="18" charset="-78"/>
              </a:rPr>
              <a:t>SNMP</a:t>
            </a:r>
            <a:endParaRPr lang="fa-IR" sz="1400" b="1" dirty="0">
              <a:solidFill>
                <a:srgbClr val="C00000"/>
              </a:solidFill>
              <a:latin typeface="IRANSans(FaNum)" panose="02040503050201020203" pitchFamily="18" charset="-78"/>
            </a:endParaRPr>
          </a:p>
          <a:p>
            <a:pPr marL="1357200" lvl="3" indent="-180000">
              <a:lnSpc>
                <a:spcPct val="130000"/>
              </a:lnSpc>
              <a:spcBef>
                <a:spcPts val="300"/>
              </a:spcBef>
            </a:pPr>
            <a:r>
              <a:rPr lang="fa-IR" sz="1400" b="1" dirty="0">
                <a:solidFill>
                  <a:srgbClr val="C00000"/>
                </a:solidFill>
                <a:latin typeface="IRANSans(FaNum)" panose="02040503050201020203" pitchFamily="18" charset="-78"/>
              </a:rPr>
              <a:t>پروتکل </a:t>
            </a:r>
            <a:r>
              <a:rPr lang="en-US" sz="1400" b="1" dirty="0">
                <a:solidFill>
                  <a:srgbClr val="C00000"/>
                </a:solidFill>
                <a:latin typeface="IRANSans(FaNum)" panose="02040503050201020203" pitchFamily="18" charset="-78"/>
              </a:rPr>
              <a:t>NETCONF</a:t>
            </a:r>
            <a:endParaRPr lang="fa-IR" sz="1400" b="1" dirty="0">
              <a:solidFill>
                <a:srgbClr val="C00000"/>
              </a:solidFill>
              <a:latin typeface="IRANSans(FaNum)" panose="02040503050201020203" pitchFamily="18" charset="-78"/>
            </a:endParaRPr>
          </a:p>
          <a:p>
            <a:pPr marL="720000" lvl="2" indent="0">
              <a:lnSpc>
                <a:spcPct val="130000"/>
              </a:lnSpc>
              <a:spcBef>
                <a:spcPts val="300"/>
              </a:spcBef>
              <a:buNone/>
            </a:pPr>
            <a:endParaRPr lang="en-US" b="1" dirty="0">
              <a:solidFill>
                <a:srgbClr val="C00000"/>
              </a:solidFill>
              <a:latin typeface="IRANSans(FaNum)" panose="02040503050201020203" pitchFamily="18" charset="-78"/>
            </a:endParaRPr>
          </a:p>
        </p:txBody>
      </p:sp>
      <p:sp>
        <p:nvSpPr>
          <p:cNvPr id="14" name="Title 1">
            <a:extLst>
              <a:ext uri="{FF2B5EF4-FFF2-40B4-BE49-F238E27FC236}">
                <a16:creationId xmlns:a16="http://schemas.microsoft.com/office/drawing/2014/main" id="{D7D71B99-963B-8EB8-1835-1E315D9AEA86}"/>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3" name="Slide Number Placeholder 3">
            <a:extLst>
              <a:ext uri="{FF2B5EF4-FFF2-40B4-BE49-F238E27FC236}">
                <a16:creationId xmlns:a16="http://schemas.microsoft.com/office/drawing/2014/main" id="{F56498A1-9E83-CD57-19DD-3D392EB5B0A3}"/>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Tree>
    <p:extLst>
      <p:ext uri="{BB962C8B-B14F-4D97-AF65-F5344CB8AC3E}">
        <p14:creationId xmlns:p14="http://schemas.microsoft.com/office/powerpoint/2010/main" val="2210338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fade">
                                      <p:cBhvr>
                                        <p:cTn id="12" dur="1000"/>
                                        <p:tgtEl>
                                          <p:spTgt spid="2">
                                            <p:txEl>
                                              <p:pRg st="1" end="1"/>
                                            </p:txEl>
                                          </p:spTgt>
                                        </p:tgtEl>
                                      </p:cBhvr>
                                    </p:animEffect>
                                    <p:anim calcmode="lin" valueType="num">
                                      <p:cBhvr>
                                        <p:cTn id="13"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42" presetClass="entr" presetSubtype="0" fill="hold" nodeType="afterEffect">
                                  <p:stCondLst>
                                    <p:cond delay="0"/>
                                  </p:stCondLst>
                                  <p:childTnLst>
                                    <p:set>
                                      <p:cBhvr>
                                        <p:cTn id="17" dur="1" fill="hold">
                                          <p:stCondLst>
                                            <p:cond delay="0"/>
                                          </p:stCondLst>
                                        </p:cTn>
                                        <p:tgtEl>
                                          <p:spTgt spid="2">
                                            <p:txEl>
                                              <p:pRg st="2" end="2"/>
                                            </p:txEl>
                                          </p:spTgt>
                                        </p:tgtEl>
                                        <p:attrNameLst>
                                          <p:attrName>style.visibility</p:attrName>
                                        </p:attrNameLst>
                                      </p:cBhvr>
                                      <p:to>
                                        <p:strVal val="visible"/>
                                      </p:to>
                                    </p:set>
                                    <p:animEffect transition="in" filter="fade">
                                      <p:cBhvr>
                                        <p:cTn id="18" dur="1000"/>
                                        <p:tgtEl>
                                          <p:spTgt spid="2">
                                            <p:txEl>
                                              <p:pRg st="2" end="2"/>
                                            </p:txEl>
                                          </p:spTgt>
                                        </p:tgtEl>
                                      </p:cBhvr>
                                    </p:animEffect>
                                    <p:anim calcmode="lin" valueType="num">
                                      <p:cBhvr>
                                        <p:cTn id="19"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0"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par>
                          <p:cTn id="21" fill="hold">
                            <p:stCondLst>
                              <p:cond delay="2000"/>
                            </p:stCondLst>
                            <p:childTnLst>
                              <p:par>
                                <p:cTn id="22" presetID="42" presetClass="entr" presetSubtype="0" fill="hold" nodeType="afterEffect">
                                  <p:stCondLst>
                                    <p:cond delay="0"/>
                                  </p:stCondLst>
                                  <p:childTnLst>
                                    <p:set>
                                      <p:cBhvr>
                                        <p:cTn id="23" dur="1" fill="hold">
                                          <p:stCondLst>
                                            <p:cond delay="0"/>
                                          </p:stCondLst>
                                        </p:cTn>
                                        <p:tgtEl>
                                          <p:spTgt spid="2">
                                            <p:txEl>
                                              <p:pRg st="3" end="3"/>
                                            </p:txEl>
                                          </p:spTgt>
                                        </p:tgtEl>
                                        <p:attrNameLst>
                                          <p:attrName>style.visibility</p:attrName>
                                        </p:attrNameLst>
                                      </p:cBhvr>
                                      <p:to>
                                        <p:strVal val="visible"/>
                                      </p:to>
                                    </p:set>
                                    <p:animEffect transition="in" filter="fade">
                                      <p:cBhvr>
                                        <p:cTn id="24" dur="1000"/>
                                        <p:tgtEl>
                                          <p:spTgt spid="2">
                                            <p:txEl>
                                              <p:pRg st="3" end="3"/>
                                            </p:txEl>
                                          </p:spTgt>
                                        </p:tgtEl>
                                      </p:cBhvr>
                                    </p:animEffect>
                                    <p:anim calcmode="lin" valueType="num">
                                      <p:cBhvr>
                                        <p:cTn id="25"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6"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par>
                          <p:cTn id="27" fill="hold">
                            <p:stCondLst>
                              <p:cond delay="3000"/>
                            </p:stCondLst>
                            <p:childTnLst>
                              <p:par>
                                <p:cTn id="28" presetID="42" presetClass="entr" presetSubtype="0" fill="hold" nodeType="afterEffect">
                                  <p:stCondLst>
                                    <p:cond delay="0"/>
                                  </p:stCondLst>
                                  <p:childTnLst>
                                    <p:set>
                                      <p:cBhvr>
                                        <p:cTn id="29" dur="1" fill="hold">
                                          <p:stCondLst>
                                            <p:cond delay="0"/>
                                          </p:stCondLst>
                                        </p:cTn>
                                        <p:tgtEl>
                                          <p:spTgt spid="2">
                                            <p:txEl>
                                              <p:pRg st="4" end="4"/>
                                            </p:txEl>
                                          </p:spTgt>
                                        </p:tgtEl>
                                        <p:attrNameLst>
                                          <p:attrName>style.visibility</p:attrName>
                                        </p:attrNameLst>
                                      </p:cBhvr>
                                      <p:to>
                                        <p:strVal val="visible"/>
                                      </p:to>
                                    </p:set>
                                    <p:animEffect transition="in" filter="fade">
                                      <p:cBhvr>
                                        <p:cTn id="30" dur="1000"/>
                                        <p:tgtEl>
                                          <p:spTgt spid="2">
                                            <p:txEl>
                                              <p:pRg st="4" end="4"/>
                                            </p:txEl>
                                          </p:spTgt>
                                        </p:tgtEl>
                                      </p:cBhvr>
                                    </p:animEffect>
                                    <p:anim calcmode="lin" valueType="num">
                                      <p:cBhvr>
                                        <p:cTn id="31"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2"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par>
                          <p:cTn id="33" fill="hold">
                            <p:stCondLst>
                              <p:cond delay="4000"/>
                            </p:stCondLst>
                            <p:childTnLst>
                              <p:par>
                                <p:cTn id="34" presetID="42" presetClass="entr" presetSubtype="0" fill="hold" nodeType="afterEffect">
                                  <p:stCondLst>
                                    <p:cond delay="0"/>
                                  </p:stCondLst>
                                  <p:childTnLst>
                                    <p:set>
                                      <p:cBhvr>
                                        <p:cTn id="35" dur="1" fill="hold">
                                          <p:stCondLst>
                                            <p:cond delay="0"/>
                                          </p:stCondLst>
                                        </p:cTn>
                                        <p:tgtEl>
                                          <p:spTgt spid="2">
                                            <p:txEl>
                                              <p:pRg st="5" end="5"/>
                                            </p:txEl>
                                          </p:spTgt>
                                        </p:tgtEl>
                                        <p:attrNameLst>
                                          <p:attrName>style.visibility</p:attrName>
                                        </p:attrNameLst>
                                      </p:cBhvr>
                                      <p:to>
                                        <p:strVal val="visible"/>
                                      </p:to>
                                    </p:set>
                                    <p:animEffect transition="in" filter="fade">
                                      <p:cBhvr>
                                        <p:cTn id="36" dur="1000"/>
                                        <p:tgtEl>
                                          <p:spTgt spid="2">
                                            <p:txEl>
                                              <p:pRg st="5" end="5"/>
                                            </p:txEl>
                                          </p:spTgt>
                                        </p:tgtEl>
                                      </p:cBhvr>
                                    </p:animEffect>
                                    <p:anim calcmode="lin" valueType="num">
                                      <p:cBhvr>
                                        <p:cTn id="37"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38"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0"/>
                            </p:stCondLst>
                            <p:childTnLst>
                              <p:par>
                                <p:cTn id="40" presetID="42" presetClass="entr" presetSubtype="0" fill="hold" nodeType="afterEffect">
                                  <p:stCondLst>
                                    <p:cond delay="0"/>
                                  </p:stCondLst>
                                  <p:childTnLst>
                                    <p:set>
                                      <p:cBhvr>
                                        <p:cTn id="41" dur="1" fill="hold">
                                          <p:stCondLst>
                                            <p:cond delay="0"/>
                                          </p:stCondLst>
                                        </p:cTn>
                                        <p:tgtEl>
                                          <p:spTgt spid="2">
                                            <p:txEl>
                                              <p:pRg st="6" end="6"/>
                                            </p:txEl>
                                          </p:spTgt>
                                        </p:tgtEl>
                                        <p:attrNameLst>
                                          <p:attrName>style.visibility</p:attrName>
                                        </p:attrNameLst>
                                      </p:cBhvr>
                                      <p:to>
                                        <p:strVal val="visible"/>
                                      </p:to>
                                    </p:set>
                                    <p:animEffect transition="in" filter="fade">
                                      <p:cBhvr>
                                        <p:cTn id="42" dur="1000"/>
                                        <p:tgtEl>
                                          <p:spTgt spid="2">
                                            <p:txEl>
                                              <p:pRg st="6" end="6"/>
                                            </p:txEl>
                                          </p:spTgt>
                                        </p:tgtEl>
                                      </p:cBhvr>
                                    </p:animEffect>
                                    <p:anim calcmode="lin" valueType="num">
                                      <p:cBhvr>
                                        <p:cTn id="43" dur="1000" fill="hold"/>
                                        <p:tgtEl>
                                          <p:spTgt spid="2">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2">
                                            <p:txEl>
                                              <p:pRg st="6" end="6"/>
                                            </p:txEl>
                                          </p:spTgt>
                                        </p:tgtEl>
                                        <p:attrNameLst>
                                          <p:attrName>ppt_y</p:attrName>
                                        </p:attrNameLst>
                                      </p:cBhvr>
                                      <p:tavLst>
                                        <p:tav tm="0">
                                          <p:val>
                                            <p:strVal val="#ppt_y+.1"/>
                                          </p:val>
                                        </p:tav>
                                        <p:tav tm="100000">
                                          <p:val>
                                            <p:strVal val="#ppt_y"/>
                                          </p:val>
                                        </p:tav>
                                      </p:tavLst>
                                    </p:anim>
                                  </p:childTnLst>
                                </p:cTn>
                              </p:par>
                            </p:childTnLst>
                          </p:cTn>
                        </p:par>
                        <p:par>
                          <p:cTn id="45" fill="hold">
                            <p:stCondLst>
                              <p:cond delay="6000"/>
                            </p:stCondLst>
                            <p:childTnLst>
                              <p:par>
                                <p:cTn id="46" presetID="42" presetClass="entr" presetSubtype="0" fill="hold" nodeType="afterEffect">
                                  <p:stCondLst>
                                    <p:cond delay="0"/>
                                  </p:stCondLst>
                                  <p:childTnLst>
                                    <p:set>
                                      <p:cBhvr>
                                        <p:cTn id="47" dur="1" fill="hold">
                                          <p:stCondLst>
                                            <p:cond delay="0"/>
                                          </p:stCondLst>
                                        </p:cTn>
                                        <p:tgtEl>
                                          <p:spTgt spid="2">
                                            <p:txEl>
                                              <p:pRg st="7" end="7"/>
                                            </p:txEl>
                                          </p:spTgt>
                                        </p:tgtEl>
                                        <p:attrNameLst>
                                          <p:attrName>style.visibility</p:attrName>
                                        </p:attrNameLst>
                                      </p:cBhvr>
                                      <p:to>
                                        <p:strVal val="visible"/>
                                      </p:to>
                                    </p:set>
                                    <p:animEffect transition="in" filter="fade">
                                      <p:cBhvr>
                                        <p:cTn id="48" dur="1000"/>
                                        <p:tgtEl>
                                          <p:spTgt spid="2">
                                            <p:txEl>
                                              <p:pRg st="7" end="7"/>
                                            </p:txEl>
                                          </p:spTgt>
                                        </p:tgtEl>
                                      </p:cBhvr>
                                    </p:animEffect>
                                    <p:anim calcmode="lin" valueType="num">
                                      <p:cBhvr>
                                        <p:cTn id="49" dur="1000" fill="hold"/>
                                        <p:tgtEl>
                                          <p:spTgt spid="2">
                                            <p:txEl>
                                              <p:pRg st="7" end="7"/>
                                            </p:txEl>
                                          </p:spTgt>
                                        </p:tgtEl>
                                        <p:attrNameLst>
                                          <p:attrName>ppt_x</p:attrName>
                                        </p:attrNameLst>
                                      </p:cBhvr>
                                      <p:tavLst>
                                        <p:tav tm="0">
                                          <p:val>
                                            <p:strVal val="#ppt_x"/>
                                          </p:val>
                                        </p:tav>
                                        <p:tav tm="100000">
                                          <p:val>
                                            <p:strVal val="#ppt_x"/>
                                          </p:val>
                                        </p:tav>
                                      </p:tavLst>
                                    </p:anim>
                                    <p:anim calcmode="lin" valueType="num">
                                      <p:cBhvr>
                                        <p:cTn id="50" dur="1000" fill="hold"/>
                                        <p:tgtEl>
                                          <p:spTgt spid="2">
                                            <p:txEl>
                                              <p:pRg st="7" end="7"/>
                                            </p:txEl>
                                          </p:spTgt>
                                        </p:tgtEl>
                                        <p:attrNameLst>
                                          <p:attrName>ppt_y</p:attrName>
                                        </p:attrNameLst>
                                      </p:cBhvr>
                                      <p:tavLst>
                                        <p:tav tm="0">
                                          <p:val>
                                            <p:strVal val="#ppt_y+.1"/>
                                          </p:val>
                                        </p:tav>
                                        <p:tav tm="100000">
                                          <p:val>
                                            <p:strVal val="#ppt_y"/>
                                          </p:val>
                                        </p:tav>
                                      </p:tavLst>
                                    </p:anim>
                                  </p:childTnLst>
                                </p:cTn>
                              </p:par>
                            </p:childTnLst>
                          </p:cTn>
                        </p:par>
                        <p:par>
                          <p:cTn id="51" fill="hold">
                            <p:stCondLst>
                              <p:cond delay="7000"/>
                            </p:stCondLst>
                            <p:childTnLst>
                              <p:par>
                                <p:cTn id="52" presetID="42" presetClass="entr" presetSubtype="0" fill="hold" nodeType="afterEffect">
                                  <p:stCondLst>
                                    <p:cond delay="0"/>
                                  </p:stCondLst>
                                  <p:childTnLst>
                                    <p:set>
                                      <p:cBhvr>
                                        <p:cTn id="53" dur="1" fill="hold">
                                          <p:stCondLst>
                                            <p:cond delay="0"/>
                                          </p:stCondLst>
                                        </p:cTn>
                                        <p:tgtEl>
                                          <p:spTgt spid="2">
                                            <p:txEl>
                                              <p:pRg st="8" end="8"/>
                                            </p:txEl>
                                          </p:spTgt>
                                        </p:tgtEl>
                                        <p:attrNameLst>
                                          <p:attrName>style.visibility</p:attrName>
                                        </p:attrNameLst>
                                      </p:cBhvr>
                                      <p:to>
                                        <p:strVal val="visible"/>
                                      </p:to>
                                    </p:set>
                                    <p:animEffect transition="in" filter="fade">
                                      <p:cBhvr>
                                        <p:cTn id="54" dur="1000"/>
                                        <p:tgtEl>
                                          <p:spTgt spid="2">
                                            <p:txEl>
                                              <p:pRg st="8" end="8"/>
                                            </p:txEl>
                                          </p:spTgt>
                                        </p:tgtEl>
                                      </p:cBhvr>
                                    </p:animEffect>
                                    <p:anim calcmode="lin" valueType="num">
                                      <p:cBhvr>
                                        <p:cTn id="55" dur="1000" fill="hold"/>
                                        <p:tgtEl>
                                          <p:spTgt spid="2">
                                            <p:txEl>
                                              <p:pRg st="8" end="8"/>
                                            </p:txEl>
                                          </p:spTgt>
                                        </p:tgtEl>
                                        <p:attrNameLst>
                                          <p:attrName>ppt_x</p:attrName>
                                        </p:attrNameLst>
                                      </p:cBhvr>
                                      <p:tavLst>
                                        <p:tav tm="0">
                                          <p:val>
                                            <p:strVal val="#ppt_x"/>
                                          </p:val>
                                        </p:tav>
                                        <p:tav tm="100000">
                                          <p:val>
                                            <p:strVal val="#ppt_x"/>
                                          </p:val>
                                        </p:tav>
                                      </p:tavLst>
                                    </p:anim>
                                    <p:anim calcmode="lin" valueType="num">
                                      <p:cBhvr>
                                        <p:cTn id="56" dur="1000" fill="hold"/>
                                        <p:tgtEl>
                                          <p:spTgt spid="2">
                                            <p:txEl>
                                              <p:pRg st="8" end="8"/>
                                            </p:txEl>
                                          </p:spTgt>
                                        </p:tgtEl>
                                        <p:attrNameLst>
                                          <p:attrName>ppt_y</p:attrName>
                                        </p:attrNameLst>
                                      </p:cBhvr>
                                      <p:tavLst>
                                        <p:tav tm="0">
                                          <p:val>
                                            <p:strVal val="#ppt_y+.1"/>
                                          </p:val>
                                        </p:tav>
                                        <p:tav tm="100000">
                                          <p:val>
                                            <p:strVal val="#ppt_y"/>
                                          </p:val>
                                        </p:tav>
                                      </p:tavLst>
                                    </p:anim>
                                  </p:childTnLst>
                                </p:cTn>
                              </p:par>
                            </p:childTnLst>
                          </p:cTn>
                        </p:par>
                        <p:par>
                          <p:cTn id="57" fill="hold">
                            <p:stCondLst>
                              <p:cond delay="8000"/>
                            </p:stCondLst>
                            <p:childTnLst>
                              <p:par>
                                <p:cTn id="58" presetID="42" presetClass="entr" presetSubtype="0" fill="hold" nodeType="afterEffect">
                                  <p:stCondLst>
                                    <p:cond delay="0"/>
                                  </p:stCondLst>
                                  <p:childTnLst>
                                    <p:set>
                                      <p:cBhvr>
                                        <p:cTn id="59" dur="1" fill="hold">
                                          <p:stCondLst>
                                            <p:cond delay="0"/>
                                          </p:stCondLst>
                                        </p:cTn>
                                        <p:tgtEl>
                                          <p:spTgt spid="2">
                                            <p:txEl>
                                              <p:pRg st="9" end="9"/>
                                            </p:txEl>
                                          </p:spTgt>
                                        </p:tgtEl>
                                        <p:attrNameLst>
                                          <p:attrName>style.visibility</p:attrName>
                                        </p:attrNameLst>
                                      </p:cBhvr>
                                      <p:to>
                                        <p:strVal val="visible"/>
                                      </p:to>
                                    </p:set>
                                    <p:animEffect transition="in" filter="fade">
                                      <p:cBhvr>
                                        <p:cTn id="60" dur="1000"/>
                                        <p:tgtEl>
                                          <p:spTgt spid="2">
                                            <p:txEl>
                                              <p:pRg st="9" end="9"/>
                                            </p:txEl>
                                          </p:spTgt>
                                        </p:tgtEl>
                                      </p:cBhvr>
                                    </p:animEffect>
                                    <p:anim calcmode="lin" valueType="num">
                                      <p:cBhvr>
                                        <p:cTn id="61" dur="1000" fill="hold"/>
                                        <p:tgtEl>
                                          <p:spTgt spid="2">
                                            <p:txEl>
                                              <p:pRg st="9" end="9"/>
                                            </p:txEl>
                                          </p:spTgt>
                                        </p:tgtEl>
                                        <p:attrNameLst>
                                          <p:attrName>ppt_x</p:attrName>
                                        </p:attrNameLst>
                                      </p:cBhvr>
                                      <p:tavLst>
                                        <p:tav tm="0">
                                          <p:val>
                                            <p:strVal val="#ppt_x"/>
                                          </p:val>
                                        </p:tav>
                                        <p:tav tm="100000">
                                          <p:val>
                                            <p:strVal val="#ppt_x"/>
                                          </p:val>
                                        </p:tav>
                                      </p:tavLst>
                                    </p:anim>
                                    <p:anim calcmode="lin" valueType="num">
                                      <p:cBhvr>
                                        <p:cTn id="62" dur="1000" fill="hold"/>
                                        <p:tgtEl>
                                          <p:spTgt spid="2">
                                            <p:txEl>
                                              <p:pRg st="9" end="9"/>
                                            </p:txEl>
                                          </p:spTgt>
                                        </p:tgtEl>
                                        <p:attrNameLst>
                                          <p:attrName>ppt_y</p:attrName>
                                        </p:attrNameLst>
                                      </p:cBhvr>
                                      <p:tavLst>
                                        <p:tav tm="0">
                                          <p:val>
                                            <p:strVal val="#ppt_y+.1"/>
                                          </p:val>
                                        </p:tav>
                                        <p:tav tm="100000">
                                          <p:val>
                                            <p:strVal val="#ppt_y"/>
                                          </p:val>
                                        </p:tav>
                                      </p:tavLst>
                                    </p:anim>
                                  </p:childTnLst>
                                </p:cTn>
                              </p:par>
                            </p:childTnLst>
                          </p:cTn>
                        </p:par>
                        <p:par>
                          <p:cTn id="63" fill="hold">
                            <p:stCondLst>
                              <p:cond delay="9000"/>
                            </p:stCondLst>
                            <p:childTnLst>
                              <p:par>
                                <p:cTn id="64" presetID="42" presetClass="entr" presetSubtype="0" fill="hold" nodeType="afterEffect">
                                  <p:stCondLst>
                                    <p:cond delay="0"/>
                                  </p:stCondLst>
                                  <p:childTnLst>
                                    <p:set>
                                      <p:cBhvr>
                                        <p:cTn id="65" dur="1" fill="hold">
                                          <p:stCondLst>
                                            <p:cond delay="0"/>
                                          </p:stCondLst>
                                        </p:cTn>
                                        <p:tgtEl>
                                          <p:spTgt spid="2">
                                            <p:txEl>
                                              <p:pRg st="10" end="10"/>
                                            </p:txEl>
                                          </p:spTgt>
                                        </p:tgtEl>
                                        <p:attrNameLst>
                                          <p:attrName>style.visibility</p:attrName>
                                        </p:attrNameLst>
                                      </p:cBhvr>
                                      <p:to>
                                        <p:strVal val="visible"/>
                                      </p:to>
                                    </p:set>
                                    <p:animEffect transition="in" filter="fade">
                                      <p:cBhvr>
                                        <p:cTn id="66" dur="1000"/>
                                        <p:tgtEl>
                                          <p:spTgt spid="2">
                                            <p:txEl>
                                              <p:pRg st="10" end="10"/>
                                            </p:txEl>
                                          </p:spTgt>
                                        </p:tgtEl>
                                      </p:cBhvr>
                                    </p:animEffect>
                                    <p:anim calcmode="lin" valueType="num">
                                      <p:cBhvr>
                                        <p:cTn id="67" dur="1000" fill="hold"/>
                                        <p:tgtEl>
                                          <p:spTgt spid="2">
                                            <p:txEl>
                                              <p:pRg st="10" end="10"/>
                                            </p:txEl>
                                          </p:spTgt>
                                        </p:tgtEl>
                                        <p:attrNameLst>
                                          <p:attrName>ppt_x</p:attrName>
                                        </p:attrNameLst>
                                      </p:cBhvr>
                                      <p:tavLst>
                                        <p:tav tm="0">
                                          <p:val>
                                            <p:strVal val="#ppt_x"/>
                                          </p:val>
                                        </p:tav>
                                        <p:tav tm="100000">
                                          <p:val>
                                            <p:strVal val="#ppt_x"/>
                                          </p:val>
                                        </p:tav>
                                      </p:tavLst>
                                    </p:anim>
                                    <p:anim calcmode="lin" valueType="num">
                                      <p:cBhvr>
                                        <p:cTn id="68" dur="1000" fill="hold"/>
                                        <p:tgtEl>
                                          <p:spTgt spid="2">
                                            <p:txEl>
                                              <p:pRg st="10" end="10"/>
                                            </p:txEl>
                                          </p:spTgt>
                                        </p:tgtEl>
                                        <p:attrNameLst>
                                          <p:attrName>ppt_y</p:attrName>
                                        </p:attrNameLst>
                                      </p:cBhvr>
                                      <p:tavLst>
                                        <p:tav tm="0">
                                          <p:val>
                                            <p:strVal val="#ppt_y+.1"/>
                                          </p:val>
                                        </p:tav>
                                        <p:tav tm="100000">
                                          <p:val>
                                            <p:strVal val="#ppt_y"/>
                                          </p:val>
                                        </p:tav>
                                      </p:tavLst>
                                    </p:anim>
                                  </p:childTnLst>
                                </p:cTn>
                              </p:par>
                            </p:childTnLst>
                          </p:cTn>
                        </p:par>
                        <p:par>
                          <p:cTn id="69" fill="hold">
                            <p:stCondLst>
                              <p:cond delay="10000"/>
                            </p:stCondLst>
                            <p:childTnLst>
                              <p:par>
                                <p:cTn id="70" presetID="42" presetClass="entr" presetSubtype="0" fill="hold" nodeType="afterEffect">
                                  <p:stCondLst>
                                    <p:cond delay="0"/>
                                  </p:stCondLst>
                                  <p:childTnLst>
                                    <p:set>
                                      <p:cBhvr>
                                        <p:cTn id="71" dur="1" fill="hold">
                                          <p:stCondLst>
                                            <p:cond delay="0"/>
                                          </p:stCondLst>
                                        </p:cTn>
                                        <p:tgtEl>
                                          <p:spTgt spid="2">
                                            <p:txEl>
                                              <p:pRg st="11" end="11"/>
                                            </p:txEl>
                                          </p:spTgt>
                                        </p:tgtEl>
                                        <p:attrNameLst>
                                          <p:attrName>style.visibility</p:attrName>
                                        </p:attrNameLst>
                                      </p:cBhvr>
                                      <p:to>
                                        <p:strVal val="visible"/>
                                      </p:to>
                                    </p:set>
                                    <p:animEffect transition="in" filter="fade">
                                      <p:cBhvr>
                                        <p:cTn id="72" dur="1000"/>
                                        <p:tgtEl>
                                          <p:spTgt spid="2">
                                            <p:txEl>
                                              <p:pRg st="11" end="11"/>
                                            </p:txEl>
                                          </p:spTgt>
                                        </p:tgtEl>
                                      </p:cBhvr>
                                    </p:animEffect>
                                    <p:anim calcmode="lin" valueType="num">
                                      <p:cBhvr>
                                        <p:cTn id="73" dur="1000" fill="hold"/>
                                        <p:tgtEl>
                                          <p:spTgt spid="2">
                                            <p:txEl>
                                              <p:pRg st="11" end="11"/>
                                            </p:txEl>
                                          </p:spTgt>
                                        </p:tgtEl>
                                        <p:attrNameLst>
                                          <p:attrName>ppt_x</p:attrName>
                                        </p:attrNameLst>
                                      </p:cBhvr>
                                      <p:tavLst>
                                        <p:tav tm="0">
                                          <p:val>
                                            <p:strVal val="#ppt_x"/>
                                          </p:val>
                                        </p:tav>
                                        <p:tav tm="100000">
                                          <p:val>
                                            <p:strVal val="#ppt_x"/>
                                          </p:val>
                                        </p:tav>
                                      </p:tavLst>
                                    </p:anim>
                                    <p:anim calcmode="lin" valueType="num">
                                      <p:cBhvr>
                                        <p:cTn id="74" dur="1000" fill="hold"/>
                                        <p:tgtEl>
                                          <p:spTgt spid="2">
                                            <p:txEl>
                                              <p:pRg st="11" end="11"/>
                                            </p:txEl>
                                          </p:spTgt>
                                        </p:tgtEl>
                                        <p:attrNameLst>
                                          <p:attrName>ppt_y</p:attrName>
                                        </p:attrNameLst>
                                      </p:cBhvr>
                                      <p:tavLst>
                                        <p:tav tm="0">
                                          <p:val>
                                            <p:strVal val="#ppt_y+.1"/>
                                          </p:val>
                                        </p:tav>
                                        <p:tav tm="100000">
                                          <p:val>
                                            <p:strVal val="#ppt_y"/>
                                          </p:val>
                                        </p:tav>
                                      </p:tavLst>
                                    </p:anim>
                                  </p:childTnLst>
                                </p:cTn>
                              </p:par>
                            </p:childTnLst>
                          </p:cTn>
                        </p:par>
                        <p:par>
                          <p:cTn id="75" fill="hold">
                            <p:stCondLst>
                              <p:cond delay="11000"/>
                            </p:stCondLst>
                            <p:childTnLst>
                              <p:par>
                                <p:cTn id="76" presetID="42" presetClass="entr" presetSubtype="0" fill="hold" nodeType="afterEffect">
                                  <p:stCondLst>
                                    <p:cond delay="0"/>
                                  </p:stCondLst>
                                  <p:childTnLst>
                                    <p:set>
                                      <p:cBhvr>
                                        <p:cTn id="77" dur="1" fill="hold">
                                          <p:stCondLst>
                                            <p:cond delay="0"/>
                                          </p:stCondLst>
                                        </p:cTn>
                                        <p:tgtEl>
                                          <p:spTgt spid="2">
                                            <p:txEl>
                                              <p:pRg st="12" end="12"/>
                                            </p:txEl>
                                          </p:spTgt>
                                        </p:tgtEl>
                                        <p:attrNameLst>
                                          <p:attrName>style.visibility</p:attrName>
                                        </p:attrNameLst>
                                      </p:cBhvr>
                                      <p:to>
                                        <p:strVal val="visible"/>
                                      </p:to>
                                    </p:set>
                                    <p:animEffect transition="in" filter="fade">
                                      <p:cBhvr>
                                        <p:cTn id="78" dur="1000"/>
                                        <p:tgtEl>
                                          <p:spTgt spid="2">
                                            <p:txEl>
                                              <p:pRg st="12" end="12"/>
                                            </p:txEl>
                                          </p:spTgt>
                                        </p:tgtEl>
                                      </p:cBhvr>
                                    </p:animEffect>
                                    <p:anim calcmode="lin" valueType="num">
                                      <p:cBhvr>
                                        <p:cTn id="79" dur="1000" fill="hold"/>
                                        <p:tgtEl>
                                          <p:spTgt spid="2">
                                            <p:txEl>
                                              <p:pRg st="12" end="12"/>
                                            </p:txEl>
                                          </p:spTgt>
                                        </p:tgtEl>
                                        <p:attrNameLst>
                                          <p:attrName>ppt_x</p:attrName>
                                        </p:attrNameLst>
                                      </p:cBhvr>
                                      <p:tavLst>
                                        <p:tav tm="0">
                                          <p:val>
                                            <p:strVal val="#ppt_x"/>
                                          </p:val>
                                        </p:tav>
                                        <p:tav tm="100000">
                                          <p:val>
                                            <p:strVal val="#ppt_x"/>
                                          </p:val>
                                        </p:tav>
                                      </p:tavLst>
                                    </p:anim>
                                    <p:anim calcmode="lin" valueType="num">
                                      <p:cBhvr>
                                        <p:cTn id="80" dur="1000" fill="hold"/>
                                        <p:tgtEl>
                                          <p:spTgt spid="2">
                                            <p:txEl>
                                              <p:pRg st="12" end="12"/>
                                            </p:txEl>
                                          </p:spTgt>
                                        </p:tgtEl>
                                        <p:attrNameLst>
                                          <p:attrName>ppt_y</p:attrName>
                                        </p:attrNameLst>
                                      </p:cBhvr>
                                      <p:tavLst>
                                        <p:tav tm="0">
                                          <p:val>
                                            <p:strVal val="#ppt_y+.1"/>
                                          </p:val>
                                        </p:tav>
                                        <p:tav tm="100000">
                                          <p:val>
                                            <p:strVal val="#ppt_y"/>
                                          </p:val>
                                        </p:tav>
                                      </p:tavLst>
                                    </p:anim>
                                  </p:childTnLst>
                                </p:cTn>
                              </p:par>
                            </p:childTnLst>
                          </p:cTn>
                        </p:par>
                        <p:par>
                          <p:cTn id="81" fill="hold">
                            <p:stCondLst>
                              <p:cond delay="12000"/>
                            </p:stCondLst>
                            <p:childTnLst>
                              <p:par>
                                <p:cTn id="82" presetID="42" presetClass="entr" presetSubtype="0" fill="hold" nodeType="afterEffect">
                                  <p:stCondLst>
                                    <p:cond delay="0"/>
                                  </p:stCondLst>
                                  <p:childTnLst>
                                    <p:set>
                                      <p:cBhvr>
                                        <p:cTn id="83" dur="1" fill="hold">
                                          <p:stCondLst>
                                            <p:cond delay="0"/>
                                          </p:stCondLst>
                                        </p:cTn>
                                        <p:tgtEl>
                                          <p:spTgt spid="2">
                                            <p:txEl>
                                              <p:pRg st="13" end="13"/>
                                            </p:txEl>
                                          </p:spTgt>
                                        </p:tgtEl>
                                        <p:attrNameLst>
                                          <p:attrName>style.visibility</p:attrName>
                                        </p:attrNameLst>
                                      </p:cBhvr>
                                      <p:to>
                                        <p:strVal val="visible"/>
                                      </p:to>
                                    </p:set>
                                    <p:animEffect transition="in" filter="fade">
                                      <p:cBhvr>
                                        <p:cTn id="84" dur="1000"/>
                                        <p:tgtEl>
                                          <p:spTgt spid="2">
                                            <p:txEl>
                                              <p:pRg st="13" end="13"/>
                                            </p:txEl>
                                          </p:spTgt>
                                        </p:tgtEl>
                                      </p:cBhvr>
                                    </p:animEffect>
                                    <p:anim calcmode="lin" valueType="num">
                                      <p:cBhvr>
                                        <p:cTn id="85" dur="1000" fill="hold"/>
                                        <p:tgtEl>
                                          <p:spTgt spid="2">
                                            <p:txEl>
                                              <p:pRg st="13" end="13"/>
                                            </p:txEl>
                                          </p:spTgt>
                                        </p:tgtEl>
                                        <p:attrNameLst>
                                          <p:attrName>ppt_x</p:attrName>
                                        </p:attrNameLst>
                                      </p:cBhvr>
                                      <p:tavLst>
                                        <p:tav tm="0">
                                          <p:val>
                                            <p:strVal val="#ppt_x"/>
                                          </p:val>
                                        </p:tav>
                                        <p:tav tm="100000">
                                          <p:val>
                                            <p:strVal val="#ppt_x"/>
                                          </p:val>
                                        </p:tav>
                                      </p:tavLst>
                                    </p:anim>
                                    <p:anim calcmode="lin" valueType="num">
                                      <p:cBhvr>
                                        <p:cTn id="86" dur="1000" fill="hold"/>
                                        <p:tgtEl>
                                          <p:spTgt spid="2">
                                            <p:txEl>
                                              <p:pRg st="13" end="13"/>
                                            </p:txEl>
                                          </p:spTgt>
                                        </p:tgtEl>
                                        <p:attrNameLst>
                                          <p:attrName>ppt_y</p:attrName>
                                        </p:attrNameLst>
                                      </p:cBhvr>
                                      <p:tavLst>
                                        <p:tav tm="0">
                                          <p:val>
                                            <p:strVal val="#ppt_y+.1"/>
                                          </p:val>
                                        </p:tav>
                                        <p:tav tm="100000">
                                          <p:val>
                                            <p:strVal val="#ppt_y"/>
                                          </p:val>
                                        </p:tav>
                                      </p:tavLst>
                                    </p:anim>
                                  </p:childTnLst>
                                </p:cTn>
                              </p:par>
                            </p:childTnLst>
                          </p:cTn>
                        </p:par>
                        <p:par>
                          <p:cTn id="87" fill="hold">
                            <p:stCondLst>
                              <p:cond delay="13000"/>
                            </p:stCondLst>
                            <p:childTnLst>
                              <p:par>
                                <p:cTn id="88" presetID="42" presetClass="entr" presetSubtype="0" fill="hold" nodeType="afterEffect">
                                  <p:stCondLst>
                                    <p:cond delay="0"/>
                                  </p:stCondLst>
                                  <p:childTnLst>
                                    <p:set>
                                      <p:cBhvr>
                                        <p:cTn id="89" dur="1" fill="hold">
                                          <p:stCondLst>
                                            <p:cond delay="0"/>
                                          </p:stCondLst>
                                        </p:cTn>
                                        <p:tgtEl>
                                          <p:spTgt spid="2">
                                            <p:txEl>
                                              <p:pRg st="14" end="14"/>
                                            </p:txEl>
                                          </p:spTgt>
                                        </p:tgtEl>
                                        <p:attrNameLst>
                                          <p:attrName>style.visibility</p:attrName>
                                        </p:attrNameLst>
                                      </p:cBhvr>
                                      <p:to>
                                        <p:strVal val="visible"/>
                                      </p:to>
                                    </p:set>
                                    <p:animEffect transition="in" filter="fade">
                                      <p:cBhvr>
                                        <p:cTn id="90" dur="1000"/>
                                        <p:tgtEl>
                                          <p:spTgt spid="2">
                                            <p:txEl>
                                              <p:pRg st="14" end="14"/>
                                            </p:txEl>
                                          </p:spTgt>
                                        </p:tgtEl>
                                      </p:cBhvr>
                                    </p:animEffect>
                                    <p:anim calcmode="lin" valueType="num">
                                      <p:cBhvr>
                                        <p:cTn id="91" dur="1000" fill="hold"/>
                                        <p:tgtEl>
                                          <p:spTgt spid="2">
                                            <p:txEl>
                                              <p:pRg st="14" end="14"/>
                                            </p:txEl>
                                          </p:spTgt>
                                        </p:tgtEl>
                                        <p:attrNameLst>
                                          <p:attrName>ppt_x</p:attrName>
                                        </p:attrNameLst>
                                      </p:cBhvr>
                                      <p:tavLst>
                                        <p:tav tm="0">
                                          <p:val>
                                            <p:strVal val="#ppt_x"/>
                                          </p:val>
                                        </p:tav>
                                        <p:tav tm="100000">
                                          <p:val>
                                            <p:strVal val="#ppt_x"/>
                                          </p:val>
                                        </p:tav>
                                      </p:tavLst>
                                    </p:anim>
                                    <p:anim calcmode="lin" valueType="num">
                                      <p:cBhvr>
                                        <p:cTn id="92" dur="1000" fill="hold"/>
                                        <p:tgtEl>
                                          <p:spTgt spid="2">
                                            <p:txEl>
                                              <p:pRg st="14" end="1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rPr>
              <a:t>دو وظیفه اصلی لایه شبکه</a:t>
            </a:r>
          </a:p>
          <a:p>
            <a:pPr marL="457200" lvl="1" indent="0">
              <a:lnSpc>
                <a:spcPct val="100000"/>
              </a:lnSpc>
              <a:spcBef>
                <a:spcPts val="0"/>
              </a:spcBef>
              <a:buNone/>
            </a:pPr>
            <a:endParaRPr lang="fa-IR" sz="3600" b="1" dirty="0">
              <a:solidFill>
                <a:srgbClr val="0000FF"/>
              </a:solidFill>
            </a:endParaRPr>
          </a:p>
        </p:txBody>
      </p:sp>
      <p:sp>
        <p:nvSpPr>
          <p:cNvPr id="510" name="Content Placeholder 2">
            <a:extLst>
              <a:ext uri="{FF2B5EF4-FFF2-40B4-BE49-F238E27FC236}">
                <a16:creationId xmlns:a16="http://schemas.microsoft.com/office/drawing/2014/main" id="{3EC42B0B-AD5F-1EC4-B946-5E55182B7A34}"/>
              </a:ext>
            </a:extLst>
          </p:cNvPr>
          <p:cNvSpPr txBox="1">
            <a:spLocks/>
          </p:cNvSpPr>
          <p:nvPr/>
        </p:nvSpPr>
        <p:spPr>
          <a:xfrm>
            <a:off x="542055" y="1398518"/>
            <a:ext cx="11107890" cy="271253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2000" b="1" dirty="0">
                <a:solidFill>
                  <a:srgbClr val="FF0000"/>
                </a:solidFill>
                <a:latin typeface="IRANSans(FaNum)" panose="02040503050201020203" pitchFamily="18" charset="-78"/>
              </a:rPr>
              <a:t>صفحه داده: جلورانی (</a:t>
            </a:r>
            <a:r>
              <a:rPr lang="en-US" sz="2000" b="1" dirty="0">
                <a:solidFill>
                  <a:srgbClr val="FF0000"/>
                </a:solidFill>
                <a:latin typeface="IRANSans(FaNum)" panose="02040503050201020203" pitchFamily="18" charset="-78"/>
              </a:rPr>
              <a:t>forwarding</a:t>
            </a:r>
            <a:r>
              <a:rPr lang="fa-IR" sz="2000" b="1" dirty="0">
                <a:solidFill>
                  <a:srgbClr val="FF0000"/>
                </a:solidFill>
                <a:latin typeface="IRANSans(FaNum)" panose="02040503050201020203" pitchFamily="18" charset="-78"/>
              </a:rPr>
              <a:t>) بسته‌ها</a:t>
            </a:r>
          </a:p>
          <a:p>
            <a:pPr marL="432000" lvl="1" indent="-144000">
              <a:lnSpc>
                <a:spcPct val="130000"/>
              </a:lnSpc>
              <a:spcBef>
                <a:spcPts val="0"/>
              </a:spcBef>
              <a:spcAft>
                <a:spcPts val="600"/>
              </a:spcAft>
            </a:pPr>
            <a:r>
              <a:rPr lang="fa-IR" sz="1600" b="1" dirty="0">
                <a:solidFill>
                  <a:srgbClr val="0000FF"/>
                </a:solidFill>
                <a:latin typeface="IRANSans(FaNum)" panose="02040503050201020203" pitchFamily="18" charset="-78"/>
              </a:rPr>
              <a:t>هدایت بسته بر روی مسیر تعیین‌شده در جدول جلورانی</a:t>
            </a:r>
          </a:p>
          <a:p>
            <a:pPr marL="720000" lvl="2" indent="-144000">
              <a:lnSpc>
                <a:spcPct val="130000"/>
              </a:lnSpc>
              <a:spcBef>
                <a:spcPts val="0"/>
              </a:spcBef>
              <a:spcAft>
                <a:spcPts val="600"/>
              </a:spcAft>
            </a:pPr>
            <a:r>
              <a:rPr lang="fa-IR" sz="1600" b="1" dirty="0">
                <a:solidFill>
                  <a:srgbClr val="0000FF"/>
                </a:solidFill>
                <a:latin typeface="IRANSans(FaNum)" panose="02040503050201020203" pitchFamily="18" charset="-78"/>
              </a:rPr>
              <a:t>انتقال بسته از لینک ورودی مسیریاب به لینک خروجی مناسب مسیریاب</a:t>
            </a:r>
          </a:p>
          <a:p>
            <a:pPr marL="0" indent="0">
              <a:lnSpc>
                <a:spcPct val="130000"/>
              </a:lnSpc>
              <a:spcBef>
                <a:spcPts val="1200"/>
              </a:spcBef>
              <a:spcAft>
                <a:spcPts val="600"/>
              </a:spcAft>
              <a:buNone/>
            </a:pPr>
            <a:r>
              <a:rPr lang="fa-IR" sz="2000" b="1" dirty="0">
                <a:solidFill>
                  <a:srgbClr val="FF0000"/>
                </a:solidFill>
                <a:latin typeface="IRANSans(FaNum)" panose="02040503050201020203" pitchFamily="18" charset="-78"/>
              </a:rPr>
              <a:t>صفحه کنترل: مسیریابی (</a:t>
            </a:r>
            <a:r>
              <a:rPr lang="en-US" sz="2000" b="1" dirty="0">
                <a:solidFill>
                  <a:srgbClr val="FF0000"/>
                </a:solidFill>
                <a:latin typeface="IRANSans(FaNum)" panose="02040503050201020203" pitchFamily="18" charset="-78"/>
              </a:rPr>
              <a:t>routing</a:t>
            </a:r>
            <a:r>
              <a:rPr lang="fa-IR" sz="2000" b="1" dirty="0">
                <a:solidFill>
                  <a:srgbClr val="FF0000"/>
                </a:solidFill>
                <a:latin typeface="IRANSans(FaNum)" panose="02040503050201020203" pitchFamily="18" charset="-78"/>
              </a:rPr>
              <a:t>) و مدیریت</a:t>
            </a:r>
          </a:p>
          <a:p>
            <a:pPr marL="432000" lvl="1" indent="-144000">
              <a:lnSpc>
                <a:spcPct val="130000"/>
              </a:lnSpc>
              <a:spcBef>
                <a:spcPts val="0"/>
              </a:spcBef>
              <a:spcAft>
                <a:spcPts val="600"/>
              </a:spcAft>
            </a:pPr>
            <a:r>
              <a:rPr lang="fa-IR" sz="1600" b="1" dirty="0">
                <a:solidFill>
                  <a:srgbClr val="0000FF"/>
                </a:solidFill>
                <a:latin typeface="IRANSans(FaNum)" panose="02040503050201020203" pitchFamily="18" charset="-78"/>
              </a:rPr>
              <a:t>تعیین مسیری که بسته‌ها باید از گره مبدأ به گره مقصد طی کنند.</a:t>
            </a:r>
          </a:p>
        </p:txBody>
      </p:sp>
      <p:sp>
        <p:nvSpPr>
          <p:cNvPr id="8" name="Content Placeholder 2">
            <a:extLst>
              <a:ext uri="{FF2B5EF4-FFF2-40B4-BE49-F238E27FC236}">
                <a16:creationId xmlns:a16="http://schemas.microsoft.com/office/drawing/2014/main" id="{475573A0-3E65-B70A-60C1-B1520B38F99D}"/>
              </a:ext>
            </a:extLst>
          </p:cNvPr>
          <p:cNvSpPr txBox="1">
            <a:spLocks/>
          </p:cNvSpPr>
          <p:nvPr/>
        </p:nvSpPr>
        <p:spPr>
          <a:xfrm>
            <a:off x="542055" y="4242276"/>
            <a:ext cx="11107890" cy="1474481"/>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2000" b="1" dirty="0">
                <a:solidFill>
                  <a:srgbClr val="FF0000"/>
                </a:solidFill>
                <a:latin typeface="IRANSans(FaNum)" panose="02040503050201020203" pitchFamily="18" charset="-78"/>
              </a:rPr>
              <a:t>دو رویکرد برای ایجاد صفحه کنترل شبکه:</a:t>
            </a:r>
          </a:p>
          <a:p>
            <a:pPr marL="432000" lvl="1" indent="-144000">
              <a:lnSpc>
                <a:spcPct val="130000"/>
              </a:lnSpc>
              <a:spcBef>
                <a:spcPts val="0"/>
              </a:spcBef>
              <a:spcAft>
                <a:spcPts val="1200"/>
              </a:spcAft>
            </a:pPr>
            <a:r>
              <a:rPr lang="fa-IR" sz="1600" b="1" dirty="0">
                <a:solidFill>
                  <a:srgbClr val="0000FF"/>
                </a:solidFill>
                <a:latin typeface="IRANSans(FaNum)" panose="02040503050201020203" pitchFamily="18" charset="-78"/>
              </a:rPr>
              <a:t>کنترل توریع‌شده به ازای هر مسیریاب (روش متداول و سنتی)</a:t>
            </a:r>
          </a:p>
          <a:p>
            <a:pPr marL="432000" lvl="1" indent="-144000">
              <a:lnSpc>
                <a:spcPct val="130000"/>
              </a:lnSpc>
              <a:spcBef>
                <a:spcPts val="0"/>
              </a:spcBef>
              <a:spcAft>
                <a:spcPts val="1200"/>
              </a:spcAft>
            </a:pPr>
            <a:r>
              <a:rPr lang="fa-IR" sz="1600" b="1" dirty="0">
                <a:solidFill>
                  <a:srgbClr val="0000FF"/>
                </a:solidFill>
                <a:latin typeface="IRANSans(FaNum)" panose="02040503050201020203" pitchFamily="18" charset="-78"/>
              </a:rPr>
              <a:t>کنترل متمرکز منطقی (شبکه‌سازی نرم‌افزار محور)</a:t>
            </a:r>
          </a:p>
        </p:txBody>
      </p:sp>
    </p:spTree>
    <p:extLst>
      <p:ext uri="{BB962C8B-B14F-4D97-AF65-F5344CB8AC3E}">
        <p14:creationId xmlns:p14="http://schemas.microsoft.com/office/powerpoint/2010/main" val="1877026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10">
                                            <p:txEl>
                                              <p:pRg st="0" end="0"/>
                                            </p:txEl>
                                          </p:spTgt>
                                        </p:tgtEl>
                                        <p:attrNameLst>
                                          <p:attrName>style.visibility</p:attrName>
                                        </p:attrNameLst>
                                      </p:cBhvr>
                                      <p:to>
                                        <p:strVal val="visible"/>
                                      </p:to>
                                    </p:set>
                                    <p:animEffect transition="in" filter="fade">
                                      <p:cBhvr>
                                        <p:cTn id="13" dur="1000"/>
                                        <p:tgtEl>
                                          <p:spTgt spid="510">
                                            <p:txEl>
                                              <p:pRg st="0" end="0"/>
                                            </p:txEl>
                                          </p:spTgt>
                                        </p:tgtEl>
                                      </p:cBhvr>
                                    </p:animEffect>
                                    <p:anim calcmode="lin" valueType="num">
                                      <p:cBhvr>
                                        <p:cTn id="14" dur="1000" fill="hold"/>
                                        <p:tgtEl>
                                          <p:spTgt spid="510">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10">
                                            <p:txEl>
                                              <p:pRg st="0" end="0"/>
                                            </p:txEl>
                                          </p:spTgt>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0"/>
                                  </p:stCondLst>
                                  <p:childTnLst>
                                    <p:set>
                                      <p:cBhvr>
                                        <p:cTn id="17" dur="1" fill="hold">
                                          <p:stCondLst>
                                            <p:cond delay="0"/>
                                          </p:stCondLst>
                                        </p:cTn>
                                        <p:tgtEl>
                                          <p:spTgt spid="510">
                                            <p:txEl>
                                              <p:pRg st="1" end="1"/>
                                            </p:txEl>
                                          </p:spTgt>
                                        </p:tgtEl>
                                        <p:attrNameLst>
                                          <p:attrName>style.visibility</p:attrName>
                                        </p:attrNameLst>
                                      </p:cBhvr>
                                      <p:to>
                                        <p:strVal val="visible"/>
                                      </p:to>
                                    </p:set>
                                    <p:animEffect transition="in" filter="fade">
                                      <p:cBhvr>
                                        <p:cTn id="18" dur="1000"/>
                                        <p:tgtEl>
                                          <p:spTgt spid="510">
                                            <p:txEl>
                                              <p:pRg st="1" end="1"/>
                                            </p:txEl>
                                          </p:spTgt>
                                        </p:tgtEl>
                                      </p:cBhvr>
                                    </p:animEffect>
                                    <p:anim calcmode="lin" valueType="num">
                                      <p:cBhvr>
                                        <p:cTn id="19" dur="1000" fill="hold"/>
                                        <p:tgtEl>
                                          <p:spTgt spid="510">
                                            <p:txEl>
                                              <p:pRg st="1" end="1"/>
                                            </p:txEl>
                                          </p:spTgt>
                                        </p:tgtEl>
                                        <p:attrNameLst>
                                          <p:attrName>ppt_x</p:attrName>
                                        </p:attrNameLst>
                                      </p:cBhvr>
                                      <p:tavLst>
                                        <p:tav tm="0">
                                          <p:val>
                                            <p:strVal val="#ppt_x"/>
                                          </p:val>
                                        </p:tav>
                                        <p:tav tm="100000">
                                          <p:val>
                                            <p:strVal val="#ppt_x"/>
                                          </p:val>
                                        </p:tav>
                                      </p:tavLst>
                                    </p:anim>
                                    <p:anim calcmode="lin" valueType="num">
                                      <p:cBhvr>
                                        <p:cTn id="20" dur="1000" fill="hold"/>
                                        <p:tgtEl>
                                          <p:spTgt spid="510">
                                            <p:txEl>
                                              <p:pRg st="1" end="1"/>
                                            </p:txEl>
                                          </p:spTgt>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0"/>
                                  </p:stCondLst>
                                  <p:childTnLst>
                                    <p:set>
                                      <p:cBhvr>
                                        <p:cTn id="22" dur="1" fill="hold">
                                          <p:stCondLst>
                                            <p:cond delay="0"/>
                                          </p:stCondLst>
                                        </p:cTn>
                                        <p:tgtEl>
                                          <p:spTgt spid="510">
                                            <p:txEl>
                                              <p:pRg st="2" end="2"/>
                                            </p:txEl>
                                          </p:spTgt>
                                        </p:tgtEl>
                                        <p:attrNameLst>
                                          <p:attrName>style.visibility</p:attrName>
                                        </p:attrNameLst>
                                      </p:cBhvr>
                                      <p:to>
                                        <p:strVal val="visible"/>
                                      </p:to>
                                    </p:set>
                                    <p:animEffect transition="in" filter="fade">
                                      <p:cBhvr>
                                        <p:cTn id="23" dur="1000"/>
                                        <p:tgtEl>
                                          <p:spTgt spid="510">
                                            <p:txEl>
                                              <p:pRg st="2" end="2"/>
                                            </p:txEl>
                                          </p:spTgt>
                                        </p:tgtEl>
                                      </p:cBhvr>
                                    </p:animEffect>
                                    <p:anim calcmode="lin" valueType="num">
                                      <p:cBhvr>
                                        <p:cTn id="24" dur="1000" fill="hold"/>
                                        <p:tgtEl>
                                          <p:spTgt spid="510">
                                            <p:txEl>
                                              <p:pRg st="2" end="2"/>
                                            </p:txEl>
                                          </p:spTgt>
                                        </p:tgtEl>
                                        <p:attrNameLst>
                                          <p:attrName>ppt_x</p:attrName>
                                        </p:attrNameLst>
                                      </p:cBhvr>
                                      <p:tavLst>
                                        <p:tav tm="0">
                                          <p:val>
                                            <p:strVal val="#ppt_x"/>
                                          </p:val>
                                        </p:tav>
                                        <p:tav tm="100000">
                                          <p:val>
                                            <p:strVal val="#ppt_x"/>
                                          </p:val>
                                        </p:tav>
                                      </p:tavLst>
                                    </p:anim>
                                    <p:anim calcmode="lin" valueType="num">
                                      <p:cBhvr>
                                        <p:cTn id="25" dur="1000" fill="hold"/>
                                        <p:tgtEl>
                                          <p:spTgt spid="510">
                                            <p:txEl>
                                              <p:pRg st="2" end="2"/>
                                            </p:txEl>
                                          </p:spTgt>
                                        </p:tgtEl>
                                        <p:attrNameLst>
                                          <p:attrName>ppt_y</p:attrName>
                                        </p:attrNameLst>
                                      </p:cBhvr>
                                      <p:tavLst>
                                        <p:tav tm="0">
                                          <p:val>
                                            <p:strVal val="#ppt_y+.1"/>
                                          </p:val>
                                        </p:tav>
                                        <p:tav tm="100000">
                                          <p:val>
                                            <p:strVal val="#ppt_y"/>
                                          </p:val>
                                        </p:tav>
                                      </p:tavLst>
                                    </p:anim>
                                  </p:childTnLst>
                                </p:cTn>
                              </p:par>
                              <p:par>
                                <p:cTn id="26" presetID="42" presetClass="entr" presetSubtype="0" fill="hold" nodeType="withEffect">
                                  <p:stCondLst>
                                    <p:cond delay="0"/>
                                  </p:stCondLst>
                                  <p:childTnLst>
                                    <p:set>
                                      <p:cBhvr>
                                        <p:cTn id="27" dur="1" fill="hold">
                                          <p:stCondLst>
                                            <p:cond delay="0"/>
                                          </p:stCondLst>
                                        </p:cTn>
                                        <p:tgtEl>
                                          <p:spTgt spid="510">
                                            <p:txEl>
                                              <p:pRg st="3" end="3"/>
                                            </p:txEl>
                                          </p:spTgt>
                                        </p:tgtEl>
                                        <p:attrNameLst>
                                          <p:attrName>style.visibility</p:attrName>
                                        </p:attrNameLst>
                                      </p:cBhvr>
                                      <p:to>
                                        <p:strVal val="visible"/>
                                      </p:to>
                                    </p:set>
                                    <p:animEffect transition="in" filter="fade">
                                      <p:cBhvr>
                                        <p:cTn id="28" dur="1000"/>
                                        <p:tgtEl>
                                          <p:spTgt spid="510">
                                            <p:txEl>
                                              <p:pRg st="3" end="3"/>
                                            </p:txEl>
                                          </p:spTgt>
                                        </p:tgtEl>
                                      </p:cBhvr>
                                    </p:animEffect>
                                    <p:anim calcmode="lin" valueType="num">
                                      <p:cBhvr>
                                        <p:cTn id="29" dur="1000" fill="hold"/>
                                        <p:tgtEl>
                                          <p:spTgt spid="510">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510">
                                            <p:txEl>
                                              <p:pRg st="3" end="3"/>
                                            </p:txEl>
                                          </p:spTgt>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10">
                                            <p:txEl>
                                              <p:pRg st="4" end="4"/>
                                            </p:txEl>
                                          </p:spTgt>
                                        </p:tgtEl>
                                        <p:attrNameLst>
                                          <p:attrName>style.visibility</p:attrName>
                                        </p:attrNameLst>
                                      </p:cBhvr>
                                      <p:to>
                                        <p:strVal val="visible"/>
                                      </p:to>
                                    </p:set>
                                    <p:animEffect transition="in" filter="fade">
                                      <p:cBhvr>
                                        <p:cTn id="33" dur="1000"/>
                                        <p:tgtEl>
                                          <p:spTgt spid="510">
                                            <p:txEl>
                                              <p:pRg st="4" end="4"/>
                                            </p:txEl>
                                          </p:spTgt>
                                        </p:tgtEl>
                                      </p:cBhvr>
                                    </p:animEffect>
                                    <p:anim calcmode="lin" valueType="num">
                                      <p:cBhvr>
                                        <p:cTn id="34" dur="1000" fill="hold"/>
                                        <p:tgtEl>
                                          <p:spTgt spid="510">
                                            <p:txEl>
                                              <p:pRg st="4" end="4"/>
                                            </p:txEl>
                                          </p:spTgt>
                                        </p:tgtEl>
                                        <p:attrNameLst>
                                          <p:attrName>ppt_x</p:attrName>
                                        </p:attrNameLst>
                                      </p:cBhvr>
                                      <p:tavLst>
                                        <p:tav tm="0">
                                          <p:val>
                                            <p:strVal val="#ppt_x"/>
                                          </p:val>
                                        </p:tav>
                                        <p:tav tm="100000">
                                          <p:val>
                                            <p:strVal val="#ppt_x"/>
                                          </p:val>
                                        </p:tav>
                                      </p:tavLst>
                                    </p:anim>
                                    <p:anim calcmode="lin" valueType="num">
                                      <p:cBhvr>
                                        <p:cTn id="35" dur="1000" fill="hold"/>
                                        <p:tgtEl>
                                          <p:spTgt spid="510">
                                            <p:txEl>
                                              <p:pRg st="4" end="4"/>
                                            </p:txEl>
                                          </p:spTgt>
                                        </p:tgtEl>
                                        <p:attrNameLst>
                                          <p:attrName>ppt_y</p:attrName>
                                        </p:attrNameLst>
                                      </p:cBhvr>
                                      <p:tavLst>
                                        <p:tav tm="0">
                                          <p:val>
                                            <p:strVal val="#ppt_y+.1"/>
                                          </p:val>
                                        </p:tav>
                                        <p:tav tm="100000">
                                          <p:val>
                                            <p:strVal val="#ppt_y"/>
                                          </p:val>
                                        </p:tav>
                                      </p:tavLst>
                                    </p:anim>
                                  </p:childTnLst>
                                </p:cTn>
                              </p:par>
                            </p:childTnLst>
                          </p:cTn>
                        </p:par>
                        <p:par>
                          <p:cTn id="36" fill="hold">
                            <p:stCondLst>
                              <p:cond delay="2000"/>
                            </p:stCondLst>
                            <p:childTnLst>
                              <p:par>
                                <p:cTn id="37" presetID="42" presetClass="entr" presetSubtype="0" fill="hold" nodeType="afterEffect">
                                  <p:stCondLst>
                                    <p:cond delay="0"/>
                                  </p:stCondLst>
                                  <p:childTnLst>
                                    <p:set>
                                      <p:cBhvr>
                                        <p:cTn id="38" dur="1" fill="hold">
                                          <p:stCondLst>
                                            <p:cond delay="0"/>
                                          </p:stCondLst>
                                        </p:cTn>
                                        <p:tgtEl>
                                          <p:spTgt spid="8">
                                            <p:txEl>
                                              <p:pRg st="0" end="0"/>
                                            </p:txEl>
                                          </p:spTgt>
                                        </p:tgtEl>
                                        <p:attrNameLst>
                                          <p:attrName>style.visibility</p:attrName>
                                        </p:attrNameLst>
                                      </p:cBhvr>
                                      <p:to>
                                        <p:strVal val="visible"/>
                                      </p:to>
                                    </p:set>
                                    <p:animEffect transition="in" filter="fade">
                                      <p:cBhvr>
                                        <p:cTn id="39" dur="1000"/>
                                        <p:tgtEl>
                                          <p:spTgt spid="8">
                                            <p:txEl>
                                              <p:pRg st="0" end="0"/>
                                            </p:txEl>
                                          </p:spTgt>
                                        </p:tgtEl>
                                      </p:cBhvr>
                                    </p:animEffect>
                                    <p:anim calcmode="lin" valueType="num">
                                      <p:cBhvr>
                                        <p:cTn id="40"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41" dur="1000" fill="hold"/>
                                        <p:tgtEl>
                                          <p:spTgt spid="8">
                                            <p:txEl>
                                              <p:pRg st="0" end="0"/>
                                            </p:txEl>
                                          </p:spTgt>
                                        </p:tgtEl>
                                        <p:attrNameLst>
                                          <p:attrName>ppt_y</p:attrName>
                                        </p:attrNameLst>
                                      </p:cBhvr>
                                      <p:tavLst>
                                        <p:tav tm="0">
                                          <p:val>
                                            <p:strVal val="#ppt_y+.1"/>
                                          </p:val>
                                        </p:tav>
                                        <p:tav tm="100000">
                                          <p:val>
                                            <p:strVal val="#ppt_y"/>
                                          </p:val>
                                        </p:tav>
                                      </p:tavLst>
                                    </p:anim>
                                  </p:childTnLst>
                                </p:cTn>
                              </p:par>
                              <p:par>
                                <p:cTn id="42" presetID="42" presetClass="entr" presetSubtype="0" fill="hold" nodeType="withEffect">
                                  <p:stCondLst>
                                    <p:cond delay="0"/>
                                  </p:stCondLst>
                                  <p:childTnLst>
                                    <p:set>
                                      <p:cBhvr>
                                        <p:cTn id="43" dur="1" fill="hold">
                                          <p:stCondLst>
                                            <p:cond delay="0"/>
                                          </p:stCondLst>
                                        </p:cTn>
                                        <p:tgtEl>
                                          <p:spTgt spid="8">
                                            <p:txEl>
                                              <p:pRg st="1" end="1"/>
                                            </p:txEl>
                                          </p:spTgt>
                                        </p:tgtEl>
                                        <p:attrNameLst>
                                          <p:attrName>style.visibility</p:attrName>
                                        </p:attrNameLst>
                                      </p:cBhvr>
                                      <p:to>
                                        <p:strVal val="visible"/>
                                      </p:to>
                                    </p:set>
                                    <p:animEffect transition="in" filter="fade">
                                      <p:cBhvr>
                                        <p:cTn id="44" dur="1000"/>
                                        <p:tgtEl>
                                          <p:spTgt spid="8">
                                            <p:txEl>
                                              <p:pRg st="1" end="1"/>
                                            </p:txEl>
                                          </p:spTgt>
                                        </p:tgtEl>
                                      </p:cBhvr>
                                    </p:animEffect>
                                    <p:anim calcmode="lin" valueType="num">
                                      <p:cBhvr>
                                        <p:cTn id="45"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46" dur="1000" fill="hold"/>
                                        <p:tgtEl>
                                          <p:spTgt spid="8">
                                            <p:txEl>
                                              <p:pRg st="1" end="1"/>
                                            </p:txEl>
                                          </p:spTgt>
                                        </p:tgtEl>
                                        <p:attrNameLst>
                                          <p:attrName>ppt_y</p:attrName>
                                        </p:attrNameLst>
                                      </p:cBhvr>
                                      <p:tavLst>
                                        <p:tav tm="0">
                                          <p:val>
                                            <p:strVal val="#ppt_y+.1"/>
                                          </p:val>
                                        </p:tav>
                                        <p:tav tm="100000">
                                          <p:val>
                                            <p:strVal val="#ppt_y"/>
                                          </p:val>
                                        </p:tav>
                                      </p:tavLst>
                                    </p:anim>
                                  </p:childTnLst>
                                </p:cTn>
                              </p:par>
                              <p:par>
                                <p:cTn id="47" presetID="42" presetClass="entr" presetSubtype="0" fill="hold" nodeType="withEffect">
                                  <p:stCondLst>
                                    <p:cond delay="0"/>
                                  </p:stCondLst>
                                  <p:childTnLst>
                                    <p:set>
                                      <p:cBhvr>
                                        <p:cTn id="48" dur="1" fill="hold">
                                          <p:stCondLst>
                                            <p:cond delay="0"/>
                                          </p:stCondLst>
                                        </p:cTn>
                                        <p:tgtEl>
                                          <p:spTgt spid="8">
                                            <p:txEl>
                                              <p:pRg st="2" end="2"/>
                                            </p:txEl>
                                          </p:spTgt>
                                        </p:tgtEl>
                                        <p:attrNameLst>
                                          <p:attrName>style.visibility</p:attrName>
                                        </p:attrNameLst>
                                      </p:cBhvr>
                                      <p:to>
                                        <p:strVal val="visible"/>
                                      </p:to>
                                    </p:set>
                                    <p:animEffect transition="in" filter="fade">
                                      <p:cBhvr>
                                        <p:cTn id="49" dur="1000"/>
                                        <p:tgtEl>
                                          <p:spTgt spid="8">
                                            <p:txEl>
                                              <p:pRg st="2" end="2"/>
                                            </p:txEl>
                                          </p:spTgt>
                                        </p:tgtEl>
                                      </p:cBhvr>
                                    </p:animEffect>
                                    <p:anim calcmode="lin" valueType="num">
                                      <p:cBhvr>
                                        <p:cTn id="50"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51"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rPr>
              <a:t>صفحه کنترل به ازای هر مسیریاب:</a:t>
            </a:r>
          </a:p>
          <a:p>
            <a:pPr marL="457200" lvl="1" indent="0">
              <a:lnSpc>
                <a:spcPct val="100000"/>
              </a:lnSpc>
              <a:spcBef>
                <a:spcPts val="0"/>
              </a:spcBef>
              <a:buNone/>
            </a:pPr>
            <a:endParaRPr lang="fa-IR" sz="3600" b="1" dirty="0">
              <a:solidFill>
                <a:srgbClr val="0000FF"/>
              </a:solidFill>
            </a:endParaRPr>
          </a:p>
        </p:txBody>
      </p:sp>
      <p:sp>
        <p:nvSpPr>
          <p:cNvPr id="510" name="Content Placeholder 2">
            <a:extLst>
              <a:ext uri="{FF2B5EF4-FFF2-40B4-BE49-F238E27FC236}">
                <a16:creationId xmlns:a16="http://schemas.microsoft.com/office/drawing/2014/main" id="{3EC42B0B-AD5F-1EC4-B946-5E55182B7A34}"/>
              </a:ext>
            </a:extLst>
          </p:cNvPr>
          <p:cNvSpPr txBox="1">
            <a:spLocks/>
          </p:cNvSpPr>
          <p:nvPr/>
        </p:nvSpPr>
        <p:spPr>
          <a:xfrm>
            <a:off x="-174630" y="1185236"/>
            <a:ext cx="12192000" cy="86588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indent="-144000">
              <a:lnSpc>
                <a:spcPct val="130000"/>
              </a:lnSpc>
              <a:spcBef>
                <a:spcPts val="0"/>
              </a:spcBef>
              <a:spcAft>
                <a:spcPts val="600"/>
              </a:spcAft>
            </a:pPr>
            <a:r>
              <a:rPr lang="fa-IR" sz="1600" b="1" dirty="0">
                <a:solidFill>
                  <a:srgbClr val="0000FF"/>
                </a:solidFill>
              </a:rPr>
              <a:t>جزء‌های الگوریتم مسیریابی مجزا در مسیریاب‌ها در صفحه کنترل قرار دارند.</a:t>
            </a:r>
          </a:p>
          <a:p>
            <a:pPr marL="144000" indent="-144000">
              <a:lnSpc>
                <a:spcPct val="130000"/>
              </a:lnSpc>
              <a:spcBef>
                <a:spcPts val="0"/>
              </a:spcBef>
              <a:spcAft>
                <a:spcPts val="600"/>
              </a:spcAft>
            </a:pPr>
            <a:r>
              <a:rPr lang="fa-IR" sz="1600" b="1" dirty="0">
                <a:solidFill>
                  <a:srgbClr val="0000FF"/>
                </a:solidFill>
              </a:rPr>
              <a:t>این جزء‌های الگوریتم مسیریابی برای انجام مسیریابی و ایجاد جدول‌های جلورانی محلی با هم در تعامل هستند (ارسال و دریافت اطلاعات مسیریابی)</a:t>
            </a:r>
          </a:p>
        </p:txBody>
      </p:sp>
      <p:sp>
        <p:nvSpPr>
          <p:cNvPr id="859" name="Freeform 2">
            <a:extLst>
              <a:ext uri="{FF2B5EF4-FFF2-40B4-BE49-F238E27FC236}">
                <a16:creationId xmlns:a16="http://schemas.microsoft.com/office/drawing/2014/main" id="{FE700B55-7BD2-A787-4276-6C84859F5112}"/>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08" name="Group 907">
            <a:extLst>
              <a:ext uri="{FF2B5EF4-FFF2-40B4-BE49-F238E27FC236}">
                <a16:creationId xmlns:a16="http://schemas.microsoft.com/office/drawing/2014/main" id="{946FE0C2-F38A-0D19-9FF9-865CC7488656}"/>
              </a:ext>
            </a:extLst>
          </p:cNvPr>
          <p:cNvGrpSpPr>
            <a:grpSpLocks/>
          </p:cNvGrpSpPr>
          <p:nvPr/>
        </p:nvGrpSpPr>
        <p:grpSpPr bwMode="auto">
          <a:xfrm>
            <a:off x="3347623" y="2370207"/>
            <a:ext cx="5270500" cy="3805238"/>
            <a:chOff x="1757805" y="2331054"/>
            <a:chExt cx="5270058" cy="3804634"/>
          </a:xfrm>
        </p:grpSpPr>
        <p:sp>
          <p:nvSpPr>
            <p:cNvPr id="909" name="Freeform 287">
              <a:extLst>
                <a:ext uri="{FF2B5EF4-FFF2-40B4-BE49-F238E27FC236}">
                  <a16:creationId xmlns:a16="http://schemas.microsoft.com/office/drawing/2014/main" id="{43F2B6EA-1A9D-0C1C-FA0B-9E377ED17389}"/>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10" name="Freeform 288">
              <a:extLst>
                <a:ext uri="{FF2B5EF4-FFF2-40B4-BE49-F238E27FC236}">
                  <a16:creationId xmlns:a16="http://schemas.microsoft.com/office/drawing/2014/main" id="{D8429E4F-EBEB-E482-1CA1-D36CAED3F889}"/>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11" name="Freeform 289">
              <a:extLst>
                <a:ext uri="{FF2B5EF4-FFF2-40B4-BE49-F238E27FC236}">
                  <a16:creationId xmlns:a16="http://schemas.microsoft.com/office/drawing/2014/main" id="{EFB018BC-2E78-FC0E-87C5-6B12DC062FDF}"/>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12" name="Freeform 290">
              <a:extLst>
                <a:ext uri="{FF2B5EF4-FFF2-40B4-BE49-F238E27FC236}">
                  <a16:creationId xmlns:a16="http://schemas.microsoft.com/office/drawing/2014/main" id="{0369F965-1D6E-0C74-A066-0C9D85C5FBF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13" name="Freeform 291">
              <a:extLst>
                <a:ext uri="{FF2B5EF4-FFF2-40B4-BE49-F238E27FC236}">
                  <a16:creationId xmlns:a16="http://schemas.microsoft.com/office/drawing/2014/main" id="{97F2E374-8E1B-AC95-D557-BC2C1CA3B84E}"/>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914" name="Group 17">
              <a:extLst>
                <a:ext uri="{FF2B5EF4-FFF2-40B4-BE49-F238E27FC236}">
                  <a16:creationId xmlns:a16="http://schemas.microsoft.com/office/drawing/2014/main" id="{5AD9032D-B8FF-0274-5C3A-42A7C03A4034}"/>
                </a:ext>
              </a:extLst>
            </p:cNvPr>
            <p:cNvGrpSpPr>
              <a:grpSpLocks/>
            </p:cNvGrpSpPr>
            <p:nvPr/>
          </p:nvGrpSpPr>
          <p:grpSpPr bwMode="auto">
            <a:xfrm>
              <a:off x="1757805" y="2331054"/>
              <a:ext cx="1079500" cy="2674334"/>
              <a:chOff x="1757805" y="2331054"/>
              <a:chExt cx="1079500" cy="2674334"/>
            </a:xfrm>
          </p:grpSpPr>
          <p:sp>
            <p:nvSpPr>
              <p:cNvPr id="1001" name="Rectangle 1000">
                <a:extLst>
                  <a:ext uri="{FF2B5EF4-FFF2-40B4-BE49-F238E27FC236}">
                    <a16:creationId xmlns:a16="http://schemas.microsoft.com/office/drawing/2014/main" id="{0FA71570-DB08-0149-22B3-49FC45B77BE0}"/>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02" name="Group 104">
                <a:extLst>
                  <a:ext uri="{FF2B5EF4-FFF2-40B4-BE49-F238E27FC236}">
                    <a16:creationId xmlns:a16="http://schemas.microsoft.com/office/drawing/2014/main" id="{123BD0AC-05BF-E380-903A-6C13213D8668}"/>
                  </a:ext>
                </a:extLst>
              </p:cNvPr>
              <p:cNvGrpSpPr>
                <a:grpSpLocks/>
              </p:cNvGrpSpPr>
              <p:nvPr/>
            </p:nvGrpSpPr>
            <p:grpSpPr bwMode="auto">
              <a:xfrm>
                <a:off x="1782739" y="4616206"/>
                <a:ext cx="1034710" cy="389182"/>
                <a:chOff x="4128636" y="3606589"/>
                <a:chExt cx="568145" cy="338667"/>
              </a:xfrm>
            </p:grpSpPr>
            <p:sp>
              <p:nvSpPr>
                <p:cNvPr id="1016" name="Oval 1015">
                  <a:extLst>
                    <a:ext uri="{FF2B5EF4-FFF2-40B4-BE49-F238E27FC236}">
                      <a16:creationId xmlns:a16="http://schemas.microsoft.com/office/drawing/2014/main" id="{2572C374-D588-B692-4AF8-36226BEE710B}"/>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892B3EF7-7772-9ADF-BF37-610C09E69506}"/>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8" name="Oval 1017">
                  <a:extLst>
                    <a:ext uri="{FF2B5EF4-FFF2-40B4-BE49-F238E27FC236}">
                      <a16:creationId xmlns:a16="http://schemas.microsoft.com/office/drawing/2014/main" id="{A247F0FA-D4F3-E4B9-754D-B45E4DDB4653}"/>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9" name="Straight Connector 1018">
                  <a:extLst>
                    <a:ext uri="{FF2B5EF4-FFF2-40B4-BE49-F238E27FC236}">
                      <a16:creationId xmlns:a16="http://schemas.microsoft.com/office/drawing/2014/main" id="{A8552632-C2DD-4067-B284-56E92B186C9C}"/>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1020" name="Straight Connector 1019">
                  <a:extLst>
                    <a:ext uri="{FF2B5EF4-FFF2-40B4-BE49-F238E27FC236}">
                      <a16:creationId xmlns:a16="http://schemas.microsoft.com/office/drawing/2014/main" id="{E23A0B67-33A6-D4F4-AE9D-11655716E11E}"/>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1003" name="Rectangle 1002">
                <a:extLst>
                  <a:ext uri="{FF2B5EF4-FFF2-40B4-BE49-F238E27FC236}">
                    <a16:creationId xmlns:a16="http://schemas.microsoft.com/office/drawing/2014/main" id="{5002DC52-C962-8AFF-64F1-9870DBC22F60}"/>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4" name="Straight Connector 1003">
                <a:extLst>
                  <a:ext uri="{FF2B5EF4-FFF2-40B4-BE49-F238E27FC236}">
                    <a16:creationId xmlns:a16="http://schemas.microsoft.com/office/drawing/2014/main" id="{8D85E9E6-91EF-1007-DFFF-7A48531F7A06}"/>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1005" name="Straight Connector 1004">
                <a:extLst>
                  <a:ext uri="{FF2B5EF4-FFF2-40B4-BE49-F238E27FC236}">
                    <a16:creationId xmlns:a16="http://schemas.microsoft.com/office/drawing/2014/main" id="{E93D39F1-CB09-4A01-3852-E0ED8879731C}"/>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1006" name="Group 9">
                <a:extLst>
                  <a:ext uri="{FF2B5EF4-FFF2-40B4-BE49-F238E27FC236}">
                    <a16:creationId xmlns:a16="http://schemas.microsoft.com/office/drawing/2014/main" id="{36DBBE8C-0F08-18FD-1558-887F217CD949}"/>
                  </a:ext>
                </a:extLst>
              </p:cNvPr>
              <p:cNvGrpSpPr>
                <a:grpSpLocks/>
              </p:cNvGrpSpPr>
              <p:nvPr/>
            </p:nvGrpSpPr>
            <p:grpSpPr bwMode="auto">
              <a:xfrm>
                <a:off x="1757805" y="2331054"/>
                <a:ext cx="1079500" cy="430213"/>
                <a:chOff x="2183302" y="1574638"/>
                <a:chExt cx="1200154" cy="430181"/>
              </a:xfrm>
            </p:grpSpPr>
            <p:sp>
              <p:nvSpPr>
                <p:cNvPr id="1007" name="Oval 1006">
                  <a:extLst>
                    <a:ext uri="{FF2B5EF4-FFF2-40B4-BE49-F238E27FC236}">
                      <a16:creationId xmlns:a16="http://schemas.microsoft.com/office/drawing/2014/main" id="{A484320B-5244-098A-A86B-A9CA27E4B0DA}"/>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8" name="Rectangle 1007">
                  <a:extLst>
                    <a:ext uri="{FF2B5EF4-FFF2-40B4-BE49-F238E27FC236}">
                      <a16:creationId xmlns:a16="http://schemas.microsoft.com/office/drawing/2014/main" id="{A3737320-4C26-6231-7779-8921D894AB07}"/>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9" name="Oval 1008">
                  <a:extLst>
                    <a:ext uri="{FF2B5EF4-FFF2-40B4-BE49-F238E27FC236}">
                      <a16:creationId xmlns:a16="http://schemas.microsoft.com/office/drawing/2014/main" id="{92C6CB40-EE97-96D1-5A6E-1B99F4799D14}"/>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10" name="Freeform 388">
                  <a:extLst>
                    <a:ext uri="{FF2B5EF4-FFF2-40B4-BE49-F238E27FC236}">
                      <a16:creationId xmlns:a16="http://schemas.microsoft.com/office/drawing/2014/main" id="{D15935DB-C119-11FA-A2E0-5ED1AF6E321B}"/>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1" name="Freeform 389">
                  <a:extLst>
                    <a:ext uri="{FF2B5EF4-FFF2-40B4-BE49-F238E27FC236}">
                      <a16:creationId xmlns:a16="http://schemas.microsoft.com/office/drawing/2014/main" id="{863EE055-505E-2EA2-E74D-B134B701E627}"/>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2" name="Freeform 390">
                  <a:extLst>
                    <a:ext uri="{FF2B5EF4-FFF2-40B4-BE49-F238E27FC236}">
                      <a16:creationId xmlns:a16="http://schemas.microsoft.com/office/drawing/2014/main" id="{C52121CF-BF09-E3FC-2D1A-891E96299CEF}"/>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3" name="Freeform 391">
                  <a:extLst>
                    <a:ext uri="{FF2B5EF4-FFF2-40B4-BE49-F238E27FC236}">
                      <a16:creationId xmlns:a16="http://schemas.microsoft.com/office/drawing/2014/main" id="{143C8922-D969-D8FE-E560-97E28F1EEFF2}"/>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4" name="Straight Connector 1013">
                  <a:extLst>
                    <a:ext uri="{FF2B5EF4-FFF2-40B4-BE49-F238E27FC236}">
                      <a16:creationId xmlns:a16="http://schemas.microsoft.com/office/drawing/2014/main" id="{BB7BC264-609C-5AB8-3966-6CE8534C4A9B}"/>
                    </a:ext>
                  </a:extLst>
                </p:cNvPr>
                <p:cNvCxnSpPr>
                  <a:cxnSpLocks noChangeShapeType="1"/>
                  <a:endCxn id="1009"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5" name="Straight Connector 1014">
                  <a:extLst>
                    <a:ext uri="{FF2B5EF4-FFF2-40B4-BE49-F238E27FC236}">
                      <a16:creationId xmlns:a16="http://schemas.microsoft.com/office/drawing/2014/main" id="{1489CFDB-6A05-9D7E-813C-52C2F3EEB895}"/>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15" name="Group 18">
              <a:extLst>
                <a:ext uri="{FF2B5EF4-FFF2-40B4-BE49-F238E27FC236}">
                  <a16:creationId xmlns:a16="http://schemas.microsoft.com/office/drawing/2014/main" id="{CF7150F8-5D89-88FA-942A-7E71F1380BFE}"/>
                </a:ext>
              </a:extLst>
            </p:cNvPr>
            <p:cNvGrpSpPr>
              <a:grpSpLocks/>
            </p:cNvGrpSpPr>
            <p:nvPr/>
          </p:nvGrpSpPr>
          <p:grpSpPr bwMode="auto">
            <a:xfrm>
              <a:off x="3500438" y="3174091"/>
              <a:ext cx="522287" cy="1831297"/>
              <a:chOff x="3500438" y="3174091"/>
              <a:chExt cx="522287" cy="1831297"/>
            </a:xfrm>
          </p:grpSpPr>
          <p:sp>
            <p:nvSpPr>
              <p:cNvPr id="980" name="Rectangle 979">
                <a:extLst>
                  <a:ext uri="{FF2B5EF4-FFF2-40B4-BE49-F238E27FC236}">
                    <a16:creationId xmlns:a16="http://schemas.microsoft.com/office/drawing/2014/main" id="{BE00F3EF-4DA7-B7B4-D416-48D83662AEDD}"/>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A5A45B6B-9DA0-6F24-806D-5F33BF58F262}"/>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982" name="Picture 86" descr="router_top.png">
                <a:extLst>
                  <a:ext uri="{FF2B5EF4-FFF2-40B4-BE49-F238E27FC236}">
                    <a16:creationId xmlns:a16="http://schemas.microsoft.com/office/drawing/2014/main" id="{50572E19-E3D5-4BFB-3694-8181117123A6}"/>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83" name="Group 82">
                <a:extLst>
                  <a:ext uri="{FF2B5EF4-FFF2-40B4-BE49-F238E27FC236}">
                    <a16:creationId xmlns:a16="http://schemas.microsoft.com/office/drawing/2014/main" id="{122643C4-8667-D9F2-6F40-91BEECD01812}"/>
                  </a:ext>
                </a:extLst>
              </p:cNvPr>
              <p:cNvGrpSpPr>
                <a:grpSpLocks/>
              </p:cNvGrpSpPr>
              <p:nvPr/>
            </p:nvGrpSpPr>
            <p:grpSpPr bwMode="auto">
              <a:xfrm>
                <a:off x="3511442" y="4783543"/>
                <a:ext cx="507858" cy="221845"/>
                <a:chOff x="4128636" y="3606589"/>
                <a:chExt cx="568145" cy="338667"/>
              </a:xfrm>
            </p:grpSpPr>
            <p:sp>
              <p:nvSpPr>
                <p:cNvPr id="996" name="Oval 995">
                  <a:extLst>
                    <a:ext uri="{FF2B5EF4-FFF2-40B4-BE49-F238E27FC236}">
                      <a16:creationId xmlns:a16="http://schemas.microsoft.com/office/drawing/2014/main" id="{041C16BD-4FE3-C6DE-840B-07D19BE6A7DB}"/>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D6E61F2B-EE08-8AF4-451A-8D964B7E4DCA}"/>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8" name="Oval 997">
                  <a:extLst>
                    <a:ext uri="{FF2B5EF4-FFF2-40B4-BE49-F238E27FC236}">
                      <a16:creationId xmlns:a16="http://schemas.microsoft.com/office/drawing/2014/main" id="{26CCC219-82E4-6CC7-12E0-1E02AB6D6D84}"/>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9" name="Straight Connector 998">
                  <a:extLst>
                    <a:ext uri="{FF2B5EF4-FFF2-40B4-BE49-F238E27FC236}">
                      <a16:creationId xmlns:a16="http://schemas.microsoft.com/office/drawing/2014/main" id="{1368664A-C0A0-FA6E-83CC-A5930A79E0A1}"/>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1000" name="Straight Connector 999">
                  <a:extLst>
                    <a:ext uri="{FF2B5EF4-FFF2-40B4-BE49-F238E27FC236}">
                      <a16:creationId xmlns:a16="http://schemas.microsoft.com/office/drawing/2014/main" id="{D573EB16-A433-B4C3-05FD-B6AB0731E1B7}"/>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984" name="Rectangle 983">
                <a:extLst>
                  <a:ext uri="{FF2B5EF4-FFF2-40B4-BE49-F238E27FC236}">
                    <a16:creationId xmlns:a16="http://schemas.microsoft.com/office/drawing/2014/main" id="{B816C6DF-F8BB-B0DE-73AF-A5CD4F0772C3}"/>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5" name="Straight Connector 984">
                <a:extLst>
                  <a:ext uri="{FF2B5EF4-FFF2-40B4-BE49-F238E27FC236}">
                    <a16:creationId xmlns:a16="http://schemas.microsoft.com/office/drawing/2014/main" id="{B8AAE25E-0338-1D15-21D7-99AC30F486B2}"/>
                  </a:ext>
                </a:extLst>
              </p:cNvPr>
              <p:cNvCxnSpPr>
                <a:stCxn id="989"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986" name="Group 377">
                <a:extLst>
                  <a:ext uri="{FF2B5EF4-FFF2-40B4-BE49-F238E27FC236}">
                    <a16:creationId xmlns:a16="http://schemas.microsoft.com/office/drawing/2014/main" id="{85468816-74B0-6C6E-7C86-857404A928B0}"/>
                  </a:ext>
                </a:extLst>
              </p:cNvPr>
              <p:cNvGrpSpPr>
                <a:grpSpLocks/>
              </p:cNvGrpSpPr>
              <p:nvPr/>
            </p:nvGrpSpPr>
            <p:grpSpPr bwMode="auto">
              <a:xfrm>
                <a:off x="3511057" y="3174091"/>
                <a:ext cx="504096" cy="242719"/>
                <a:chOff x="2183302" y="1574638"/>
                <a:chExt cx="1200154" cy="430218"/>
              </a:xfrm>
            </p:grpSpPr>
            <p:sp>
              <p:nvSpPr>
                <p:cNvPr id="987" name="Oval 986">
                  <a:extLst>
                    <a:ext uri="{FF2B5EF4-FFF2-40B4-BE49-F238E27FC236}">
                      <a16:creationId xmlns:a16="http://schemas.microsoft.com/office/drawing/2014/main" id="{653E8F10-0DC7-112B-36BB-AD08717498E2}"/>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8" name="Rectangle 987">
                  <a:extLst>
                    <a:ext uri="{FF2B5EF4-FFF2-40B4-BE49-F238E27FC236}">
                      <a16:creationId xmlns:a16="http://schemas.microsoft.com/office/drawing/2014/main" id="{2AD1351E-CD9A-C06B-86F1-AB85A78CC100}"/>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9" name="Oval 988">
                  <a:extLst>
                    <a:ext uri="{FF2B5EF4-FFF2-40B4-BE49-F238E27FC236}">
                      <a16:creationId xmlns:a16="http://schemas.microsoft.com/office/drawing/2014/main" id="{D433C477-9F5E-7F77-5D00-F68409603319}"/>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90" name="Freeform 368">
                  <a:extLst>
                    <a:ext uri="{FF2B5EF4-FFF2-40B4-BE49-F238E27FC236}">
                      <a16:creationId xmlns:a16="http://schemas.microsoft.com/office/drawing/2014/main" id="{17E2262D-5F2B-9B80-69FD-B7B571A1BBA6}"/>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1" name="Freeform 369">
                  <a:extLst>
                    <a:ext uri="{FF2B5EF4-FFF2-40B4-BE49-F238E27FC236}">
                      <a16:creationId xmlns:a16="http://schemas.microsoft.com/office/drawing/2014/main" id="{706F77A6-D431-4836-73B0-B5251AE1A3DA}"/>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2" name="Freeform 370">
                  <a:extLst>
                    <a:ext uri="{FF2B5EF4-FFF2-40B4-BE49-F238E27FC236}">
                      <a16:creationId xmlns:a16="http://schemas.microsoft.com/office/drawing/2014/main" id="{C5743783-B86C-A588-A7F4-4459F5AC5141}"/>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3" name="Freeform 371">
                  <a:extLst>
                    <a:ext uri="{FF2B5EF4-FFF2-40B4-BE49-F238E27FC236}">
                      <a16:creationId xmlns:a16="http://schemas.microsoft.com/office/drawing/2014/main" id="{E687C370-F314-55B2-E200-87F3BDA2800C}"/>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4" name="Straight Connector 993">
                  <a:extLst>
                    <a:ext uri="{FF2B5EF4-FFF2-40B4-BE49-F238E27FC236}">
                      <a16:creationId xmlns:a16="http://schemas.microsoft.com/office/drawing/2014/main" id="{2E77215C-FD33-3878-4A56-CED07D26854E}"/>
                    </a:ext>
                  </a:extLst>
                </p:cNvPr>
                <p:cNvCxnSpPr>
                  <a:cxnSpLocks noChangeShapeType="1"/>
                  <a:endCxn id="989"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5" name="Straight Connector 994">
                  <a:extLst>
                    <a:ext uri="{FF2B5EF4-FFF2-40B4-BE49-F238E27FC236}">
                      <a16:creationId xmlns:a16="http://schemas.microsoft.com/office/drawing/2014/main" id="{DEE7E088-F392-1013-3A9B-78D52BD3C834}"/>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16" name="Group 19">
              <a:extLst>
                <a:ext uri="{FF2B5EF4-FFF2-40B4-BE49-F238E27FC236}">
                  <a16:creationId xmlns:a16="http://schemas.microsoft.com/office/drawing/2014/main" id="{36120462-B607-0C5D-CF14-3AE50D63E9A1}"/>
                </a:ext>
              </a:extLst>
            </p:cNvPr>
            <p:cNvGrpSpPr>
              <a:grpSpLocks/>
            </p:cNvGrpSpPr>
            <p:nvPr/>
          </p:nvGrpSpPr>
          <p:grpSpPr bwMode="auto">
            <a:xfrm>
              <a:off x="4299212" y="2486508"/>
              <a:ext cx="528376" cy="2517292"/>
              <a:chOff x="4299212" y="2486508"/>
              <a:chExt cx="528376" cy="2517292"/>
            </a:xfrm>
          </p:grpSpPr>
          <p:sp>
            <p:nvSpPr>
              <p:cNvPr id="960" name="Rectangle 959">
                <a:extLst>
                  <a:ext uri="{FF2B5EF4-FFF2-40B4-BE49-F238E27FC236}">
                    <a16:creationId xmlns:a16="http://schemas.microsoft.com/office/drawing/2014/main" id="{E8E2ADED-C6B9-746B-9977-36E604AC2865}"/>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389709F7-18D1-C562-DC56-334458302884}"/>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962" name="Group 442">
                <a:extLst>
                  <a:ext uri="{FF2B5EF4-FFF2-40B4-BE49-F238E27FC236}">
                    <a16:creationId xmlns:a16="http://schemas.microsoft.com/office/drawing/2014/main" id="{8939C779-9F89-F47A-DE14-D298A2983779}"/>
                  </a:ext>
                </a:extLst>
              </p:cNvPr>
              <p:cNvGrpSpPr>
                <a:grpSpLocks/>
              </p:cNvGrpSpPr>
              <p:nvPr/>
            </p:nvGrpSpPr>
            <p:grpSpPr bwMode="auto">
              <a:xfrm>
                <a:off x="4319479" y="4781999"/>
                <a:ext cx="507859" cy="221801"/>
                <a:chOff x="4128636" y="3606589"/>
                <a:chExt cx="568145" cy="338667"/>
              </a:xfrm>
            </p:grpSpPr>
            <p:sp>
              <p:nvSpPr>
                <p:cNvPr id="975" name="Oval 974">
                  <a:extLst>
                    <a:ext uri="{FF2B5EF4-FFF2-40B4-BE49-F238E27FC236}">
                      <a16:creationId xmlns:a16="http://schemas.microsoft.com/office/drawing/2014/main" id="{2C2DB232-5C05-23C0-5844-2AABC5DDAF42}"/>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6" name="Rectangle 975">
                  <a:extLst>
                    <a:ext uri="{FF2B5EF4-FFF2-40B4-BE49-F238E27FC236}">
                      <a16:creationId xmlns:a16="http://schemas.microsoft.com/office/drawing/2014/main" id="{283FA2B8-66AB-278B-825D-F928E1486D42}"/>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Oval 976">
                  <a:extLst>
                    <a:ext uri="{FF2B5EF4-FFF2-40B4-BE49-F238E27FC236}">
                      <a16:creationId xmlns:a16="http://schemas.microsoft.com/office/drawing/2014/main" id="{59C82781-2A89-0C1E-3B32-8FF2AE59CEF0}"/>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E8C2AD3-B976-FDBF-2EA4-336B58276D02}"/>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979" name="Straight Connector 978">
                  <a:extLst>
                    <a:ext uri="{FF2B5EF4-FFF2-40B4-BE49-F238E27FC236}">
                      <a16:creationId xmlns:a16="http://schemas.microsoft.com/office/drawing/2014/main" id="{86D65902-899E-3634-D504-B0EB5E48F6DE}"/>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963" name="Rectangle 962">
                <a:extLst>
                  <a:ext uri="{FF2B5EF4-FFF2-40B4-BE49-F238E27FC236}">
                    <a16:creationId xmlns:a16="http://schemas.microsoft.com/office/drawing/2014/main" id="{879075EC-C406-1AB5-BD7E-765E3C6C4503}"/>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4" name="Straight Connector 963">
                <a:extLst>
                  <a:ext uri="{FF2B5EF4-FFF2-40B4-BE49-F238E27FC236}">
                    <a16:creationId xmlns:a16="http://schemas.microsoft.com/office/drawing/2014/main" id="{AE8691B4-405C-B0B0-4EE9-CF53A9FE07B8}"/>
                  </a:ext>
                </a:extLst>
              </p:cNvPr>
              <p:cNvCxnSpPr>
                <a:stCxn id="966"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965" name="Group 456">
                <a:extLst>
                  <a:ext uri="{FF2B5EF4-FFF2-40B4-BE49-F238E27FC236}">
                    <a16:creationId xmlns:a16="http://schemas.microsoft.com/office/drawing/2014/main" id="{E74C78B7-02A4-B55E-C5EB-ACA514CC81A3}"/>
                  </a:ext>
                </a:extLst>
              </p:cNvPr>
              <p:cNvGrpSpPr>
                <a:grpSpLocks/>
              </p:cNvGrpSpPr>
              <p:nvPr/>
            </p:nvGrpSpPr>
            <p:grpSpPr bwMode="auto">
              <a:xfrm>
                <a:off x="4299212" y="2486508"/>
                <a:ext cx="504825" cy="242888"/>
                <a:chOff x="2183302" y="1574638"/>
                <a:chExt cx="1200154" cy="430218"/>
              </a:xfrm>
            </p:grpSpPr>
            <p:sp>
              <p:nvSpPr>
                <p:cNvPr id="966" name="Oval 965">
                  <a:extLst>
                    <a:ext uri="{FF2B5EF4-FFF2-40B4-BE49-F238E27FC236}">
                      <a16:creationId xmlns:a16="http://schemas.microsoft.com/office/drawing/2014/main" id="{087082DB-7498-5971-75B3-7F1138CBD947}"/>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7" name="Rectangle 966">
                  <a:extLst>
                    <a:ext uri="{FF2B5EF4-FFF2-40B4-BE49-F238E27FC236}">
                      <a16:creationId xmlns:a16="http://schemas.microsoft.com/office/drawing/2014/main" id="{AB9FEE21-5C91-D50C-C350-ACC6E6208557}"/>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8" name="Oval 967">
                  <a:extLst>
                    <a:ext uri="{FF2B5EF4-FFF2-40B4-BE49-F238E27FC236}">
                      <a16:creationId xmlns:a16="http://schemas.microsoft.com/office/drawing/2014/main" id="{C38258AD-0488-0BBD-327D-E458C9927FF3}"/>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9" name="Freeform 347">
                  <a:extLst>
                    <a:ext uri="{FF2B5EF4-FFF2-40B4-BE49-F238E27FC236}">
                      <a16:creationId xmlns:a16="http://schemas.microsoft.com/office/drawing/2014/main" id="{DD83FC01-F6D4-3484-004C-FAB76FD1DFC4}"/>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0" name="Freeform 348">
                  <a:extLst>
                    <a:ext uri="{FF2B5EF4-FFF2-40B4-BE49-F238E27FC236}">
                      <a16:creationId xmlns:a16="http://schemas.microsoft.com/office/drawing/2014/main" id="{B0BF27BA-08A6-3D49-ECAC-F894CF4997F2}"/>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1" name="Freeform 349">
                  <a:extLst>
                    <a:ext uri="{FF2B5EF4-FFF2-40B4-BE49-F238E27FC236}">
                      <a16:creationId xmlns:a16="http://schemas.microsoft.com/office/drawing/2014/main" id="{DD59DF5B-F797-16CD-C096-F38FAB81E6EE}"/>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2" name="Freeform 350">
                  <a:extLst>
                    <a:ext uri="{FF2B5EF4-FFF2-40B4-BE49-F238E27FC236}">
                      <a16:creationId xmlns:a16="http://schemas.microsoft.com/office/drawing/2014/main" id="{D20085E6-34C7-CCE6-B34F-A20DA3E66E2C}"/>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3" name="Straight Connector 972">
                  <a:extLst>
                    <a:ext uri="{FF2B5EF4-FFF2-40B4-BE49-F238E27FC236}">
                      <a16:creationId xmlns:a16="http://schemas.microsoft.com/office/drawing/2014/main" id="{3DA4045B-FECD-A124-B301-2BBCE508D630}"/>
                    </a:ext>
                  </a:extLst>
                </p:cNvPr>
                <p:cNvCxnSpPr>
                  <a:cxnSpLocks noChangeShapeType="1"/>
                  <a:endCxn id="968"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4" name="Straight Connector 973">
                  <a:extLst>
                    <a:ext uri="{FF2B5EF4-FFF2-40B4-BE49-F238E27FC236}">
                      <a16:creationId xmlns:a16="http://schemas.microsoft.com/office/drawing/2014/main" id="{21B550AF-6671-6847-BBBD-4AE854C9EA42}"/>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17" name="Group 20">
              <a:extLst>
                <a:ext uri="{FF2B5EF4-FFF2-40B4-BE49-F238E27FC236}">
                  <a16:creationId xmlns:a16="http://schemas.microsoft.com/office/drawing/2014/main" id="{F7C40F20-8B0E-F002-31FB-4C84221D6B9C}"/>
                </a:ext>
              </a:extLst>
            </p:cNvPr>
            <p:cNvGrpSpPr>
              <a:grpSpLocks/>
            </p:cNvGrpSpPr>
            <p:nvPr/>
          </p:nvGrpSpPr>
          <p:grpSpPr bwMode="auto">
            <a:xfrm>
              <a:off x="5491163" y="3179295"/>
              <a:ext cx="522287" cy="1824505"/>
              <a:chOff x="5491163" y="3179295"/>
              <a:chExt cx="522287" cy="1824505"/>
            </a:xfrm>
          </p:grpSpPr>
          <p:sp>
            <p:nvSpPr>
              <p:cNvPr id="939" name="Rectangle 938">
                <a:extLst>
                  <a:ext uri="{FF2B5EF4-FFF2-40B4-BE49-F238E27FC236}">
                    <a16:creationId xmlns:a16="http://schemas.microsoft.com/office/drawing/2014/main" id="{CF44ECC8-5E49-AE15-A8DE-7DBF0BE1BC6E}"/>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0" name="Straight Connector 939">
                <a:extLst>
                  <a:ext uri="{FF2B5EF4-FFF2-40B4-BE49-F238E27FC236}">
                    <a16:creationId xmlns:a16="http://schemas.microsoft.com/office/drawing/2014/main" id="{D45445BF-246C-E914-95E4-CEFEB08E1936}"/>
                  </a:ext>
                </a:extLst>
              </p:cNvPr>
              <p:cNvCxnSpPr>
                <a:stCxn id="948"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941" name="Picture 469" descr="router_top.png">
                <a:extLst>
                  <a:ext uri="{FF2B5EF4-FFF2-40B4-BE49-F238E27FC236}">
                    <a16:creationId xmlns:a16="http://schemas.microsoft.com/office/drawing/2014/main" id="{5BEAAFB6-BAA4-E92C-59B3-3AD8A408DB30}"/>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42" name="Group 471">
                <a:extLst>
                  <a:ext uri="{FF2B5EF4-FFF2-40B4-BE49-F238E27FC236}">
                    <a16:creationId xmlns:a16="http://schemas.microsoft.com/office/drawing/2014/main" id="{892F6C60-06B7-0C2D-F7BD-94D3F4B379F0}"/>
                  </a:ext>
                </a:extLst>
              </p:cNvPr>
              <p:cNvGrpSpPr>
                <a:grpSpLocks/>
              </p:cNvGrpSpPr>
              <p:nvPr/>
            </p:nvGrpSpPr>
            <p:grpSpPr bwMode="auto">
              <a:xfrm>
                <a:off x="5502167" y="4781999"/>
                <a:ext cx="507858" cy="221801"/>
                <a:chOff x="4128636" y="3606589"/>
                <a:chExt cx="568145" cy="338667"/>
              </a:xfrm>
            </p:grpSpPr>
            <p:sp>
              <p:nvSpPr>
                <p:cNvPr id="955" name="Oval 954">
                  <a:extLst>
                    <a:ext uri="{FF2B5EF4-FFF2-40B4-BE49-F238E27FC236}">
                      <a16:creationId xmlns:a16="http://schemas.microsoft.com/office/drawing/2014/main" id="{2F6A0470-65D2-BE65-B84C-D6E7171C651C}"/>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6" name="Rectangle 955">
                  <a:extLst>
                    <a:ext uri="{FF2B5EF4-FFF2-40B4-BE49-F238E27FC236}">
                      <a16:creationId xmlns:a16="http://schemas.microsoft.com/office/drawing/2014/main" id="{4B7A3EBC-D147-47ED-AAF7-F2E86A3ED504}"/>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Oval 956">
                  <a:extLst>
                    <a:ext uri="{FF2B5EF4-FFF2-40B4-BE49-F238E27FC236}">
                      <a16:creationId xmlns:a16="http://schemas.microsoft.com/office/drawing/2014/main" id="{189F0E4F-895A-BDEB-3BD4-A359D0618BC3}"/>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D39C0195-BA42-97A6-EA0B-127F8AF32FAF}"/>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959" name="Straight Connector 958">
                  <a:extLst>
                    <a:ext uri="{FF2B5EF4-FFF2-40B4-BE49-F238E27FC236}">
                      <a16:creationId xmlns:a16="http://schemas.microsoft.com/office/drawing/2014/main" id="{EA3AFF08-1599-3530-0409-D756F836171E}"/>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943" name="Rectangle 942">
                <a:extLst>
                  <a:ext uri="{FF2B5EF4-FFF2-40B4-BE49-F238E27FC236}">
                    <a16:creationId xmlns:a16="http://schemas.microsoft.com/office/drawing/2014/main" id="{029CC550-2F19-A989-A32A-73A96D24D637}"/>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4" name="Straight Connector 943">
                <a:extLst>
                  <a:ext uri="{FF2B5EF4-FFF2-40B4-BE49-F238E27FC236}">
                    <a16:creationId xmlns:a16="http://schemas.microsoft.com/office/drawing/2014/main" id="{0F732E7A-84DC-96D2-8852-9146A0F70118}"/>
                  </a:ext>
                </a:extLst>
              </p:cNvPr>
              <p:cNvCxnSpPr>
                <a:stCxn id="941"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945" name="Group 485">
                <a:extLst>
                  <a:ext uri="{FF2B5EF4-FFF2-40B4-BE49-F238E27FC236}">
                    <a16:creationId xmlns:a16="http://schemas.microsoft.com/office/drawing/2014/main" id="{9E3FBBF9-9871-0169-84B4-F1B31F180C80}"/>
                  </a:ext>
                </a:extLst>
              </p:cNvPr>
              <p:cNvGrpSpPr>
                <a:grpSpLocks/>
              </p:cNvGrpSpPr>
              <p:nvPr/>
            </p:nvGrpSpPr>
            <p:grpSpPr bwMode="auto">
              <a:xfrm>
                <a:off x="5500688" y="3179295"/>
                <a:ext cx="504825" cy="242888"/>
                <a:chOff x="2183302" y="1574638"/>
                <a:chExt cx="1200154" cy="430218"/>
              </a:xfrm>
            </p:grpSpPr>
            <p:sp>
              <p:nvSpPr>
                <p:cNvPr id="946" name="Oval 945">
                  <a:extLst>
                    <a:ext uri="{FF2B5EF4-FFF2-40B4-BE49-F238E27FC236}">
                      <a16:creationId xmlns:a16="http://schemas.microsoft.com/office/drawing/2014/main" id="{15E9E062-44DE-1D27-511F-897EB40F6261}"/>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7" name="Rectangle 946">
                  <a:extLst>
                    <a:ext uri="{FF2B5EF4-FFF2-40B4-BE49-F238E27FC236}">
                      <a16:creationId xmlns:a16="http://schemas.microsoft.com/office/drawing/2014/main" id="{F7E3BF79-1AA8-28E6-FE52-C06F1DC04AEA}"/>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8" name="Oval 947">
                  <a:extLst>
                    <a:ext uri="{FF2B5EF4-FFF2-40B4-BE49-F238E27FC236}">
                      <a16:creationId xmlns:a16="http://schemas.microsoft.com/office/drawing/2014/main" id="{CCCDC825-DEEA-71E6-4DD8-0048A7C7E89C}"/>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9" name="Freeform 327">
                  <a:extLst>
                    <a:ext uri="{FF2B5EF4-FFF2-40B4-BE49-F238E27FC236}">
                      <a16:creationId xmlns:a16="http://schemas.microsoft.com/office/drawing/2014/main" id="{3EB23AA1-4E6E-58ED-1116-83A712B40B6F}"/>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0" name="Freeform 328">
                  <a:extLst>
                    <a:ext uri="{FF2B5EF4-FFF2-40B4-BE49-F238E27FC236}">
                      <a16:creationId xmlns:a16="http://schemas.microsoft.com/office/drawing/2014/main" id="{6FEDAB81-4044-5F10-A2F2-C1EEDEBAE4E0}"/>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1" name="Freeform 329">
                  <a:extLst>
                    <a:ext uri="{FF2B5EF4-FFF2-40B4-BE49-F238E27FC236}">
                      <a16:creationId xmlns:a16="http://schemas.microsoft.com/office/drawing/2014/main" id="{A7382C85-73E1-7F8A-B6EB-C2E4B0F514E7}"/>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2" name="Freeform 330">
                  <a:extLst>
                    <a:ext uri="{FF2B5EF4-FFF2-40B4-BE49-F238E27FC236}">
                      <a16:creationId xmlns:a16="http://schemas.microsoft.com/office/drawing/2014/main" id="{EA4505EE-EDAA-60C4-AAF1-0D9DB1797B43}"/>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3" name="Straight Connector 952">
                  <a:extLst>
                    <a:ext uri="{FF2B5EF4-FFF2-40B4-BE49-F238E27FC236}">
                      <a16:creationId xmlns:a16="http://schemas.microsoft.com/office/drawing/2014/main" id="{36C9337F-AD3E-F21B-1682-03040B86164B}"/>
                    </a:ext>
                  </a:extLst>
                </p:cNvPr>
                <p:cNvCxnSpPr>
                  <a:cxnSpLocks noChangeShapeType="1"/>
                  <a:endCxn id="948"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4" name="Straight Connector 953">
                  <a:extLst>
                    <a:ext uri="{FF2B5EF4-FFF2-40B4-BE49-F238E27FC236}">
                      <a16:creationId xmlns:a16="http://schemas.microsoft.com/office/drawing/2014/main" id="{47A559F1-5337-3733-B926-361508CB59D8}"/>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18" name="Group 21">
              <a:extLst>
                <a:ext uri="{FF2B5EF4-FFF2-40B4-BE49-F238E27FC236}">
                  <a16:creationId xmlns:a16="http://schemas.microsoft.com/office/drawing/2014/main" id="{41F320F3-67E0-6476-38C0-E960DB55E332}"/>
                </a:ext>
              </a:extLst>
            </p:cNvPr>
            <p:cNvGrpSpPr>
              <a:grpSpLocks/>
            </p:cNvGrpSpPr>
            <p:nvPr/>
          </p:nvGrpSpPr>
          <p:grpSpPr bwMode="auto">
            <a:xfrm>
              <a:off x="6472366" y="2647932"/>
              <a:ext cx="522159" cy="2354282"/>
              <a:chOff x="6472366" y="2647932"/>
              <a:chExt cx="522159" cy="2354282"/>
            </a:xfrm>
          </p:grpSpPr>
          <p:sp>
            <p:nvSpPr>
              <p:cNvPr id="919" name="Rectangle 918">
                <a:extLst>
                  <a:ext uri="{FF2B5EF4-FFF2-40B4-BE49-F238E27FC236}">
                    <a16:creationId xmlns:a16="http://schemas.microsoft.com/office/drawing/2014/main" id="{DEF81DD9-7368-1C60-2BE8-577EF9F8C1A0}"/>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0" name="Straight Connector 919">
                <a:extLst>
                  <a:ext uri="{FF2B5EF4-FFF2-40B4-BE49-F238E27FC236}">
                    <a16:creationId xmlns:a16="http://schemas.microsoft.com/office/drawing/2014/main" id="{216547FC-A720-D7FB-CCFB-37B4E02B5EB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921" name="Group 500">
                <a:extLst>
                  <a:ext uri="{FF2B5EF4-FFF2-40B4-BE49-F238E27FC236}">
                    <a16:creationId xmlns:a16="http://schemas.microsoft.com/office/drawing/2014/main" id="{46EA9F13-68D7-DD37-92E5-7182EF6A777F}"/>
                  </a:ext>
                </a:extLst>
              </p:cNvPr>
              <p:cNvGrpSpPr>
                <a:grpSpLocks/>
              </p:cNvGrpSpPr>
              <p:nvPr/>
            </p:nvGrpSpPr>
            <p:grpSpPr bwMode="auto">
              <a:xfrm>
                <a:off x="6486417" y="4766099"/>
                <a:ext cx="507858" cy="236115"/>
                <a:chOff x="4128636" y="3606589"/>
                <a:chExt cx="568145" cy="338667"/>
              </a:xfrm>
            </p:grpSpPr>
            <p:sp>
              <p:nvSpPr>
                <p:cNvPr id="934" name="Oval 933">
                  <a:extLst>
                    <a:ext uri="{FF2B5EF4-FFF2-40B4-BE49-F238E27FC236}">
                      <a16:creationId xmlns:a16="http://schemas.microsoft.com/office/drawing/2014/main" id="{E9087E68-C878-9567-137C-E360C93F681A}"/>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5" name="Rectangle 934">
                  <a:extLst>
                    <a:ext uri="{FF2B5EF4-FFF2-40B4-BE49-F238E27FC236}">
                      <a16:creationId xmlns:a16="http://schemas.microsoft.com/office/drawing/2014/main" id="{49298401-14D8-69B9-10A6-15F658F2FAC4}"/>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6" name="Oval 935">
                  <a:extLst>
                    <a:ext uri="{FF2B5EF4-FFF2-40B4-BE49-F238E27FC236}">
                      <a16:creationId xmlns:a16="http://schemas.microsoft.com/office/drawing/2014/main" id="{FE8E8339-B58C-C856-C32B-E6F20762F361}"/>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7" name="Straight Connector 936">
                  <a:extLst>
                    <a:ext uri="{FF2B5EF4-FFF2-40B4-BE49-F238E27FC236}">
                      <a16:creationId xmlns:a16="http://schemas.microsoft.com/office/drawing/2014/main" id="{46D038C2-5EB1-7A6A-0B71-7B9FD7BF6C74}"/>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938" name="Straight Connector 937">
                  <a:extLst>
                    <a:ext uri="{FF2B5EF4-FFF2-40B4-BE49-F238E27FC236}">
                      <a16:creationId xmlns:a16="http://schemas.microsoft.com/office/drawing/2014/main" id="{8F0DF2DC-D7AE-98CB-1E36-0006C5B05516}"/>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922" name="Rectangle 921">
                <a:extLst>
                  <a:ext uri="{FF2B5EF4-FFF2-40B4-BE49-F238E27FC236}">
                    <a16:creationId xmlns:a16="http://schemas.microsoft.com/office/drawing/2014/main" id="{FF61EAB4-EF06-14FE-4E6D-1F909071BCDD}"/>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F9772550-FFF8-112D-A4FA-C7E66CF0DF5D}"/>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924" name="Group 514">
                <a:extLst>
                  <a:ext uri="{FF2B5EF4-FFF2-40B4-BE49-F238E27FC236}">
                    <a16:creationId xmlns:a16="http://schemas.microsoft.com/office/drawing/2014/main" id="{04104202-7B58-2153-2323-E28C6944919F}"/>
                  </a:ext>
                </a:extLst>
              </p:cNvPr>
              <p:cNvGrpSpPr>
                <a:grpSpLocks/>
              </p:cNvGrpSpPr>
              <p:nvPr/>
            </p:nvGrpSpPr>
            <p:grpSpPr bwMode="auto">
              <a:xfrm>
                <a:off x="6478146" y="2647932"/>
                <a:ext cx="504825" cy="242887"/>
                <a:chOff x="2183302" y="1574638"/>
                <a:chExt cx="1200154" cy="430218"/>
              </a:xfrm>
            </p:grpSpPr>
            <p:sp>
              <p:nvSpPr>
                <p:cNvPr id="925" name="Oval 924">
                  <a:extLst>
                    <a:ext uri="{FF2B5EF4-FFF2-40B4-BE49-F238E27FC236}">
                      <a16:creationId xmlns:a16="http://schemas.microsoft.com/office/drawing/2014/main" id="{35B0BE6C-F203-0CF2-3A23-9E2AB21DA2A5}"/>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26" name="Rectangle 925">
                  <a:extLst>
                    <a:ext uri="{FF2B5EF4-FFF2-40B4-BE49-F238E27FC236}">
                      <a16:creationId xmlns:a16="http://schemas.microsoft.com/office/drawing/2014/main" id="{8CE2FA1F-8949-3722-ABD5-65C4B648855C}"/>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7" name="Oval 926">
                  <a:extLst>
                    <a:ext uri="{FF2B5EF4-FFF2-40B4-BE49-F238E27FC236}">
                      <a16:creationId xmlns:a16="http://schemas.microsoft.com/office/drawing/2014/main" id="{0B465A8A-E88E-828E-BB3E-DECF5BD10EF1}"/>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28" name="Freeform 306">
                  <a:extLst>
                    <a:ext uri="{FF2B5EF4-FFF2-40B4-BE49-F238E27FC236}">
                      <a16:creationId xmlns:a16="http://schemas.microsoft.com/office/drawing/2014/main" id="{777AD35C-F685-5922-958B-A39782231D04}"/>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9" name="Freeform 307">
                  <a:extLst>
                    <a:ext uri="{FF2B5EF4-FFF2-40B4-BE49-F238E27FC236}">
                      <a16:creationId xmlns:a16="http://schemas.microsoft.com/office/drawing/2014/main" id="{B64402A5-A8CA-215A-BA90-FD8970172B67}"/>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0" name="Freeform 308">
                  <a:extLst>
                    <a:ext uri="{FF2B5EF4-FFF2-40B4-BE49-F238E27FC236}">
                      <a16:creationId xmlns:a16="http://schemas.microsoft.com/office/drawing/2014/main" id="{E2068578-E820-4B93-E057-7D360A5C7C64}"/>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1" name="Freeform 309">
                  <a:extLst>
                    <a:ext uri="{FF2B5EF4-FFF2-40B4-BE49-F238E27FC236}">
                      <a16:creationId xmlns:a16="http://schemas.microsoft.com/office/drawing/2014/main" id="{F0024555-9CC3-8C85-CA1D-80D3F77F7711}"/>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32" name="Straight Connector 931">
                  <a:extLst>
                    <a:ext uri="{FF2B5EF4-FFF2-40B4-BE49-F238E27FC236}">
                      <a16:creationId xmlns:a16="http://schemas.microsoft.com/office/drawing/2014/main" id="{1528727D-4E47-869E-A744-3C44F9AC2735}"/>
                    </a:ext>
                  </a:extLst>
                </p:cNvPr>
                <p:cNvCxnSpPr>
                  <a:cxnSpLocks noChangeShapeType="1"/>
                  <a:endCxn id="927"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33" name="Straight Connector 932">
                  <a:extLst>
                    <a:ext uri="{FF2B5EF4-FFF2-40B4-BE49-F238E27FC236}">
                      <a16:creationId xmlns:a16="http://schemas.microsoft.com/office/drawing/2014/main" id="{4FA5197A-5DC1-6682-29AF-2CB5EF250A0A}"/>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21" name="Group 1020">
            <a:extLst>
              <a:ext uri="{FF2B5EF4-FFF2-40B4-BE49-F238E27FC236}">
                <a16:creationId xmlns:a16="http://schemas.microsoft.com/office/drawing/2014/main" id="{B2B8B72F-7AFA-08B7-8EA4-2E894C5DF1E6}"/>
              </a:ext>
            </a:extLst>
          </p:cNvPr>
          <p:cNvGrpSpPr>
            <a:grpSpLocks/>
          </p:cNvGrpSpPr>
          <p:nvPr/>
        </p:nvGrpSpPr>
        <p:grpSpPr bwMode="auto">
          <a:xfrm>
            <a:off x="3419060" y="2725807"/>
            <a:ext cx="5111750" cy="879475"/>
            <a:chOff x="1866825" y="707349"/>
            <a:chExt cx="5112820" cy="879389"/>
          </a:xfrm>
        </p:grpSpPr>
        <p:sp>
          <p:nvSpPr>
            <p:cNvPr id="1022" name="Oval 1021">
              <a:extLst>
                <a:ext uri="{FF2B5EF4-FFF2-40B4-BE49-F238E27FC236}">
                  <a16:creationId xmlns:a16="http://schemas.microsoft.com/office/drawing/2014/main" id="{F5B2C53A-12F9-A5ED-E931-896B1EB3BDDF}"/>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3" name="TextBox 233">
              <a:extLst>
                <a:ext uri="{FF2B5EF4-FFF2-40B4-BE49-F238E27FC236}">
                  <a16:creationId xmlns:a16="http://schemas.microsoft.com/office/drawing/2014/main" id="{E23E4FC9-2835-2EB7-B7CE-DB8F6A579F59}"/>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1024" name="Straight Arrow Connector 1023">
              <a:extLst>
                <a:ext uri="{FF2B5EF4-FFF2-40B4-BE49-F238E27FC236}">
                  <a16:creationId xmlns:a16="http://schemas.microsoft.com/office/drawing/2014/main" id="{65D6E639-2035-CCBC-055F-41150D7D425D}"/>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1025" name="Straight Arrow Connector 1024">
              <a:extLst>
                <a:ext uri="{FF2B5EF4-FFF2-40B4-BE49-F238E27FC236}">
                  <a16:creationId xmlns:a16="http://schemas.microsoft.com/office/drawing/2014/main" id="{1FC8C97B-86D1-01D5-B1AF-33204F5393D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1026" name="Straight Arrow Connector 1025">
              <a:extLst>
                <a:ext uri="{FF2B5EF4-FFF2-40B4-BE49-F238E27FC236}">
                  <a16:creationId xmlns:a16="http://schemas.microsoft.com/office/drawing/2014/main" id="{40C02950-E65C-F9C9-5B8E-0C3AE383A659}"/>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1027" name="Straight Arrow Connector 1026">
              <a:extLst>
                <a:ext uri="{FF2B5EF4-FFF2-40B4-BE49-F238E27FC236}">
                  <a16:creationId xmlns:a16="http://schemas.microsoft.com/office/drawing/2014/main" id="{344D92D1-AAE1-43B6-18BC-66B5802EE47D}"/>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1028" name="Oval 1027">
              <a:extLst>
                <a:ext uri="{FF2B5EF4-FFF2-40B4-BE49-F238E27FC236}">
                  <a16:creationId xmlns:a16="http://schemas.microsoft.com/office/drawing/2014/main" id="{5F33A1AB-0385-CC9F-DCA8-DE73171AF945}"/>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9" name="Oval 1028">
              <a:extLst>
                <a:ext uri="{FF2B5EF4-FFF2-40B4-BE49-F238E27FC236}">
                  <a16:creationId xmlns:a16="http://schemas.microsoft.com/office/drawing/2014/main" id="{55CCEC30-CCB8-5EB2-F694-6B7BA9BB0A3F}"/>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0" name="Oval 1029">
              <a:extLst>
                <a:ext uri="{FF2B5EF4-FFF2-40B4-BE49-F238E27FC236}">
                  <a16:creationId xmlns:a16="http://schemas.microsoft.com/office/drawing/2014/main" id="{B6FE69F4-DF86-E36F-D17E-BDECF1EB47A0}"/>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1" name="Oval 1030">
              <a:extLst>
                <a:ext uri="{FF2B5EF4-FFF2-40B4-BE49-F238E27FC236}">
                  <a16:creationId xmlns:a16="http://schemas.microsoft.com/office/drawing/2014/main" id="{A0373E92-0F01-5777-9090-B8449618701F}"/>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2" name="Straight Arrow Connector 1031">
              <a:extLst>
                <a:ext uri="{FF2B5EF4-FFF2-40B4-BE49-F238E27FC236}">
                  <a16:creationId xmlns:a16="http://schemas.microsoft.com/office/drawing/2014/main" id="{3A45A477-AB24-0026-E37E-96F715076294}"/>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1033" name="Straight Arrow Connector 1032">
              <a:extLst>
                <a:ext uri="{FF2B5EF4-FFF2-40B4-BE49-F238E27FC236}">
                  <a16:creationId xmlns:a16="http://schemas.microsoft.com/office/drawing/2014/main" id="{E911D072-4301-5E81-9E05-8020A89D47C6}"/>
                </a:ext>
              </a:extLst>
            </p:cNvPr>
            <p:cNvCxnSpPr>
              <a:endCxn id="1028"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1034" name="Straight Arrow Connector 1033">
              <a:extLst>
                <a:ext uri="{FF2B5EF4-FFF2-40B4-BE49-F238E27FC236}">
                  <a16:creationId xmlns:a16="http://schemas.microsoft.com/office/drawing/2014/main" id="{65C19B52-0397-6CBC-71F7-46916BD734B1}"/>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1035" name="Straight Arrow Connector 1034">
              <a:extLst>
                <a:ext uri="{FF2B5EF4-FFF2-40B4-BE49-F238E27FC236}">
                  <a16:creationId xmlns:a16="http://schemas.microsoft.com/office/drawing/2014/main" id="{43BAFD2F-6CAF-27DB-3D62-7A6FF2BA945B}"/>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1036" name="Group 1035">
            <a:extLst>
              <a:ext uri="{FF2B5EF4-FFF2-40B4-BE49-F238E27FC236}">
                <a16:creationId xmlns:a16="http://schemas.microsoft.com/office/drawing/2014/main" id="{5197137C-61FF-BBAA-A2FF-AF2F4DA28EA7}"/>
              </a:ext>
            </a:extLst>
          </p:cNvPr>
          <p:cNvGrpSpPr>
            <a:grpSpLocks/>
          </p:cNvGrpSpPr>
          <p:nvPr/>
        </p:nvGrpSpPr>
        <p:grpSpPr bwMode="auto">
          <a:xfrm>
            <a:off x="3147598" y="3114745"/>
            <a:ext cx="6375400" cy="1047750"/>
            <a:chOff x="1557338" y="3074988"/>
            <a:chExt cx="6375400" cy="1047750"/>
          </a:xfrm>
        </p:grpSpPr>
        <p:sp>
          <p:nvSpPr>
            <p:cNvPr id="1037" name="TextBox 232">
              <a:extLst>
                <a:ext uri="{FF2B5EF4-FFF2-40B4-BE49-F238E27FC236}">
                  <a16:creationId xmlns:a16="http://schemas.microsoft.com/office/drawing/2014/main" id="{8A3F5C33-338C-A444-DC3F-569EFFE80B9E}"/>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1038" name="TextBox 233">
              <a:extLst>
                <a:ext uri="{FF2B5EF4-FFF2-40B4-BE49-F238E27FC236}">
                  <a16:creationId xmlns:a16="http://schemas.microsoft.com/office/drawing/2014/main" id="{D13BD5D1-EDF2-B527-E420-82BF0F867B41}"/>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1039" name="Straight Connector 1038">
              <a:extLst>
                <a:ext uri="{FF2B5EF4-FFF2-40B4-BE49-F238E27FC236}">
                  <a16:creationId xmlns:a16="http://schemas.microsoft.com/office/drawing/2014/main" id="{5733F033-4036-C087-05A9-D4F7764938CD}"/>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1040" name="Group 1039">
            <a:extLst>
              <a:ext uri="{FF2B5EF4-FFF2-40B4-BE49-F238E27FC236}">
                <a16:creationId xmlns:a16="http://schemas.microsoft.com/office/drawing/2014/main" id="{1EFC1312-0161-38C0-2DA3-8A4E1DB53B81}"/>
              </a:ext>
            </a:extLst>
          </p:cNvPr>
          <p:cNvGrpSpPr>
            <a:grpSpLocks/>
          </p:cNvGrpSpPr>
          <p:nvPr/>
        </p:nvGrpSpPr>
        <p:grpSpPr bwMode="auto">
          <a:xfrm>
            <a:off x="3419060" y="3741807"/>
            <a:ext cx="5126038" cy="1120775"/>
            <a:chOff x="-4746102" y="4471477"/>
            <a:chExt cx="5126173" cy="1120753"/>
          </a:xfrm>
        </p:grpSpPr>
        <p:pic>
          <p:nvPicPr>
            <p:cNvPr id="1041" name="Picture 10" descr="fig42_table.pdf">
              <a:extLst>
                <a:ext uri="{FF2B5EF4-FFF2-40B4-BE49-F238E27FC236}">
                  <a16:creationId xmlns:a16="http://schemas.microsoft.com/office/drawing/2014/main" id="{B992D9B7-BB5B-E7DE-AAC4-00C853BC1859}"/>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1042" name="Group 25">
              <a:extLst>
                <a:ext uri="{FF2B5EF4-FFF2-40B4-BE49-F238E27FC236}">
                  <a16:creationId xmlns:a16="http://schemas.microsoft.com/office/drawing/2014/main" id="{9574E0C5-086F-50CA-CFFB-03494342829B}"/>
                </a:ext>
              </a:extLst>
            </p:cNvPr>
            <p:cNvGrpSpPr>
              <a:grpSpLocks/>
            </p:cNvGrpSpPr>
            <p:nvPr/>
          </p:nvGrpSpPr>
          <p:grpSpPr bwMode="auto">
            <a:xfrm>
              <a:off x="-3025264" y="5228984"/>
              <a:ext cx="3405335" cy="363246"/>
              <a:chOff x="-3025264" y="5228984"/>
              <a:chExt cx="3405335" cy="363246"/>
            </a:xfrm>
          </p:grpSpPr>
          <p:grpSp>
            <p:nvGrpSpPr>
              <p:cNvPr id="1043" name="Group 241">
                <a:extLst>
                  <a:ext uri="{FF2B5EF4-FFF2-40B4-BE49-F238E27FC236}">
                    <a16:creationId xmlns:a16="http://schemas.microsoft.com/office/drawing/2014/main" id="{1F4D8D4D-FC2F-F2EA-D96D-183709C31AD3}"/>
                  </a:ext>
                </a:extLst>
              </p:cNvPr>
              <p:cNvGrpSpPr>
                <a:grpSpLocks/>
              </p:cNvGrpSpPr>
              <p:nvPr/>
            </p:nvGrpSpPr>
            <p:grpSpPr bwMode="auto">
              <a:xfrm>
                <a:off x="-3025264" y="5262858"/>
                <a:ext cx="430360" cy="329372"/>
                <a:chOff x="2931664" y="3912603"/>
                <a:chExt cx="430450" cy="329314"/>
              </a:xfrm>
            </p:grpSpPr>
            <p:sp>
              <p:nvSpPr>
                <p:cNvPr id="1059" name="Rectangle 1058">
                  <a:extLst>
                    <a:ext uri="{FF2B5EF4-FFF2-40B4-BE49-F238E27FC236}">
                      <a16:creationId xmlns:a16="http://schemas.microsoft.com/office/drawing/2014/main" id="{A71C11E2-4686-4DEC-A07B-8D7862A1E0F4}"/>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0" name="Straight Connector 1059">
                  <a:extLst>
                    <a:ext uri="{FF2B5EF4-FFF2-40B4-BE49-F238E27FC236}">
                      <a16:creationId xmlns:a16="http://schemas.microsoft.com/office/drawing/2014/main" id="{393773DC-E320-8D84-7BFA-B45A544FBC1B}"/>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1061" name="Straight Connector 1060">
                  <a:extLst>
                    <a:ext uri="{FF2B5EF4-FFF2-40B4-BE49-F238E27FC236}">
                      <a16:creationId xmlns:a16="http://schemas.microsoft.com/office/drawing/2014/main" id="{6A267CF3-8F24-5126-A668-C06992DA49A7}"/>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1062" name="Straight Connector 1061">
                  <a:extLst>
                    <a:ext uri="{FF2B5EF4-FFF2-40B4-BE49-F238E27FC236}">
                      <a16:creationId xmlns:a16="http://schemas.microsoft.com/office/drawing/2014/main" id="{FDF513F2-825A-9247-183B-9C78C7522F70}"/>
                    </a:ext>
                  </a:extLst>
                </p:cNvPr>
                <p:cNvCxnSpPr>
                  <a:stCxn id="1059"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1044" name="Group 444">
                <a:extLst>
                  <a:ext uri="{FF2B5EF4-FFF2-40B4-BE49-F238E27FC236}">
                    <a16:creationId xmlns:a16="http://schemas.microsoft.com/office/drawing/2014/main" id="{8C545A23-485F-1F19-B325-FCC99F407B5F}"/>
                  </a:ext>
                </a:extLst>
              </p:cNvPr>
              <p:cNvGrpSpPr>
                <a:grpSpLocks/>
              </p:cNvGrpSpPr>
              <p:nvPr/>
            </p:nvGrpSpPr>
            <p:grpSpPr bwMode="auto">
              <a:xfrm>
                <a:off x="-2217227" y="5261364"/>
                <a:ext cx="430361" cy="329307"/>
                <a:chOff x="2931664" y="3912603"/>
                <a:chExt cx="430450" cy="329314"/>
              </a:xfrm>
            </p:grpSpPr>
            <p:sp>
              <p:nvSpPr>
                <p:cNvPr id="1055" name="Rectangle 1054">
                  <a:extLst>
                    <a:ext uri="{FF2B5EF4-FFF2-40B4-BE49-F238E27FC236}">
                      <a16:creationId xmlns:a16="http://schemas.microsoft.com/office/drawing/2014/main" id="{8F9A93B7-3BB5-6AB6-9CDA-4823022CB36A}"/>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6" name="Straight Connector 1055">
                  <a:extLst>
                    <a:ext uri="{FF2B5EF4-FFF2-40B4-BE49-F238E27FC236}">
                      <a16:creationId xmlns:a16="http://schemas.microsoft.com/office/drawing/2014/main" id="{812548F9-F574-EC0B-4585-A44E75700226}"/>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1057" name="Straight Connector 1056">
                  <a:extLst>
                    <a:ext uri="{FF2B5EF4-FFF2-40B4-BE49-F238E27FC236}">
                      <a16:creationId xmlns:a16="http://schemas.microsoft.com/office/drawing/2014/main" id="{5E22DC4D-510C-BB76-BF80-9218F0EDA391}"/>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1058" name="Straight Connector 1057">
                  <a:extLst>
                    <a:ext uri="{FF2B5EF4-FFF2-40B4-BE49-F238E27FC236}">
                      <a16:creationId xmlns:a16="http://schemas.microsoft.com/office/drawing/2014/main" id="{E7286710-7715-8523-AA3E-D2C98652F6E5}"/>
                    </a:ext>
                  </a:extLst>
                </p:cNvPr>
                <p:cNvCxnSpPr>
                  <a:stCxn id="1055"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1045" name="Group 473">
                <a:extLst>
                  <a:ext uri="{FF2B5EF4-FFF2-40B4-BE49-F238E27FC236}">
                    <a16:creationId xmlns:a16="http://schemas.microsoft.com/office/drawing/2014/main" id="{494B3B61-80F4-6446-7536-CBD1CE6860E4}"/>
                  </a:ext>
                </a:extLst>
              </p:cNvPr>
              <p:cNvGrpSpPr>
                <a:grpSpLocks/>
              </p:cNvGrpSpPr>
              <p:nvPr/>
            </p:nvGrpSpPr>
            <p:grpSpPr bwMode="auto">
              <a:xfrm>
                <a:off x="-1034539" y="5261364"/>
                <a:ext cx="430360" cy="329307"/>
                <a:chOff x="2931664" y="3912603"/>
                <a:chExt cx="430450" cy="329314"/>
              </a:xfrm>
            </p:grpSpPr>
            <p:sp>
              <p:nvSpPr>
                <p:cNvPr id="1051" name="Rectangle 1050">
                  <a:extLst>
                    <a:ext uri="{FF2B5EF4-FFF2-40B4-BE49-F238E27FC236}">
                      <a16:creationId xmlns:a16="http://schemas.microsoft.com/office/drawing/2014/main" id="{4297B835-C1C6-3D7F-D61E-9F1CD1B337F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2" name="Straight Connector 1051">
                  <a:extLst>
                    <a:ext uri="{FF2B5EF4-FFF2-40B4-BE49-F238E27FC236}">
                      <a16:creationId xmlns:a16="http://schemas.microsoft.com/office/drawing/2014/main" id="{6E3F58D9-97EA-ED79-B3C9-A1B68C1F1566}"/>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1053" name="Straight Connector 1052">
                  <a:extLst>
                    <a:ext uri="{FF2B5EF4-FFF2-40B4-BE49-F238E27FC236}">
                      <a16:creationId xmlns:a16="http://schemas.microsoft.com/office/drawing/2014/main" id="{4FA240BA-02A2-ACBC-FB03-B1455FD7F7AA}"/>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1054" name="Straight Connector 1053">
                  <a:extLst>
                    <a:ext uri="{FF2B5EF4-FFF2-40B4-BE49-F238E27FC236}">
                      <a16:creationId xmlns:a16="http://schemas.microsoft.com/office/drawing/2014/main" id="{1F681F1E-CA6F-A6BE-4733-1CF01317284F}"/>
                    </a:ext>
                  </a:extLst>
                </p:cNvPr>
                <p:cNvCxnSpPr>
                  <a:stCxn id="1051"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1046" name="Group 502">
                <a:extLst>
                  <a:ext uri="{FF2B5EF4-FFF2-40B4-BE49-F238E27FC236}">
                    <a16:creationId xmlns:a16="http://schemas.microsoft.com/office/drawing/2014/main" id="{E812B12E-B9A3-8AEC-B6C8-2F931972E630}"/>
                  </a:ext>
                </a:extLst>
              </p:cNvPr>
              <p:cNvGrpSpPr>
                <a:grpSpLocks/>
              </p:cNvGrpSpPr>
              <p:nvPr/>
            </p:nvGrpSpPr>
            <p:grpSpPr bwMode="auto">
              <a:xfrm>
                <a:off x="-50289" y="5228984"/>
                <a:ext cx="430360" cy="350559"/>
                <a:chOff x="2931664" y="3912603"/>
                <a:chExt cx="430450" cy="329314"/>
              </a:xfrm>
            </p:grpSpPr>
            <p:sp>
              <p:nvSpPr>
                <p:cNvPr id="1047" name="Rectangle 1046">
                  <a:extLst>
                    <a:ext uri="{FF2B5EF4-FFF2-40B4-BE49-F238E27FC236}">
                      <a16:creationId xmlns:a16="http://schemas.microsoft.com/office/drawing/2014/main" id="{F6BB823C-437A-B8E4-F9D4-E01734E14DAD}"/>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48" name="Straight Connector 1047">
                  <a:extLst>
                    <a:ext uri="{FF2B5EF4-FFF2-40B4-BE49-F238E27FC236}">
                      <a16:creationId xmlns:a16="http://schemas.microsoft.com/office/drawing/2014/main" id="{ECF9EF13-359F-CAC4-2008-E6DC882F3664}"/>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1049" name="Straight Connector 1048">
                  <a:extLst>
                    <a:ext uri="{FF2B5EF4-FFF2-40B4-BE49-F238E27FC236}">
                      <a16:creationId xmlns:a16="http://schemas.microsoft.com/office/drawing/2014/main" id="{12023E2C-8FAE-6B22-C67F-BB990C3AA1A1}"/>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1050" name="Straight Connector 1049">
                  <a:extLst>
                    <a:ext uri="{FF2B5EF4-FFF2-40B4-BE49-F238E27FC236}">
                      <a16:creationId xmlns:a16="http://schemas.microsoft.com/office/drawing/2014/main" id="{ADC2CA08-B2EE-4064-3CB2-0CB1E74466C8}"/>
                    </a:ext>
                  </a:extLst>
                </p:cNvPr>
                <p:cNvCxnSpPr>
                  <a:stCxn id="1047"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1063" name="Group 1062">
            <a:extLst>
              <a:ext uri="{FF2B5EF4-FFF2-40B4-BE49-F238E27FC236}">
                <a16:creationId xmlns:a16="http://schemas.microsoft.com/office/drawing/2014/main" id="{58291F31-D26D-2659-8C87-467CEB255578}"/>
              </a:ext>
            </a:extLst>
          </p:cNvPr>
          <p:cNvGrpSpPr>
            <a:grpSpLocks/>
          </p:cNvGrpSpPr>
          <p:nvPr/>
        </p:nvGrpSpPr>
        <p:grpSpPr bwMode="auto">
          <a:xfrm>
            <a:off x="3873085" y="2922657"/>
            <a:ext cx="4437063" cy="1577975"/>
            <a:chOff x="-4267279" y="3655204"/>
            <a:chExt cx="4437063" cy="1578510"/>
          </a:xfrm>
        </p:grpSpPr>
        <p:cxnSp>
          <p:nvCxnSpPr>
            <p:cNvPr id="1064" name="Straight Arrow Connector 1063">
              <a:extLst>
                <a:ext uri="{FF2B5EF4-FFF2-40B4-BE49-F238E27FC236}">
                  <a16:creationId xmlns:a16="http://schemas.microsoft.com/office/drawing/2014/main" id="{79D82123-B76A-E465-0563-C8A87827D840}"/>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1065" name="Straight Arrow Connector 1064">
              <a:extLst>
                <a:ext uri="{FF2B5EF4-FFF2-40B4-BE49-F238E27FC236}">
                  <a16:creationId xmlns:a16="http://schemas.microsoft.com/office/drawing/2014/main" id="{613A3CA4-C8C9-9DFF-761E-B1403D148855}"/>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066" name="Straight Arrow Connector 1065">
              <a:extLst>
                <a:ext uri="{FF2B5EF4-FFF2-40B4-BE49-F238E27FC236}">
                  <a16:creationId xmlns:a16="http://schemas.microsoft.com/office/drawing/2014/main" id="{323749FA-0F5B-BBF4-7364-7B962DBA3266}"/>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067" name="Straight Arrow Connector 1066">
              <a:extLst>
                <a:ext uri="{FF2B5EF4-FFF2-40B4-BE49-F238E27FC236}">
                  <a16:creationId xmlns:a16="http://schemas.microsoft.com/office/drawing/2014/main" id="{5126E09A-1274-5FF7-354F-8DB9D5EAEEB8}"/>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068" name="Straight Arrow Connector 1067">
              <a:extLst>
                <a:ext uri="{FF2B5EF4-FFF2-40B4-BE49-F238E27FC236}">
                  <a16:creationId xmlns:a16="http://schemas.microsoft.com/office/drawing/2014/main" id="{B18C66E8-1548-5855-3847-08C08646CEDD}"/>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1069" name="Straight Connector 1068">
            <a:extLst>
              <a:ext uri="{FF2B5EF4-FFF2-40B4-BE49-F238E27FC236}">
                <a16:creationId xmlns:a16="http://schemas.microsoft.com/office/drawing/2014/main" id="{69ED8069-16E3-820E-D989-E91BA12086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grpSp>
        <p:nvGrpSpPr>
          <p:cNvPr id="1072" name="Group 5">
            <a:extLst>
              <a:ext uri="{FF2B5EF4-FFF2-40B4-BE49-F238E27FC236}">
                <a16:creationId xmlns:a16="http://schemas.microsoft.com/office/drawing/2014/main" id="{FBE89E2D-6292-0272-48AC-142BD1893CE2}"/>
              </a:ext>
            </a:extLst>
          </p:cNvPr>
          <p:cNvGrpSpPr>
            <a:grpSpLocks/>
          </p:cNvGrpSpPr>
          <p:nvPr/>
        </p:nvGrpSpPr>
        <p:grpSpPr bwMode="auto">
          <a:xfrm>
            <a:off x="2528473" y="5276920"/>
            <a:ext cx="1616075" cy="487362"/>
            <a:chOff x="-4079003" y="2717403"/>
            <a:chExt cx="1616718" cy="488475"/>
          </a:xfrm>
        </p:grpSpPr>
        <p:sp>
          <p:nvSpPr>
            <p:cNvPr id="1073" name="Rectangle 98">
              <a:extLst>
                <a:ext uri="{FF2B5EF4-FFF2-40B4-BE49-F238E27FC236}">
                  <a16:creationId xmlns:a16="http://schemas.microsoft.com/office/drawing/2014/main" id="{59DC44BB-3EC2-C7E5-E6D1-08EB958E19E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4" name="Line 99">
              <a:extLst>
                <a:ext uri="{FF2B5EF4-FFF2-40B4-BE49-F238E27FC236}">
                  <a16:creationId xmlns:a16="http://schemas.microsoft.com/office/drawing/2014/main" id="{1B50676C-9B4B-930E-4BE2-30737CD941C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Rectangle 104">
              <a:extLst>
                <a:ext uri="{FF2B5EF4-FFF2-40B4-BE49-F238E27FC236}">
                  <a16:creationId xmlns:a16="http://schemas.microsoft.com/office/drawing/2014/main" id="{417C67F2-355A-1E31-7D89-C89D6ED8E2E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Text Box 105">
              <a:extLst>
                <a:ext uri="{FF2B5EF4-FFF2-40B4-BE49-F238E27FC236}">
                  <a16:creationId xmlns:a16="http://schemas.microsoft.com/office/drawing/2014/main" id="{E618DD28-5D75-CD16-21BE-33661E29E5E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077" name="Line 119">
              <a:extLst>
                <a:ext uri="{FF2B5EF4-FFF2-40B4-BE49-F238E27FC236}">
                  <a16:creationId xmlns:a16="http://schemas.microsoft.com/office/drawing/2014/main" id="{1F14EA5B-E6B3-8F48-CE80-B1AA89F062F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89" name="TextBox 6">
            <a:extLst>
              <a:ext uri="{FF2B5EF4-FFF2-40B4-BE49-F238E27FC236}">
                <a16:creationId xmlns:a16="http://schemas.microsoft.com/office/drawing/2014/main" id="{0761565A-F96F-CCA2-AF38-81E795F6A2DB}"/>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91" name="Group 1090">
            <a:extLst>
              <a:ext uri="{FF2B5EF4-FFF2-40B4-BE49-F238E27FC236}">
                <a16:creationId xmlns:a16="http://schemas.microsoft.com/office/drawing/2014/main" id="{BB339C71-C86E-90C1-5EB7-E3E71A06335D}"/>
              </a:ext>
            </a:extLst>
          </p:cNvPr>
          <p:cNvGrpSpPr/>
          <p:nvPr/>
        </p:nvGrpSpPr>
        <p:grpSpPr>
          <a:xfrm>
            <a:off x="4084223" y="5513457"/>
            <a:ext cx="3813175" cy="835025"/>
            <a:chOff x="4084223" y="5513457"/>
            <a:chExt cx="3813175" cy="835025"/>
          </a:xfrm>
        </p:grpSpPr>
        <p:cxnSp>
          <p:nvCxnSpPr>
            <p:cNvPr id="860" name="Straight Connector 859">
              <a:extLst>
                <a:ext uri="{FF2B5EF4-FFF2-40B4-BE49-F238E27FC236}">
                  <a16:creationId xmlns:a16="http://schemas.microsoft.com/office/drawing/2014/main" id="{981BA2FD-6B89-36F4-23ED-08F77A5533DD}"/>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861" name="Straight Connector 860">
              <a:extLst>
                <a:ext uri="{FF2B5EF4-FFF2-40B4-BE49-F238E27FC236}">
                  <a16:creationId xmlns:a16="http://schemas.microsoft.com/office/drawing/2014/main" id="{28342BDA-F4AE-CF43-16FA-9772C58C430E}"/>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862" name="Straight Connector 861">
              <a:extLst>
                <a:ext uri="{FF2B5EF4-FFF2-40B4-BE49-F238E27FC236}">
                  <a16:creationId xmlns:a16="http://schemas.microsoft.com/office/drawing/2014/main" id="{DF3C6639-05C0-ADA1-2796-38F377CB6E7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863" name="Straight Connector 862">
              <a:extLst>
                <a:ext uri="{FF2B5EF4-FFF2-40B4-BE49-F238E27FC236}">
                  <a16:creationId xmlns:a16="http://schemas.microsoft.com/office/drawing/2014/main" id="{07E7AA56-4748-28A7-7A3D-3EDF07EAA70E}"/>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864" name="Straight Connector 863">
              <a:extLst>
                <a:ext uri="{FF2B5EF4-FFF2-40B4-BE49-F238E27FC236}">
                  <a16:creationId xmlns:a16="http://schemas.microsoft.com/office/drawing/2014/main" id="{458722E8-51F4-DA66-11BF-469DD4208069}"/>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865" name="Straight Connector 864">
              <a:extLst>
                <a:ext uri="{FF2B5EF4-FFF2-40B4-BE49-F238E27FC236}">
                  <a16:creationId xmlns:a16="http://schemas.microsoft.com/office/drawing/2014/main" id="{4ECB0DF4-3376-36EC-72FD-F136C6EAAF3C}"/>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866" name="Straight Connector 865">
              <a:extLst>
                <a:ext uri="{FF2B5EF4-FFF2-40B4-BE49-F238E27FC236}">
                  <a16:creationId xmlns:a16="http://schemas.microsoft.com/office/drawing/2014/main" id="{44765897-EBB0-0971-28CD-43B768C8D048}"/>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867" name="Straight Connector 866">
              <a:extLst>
                <a:ext uri="{FF2B5EF4-FFF2-40B4-BE49-F238E27FC236}">
                  <a16:creationId xmlns:a16="http://schemas.microsoft.com/office/drawing/2014/main" id="{16D432B2-CE8A-92FA-1A51-437E2148F2BC}"/>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868" name="Group 7">
              <a:extLst>
                <a:ext uri="{FF2B5EF4-FFF2-40B4-BE49-F238E27FC236}">
                  <a16:creationId xmlns:a16="http://schemas.microsoft.com/office/drawing/2014/main" id="{00A43661-D323-56A5-F26E-6F3EA52BD156}"/>
                </a:ext>
              </a:extLst>
            </p:cNvPr>
            <p:cNvGrpSpPr>
              <a:grpSpLocks/>
            </p:cNvGrpSpPr>
            <p:nvPr/>
          </p:nvGrpSpPr>
          <p:grpSpPr bwMode="auto">
            <a:xfrm>
              <a:off x="5271673" y="6054795"/>
              <a:ext cx="563562" cy="293687"/>
              <a:chOff x="1871277" y="1576300"/>
              <a:chExt cx="1128371" cy="437861"/>
            </a:xfrm>
          </p:grpSpPr>
          <p:sp>
            <p:nvSpPr>
              <p:cNvPr id="869" name="Oval 868">
                <a:extLst>
                  <a:ext uri="{FF2B5EF4-FFF2-40B4-BE49-F238E27FC236}">
                    <a16:creationId xmlns:a16="http://schemas.microsoft.com/office/drawing/2014/main" id="{33270BAC-4ADC-DDFF-4F8B-3A741596CA7C}"/>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70" name="Rectangle 869">
                <a:extLst>
                  <a:ext uri="{FF2B5EF4-FFF2-40B4-BE49-F238E27FC236}">
                    <a16:creationId xmlns:a16="http://schemas.microsoft.com/office/drawing/2014/main" id="{F9920789-436A-5A21-C8E7-A5C14A2C015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71" name="Oval 870">
                <a:extLst>
                  <a:ext uri="{FF2B5EF4-FFF2-40B4-BE49-F238E27FC236}">
                    <a16:creationId xmlns:a16="http://schemas.microsoft.com/office/drawing/2014/main" id="{186CFA73-6B91-CCE1-916A-A8F86915081B}"/>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72" name="Freeform 250">
                <a:extLst>
                  <a:ext uri="{FF2B5EF4-FFF2-40B4-BE49-F238E27FC236}">
                    <a16:creationId xmlns:a16="http://schemas.microsoft.com/office/drawing/2014/main" id="{B3465746-F250-5E21-5418-225F560AE4CC}"/>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73" name="Freeform 251">
                <a:extLst>
                  <a:ext uri="{FF2B5EF4-FFF2-40B4-BE49-F238E27FC236}">
                    <a16:creationId xmlns:a16="http://schemas.microsoft.com/office/drawing/2014/main" id="{0316C711-A00F-1B7B-C421-F1B9607E4ABC}"/>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Freeform 252">
                <a:extLst>
                  <a:ext uri="{FF2B5EF4-FFF2-40B4-BE49-F238E27FC236}">
                    <a16:creationId xmlns:a16="http://schemas.microsoft.com/office/drawing/2014/main" id="{49B1D685-AB34-C3F4-0F49-47A0925B3AD5}"/>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Freeform 253">
                <a:extLst>
                  <a:ext uri="{FF2B5EF4-FFF2-40B4-BE49-F238E27FC236}">
                    <a16:creationId xmlns:a16="http://schemas.microsoft.com/office/drawing/2014/main" id="{65D1C2D8-ADE4-FA09-6D65-EAA85979BE2D}"/>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76" name="Straight Connector 875">
                <a:extLst>
                  <a:ext uri="{FF2B5EF4-FFF2-40B4-BE49-F238E27FC236}">
                    <a16:creationId xmlns:a16="http://schemas.microsoft.com/office/drawing/2014/main" id="{F0709B72-A437-9D72-E502-F346492BF4FE}"/>
                  </a:ext>
                </a:extLst>
              </p:cNvPr>
              <p:cNvCxnSpPr>
                <a:cxnSpLocks noChangeShapeType="1"/>
                <a:endCxn id="871"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77" name="Straight Connector 876">
                <a:extLst>
                  <a:ext uri="{FF2B5EF4-FFF2-40B4-BE49-F238E27FC236}">
                    <a16:creationId xmlns:a16="http://schemas.microsoft.com/office/drawing/2014/main" id="{428B4978-5E32-1C6A-E067-54F4F50E5935}"/>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78" name="Group 327">
              <a:extLst>
                <a:ext uri="{FF2B5EF4-FFF2-40B4-BE49-F238E27FC236}">
                  <a16:creationId xmlns:a16="http://schemas.microsoft.com/office/drawing/2014/main" id="{68A7B3B9-095F-198B-45B0-9D4BEF895CAF}"/>
                </a:ext>
              </a:extLst>
            </p:cNvPr>
            <p:cNvGrpSpPr>
              <a:grpSpLocks/>
            </p:cNvGrpSpPr>
            <p:nvPr/>
          </p:nvGrpSpPr>
          <p:grpSpPr bwMode="auto">
            <a:xfrm>
              <a:off x="5966998" y="5513457"/>
              <a:ext cx="565150" cy="292100"/>
              <a:chOff x="1871277" y="1576300"/>
              <a:chExt cx="1128371" cy="437861"/>
            </a:xfrm>
          </p:grpSpPr>
          <p:sp>
            <p:nvSpPr>
              <p:cNvPr id="879" name="Oval 878">
                <a:extLst>
                  <a:ext uri="{FF2B5EF4-FFF2-40B4-BE49-F238E27FC236}">
                    <a16:creationId xmlns:a16="http://schemas.microsoft.com/office/drawing/2014/main" id="{9302D964-BFAC-BFEA-F753-182218991B78}"/>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80" name="Rectangle 879">
                <a:extLst>
                  <a:ext uri="{FF2B5EF4-FFF2-40B4-BE49-F238E27FC236}">
                    <a16:creationId xmlns:a16="http://schemas.microsoft.com/office/drawing/2014/main" id="{5A03FB67-C04F-7C91-718A-990FB12DC91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81" name="Oval 880">
                <a:extLst>
                  <a:ext uri="{FF2B5EF4-FFF2-40B4-BE49-F238E27FC236}">
                    <a16:creationId xmlns:a16="http://schemas.microsoft.com/office/drawing/2014/main" id="{5892E108-646A-78F0-2E79-8CA1E9969DF1}"/>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82" name="Freeform 260">
                <a:extLst>
                  <a:ext uri="{FF2B5EF4-FFF2-40B4-BE49-F238E27FC236}">
                    <a16:creationId xmlns:a16="http://schemas.microsoft.com/office/drawing/2014/main" id="{FB525A4A-FB82-3814-0451-5634A07F818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83" name="Freeform 261">
                <a:extLst>
                  <a:ext uri="{FF2B5EF4-FFF2-40B4-BE49-F238E27FC236}">
                    <a16:creationId xmlns:a16="http://schemas.microsoft.com/office/drawing/2014/main" id="{51C888AA-42CA-317A-ACFA-12606D6FFFB6}"/>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Freeform 262">
                <a:extLst>
                  <a:ext uri="{FF2B5EF4-FFF2-40B4-BE49-F238E27FC236}">
                    <a16:creationId xmlns:a16="http://schemas.microsoft.com/office/drawing/2014/main" id="{2087BA58-5250-4D25-D090-AD080A0B63B2}"/>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5" name="Freeform 263">
                <a:extLst>
                  <a:ext uri="{FF2B5EF4-FFF2-40B4-BE49-F238E27FC236}">
                    <a16:creationId xmlns:a16="http://schemas.microsoft.com/office/drawing/2014/main" id="{B848E7BE-DA3D-FFB7-4EA3-4100AD50949D}"/>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6" name="Straight Connector 885">
                <a:extLst>
                  <a:ext uri="{FF2B5EF4-FFF2-40B4-BE49-F238E27FC236}">
                    <a16:creationId xmlns:a16="http://schemas.microsoft.com/office/drawing/2014/main" id="{299331DD-934C-E336-C0C0-AAC95FF61473}"/>
                  </a:ext>
                </a:extLst>
              </p:cNvPr>
              <p:cNvCxnSpPr>
                <a:cxnSpLocks noChangeShapeType="1"/>
                <a:endCxn id="881"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87" name="Straight Connector 886">
                <a:extLst>
                  <a:ext uri="{FF2B5EF4-FFF2-40B4-BE49-F238E27FC236}">
                    <a16:creationId xmlns:a16="http://schemas.microsoft.com/office/drawing/2014/main" id="{4E3BD235-0F68-B40B-299F-93A3895EB38B}"/>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88" name="Group 337">
              <a:extLst>
                <a:ext uri="{FF2B5EF4-FFF2-40B4-BE49-F238E27FC236}">
                  <a16:creationId xmlns:a16="http://schemas.microsoft.com/office/drawing/2014/main" id="{FBB0AD4F-1980-2777-6C9C-F695841888B8}"/>
                </a:ext>
              </a:extLst>
            </p:cNvPr>
            <p:cNvGrpSpPr>
              <a:grpSpLocks/>
            </p:cNvGrpSpPr>
            <p:nvPr/>
          </p:nvGrpSpPr>
          <p:grpSpPr bwMode="auto">
            <a:xfrm>
              <a:off x="6609935" y="5967482"/>
              <a:ext cx="563563" cy="293688"/>
              <a:chOff x="1871277" y="1576300"/>
              <a:chExt cx="1128371" cy="437861"/>
            </a:xfrm>
          </p:grpSpPr>
          <p:sp>
            <p:nvSpPr>
              <p:cNvPr id="889" name="Oval 888">
                <a:extLst>
                  <a:ext uri="{FF2B5EF4-FFF2-40B4-BE49-F238E27FC236}">
                    <a16:creationId xmlns:a16="http://schemas.microsoft.com/office/drawing/2014/main" id="{B2E50FA4-BA6E-2C1F-1CF9-CE05F6365B72}"/>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90" name="Rectangle 889">
                <a:extLst>
                  <a:ext uri="{FF2B5EF4-FFF2-40B4-BE49-F238E27FC236}">
                    <a16:creationId xmlns:a16="http://schemas.microsoft.com/office/drawing/2014/main" id="{C1470CBC-FB5F-94E5-1F9A-EBB5C118C06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91" name="Oval 890">
                <a:extLst>
                  <a:ext uri="{FF2B5EF4-FFF2-40B4-BE49-F238E27FC236}">
                    <a16:creationId xmlns:a16="http://schemas.microsoft.com/office/drawing/2014/main" id="{E19F8358-E8F1-ADD4-BBFA-BA2E71ABDEB8}"/>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92" name="Freeform 270">
                <a:extLst>
                  <a:ext uri="{FF2B5EF4-FFF2-40B4-BE49-F238E27FC236}">
                    <a16:creationId xmlns:a16="http://schemas.microsoft.com/office/drawing/2014/main" id="{75B591A4-3587-F318-5BCF-9CADF46BA3D6}"/>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93" name="Freeform 271">
                <a:extLst>
                  <a:ext uri="{FF2B5EF4-FFF2-40B4-BE49-F238E27FC236}">
                    <a16:creationId xmlns:a16="http://schemas.microsoft.com/office/drawing/2014/main" id="{5ED2A105-245A-E862-19AD-126F3E4A12F5}"/>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4" name="Freeform 272">
                <a:extLst>
                  <a:ext uri="{FF2B5EF4-FFF2-40B4-BE49-F238E27FC236}">
                    <a16:creationId xmlns:a16="http://schemas.microsoft.com/office/drawing/2014/main" id="{56A94D5E-A1F0-B52A-A8A6-2CC8C04A8D70}"/>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5" name="Freeform 273">
                <a:extLst>
                  <a:ext uri="{FF2B5EF4-FFF2-40B4-BE49-F238E27FC236}">
                    <a16:creationId xmlns:a16="http://schemas.microsoft.com/office/drawing/2014/main" id="{4710ACED-D3B5-A067-8A0B-E9FDC0711752}"/>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96" name="Straight Connector 895">
                <a:extLst>
                  <a:ext uri="{FF2B5EF4-FFF2-40B4-BE49-F238E27FC236}">
                    <a16:creationId xmlns:a16="http://schemas.microsoft.com/office/drawing/2014/main" id="{7BFF7C0A-BEC9-0A50-EDE9-746925587B13}"/>
                  </a:ext>
                </a:extLst>
              </p:cNvPr>
              <p:cNvCxnSpPr>
                <a:cxnSpLocks noChangeShapeType="1"/>
                <a:endCxn id="891"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97" name="Straight Connector 896">
                <a:extLst>
                  <a:ext uri="{FF2B5EF4-FFF2-40B4-BE49-F238E27FC236}">
                    <a16:creationId xmlns:a16="http://schemas.microsoft.com/office/drawing/2014/main" id="{1B50FB48-E548-D6B5-18F3-65CD80E54E22}"/>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98" name="Group 347">
              <a:extLst>
                <a:ext uri="{FF2B5EF4-FFF2-40B4-BE49-F238E27FC236}">
                  <a16:creationId xmlns:a16="http://schemas.microsoft.com/office/drawing/2014/main" id="{9B92B53D-FBC6-6420-78FC-E95E3912F5FC}"/>
                </a:ext>
              </a:extLst>
            </p:cNvPr>
            <p:cNvGrpSpPr>
              <a:grpSpLocks/>
            </p:cNvGrpSpPr>
            <p:nvPr/>
          </p:nvGrpSpPr>
          <p:grpSpPr bwMode="auto">
            <a:xfrm>
              <a:off x="7332248" y="5653157"/>
              <a:ext cx="565150" cy="293688"/>
              <a:chOff x="1871277" y="1576300"/>
              <a:chExt cx="1128371" cy="437861"/>
            </a:xfrm>
          </p:grpSpPr>
          <p:sp>
            <p:nvSpPr>
              <p:cNvPr id="899" name="Oval 898">
                <a:extLst>
                  <a:ext uri="{FF2B5EF4-FFF2-40B4-BE49-F238E27FC236}">
                    <a16:creationId xmlns:a16="http://schemas.microsoft.com/office/drawing/2014/main" id="{0DE230FC-7E28-A8FE-717B-26E935652A07}"/>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00" name="Rectangle 899">
                <a:extLst>
                  <a:ext uri="{FF2B5EF4-FFF2-40B4-BE49-F238E27FC236}">
                    <a16:creationId xmlns:a16="http://schemas.microsoft.com/office/drawing/2014/main" id="{64D13AC4-C03D-6DBE-96D6-F3737E11E6EA}"/>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01" name="Oval 900">
                <a:extLst>
                  <a:ext uri="{FF2B5EF4-FFF2-40B4-BE49-F238E27FC236}">
                    <a16:creationId xmlns:a16="http://schemas.microsoft.com/office/drawing/2014/main" id="{A42086F7-E59C-0C0A-5959-1A917D859E76}"/>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02" name="Freeform 280">
                <a:extLst>
                  <a:ext uri="{FF2B5EF4-FFF2-40B4-BE49-F238E27FC236}">
                    <a16:creationId xmlns:a16="http://schemas.microsoft.com/office/drawing/2014/main" id="{9A411F00-20C7-F88A-72E3-8D0FE43EEC95}"/>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03" name="Freeform 281">
                <a:extLst>
                  <a:ext uri="{FF2B5EF4-FFF2-40B4-BE49-F238E27FC236}">
                    <a16:creationId xmlns:a16="http://schemas.microsoft.com/office/drawing/2014/main" id="{EA222FBF-41E5-FE63-023B-45CA35ADC052}"/>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4" name="Freeform 282">
                <a:extLst>
                  <a:ext uri="{FF2B5EF4-FFF2-40B4-BE49-F238E27FC236}">
                    <a16:creationId xmlns:a16="http://schemas.microsoft.com/office/drawing/2014/main" id="{68F71B6F-9A47-44A9-813C-87DE85ED1754}"/>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5" name="Freeform 283">
                <a:extLst>
                  <a:ext uri="{FF2B5EF4-FFF2-40B4-BE49-F238E27FC236}">
                    <a16:creationId xmlns:a16="http://schemas.microsoft.com/office/drawing/2014/main" id="{A39FA9D5-D276-7298-914B-B33316A53441}"/>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06" name="Straight Connector 905">
                <a:extLst>
                  <a:ext uri="{FF2B5EF4-FFF2-40B4-BE49-F238E27FC236}">
                    <a16:creationId xmlns:a16="http://schemas.microsoft.com/office/drawing/2014/main" id="{57183C8C-B8FF-334C-63CB-FAB0C908556D}"/>
                  </a:ext>
                </a:extLst>
              </p:cNvPr>
              <p:cNvCxnSpPr>
                <a:cxnSpLocks noChangeShapeType="1"/>
                <a:endCxn id="901"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07" name="Straight Connector 906">
                <a:extLst>
                  <a:ext uri="{FF2B5EF4-FFF2-40B4-BE49-F238E27FC236}">
                    <a16:creationId xmlns:a16="http://schemas.microsoft.com/office/drawing/2014/main" id="{5CAD0F77-C2A0-AAB2-A822-C4BEAD79F476}"/>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070" name="TextBox 265">
              <a:extLst>
                <a:ext uri="{FF2B5EF4-FFF2-40B4-BE49-F238E27FC236}">
                  <a16:creationId xmlns:a16="http://schemas.microsoft.com/office/drawing/2014/main" id="{D1DB06E8-BB27-F018-33FB-4E9CCC0C13C1}"/>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071" name="TextBox 281">
              <a:extLst>
                <a:ext uri="{FF2B5EF4-FFF2-40B4-BE49-F238E27FC236}">
                  <a16:creationId xmlns:a16="http://schemas.microsoft.com/office/drawing/2014/main" id="{60DA4D1D-E583-D816-895F-2D7A5866EFB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1078" name="Freeform 120">
              <a:extLst>
                <a:ext uri="{FF2B5EF4-FFF2-40B4-BE49-F238E27FC236}">
                  <a16:creationId xmlns:a16="http://schemas.microsoft.com/office/drawing/2014/main" id="{43772905-2B06-B2C4-F15C-49073B3D7125}"/>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79" name="Group 357">
              <a:extLst>
                <a:ext uri="{FF2B5EF4-FFF2-40B4-BE49-F238E27FC236}">
                  <a16:creationId xmlns:a16="http://schemas.microsoft.com/office/drawing/2014/main" id="{F8A3F366-EB51-F931-3C4D-D182F84CDC1E}"/>
                </a:ext>
              </a:extLst>
            </p:cNvPr>
            <p:cNvGrpSpPr>
              <a:grpSpLocks/>
            </p:cNvGrpSpPr>
            <p:nvPr/>
          </p:nvGrpSpPr>
          <p:grpSpPr bwMode="auto">
            <a:xfrm>
              <a:off x="4304885" y="5699195"/>
              <a:ext cx="565150" cy="293687"/>
              <a:chOff x="1871277" y="1576300"/>
              <a:chExt cx="1128371" cy="437861"/>
            </a:xfrm>
          </p:grpSpPr>
          <p:sp>
            <p:nvSpPr>
              <p:cNvPr id="1080" name="Oval 1079">
                <a:extLst>
                  <a:ext uri="{FF2B5EF4-FFF2-40B4-BE49-F238E27FC236}">
                    <a16:creationId xmlns:a16="http://schemas.microsoft.com/office/drawing/2014/main" id="{A3616562-5BF9-5970-1F1E-30B8183C0B9B}"/>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F247D41B-7B8A-02C7-326E-2EBFCC54C9D0}"/>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C7765625-DC16-4D33-E76F-69E36B1FA8F5}"/>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462">
                <a:extLst>
                  <a:ext uri="{FF2B5EF4-FFF2-40B4-BE49-F238E27FC236}">
                    <a16:creationId xmlns:a16="http://schemas.microsoft.com/office/drawing/2014/main" id="{3D5EC2F9-B28D-7A62-ACCD-96E25B7695B5}"/>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463">
                <a:extLst>
                  <a:ext uri="{FF2B5EF4-FFF2-40B4-BE49-F238E27FC236}">
                    <a16:creationId xmlns:a16="http://schemas.microsoft.com/office/drawing/2014/main" id="{06E975AA-0A94-67B6-FD84-1416C1297A13}"/>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464">
                <a:extLst>
                  <a:ext uri="{FF2B5EF4-FFF2-40B4-BE49-F238E27FC236}">
                    <a16:creationId xmlns:a16="http://schemas.microsoft.com/office/drawing/2014/main" id="{92374C34-F77E-C595-6822-8A45DC23430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465">
                <a:extLst>
                  <a:ext uri="{FF2B5EF4-FFF2-40B4-BE49-F238E27FC236}">
                    <a16:creationId xmlns:a16="http://schemas.microsoft.com/office/drawing/2014/main" id="{0C49D47A-6C64-9BBE-446D-54D9B726596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3A81D27A-5E20-843A-980B-CDAABB10D108}"/>
                  </a:ext>
                </a:extLst>
              </p:cNvPr>
              <p:cNvCxnSpPr>
                <a:cxnSpLocks noChangeShapeType="1"/>
                <a:endCxn id="108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A779AD10-B88B-AD94-BAC1-58C687FDDE25}"/>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090" name="TextBox 282">
              <a:extLst>
                <a:ext uri="{FF2B5EF4-FFF2-40B4-BE49-F238E27FC236}">
                  <a16:creationId xmlns:a16="http://schemas.microsoft.com/office/drawing/2014/main" id="{CC2984E7-576E-66C7-8E35-3E93DAF238CD}"/>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Tree>
    <p:extLst>
      <p:ext uri="{BB962C8B-B14F-4D97-AF65-F5344CB8AC3E}">
        <p14:creationId xmlns:p14="http://schemas.microsoft.com/office/powerpoint/2010/main" val="3513314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nodeType="afterEffect">
                                  <p:stCondLst>
                                    <p:cond delay="0"/>
                                  </p:stCondLst>
                                  <p:childTnLst>
                                    <p:set>
                                      <p:cBhvr>
                                        <p:cTn id="12" dur="1" fill="hold">
                                          <p:stCondLst>
                                            <p:cond delay="0"/>
                                          </p:stCondLst>
                                        </p:cTn>
                                        <p:tgtEl>
                                          <p:spTgt spid="1069"/>
                                        </p:tgtEl>
                                        <p:attrNameLst>
                                          <p:attrName>style.visibility</p:attrName>
                                        </p:attrNameLst>
                                      </p:cBhvr>
                                      <p:to>
                                        <p:strVal val="visible"/>
                                      </p:to>
                                    </p:set>
                                    <p:animEffect transition="in" filter="dissolve">
                                      <p:cBhvr>
                                        <p:cTn id="13" dur="500"/>
                                        <p:tgtEl>
                                          <p:spTgt spid="1069"/>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59"/>
                                        </p:tgtEl>
                                        <p:attrNameLst>
                                          <p:attrName>style.visibility</p:attrName>
                                        </p:attrNameLst>
                                      </p:cBhvr>
                                      <p:to>
                                        <p:strVal val="visible"/>
                                      </p:to>
                                    </p:set>
                                    <p:animEffect transition="in" filter="dissolve">
                                      <p:cBhvr>
                                        <p:cTn id="16" dur="500"/>
                                        <p:tgtEl>
                                          <p:spTgt spid="859"/>
                                        </p:tgtEl>
                                      </p:cBhvr>
                                    </p:animEffect>
                                  </p:childTnLst>
                                </p:cTn>
                              </p:par>
                              <p:par>
                                <p:cTn id="17" presetID="9" presetClass="entr" presetSubtype="0" fill="hold" nodeType="withEffect">
                                  <p:stCondLst>
                                    <p:cond delay="0"/>
                                  </p:stCondLst>
                                  <p:childTnLst>
                                    <p:set>
                                      <p:cBhvr>
                                        <p:cTn id="18" dur="1" fill="hold">
                                          <p:stCondLst>
                                            <p:cond delay="0"/>
                                          </p:stCondLst>
                                        </p:cTn>
                                        <p:tgtEl>
                                          <p:spTgt spid="1072"/>
                                        </p:tgtEl>
                                        <p:attrNameLst>
                                          <p:attrName>style.visibility</p:attrName>
                                        </p:attrNameLst>
                                      </p:cBhvr>
                                      <p:to>
                                        <p:strVal val="visible"/>
                                      </p:to>
                                    </p:set>
                                    <p:animEffect transition="in" filter="dissolve">
                                      <p:cBhvr>
                                        <p:cTn id="19" dur="500"/>
                                        <p:tgtEl>
                                          <p:spTgt spid="1072"/>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089"/>
                                        </p:tgtEl>
                                        <p:attrNameLst>
                                          <p:attrName>style.visibility</p:attrName>
                                        </p:attrNameLst>
                                      </p:cBhvr>
                                      <p:to>
                                        <p:strVal val="visible"/>
                                      </p:to>
                                    </p:set>
                                    <p:animEffect transition="in" filter="dissolve">
                                      <p:cBhvr>
                                        <p:cTn id="22" dur="500"/>
                                        <p:tgtEl>
                                          <p:spTgt spid="1089"/>
                                        </p:tgtEl>
                                      </p:cBhvr>
                                    </p:animEffect>
                                  </p:childTnLst>
                                </p:cTn>
                              </p:par>
                              <p:par>
                                <p:cTn id="23" presetID="9" presetClass="entr" presetSubtype="0" fill="hold" nodeType="withEffect">
                                  <p:stCondLst>
                                    <p:cond delay="0"/>
                                  </p:stCondLst>
                                  <p:childTnLst>
                                    <p:set>
                                      <p:cBhvr>
                                        <p:cTn id="24" dur="1" fill="hold">
                                          <p:stCondLst>
                                            <p:cond delay="0"/>
                                          </p:stCondLst>
                                        </p:cTn>
                                        <p:tgtEl>
                                          <p:spTgt spid="1091"/>
                                        </p:tgtEl>
                                        <p:attrNameLst>
                                          <p:attrName>style.visibility</p:attrName>
                                        </p:attrNameLst>
                                      </p:cBhvr>
                                      <p:to>
                                        <p:strVal val="visible"/>
                                      </p:to>
                                    </p:set>
                                    <p:animEffect transition="in" filter="dissolve">
                                      <p:cBhvr>
                                        <p:cTn id="25" dur="500"/>
                                        <p:tgtEl>
                                          <p:spTgt spid="1091"/>
                                        </p:tgtEl>
                                      </p:cBhvr>
                                    </p:animEffect>
                                  </p:childTnLst>
                                </p:cTn>
                              </p:par>
                            </p:childTnLst>
                          </p:cTn>
                        </p:par>
                        <p:par>
                          <p:cTn id="26" fill="hold">
                            <p:stCondLst>
                              <p:cond delay="1500"/>
                            </p:stCondLst>
                            <p:childTnLst>
                              <p:par>
                                <p:cTn id="27" presetID="42" presetClass="entr" presetSubtype="0" fill="hold" nodeType="afterEffect">
                                  <p:stCondLst>
                                    <p:cond delay="0"/>
                                  </p:stCondLst>
                                  <p:childTnLst>
                                    <p:set>
                                      <p:cBhvr>
                                        <p:cTn id="28" dur="1" fill="hold">
                                          <p:stCondLst>
                                            <p:cond delay="0"/>
                                          </p:stCondLst>
                                        </p:cTn>
                                        <p:tgtEl>
                                          <p:spTgt spid="510">
                                            <p:txEl>
                                              <p:pRg st="0" end="0"/>
                                            </p:txEl>
                                          </p:spTgt>
                                        </p:tgtEl>
                                        <p:attrNameLst>
                                          <p:attrName>style.visibility</p:attrName>
                                        </p:attrNameLst>
                                      </p:cBhvr>
                                      <p:to>
                                        <p:strVal val="visible"/>
                                      </p:to>
                                    </p:set>
                                    <p:animEffect transition="in" filter="fade">
                                      <p:cBhvr>
                                        <p:cTn id="29" dur="1000"/>
                                        <p:tgtEl>
                                          <p:spTgt spid="510">
                                            <p:txEl>
                                              <p:pRg st="0" end="0"/>
                                            </p:txEl>
                                          </p:spTgt>
                                        </p:tgtEl>
                                      </p:cBhvr>
                                    </p:animEffect>
                                    <p:anim calcmode="lin" valueType="num">
                                      <p:cBhvr>
                                        <p:cTn id="30" dur="1000" fill="hold"/>
                                        <p:tgtEl>
                                          <p:spTgt spid="510">
                                            <p:txEl>
                                              <p:pRg st="0" end="0"/>
                                            </p:txEl>
                                          </p:spTgt>
                                        </p:tgtEl>
                                        <p:attrNameLst>
                                          <p:attrName>ppt_x</p:attrName>
                                        </p:attrNameLst>
                                      </p:cBhvr>
                                      <p:tavLst>
                                        <p:tav tm="0">
                                          <p:val>
                                            <p:strVal val="#ppt_x"/>
                                          </p:val>
                                        </p:tav>
                                        <p:tav tm="100000">
                                          <p:val>
                                            <p:strVal val="#ppt_x"/>
                                          </p:val>
                                        </p:tav>
                                      </p:tavLst>
                                    </p:anim>
                                    <p:anim calcmode="lin" valueType="num">
                                      <p:cBhvr>
                                        <p:cTn id="31" dur="1000" fill="hold"/>
                                        <p:tgtEl>
                                          <p:spTgt spid="510">
                                            <p:txEl>
                                              <p:pRg st="0" end="0"/>
                                            </p:txEl>
                                          </p:spTgt>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nodeType="afterEffect">
                                  <p:stCondLst>
                                    <p:cond delay="0"/>
                                  </p:stCondLst>
                                  <p:childTnLst>
                                    <p:set>
                                      <p:cBhvr>
                                        <p:cTn id="34" dur="1" fill="hold">
                                          <p:stCondLst>
                                            <p:cond delay="0"/>
                                          </p:stCondLst>
                                        </p:cTn>
                                        <p:tgtEl>
                                          <p:spTgt spid="510">
                                            <p:txEl>
                                              <p:pRg st="1" end="1"/>
                                            </p:txEl>
                                          </p:spTgt>
                                        </p:tgtEl>
                                        <p:attrNameLst>
                                          <p:attrName>style.visibility</p:attrName>
                                        </p:attrNameLst>
                                      </p:cBhvr>
                                      <p:to>
                                        <p:strVal val="visible"/>
                                      </p:to>
                                    </p:set>
                                    <p:animEffect transition="in" filter="fade">
                                      <p:cBhvr>
                                        <p:cTn id="35" dur="1000"/>
                                        <p:tgtEl>
                                          <p:spTgt spid="510">
                                            <p:txEl>
                                              <p:pRg st="1" end="1"/>
                                            </p:txEl>
                                          </p:spTgt>
                                        </p:tgtEl>
                                      </p:cBhvr>
                                    </p:animEffect>
                                    <p:anim calcmode="lin" valueType="num">
                                      <p:cBhvr>
                                        <p:cTn id="36" dur="1000" fill="hold"/>
                                        <p:tgtEl>
                                          <p:spTgt spid="510">
                                            <p:txEl>
                                              <p:pRg st="1" end="1"/>
                                            </p:txEl>
                                          </p:spTgt>
                                        </p:tgtEl>
                                        <p:attrNameLst>
                                          <p:attrName>ppt_x</p:attrName>
                                        </p:attrNameLst>
                                      </p:cBhvr>
                                      <p:tavLst>
                                        <p:tav tm="0">
                                          <p:val>
                                            <p:strVal val="#ppt_x"/>
                                          </p:val>
                                        </p:tav>
                                        <p:tav tm="100000">
                                          <p:val>
                                            <p:strVal val="#ppt_x"/>
                                          </p:val>
                                        </p:tav>
                                      </p:tavLst>
                                    </p:anim>
                                    <p:anim calcmode="lin" valueType="num">
                                      <p:cBhvr>
                                        <p:cTn id="37" dur="1000" fill="hold"/>
                                        <p:tgtEl>
                                          <p:spTgt spid="51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nodeType="clickEffect">
                                  <p:stCondLst>
                                    <p:cond delay="0"/>
                                  </p:stCondLst>
                                  <p:childTnLst>
                                    <p:set>
                                      <p:cBhvr>
                                        <p:cTn id="41" dur="1" fill="hold">
                                          <p:stCondLst>
                                            <p:cond delay="0"/>
                                          </p:stCondLst>
                                        </p:cTn>
                                        <p:tgtEl>
                                          <p:spTgt spid="908"/>
                                        </p:tgtEl>
                                        <p:attrNameLst>
                                          <p:attrName>style.visibility</p:attrName>
                                        </p:attrNameLst>
                                      </p:cBhvr>
                                      <p:to>
                                        <p:strVal val="visible"/>
                                      </p:to>
                                    </p:set>
                                    <p:animEffect transition="in" filter="wipe(down)">
                                      <p:cBhvr>
                                        <p:cTn id="42" dur="1000"/>
                                        <p:tgtEl>
                                          <p:spTgt spid="90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040"/>
                                        </p:tgtEl>
                                        <p:attrNameLst>
                                          <p:attrName>style.visibility</p:attrName>
                                        </p:attrNameLst>
                                      </p:cBhvr>
                                      <p:to>
                                        <p:strVal val="visible"/>
                                      </p:to>
                                    </p:set>
                                    <p:animEffect transition="in" filter="dissolve">
                                      <p:cBhvr>
                                        <p:cTn id="47" dur="500"/>
                                        <p:tgtEl>
                                          <p:spTgt spid="1040"/>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1021"/>
                                        </p:tgtEl>
                                        <p:attrNameLst>
                                          <p:attrName>style.visibility</p:attrName>
                                        </p:attrNameLst>
                                      </p:cBhvr>
                                      <p:to>
                                        <p:strVal val="visible"/>
                                      </p:to>
                                    </p:set>
                                    <p:animEffect transition="in" filter="dissolve">
                                      <p:cBhvr>
                                        <p:cTn id="52" dur="500"/>
                                        <p:tgtEl>
                                          <p:spTgt spid="1021"/>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1063"/>
                                        </p:tgtEl>
                                        <p:attrNameLst>
                                          <p:attrName>style.visibility</p:attrName>
                                        </p:attrNameLst>
                                      </p:cBhvr>
                                      <p:to>
                                        <p:strVal val="visible"/>
                                      </p:to>
                                    </p:set>
                                    <p:animEffect transition="in" filter="wipe(up)">
                                      <p:cBhvr>
                                        <p:cTn id="57" dur="500"/>
                                        <p:tgtEl>
                                          <p:spTgt spid="1063"/>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1036"/>
                                        </p:tgtEl>
                                        <p:attrNameLst>
                                          <p:attrName>style.visibility</p:attrName>
                                        </p:attrNameLst>
                                      </p:cBhvr>
                                      <p:to>
                                        <p:strVal val="visible"/>
                                      </p:to>
                                    </p:set>
                                    <p:animEffect transition="in" filter="dissolve">
                                      <p:cBhvr>
                                        <p:cTn id="62" dur="500"/>
                                        <p:tgtEl>
                                          <p:spTgt spid="10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9" grpId="0" animBg="1"/>
      <p:bldP spid="1089"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rPr>
              <a:t>صفحه کنترل شبکه‌سازی نرم‌افزار محور (</a:t>
            </a:r>
            <a:r>
              <a:rPr lang="en-US" b="1" dirty="0">
                <a:solidFill>
                  <a:srgbClr val="C00000"/>
                </a:solidFill>
              </a:rPr>
              <a:t>SDN</a:t>
            </a:r>
            <a:r>
              <a:rPr lang="fa-IR" b="1" dirty="0">
                <a:solidFill>
                  <a:srgbClr val="C00000"/>
                </a:solidFill>
              </a:rPr>
              <a:t>):</a:t>
            </a:r>
          </a:p>
          <a:p>
            <a:pPr marL="457200" lvl="1" indent="0">
              <a:lnSpc>
                <a:spcPct val="100000"/>
              </a:lnSpc>
              <a:spcBef>
                <a:spcPts val="0"/>
              </a:spcBef>
              <a:buNone/>
            </a:pPr>
            <a:endParaRPr lang="fa-IR" sz="3600" b="1" dirty="0">
              <a:solidFill>
                <a:srgbClr val="0000FF"/>
              </a:solidFill>
            </a:endParaRPr>
          </a:p>
        </p:txBody>
      </p:sp>
      <p:sp>
        <p:nvSpPr>
          <p:cNvPr id="510" name="Content Placeholder 2">
            <a:extLst>
              <a:ext uri="{FF2B5EF4-FFF2-40B4-BE49-F238E27FC236}">
                <a16:creationId xmlns:a16="http://schemas.microsoft.com/office/drawing/2014/main" id="{3EC42B0B-AD5F-1EC4-B946-5E55182B7A34}"/>
              </a:ext>
            </a:extLst>
          </p:cNvPr>
          <p:cNvSpPr txBox="1">
            <a:spLocks/>
          </p:cNvSpPr>
          <p:nvPr/>
        </p:nvSpPr>
        <p:spPr>
          <a:xfrm>
            <a:off x="1200058" y="1157526"/>
            <a:ext cx="10706471" cy="543619"/>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indent="-144000">
              <a:lnSpc>
                <a:spcPct val="130000"/>
              </a:lnSpc>
              <a:spcBef>
                <a:spcPts val="0"/>
              </a:spcBef>
              <a:spcAft>
                <a:spcPts val="600"/>
              </a:spcAft>
            </a:pPr>
            <a:r>
              <a:rPr lang="fa-IR" sz="1600" b="1" dirty="0">
                <a:solidFill>
                  <a:srgbClr val="0000FF"/>
                </a:solidFill>
              </a:rPr>
              <a:t>کنترل‌کننده راه‌دور، جدول‌های جلورانی را محاسبه کرده و درون مسیریاب‌ها قرار می‌دهد.</a:t>
            </a:r>
          </a:p>
        </p:txBody>
      </p:sp>
      <p:grpSp>
        <p:nvGrpSpPr>
          <p:cNvPr id="630" name="Group 629">
            <a:extLst>
              <a:ext uri="{FF2B5EF4-FFF2-40B4-BE49-F238E27FC236}">
                <a16:creationId xmlns:a16="http://schemas.microsoft.com/office/drawing/2014/main" id="{FF08D13D-BA18-1ACF-97D4-CC021C707915}"/>
              </a:ext>
            </a:extLst>
          </p:cNvPr>
          <p:cNvGrpSpPr>
            <a:grpSpLocks/>
          </p:cNvGrpSpPr>
          <p:nvPr/>
        </p:nvGrpSpPr>
        <p:grpSpPr bwMode="auto">
          <a:xfrm>
            <a:off x="3203430" y="1718490"/>
            <a:ext cx="6027738" cy="1439862"/>
            <a:chOff x="1492879" y="2061336"/>
            <a:chExt cx="6027737" cy="1440135"/>
          </a:xfrm>
        </p:grpSpPr>
        <p:sp>
          <p:nvSpPr>
            <p:cNvPr id="631" name="Rectangle 630">
              <a:extLst>
                <a:ext uri="{FF2B5EF4-FFF2-40B4-BE49-F238E27FC236}">
                  <a16:creationId xmlns:a16="http://schemas.microsoft.com/office/drawing/2014/main" id="{5A5B8B97-D2BB-B2B0-5F09-6546F63F2E93}"/>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32" name="Freeform 818">
              <a:extLst>
                <a:ext uri="{FF2B5EF4-FFF2-40B4-BE49-F238E27FC236}">
                  <a16:creationId xmlns:a16="http://schemas.microsoft.com/office/drawing/2014/main" id="{987C8924-DDD0-CD95-24C3-C8A35A5F3289}"/>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33" name="Freeform 819">
              <a:extLst>
                <a:ext uri="{FF2B5EF4-FFF2-40B4-BE49-F238E27FC236}">
                  <a16:creationId xmlns:a16="http://schemas.microsoft.com/office/drawing/2014/main" id="{74673333-CD0E-C130-C725-931D282E0E18}"/>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634" name="Group 950">
              <a:extLst>
                <a:ext uri="{FF2B5EF4-FFF2-40B4-BE49-F238E27FC236}">
                  <a16:creationId xmlns:a16="http://schemas.microsoft.com/office/drawing/2014/main" id="{E044C977-C65C-4B00-2D2B-5FD22AE41CC8}"/>
                </a:ext>
              </a:extLst>
            </p:cNvPr>
            <p:cNvGrpSpPr>
              <a:grpSpLocks/>
            </p:cNvGrpSpPr>
            <p:nvPr/>
          </p:nvGrpSpPr>
          <p:grpSpPr bwMode="auto">
            <a:xfrm>
              <a:off x="1492879" y="2820676"/>
              <a:ext cx="338137" cy="653816"/>
              <a:chOff x="4140" y="429"/>
              <a:chExt cx="1425" cy="2396"/>
            </a:xfrm>
          </p:grpSpPr>
          <p:sp>
            <p:nvSpPr>
              <p:cNvPr id="668" name="Freeform 951">
                <a:extLst>
                  <a:ext uri="{FF2B5EF4-FFF2-40B4-BE49-F238E27FC236}">
                    <a16:creationId xmlns:a16="http://schemas.microsoft.com/office/drawing/2014/main" id="{23B3C5BA-46AA-3B29-9748-5C8484F826BB}"/>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9" name="Rectangle 952">
                <a:extLst>
                  <a:ext uri="{FF2B5EF4-FFF2-40B4-BE49-F238E27FC236}">
                    <a16:creationId xmlns:a16="http://schemas.microsoft.com/office/drawing/2014/main" id="{7E76E5C6-04D3-49AF-0E1E-A0F6C42A70C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0" name="Freeform 953">
                <a:extLst>
                  <a:ext uri="{FF2B5EF4-FFF2-40B4-BE49-F238E27FC236}">
                    <a16:creationId xmlns:a16="http://schemas.microsoft.com/office/drawing/2014/main" id="{335E6526-1D45-E3FB-BEEB-E2048AA28D08}"/>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1" name="Freeform 954">
                <a:extLst>
                  <a:ext uri="{FF2B5EF4-FFF2-40B4-BE49-F238E27FC236}">
                    <a16:creationId xmlns:a16="http://schemas.microsoft.com/office/drawing/2014/main" id="{03CBED14-7FA6-77EC-CB6C-64619DEF1E4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2" name="Rectangle 955">
                <a:extLst>
                  <a:ext uri="{FF2B5EF4-FFF2-40B4-BE49-F238E27FC236}">
                    <a16:creationId xmlns:a16="http://schemas.microsoft.com/office/drawing/2014/main" id="{F1700DA8-8AAC-699D-1A61-D4A77D9CBC3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73" name="Group 956">
                <a:extLst>
                  <a:ext uri="{FF2B5EF4-FFF2-40B4-BE49-F238E27FC236}">
                    <a16:creationId xmlns:a16="http://schemas.microsoft.com/office/drawing/2014/main" id="{178A2926-CFF3-446F-AC3C-3011275E33B0}"/>
                  </a:ext>
                </a:extLst>
              </p:cNvPr>
              <p:cNvGrpSpPr>
                <a:grpSpLocks/>
              </p:cNvGrpSpPr>
              <p:nvPr/>
            </p:nvGrpSpPr>
            <p:grpSpPr bwMode="auto">
              <a:xfrm>
                <a:off x="4749" y="668"/>
                <a:ext cx="581" cy="145"/>
                <a:chOff x="614" y="2568"/>
                <a:chExt cx="725" cy="139"/>
              </a:xfrm>
            </p:grpSpPr>
            <p:sp>
              <p:nvSpPr>
                <p:cNvPr id="698" name="AutoShape 957">
                  <a:extLst>
                    <a:ext uri="{FF2B5EF4-FFF2-40B4-BE49-F238E27FC236}">
                      <a16:creationId xmlns:a16="http://schemas.microsoft.com/office/drawing/2014/main" id="{12BDC64E-9ABF-F4D8-B989-C46FAEBF0E21}"/>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9" name="AutoShape 958">
                  <a:extLst>
                    <a:ext uri="{FF2B5EF4-FFF2-40B4-BE49-F238E27FC236}">
                      <a16:creationId xmlns:a16="http://schemas.microsoft.com/office/drawing/2014/main" id="{78191C99-799A-0A40-DF28-FE4F4F63AC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4" name="Rectangle 959">
                <a:extLst>
                  <a:ext uri="{FF2B5EF4-FFF2-40B4-BE49-F238E27FC236}">
                    <a16:creationId xmlns:a16="http://schemas.microsoft.com/office/drawing/2014/main" id="{56276DB0-836C-9CA3-1D07-B72C128BA951}"/>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75" name="Group 960">
                <a:extLst>
                  <a:ext uri="{FF2B5EF4-FFF2-40B4-BE49-F238E27FC236}">
                    <a16:creationId xmlns:a16="http://schemas.microsoft.com/office/drawing/2014/main" id="{6D5F786E-BFB6-B609-8BB8-97A21CC00902}"/>
                  </a:ext>
                </a:extLst>
              </p:cNvPr>
              <p:cNvGrpSpPr>
                <a:grpSpLocks/>
              </p:cNvGrpSpPr>
              <p:nvPr/>
            </p:nvGrpSpPr>
            <p:grpSpPr bwMode="auto">
              <a:xfrm>
                <a:off x="4747" y="994"/>
                <a:ext cx="581" cy="134"/>
                <a:chOff x="614" y="2568"/>
                <a:chExt cx="725" cy="139"/>
              </a:xfrm>
            </p:grpSpPr>
            <p:sp>
              <p:nvSpPr>
                <p:cNvPr id="696" name="AutoShape 961">
                  <a:extLst>
                    <a:ext uri="{FF2B5EF4-FFF2-40B4-BE49-F238E27FC236}">
                      <a16:creationId xmlns:a16="http://schemas.microsoft.com/office/drawing/2014/main" id="{A291F6DC-4EBA-7892-C93A-BB23DF020D3D}"/>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7" name="AutoShape 962">
                  <a:extLst>
                    <a:ext uri="{FF2B5EF4-FFF2-40B4-BE49-F238E27FC236}">
                      <a16:creationId xmlns:a16="http://schemas.microsoft.com/office/drawing/2014/main" id="{AEAA237E-8280-DEA7-BD26-469F68B7CA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6" name="Rectangle 963">
                <a:extLst>
                  <a:ext uri="{FF2B5EF4-FFF2-40B4-BE49-F238E27FC236}">
                    <a16:creationId xmlns:a16="http://schemas.microsoft.com/office/drawing/2014/main" id="{91502F6B-4C27-FEFD-5A8F-4B184C52CE78}"/>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7" name="Rectangle 964">
                <a:extLst>
                  <a:ext uri="{FF2B5EF4-FFF2-40B4-BE49-F238E27FC236}">
                    <a16:creationId xmlns:a16="http://schemas.microsoft.com/office/drawing/2014/main" id="{44B3EF5B-51A2-83F3-A245-B9F3B99F4A61}"/>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78" name="Group 965">
                <a:extLst>
                  <a:ext uri="{FF2B5EF4-FFF2-40B4-BE49-F238E27FC236}">
                    <a16:creationId xmlns:a16="http://schemas.microsoft.com/office/drawing/2014/main" id="{102FA936-5B45-5E84-CC0A-AF8F3FBD2086}"/>
                  </a:ext>
                </a:extLst>
              </p:cNvPr>
              <p:cNvGrpSpPr>
                <a:grpSpLocks/>
              </p:cNvGrpSpPr>
              <p:nvPr/>
            </p:nvGrpSpPr>
            <p:grpSpPr bwMode="auto">
              <a:xfrm>
                <a:off x="4735" y="1627"/>
                <a:ext cx="582" cy="151"/>
                <a:chOff x="614" y="2568"/>
                <a:chExt cx="725" cy="139"/>
              </a:xfrm>
            </p:grpSpPr>
            <p:sp>
              <p:nvSpPr>
                <p:cNvPr id="694" name="AutoShape 966">
                  <a:extLst>
                    <a:ext uri="{FF2B5EF4-FFF2-40B4-BE49-F238E27FC236}">
                      <a16:creationId xmlns:a16="http://schemas.microsoft.com/office/drawing/2014/main" id="{E894FF77-A836-8B97-166F-1E3DA2EF6C27}"/>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5" name="AutoShape 967">
                  <a:extLst>
                    <a:ext uri="{FF2B5EF4-FFF2-40B4-BE49-F238E27FC236}">
                      <a16:creationId xmlns:a16="http://schemas.microsoft.com/office/drawing/2014/main" id="{7A98AF60-E31C-7496-D138-14E0FBCB54E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9" name="Freeform 968">
                <a:extLst>
                  <a:ext uri="{FF2B5EF4-FFF2-40B4-BE49-F238E27FC236}">
                    <a16:creationId xmlns:a16="http://schemas.microsoft.com/office/drawing/2014/main" id="{50D9AA62-F216-1BF8-25B9-4CD5DF61BF9A}"/>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80" name="Group 969">
                <a:extLst>
                  <a:ext uri="{FF2B5EF4-FFF2-40B4-BE49-F238E27FC236}">
                    <a16:creationId xmlns:a16="http://schemas.microsoft.com/office/drawing/2014/main" id="{FBBBF2DA-A9E1-9BAB-F3FC-4B5E05A1AC0C}"/>
                  </a:ext>
                </a:extLst>
              </p:cNvPr>
              <p:cNvGrpSpPr>
                <a:grpSpLocks/>
              </p:cNvGrpSpPr>
              <p:nvPr/>
            </p:nvGrpSpPr>
            <p:grpSpPr bwMode="auto">
              <a:xfrm>
                <a:off x="4739" y="1327"/>
                <a:ext cx="582" cy="139"/>
                <a:chOff x="614" y="2568"/>
                <a:chExt cx="725" cy="139"/>
              </a:xfrm>
            </p:grpSpPr>
            <p:sp>
              <p:nvSpPr>
                <p:cNvPr id="692" name="AutoShape 970">
                  <a:extLst>
                    <a:ext uri="{FF2B5EF4-FFF2-40B4-BE49-F238E27FC236}">
                      <a16:creationId xmlns:a16="http://schemas.microsoft.com/office/drawing/2014/main" id="{201A6F1B-2D81-2458-1E1F-30E16BCB25AA}"/>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3" name="AutoShape 971">
                  <a:extLst>
                    <a:ext uri="{FF2B5EF4-FFF2-40B4-BE49-F238E27FC236}">
                      <a16:creationId xmlns:a16="http://schemas.microsoft.com/office/drawing/2014/main" id="{170BA83B-C1F3-3433-E68E-EEB580363DE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81" name="Rectangle 972">
                <a:extLst>
                  <a:ext uri="{FF2B5EF4-FFF2-40B4-BE49-F238E27FC236}">
                    <a16:creationId xmlns:a16="http://schemas.microsoft.com/office/drawing/2014/main" id="{E933D76A-575B-7FBF-BC25-0F5F68CF667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2" name="Freeform 973">
                <a:extLst>
                  <a:ext uri="{FF2B5EF4-FFF2-40B4-BE49-F238E27FC236}">
                    <a16:creationId xmlns:a16="http://schemas.microsoft.com/office/drawing/2014/main" id="{EE2FAF32-3A91-8D76-7E14-340EBC176810}"/>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3" name="Freeform 974">
                <a:extLst>
                  <a:ext uri="{FF2B5EF4-FFF2-40B4-BE49-F238E27FC236}">
                    <a16:creationId xmlns:a16="http://schemas.microsoft.com/office/drawing/2014/main" id="{A3B2A5FB-F7F2-DA6E-44E1-16523748063E}"/>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4" name="Oval 975">
                <a:extLst>
                  <a:ext uri="{FF2B5EF4-FFF2-40B4-BE49-F238E27FC236}">
                    <a16:creationId xmlns:a16="http://schemas.microsoft.com/office/drawing/2014/main" id="{24C2212A-C2F7-3C10-0C29-6E762C5BE86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5" name="Freeform 976">
                <a:extLst>
                  <a:ext uri="{FF2B5EF4-FFF2-40B4-BE49-F238E27FC236}">
                    <a16:creationId xmlns:a16="http://schemas.microsoft.com/office/drawing/2014/main" id="{FECB8E95-9AE1-8BB7-72D9-87BD2D6F3201}"/>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6" name="AutoShape 977">
                <a:extLst>
                  <a:ext uri="{FF2B5EF4-FFF2-40B4-BE49-F238E27FC236}">
                    <a16:creationId xmlns:a16="http://schemas.microsoft.com/office/drawing/2014/main" id="{E1CFD579-30BD-D88A-701E-9571F959F67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7" name="AutoShape 978">
                <a:extLst>
                  <a:ext uri="{FF2B5EF4-FFF2-40B4-BE49-F238E27FC236}">
                    <a16:creationId xmlns:a16="http://schemas.microsoft.com/office/drawing/2014/main" id="{51F2C209-CD0A-C797-89B1-256E63CE6BB6}"/>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8" name="Oval 979">
                <a:extLst>
                  <a:ext uri="{FF2B5EF4-FFF2-40B4-BE49-F238E27FC236}">
                    <a16:creationId xmlns:a16="http://schemas.microsoft.com/office/drawing/2014/main" id="{4B8482C9-7092-4C3F-A3F4-FB76D4FCB0C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9" name="Oval 980">
                <a:extLst>
                  <a:ext uri="{FF2B5EF4-FFF2-40B4-BE49-F238E27FC236}">
                    <a16:creationId xmlns:a16="http://schemas.microsoft.com/office/drawing/2014/main" id="{93B55C80-A133-B713-A3A9-DE9A00ABA7A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690" name="Oval 981">
                <a:extLst>
                  <a:ext uri="{FF2B5EF4-FFF2-40B4-BE49-F238E27FC236}">
                    <a16:creationId xmlns:a16="http://schemas.microsoft.com/office/drawing/2014/main" id="{6D26D38C-2B57-D5ED-5E6C-1E5CADB39D8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1" name="Rectangle 982">
                <a:extLst>
                  <a:ext uri="{FF2B5EF4-FFF2-40B4-BE49-F238E27FC236}">
                    <a16:creationId xmlns:a16="http://schemas.microsoft.com/office/drawing/2014/main" id="{C4701B07-555B-B5C2-3B0F-A536673E345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5" name="Group 950">
              <a:extLst>
                <a:ext uri="{FF2B5EF4-FFF2-40B4-BE49-F238E27FC236}">
                  <a16:creationId xmlns:a16="http://schemas.microsoft.com/office/drawing/2014/main" id="{1C214CB2-448A-1C54-5599-E16C812D2B31}"/>
                </a:ext>
              </a:extLst>
            </p:cNvPr>
            <p:cNvGrpSpPr>
              <a:grpSpLocks/>
            </p:cNvGrpSpPr>
            <p:nvPr/>
          </p:nvGrpSpPr>
          <p:grpSpPr bwMode="auto">
            <a:xfrm>
              <a:off x="7182479" y="2847655"/>
              <a:ext cx="338137" cy="653816"/>
              <a:chOff x="4140" y="429"/>
              <a:chExt cx="1425" cy="2396"/>
            </a:xfrm>
          </p:grpSpPr>
          <p:sp>
            <p:nvSpPr>
              <p:cNvPr id="636" name="Freeform 951">
                <a:extLst>
                  <a:ext uri="{FF2B5EF4-FFF2-40B4-BE49-F238E27FC236}">
                    <a16:creationId xmlns:a16="http://schemas.microsoft.com/office/drawing/2014/main" id="{672614DE-6236-FBA7-C6CB-974B4E2820F5}"/>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7" name="Rectangle 952">
                <a:extLst>
                  <a:ext uri="{FF2B5EF4-FFF2-40B4-BE49-F238E27FC236}">
                    <a16:creationId xmlns:a16="http://schemas.microsoft.com/office/drawing/2014/main" id="{56FED0A6-EF9B-E8D3-B966-36495AA1586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8" name="Freeform 953">
                <a:extLst>
                  <a:ext uri="{FF2B5EF4-FFF2-40B4-BE49-F238E27FC236}">
                    <a16:creationId xmlns:a16="http://schemas.microsoft.com/office/drawing/2014/main" id="{6498DA84-382A-AA2B-B819-F5DA6E813251}"/>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9" name="Freeform 954">
                <a:extLst>
                  <a:ext uri="{FF2B5EF4-FFF2-40B4-BE49-F238E27FC236}">
                    <a16:creationId xmlns:a16="http://schemas.microsoft.com/office/drawing/2014/main" id="{2D7DF00A-CCA0-5384-0835-F02D45E175A9}"/>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0" name="Rectangle 955">
                <a:extLst>
                  <a:ext uri="{FF2B5EF4-FFF2-40B4-BE49-F238E27FC236}">
                    <a16:creationId xmlns:a16="http://schemas.microsoft.com/office/drawing/2014/main" id="{36786A22-7E32-DD0C-03C9-8874AD13A814}"/>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41" name="Group 956">
                <a:extLst>
                  <a:ext uri="{FF2B5EF4-FFF2-40B4-BE49-F238E27FC236}">
                    <a16:creationId xmlns:a16="http://schemas.microsoft.com/office/drawing/2014/main" id="{C2E0BD4B-2700-C945-A28A-018C184163FB}"/>
                  </a:ext>
                </a:extLst>
              </p:cNvPr>
              <p:cNvGrpSpPr>
                <a:grpSpLocks/>
              </p:cNvGrpSpPr>
              <p:nvPr/>
            </p:nvGrpSpPr>
            <p:grpSpPr bwMode="auto">
              <a:xfrm>
                <a:off x="4749" y="668"/>
                <a:ext cx="581" cy="145"/>
                <a:chOff x="614" y="2568"/>
                <a:chExt cx="725" cy="139"/>
              </a:xfrm>
            </p:grpSpPr>
            <p:sp>
              <p:nvSpPr>
                <p:cNvPr id="666" name="AutoShape 957">
                  <a:extLst>
                    <a:ext uri="{FF2B5EF4-FFF2-40B4-BE49-F238E27FC236}">
                      <a16:creationId xmlns:a16="http://schemas.microsoft.com/office/drawing/2014/main" id="{9F95BA9C-D8A2-7ED7-7829-B86644EE5C1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7" name="AutoShape 958">
                  <a:extLst>
                    <a:ext uri="{FF2B5EF4-FFF2-40B4-BE49-F238E27FC236}">
                      <a16:creationId xmlns:a16="http://schemas.microsoft.com/office/drawing/2014/main" id="{FB8DAAED-E19E-DB00-23F5-CD902ABFF2A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42" name="Rectangle 959">
                <a:extLst>
                  <a:ext uri="{FF2B5EF4-FFF2-40B4-BE49-F238E27FC236}">
                    <a16:creationId xmlns:a16="http://schemas.microsoft.com/office/drawing/2014/main" id="{932E5A19-B006-F08E-B5EB-AB36BE63AC7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43" name="Group 960">
                <a:extLst>
                  <a:ext uri="{FF2B5EF4-FFF2-40B4-BE49-F238E27FC236}">
                    <a16:creationId xmlns:a16="http://schemas.microsoft.com/office/drawing/2014/main" id="{F7099168-C709-7C28-C0DE-3614E2C39D35}"/>
                  </a:ext>
                </a:extLst>
              </p:cNvPr>
              <p:cNvGrpSpPr>
                <a:grpSpLocks/>
              </p:cNvGrpSpPr>
              <p:nvPr/>
            </p:nvGrpSpPr>
            <p:grpSpPr bwMode="auto">
              <a:xfrm>
                <a:off x="4747" y="994"/>
                <a:ext cx="581" cy="134"/>
                <a:chOff x="614" y="2568"/>
                <a:chExt cx="725" cy="139"/>
              </a:xfrm>
            </p:grpSpPr>
            <p:sp>
              <p:nvSpPr>
                <p:cNvPr id="664" name="AutoShape 961">
                  <a:extLst>
                    <a:ext uri="{FF2B5EF4-FFF2-40B4-BE49-F238E27FC236}">
                      <a16:creationId xmlns:a16="http://schemas.microsoft.com/office/drawing/2014/main" id="{F13B582E-658A-4FEB-A833-393FCB8F4173}"/>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5" name="AutoShape 962">
                  <a:extLst>
                    <a:ext uri="{FF2B5EF4-FFF2-40B4-BE49-F238E27FC236}">
                      <a16:creationId xmlns:a16="http://schemas.microsoft.com/office/drawing/2014/main" id="{D7BA446C-0C27-72E7-CF72-B9C73766115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44" name="Rectangle 963">
                <a:extLst>
                  <a:ext uri="{FF2B5EF4-FFF2-40B4-BE49-F238E27FC236}">
                    <a16:creationId xmlns:a16="http://schemas.microsoft.com/office/drawing/2014/main" id="{B0F6B3D3-F047-9CC6-2B82-10605300F547}"/>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964">
                <a:extLst>
                  <a:ext uri="{FF2B5EF4-FFF2-40B4-BE49-F238E27FC236}">
                    <a16:creationId xmlns:a16="http://schemas.microsoft.com/office/drawing/2014/main" id="{EF02B8B3-3FB6-B381-3EE4-8448E273FD0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46" name="Group 965">
                <a:extLst>
                  <a:ext uri="{FF2B5EF4-FFF2-40B4-BE49-F238E27FC236}">
                    <a16:creationId xmlns:a16="http://schemas.microsoft.com/office/drawing/2014/main" id="{33BC24C6-BECD-9ED6-CC9E-4C8AD9AAFCFC}"/>
                  </a:ext>
                </a:extLst>
              </p:cNvPr>
              <p:cNvGrpSpPr>
                <a:grpSpLocks/>
              </p:cNvGrpSpPr>
              <p:nvPr/>
            </p:nvGrpSpPr>
            <p:grpSpPr bwMode="auto">
              <a:xfrm>
                <a:off x="4735" y="1627"/>
                <a:ext cx="582" cy="151"/>
                <a:chOff x="614" y="2568"/>
                <a:chExt cx="725" cy="139"/>
              </a:xfrm>
            </p:grpSpPr>
            <p:sp>
              <p:nvSpPr>
                <p:cNvPr id="662" name="AutoShape 966">
                  <a:extLst>
                    <a:ext uri="{FF2B5EF4-FFF2-40B4-BE49-F238E27FC236}">
                      <a16:creationId xmlns:a16="http://schemas.microsoft.com/office/drawing/2014/main" id="{18D6E6B3-85ED-7DE4-F746-DC912BE5487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3" name="AutoShape 967">
                  <a:extLst>
                    <a:ext uri="{FF2B5EF4-FFF2-40B4-BE49-F238E27FC236}">
                      <a16:creationId xmlns:a16="http://schemas.microsoft.com/office/drawing/2014/main" id="{5984CF70-C292-E15C-7132-990BA2682FB2}"/>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47" name="Freeform 968">
                <a:extLst>
                  <a:ext uri="{FF2B5EF4-FFF2-40B4-BE49-F238E27FC236}">
                    <a16:creationId xmlns:a16="http://schemas.microsoft.com/office/drawing/2014/main" id="{EAC65A9F-51C5-FF6A-2FFD-97F21BEFC0A3}"/>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648" name="Group 969">
                <a:extLst>
                  <a:ext uri="{FF2B5EF4-FFF2-40B4-BE49-F238E27FC236}">
                    <a16:creationId xmlns:a16="http://schemas.microsoft.com/office/drawing/2014/main" id="{C4745891-4660-978A-5655-BD7AB7954F86}"/>
                  </a:ext>
                </a:extLst>
              </p:cNvPr>
              <p:cNvGrpSpPr>
                <a:grpSpLocks/>
              </p:cNvGrpSpPr>
              <p:nvPr/>
            </p:nvGrpSpPr>
            <p:grpSpPr bwMode="auto">
              <a:xfrm>
                <a:off x="4739" y="1327"/>
                <a:ext cx="582" cy="139"/>
                <a:chOff x="614" y="2568"/>
                <a:chExt cx="725" cy="139"/>
              </a:xfrm>
            </p:grpSpPr>
            <p:sp>
              <p:nvSpPr>
                <p:cNvPr id="660" name="AutoShape 970">
                  <a:extLst>
                    <a:ext uri="{FF2B5EF4-FFF2-40B4-BE49-F238E27FC236}">
                      <a16:creationId xmlns:a16="http://schemas.microsoft.com/office/drawing/2014/main" id="{A0A62FFB-AB01-2411-84B2-EA677D39B8F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1" name="AutoShape 971">
                  <a:extLst>
                    <a:ext uri="{FF2B5EF4-FFF2-40B4-BE49-F238E27FC236}">
                      <a16:creationId xmlns:a16="http://schemas.microsoft.com/office/drawing/2014/main" id="{FB6CEA35-758D-E959-A65A-5B770DD36B2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49" name="Rectangle 972">
                <a:extLst>
                  <a:ext uri="{FF2B5EF4-FFF2-40B4-BE49-F238E27FC236}">
                    <a16:creationId xmlns:a16="http://schemas.microsoft.com/office/drawing/2014/main" id="{F9D7EFC5-DFD2-D549-2411-F376DD39F4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0" name="Freeform 973">
                <a:extLst>
                  <a:ext uri="{FF2B5EF4-FFF2-40B4-BE49-F238E27FC236}">
                    <a16:creationId xmlns:a16="http://schemas.microsoft.com/office/drawing/2014/main" id="{9E651E3B-5355-9387-27E2-E744DAC78664}"/>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1" name="Freeform 974">
                <a:extLst>
                  <a:ext uri="{FF2B5EF4-FFF2-40B4-BE49-F238E27FC236}">
                    <a16:creationId xmlns:a16="http://schemas.microsoft.com/office/drawing/2014/main" id="{4E76E448-B815-2DED-AA6E-BDB7E4EFC381}"/>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2" name="Oval 975">
                <a:extLst>
                  <a:ext uri="{FF2B5EF4-FFF2-40B4-BE49-F238E27FC236}">
                    <a16:creationId xmlns:a16="http://schemas.microsoft.com/office/drawing/2014/main" id="{9B7D0FA2-F598-FBF6-BE86-989BEDB0A9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3" name="Freeform 976">
                <a:extLst>
                  <a:ext uri="{FF2B5EF4-FFF2-40B4-BE49-F238E27FC236}">
                    <a16:creationId xmlns:a16="http://schemas.microsoft.com/office/drawing/2014/main" id="{D7100631-DCA3-12D6-969B-3C65567B51FD}"/>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4" name="AutoShape 977">
                <a:extLst>
                  <a:ext uri="{FF2B5EF4-FFF2-40B4-BE49-F238E27FC236}">
                    <a16:creationId xmlns:a16="http://schemas.microsoft.com/office/drawing/2014/main" id="{701AAAD3-FD5E-2192-CFE5-E74A27D6F19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5" name="AutoShape 978">
                <a:extLst>
                  <a:ext uri="{FF2B5EF4-FFF2-40B4-BE49-F238E27FC236}">
                    <a16:creationId xmlns:a16="http://schemas.microsoft.com/office/drawing/2014/main" id="{4C5CA861-2582-7445-11F3-DFEDEAA6AFB2}"/>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6" name="Oval 979">
                <a:extLst>
                  <a:ext uri="{FF2B5EF4-FFF2-40B4-BE49-F238E27FC236}">
                    <a16:creationId xmlns:a16="http://schemas.microsoft.com/office/drawing/2014/main" id="{DE4F1F9F-DEDB-9AC9-9737-0B1CB77AEEF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7" name="Oval 980">
                <a:extLst>
                  <a:ext uri="{FF2B5EF4-FFF2-40B4-BE49-F238E27FC236}">
                    <a16:creationId xmlns:a16="http://schemas.microsoft.com/office/drawing/2014/main" id="{A13C59D0-F1FE-5FA1-DF1B-77B24BC85FB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658" name="Oval 981">
                <a:extLst>
                  <a:ext uri="{FF2B5EF4-FFF2-40B4-BE49-F238E27FC236}">
                    <a16:creationId xmlns:a16="http://schemas.microsoft.com/office/drawing/2014/main" id="{836FC16E-C302-1CB6-C3A6-B255E95D3AD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9" name="Rectangle 982">
                <a:extLst>
                  <a:ext uri="{FF2B5EF4-FFF2-40B4-BE49-F238E27FC236}">
                    <a16:creationId xmlns:a16="http://schemas.microsoft.com/office/drawing/2014/main" id="{8BB39F9A-1533-9E45-1D6C-BC5FD9D831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700" name="Freeform 2">
            <a:extLst>
              <a:ext uri="{FF2B5EF4-FFF2-40B4-BE49-F238E27FC236}">
                <a16:creationId xmlns:a16="http://schemas.microsoft.com/office/drawing/2014/main" id="{B2F11C76-2788-FB98-6D74-ECDEF3A90EC5}"/>
              </a:ext>
            </a:extLst>
          </p:cNvPr>
          <p:cNvSpPr>
            <a:spLocks/>
          </p:cNvSpPr>
          <p:nvPr/>
        </p:nvSpPr>
        <p:spPr bwMode="auto">
          <a:xfrm>
            <a:off x="4341668" y="544752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01" name="Straight Connector 700">
            <a:extLst>
              <a:ext uri="{FF2B5EF4-FFF2-40B4-BE49-F238E27FC236}">
                <a16:creationId xmlns:a16="http://schemas.microsoft.com/office/drawing/2014/main" id="{6EE162C1-DEF9-6763-F754-7BFF0E03EF0B}"/>
              </a:ext>
            </a:extLst>
          </p:cNvPr>
          <p:cNvCxnSpPr/>
          <p:nvPr/>
        </p:nvCxnSpPr>
        <p:spPr>
          <a:xfrm flipV="1">
            <a:off x="5011593" y="5598340"/>
            <a:ext cx="1316037" cy="131762"/>
          </a:xfrm>
          <a:prstGeom prst="line">
            <a:avLst/>
          </a:prstGeom>
          <a:noFill/>
          <a:ln w="12700" cap="flat" cmpd="sng" algn="ctr">
            <a:solidFill>
              <a:srgbClr val="000000"/>
            </a:solidFill>
            <a:prstDash val="solid"/>
          </a:ln>
          <a:effectLst/>
        </p:spPr>
      </p:cxnSp>
      <p:cxnSp>
        <p:nvCxnSpPr>
          <p:cNvPr id="702" name="Straight Connector 701">
            <a:extLst>
              <a:ext uri="{FF2B5EF4-FFF2-40B4-BE49-F238E27FC236}">
                <a16:creationId xmlns:a16="http://schemas.microsoft.com/office/drawing/2014/main" id="{CCC15387-EF70-21B9-91A6-0912B2A44727}"/>
              </a:ext>
            </a:extLst>
          </p:cNvPr>
          <p:cNvCxnSpPr/>
          <p:nvPr/>
        </p:nvCxnSpPr>
        <p:spPr>
          <a:xfrm>
            <a:off x="4900468" y="5785665"/>
            <a:ext cx="2259012" cy="298450"/>
          </a:xfrm>
          <a:prstGeom prst="line">
            <a:avLst/>
          </a:prstGeom>
          <a:noFill/>
          <a:ln w="12700" cap="flat" cmpd="sng" algn="ctr">
            <a:solidFill>
              <a:srgbClr val="000000"/>
            </a:solidFill>
            <a:prstDash val="solid"/>
          </a:ln>
          <a:effectLst/>
        </p:spPr>
      </p:cxnSp>
      <p:cxnSp>
        <p:nvCxnSpPr>
          <p:cNvPr id="703" name="Straight Connector 702">
            <a:extLst>
              <a:ext uri="{FF2B5EF4-FFF2-40B4-BE49-F238E27FC236}">
                <a16:creationId xmlns:a16="http://schemas.microsoft.com/office/drawing/2014/main" id="{66C9B1C6-4BDA-42EC-219E-CCDCEE431979}"/>
              </a:ext>
            </a:extLst>
          </p:cNvPr>
          <p:cNvCxnSpPr/>
          <p:nvPr/>
        </p:nvCxnSpPr>
        <p:spPr>
          <a:xfrm>
            <a:off x="4913168" y="5890440"/>
            <a:ext cx="714375" cy="276225"/>
          </a:xfrm>
          <a:prstGeom prst="line">
            <a:avLst/>
          </a:prstGeom>
          <a:noFill/>
          <a:ln w="12700" cap="flat" cmpd="sng" algn="ctr">
            <a:solidFill>
              <a:srgbClr val="000000"/>
            </a:solidFill>
            <a:prstDash val="solid"/>
          </a:ln>
          <a:effectLst/>
        </p:spPr>
      </p:cxnSp>
      <p:cxnSp>
        <p:nvCxnSpPr>
          <p:cNvPr id="704" name="Straight Connector 703">
            <a:extLst>
              <a:ext uri="{FF2B5EF4-FFF2-40B4-BE49-F238E27FC236}">
                <a16:creationId xmlns:a16="http://schemas.microsoft.com/office/drawing/2014/main" id="{6C843C07-20C8-CA2F-7DC9-6559E5C88DF8}"/>
              </a:ext>
            </a:extLst>
          </p:cNvPr>
          <p:cNvCxnSpPr/>
          <p:nvPr/>
        </p:nvCxnSpPr>
        <p:spPr>
          <a:xfrm flipV="1">
            <a:off x="5930755" y="6084115"/>
            <a:ext cx="1247775" cy="82550"/>
          </a:xfrm>
          <a:prstGeom prst="line">
            <a:avLst/>
          </a:prstGeom>
          <a:noFill/>
          <a:ln w="12700" cap="flat" cmpd="sng" algn="ctr">
            <a:solidFill>
              <a:srgbClr val="000000"/>
            </a:solidFill>
            <a:prstDash val="solid"/>
          </a:ln>
          <a:effectLst/>
        </p:spPr>
      </p:cxnSp>
      <p:cxnSp>
        <p:nvCxnSpPr>
          <p:cNvPr id="705" name="Straight Connector 704">
            <a:extLst>
              <a:ext uri="{FF2B5EF4-FFF2-40B4-BE49-F238E27FC236}">
                <a16:creationId xmlns:a16="http://schemas.microsoft.com/office/drawing/2014/main" id="{C53459F5-C5EB-C706-4291-DB1A9A6ECB5F}"/>
              </a:ext>
            </a:extLst>
          </p:cNvPr>
          <p:cNvCxnSpPr/>
          <p:nvPr/>
        </p:nvCxnSpPr>
        <p:spPr>
          <a:xfrm>
            <a:off x="6591155" y="5631677"/>
            <a:ext cx="1057275" cy="123825"/>
          </a:xfrm>
          <a:prstGeom prst="line">
            <a:avLst/>
          </a:prstGeom>
          <a:noFill/>
          <a:ln w="12700" cap="flat" cmpd="sng" algn="ctr">
            <a:solidFill>
              <a:srgbClr val="000000"/>
            </a:solidFill>
            <a:prstDash val="solid"/>
          </a:ln>
          <a:effectLst/>
        </p:spPr>
      </p:cxnSp>
      <p:cxnSp>
        <p:nvCxnSpPr>
          <p:cNvPr id="706" name="Straight Connector 705">
            <a:extLst>
              <a:ext uri="{FF2B5EF4-FFF2-40B4-BE49-F238E27FC236}">
                <a16:creationId xmlns:a16="http://schemas.microsoft.com/office/drawing/2014/main" id="{C30A6C18-7439-4BBE-1E99-043CD94A8369}"/>
              </a:ext>
            </a:extLst>
          </p:cNvPr>
          <p:cNvCxnSpPr/>
          <p:nvPr/>
        </p:nvCxnSpPr>
        <p:spPr>
          <a:xfrm flipV="1">
            <a:off x="5875193" y="5785665"/>
            <a:ext cx="1790700" cy="298450"/>
          </a:xfrm>
          <a:prstGeom prst="line">
            <a:avLst/>
          </a:prstGeom>
          <a:noFill/>
          <a:ln w="12700" cap="flat" cmpd="sng" algn="ctr">
            <a:solidFill>
              <a:srgbClr val="000000"/>
            </a:solidFill>
            <a:prstDash val="solid"/>
          </a:ln>
          <a:effectLst/>
        </p:spPr>
      </p:cxnSp>
      <p:cxnSp>
        <p:nvCxnSpPr>
          <p:cNvPr id="707" name="Straight Connector 706">
            <a:extLst>
              <a:ext uri="{FF2B5EF4-FFF2-40B4-BE49-F238E27FC236}">
                <a16:creationId xmlns:a16="http://schemas.microsoft.com/office/drawing/2014/main" id="{5435DE67-BC4F-0A38-387C-030AEE75A731}"/>
              </a:ext>
            </a:extLst>
          </p:cNvPr>
          <p:cNvCxnSpPr/>
          <p:nvPr/>
        </p:nvCxnSpPr>
        <p:spPr>
          <a:xfrm flipV="1">
            <a:off x="7202343" y="5814240"/>
            <a:ext cx="588962" cy="269875"/>
          </a:xfrm>
          <a:prstGeom prst="line">
            <a:avLst/>
          </a:prstGeom>
          <a:noFill/>
          <a:ln w="12700" cap="flat" cmpd="sng" algn="ctr">
            <a:solidFill>
              <a:srgbClr val="000000"/>
            </a:solidFill>
            <a:prstDash val="solid"/>
          </a:ln>
          <a:effectLst/>
        </p:spPr>
      </p:cxnSp>
      <p:cxnSp>
        <p:nvCxnSpPr>
          <p:cNvPr id="708" name="Straight Connector 707">
            <a:extLst>
              <a:ext uri="{FF2B5EF4-FFF2-40B4-BE49-F238E27FC236}">
                <a16:creationId xmlns:a16="http://schemas.microsoft.com/office/drawing/2014/main" id="{D6D2D571-1E97-9981-1E7C-284B33793575}"/>
              </a:ext>
            </a:extLst>
          </p:cNvPr>
          <p:cNvCxnSpPr/>
          <p:nvPr/>
        </p:nvCxnSpPr>
        <p:spPr>
          <a:xfrm>
            <a:off x="6345093" y="5598340"/>
            <a:ext cx="814387" cy="401637"/>
          </a:xfrm>
          <a:prstGeom prst="line">
            <a:avLst/>
          </a:prstGeom>
          <a:noFill/>
          <a:ln w="12700" cap="flat" cmpd="sng" algn="ctr">
            <a:solidFill>
              <a:srgbClr val="000000"/>
            </a:solidFill>
            <a:prstDash val="solid"/>
          </a:ln>
          <a:effectLst/>
        </p:spPr>
      </p:cxnSp>
      <p:grpSp>
        <p:nvGrpSpPr>
          <p:cNvPr id="709" name="Group 708">
            <a:extLst>
              <a:ext uri="{FF2B5EF4-FFF2-40B4-BE49-F238E27FC236}">
                <a16:creationId xmlns:a16="http://schemas.microsoft.com/office/drawing/2014/main" id="{9ED536EE-C636-043D-4336-6ACA4CEE54D4}"/>
              </a:ext>
            </a:extLst>
          </p:cNvPr>
          <p:cNvGrpSpPr>
            <a:grpSpLocks/>
          </p:cNvGrpSpPr>
          <p:nvPr/>
        </p:nvGrpSpPr>
        <p:grpSpPr bwMode="auto">
          <a:xfrm>
            <a:off x="3274868" y="2701152"/>
            <a:ext cx="6978650" cy="1096963"/>
            <a:chOff x="1526216" y="3003498"/>
            <a:chExt cx="6978041" cy="1096962"/>
          </a:xfrm>
        </p:grpSpPr>
        <p:sp>
          <p:nvSpPr>
            <p:cNvPr id="710" name="TextBox 399">
              <a:extLst>
                <a:ext uri="{FF2B5EF4-FFF2-40B4-BE49-F238E27FC236}">
                  <a16:creationId xmlns:a16="http://schemas.microsoft.com/office/drawing/2014/main" id="{1E001F13-B793-00B5-47B6-E02C2450F907}"/>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711" name="TextBox 400">
              <a:extLst>
                <a:ext uri="{FF2B5EF4-FFF2-40B4-BE49-F238E27FC236}">
                  <a16:creationId xmlns:a16="http://schemas.microsoft.com/office/drawing/2014/main" id="{754C5D96-2E7C-4F96-423C-20B1F4D118E4}"/>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712" name="Straight Connector 711">
              <a:extLst>
                <a:ext uri="{FF2B5EF4-FFF2-40B4-BE49-F238E27FC236}">
                  <a16:creationId xmlns:a16="http://schemas.microsoft.com/office/drawing/2014/main" id="{31EF8AC6-0BD1-25D0-ADCE-68A1F26DE87B}"/>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713" name="Group 712">
            <a:extLst>
              <a:ext uri="{FF2B5EF4-FFF2-40B4-BE49-F238E27FC236}">
                <a16:creationId xmlns:a16="http://schemas.microsoft.com/office/drawing/2014/main" id="{85346D0E-A9C5-6C27-5FAC-F4E4291CC763}"/>
              </a:ext>
            </a:extLst>
          </p:cNvPr>
          <p:cNvGrpSpPr>
            <a:grpSpLocks/>
          </p:cNvGrpSpPr>
          <p:nvPr/>
        </p:nvGrpSpPr>
        <p:grpSpPr bwMode="auto">
          <a:xfrm>
            <a:off x="4186093" y="2432865"/>
            <a:ext cx="4295775" cy="320675"/>
            <a:chOff x="2433511" y="2792111"/>
            <a:chExt cx="4296530" cy="320561"/>
          </a:xfrm>
        </p:grpSpPr>
        <p:grpSp>
          <p:nvGrpSpPr>
            <p:cNvPr id="714" name="Group 401">
              <a:extLst>
                <a:ext uri="{FF2B5EF4-FFF2-40B4-BE49-F238E27FC236}">
                  <a16:creationId xmlns:a16="http://schemas.microsoft.com/office/drawing/2014/main" id="{386C5999-67A4-1AEF-750D-0D6EF2D65A36}"/>
                </a:ext>
              </a:extLst>
            </p:cNvPr>
            <p:cNvGrpSpPr>
              <a:grpSpLocks/>
            </p:cNvGrpSpPr>
            <p:nvPr/>
          </p:nvGrpSpPr>
          <p:grpSpPr bwMode="auto">
            <a:xfrm>
              <a:off x="2433511" y="2794083"/>
              <a:ext cx="349250" cy="317387"/>
              <a:chOff x="2931664" y="3912603"/>
              <a:chExt cx="430450" cy="329314"/>
            </a:xfrm>
          </p:grpSpPr>
          <p:sp>
            <p:nvSpPr>
              <p:cNvPr id="735" name="Rectangle 734">
                <a:extLst>
                  <a:ext uri="{FF2B5EF4-FFF2-40B4-BE49-F238E27FC236}">
                    <a16:creationId xmlns:a16="http://schemas.microsoft.com/office/drawing/2014/main" id="{4F526705-BEF8-3D08-A1A7-0F689AA62B98}"/>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36" name="Straight Connector 735">
                <a:extLst>
                  <a:ext uri="{FF2B5EF4-FFF2-40B4-BE49-F238E27FC236}">
                    <a16:creationId xmlns:a16="http://schemas.microsoft.com/office/drawing/2014/main" id="{D473BC63-84CB-7F1A-DC6C-152778DA41D3}"/>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737" name="Straight Connector 736">
                <a:extLst>
                  <a:ext uri="{FF2B5EF4-FFF2-40B4-BE49-F238E27FC236}">
                    <a16:creationId xmlns:a16="http://schemas.microsoft.com/office/drawing/2014/main" id="{4A767D14-05D5-7753-251B-129D25D3F0A8}"/>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738" name="Straight Connector 737">
                <a:extLst>
                  <a:ext uri="{FF2B5EF4-FFF2-40B4-BE49-F238E27FC236}">
                    <a16:creationId xmlns:a16="http://schemas.microsoft.com/office/drawing/2014/main" id="{CD16D970-70CC-B7D3-A52E-51E9576159DD}"/>
                  </a:ext>
                </a:extLst>
              </p:cNvPr>
              <p:cNvCxnSpPr>
                <a:stCxn id="735"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715" name="Group 406">
              <a:extLst>
                <a:ext uri="{FF2B5EF4-FFF2-40B4-BE49-F238E27FC236}">
                  <a16:creationId xmlns:a16="http://schemas.microsoft.com/office/drawing/2014/main" id="{B3C5AABF-5AE4-86FC-ECAE-70BD50CDEF3A}"/>
                </a:ext>
              </a:extLst>
            </p:cNvPr>
            <p:cNvGrpSpPr>
              <a:grpSpLocks/>
            </p:cNvGrpSpPr>
            <p:nvPr/>
          </p:nvGrpSpPr>
          <p:grpSpPr bwMode="auto">
            <a:xfrm>
              <a:off x="3348666" y="2792111"/>
              <a:ext cx="350838" cy="317387"/>
              <a:chOff x="2931664" y="3912603"/>
              <a:chExt cx="430450" cy="329314"/>
            </a:xfrm>
          </p:grpSpPr>
          <p:sp>
            <p:nvSpPr>
              <p:cNvPr id="731" name="Rectangle 730">
                <a:extLst>
                  <a:ext uri="{FF2B5EF4-FFF2-40B4-BE49-F238E27FC236}">
                    <a16:creationId xmlns:a16="http://schemas.microsoft.com/office/drawing/2014/main" id="{B6C233AB-BEF9-D737-A9BA-4DDCE8879FDA}"/>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32" name="Straight Connector 731">
                <a:extLst>
                  <a:ext uri="{FF2B5EF4-FFF2-40B4-BE49-F238E27FC236}">
                    <a16:creationId xmlns:a16="http://schemas.microsoft.com/office/drawing/2014/main" id="{08D587BC-259E-CE17-BC7C-6D7204A9A873}"/>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733" name="Straight Connector 732">
                <a:extLst>
                  <a:ext uri="{FF2B5EF4-FFF2-40B4-BE49-F238E27FC236}">
                    <a16:creationId xmlns:a16="http://schemas.microsoft.com/office/drawing/2014/main" id="{ECDA0AC0-7C58-31A7-4D2A-2B9CBA47DC32}"/>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734" name="Straight Connector 733">
                <a:extLst>
                  <a:ext uri="{FF2B5EF4-FFF2-40B4-BE49-F238E27FC236}">
                    <a16:creationId xmlns:a16="http://schemas.microsoft.com/office/drawing/2014/main" id="{27C451DD-964A-6D12-41CE-A9AB22036262}"/>
                  </a:ext>
                </a:extLst>
              </p:cNvPr>
              <p:cNvCxnSpPr>
                <a:stCxn id="731"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716" name="Group 411">
              <a:extLst>
                <a:ext uri="{FF2B5EF4-FFF2-40B4-BE49-F238E27FC236}">
                  <a16:creationId xmlns:a16="http://schemas.microsoft.com/office/drawing/2014/main" id="{FC534479-2A84-8B6F-E600-876EA3FA8778}"/>
                </a:ext>
              </a:extLst>
            </p:cNvPr>
            <p:cNvGrpSpPr>
              <a:grpSpLocks/>
            </p:cNvGrpSpPr>
            <p:nvPr/>
          </p:nvGrpSpPr>
          <p:grpSpPr bwMode="auto">
            <a:xfrm>
              <a:off x="4182104" y="2792111"/>
              <a:ext cx="350837" cy="317387"/>
              <a:chOff x="2931664" y="3912603"/>
              <a:chExt cx="430450" cy="329314"/>
            </a:xfrm>
          </p:grpSpPr>
          <p:sp>
            <p:nvSpPr>
              <p:cNvPr id="727" name="Rectangle 726">
                <a:extLst>
                  <a:ext uri="{FF2B5EF4-FFF2-40B4-BE49-F238E27FC236}">
                    <a16:creationId xmlns:a16="http://schemas.microsoft.com/office/drawing/2014/main" id="{56080A0A-67AE-E073-B78F-0654F991A2D6}"/>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28" name="Straight Connector 727">
                <a:extLst>
                  <a:ext uri="{FF2B5EF4-FFF2-40B4-BE49-F238E27FC236}">
                    <a16:creationId xmlns:a16="http://schemas.microsoft.com/office/drawing/2014/main" id="{DBB6AA2E-D05D-4EA6-9849-32A10B9AED69}"/>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729" name="Straight Connector 728">
                <a:extLst>
                  <a:ext uri="{FF2B5EF4-FFF2-40B4-BE49-F238E27FC236}">
                    <a16:creationId xmlns:a16="http://schemas.microsoft.com/office/drawing/2014/main" id="{90378C94-83B5-CEB6-E54F-C45196CFE029}"/>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730" name="Straight Connector 729">
                <a:extLst>
                  <a:ext uri="{FF2B5EF4-FFF2-40B4-BE49-F238E27FC236}">
                    <a16:creationId xmlns:a16="http://schemas.microsoft.com/office/drawing/2014/main" id="{E3BCF69C-6951-3A2C-4F88-301DB19D6AC7}"/>
                  </a:ext>
                </a:extLst>
              </p:cNvPr>
              <p:cNvCxnSpPr>
                <a:stCxn id="727"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717" name="Group 416">
              <a:extLst>
                <a:ext uri="{FF2B5EF4-FFF2-40B4-BE49-F238E27FC236}">
                  <a16:creationId xmlns:a16="http://schemas.microsoft.com/office/drawing/2014/main" id="{22CFBE74-85EB-BA67-3E5D-33E5E278D7BA}"/>
                </a:ext>
              </a:extLst>
            </p:cNvPr>
            <p:cNvGrpSpPr>
              <a:grpSpLocks/>
            </p:cNvGrpSpPr>
            <p:nvPr/>
          </p:nvGrpSpPr>
          <p:grpSpPr bwMode="auto">
            <a:xfrm>
              <a:off x="5374316" y="2795285"/>
              <a:ext cx="349250" cy="317387"/>
              <a:chOff x="2931664" y="3912603"/>
              <a:chExt cx="430450" cy="329314"/>
            </a:xfrm>
          </p:grpSpPr>
          <p:sp>
            <p:nvSpPr>
              <p:cNvPr id="723" name="Rectangle 722">
                <a:extLst>
                  <a:ext uri="{FF2B5EF4-FFF2-40B4-BE49-F238E27FC236}">
                    <a16:creationId xmlns:a16="http://schemas.microsoft.com/office/drawing/2014/main" id="{BAE8EE60-7123-E22A-8D62-63359C1BA8CC}"/>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24" name="Straight Connector 723">
                <a:extLst>
                  <a:ext uri="{FF2B5EF4-FFF2-40B4-BE49-F238E27FC236}">
                    <a16:creationId xmlns:a16="http://schemas.microsoft.com/office/drawing/2014/main" id="{6F1F94E4-2B19-CE89-096B-D6A26B035A99}"/>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725" name="Straight Connector 724">
                <a:extLst>
                  <a:ext uri="{FF2B5EF4-FFF2-40B4-BE49-F238E27FC236}">
                    <a16:creationId xmlns:a16="http://schemas.microsoft.com/office/drawing/2014/main" id="{53EBA3D3-83BB-AC2F-7361-5C5D75038F7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726" name="Straight Connector 725">
                <a:extLst>
                  <a:ext uri="{FF2B5EF4-FFF2-40B4-BE49-F238E27FC236}">
                    <a16:creationId xmlns:a16="http://schemas.microsoft.com/office/drawing/2014/main" id="{615B3B7B-518C-99AA-8AEB-B5D16C921476}"/>
                  </a:ext>
                </a:extLst>
              </p:cNvPr>
              <p:cNvCxnSpPr>
                <a:stCxn id="723"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718" name="Group 421">
              <a:extLst>
                <a:ext uri="{FF2B5EF4-FFF2-40B4-BE49-F238E27FC236}">
                  <a16:creationId xmlns:a16="http://schemas.microsoft.com/office/drawing/2014/main" id="{D3EDD442-0FC3-EE8A-F6BF-89C5EA5CB758}"/>
                </a:ext>
              </a:extLst>
            </p:cNvPr>
            <p:cNvGrpSpPr>
              <a:grpSpLocks/>
            </p:cNvGrpSpPr>
            <p:nvPr/>
          </p:nvGrpSpPr>
          <p:grpSpPr bwMode="auto">
            <a:xfrm>
              <a:off x="6379204" y="2792111"/>
              <a:ext cx="350837" cy="317387"/>
              <a:chOff x="2931664" y="3912603"/>
              <a:chExt cx="430450" cy="329314"/>
            </a:xfrm>
          </p:grpSpPr>
          <p:sp>
            <p:nvSpPr>
              <p:cNvPr id="719" name="Rectangle 718">
                <a:extLst>
                  <a:ext uri="{FF2B5EF4-FFF2-40B4-BE49-F238E27FC236}">
                    <a16:creationId xmlns:a16="http://schemas.microsoft.com/office/drawing/2014/main" id="{03727A1A-9AB7-E893-1556-2062381618DB}"/>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20" name="Straight Connector 719">
                <a:extLst>
                  <a:ext uri="{FF2B5EF4-FFF2-40B4-BE49-F238E27FC236}">
                    <a16:creationId xmlns:a16="http://schemas.microsoft.com/office/drawing/2014/main" id="{8EEA79DB-31A7-3CAF-86E8-522F4DAB7421}"/>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721" name="Straight Connector 720">
                <a:extLst>
                  <a:ext uri="{FF2B5EF4-FFF2-40B4-BE49-F238E27FC236}">
                    <a16:creationId xmlns:a16="http://schemas.microsoft.com/office/drawing/2014/main" id="{462209B1-F474-679F-F744-0D3210F8EDFB}"/>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722" name="Straight Connector 721">
                <a:extLst>
                  <a:ext uri="{FF2B5EF4-FFF2-40B4-BE49-F238E27FC236}">
                    <a16:creationId xmlns:a16="http://schemas.microsoft.com/office/drawing/2014/main" id="{C36ED67D-39EB-4435-EB26-7B385D1DB1BA}"/>
                  </a:ext>
                </a:extLst>
              </p:cNvPr>
              <p:cNvCxnSpPr>
                <a:stCxn id="719"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739" name="Group 738">
            <a:extLst>
              <a:ext uri="{FF2B5EF4-FFF2-40B4-BE49-F238E27FC236}">
                <a16:creationId xmlns:a16="http://schemas.microsoft.com/office/drawing/2014/main" id="{7EB2B934-E3F5-2D09-C761-AE9DD65000EA}"/>
              </a:ext>
            </a:extLst>
          </p:cNvPr>
          <p:cNvGrpSpPr>
            <a:grpSpLocks/>
          </p:cNvGrpSpPr>
          <p:nvPr/>
        </p:nvGrpSpPr>
        <p:grpSpPr bwMode="auto">
          <a:xfrm>
            <a:off x="3605068" y="3407590"/>
            <a:ext cx="5211762" cy="2740025"/>
            <a:chOff x="1856416" y="3709935"/>
            <a:chExt cx="5211763" cy="2739614"/>
          </a:xfrm>
        </p:grpSpPr>
        <p:sp>
          <p:nvSpPr>
            <p:cNvPr id="740" name="Freeform 926">
              <a:extLst>
                <a:ext uri="{FF2B5EF4-FFF2-40B4-BE49-F238E27FC236}">
                  <a16:creationId xmlns:a16="http://schemas.microsoft.com/office/drawing/2014/main" id="{8D8D91CE-7C49-2E3E-A084-5A32AA46163D}"/>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1" name="Freeform 927">
              <a:extLst>
                <a:ext uri="{FF2B5EF4-FFF2-40B4-BE49-F238E27FC236}">
                  <a16:creationId xmlns:a16="http://schemas.microsoft.com/office/drawing/2014/main" id="{115032DF-0C62-A4BB-3D5F-77CA794839D4}"/>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2" name="Freeform 928">
              <a:extLst>
                <a:ext uri="{FF2B5EF4-FFF2-40B4-BE49-F238E27FC236}">
                  <a16:creationId xmlns:a16="http://schemas.microsoft.com/office/drawing/2014/main" id="{EC856FEF-19C2-FCD3-0090-8D4CA12BFA8B}"/>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3" name="Freeform 929">
              <a:extLst>
                <a:ext uri="{FF2B5EF4-FFF2-40B4-BE49-F238E27FC236}">
                  <a16:creationId xmlns:a16="http://schemas.microsoft.com/office/drawing/2014/main" id="{23FDEA6D-99B0-634C-0A3A-0B98CFA8E43F}"/>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4" name="Freeform 930">
              <a:extLst>
                <a:ext uri="{FF2B5EF4-FFF2-40B4-BE49-F238E27FC236}">
                  <a16:creationId xmlns:a16="http://schemas.microsoft.com/office/drawing/2014/main" id="{9D09655A-BBCC-6DBE-E5B9-4035D6B1ACCC}"/>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745" name="Group 28">
              <a:extLst>
                <a:ext uri="{FF2B5EF4-FFF2-40B4-BE49-F238E27FC236}">
                  <a16:creationId xmlns:a16="http://schemas.microsoft.com/office/drawing/2014/main" id="{5958242C-BCC7-DE03-14A2-E0BCE8756B7F}"/>
                </a:ext>
              </a:extLst>
            </p:cNvPr>
            <p:cNvGrpSpPr>
              <a:grpSpLocks/>
            </p:cNvGrpSpPr>
            <p:nvPr/>
          </p:nvGrpSpPr>
          <p:grpSpPr bwMode="auto">
            <a:xfrm>
              <a:off x="1856416" y="3709935"/>
              <a:ext cx="1049337" cy="1739636"/>
              <a:chOff x="1856416" y="3709935"/>
              <a:chExt cx="1049337" cy="1739636"/>
            </a:xfrm>
          </p:grpSpPr>
          <p:sp>
            <p:nvSpPr>
              <p:cNvPr id="830" name="Rectangle 829">
                <a:extLst>
                  <a:ext uri="{FF2B5EF4-FFF2-40B4-BE49-F238E27FC236}">
                    <a16:creationId xmlns:a16="http://schemas.microsoft.com/office/drawing/2014/main" id="{E36568DA-23F5-3E8F-5B30-A06C83D5C67B}"/>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831" name="Group 498">
                <a:extLst>
                  <a:ext uri="{FF2B5EF4-FFF2-40B4-BE49-F238E27FC236}">
                    <a16:creationId xmlns:a16="http://schemas.microsoft.com/office/drawing/2014/main" id="{C796193A-44DF-D41E-F766-0B6C890AAE9F}"/>
                  </a:ext>
                </a:extLst>
              </p:cNvPr>
              <p:cNvGrpSpPr>
                <a:grpSpLocks/>
              </p:cNvGrpSpPr>
              <p:nvPr/>
            </p:nvGrpSpPr>
            <p:grpSpPr bwMode="auto">
              <a:xfrm>
                <a:off x="1859587" y="5089268"/>
                <a:ext cx="1035050" cy="360303"/>
                <a:chOff x="4129067" y="3606966"/>
                <a:chExt cx="567968" cy="338039"/>
              </a:xfrm>
            </p:grpSpPr>
            <p:sp>
              <p:nvSpPr>
                <p:cNvPr id="845" name="Oval 844">
                  <a:extLst>
                    <a:ext uri="{FF2B5EF4-FFF2-40B4-BE49-F238E27FC236}">
                      <a16:creationId xmlns:a16="http://schemas.microsoft.com/office/drawing/2014/main" id="{F301573E-6BA6-5F67-C0FE-8815E3ECC04A}"/>
                    </a:ext>
                  </a:extLst>
                </p:cNvPr>
                <p:cNvSpPr/>
                <p:nvPr/>
              </p:nvSpPr>
              <p:spPr>
                <a:xfrm>
                  <a:off x="4129067" y="3720138"/>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46" name="Rectangle 845">
                  <a:extLst>
                    <a:ext uri="{FF2B5EF4-FFF2-40B4-BE49-F238E27FC236}">
                      <a16:creationId xmlns:a16="http://schemas.microsoft.com/office/drawing/2014/main" id="{8A468828-3C4B-8C48-1084-1B9026319D86}"/>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47" name="Oval 846">
                  <a:extLst>
                    <a:ext uri="{FF2B5EF4-FFF2-40B4-BE49-F238E27FC236}">
                      <a16:creationId xmlns:a16="http://schemas.microsoft.com/office/drawing/2014/main" id="{CC9D68D5-C984-7D1F-D1D9-4B2C33D9CDAC}"/>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48" name="Straight Connector 847">
                  <a:extLst>
                    <a:ext uri="{FF2B5EF4-FFF2-40B4-BE49-F238E27FC236}">
                      <a16:creationId xmlns:a16="http://schemas.microsoft.com/office/drawing/2014/main" id="{8D17D851-3FCC-AFD4-2288-CD83CBE470D7}"/>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849" name="Straight Connector 848">
                  <a:extLst>
                    <a:ext uri="{FF2B5EF4-FFF2-40B4-BE49-F238E27FC236}">
                      <a16:creationId xmlns:a16="http://schemas.microsoft.com/office/drawing/2014/main" id="{B763E77B-D3E3-E2FB-E7DD-610E1BE2C4FF}"/>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832" name="Rectangle 831">
                <a:extLst>
                  <a:ext uri="{FF2B5EF4-FFF2-40B4-BE49-F238E27FC236}">
                    <a16:creationId xmlns:a16="http://schemas.microsoft.com/office/drawing/2014/main" id="{589F81B8-0DC0-3DD0-0228-537225D962AA}"/>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33" name="Straight Connector 832">
                <a:extLst>
                  <a:ext uri="{FF2B5EF4-FFF2-40B4-BE49-F238E27FC236}">
                    <a16:creationId xmlns:a16="http://schemas.microsoft.com/office/drawing/2014/main" id="{CDC8B3C6-F692-0AFA-D8F3-9FCA33C758A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834" name="Straight Connector 833">
                <a:extLst>
                  <a:ext uri="{FF2B5EF4-FFF2-40B4-BE49-F238E27FC236}">
                    <a16:creationId xmlns:a16="http://schemas.microsoft.com/office/drawing/2014/main" id="{22A2CA24-86B1-1C27-0496-893E40682590}"/>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835" name="Group 504">
                <a:extLst>
                  <a:ext uri="{FF2B5EF4-FFF2-40B4-BE49-F238E27FC236}">
                    <a16:creationId xmlns:a16="http://schemas.microsoft.com/office/drawing/2014/main" id="{8E0E7B3A-A83A-1226-C9EC-E8833AF72182}"/>
                  </a:ext>
                </a:extLst>
              </p:cNvPr>
              <p:cNvGrpSpPr>
                <a:grpSpLocks/>
              </p:cNvGrpSpPr>
              <p:nvPr/>
            </p:nvGrpSpPr>
            <p:grpSpPr bwMode="auto">
              <a:xfrm>
                <a:off x="1856416" y="3709935"/>
                <a:ext cx="1044712" cy="399063"/>
                <a:chOff x="2183302" y="1574638"/>
                <a:chExt cx="1200154" cy="430218"/>
              </a:xfrm>
            </p:grpSpPr>
            <p:sp>
              <p:nvSpPr>
                <p:cNvPr id="836" name="Oval 835">
                  <a:extLst>
                    <a:ext uri="{FF2B5EF4-FFF2-40B4-BE49-F238E27FC236}">
                      <a16:creationId xmlns:a16="http://schemas.microsoft.com/office/drawing/2014/main" id="{65721CD2-6E8B-080E-A757-4FA9540C5C5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837" name="Rectangle 836">
                  <a:extLst>
                    <a:ext uri="{FF2B5EF4-FFF2-40B4-BE49-F238E27FC236}">
                      <a16:creationId xmlns:a16="http://schemas.microsoft.com/office/drawing/2014/main" id="{EBE68ADE-0B1F-7FC3-DCBD-7FC77299620A}"/>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38" name="Oval 837">
                  <a:extLst>
                    <a:ext uri="{FF2B5EF4-FFF2-40B4-BE49-F238E27FC236}">
                      <a16:creationId xmlns:a16="http://schemas.microsoft.com/office/drawing/2014/main" id="{65FE1B68-B612-C8CF-44FE-6EA90F263D31}"/>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39" name="Freeform 1025">
                  <a:extLst>
                    <a:ext uri="{FF2B5EF4-FFF2-40B4-BE49-F238E27FC236}">
                      <a16:creationId xmlns:a16="http://schemas.microsoft.com/office/drawing/2014/main" id="{305D2035-3155-89B2-6B82-F472B2C4064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40" name="Freeform 1026">
                  <a:extLst>
                    <a:ext uri="{FF2B5EF4-FFF2-40B4-BE49-F238E27FC236}">
                      <a16:creationId xmlns:a16="http://schemas.microsoft.com/office/drawing/2014/main" id="{26D9FD64-D40B-7C78-40D5-E26A6455DDAC}"/>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Freeform 1027">
                  <a:extLst>
                    <a:ext uri="{FF2B5EF4-FFF2-40B4-BE49-F238E27FC236}">
                      <a16:creationId xmlns:a16="http://schemas.microsoft.com/office/drawing/2014/main" id="{1A64C37A-E52E-E4E9-8B9B-543628DAE1A0}"/>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Freeform 1028">
                  <a:extLst>
                    <a:ext uri="{FF2B5EF4-FFF2-40B4-BE49-F238E27FC236}">
                      <a16:creationId xmlns:a16="http://schemas.microsoft.com/office/drawing/2014/main" id="{AC47510B-A2E6-B0C2-89EB-FECC182E311D}"/>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43" name="Straight Connector 842">
                  <a:extLst>
                    <a:ext uri="{FF2B5EF4-FFF2-40B4-BE49-F238E27FC236}">
                      <a16:creationId xmlns:a16="http://schemas.microsoft.com/office/drawing/2014/main" id="{F407368F-0C2D-E1EA-5B55-F3A4DEDB22E8}"/>
                    </a:ext>
                  </a:extLst>
                </p:cNvPr>
                <p:cNvCxnSpPr>
                  <a:cxnSpLocks noChangeShapeType="1"/>
                  <a:endCxn id="838"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44" name="Straight Connector 843">
                  <a:extLst>
                    <a:ext uri="{FF2B5EF4-FFF2-40B4-BE49-F238E27FC236}">
                      <a16:creationId xmlns:a16="http://schemas.microsoft.com/office/drawing/2014/main" id="{D6864BF5-FCCF-07A1-2D33-9664E0B27538}"/>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746" name="Group 29">
              <a:extLst>
                <a:ext uri="{FF2B5EF4-FFF2-40B4-BE49-F238E27FC236}">
                  <a16:creationId xmlns:a16="http://schemas.microsoft.com/office/drawing/2014/main" id="{F164FE3A-F8AC-B015-9B19-AD11B1B9D734}"/>
                </a:ext>
              </a:extLst>
            </p:cNvPr>
            <p:cNvGrpSpPr>
              <a:grpSpLocks/>
            </p:cNvGrpSpPr>
            <p:nvPr/>
          </p:nvGrpSpPr>
          <p:grpSpPr bwMode="auto">
            <a:xfrm>
              <a:off x="3566154" y="3862335"/>
              <a:ext cx="514350" cy="1670050"/>
              <a:chOff x="3566154" y="3862335"/>
              <a:chExt cx="514350" cy="1670050"/>
            </a:xfrm>
          </p:grpSpPr>
          <p:sp>
            <p:nvSpPr>
              <p:cNvPr id="810" name="Rectangle 809">
                <a:extLst>
                  <a:ext uri="{FF2B5EF4-FFF2-40B4-BE49-F238E27FC236}">
                    <a16:creationId xmlns:a16="http://schemas.microsoft.com/office/drawing/2014/main" id="{D460402D-5F52-73D8-B41F-A9A107812D50}"/>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11" name="Straight Connector 810">
                <a:extLst>
                  <a:ext uri="{FF2B5EF4-FFF2-40B4-BE49-F238E27FC236}">
                    <a16:creationId xmlns:a16="http://schemas.microsoft.com/office/drawing/2014/main" id="{323F4A02-64F7-E37C-14AB-C29E8517B41B}"/>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812" name="Group 552">
                <a:extLst>
                  <a:ext uri="{FF2B5EF4-FFF2-40B4-BE49-F238E27FC236}">
                    <a16:creationId xmlns:a16="http://schemas.microsoft.com/office/drawing/2014/main" id="{BDC48D85-D318-65B2-A06D-EAFFB6768EF0}"/>
                  </a:ext>
                </a:extLst>
              </p:cNvPr>
              <p:cNvGrpSpPr>
                <a:grpSpLocks/>
              </p:cNvGrpSpPr>
              <p:nvPr/>
            </p:nvGrpSpPr>
            <p:grpSpPr bwMode="auto">
              <a:xfrm>
                <a:off x="3571302" y="5310688"/>
                <a:ext cx="507588" cy="221697"/>
                <a:chOff x="4128636" y="3606589"/>
                <a:chExt cx="568145" cy="338667"/>
              </a:xfrm>
            </p:grpSpPr>
            <p:sp>
              <p:nvSpPr>
                <p:cNvPr id="825" name="Oval 824">
                  <a:extLst>
                    <a:ext uri="{FF2B5EF4-FFF2-40B4-BE49-F238E27FC236}">
                      <a16:creationId xmlns:a16="http://schemas.microsoft.com/office/drawing/2014/main" id="{F4CECA38-AF37-ABFA-03E6-17BB17E70F4C}"/>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6" name="Rectangle 825">
                  <a:extLst>
                    <a:ext uri="{FF2B5EF4-FFF2-40B4-BE49-F238E27FC236}">
                      <a16:creationId xmlns:a16="http://schemas.microsoft.com/office/drawing/2014/main" id="{3F46DB75-475E-77EB-70A5-026FC7176ECE}"/>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7" name="Oval 826">
                  <a:extLst>
                    <a:ext uri="{FF2B5EF4-FFF2-40B4-BE49-F238E27FC236}">
                      <a16:creationId xmlns:a16="http://schemas.microsoft.com/office/drawing/2014/main" id="{643EC354-98DB-431C-4590-69BB9A83AC1E}"/>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28" name="Straight Connector 827">
                  <a:extLst>
                    <a:ext uri="{FF2B5EF4-FFF2-40B4-BE49-F238E27FC236}">
                      <a16:creationId xmlns:a16="http://schemas.microsoft.com/office/drawing/2014/main" id="{C579C45A-E2B1-887C-4DD9-0CBE89D138BD}"/>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829" name="Straight Connector 828">
                  <a:extLst>
                    <a:ext uri="{FF2B5EF4-FFF2-40B4-BE49-F238E27FC236}">
                      <a16:creationId xmlns:a16="http://schemas.microsoft.com/office/drawing/2014/main" id="{7A320921-043E-496B-16E3-090D2F6F0B87}"/>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813" name="Rectangle 812">
                <a:extLst>
                  <a:ext uri="{FF2B5EF4-FFF2-40B4-BE49-F238E27FC236}">
                    <a16:creationId xmlns:a16="http://schemas.microsoft.com/office/drawing/2014/main" id="{495806FD-30A8-C62E-30AD-A54290825AC0}"/>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14" name="Straight Connector 813">
                <a:extLst>
                  <a:ext uri="{FF2B5EF4-FFF2-40B4-BE49-F238E27FC236}">
                    <a16:creationId xmlns:a16="http://schemas.microsoft.com/office/drawing/2014/main" id="{B9F94F60-3E54-1723-178C-52DE04FF67B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815" name="Group 538">
                <a:extLst>
                  <a:ext uri="{FF2B5EF4-FFF2-40B4-BE49-F238E27FC236}">
                    <a16:creationId xmlns:a16="http://schemas.microsoft.com/office/drawing/2014/main" id="{57726FBD-2DBB-F41A-C9F5-8403EE06EF57}"/>
                  </a:ext>
                </a:extLst>
              </p:cNvPr>
              <p:cNvGrpSpPr>
                <a:grpSpLocks/>
              </p:cNvGrpSpPr>
              <p:nvPr/>
            </p:nvGrpSpPr>
            <p:grpSpPr bwMode="auto">
              <a:xfrm>
                <a:off x="3568667" y="3862335"/>
                <a:ext cx="503828" cy="248249"/>
                <a:chOff x="2183302" y="1564542"/>
                <a:chExt cx="1200154" cy="440314"/>
              </a:xfrm>
            </p:grpSpPr>
            <p:sp>
              <p:nvSpPr>
                <p:cNvPr id="816" name="Oval 815">
                  <a:extLst>
                    <a:ext uri="{FF2B5EF4-FFF2-40B4-BE49-F238E27FC236}">
                      <a16:creationId xmlns:a16="http://schemas.microsoft.com/office/drawing/2014/main" id="{229DD9E9-1DA5-0243-B1D5-30B9C651BD84}"/>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817" name="Rectangle 816">
                  <a:extLst>
                    <a:ext uri="{FF2B5EF4-FFF2-40B4-BE49-F238E27FC236}">
                      <a16:creationId xmlns:a16="http://schemas.microsoft.com/office/drawing/2014/main" id="{527AF196-0BA0-AB86-9C0C-AE4CB5C501A8}"/>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18" name="Oval 817">
                  <a:extLst>
                    <a:ext uri="{FF2B5EF4-FFF2-40B4-BE49-F238E27FC236}">
                      <a16:creationId xmlns:a16="http://schemas.microsoft.com/office/drawing/2014/main" id="{1B9FAF14-4DD8-962D-6037-5D6A18D57A7E}"/>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19" name="Freeform 1005">
                  <a:extLst>
                    <a:ext uri="{FF2B5EF4-FFF2-40B4-BE49-F238E27FC236}">
                      <a16:creationId xmlns:a16="http://schemas.microsoft.com/office/drawing/2014/main" id="{36EAFCC0-D5EE-7176-2A65-B8A6336A1CBC}"/>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0" name="Freeform 1006">
                  <a:extLst>
                    <a:ext uri="{FF2B5EF4-FFF2-40B4-BE49-F238E27FC236}">
                      <a16:creationId xmlns:a16="http://schemas.microsoft.com/office/drawing/2014/main" id="{ECB6E95B-0A88-2F9D-D9F4-26A4EAEA5397}"/>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1" name="Freeform 1007">
                  <a:extLst>
                    <a:ext uri="{FF2B5EF4-FFF2-40B4-BE49-F238E27FC236}">
                      <a16:creationId xmlns:a16="http://schemas.microsoft.com/office/drawing/2014/main" id="{CB4C512F-2E91-26EE-9FE5-9CC4C90BDAA0}"/>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2" name="Freeform 1008">
                  <a:extLst>
                    <a:ext uri="{FF2B5EF4-FFF2-40B4-BE49-F238E27FC236}">
                      <a16:creationId xmlns:a16="http://schemas.microsoft.com/office/drawing/2014/main" id="{197106F1-E91C-2D9E-07D6-E199929ED46C}"/>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23" name="Straight Connector 822">
                  <a:extLst>
                    <a:ext uri="{FF2B5EF4-FFF2-40B4-BE49-F238E27FC236}">
                      <a16:creationId xmlns:a16="http://schemas.microsoft.com/office/drawing/2014/main" id="{FF7224D5-0F3C-6729-B324-3EF160BEE68E}"/>
                    </a:ext>
                  </a:extLst>
                </p:cNvPr>
                <p:cNvCxnSpPr>
                  <a:cxnSpLocks noChangeShapeType="1"/>
                  <a:endCxn id="818"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24" name="Straight Connector 823">
                  <a:extLst>
                    <a:ext uri="{FF2B5EF4-FFF2-40B4-BE49-F238E27FC236}">
                      <a16:creationId xmlns:a16="http://schemas.microsoft.com/office/drawing/2014/main" id="{6C487178-E5A4-0863-4327-4563E466B86A}"/>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747" name="Group 30">
              <a:extLst>
                <a:ext uri="{FF2B5EF4-FFF2-40B4-BE49-F238E27FC236}">
                  <a16:creationId xmlns:a16="http://schemas.microsoft.com/office/drawing/2014/main" id="{17968A9F-51F8-BA4B-16EC-6B18ACD78B68}"/>
                </a:ext>
              </a:extLst>
            </p:cNvPr>
            <p:cNvGrpSpPr>
              <a:grpSpLocks/>
            </p:cNvGrpSpPr>
            <p:nvPr/>
          </p:nvGrpSpPr>
          <p:grpSpPr bwMode="auto">
            <a:xfrm>
              <a:off x="4348791" y="3867098"/>
              <a:ext cx="514350" cy="1670050"/>
              <a:chOff x="4348791" y="3867098"/>
              <a:chExt cx="514350" cy="1670050"/>
            </a:xfrm>
          </p:grpSpPr>
          <p:sp>
            <p:nvSpPr>
              <p:cNvPr id="790" name="Rectangle 789">
                <a:extLst>
                  <a:ext uri="{FF2B5EF4-FFF2-40B4-BE49-F238E27FC236}">
                    <a16:creationId xmlns:a16="http://schemas.microsoft.com/office/drawing/2014/main" id="{9E79E087-9A87-6299-E2EF-FA705F12FB35}"/>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91" name="Straight Connector 790">
                <a:extLst>
                  <a:ext uri="{FF2B5EF4-FFF2-40B4-BE49-F238E27FC236}">
                    <a16:creationId xmlns:a16="http://schemas.microsoft.com/office/drawing/2014/main" id="{3A141DC7-7624-49BC-8CD7-691390924CA1}"/>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792" name="Group 580">
                <a:extLst>
                  <a:ext uri="{FF2B5EF4-FFF2-40B4-BE49-F238E27FC236}">
                    <a16:creationId xmlns:a16="http://schemas.microsoft.com/office/drawing/2014/main" id="{2D6573D7-46F3-48FC-7D44-85415C90CE43}"/>
                  </a:ext>
                </a:extLst>
              </p:cNvPr>
              <p:cNvGrpSpPr>
                <a:grpSpLocks/>
              </p:cNvGrpSpPr>
              <p:nvPr/>
            </p:nvGrpSpPr>
            <p:grpSpPr bwMode="auto">
              <a:xfrm>
                <a:off x="4353939" y="5315451"/>
                <a:ext cx="507588" cy="221697"/>
                <a:chOff x="4128636" y="3606589"/>
                <a:chExt cx="568145" cy="338667"/>
              </a:xfrm>
            </p:grpSpPr>
            <p:sp>
              <p:nvSpPr>
                <p:cNvPr id="805" name="Oval 804">
                  <a:extLst>
                    <a:ext uri="{FF2B5EF4-FFF2-40B4-BE49-F238E27FC236}">
                      <a16:creationId xmlns:a16="http://schemas.microsoft.com/office/drawing/2014/main" id="{B6B55289-C5E4-C8A7-8E14-95509306F729}"/>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6" name="Rectangle 805">
                  <a:extLst>
                    <a:ext uri="{FF2B5EF4-FFF2-40B4-BE49-F238E27FC236}">
                      <a16:creationId xmlns:a16="http://schemas.microsoft.com/office/drawing/2014/main" id="{7EE294F5-B2D0-9A92-AECA-12C4A2ABC611}"/>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7" name="Oval 806">
                  <a:extLst>
                    <a:ext uri="{FF2B5EF4-FFF2-40B4-BE49-F238E27FC236}">
                      <a16:creationId xmlns:a16="http://schemas.microsoft.com/office/drawing/2014/main" id="{0B342430-5B15-6DEC-EA18-B733BDEDA30D}"/>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08" name="Straight Connector 807">
                  <a:extLst>
                    <a:ext uri="{FF2B5EF4-FFF2-40B4-BE49-F238E27FC236}">
                      <a16:creationId xmlns:a16="http://schemas.microsoft.com/office/drawing/2014/main" id="{0186FD22-37F2-3D5E-1B9A-C4B179FE9C8F}"/>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809" name="Straight Connector 808">
                  <a:extLst>
                    <a:ext uri="{FF2B5EF4-FFF2-40B4-BE49-F238E27FC236}">
                      <a16:creationId xmlns:a16="http://schemas.microsoft.com/office/drawing/2014/main" id="{09253A84-8278-B186-C706-A243D6AE1A6A}"/>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793" name="Rectangle 792">
                <a:extLst>
                  <a:ext uri="{FF2B5EF4-FFF2-40B4-BE49-F238E27FC236}">
                    <a16:creationId xmlns:a16="http://schemas.microsoft.com/office/drawing/2014/main" id="{C838D8BA-FD86-2C22-15E4-6FBF7B85A0A1}"/>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94" name="Straight Connector 793">
                <a:extLst>
                  <a:ext uri="{FF2B5EF4-FFF2-40B4-BE49-F238E27FC236}">
                    <a16:creationId xmlns:a16="http://schemas.microsoft.com/office/drawing/2014/main" id="{DA2FA496-0F21-9D54-A1E1-B18622935B6E}"/>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795" name="Group 568">
                <a:extLst>
                  <a:ext uri="{FF2B5EF4-FFF2-40B4-BE49-F238E27FC236}">
                    <a16:creationId xmlns:a16="http://schemas.microsoft.com/office/drawing/2014/main" id="{7CFC0A21-B16B-73F9-DFA9-A8B761C437E7}"/>
                  </a:ext>
                </a:extLst>
              </p:cNvPr>
              <p:cNvGrpSpPr>
                <a:grpSpLocks/>
              </p:cNvGrpSpPr>
              <p:nvPr/>
            </p:nvGrpSpPr>
            <p:grpSpPr bwMode="auto">
              <a:xfrm>
                <a:off x="4351304" y="3867098"/>
                <a:ext cx="503828" cy="248249"/>
                <a:chOff x="2183302" y="1564542"/>
                <a:chExt cx="1200154" cy="440314"/>
              </a:xfrm>
            </p:grpSpPr>
            <p:sp>
              <p:nvSpPr>
                <p:cNvPr id="796" name="Oval 795">
                  <a:extLst>
                    <a:ext uri="{FF2B5EF4-FFF2-40B4-BE49-F238E27FC236}">
                      <a16:creationId xmlns:a16="http://schemas.microsoft.com/office/drawing/2014/main" id="{EF942119-DCCC-5C88-C65D-E45E53227FBB}"/>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797" name="Rectangle 796">
                  <a:extLst>
                    <a:ext uri="{FF2B5EF4-FFF2-40B4-BE49-F238E27FC236}">
                      <a16:creationId xmlns:a16="http://schemas.microsoft.com/office/drawing/2014/main" id="{3208D103-60F0-31A8-BCBA-75ED648B3A91}"/>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98" name="Oval 797">
                  <a:extLst>
                    <a:ext uri="{FF2B5EF4-FFF2-40B4-BE49-F238E27FC236}">
                      <a16:creationId xmlns:a16="http://schemas.microsoft.com/office/drawing/2014/main" id="{C8698384-4B84-1671-1367-680DF7A8D784}"/>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99" name="Freeform 985">
                  <a:extLst>
                    <a:ext uri="{FF2B5EF4-FFF2-40B4-BE49-F238E27FC236}">
                      <a16:creationId xmlns:a16="http://schemas.microsoft.com/office/drawing/2014/main" id="{B7F0BC9A-72D6-F7A4-E998-9CA321C68F3E}"/>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0" name="Freeform 986">
                  <a:extLst>
                    <a:ext uri="{FF2B5EF4-FFF2-40B4-BE49-F238E27FC236}">
                      <a16:creationId xmlns:a16="http://schemas.microsoft.com/office/drawing/2014/main" id="{DC127632-4436-392F-687C-189B5B50FF4A}"/>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1" name="Freeform 987">
                  <a:extLst>
                    <a:ext uri="{FF2B5EF4-FFF2-40B4-BE49-F238E27FC236}">
                      <a16:creationId xmlns:a16="http://schemas.microsoft.com/office/drawing/2014/main" id="{4315F099-A236-DBF1-595D-432209674306}"/>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2" name="Freeform 988">
                  <a:extLst>
                    <a:ext uri="{FF2B5EF4-FFF2-40B4-BE49-F238E27FC236}">
                      <a16:creationId xmlns:a16="http://schemas.microsoft.com/office/drawing/2014/main" id="{92377E76-5D09-06BF-495E-D4281C8DE8C7}"/>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03" name="Straight Connector 802">
                  <a:extLst>
                    <a:ext uri="{FF2B5EF4-FFF2-40B4-BE49-F238E27FC236}">
                      <a16:creationId xmlns:a16="http://schemas.microsoft.com/office/drawing/2014/main" id="{DE08E36F-AD0A-B333-4F5A-4E9FBA0BAB43}"/>
                    </a:ext>
                  </a:extLst>
                </p:cNvPr>
                <p:cNvCxnSpPr>
                  <a:cxnSpLocks noChangeShapeType="1"/>
                  <a:endCxn id="798"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04" name="Straight Connector 803">
                  <a:extLst>
                    <a:ext uri="{FF2B5EF4-FFF2-40B4-BE49-F238E27FC236}">
                      <a16:creationId xmlns:a16="http://schemas.microsoft.com/office/drawing/2014/main" id="{494F5F0D-019C-18E9-1B79-AF4D860B7AA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748" name="Group 48257">
              <a:extLst>
                <a:ext uri="{FF2B5EF4-FFF2-40B4-BE49-F238E27FC236}">
                  <a16:creationId xmlns:a16="http://schemas.microsoft.com/office/drawing/2014/main" id="{24985C3D-DEB4-064D-05B6-5E6C919C4C2F}"/>
                </a:ext>
              </a:extLst>
            </p:cNvPr>
            <p:cNvGrpSpPr>
              <a:grpSpLocks/>
            </p:cNvGrpSpPr>
            <p:nvPr/>
          </p:nvGrpSpPr>
          <p:grpSpPr bwMode="auto">
            <a:xfrm>
              <a:off x="5552116" y="3849635"/>
              <a:ext cx="514350" cy="1670050"/>
              <a:chOff x="5552116" y="3849635"/>
              <a:chExt cx="514350" cy="1670050"/>
            </a:xfrm>
          </p:grpSpPr>
          <p:sp>
            <p:nvSpPr>
              <p:cNvPr id="770" name="Rectangle 769">
                <a:extLst>
                  <a:ext uri="{FF2B5EF4-FFF2-40B4-BE49-F238E27FC236}">
                    <a16:creationId xmlns:a16="http://schemas.microsoft.com/office/drawing/2014/main" id="{3B8DA62C-0C59-41CB-DDC8-5B48FBDD325D}"/>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71" name="Straight Connector 770">
                <a:extLst>
                  <a:ext uri="{FF2B5EF4-FFF2-40B4-BE49-F238E27FC236}">
                    <a16:creationId xmlns:a16="http://schemas.microsoft.com/office/drawing/2014/main" id="{C4D0C4CA-541B-E065-91A0-A59E5235E85F}"/>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772" name="Group 607">
                <a:extLst>
                  <a:ext uri="{FF2B5EF4-FFF2-40B4-BE49-F238E27FC236}">
                    <a16:creationId xmlns:a16="http://schemas.microsoft.com/office/drawing/2014/main" id="{7E1CC0D8-3352-FC18-10B7-CD513F3DEB84}"/>
                  </a:ext>
                </a:extLst>
              </p:cNvPr>
              <p:cNvGrpSpPr>
                <a:grpSpLocks/>
              </p:cNvGrpSpPr>
              <p:nvPr/>
            </p:nvGrpSpPr>
            <p:grpSpPr bwMode="auto">
              <a:xfrm>
                <a:off x="5557264" y="5297988"/>
                <a:ext cx="507588" cy="221697"/>
                <a:chOff x="4128636" y="3606589"/>
                <a:chExt cx="568145" cy="338667"/>
              </a:xfrm>
            </p:grpSpPr>
            <p:sp>
              <p:nvSpPr>
                <p:cNvPr id="785" name="Oval 784">
                  <a:extLst>
                    <a:ext uri="{FF2B5EF4-FFF2-40B4-BE49-F238E27FC236}">
                      <a16:creationId xmlns:a16="http://schemas.microsoft.com/office/drawing/2014/main" id="{462142BB-15D7-5B05-0D45-538B98538385}"/>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6" name="Rectangle 785">
                  <a:extLst>
                    <a:ext uri="{FF2B5EF4-FFF2-40B4-BE49-F238E27FC236}">
                      <a16:creationId xmlns:a16="http://schemas.microsoft.com/office/drawing/2014/main" id="{B8A697FF-4451-4F63-9348-3E6B958A8F57}"/>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7" name="Oval 786">
                  <a:extLst>
                    <a:ext uri="{FF2B5EF4-FFF2-40B4-BE49-F238E27FC236}">
                      <a16:creationId xmlns:a16="http://schemas.microsoft.com/office/drawing/2014/main" id="{FD9ACE56-CE8D-DB4C-EA52-06A2AFEEEE19}"/>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88" name="Straight Connector 787">
                  <a:extLst>
                    <a:ext uri="{FF2B5EF4-FFF2-40B4-BE49-F238E27FC236}">
                      <a16:creationId xmlns:a16="http://schemas.microsoft.com/office/drawing/2014/main" id="{55C35E9E-43C1-B761-6F6E-BB60C665AE3B}"/>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789" name="Straight Connector 788">
                  <a:extLst>
                    <a:ext uri="{FF2B5EF4-FFF2-40B4-BE49-F238E27FC236}">
                      <a16:creationId xmlns:a16="http://schemas.microsoft.com/office/drawing/2014/main" id="{E5D76939-10D1-E4F1-B2D3-D266E1C08934}"/>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773" name="Rectangle 772">
                <a:extLst>
                  <a:ext uri="{FF2B5EF4-FFF2-40B4-BE49-F238E27FC236}">
                    <a16:creationId xmlns:a16="http://schemas.microsoft.com/office/drawing/2014/main" id="{6F41AC2E-37CC-7150-392C-EF59CBED4DEE}"/>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74" name="Straight Connector 773">
                <a:extLst>
                  <a:ext uri="{FF2B5EF4-FFF2-40B4-BE49-F238E27FC236}">
                    <a16:creationId xmlns:a16="http://schemas.microsoft.com/office/drawing/2014/main" id="{149E0C30-88D1-3E1E-F0FA-46830CEE4E96}"/>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775" name="Group 595">
                <a:extLst>
                  <a:ext uri="{FF2B5EF4-FFF2-40B4-BE49-F238E27FC236}">
                    <a16:creationId xmlns:a16="http://schemas.microsoft.com/office/drawing/2014/main" id="{5DA092FB-B010-F1D3-8B9D-4B39083824CD}"/>
                  </a:ext>
                </a:extLst>
              </p:cNvPr>
              <p:cNvGrpSpPr>
                <a:grpSpLocks/>
              </p:cNvGrpSpPr>
              <p:nvPr/>
            </p:nvGrpSpPr>
            <p:grpSpPr bwMode="auto">
              <a:xfrm>
                <a:off x="5554629" y="3849635"/>
                <a:ext cx="503828" cy="248249"/>
                <a:chOff x="2183302" y="1564542"/>
                <a:chExt cx="1200154" cy="440314"/>
              </a:xfrm>
            </p:grpSpPr>
            <p:sp>
              <p:nvSpPr>
                <p:cNvPr id="776" name="Oval 775">
                  <a:extLst>
                    <a:ext uri="{FF2B5EF4-FFF2-40B4-BE49-F238E27FC236}">
                      <a16:creationId xmlns:a16="http://schemas.microsoft.com/office/drawing/2014/main" id="{E70148E4-E430-F843-010F-4A2D98D3FA1A}"/>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777" name="Rectangle 776">
                  <a:extLst>
                    <a:ext uri="{FF2B5EF4-FFF2-40B4-BE49-F238E27FC236}">
                      <a16:creationId xmlns:a16="http://schemas.microsoft.com/office/drawing/2014/main" id="{FDBCF8DF-0CC8-64E3-89A2-2D348233BB03}"/>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78" name="Oval 777">
                  <a:extLst>
                    <a:ext uri="{FF2B5EF4-FFF2-40B4-BE49-F238E27FC236}">
                      <a16:creationId xmlns:a16="http://schemas.microsoft.com/office/drawing/2014/main" id="{BECB7CD8-537D-E7AF-497F-4E485F9EA0E5}"/>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79" name="Freeform 965">
                  <a:extLst>
                    <a:ext uri="{FF2B5EF4-FFF2-40B4-BE49-F238E27FC236}">
                      <a16:creationId xmlns:a16="http://schemas.microsoft.com/office/drawing/2014/main" id="{DCF05955-235C-449A-4F37-4BDEEA96FB16}"/>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0" name="Freeform 966">
                  <a:extLst>
                    <a:ext uri="{FF2B5EF4-FFF2-40B4-BE49-F238E27FC236}">
                      <a16:creationId xmlns:a16="http://schemas.microsoft.com/office/drawing/2014/main" id="{665A01FD-55B3-F26E-1485-2290B1E646A9}"/>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1" name="Freeform 967">
                  <a:extLst>
                    <a:ext uri="{FF2B5EF4-FFF2-40B4-BE49-F238E27FC236}">
                      <a16:creationId xmlns:a16="http://schemas.microsoft.com/office/drawing/2014/main" id="{53F2BD59-E40A-29F9-3DAB-0A29D2DEBD25}"/>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2" name="Freeform 968">
                  <a:extLst>
                    <a:ext uri="{FF2B5EF4-FFF2-40B4-BE49-F238E27FC236}">
                      <a16:creationId xmlns:a16="http://schemas.microsoft.com/office/drawing/2014/main" id="{B338D419-DD81-A33B-1628-775CF44C3BD0}"/>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83" name="Straight Connector 782">
                  <a:extLst>
                    <a:ext uri="{FF2B5EF4-FFF2-40B4-BE49-F238E27FC236}">
                      <a16:creationId xmlns:a16="http://schemas.microsoft.com/office/drawing/2014/main" id="{7A3CEF05-F0A7-EFE5-D099-E1AF6CBAE891}"/>
                    </a:ext>
                  </a:extLst>
                </p:cNvPr>
                <p:cNvCxnSpPr>
                  <a:cxnSpLocks noChangeShapeType="1"/>
                  <a:endCxn id="778"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84" name="Straight Connector 783">
                  <a:extLst>
                    <a:ext uri="{FF2B5EF4-FFF2-40B4-BE49-F238E27FC236}">
                      <a16:creationId xmlns:a16="http://schemas.microsoft.com/office/drawing/2014/main" id="{E5164FCB-AD6D-3FCB-4FC2-66A73DE6F81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749" name="Group 48258">
              <a:extLst>
                <a:ext uri="{FF2B5EF4-FFF2-40B4-BE49-F238E27FC236}">
                  <a16:creationId xmlns:a16="http://schemas.microsoft.com/office/drawing/2014/main" id="{C816842B-FA56-D54E-1C53-74AB565E5684}"/>
                </a:ext>
              </a:extLst>
            </p:cNvPr>
            <p:cNvGrpSpPr>
              <a:grpSpLocks/>
            </p:cNvGrpSpPr>
            <p:nvPr/>
          </p:nvGrpSpPr>
          <p:grpSpPr bwMode="auto">
            <a:xfrm>
              <a:off x="6547479" y="3836935"/>
              <a:ext cx="514350" cy="1671638"/>
              <a:chOff x="6547479" y="3836935"/>
              <a:chExt cx="514350" cy="1671638"/>
            </a:xfrm>
          </p:grpSpPr>
          <p:sp>
            <p:nvSpPr>
              <p:cNvPr id="750" name="Rectangle 749">
                <a:extLst>
                  <a:ext uri="{FF2B5EF4-FFF2-40B4-BE49-F238E27FC236}">
                    <a16:creationId xmlns:a16="http://schemas.microsoft.com/office/drawing/2014/main" id="{21F84F8E-EE19-F419-ADA9-0D57282A8F7D}"/>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51" name="Straight Connector 750">
                <a:extLst>
                  <a:ext uri="{FF2B5EF4-FFF2-40B4-BE49-F238E27FC236}">
                    <a16:creationId xmlns:a16="http://schemas.microsoft.com/office/drawing/2014/main" id="{A0FAF63A-CF83-8721-580E-AA014D9D278F}"/>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752" name="Group 634">
                <a:extLst>
                  <a:ext uri="{FF2B5EF4-FFF2-40B4-BE49-F238E27FC236}">
                    <a16:creationId xmlns:a16="http://schemas.microsoft.com/office/drawing/2014/main" id="{EBBB3FED-0851-1F7D-A8F9-FD54C46A55C4}"/>
                  </a:ext>
                </a:extLst>
              </p:cNvPr>
              <p:cNvGrpSpPr>
                <a:grpSpLocks/>
              </p:cNvGrpSpPr>
              <p:nvPr/>
            </p:nvGrpSpPr>
            <p:grpSpPr bwMode="auto">
              <a:xfrm>
                <a:off x="6552627" y="5286665"/>
                <a:ext cx="507588" cy="221908"/>
                <a:chOff x="4128636" y="3606589"/>
                <a:chExt cx="568145" cy="338667"/>
              </a:xfrm>
            </p:grpSpPr>
            <p:sp>
              <p:nvSpPr>
                <p:cNvPr id="765" name="Oval 764">
                  <a:extLst>
                    <a:ext uri="{FF2B5EF4-FFF2-40B4-BE49-F238E27FC236}">
                      <a16:creationId xmlns:a16="http://schemas.microsoft.com/office/drawing/2014/main" id="{EF92E782-4438-30AE-6853-D7EA1ACD949F}"/>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6" name="Rectangle 765">
                  <a:extLst>
                    <a:ext uri="{FF2B5EF4-FFF2-40B4-BE49-F238E27FC236}">
                      <a16:creationId xmlns:a16="http://schemas.microsoft.com/office/drawing/2014/main" id="{D4CAA4D1-3824-E5E9-52A3-EFADDF24C379}"/>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7" name="Oval 766">
                  <a:extLst>
                    <a:ext uri="{FF2B5EF4-FFF2-40B4-BE49-F238E27FC236}">
                      <a16:creationId xmlns:a16="http://schemas.microsoft.com/office/drawing/2014/main" id="{1B08F41B-DEAF-661E-8D9D-C5DA26A51979}"/>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68" name="Straight Connector 767">
                  <a:extLst>
                    <a:ext uri="{FF2B5EF4-FFF2-40B4-BE49-F238E27FC236}">
                      <a16:creationId xmlns:a16="http://schemas.microsoft.com/office/drawing/2014/main" id="{38D9A76D-5924-B2B5-ECDA-D2788922A048}"/>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769" name="Straight Connector 768">
                  <a:extLst>
                    <a:ext uri="{FF2B5EF4-FFF2-40B4-BE49-F238E27FC236}">
                      <a16:creationId xmlns:a16="http://schemas.microsoft.com/office/drawing/2014/main" id="{373A9BC5-C80A-6C10-1F4F-E4B8A02256BF}"/>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753" name="Rectangle 752">
                <a:extLst>
                  <a:ext uri="{FF2B5EF4-FFF2-40B4-BE49-F238E27FC236}">
                    <a16:creationId xmlns:a16="http://schemas.microsoft.com/office/drawing/2014/main" id="{D356EA27-277A-AC54-6C10-A61B1E8AD47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754" name="Straight Connector 753">
                <a:extLst>
                  <a:ext uri="{FF2B5EF4-FFF2-40B4-BE49-F238E27FC236}">
                    <a16:creationId xmlns:a16="http://schemas.microsoft.com/office/drawing/2014/main" id="{C527B540-079E-CDFD-FF4D-16758F900FFA}"/>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755" name="Group 622">
                <a:extLst>
                  <a:ext uri="{FF2B5EF4-FFF2-40B4-BE49-F238E27FC236}">
                    <a16:creationId xmlns:a16="http://schemas.microsoft.com/office/drawing/2014/main" id="{8EB27512-73CC-A8B9-E671-E342794408B5}"/>
                  </a:ext>
                </a:extLst>
              </p:cNvPr>
              <p:cNvGrpSpPr>
                <a:grpSpLocks/>
              </p:cNvGrpSpPr>
              <p:nvPr/>
            </p:nvGrpSpPr>
            <p:grpSpPr bwMode="auto">
              <a:xfrm>
                <a:off x="6549992" y="3836935"/>
                <a:ext cx="503828" cy="248485"/>
                <a:chOff x="2183302" y="1564542"/>
                <a:chExt cx="1200154" cy="440314"/>
              </a:xfrm>
            </p:grpSpPr>
            <p:sp>
              <p:nvSpPr>
                <p:cNvPr id="756" name="Oval 755">
                  <a:extLst>
                    <a:ext uri="{FF2B5EF4-FFF2-40B4-BE49-F238E27FC236}">
                      <a16:creationId xmlns:a16="http://schemas.microsoft.com/office/drawing/2014/main" id="{BE0F5A77-7C88-FCE2-979C-BD49036CBABE}"/>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757" name="Rectangle 756">
                  <a:extLst>
                    <a:ext uri="{FF2B5EF4-FFF2-40B4-BE49-F238E27FC236}">
                      <a16:creationId xmlns:a16="http://schemas.microsoft.com/office/drawing/2014/main" id="{D346DF03-57E0-E37A-F73F-42D1DBEF49CC}"/>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58" name="Oval 757">
                  <a:extLst>
                    <a:ext uri="{FF2B5EF4-FFF2-40B4-BE49-F238E27FC236}">
                      <a16:creationId xmlns:a16="http://schemas.microsoft.com/office/drawing/2014/main" id="{8247892E-6BCB-EB7B-41B7-78437A3189C3}"/>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59" name="Freeform 945">
                  <a:extLst>
                    <a:ext uri="{FF2B5EF4-FFF2-40B4-BE49-F238E27FC236}">
                      <a16:creationId xmlns:a16="http://schemas.microsoft.com/office/drawing/2014/main" id="{38F404A6-1B18-7878-F49C-240613E50A90}"/>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0" name="Freeform 946">
                  <a:extLst>
                    <a:ext uri="{FF2B5EF4-FFF2-40B4-BE49-F238E27FC236}">
                      <a16:creationId xmlns:a16="http://schemas.microsoft.com/office/drawing/2014/main" id="{DC1E6DA3-D368-8D62-2F07-ACD3680F66BA}"/>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1" name="Freeform 947">
                  <a:extLst>
                    <a:ext uri="{FF2B5EF4-FFF2-40B4-BE49-F238E27FC236}">
                      <a16:creationId xmlns:a16="http://schemas.microsoft.com/office/drawing/2014/main" id="{79377094-9DFC-DE87-300D-CB8FFF2A1E8A}"/>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2" name="Freeform 948">
                  <a:extLst>
                    <a:ext uri="{FF2B5EF4-FFF2-40B4-BE49-F238E27FC236}">
                      <a16:creationId xmlns:a16="http://schemas.microsoft.com/office/drawing/2014/main" id="{584BEC09-14F3-DFEE-B8DD-3A92F389EC44}"/>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63" name="Straight Connector 762">
                  <a:extLst>
                    <a:ext uri="{FF2B5EF4-FFF2-40B4-BE49-F238E27FC236}">
                      <a16:creationId xmlns:a16="http://schemas.microsoft.com/office/drawing/2014/main" id="{BED6611B-854E-F3D1-F194-7AD5A97DF925}"/>
                    </a:ext>
                  </a:extLst>
                </p:cNvPr>
                <p:cNvCxnSpPr>
                  <a:cxnSpLocks noChangeShapeType="1"/>
                  <a:endCxn id="758"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64" name="Straight Connector 763">
                  <a:extLst>
                    <a:ext uri="{FF2B5EF4-FFF2-40B4-BE49-F238E27FC236}">
                      <a16:creationId xmlns:a16="http://schemas.microsoft.com/office/drawing/2014/main" id="{E6BD6B43-E4B5-9BE1-7208-7B91E0882B17}"/>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850" name="Group 849">
            <a:extLst>
              <a:ext uri="{FF2B5EF4-FFF2-40B4-BE49-F238E27FC236}">
                <a16:creationId xmlns:a16="http://schemas.microsoft.com/office/drawing/2014/main" id="{7577D808-A0B2-3DBF-FDDA-97ADA4F5F8EF}"/>
              </a:ext>
            </a:extLst>
          </p:cNvPr>
          <p:cNvGrpSpPr>
            <a:grpSpLocks/>
          </p:cNvGrpSpPr>
          <p:nvPr/>
        </p:nvGrpSpPr>
        <p:grpSpPr bwMode="auto">
          <a:xfrm>
            <a:off x="4130530" y="2174102"/>
            <a:ext cx="4416425" cy="2314575"/>
            <a:chOff x="2381956" y="2435173"/>
            <a:chExt cx="4415330" cy="2315048"/>
          </a:xfrm>
        </p:grpSpPr>
        <p:sp>
          <p:nvSpPr>
            <p:cNvPr id="851" name="Freeform 1037">
              <a:extLst>
                <a:ext uri="{FF2B5EF4-FFF2-40B4-BE49-F238E27FC236}">
                  <a16:creationId xmlns:a16="http://schemas.microsoft.com/office/drawing/2014/main" id="{D79123BE-3298-F43C-121E-6619AAFD9279}"/>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852" name="Freeform 1038">
              <a:extLst>
                <a:ext uri="{FF2B5EF4-FFF2-40B4-BE49-F238E27FC236}">
                  <a16:creationId xmlns:a16="http://schemas.microsoft.com/office/drawing/2014/main" id="{60212C8F-8AEE-9B61-C5D2-418E3013D225}"/>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853" name="Straight Arrow Connector 852">
              <a:extLst>
                <a:ext uri="{FF2B5EF4-FFF2-40B4-BE49-F238E27FC236}">
                  <a16:creationId xmlns:a16="http://schemas.microsoft.com/office/drawing/2014/main" id="{6915FBA4-8344-9D66-F19D-AD55C8669F4B}"/>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854" name="Straight Arrow Connector 853">
              <a:extLst>
                <a:ext uri="{FF2B5EF4-FFF2-40B4-BE49-F238E27FC236}">
                  <a16:creationId xmlns:a16="http://schemas.microsoft.com/office/drawing/2014/main" id="{567486BC-46A8-2792-ECE7-8F08700B71BC}"/>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855" name="Straight Arrow Connector 854">
              <a:extLst>
                <a:ext uri="{FF2B5EF4-FFF2-40B4-BE49-F238E27FC236}">
                  <a16:creationId xmlns:a16="http://schemas.microsoft.com/office/drawing/2014/main" id="{2FBE7969-D895-F3E8-482C-9B3D23057AE8}"/>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856" name="Group 855">
            <a:extLst>
              <a:ext uri="{FF2B5EF4-FFF2-40B4-BE49-F238E27FC236}">
                <a16:creationId xmlns:a16="http://schemas.microsoft.com/office/drawing/2014/main" id="{55D251FA-9674-4540-160B-087BD77DC970}"/>
              </a:ext>
            </a:extLst>
          </p:cNvPr>
          <p:cNvGrpSpPr>
            <a:grpSpLocks/>
          </p:cNvGrpSpPr>
          <p:nvPr/>
        </p:nvGrpSpPr>
        <p:grpSpPr bwMode="auto">
          <a:xfrm>
            <a:off x="3805093" y="4385490"/>
            <a:ext cx="4957762" cy="693737"/>
            <a:chOff x="2055070" y="4690247"/>
            <a:chExt cx="4956877" cy="694339"/>
          </a:xfrm>
        </p:grpSpPr>
        <p:grpSp>
          <p:nvGrpSpPr>
            <p:cNvPr id="857" name="Group 554">
              <a:extLst>
                <a:ext uri="{FF2B5EF4-FFF2-40B4-BE49-F238E27FC236}">
                  <a16:creationId xmlns:a16="http://schemas.microsoft.com/office/drawing/2014/main" id="{958F836F-A14F-79F0-8022-065B9CFB8AEC}"/>
                </a:ext>
              </a:extLst>
            </p:cNvPr>
            <p:cNvGrpSpPr>
              <a:grpSpLocks/>
            </p:cNvGrpSpPr>
            <p:nvPr/>
          </p:nvGrpSpPr>
          <p:grpSpPr bwMode="auto">
            <a:xfrm>
              <a:off x="3605320" y="5055434"/>
              <a:ext cx="430131" cy="329152"/>
              <a:chOff x="2931664" y="3912603"/>
              <a:chExt cx="430450" cy="329314"/>
            </a:xfrm>
          </p:grpSpPr>
          <p:sp>
            <p:nvSpPr>
              <p:cNvPr id="878" name="Rectangle 877">
                <a:extLst>
                  <a:ext uri="{FF2B5EF4-FFF2-40B4-BE49-F238E27FC236}">
                    <a16:creationId xmlns:a16="http://schemas.microsoft.com/office/drawing/2014/main" id="{7AF480DC-C37E-0532-560B-97EE14D7F5D4}"/>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79" name="Straight Connector 878">
                <a:extLst>
                  <a:ext uri="{FF2B5EF4-FFF2-40B4-BE49-F238E27FC236}">
                    <a16:creationId xmlns:a16="http://schemas.microsoft.com/office/drawing/2014/main" id="{1C3648EA-BAF6-0FCB-AD5E-D96A22917E70}"/>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880" name="Straight Connector 879">
                <a:extLst>
                  <a:ext uri="{FF2B5EF4-FFF2-40B4-BE49-F238E27FC236}">
                    <a16:creationId xmlns:a16="http://schemas.microsoft.com/office/drawing/2014/main" id="{6D4F1270-1B86-CC3A-6E2C-945C4D988416}"/>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881" name="Straight Connector 880">
                <a:extLst>
                  <a:ext uri="{FF2B5EF4-FFF2-40B4-BE49-F238E27FC236}">
                    <a16:creationId xmlns:a16="http://schemas.microsoft.com/office/drawing/2014/main" id="{2849A74E-9A5B-7A9A-E5DC-964C5F81A931}"/>
                  </a:ext>
                </a:extLst>
              </p:cNvPr>
              <p:cNvCxnSpPr>
                <a:stCxn id="878"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858" name="Group 582">
              <a:extLst>
                <a:ext uri="{FF2B5EF4-FFF2-40B4-BE49-F238E27FC236}">
                  <a16:creationId xmlns:a16="http://schemas.microsoft.com/office/drawing/2014/main" id="{9E028777-A5DC-1C5C-8402-635E08D0BF7A}"/>
                </a:ext>
              </a:extLst>
            </p:cNvPr>
            <p:cNvGrpSpPr>
              <a:grpSpLocks/>
            </p:cNvGrpSpPr>
            <p:nvPr/>
          </p:nvGrpSpPr>
          <p:grpSpPr bwMode="auto">
            <a:xfrm>
              <a:off x="4387957" y="5055368"/>
              <a:ext cx="430131" cy="329152"/>
              <a:chOff x="2931664" y="3912603"/>
              <a:chExt cx="430450" cy="329314"/>
            </a:xfrm>
          </p:grpSpPr>
          <p:sp>
            <p:nvSpPr>
              <p:cNvPr id="874" name="Rectangle 873">
                <a:extLst>
                  <a:ext uri="{FF2B5EF4-FFF2-40B4-BE49-F238E27FC236}">
                    <a16:creationId xmlns:a16="http://schemas.microsoft.com/office/drawing/2014/main" id="{5F8261E5-2F7B-84E4-8688-3A0A2336567A}"/>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75" name="Straight Connector 874">
                <a:extLst>
                  <a:ext uri="{FF2B5EF4-FFF2-40B4-BE49-F238E27FC236}">
                    <a16:creationId xmlns:a16="http://schemas.microsoft.com/office/drawing/2014/main" id="{3D83D916-8B0D-071D-3FE6-9DAD5AEDC806}"/>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876" name="Straight Connector 875">
                <a:extLst>
                  <a:ext uri="{FF2B5EF4-FFF2-40B4-BE49-F238E27FC236}">
                    <a16:creationId xmlns:a16="http://schemas.microsoft.com/office/drawing/2014/main" id="{FCD94F8F-D514-506F-788D-40A26F973574}"/>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877" name="Straight Connector 876">
                <a:extLst>
                  <a:ext uri="{FF2B5EF4-FFF2-40B4-BE49-F238E27FC236}">
                    <a16:creationId xmlns:a16="http://schemas.microsoft.com/office/drawing/2014/main" id="{CA6C4698-E862-E2B8-836F-00A261B4B3FD}"/>
                  </a:ext>
                </a:extLst>
              </p:cNvPr>
              <p:cNvCxnSpPr>
                <a:stCxn id="874"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859" name="Group 609">
              <a:extLst>
                <a:ext uri="{FF2B5EF4-FFF2-40B4-BE49-F238E27FC236}">
                  <a16:creationId xmlns:a16="http://schemas.microsoft.com/office/drawing/2014/main" id="{B7B182F9-928E-2EFE-917A-11C96998838D}"/>
                </a:ext>
              </a:extLst>
            </p:cNvPr>
            <p:cNvGrpSpPr>
              <a:grpSpLocks/>
            </p:cNvGrpSpPr>
            <p:nvPr/>
          </p:nvGrpSpPr>
          <p:grpSpPr bwMode="auto">
            <a:xfrm>
              <a:off x="5591804" y="5053093"/>
              <a:ext cx="430212" cy="328614"/>
              <a:chOff x="2932186" y="3913304"/>
              <a:chExt cx="430531" cy="328775"/>
            </a:xfrm>
          </p:grpSpPr>
          <p:sp>
            <p:nvSpPr>
              <p:cNvPr id="870" name="Rectangle 869">
                <a:extLst>
                  <a:ext uri="{FF2B5EF4-FFF2-40B4-BE49-F238E27FC236}">
                    <a16:creationId xmlns:a16="http://schemas.microsoft.com/office/drawing/2014/main" id="{E737732C-B6FF-4078-994A-29DD90349D68}"/>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71" name="Straight Connector 870">
                <a:extLst>
                  <a:ext uri="{FF2B5EF4-FFF2-40B4-BE49-F238E27FC236}">
                    <a16:creationId xmlns:a16="http://schemas.microsoft.com/office/drawing/2014/main" id="{64D334AD-6235-6962-CF5D-E61FFCBFA22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872" name="Straight Connector 871">
                <a:extLst>
                  <a:ext uri="{FF2B5EF4-FFF2-40B4-BE49-F238E27FC236}">
                    <a16:creationId xmlns:a16="http://schemas.microsoft.com/office/drawing/2014/main" id="{9A54CD7A-8351-4110-4B5E-9E6F90CA59A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873" name="Straight Connector 872">
                <a:extLst>
                  <a:ext uri="{FF2B5EF4-FFF2-40B4-BE49-F238E27FC236}">
                    <a16:creationId xmlns:a16="http://schemas.microsoft.com/office/drawing/2014/main" id="{63615550-A7DB-3590-8C34-6116E9F737C6}"/>
                  </a:ext>
                </a:extLst>
              </p:cNvPr>
              <p:cNvCxnSpPr>
                <a:stCxn id="870"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860" name="Group 636">
              <a:extLst>
                <a:ext uri="{FF2B5EF4-FFF2-40B4-BE49-F238E27FC236}">
                  <a16:creationId xmlns:a16="http://schemas.microsoft.com/office/drawing/2014/main" id="{D45B3CD3-A9B6-D4CD-6118-0BA2B234E6AB}"/>
                </a:ext>
              </a:extLst>
            </p:cNvPr>
            <p:cNvGrpSpPr>
              <a:grpSpLocks/>
            </p:cNvGrpSpPr>
            <p:nvPr/>
          </p:nvGrpSpPr>
          <p:grpSpPr bwMode="auto">
            <a:xfrm>
              <a:off x="6581816" y="5045656"/>
              <a:ext cx="430131" cy="329465"/>
              <a:chOff x="2931664" y="3912603"/>
              <a:chExt cx="430450" cy="329314"/>
            </a:xfrm>
          </p:grpSpPr>
          <p:sp>
            <p:nvSpPr>
              <p:cNvPr id="866" name="Rectangle 865">
                <a:extLst>
                  <a:ext uri="{FF2B5EF4-FFF2-40B4-BE49-F238E27FC236}">
                    <a16:creationId xmlns:a16="http://schemas.microsoft.com/office/drawing/2014/main" id="{2A6AB14E-42B1-E657-40EF-14F7856B8A30}"/>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67" name="Straight Connector 866">
                <a:extLst>
                  <a:ext uri="{FF2B5EF4-FFF2-40B4-BE49-F238E27FC236}">
                    <a16:creationId xmlns:a16="http://schemas.microsoft.com/office/drawing/2014/main" id="{52880E58-2A42-1CA3-EF19-068D5FA88640}"/>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868" name="Straight Connector 867">
                <a:extLst>
                  <a:ext uri="{FF2B5EF4-FFF2-40B4-BE49-F238E27FC236}">
                    <a16:creationId xmlns:a16="http://schemas.microsoft.com/office/drawing/2014/main" id="{8E9BCB98-942D-2AA0-E309-3E4B076F86E2}"/>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869" name="Straight Connector 868">
                <a:extLst>
                  <a:ext uri="{FF2B5EF4-FFF2-40B4-BE49-F238E27FC236}">
                    <a16:creationId xmlns:a16="http://schemas.microsoft.com/office/drawing/2014/main" id="{581C08D4-A0F0-D502-CBD2-DB7FD0E7E6E2}"/>
                  </a:ext>
                </a:extLst>
              </p:cNvPr>
              <p:cNvCxnSpPr>
                <a:stCxn id="866"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861" name="Group 554">
              <a:extLst>
                <a:ext uri="{FF2B5EF4-FFF2-40B4-BE49-F238E27FC236}">
                  <a16:creationId xmlns:a16="http://schemas.microsoft.com/office/drawing/2014/main" id="{71A7F3EF-5159-DE93-B0C5-691A5B865D6F}"/>
                </a:ext>
              </a:extLst>
            </p:cNvPr>
            <p:cNvGrpSpPr>
              <a:grpSpLocks/>
            </p:cNvGrpSpPr>
            <p:nvPr/>
          </p:nvGrpSpPr>
          <p:grpSpPr bwMode="auto">
            <a:xfrm>
              <a:off x="2055070" y="4690247"/>
              <a:ext cx="675320" cy="521222"/>
              <a:chOff x="2931664" y="3912603"/>
              <a:chExt cx="430450" cy="329314"/>
            </a:xfrm>
          </p:grpSpPr>
          <p:sp>
            <p:nvSpPr>
              <p:cNvPr id="862" name="Rectangle 861">
                <a:extLst>
                  <a:ext uri="{FF2B5EF4-FFF2-40B4-BE49-F238E27FC236}">
                    <a16:creationId xmlns:a16="http://schemas.microsoft.com/office/drawing/2014/main" id="{82C5340F-CCB4-CFDA-F5A9-4BEA14ED3D28}"/>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863" name="Straight Connector 862">
                <a:extLst>
                  <a:ext uri="{FF2B5EF4-FFF2-40B4-BE49-F238E27FC236}">
                    <a16:creationId xmlns:a16="http://schemas.microsoft.com/office/drawing/2014/main" id="{27E558AD-47E7-5671-702A-ADB973486D37}"/>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864" name="Straight Connector 863">
                <a:extLst>
                  <a:ext uri="{FF2B5EF4-FFF2-40B4-BE49-F238E27FC236}">
                    <a16:creationId xmlns:a16="http://schemas.microsoft.com/office/drawing/2014/main" id="{0B0D9D77-8A19-7F1F-2DE6-CB1B2944CF6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865" name="Straight Connector 864">
                <a:extLst>
                  <a:ext uri="{FF2B5EF4-FFF2-40B4-BE49-F238E27FC236}">
                    <a16:creationId xmlns:a16="http://schemas.microsoft.com/office/drawing/2014/main" id="{69471526-4143-4281-4532-A379A4620D3C}"/>
                  </a:ext>
                </a:extLst>
              </p:cNvPr>
              <p:cNvCxnSpPr>
                <a:stCxn id="862"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882" name="Group 347">
            <a:extLst>
              <a:ext uri="{FF2B5EF4-FFF2-40B4-BE49-F238E27FC236}">
                <a16:creationId xmlns:a16="http://schemas.microsoft.com/office/drawing/2014/main" id="{6805F6EE-40A7-401B-4C3C-1F68186BB6CC}"/>
              </a:ext>
            </a:extLst>
          </p:cNvPr>
          <p:cNvGrpSpPr>
            <a:grpSpLocks/>
          </p:cNvGrpSpPr>
          <p:nvPr/>
        </p:nvGrpSpPr>
        <p:grpSpPr bwMode="auto">
          <a:xfrm>
            <a:off x="7605568" y="5641202"/>
            <a:ext cx="588962" cy="242888"/>
            <a:chOff x="1871277" y="1576300"/>
            <a:chExt cx="1128371" cy="437861"/>
          </a:xfrm>
        </p:grpSpPr>
        <p:sp>
          <p:nvSpPr>
            <p:cNvPr id="883" name="Oval 882">
              <a:extLst>
                <a:ext uri="{FF2B5EF4-FFF2-40B4-BE49-F238E27FC236}">
                  <a16:creationId xmlns:a16="http://schemas.microsoft.com/office/drawing/2014/main" id="{AEBD7C89-E7E6-D4FF-1F9B-9A4FA2AB7C14}"/>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84" name="Rectangle 883">
              <a:extLst>
                <a:ext uri="{FF2B5EF4-FFF2-40B4-BE49-F238E27FC236}">
                  <a16:creationId xmlns:a16="http://schemas.microsoft.com/office/drawing/2014/main" id="{A616665C-007F-2480-51A1-CAE5C37AFABE}"/>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85" name="Oval 884">
              <a:extLst>
                <a:ext uri="{FF2B5EF4-FFF2-40B4-BE49-F238E27FC236}">
                  <a16:creationId xmlns:a16="http://schemas.microsoft.com/office/drawing/2014/main" id="{1E1387D3-73D1-F0E5-74E9-0319B44A85EF}"/>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86" name="Freeform 1072">
              <a:extLst>
                <a:ext uri="{FF2B5EF4-FFF2-40B4-BE49-F238E27FC236}">
                  <a16:creationId xmlns:a16="http://schemas.microsoft.com/office/drawing/2014/main" id="{5361C0FA-2D7F-794A-2D5A-FFED955BAE20}"/>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87" name="Freeform 1073">
              <a:extLst>
                <a:ext uri="{FF2B5EF4-FFF2-40B4-BE49-F238E27FC236}">
                  <a16:creationId xmlns:a16="http://schemas.microsoft.com/office/drawing/2014/main" id="{461427F8-1CAB-A114-8983-4A7E344BB9C0}"/>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8" name="Freeform 1074">
              <a:extLst>
                <a:ext uri="{FF2B5EF4-FFF2-40B4-BE49-F238E27FC236}">
                  <a16:creationId xmlns:a16="http://schemas.microsoft.com/office/drawing/2014/main" id="{8F52AFC8-4E88-E5DD-4336-10DF07F037F7}"/>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9" name="Freeform 1075">
              <a:extLst>
                <a:ext uri="{FF2B5EF4-FFF2-40B4-BE49-F238E27FC236}">
                  <a16:creationId xmlns:a16="http://schemas.microsoft.com/office/drawing/2014/main" id="{787F2BC3-B850-B429-5C4C-C5E33C798A76}"/>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90" name="Straight Connector 889">
              <a:extLst>
                <a:ext uri="{FF2B5EF4-FFF2-40B4-BE49-F238E27FC236}">
                  <a16:creationId xmlns:a16="http://schemas.microsoft.com/office/drawing/2014/main" id="{70D5A265-FB73-FF22-420E-48EEB53EE09F}"/>
                </a:ext>
              </a:extLst>
            </p:cNvPr>
            <p:cNvCxnSpPr>
              <a:cxnSpLocks noChangeShapeType="1"/>
              <a:endCxn id="885"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91" name="Straight Connector 890">
              <a:extLst>
                <a:ext uri="{FF2B5EF4-FFF2-40B4-BE49-F238E27FC236}">
                  <a16:creationId xmlns:a16="http://schemas.microsoft.com/office/drawing/2014/main" id="{25F79F27-7A86-0472-0E71-7C23AE709C9C}"/>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92" name="Group 347">
            <a:extLst>
              <a:ext uri="{FF2B5EF4-FFF2-40B4-BE49-F238E27FC236}">
                <a16:creationId xmlns:a16="http://schemas.microsoft.com/office/drawing/2014/main" id="{777714AB-2EBE-6234-B409-452BE3ACFB3E}"/>
              </a:ext>
            </a:extLst>
          </p:cNvPr>
          <p:cNvGrpSpPr>
            <a:grpSpLocks/>
          </p:cNvGrpSpPr>
          <p:nvPr/>
        </p:nvGrpSpPr>
        <p:grpSpPr bwMode="auto">
          <a:xfrm>
            <a:off x="6124430" y="5499915"/>
            <a:ext cx="588963" cy="242887"/>
            <a:chOff x="1871277" y="1576300"/>
            <a:chExt cx="1128371" cy="437861"/>
          </a:xfrm>
        </p:grpSpPr>
        <p:sp>
          <p:nvSpPr>
            <p:cNvPr id="893" name="Oval 892">
              <a:extLst>
                <a:ext uri="{FF2B5EF4-FFF2-40B4-BE49-F238E27FC236}">
                  <a16:creationId xmlns:a16="http://schemas.microsoft.com/office/drawing/2014/main" id="{6C49A44F-FB93-42B3-FF6E-02121B44700C}"/>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94" name="Rectangle 893">
              <a:extLst>
                <a:ext uri="{FF2B5EF4-FFF2-40B4-BE49-F238E27FC236}">
                  <a16:creationId xmlns:a16="http://schemas.microsoft.com/office/drawing/2014/main" id="{36A10D38-95EA-CD75-3E59-7DFBA5E7F44A}"/>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95" name="Oval 894">
              <a:extLst>
                <a:ext uri="{FF2B5EF4-FFF2-40B4-BE49-F238E27FC236}">
                  <a16:creationId xmlns:a16="http://schemas.microsoft.com/office/drawing/2014/main" id="{55BAAD0B-9AD5-6093-AD70-25CA694542BA}"/>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96" name="Freeform 1082">
              <a:extLst>
                <a:ext uri="{FF2B5EF4-FFF2-40B4-BE49-F238E27FC236}">
                  <a16:creationId xmlns:a16="http://schemas.microsoft.com/office/drawing/2014/main" id="{BB9A665D-1E42-6639-21B8-1588E9B7DD09}"/>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97" name="Freeform 1083">
              <a:extLst>
                <a:ext uri="{FF2B5EF4-FFF2-40B4-BE49-F238E27FC236}">
                  <a16:creationId xmlns:a16="http://schemas.microsoft.com/office/drawing/2014/main" id="{0D76C2E6-8B78-071D-4B86-8E7169C444FD}"/>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8" name="Freeform 1084">
              <a:extLst>
                <a:ext uri="{FF2B5EF4-FFF2-40B4-BE49-F238E27FC236}">
                  <a16:creationId xmlns:a16="http://schemas.microsoft.com/office/drawing/2014/main" id="{96859CF0-ABF3-1F71-C7B5-592DAEED0522}"/>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9" name="Freeform 1085">
              <a:extLst>
                <a:ext uri="{FF2B5EF4-FFF2-40B4-BE49-F238E27FC236}">
                  <a16:creationId xmlns:a16="http://schemas.microsoft.com/office/drawing/2014/main" id="{81A72464-6D2E-E4AF-4E70-36F1867CCD28}"/>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00" name="Straight Connector 899">
              <a:extLst>
                <a:ext uri="{FF2B5EF4-FFF2-40B4-BE49-F238E27FC236}">
                  <a16:creationId xmlns:a16="http://schemas.microsoft.com/office/drawing/2014/main" id="{9B855786-023A-8FD1-41B5-80F30F6CA63B}"/>
                </a:ext>
              </a:extLst>
            </p:cNvPr>
            <p:cNvCxnSpPr>
              <a:cxnSpLocks noChangeShapeType="1"/>
              <a:endCxn id="895"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01" name="Straight Connector 900">
              <a:extLst>
                <a:ext uri="{FF2B5EF4-FFF2-40B4-BE49-F238E27FC236}">
                  <a16:creationId xmlns:a16="http://schemas.microsoft.com/office/drawing/2014/main" id="{379E1F92-76E1-ABCE-9B34-598F6155508B}"/>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902" name="Group 347">
            <a:extLst>
              <a:ext uri="{FF2B5EF4-FFF2-40B4-BE49-F238E27FC236}">
                <a16:creationId xmlns:a16="http://schemas.microsoft.com/office/drawing/2014/main" id="{C73397E1-97A7-C1ED-86AB-EC0B266003E9}"/>
              </a:ext>
            </a:extLst>
          </p:cNvPr>
          <p:cNvGrpSpPr>
            <a:grpSpLocks/>
          </p:cNvGrpSpPr>
          <p:nvPr/>
        </p:nvGrpSpPr>
        <p:grpSpPr bwMode="auto">
          <a:xfrm>
            <a:off x="6916593" y="5960290"/>
            <a:ext cx="588962" cy="242887"/>
            <a:chOff x="1871277" y="1576300"/>
            <a:chExt cx="1128371" cy="437861"/>
          </a:xfrm>
        </p:grpSpPr>
        <p:sp>
          <p:nvSpPr>
            <p:cNvPr id="903" name="Oval 902">
              <a:extLst>
                <a:ext uri="{FF2B5EF4-FFF2-40B4-BE49-F238E27FC236}">
                  <a16:creationId xmlns:a16="http://schemas.microsoft.com/office/drawing/2014/main" id="{D374B2F4-A874-4903-CBE2-ABC9A60AD467}"/>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04" name="Rectangle 903">
              <a:extLst>
                <a:ext uri="{FF2B5EF4-FFF2-40B4-BE49-F238E27FC236}">
                  <a16:creationId xmlns:a16="http://schemas.microsoft.com/office/drawing/2014/main" id="{F64D6407-11DC-487A-82F1-FB6BB2CFEC1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05" name="Oval 904">
              <a:extLst>
                <a:ext uri="{FF2B5EF4-FFF2-40B4-BE49-F238E27FC236}">
                  <a16:creationId xmlns:a16="http://schemas.microsoft.com/office/drawing/2014/main" id="{890F8B32-A377-06CB-0941-F977C967CFFF}"/>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06" name="Freeform 1092">
              <a:extLst>
                <a:ext uri="{FF2B5EF4-FFF2-40B4-BE49-F238E27FC236}">
                  <a16:creationId xmlns:a16="http://schemas.microsoft.com/office/drawing/2014/main" id="{3E1F255C-A50A-3EE0-58E7-3A3B962DFCB8}"/>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07" name="Freeform 1093">
              <a:extLst>
                <a:ext uri="{FF2B5EF4-FFF2-40B4-BE49-F238E27FC236}">
                  <a16:creationId xmlns:a16="http://schemas.microsoft.com/office/drawing/2014/main" id="{DFEDE1AA-766E-C5F4-D599-D541CC195F4A}"/>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8" name="Freeform 1094">
              <a:extLst>
                <a:ext uri="{FF2B5EF4-FFF2-40B4-BE49-F238E27FC236}">
                  <a16:creationId xmlns:a16="http://schemas.microsoft.com/office/drawing/2014/main" id="{05707ED3-D44A-17A1-7BDD-C1C9C229AA3D}"/>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9" name="Freeform 1095">
              <a:extLst>
                <a:ext uri="{FF2B5EF4-FFF2-40B4-BE49-F238E27FC236}">
                  <a16:creationId xmlns:a16="http://schemas.microsoft.com/office/drawing/2014/main" id="{9694AEBA-1493-D655-7258-0A853A2AB556}"/>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10" name="Straight Connector 909">
              <a:extLst>
                <a:ext uri="{FF2B5EF4-FFF2-40B4-BE49-F238E27FC236}">
                  <a16:creationId xmlns:a16="http://schemas.microsoft.com/office/drawing/2014/main" id="{0D60F69C-4E6D-A8B7-5E3C-C12791A4FB28}"/>
                </a:ext>
              </a:extLst>
            </p:cNvPr>
            <p:cNvCxnSpPr>
              <a:cxnSpLocks noChangeShapeType="1"/>
              <a:endCxn id="905"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11" name="Straight Connector 910">
              <a:extLst>
                <a:ext uri="{FF2B5EF4-FFF2-40B4-BE49-F238E27FC236}">
                  <a16:creationId xmlns:a16="http://schemas.microsoft.com/office/drawing/2014/main" id="{9F1757C9-D2DB-6C46-ADD2-23DEF351EC68}"/>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912" name="Group 347">
            <a:extLst>
              <a:ext uri="{FF2B5EF4-FFF2-40B4-BE49-F238E27FC236}">
                <a16:creationId xmlns:a16="http://schemas.microsoft.com/office/drawing/2014/main" id="{F455E181-491E-96B7-F496-D1C5B9305B16}"/>
              </a:ext>
            </a:extLst>
          </p:cNvPr>
          <p:cNvGrpSpPr>
            <a:grpSpLocks/>
          </p:cNvGrpSpPr>
          <p:nvPr/>
        </p:nvGrpSpPr>
        <p:grpSpPr bwMode="auto">
          <a:xfrm>
            <a:off x="5452918" y="6052365"/>
            <a:ext cx="588962" cy="242887"/>
            <a:chOff x="1871277" y="1576300"/>
            <a:chExt cx="1128371" cy="437861"/>
          </a:xfrm>
        </p:grpSpPr>
        <p:sp>
          <p:nvSpPr>
            <p:cNvPr id="913" name="Oval 912">
              <a:extLst>
                <a:ext uri="{FF2B5EF4-FFF2-40B4-BE49-F238E27FC236}">
                  <a16:creationId xmlns:a16="http://schemas.microsoft.com/office/drawing/2014/main" id="{ED9C0D9B-5C52-B1F8-2810-7F966826CE3B}"/>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14" name="Rectangle 913">
              <a:extLst>
                <a:ext uri="{FF2B5EF4-FFF2-40B4-BE49-F238E27FC236}">
                  <a16:creationId xmlns:a16="http://schemas.microsoft.com/office/drawing/2014/main" id="{8AA40FDA-93AD-B513-BEF7-975111B262C4}"/>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15" name="Oval 914">
              <a:extLst>
                <a:ext uri="{FF2B5EF4-FFF2-40B4-BE49-F238E27FC236}">
                  <a16:creationId xmlns:a16="http://schemas.microsoft.com/office/drawing/2014/main" id="{E0123DCB-0A96-F5E1-FBC0-F9E1DC8BBBD1}"/>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16" name="Freeform 1102">
              <a:extLst>
                <a:ext uri="{FF2B5EF4-FFF2-40B4-BE49-F238E27FC236}">
                  <a16:creationId xmlns:a16="http://schemas.microsoft.com/office/drawing/2014/main" id="{51E9A02A-D054-E007-8600-30D48A12BF5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17" name="Freeform 1103">
              <a:extLst>
                <a:ext uri="{FF2B5EF4-FFF2-40B4-BE49-F238E27FC236}">
                  <a16:creationId xmlns:a16="http://schemas.microsoft.com/office/drawing/2014/main" id="{5BCF0020-81DC-60CE-265B-BC64D31D5B3E}"/>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8" name="Freeform 1104">
              <a:extLst>
                <a:ext uri="{FF2B5EF4-FFF2-40B4-BE49-F238E27FC236}">
                  <a16:creationId xmlns:a16="http://schemas.microsoft.com/office/drawing/2014/main" id="{DD656115-45BC-E771-98A8-168C1A2D873A}"/>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9" name="Freeform 1105">
              <a:extLst>
                <a:ext uri="{FF2B5EF4-FFF2-40B4-BE49-F238E27FC236}">
                  <a16:creationId xmlns:a16="http://schemas.microsoft.com/office/drawing/2014/main" id="{9F338779-D23F-16EA-0EDA-C18B96AC8DAC}"/>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20" name="Straight Connector 919">
              <a:extLst>
                <a:ext uri="{FF2B5EF4-FFF2-40B4-BE49-F238E27FC236}">
                  <a16:creationId xmlns:a16="http://schemas.microsoft.com/office/drawing/2014/main" id="{AF542FB6-C9DE-229B-6EED-26D4DDB0E0AD}"/>
                </a:ext>
              </a:extLst>
            </p:cNvPr>
            <p:cNvCxnSpPr>
              <a:cxnSpLocks noChangeShapeType="1"/>
              <a:endCxn id="915"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21" name="Straight Connector 920">
              <a:extLst>
                <a:ext uri="{FF2B5EF4-FFF2-40B4-BE49-F238E27FC236}">
                  <a16:creationId xmlns:a16="http://schemas.microsoft.com/office/drawing/2014/main" id="{4A061296-C4E4-1110-962B-C3F8A7E7E948}"/>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922" name="Group 11">
            <a:extLst>
              <a:ext uri="{FF2B5EF4-FFF2-40B4-BE49-F238E27FC236}">
                <a16:creationId xmlns:a16="http://schemas.microsoft.com/office/drawing/2014/main" id="{29898974-C742-7D33-D26D-99DEF9195D14}"/>
              </a:ext>
            </a:extLst>
          </p:cNvPr>
          <p:cNvGrpSpPr>
            <a:grpSpLocks/>
          </p:cNvGrpSpPr>
          <p:nvPr/>
        </p:nvGrpSpPr>
        <p:grpSpPr bwMode="auto">
          <a:xfrm>
            <a:off x="4494536" y="1918515"/>
            <a:ext cx="3597875" cy="493470"/>
            <a:chOff x="2705100" y="2011398"/>
            <a:chExt cx="3597533" cy="493677"/>
          </a:xfrm>
        </p:grpSpPr>
        <p:sp>
          <p:nvSpPr>
            <p:cNvPr id="923" name="Oval 922">
              <a:extLst>
                <a:ext uri="{FF2B5EF4-FFF2-40B4-BE49-F238E27FC236}">
                  <a16:creationId xmlns:a16="http://schemas.microsoft.com/office/drawing/2014/main" id="{37B92AB8-9DAB-E6FC-B02A-A10AFCBAC4F9}"/>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4" name="Oval 923">
              <a:extLst>
                <a:ext uri="{FF2B5EF4-FFF2-40B4-BE49-F238E27FC236}">
                  <a16:creationId xmlns:a16="http://schemas.microsoft.com/office/drawing/2014/main" id="{12963C21-B461-ECB5-17B8-6E08EFC1E46C}"/>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5" name="TextBox 389">
              <a:extLst>
                <a:ext uri="{FF2B5EF4-FFF2-40B4-BE49-F238E27FC236}">
                  <a16:creationId xmlns:a16="http://schemas.microsoft.com/office/drawing/2014/main" id="{3FC4688B-2C4F-3DA7-D85B-1F1ECE1D64A4}"/>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926" name="Group 925">
            <a:extLst>
              <a:ext uri="{FF2B5EF4-FFF2-40B4-BE49-F238E27FC236}">
                <a16:creationId xmlns:a16="http://schemas.microsoft.com/office/drawing/2014/main" id="{87139C8D-7778-96F2-3B06-54D4D6221F66}"/>
              </a:ext>
            </a:extLst>
          </p:cNvPr>
          <p:cNvGrpSpPr/>
          <p:nvPr/>
        </p:nvGrpSpPr>
        <p:grpSpPr>
          <a:xfrm>
            <a:off x="3674918" y="3928223"/>
            <a:ext cx="5095875" cy="822392"/>
            <a:chOff x="3674918" y="4177613"/>
            <a:chExt cx="5095875" cy="822392"/>
          </a:xfrm>
        </p:grpSpPr>
        <p:grpSp>
          <p:nvGrpSpPr>
            <p:cNvPr id="927" name="Group 441">
              <a:extLst>
                <a:ext uri="{FF2B5EF4-FFF2-40B4-BE49-F238E27FC236}">
                  <a16:creationId xmlns:a16="http://schemas.microsoft.com/office/drawing/2014/main" id="{C5495322-A818-5ACC-F7FE-64C0FAB0D99D}"/>
                </a:ext>
              </a:extLst>
            </p:cNvPr>
            <p:cNvGrpSpPr>
              <a:grpSpLocks/>
            </p:cNvGrpSpPr>
            <p:nvPr/>
          </p:nvGrpSpPr>
          <p:grpSpPr bwMode="auto">
            <a:xfrm>
              <a:off x="3674918" y="4177613"/>
              <a:ext cx="923628" cy="405783"/>
              <a:chOff x="2705100" y="2011398"/>
              <a:chExt cx="3597533" cy="493677"/>
            </a:xfrm>
          </p:grpSpPr>
          <p:sp>
            <p:nvSpPr>
              <p:cNvPr id="948" name="Oval 947">
                <a:extLst>
                  <a:ext uri="{FF2B5EF4-FFF2-40B4-BE49-F238E27FC236}">
                    <a16:creationId xmlns:a16="http://schemas.microsoft.com/office/drawing/2014/main" id="{7B706960-218B-9722-0D0A-11EB5CB3341E}"/>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9" name="Oval 948">
                <a:extLst>
                  <a:ext uri="{FF2B5EF4-FFF2-40B4-BE49-F238E27FC236}">
                    <a16:creationId xmlns:a16="http://schemas.microsoft.com/office/drawing/2014/main" id="{586F0C15-7474-8633-8C80-6C6787BA103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0" name="TextBox 389">
                <a:extLst>
                  <a:ext uri="{FF2B5EF4-FFF2-40B4-BE49-F238E27FC236}">
                    <a16:creationId xmlns:a16="http://schemas.microsoft.com/office/drawing/2014/main" id="{BFBA400C-0927-9EA6-D6C4-BCAF17FC1F86}"/>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928" name="Group 16">
              <a:extLst>
                <a:ext uri="{FF2B5EF4-FFF2-40B4-BE49-F238E27FC236}">
                  <a16:creationId xmlns:a16="http://schemas.microsoft.com/office/drawing/2014/main" id="{A35C6DF9-D9DE-D002-A063-96E357669B39}"/>
                </a:ext>
              </a:extLst>
            </p:cNvPr>
            <p:cNvGrpSpPr>
              <a:grpSpLocks/>
            </p:cNvGrpSpPr>
            <p:nvPr/>
          </p:nvGrpSpPr>
          <p:grpSpPr bwMode="auto">
            <a:xfrm>
              <a:off x="5338708" y="4714256"/>
              <a:ext cx="463612" cy="285749"/>
              <a:chOff x="3558850" y="4573304"/>
              <a:chExt cx="463568" cy="285869"/>
            </a:xfrm>
          </p:grpSpPr>
          <p:grpSp>
            <p:nvGrpSpPr>
              <p:cNvPr id="944" name="Group 12">
                <a:extLst>
                  <a:ext uri="{FF2B5EF4-FFF2-40B4-BE49-F238E27FC236}">
                    <a16:creationId xmlns:a16="http://schemas.microsoft.com/office/drawing/2014/main" id="{F675D828-768E-A808-5DD8-9D5BE3625657}"/>
                  </a:ext>
                </a:extLst>
              </p:cNvPr>
              <p:cNvGrpSpPr>
                <a:grpSpLocks/>
              </p:cNvGrpSpPr>
              <p:nvPr/>
            </p:nvGrpSpPr>
            <p:grpSpPr bwMode="auto">
              <a:xfrm>
                <a:off x="3558850" y="4577634"/>
                <a:ext cx="463568" cy="262710"/>
                <a:chOff x="3558850" y="4577634"/>
                <a:chExt cx="463568" cy="262710"/>
              </a:xfrm>
            </p:grpSpPr>
            <p:sp>
              <p:nvSpPr>
                <p:cNvPr id="946" name="Oval 945">
                  <a:extLst>
                    <a:ext uri="{FF2B5EF4-FFF2-40B4-BE49-F238E27FC236}">
                      <a16:creationId xmlns:a16="http://schemas.microsoft.com/office/drawing/2014/main" id="{00778F80-6A83-C962-6C4D-8227E647DD9C}"/>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Oval 946">
                  <a:extLst>
                    <a:ext uri="{FF2B5EF4-FFF2-40B4-BE49-F238E27FC236}">
                      <a16:creationId xmlns:a16="http://schemas.microsoft.com/office/drawing/2014/main" id="{C0DED107-6F8C-3411-EC86-C3CD85881AAA}"/>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945" name="TextBox 389">
                <a:extLst>
                  <a:ext uri="{FF2B5EF4-FFF2-40B4-BE49-F238E27FC236}">
                    <a16:creationId xmlns:a16="http://schemas.microsoft.com/office/drawing/2014/main" id="{ED81DD30-BC8C-6953-9A5E-C41A5A5C83B7}"/>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929" name="Group 450">
              <a:extLst>
                <a:ext uri="{FF2B5EF4-FFF2-40B4-BE49-F238E27FC236}">
                  <a16:creationId xmlns:a16="http://schemas.microsoft.com/office/drawing/2014/main" id="{74298792-E7D8-8D16-6FF1-C17C4BC2F0C3}"/>
                </a:ext>
              </a:extLst>
            </p:cNvPr>
            <p:cNvGrpSpPr>
              <a:grpSpLocks/>
            </p:cNvGrpSpPr>
            <p:nvPr/>
          </p:nvGrpSpPr>
          <p:grpSpPr bwMode="auto">
            <a:xfrm>
              <a:off x="6118930" y="4712138"/>
              <a:ext cx="463612" cy="285749"/>
              <a:chOff x="3558850" y="4573304"/>
              <a:chExt cx="463568" cy="285869"/>
            </a:xfrm>
          </p:grpSpPr>
          <p:grpSp>
            <p:nvGrpSpPr>
              <p:cNvPr id="940" name="Group 451">
                <a:extLst>
                  <a:ext uri="{FF2B5EF4-FFF2-40B4-BE49-F238E27FC236}">
                    <a16:creationId xmlns:a16="http://schemas.microsoft.com/office/drawing/2014/main" id="{B7E998E4-6AF9-F910-F3C2-A905FE0925C6}"/>
                  </a:ext>
                </a:extLst>
              </p:cNvPr>
              <p:cNvGrpSpPr>
                <a:grpSpLocks/>
              </p:cNvGrpSpPr>
              <p:nvPr/>
            </p:nvGrpSpPr>
            <p:grpSpPr bwMode="auto">
              <a:xfrm>
                <a:off x="3558850" y="4577634"/>
                <a:ext cx="463568" cy="262710"/>
                <a:chOff x="3558850" y="4577634"/>
                <a:chExt cx="463568" cy="262710"/>
              </a:xfrm>
            </p:grpSpPr>
            <p:sp>
              <p:nvSpPr>
                <p:cNvPr id="942" name="Oval 941">
                  <a:extLst>
                    <a:ext uri="{FF2B5EF4-FFF2-40B4-BE49-F238E27FC236}">
                      <a16:creationId xmlns:a16="http://schemas.microsoft.com/office/drawing/2014/main" id="{9111656F-12BD-33B8-FE31-12AB83177570}"/>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3" name="Oval 942">
                  <a:extLst>
                    <a:ext uri="{FF2B5EF4-FFF2-40B4-BE49-F238E27FC236}">
                      <a16:creationId xmlns:a16="http://schemas.microsoft.com/office/drawing/2014/main" id="{0E4D56C6-A87E-D708-8C1C-E3F02DCA8A93}"/>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941" name="TextBox 389">
                <a:extLst>
                  <a:ext uri="{FF2B5EF4-FFF2-40B4-BE49-F238E27FC236}">
                    <a16:creationId xmlns:a16="http://schemas.microsoft.com/office/drawing/2014/main" id="{F283FCAE-E271-A328-3FC5-01F908BD0428}"/>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930" name="Group 455">
              <a:extLst>
                <a:ext uri="{FF2B5EF4-FFF2-40B4-BE49-F238E27FC236}">
                  <a16:creationId xmlns:a16="http://schemas.microsoft.com/office/drawing/2014/main" id="{DC590BD6-18C8-F608-D708-266485B61DD6}"/>
                </a:ext>
              </a:extLst>
            </p:cNvPr>
            <p:cNvGrpSpPr>
              <a:grpSpLocks/>
            </p:cNvGrpSpPr>
            <p:nvPr/>
          </p:nvGrpSpPr>
          <p:grpSpPr bwMode="auto">
            <a:xfrm>
              <a:off x="7319300" y="4710021"/>
              <a:ext cx="463612" cy="285749"/>
              <a:chOff x="3558850" y="4573304"/>
              <a:chExt cx="463568" cy="285869"/>
            </a:xfrm>
          </p:grpSpPr>
          <p:grpSp>
            <p:nvGrpSpPr>
              <p:cNvPr id="936" name="Group 456">
                <a:extLst>
                  <a:ext uri="{FF2B5EF4-FFF2-40B4-BE49-F238E27FC236}">
                    <a16:creationId xmlns:a16="http://schemas.microsoft.com/office/drawing/2014/main" id="{FF5365A6-14E5-3738-C2FF-B12E5FDF91D3}"/>
                  </a:ext>
                </a:extLst>
              </p:cNvPr>
              <p:cNvGrpSpPr>
                <a:grpSpLocks/>
              </p:cNvGrpSpPr>
              <p:nvPr/>
            </p:nvGrpSpPr>
            <p:grpSpPr bwMode="auto">
              <a:xfrm>
                <a:off x="3558850" y="4577634"/>
                <a:ext cx="463568" cy="262710"/>
                <a:chOff x="3558850" y="4577634"/>
                <a:chExt cx="463568" cy="262710"/>
              </a:xfrm>
            </p:grpSpPr>
            <p:sp>
              <p:nvSpPr>
                <p:cNvPr id="938" name="Oval 937">
                  <a:extLst>
                    <a:ext uri="{FF2B5EF4-FFF2-40B4-BE49-F238E27FC236}">
                      <a16:creationId xmlns:a16="http://schemas.microsoft.com/office/drawing/2014/main" id="{34356971-C25F-86A8-60F2-E0AFC396DBA1}"/>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9" name="Oval 938">
                  <a:extLst>
                    <a:ext uri="{FF2B5EF4-FFF2-40B4-BE49-F238E27FC236}">
                      <a16:creationId xmlns:a16="http://schemas.microsoft.com/office/drawing/2014/main" id="{3892B180-2CD9-6A96-848C-AD721326F460}"/>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937" name="TextBox 389">
                <a:extLst>
                  <a:ext uri="{FF2B5EF4-FFF2-40B4-BE49-F238E27FC236}">
                    <a16:creationId xmlns:a16="http://schemas.microsoft.com/office/drawing/2014/main" id="{8986CC9C-3EB5-842D-08E5-91C7218E1EA1}"/>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931" name="Group 460">
              <a:extLst>
                <a:ext uri="{FF2B5EF4-FFF2-40B4-BE49-F238E27FC236}">
                  <a16:creationId xmlns:a16="http://schemas.microsoft.com/office/drawing/2014/main" id="{FD14D56E-EA69-C1A0-050E-A584F5C8A892}"/>
                </a:ext>
              </a:extLst>
            </p:cNvPr>
            <p:cNvGrpSpPr>
              <a:grpSpLocks/>
            </p:cNvGrpSpPr>
            <p:nvPr/>
          </p:nvGrpSpPr>
          <p:grpSpPr bwMode="auto">
            <a:xfrm>
              <a:off x="8307181" y="4707904"/>
              <a:ext cx="463612" cy="285749"/>
              <a:chOff x="3558850" y="4573304"/>
              <a:chExt cx="463568" cy="285869"/>
            </a:xfrm>
          </p:grpSpPr>
          <p:grpSp>
            <p:nvGrpSpPr>
              <p:cNvPr id="932" name="Group 461">
                <a:extLst>
                  <a:ext uri="{FF2B5EF4-FFF2-40B4-BE49-F238E27FC236}">
                    <a16:creationId xmlns:a16="http://schemas.microsoft.com/office/drawing/2014/main" id="{CC5A401A-6A14-0935-F361-ED69690903E8}"/>
                  </a:ext>
                </a:extLst>
              </p:cNvPr>
              <p:cNvGrpSpPr>
                <a:grpSpLocks/>
              </p:cNvGrpSpPr>
              <p:nvPr/>
            </p:nvGrpSpPr>
            <p:grpSpPr bwMode="auto">
              <a:xfrm>
                <a:off x="3558850" y="4577634"/>
                <a:ext cx="463568" cy="262710"/>
                <a:chOff x="3558850" y="4577634"/>
                <a:chExt cx="463568" cy="262710"/>
              </a:xfrm>
            </p:grpSpPr>
            <p:sp>
              <p:nvSpPr>
                <p:cNvPr id="934" name="Oval 933">
                  <a:extLst>
                    <a:ext uri="{FF2B5EF4-FFF2-40B4-BE49-F238E27FC236}">
                      <a16:creationId xmlns:a16="http://schemas.microsoft.com/office/drawing/2014/main" id="{5656D50B-9B52-D25E-95FC-37F09A40E0B6}"/>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5" name="Oval 934">
                  <a:extLst>
                    <a:ext uri="{FF2B5EF4-FFF2-40B4-BE49-F238E27FC236}">
                      <a16:creationId xmlns:a16="http://schemas.microsoft.com/office/drawing/2014/main" id="{824AFE30-9BBE-E31C-BCCF-9B267700EEE1}"/>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933" name="TextBox 389">
                <a:extLst>
                  <a:ext uri="{FF2B5EF4-FFF2-40B4-BE49-F238E27FC236}">
                    <a16:creationId xmlns:a16="http://schemas.microsoft.com/office/drawing/2014/main" id="{26CE677E-B972-20DE-5F2E-E39618254B96}"/>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951" name="Group 1">
            <a:extLst>
              <a:ext uri="{FF2B5EF4-FFF2-40B4-BE49-F238E27FC236}">
                <a16:creationId xmlns:a16="http://schemas.microsoft.com/office/drawing/2014/main" id="{15D6878C-0F91-FA1C-36E8-527623611E6A}"/>
              </a:ext>
            </a:extLst>
          </p:cNvPr>
          <p:cNvGrpSpPr>
            <a:grpSpLocks/>
          </p:cNvGrpSpPr>
          <p:nvPr/>
        </p:nvGrpSpPr>
        <p:grpSpPr bwMode="auto">
          <a:xfrm>
            <a:off x="2687493" y="5225277"/>
            <a:ext cx="2698750" cy="903288"/>
            <a:chOff x="938213" y="5237163"/>
            <a:chExt cx="2698750" cy="903287"/>
          </a:xfrm>
        </p:grpSpPr>
        <p:cxnSp>
          <p:nvCxnSpPr>
            <p:cNvPr id="952" name="Straight Connector 951">
              <a:extLst>
                <a:ext uri="{FF2B5EF4-FFF2-40B4-BE49-F238E27FC236}">
                  <a16:creationId xmlns:a16="http://schemas.microsoft.com/office/drawing/2014/main" id="{493346DF-E8D0-CDF7-2394-BD85C495A348}"/>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953" name="TextBox 265">
              <a:extLst>
                <a:ext uri="{FF2B5EF4-FFF2-40B4-BE49-F238E27FC236}">
                  <a16:creationId xmlns:a16="http://schemas.microsoft.com/office/drawing/2014/main" id="{4457DAB0-7A84-741F-6A8C-AC406C35846E}"/>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954" name="TextBox 281">
              <a:extLst>
                <a:ext uri="{FF2B5EF4-FFF2-40B4-BE49-F238E27FC236}">
                  <a16:creationId xmlns:a16="http://schemas.microsoft.com/office/drawing/2014/main" id="{1B33AAB4-F351-D6D5-D833-81B901208FB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955" name="Group 5">
              <a:extLst>
                <a:ext uri="{FF2B5EF4-FFF2-40B4-BE49-F238E27FC236}">
                  <a16:creationId xmlns:a16="http://schemas.microsoft.com/office/drawing/2014/main" id="{870C0447-798C-ABDB-C25B-C6067549E27D}"/>
                </a:ext>
              </a:extLst>
            </p:cNvPr>
            <p:cNvGrpSpPr>
              <a:grpSpLocks/>
            </p:cNvGrpSpPr>
            <p:nvPr/>
          </p:nvGrpSpPr>
          <p:grpSpPr bwMode="auto">
            <a:xfrm>
              <a:off x="938213" y="5237163"/>
              <a:ext cx="1616075" cy="487362"/>
              <a:chOff x="-4079003" y="2717403"/>
              <a:chExt cx="1616718" cy="488475"/>
            </a:xfrm>
          </p:grpSpPr>
          <p:sp>
            <p:nvSpPr>
              <p:cNvPr id="968" name="Rectangle 98">
                <a:extLst>
                  <a:ext uri="{FF2B5EF4-FFF2-40B4-BE49-F238E27FC236}">
                    <a16:creationId xmlns:a16="http://schemas.microsoft.com/office/drawing/2014/main" id="{E905D324-5644-25E5-C00C-B3C882DEA040}"/>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Line 99">
                <a:extLst>
                  <a:ext uri="{FF2B5EF4-FFF2-40B4-BE49-F238E27FC236}">
                    <a16:creationId xmlns:a16="http://schemas.microsoft.com/office/drawing/2014/main" id="{4C6DF401-A401-5EC8-E504-F60EE0CEC265}"/>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0" name="Rectangle 104">
                <a:extLst>
                  <a:ext uri="{FF2B5EF4-FFF2-40B4-BE49-F238E27FC236}">
                    <a16:creationId xmlns:a16="http://schemas.microsoft.com/office/drawing/2014/main" id="{82819C71-12A5-EFBA-71EF-BFA5E722A91C}"/>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1" name="Text Box 105">
                <a:extLst>
                  <a:ext uri="{FF2B5EF4-FFF2-40B4-BE49-F238E27FC236}">
                    <a16:creationId xmlns:a16="http://schemas.microsoft.com/office/drawing/2014/main" id="{BD83EA21-9A5C-A6D3-B0A8-DC0A959AEF84}"/>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972" name="Line 119">
                <a:extLst>
                  <a:ext uri="{FF2B5EF4-FFF2-40B4-BE49-F238E27FC236}">
                    <a16:creationId xmlns:a16="http://schemas.microsoft.com/office/drawing/2014/main" id="{2F93494C-5721-A03F-C61B-52D7AEBE941A}"/>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56" name="Freeform 120">
              <a:extLst>
                <a:ext uri="{FF2B5EF4-FFF2-40B4-BE49-F238E27FC236}">
                  <a16:creationId xmlns:a16="http://schemas.microsoft.com/office/drawing/2014/main" id="{49210146-8271-21F2-C270-9C7C68E5EA5A}"/>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57" name="Group 357">
              <a:extLst>
                <a:ext uri="{FF2B5EF4-FFF2-40B4-BE49-F238E27FC236}">
                  <a16:creationId xmlns:a16="http://schemas.microsoft.com/office/drawing/2014/main" id="{1F11D0EE-80BD-9069-5F08-37F96719B99A}"/>
                </a:ext>
              </a:extLst>
            </p:cNvPr>
            <p:cNvGrpSpPr>
              <a:grpSpLocks/>
            </p:cNvGrpSpPr>
            <p:nvPr/>
          </p:nvGrpSpPr>
          <p:grpSpPr bwMode="auto">
            <a:xfrm>
              <a:off x="2714625" y="5659438"/>
              <a:ext cx="565150" cy="293687"/>
              <a:chOff x="1871277" y="1576300"/>
              <a:chExt cx="1128371" cy="437861"/>
            </a:xfrm>
          </p:grpSpPr>
          <p:sp>
            <p:nvSpPr>
              <p:cNvPr id="959" name="Oval 958">
                <a:extLst>
                  <a:ext uri="{FF2B5EF4-FFF2-40B4-BE49-F238E27FC236}">
                    <a16:creationId xmlns:a16="http://schemas.microsoft.com/office/drawing/2014/main" id="{70E20DF8-AC34-9CEF-82B8-4C38E30E545E}"/>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0" name="Rectangle 959">
                <a:extLst>
                  <a:ext uri="{FF2B5EF4-FFF2-40B4-BE49-F238E27FC236}">
                    <a16:creationId xmlns:a16="http://schemas.microsoft.com/office/drawing/2014/main" id="{82D205E0-1169-D037-1BFA-D3085CD55487}"/>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1" name="Oval 960">
                <a:extLst>
                  <a:ext uri="{FF2B5EF4-FFF2-40B4-BE49-F238E27FC236}">
                    <a16:creationId xmlns:a16="http://schemas.microsoft.com/office/drawing/2014/main" id="{44190890-351D-BAFD-92F5-9F50C3E51AD7}"/>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2" name="Freeform 1149">
                <a:extLst>
                  <a:ext uri="{FF2B5EF4-FFF2-40B4-BE49-F238E27FC236}">
                    <a16:creationId xmlns:a16="http://schemas.microsoft.com/office/drawing/2014/main" id="{B0AF319F-7BC4-670A-CF16-6BADB08D8EA6}"/>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3" name="Freeform 1150">
                <a:extLst>
                  <a:ext uri="{FF2B5EF4-FFF2-40B4-BE49-F238E27FC236}">
                    <a16:creationId xmlns:a16="http://schemas.microsoft.com/office/drawing/2014/main" id="{1DCE8769-6D37-A8F1-5AF6-4233B368A6D1}"/>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4" name="Freeform 1151">
                <a:extLst>
                  <a:ext uri="{FF2B5EF4-FFF2-40B4-BE49-F238E27FC236}">
                    <a16:creationId xmlns:a16="http://schemas.microsoft.com/office/drawing/2014/main" id="{D0E421ED-5529-625E-E9E5-EC749032AEC3}"/>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5" name="Freeform 1152">
                <a:extLst>
                  <a:ext uri="{FF2B5EF4-FFF2-40B4-BE49-F238E27FC236}">
                    <a16:creationId xmlns:a16="http://schemas.microsoft.com/office/drawing/2014/main" id="{3913406A-1CAA-4D6C-CCD4-A56E9A6B8A7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66" name="Straight Connector 965">
                <a:extLst>
                  <a:ext uri="{FF2B5EF4-FFF2-40B4-BE49-F238E27FC236}">
                    <a16:creationId xmlns:a16="http://schemas.microsoft.com/office/drawing/2014/main" id="{96FA7C33-E269-C467-FBBA-B57C1A218004}"/>
                  </a:ext>
                </a:extLst>
              </p:cNvPr>
              <p:cNvCxnSpPr>
                <a:cxnSpLocks noChangeShapeType="1"/>
                <a:endCxn id="961"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67" name="Straight Connector 966">
                <a:extLst>
                  <a:ext uri="{FF2B5EF4-FFF2-40B4-BE49-F238E27FC236}">
                    <a16:creationId xmlns:a16="http://schemas.microsoft.com/office/drawing/2014/main" id="{49AB0298-760C-DB59-0B32-0EE519EE7233}"/>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958" name="TextBox 282">
              <a:extLst>
                <a:ext uri="{FF2B5EF4-FFF2-40B4-BE49-F238E27FC236}">
                  <a16:creationId xmlns:a16="http://schemas.microsoft.com/office/drawing/2014/main" id="{2B87B3B2-9F83-ADC1-B67C-4C40701D8DDC}"/>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973" name="TextBox 6">
            <a:extLst>
              <a:ext uri="{FF2B5EF4-FFF2-40B4-BE49-F238E27FC236}">
                <a16:creationId xmlns:a16="http://schemas.microsoft.com/office/drawing/2014/main" id="{C57ADC03-8CBB-9CA8-3622-D519D7BD3FDF}"/>
              </a:ext>
            </a:extLst>
          </p:cNvPr>
          <p:cNvSpPr txBox="1">
            <a:spLocks noChangeArrowheads="1"/>
          </p:cNvSpPr>
          <p:nvPr/>
        </p:nvSpPr>
        <p:spPr bwMode="auto">
          <a:xfrm>
            <a:off x="1946130" y="460139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4" name="Group 973">
            <a:extLst>
              <a:ext uri="{FF2B5EF4-FFF2-40B4-BE49-F238E27FC236}">
                <a16:creationId xmlns:a16="http://schemas.microsoft.com/office/drawing/2014/main" id="{97843289-4CB6-B8EC-6D7C-B28BB6556106}"/>
              </a:ext>
            </a:extLst>
          </p:cNvPr>
          <p:cNvGrpSpPr>
            <a:grpSpLocks/>
          </p:cNvGrpSpPr>
          <p:nvPr/>
        </p:nvGrpSpPr>
        <p:grpSpPr bwMode="auto">
          <a:xfrm>
            <a:off x="4390906" y="2649452"/>
            <a:ext cx="4051268" cy="2367063"/>
            <a:chOff x="-3855475" y="3644638"/>
            <a:chExt cx="4051268" cy="2367866"/>
          </a:xfrm>
        </p:grpSpPr>
        <p:cxnSp>
          <p:nvCxnSpPr>
            <p:cNvPr id="975" name="Straight Arrow Connector 974">
              <a:extLst>
                <a:ext uri="{FF2B5EF4-FFF2-40B4-BE49-F238E27FC236}">
                  <a16:creationId xmlns:a16="http://schemas.microsoft.com/office/drawing/2014/main" id="{9AE2E156-B7F2-A095-A691-D9D6086A498E}"/>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976" name="Straight Arrow Connector 975">
              <a:extLst>
                <a:ext uri="{FF2B5EF4-FFF2-40B4-BE49-F238E27FC236}">
                  <a16:creationId xmlns:a16="http://schemas.microsoft.com/office/drawing/2014/main" id="{4A7E7968-D6CF-C8D6-F165-0263E01F4026}"/>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977" name="Straight Arrow Connector 976">
              <a:extLst>
                <a:ext uri="{FF2B5EF4-FFF2-40B4-BE49-F238E27FC236}">
                  <a16:creationId xmlns:a16="http://schemas.microsoft.com/office/drawing/2014/main" id="{5B597DFE-24DB-9144-5578-ADE606687539}"/>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978" name="Straight Arrow Connector 977">
              <a:extLst>
                <a:ext uri="{FF2B5EF4-FFF2-40B4-BE49-F238E27FC236}">
                  <a16:creationId xmlns:a16="http://schemas.microsoft.com/office/drawing/2014/main" id="{A503588F-C9D8-A50F-FCF3-727EEB087D17}"/>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979" name="Straight Arrow Connector 978">
              <a:extLst>
                <a:ext uri="{FF2B5EF4-FFF2-40B4-BE49-F238E27FC236}">
                  <a16:creationId xmlns:a16="http://schemas.microsoft.com/office/drawing/2014/main" id="{1A58CFE0-1C44-304E-533F-E0205CB7E27E}"/>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3602826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grpId="0" nodeType="afterEffect">
                                  <p:stCondLst>
                                    <p:cond delay="0"/>
                                  </p:stCondLst>
                                  <p:childTnLst>
                                    <p:set>
                                      <p:cBhvr>
                                        <p:cTn id="12" dur="1" fill="hold">
                                          <p:stCondLst>
                                            <p:cond delay="0"/>
                                          </p:stCondLst>
                                        </p:cTn>
                                        <p:tgtEl>
                                          <p:spTgt spid="700"/>
                                        </p:tgtEl>
                                        <p:attrNameLst>
                                          <p:attrName>style.visibility</p:attrName>
                                        </p:attrNameLst>
                                      </p:cBhvr>
                                      <p:to>
                                        <p:strVal val="visible"/>
                                      </p:to>
                                    </p:set>
                                    <p:animEffect transition="in" filter="dissolve">
                                      <p:cBhvr>
                                        <p:cTn id="13" dur="500"/>
                                        <p:tgtEl>
                                          <p:spTgt spid="700"/>
                                        </p:tgtEl>
                                      </p:cBhvr>
                                    </p:animEffect>
                                  </p:childTnLst>
                                </p:cTn>
                              </p:par>
                              <p:par>
                                <p:cTn id="14" presetID="9" presetClass="entr" presetSubtype="0" fill="hold" nodeType="withEffect">
                                  <p:stCondLst>
                                    <p:cond delay="0"/>
                                  </p:stCondLst>
                                  <p:childTnLst>
                                    <p:set>
                                      <p:cBhvr>
                                        <p:cTn id="15" dur="1" fill="hold">
                                          <p:stCondLst>
                                            <p:cond delay="0"/>
                                          </p:stCondLst>
                                        </p:cTn>
                                        <p:tgtEl>
                                          <p:spTgt spid="701"/>
                                        </p:tgtEl>
                                        <p:attrNameLst>
                                          <p:attrName>style.visibility</p:attrName>
                                        </p:attrNameLst>
                                      </p:cBhvr>
                                      <p:to>
                                        <p:strVal val="visible"/>
                                      </p:to>
                                    </p:set>
                                    <p:animEffect transition="in" filter="dissolve">
                                      <p:cBhvr>
                                        <p:cTn id="16" dur="500"/>
                                        <p:tgtEl>
                                          <p:spTgt spid="701"/>
                                        </p:tgtEl>
                                      </p:cBhvr>
                                    </p:animEffect>
                                  </p:childTnLst>
                                </p:cTn>
                              </p:par>
                              <p:par>
                                <p:cTn id="17" presetID="9" presetClass="entr" presetSubtype="0" fill="hold" nodeType="withEffect">
                                  <p:stCondLst>
                                    <p:cond delay="0"/>
                                  </p:stCondLst>
                                  <p:childTnLst>
                                    <p:set>
                                      <p:cBhvr>
                                        <p:cTn id="18" dur="1" fill="hold">
                                          <p:stCondLst>
                                            <p:cond delay="0"/>
                                          </p:stCondLst>
                                        </p:cTn>
                                        <p:tgtEl>
                                          <p:spTgt spid="702"/>
                                        </p:tgtEl>
                                        <p:attrNameLst>
                                          <p:attrName>style.visibility</p:attrName>
                                        </p:attrNameLst>
                                      </p:cBhvr>
                                      <p:to>
                                        <p:strVal val="visible"/>
                                      </p:to>
                                    </p:set>
                                    <p:animEffect transition="in" filter="dissolve">
                                      <p:cBhvr>
                                        <p:cTn id="19" dur="500"/>
                                        <p:tgtEl>
                                          <p:spTgt spid="702"/>
                                        </p:tgtEl>
                                      </p:cBhvr>
                                    </p:animEffect>
                                  </p:childTnLst>
                                </p:cTn>
                              </p:par>
                              <p:par>
                                <p:cTn id="20" presetID="9" presetClass="entr" presetSubtype="0" fill="hold" nodeType="withEffect">
                                  <p:stCondLst>
                                    <p:cond delay="0"/>
                                  </p:stCondLst>
                                  <p:childTnLst>
                                    <p:set>
                                      <p:cBhvr>
                                        <p:cTn id="21" dur="1" fill="hold">
                                          <p:stCondLst>
                                            <p:cond delay="0"/>
                                          </p:stCondLst>
                                        </p:cTn>
                                        <p:tgtEl>
                                          <p:spTgt spid="703"/>
                                        </p:tgtEl>
                                        <p:attrNameLst>
                                          <p:attrName>style.visibility</p:attrName>
                                        </p:attrNameLst>
                                      </p:cBhvr>
                                      <p:to>
                                        <p:strVal val="visible"/>
                                      </p:to>
                                    </p:set>
                                    <p:animEffect transition="in" filter="dissolve">
                                      <p:cBhvr>
                                        <p:cTn id="22" dur="500"/>
                                        <p:tgtEl>
                                          <p:spTgt spid="703"/>
                                        </p:tgtEl>
                                      </p:cBhvr>
                                    </p:animEffect>
                                  </p:childTnLst>
                                </p:cTn>
                              </p:par>
                              <p:par>
                                <p:cTn id="23" presetID="9" presetClass="entr" presetSubtype="0" fill="hold" nodeType="withEffect">
                                  <p:stCondLst>
                                    <p:cond delay="0"/>
                                  </p:stCondLst>
                                  <p:childTnLst>
                                    <p:set>
                                      <p:cBhvr>
                                        <p:cTn id="24" dur="1" fill="hold">
                                          <p:stCondLst>
                                            <p:cond delay="0"/>
                                          </p:stCondLst>
                                        </p:cTn>
                                        <p:tgtEl>
                                          <p:spTgt spid="704"/>
                                        </p:tgtEl>
                                        <p:attrNameLst>
                                          <p:attrName>style.visibility</p:attrName>
                                        </p:attrNameLst>
                                      </p:cBhvr>
                                      <p:to>
                                        <p:strVal val="visible"/>
                                      </p:to>
                                    </p:set>
                                    <p:animEffect transition="in" filter="dissolve">
                                      <p:cBhvr>
                                        <p:cTn id="25" dur="500"/>
                                        <p:tgtEl>
                                          <p:spTgt spid="704"/>
                                        </p:tgtEl>
                                      </p:cBhvr>
                                    </p:animEffect>
                                  </p:childTnLst>
                                </p:cTn>
                              </p:par>
                              <p:par>
                                <p:cTn id="26" presetID="9" presetClass="entr" presetSubtype="0" fill="hold" nodeType="withEffect">
                                  <p:stCondLst>
                                    <p:cond delay="0"/>
                                  </p:stCondLst>
                                  <p:childTnLst>
                                    <p:set>
                                      <p:cBhvr>
                                        <p:cTn id="27" dur="1" fill="hold">
                                          <p:stCondLst>
                                            <p:cond delay="0"/>
                                          </p:stCondLst>
                                        </p:cTn>
                                        <p:tgtEl>
                                          <p:spTgt spid="705"/>
                                        </p:tgtEl>
                                        <p:attrNameLst>
                                          <p:attrName>style.visibility</p:attrName>
                                        </p:attrNameLst>
                                      </p:cBhvr>
                                      <p:to>
                                        <p:strVal val="visible"/>
                                      </p:to>
                                    </p:set>
                                    <p:animEffect transition="in" filter="dissolve">
                                      <p:cBhvr>
                                        <p:cTn id="28" dur="500"/>
                                        <p:tgtEl>
                                          <p:spTgt spid="705"/>
                                        </p:tgtEl>
                                      </p:cBhvr>
                                    </p:animEffect>
                                  </p:childTnLst>
                                </p:cTn>
                              </p:par>
                              <p:par>
                                <p:cTn id="29" presetID="9" presetClass="entr" presetSubtype="0" fill="hold" nodeType="withEffect">
                                  <p:stCondLst>
                                    <p:cond delay="0"/>
                                  </p:stCondLst>
                                  <p:childTnLst>
                                    <p:set>
                                      <p:cBhvr>
                                        <p:cTn id="30" dur="1" fill="hold">
                                          <p:stCondLst>
                                            <p:cond delay="0"/>
                                          </p:stCondLst>
                                        </p:cTn>
                                        <p:tgtEl>
                                          <p:spTgt spid="706"/>
                                        </p:tgtEl>
                                        <p:attrNameLst>
                                          <p:attrName>style.visibility</p:attrName>
                                        </p:attrNameLst>
                                      </p:cBhvr>
                                      <p:to>
                                        <p:strVal val="visible"/>
                                      </p:to>
                                    </p:set>
                                    <p:animEffect transition="in" filter="dissolve">
                                      <p:cBhvr>
                                        <p:cTn id="31" dur="500"/>
                                        <p:tgtEl>
                                          <p:spTgt spid="706"/>
                                        </p:tgtEl>
                                      </p:cBhvr>
                                    </p:animEffect>
                                  </p:childTnLst>
                                </p:cTn>
                              </p:par>
                              <p:par>
                                <p:cTn id="32" presetID="9" presetClass="entr" presetSubtype="0" fill="hold" nodeType="withEffect">
                                  <p:stCondLst>
                                    <p:cond delay="0"/>
                                  </p:stCondLst>
                                  <p:childTnLst>
                                    <p:set>
                                      <p:cBhvr>
                                        <p:cTn id="33" dur="1" fill="hold">
                                          <p:stCondLst>
                                            <p:cond delay="0"/>
                                          </p:stCondLst>
                                        </p:cTn>
                                        <p:tgtEl>
                                          <p:spTgt spid="707"/>
                                        </p:tgtEl>
                                        <p:attrNameLst>
                                          <p:attrName>style.visibility</p:attrName>
                                        </p:attrNameLst>
                                      </p:cBhvr>
                                      <p:to>
                                        <p:strVal val="visible"/>
                                      </p:to>
                                    </p:set>
                                    <p:animEffect transition="in" filter="dissolve">
                                      <p:cBhvr>
                                        <p:cTn id="34" dur="500"/>
                                        <p:tgtEl>
                                          <p:spTgt spid="707"/>
                                        </p:tgtEl>
                                      </p:cBhvr>
                                    </p:animEffect>
                                  </p:childTnLst>
                                </p:cTn>
                              </p:par>
                              <p:par>
                                <p:cTn id="35" presetID="9" presetClass="entr" presetSubtype="0" fill="hold" nodeType="withEffect">
                                  <p:stCondLst>
                                    <p:cond delay="0"/>
                                  </p:stCondLst>
                                  <p:childTnLst>
                                    <p:set>
                                      <p:cBhvr>
                                        <p:cTn id="36" dur="1" fill="hold">
                                          <p:stCondLst>
                                            <p:cond delay="0"/>
                                          </p:stCondLst>
                                        </p:cTn>
                                        <p:tgtEl>
                                          <p:spTgt spid="708"/>
                                        </p:tgtEl>
                                        <p:attrNameLst>
                                          <p:attrName>style.visibility</p:attrName>
                                        </p:attrNameLst>
                                      </p:cBhvr>
                                      <p:to>
                                        <p:strVal val="visible"/>
                                      </p:to>
                                    </p:set>
                                    <p:animEffect transition="in" filter="dissolve">
                                      <p:cBhvr>
                                        <p:cTn id="37" dur="500"/>
                                        <p:tgtEl>
                                          <p:spTgt spid="708"/>
                                        </p:tgtEl>
                                      </p:cBhvr>
                                    </p:animEffect>
                                  </p:childTnLst>
                                </p:cTn>
                              </p:par>
                              <p:par>
                                <p:cTn id="38" presetID="9" presetClass="entr" presetSubtype="0" fill="hold" nodeType="withEffect">
                                  <p:stCondLst>
                                    <p:cond delay="0"/>
                                  </p:stCondLst>
                                  <p:childTnLst>
                                    <p:set>
                                      <p:cBhvr>
                                        <p:cTn id="39" dur="1" fill="hold">
                                          <p:stCondLst>
                                            <p:cond delay="0"/>
                                          </p:stCondLst>
                                        </p:cTn>
                                        <p:tgtEl>
                                          <p:spTgt spid="882"/>
                                        </p:tgtEl>
                                        <p:attrNameLst>
                                          <p:attrName>style.visibility</p:attrName>
                                        </p:attrNameLst>
                                      </p:cBhvr>
                                      <p:to>
                                        <p:strVal val="visible"/>
                                      </p:to>
                                    </p:set>
                                    <p:animEffect transition="in" filter="dissolve">
                                      <p:cBhvr>
                                        <p:cTn id="40" dur="500"/>
                                        <p:tgtEl>
                                          <p:spTgt spid="882"/>
                                        </p:tgtEl>
                                      </p:cBhvr>
                                    </p:animEffect>
                                  </p:childTnLst>
                                </p:cTn>
                              </p:par>
                              <p:par>
                                <p:cTn id="41" presetID="9" presetClass="entr" presetSubtype="0" fill="hold" nodeType="withEffect">
                                  <p:stCondLst>
                                    <p:cond delay="0"/>
                                  </p:stCondLst>
                                  <p:childTnLst>
                                    <p:set>
                                      <p:cBhvr>
                                        <p:cTn id="42" dur="1" fill="hold">
                                          <p:stCondLst>
                                            <p:cond delay="0"/>
                                          </p:stCondLst>
                                        </p:cTn>
                                        <p:tgtEl>
                                          <p:spTgt spid="892"/>
                                        </p:tgtEl>
                                        <p:attrNameLst>
                                          <p:attrName>style.visibility</p:attrName>
                                        </p:attrNameLst>
                                      </p:cBhvr>
                                      <p:to>
                                        <p:strVal val="visible"/>
                                      </p:to>
                                    </p:set>
                                    <p:animEffect transition="in" filter="dissolve">
                                      <p:cBhvr>
                                        <p:cTn id="43" dur="500"/>
                                        <p:tgtEl>
                                          <p:spTgt spid="892"/>
                                        </p:tgtEl>
                                      </p:cBhvr>
                                    </p:animEffect>
                                  </p:childTnLst>
                                </p:cTn>
                              </p:par>
                              <p:par>
                                <p:cTn id="44" presetID="9" presetClass="entr" presetSubtype="0" fill="hold" nodeType="withEffect">
                                  <p:stCondLst>
                                    <p:cond delay="0"/>
                                  </p:stCondLst>
                                  <p:childTnLst>
                                    <p:set>
                                      <p:cBhvr>
                                        <p:cTn id="45" dur="1" fill="hold">
                                          <p:stCondLst>
                                            <p:cond delay="0"/>
                                          </p:stCondLst>
                                        </p:cTn>
                                        <p:tgtEl>
                                          <p:spTgt spid="902"/>
                                        </p:tgtEl>
                                        <p:attrNameLst>
                                          <p:attrName>style.visibility</p:attrName>
                                        </p:attrNameLst>
                                      </p:cBhvr>
                                      <p:to>
                                        <p:strVal val="visible"/>
                                      </p:to>
                                    </p:set>
                                    <p:animEffect transition="in" filter="dissolve">
                                      <p:cBhvr>
                                        <p:cTn id="46" dur="500"/>
                                        <p:tgtEl>
                                          <p:spTgt spid="902"/>
                                        </p:tgtEl>
                                      </p:cBhvr>
                                    </p:animEffect>
                                  </p:childTnLst>
                                </p:cTn>
                              </p:par>
                              <p:par>
                                <p:cTn id="47" presetID="9" presetClass="entr" presetSubtype="0" fill="hold" nodeType="withEffect">
                                  <p:stCondLst>
                                    <p:cond delay="0"/>
                                  </p:stCondLst>
                                  <p:childTnLst>
                                    <p:set>
                                      <p:cBhvr>
                                        <p:cTn id="48" dur="1" fill="hold">
                                          <p:stCondLst>
                                            <p:cond delay="0"/>
                                          </p:stCondLst>
                                        </p:cTn>
                                        <p:tgtEl>
                                          <p:spTgt spid="912"/>
                                        </p:tgtEl>
                                        <p:attrNameLst>
                                          <p:attrName>style.visibility</p:attrName>
                                        </p:attrNameLst>
                                      </p:cBhvr>
                                      <p:to>
                                        <p:strVal val="visible"/>
                                      </p:to>
                                    </p:set>
                                    <p:animEffect transition="in" filter="dissolve">
                                      <p:cBhvr>
                                        <p:cTn id="49" dur="500"/>
                                        <p:tgtEl>
                                          <p:spTgt spid="912"/>
                                        </p:tgtEl>
                                      </p:cBhvr>
                                    </p:animEffect>
                                  </p:childTnLst>
                                </p:cTn>
                              </p:par>
                              <p:par>
                                <p:cTn id="50" presetID="9" presetClass="entr" presetSubtype="0" fill="hold" nodeType="withEffect">
                                  <p:stCondLst>
                                    <p:cond delay="0"/>
                                  </p:stCondLst>
                                  <p:childTnLst>
                                    <p:set>
                                      <p:cBhvr>
                                        <p:cTn id="51" dur="1" fill="hold">
                                          <p:stCondLst>
                                            <p:cond delay="0"/>
                                          </p:stCondLst>
                                        </p:cTn>
                                        <p:tgtEl>
                                          <p:spTgt spid="951"/>
                                        </p:tgtEl>
                                        <p:attrNameLst>
                                          <p:attrName>style.visibility</p:attrName>
                                        </p:attrNameLst>
                                      </p:cBhvr>
                                      <p:to>
                                        <p:strVal val="visible"/>
                                      </p:to>
                                    </p:set>
                                    <p:animEffect transition="in" filter="dissolve">
                                      <p:cBhvr>
                                        <p:cTn id="52" dur="500"/>
                                        <p:tgtEl>
                                          <p:spTgt spid="951"/>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973"/>
                                        </p:tgtEl>
                                        <p:attrNameLst>
                                          <p:attrName>style.visibility</p:attrName>
                                        </p:attrNameLst>
                                      </p:cBhvr>
                                      <p:to>
                                        <p:strVal val="visible"/>
                                      </p:to>
                                    </p:set>
                                    <p:animEffect transition="in" filter="dissolve">
                                      <p:cBhvr>
                                        <p:cTn id="55" dur="500"/>
                                        <p:tgtEl>
                                          <p:spTgt spid="973"/>
                                        </p:tgtEl>
                                      </p:cBhvr>
                                    </p:animEffect>
                                  </p:childTnLst>
                                </p:cTn>
                              </p:par>
                            </p:childTnLst>
                          </p:cTn>
                        </p:par>
                        <p:par>
                          <p:cTn id="56" fill="hold">
                            <p:stCondLst>
                              <p:cond delay="1500"/>
                            </p:stCondLst>
                            <p:childTnLst>
                              <p:par>
                                <p:cTn id="57" presetID="42" presetClass="entr" presetSubtype="0" fill="hold" nodeType="afterEffect">
                                  <p:stCondLst>
                                    <p:cond delay="0"/>
                                  </p:stCondLst>
                                  <p:childTnLst>
                                    <p:set>
                                      <p:cBhvr>
                                        <p:cTn id="58" dur="1" fill="hold">
                                          <p:stCondLst>
                                            <p:cond delay="0"/>
                                          </p:stCondLst>
                                        </p:cTn>
                                        <p:tgtEl>
                                          <p:spTgt spid="510">
                                            <p:txEl>
                                              <p:pRg st="0" end="0"/>
                                            </p:txEl>
                                          </p:spTgt>
                                        </p:tgtEl>
                                        <p:attrNameLst>
                                          <p:attrName>style.visibility</p:attrName>
                                        </p:attrNameLst>
                                      </p:cBhvr>
                                      <p:to>
                                        <p:strVal val="visible"/>
                                      </p:to>
                                    </p:set>
                                    <p:animEffect transition="in" filter="fade">
                                      <p:cBhvr>
                                        <p:cTn id="59" dur="1000"/>
                                        <p:tgtEl>
                                          <p:spTgt spid="510">
                                            <p:txEl>
                                              <p:pRg st="0" end="0"/>
                                            </p:txEl>
                                          </p:spTgt>
                                        </p:tgtEl>
                                      </p:cBhvr>
                                    </p:animEffect>
                                    <p:anim calcmode="lin" valueType="num">
                                      <p:cBhvr>
                                        <p:cTn id="60" dur="1000" fill="hold"/>
                                        <p:tgtEl>
                                          <p:spTgt spid="510">
                                            <p:txEl>
                                              <p:pRg st="0" end="0"/>
                                            </p:txEl>
                                          </p:spTgt>
                                        </p:tgtEl>
                                        <p:attrNameLst>
                                          <p:attrName>ppt_x</p:attrName>
                                        </p:attrNameLst>
                                      </p:cBhvr>
                                      <p:tavLst>
                                        <p:tav tm="0">
                                          <p:val>
                                            <p:strVal val="#ppt_x"/>
                                          </p:val>
                                        </p:tav>
                                        <p:tav tm="100000">
                                          <p:val>
                                            <p:strVal val="#ppt_x"/>
                                          </p:val>
                                        </p:tav>
                                      </p:tavLst>
                                    </p:anim>
                                    <p:anim calcmode="lin" valueType="num">
                                      <p:cBhvr>
                                        <p:cTn id="61" dur="1000" fill="hold"/>
                                        <p:tgtEl>
                                          <p:spTgt spid="51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22" presetClass="entr" presetSubtype="4" fill="hold" nodeType="clickEffect">
                                  <p:stCondLst>
                                    <p:cond delay="0"/>
                                  </p:stCondLst>
                                  <p:childTnLst>
                                    <p:set>
                                      <p:cBhvr>
                                        <p:cTn id="65" dur="1" fill="hold">
                                          <p:stCondLst>
                                            <p:cond delay="0"/>
                                          </p:stCondLst>
                                        </p:cTn>
                                        <p:tgtEl>
                                          <p:spTgt spid="739"/>
                                        </p:tgtEl>
                                        <p:attrNameLst>
                                          <p:attrName>style.visibility</p:attrName>
                                        </p:attrNameLst>
                                      </p:cBhvr>
                                      <p:to>
                                        <p:strVal val="visible"/>
                                      </p:to>
                                    </p:set>
                                    <p:animEffect transition="in" filter="wipe(down)">
                                      <p:cBhvr>
                                        <p:cTn id="66" dur="500"/>
                                        <p:tgtEl>
                                          <p:spTgt spid="739"/>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630"/>
                                        </p:tgtEl>
                                        <p:attrNameLst>
                                          <p:attrName>style.visibility</p:attrName>
                                        </p:attrNameLst>
                                      </p:cBhvr>
                                      <p:to>
                                        <p:strVal val="visible"/>
                                      </p:to>
                                    </p:set>
                                    <p:animEffect transition="in" filter="dissolve">
                                      <p:cBhvr>
                                        <p:cTn id="71" dur="500"/>
                                        <p:tgtEl>
                                          <p:spTgt spid="630"/>
                                        </p:tgtEl>
                                      </p:cBhvr>
                                    </p:animEffect>
                                  </p:childTnLst>
                                </p:cTn>
                              </p:par>
                              <p:par>
                                <p:cTn id="72" presetID="9" presetClass="entr" presetSubtype="0" fill="hold" nodeType="withEffect">
                                  <p:stCondLst>
                                    <p:cond delay="0"/>
                                  </p:stCondLst>
                                  <p:childTnLst>
                                    <p:set>
                                      <p:cBhvr>
                                        <p:cTn id="73" dur="1" fill="hold">
                                          <p:stCondLst>
                                            <p:cond delay="0"/>
                                          </p:stCondLst>
                                        </p:cTn>
                                        <p:tgtEl>
                                          <p:spTgt spid="922"/>
                                        </p:tgtEl>
                                        <p:attrNameLst>
                                          <p:attrName>style.visibility</p:attrName>
                                        </p:attrNameLst>
                                      </p:cBhvr>
                                      <p:to>
                                        <p:strVal val="visible"/>
                                      </p:to>
                                    </p:set>
                                    <p:animEffect transition="in" filter="dissolve">
                                      <p:cBhvr>
                                        <p:cTn id="74" dur="500"/>
                                        <p:tgtEl>
                                          <p:spTgt spid="922"/>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nodeType="clickEffect">
                                  <p:stCondLst>
                                    <p:cond delay="0"/>
                                  </p:stCondLst>
                                  <p:childTnLst>
                                    <p:set>
                                      <p:cBhvr>
                                        <p:cTn id="78" dur="1" fill="hold">
                                          <p:stCondLst>
                                            <p:cond delay="0"/>
                                          </p:stCondLst>
                                        </p:cTn>
                                        <p:tgtEl>
                                          <p:spTgt spid="713"/>
                                        </p:tgtEl>
                                        <p:attrNameLst>
                                          <p:attrName>style.visibility</p:attrName>
                                        </p:attrNameLst>
                                      </p:cBhvr>
                                      <p:to>
                                        <p:strVal val="visible"/>
                                      </p:to>
                                    </p:set>
                                    <p:animEffect transition="in" filter="dissolve">
                                      <p:cBhvr>
                                        <p:cTn id="79" dur="500"/>
                                        <p:tgtEl>
                                          <p:spTgt spid="713"/>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1" fill="hold" nodeType="clickEffect">
                                  <p:stCondLst>
                                    <p:cond delay="0"/>
                                  </p:stCondLst>
                                  <p:childTnLst>
                                    <p:set>
                                      <p:cBhvr>
                                        <p:cTn id="83" dur="1" fill="hold">
                                          <p:stCondLst>
                                            <p:cond delay="0"/>
                                          </p:stCondLst>
                                        </p:cTn>
                                        <p:tgtEl>
                                          <p:spTgt spid="974"/>
                                        </p:tgtEl>
                                        <p:attrNameLst>
                                          <p:attrName>style.visibility</p:attrName>
                                        </p:attrNameLst>
                                      </p:cBhvr>
                                      <p:to>
                                        <p:strVal val="visible"/>
                                      </p:to>
                                    </p:set>
                                    <p:animEffect transition="in" filter="wipe(up)">
                                      <p:cBhvr>
                                        <p:cTn id="84" dur="500"/>
                                        <p:tgtEl>
                                          <p:spTgt spid="974"/>
                                        </p:tgtEl>
                                      </p:cBhvr>
                                    </p:animEffect>
                                  </p:childTnLst>
                                </p:cTn>
                              </p:par>
                              <p:par>
                                <p:cTn id="85" presetID="9" presetClass="entr" presetSubtype="0" fill="hold" nodeType="withEffect">
                                  <p:stCondLst>
                                    <p:cond delay="0"/>
                                  </p:stCondLst>
                                  <p:childTnLst>
                                    <p:set>
                                      <p:cBhvr>
                                        <p:cTn id="86" dur="1" fill="hold">
                                          <p:stCondLst>
                                            <p:cond delay="0"/>
                                          </p:stCondLst>
                                        </p:cTn>
                                        <p:tgtEl>
                                          <p:spTgt spid="850"/>
                                        </p:tgtEl>
                                        <p:attrNameLst>
                                          <p:attrName>style.visibility</p:attrName>
                                        </p:attrNameLst>
                                      </p:cBhvr>
                                      <p:to>
                                        <p:strVal val="visible"/>
                                      </p:to>
                                    </p:set>
                                    <p:animEffect transition="in" filter="dissolve">
                                      <p:cBhvr>
                                        <p:cTn id="87" dur="500"/>
                                        <p:tgtEl>
                                          <p:spTgt spid="850"/>
                                        </p:tgtEl>
                                      </p:cBhvr>
                                    </p:animEffect>
                                  </p:childTnLst>
                                </p:cTn>
                              </p:par>
                              <p:par>
                                <p:cTn id="88" presetID="9" presetClass="entr" presetSubtype="0" fill="hold" nodeType="withEffect">
                                  <p:stCondLst>
                                    <p:cond delay="0"/>
                                  </p:stCondLst>
                                  <p:childTnLst>
                                    <p:set>
                                      <p:cBhvr>
                                        <p:cTn id="89" dur="1" fill="hold">
                                          <p:stCondLst>
                                            <p:cond delay="0"/>
                                          </p:stCondLst>
                                        </p:cTn>
                                        <p:tgtEl>
                                          <p:spTgt spid="926"/>
                                        </p:tgtEl>
                                        <p:attrNameLst>
                                          <p:attrName>style.visibility</p:attrName>
                                        </p:attrNameLst>
                                      </p:cBhvr>
                                      <p:to>
                                        <p:strVal val="visible"/>
                                      </p:to>
                                    </p:set>
                                    <p:animEffect transition="in" filter="dissolve">
                                      <p:cBhvr>
                                        <p:cTn id="90" dur="500"/>
                                        <p:tgtEl>
                                          <p:spTgt spid="926"/>
                                        </p:tgtEl>
                                      </p:cBhvr>
                                    </p:animEffect>
                                  </p:childTnLst>
                                </p:cTn>
                              </p:par>
                            </p:childTnLst>
                          </p:cTn>
                        </p:par>
                        <p:par>
                          <p:cTn id="91" fill="hold">
                            <p:stCondLst>
                              <p:cond delay="500"/>
                            </p:stCondLst>
                            <p:childTnLst>
                              <p:par>
                                <p:cTn id="92" presetID="9" presetClass="entr" presetSubtype="0" fill="hold" nodeType="afterEffect">
                                  <p:stCondLst>
                                    <p:cond delay="500"/>
                                  </p:stCondLst>
                                  <p:childTnLst>
                                    <p:set>
                                      <p:cBhvr>
                                        <p:cTn id="93" dur="1" fill="hold">
                                          <p:stCondLst>
                                            <p:cond delay="0"/>
                                          </p:stCondLst>
                                        </p:cTn>
                                        <p:tgtEl>
                                          <p:spTgt spid="856"/>
                                        </p:tgtEl>
                                        <p:attrNameLst>
                                          <p:attrName>style.visibility</p:attrName>
                                        </p:attrNameLst>
                                      </p:cBhvr>
                                      <p:to>
                                        <p:strVal val="visible"/>
                                      </p:to>
                                    </p:set>
                                    <p:animEffect transition="in" filter="dissolve">
                                      <p:cBhvr>
                                        <p:cTn id="94" dur="2000"/>
                                        <p:tgtEl>
                                          <p:spTgt spid="856"/>
                                        </p:tgtEl>
                                      </p:cBhvr>
                                    </p:animEffect>
                                  </p:childTnLst>
                                </p:cTn>
                              </p:par>
                            </p:childTnLst>
                          </p:cTn>
                        </p:par>
                      </p:childTnLst>
                    </p:cTn>
                  </p:par>
                  <p:par>
                    <p:cTn id="95" fill="hold">
                      <p:stCondLst>
                        <p:cond delay="indefinite"/>
                      </p:stCondLst>
                      <p:childTnLst>
                        <p:par>
                          <p:cTn id="96" fill="hold">
                            <p:stCondLst>
                              <p:cond delay="0"/>
                            </p:stCondLst>
                            <p:childTnLst>
                              <p:par>
                                <p:cTn id="97" presetID="9" presetClass="entr" presetSubtype="0" fill="hold" nodeType="clickEffect">
                                  <p:stCondLst>
                                    <p:cond delay="0"/>
                                  </p:stCondLst>
                                  <p:childTnLst>
                                    <p:set>
                                      <p:cBhvr>
                                        <p:cTn id="98" dur="1" fill="hold">
                                          <p:stCondLst>
                                            <p:cond delay="0"/>
                                          </p:stCondLst>
                                        </p:cTn>
                                        <p:tgtEl>
                                          <p:spTgt spid="709"/>
                                        </p:tgtEl>
                                        <p:attrNameLst>
                                          <p:attrName>style.visibility</p:attrName>
                                        </p:attrNameLst>
                                      </p:cBhvr>
                                      <p:to>
                                        <p:strVal val="visible"/>
                                      </p:to>
                                    </p:set>
                                    <p:animEffect transition="in" filter="dissolve">
                                      <p:cBhvr>
                                        <p:cTn id="99" dur="500"/>
                                        <p:tgtEl>
                                          <p:spTgt spid="7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0" grpId="0" animBg="1"/>
      <p:bldP spid="973"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rPr>
              <a:t>مسیریابی: کلیات</a:t>
            </a:r>
            <a:endParaRPr lang="fa-IR" sz="3600" b="1" dirty="0">
              <a:solidFill>
                <a:srgbClr val="0000FF"/>
              </a:solidFill>
            </a:endParaRPr>
          </a:p>
        </p:txBody>
      </p:sp>
      <p:sp>
        <p:nvSpPr>
          <p:cNvPr id="510" name="Content Placeholder 2">
            <a:extLst>
              <a:ext uri="{FF2B5EF4-FFF2-40B4-BE49-F238E27FC236}">
                <a16:creationId xmlns:a16="http://schemas.microsoft.com/office/drawing/2014/main" id="{3EC42B0B-AD5F-1EC4-B946-5E55182B7A34}"/>
              </a:ext>
            </a:extLst>
          </p:cNvPr>
          <p:cNvSpPr txBox="1">
            <a:spLocks/>
          </p:cNvSpPr>
          <p:nvPr/>
        </p:nvSpPr>
        <p:spPr>
          <a:xfrm>
            <a:off x="6271844" y="1322001"/>
            <a:ext cx="5580000" cy="1107831"/>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1200"/>
              </a:spcBef>
              <a:spcAft>
                <a:spcPts val="600"/>
              </a:spcAft>
              <a:buNone/>
            </a:pPr>
            <a:r>
              <a:rPr lang="fa-IR" sz="1800" b="1" dirty="0">
                <a:solidFill>
                  <a:srgbClr val="FF0000"/>
                </a:solidFill>
                <a:latin typeface="IRANSans(FaNum)" panose="02040503050201020203" pitchFamily="18" charset="-78"/>
              </a:rPr>
              <a:t>هدف:</a:t>
            </a:r>
          </a:p>
          <a:p>
            <a:pPr marL="432000" lvl="1" indent="-144000">
              <a:lnSpc>
                <a:spcPct val="120000"/>
              </a:lnSpc>
              <a:spcBef>
                <a:spcPts val="0"/>
              </a:spcBef>
              <a:spcAft>
                <a:spcPts val="600"/>
              </a:spcAft>
            </a:pPr>
            <a:r>
              <a:rPr lang="fa-IR" sz="1600" b="1" dirty="0">
                <a:solidFill>
                  <a:srgbClr val="0000FF"/>
                </a:solidFill>
                <a:latin typeface="IRANSans(FaNum)" panose="02040503050201020203" pitchFamily="18" charset="-78"/>
              </a:rPr>
              <a:t>هدف از انجام مسیریابی بدست آوردن بهترین مسیر از گره مبدأ به گره مقصد است.</a:t>
            </a:r>
          </a:p>
        </p:txBody>
      </p:sp>
      <p:sp>
        <p:nvSpPr>
          <p:cNvPr id="9" name="Content Placeholder 2">
            <a:extLst>
              <a:ext uri="{FF2B5EF4-FFF2-40B4-BE49-F238E27FC236}">
                <a16:creationId xmlns:a16="http://schemas.microsoft.com/office/drawing/2014/main" id="{357F9FC1-6F1B-29EA-F2D5-F2C4C8B7BD41}"/>
              </a:ext>
            </a:extLst>
          </p:cNvPr>
          <p:cNvSpPr txBox="1">
            <a:spLocks/>
          </p:cNvSpPr>
          <p:nvPr/>
        </p:nvSpPr>
        <p:spPr>
          <a:xfrm>
            <a:off x="316613" y="2419571"/>
            <a:ext cx="5580000" cy="2194603"/>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600"/>
              </a:spcAft>
              <a:buNone/>
            </a:pPr>
            <a:r>
              <a:rPr lang="fa-IR" sz="1800" b="1" dirty="0">
                <a:solidFill>
                  <a:srgbClr val="FF0000"/>
                </a:solidFill>
                <a:latin typeface="IRANSans(FaNum)" panose="02040503050201020203" pitchFamily="18" charset="-78"/>
              </a:rPr>
              <a:t>مسیریابی: </a:t>
            </a:r>
          </a:p>
          <a:p>
            <a:pPr marL="432000" lvl="1" indent="-144000">
              <a:lnSpc>
                <a:spcPct val="120000"/>
              </a:lnSpc>
              <a:spcBef>
                <a:spcPts val="0"/>
              </a:spcBef>
              <a:spcAft>
                <a:spcPts val="600"/>
              </a:spcAft>
            </a:pPr>
            <a:r>
              <a:rPr lang="fa-IR" sz="1600" b="1" dirty="0">
                <a:solidFill>
                  <a:srgbClr val="C00000"/>
                </a:solidFill>
                <a:latin typeface="IRANSans(FaNum)" panose="02040503050201020203" pitchFamily="18" charset="-78"/>
              </a:rPr>
              <a:t>الگوریتم مسیریابی: </a:t>
            </a:r>
            <a:r>
              <a:rPr lang="fa-IR" sz="1600" b="1" dirty="0">
                <a:solidFill>
                  <a:srgbClr val="0000FF"/>
                </a:solidFill>
                <a:latin typeface="IRANSans(FaNum)" panose="02040503050201020203" pitchFamily="18" charset="-78"/>
              </a:rPr>
              <a:t>الگوریتمی که با اجرای آن بهترین مسیر محاسبه شده و جدول جلورانی ایجاد می‌شود.</a:t>
            </a:r>
          </a:p>
          <a:p>
            <a:pPr marL="432000" lvl="1" indent="-144000">
              <a:lnSpc>
                <a:spcPct val="120000"/>
              </a:lnSpc>
              <a:spcBef>
                <a:spcPts val="0"/>
              </a:spcBef>
              <a:spcAft>
                <a:spcPts val="600"/>
              </a:spcAft>
            </a:pPr>
            <a:r>
              <a:rPr lang="fa-IR" sz="1600" b="1" dirty="0">
                <a:solidFill>
                  <a:srgbClr val="C00000"/>
                </a:solidFill>
                <a:latin typeface="IRANSans(FaNum)" panose="02040503050201020203" pitchFamily="18" charset="-78"/>
              </a:rPr>
              <a:t>پروتکل مسیریابی: </a:t>
            </a:r>
            <a:r>
              <a:rPr lang="fa-IR" sz="1600" b="1" dirty="0">
                <a:solidFill>
                  <a:srgbClr val="0000FF"/>
                </a:solidFill>
                <a:latin typeface="IRANSans(FaNum)" panose="02040503050201020203" pitchFamily="18" charset="-78"/>
              </a:rPr>
              <a:t>پروتکلی برای مبادله اطلاعات مسیریابی،  اجرای الگوریتم مسیریابی و به روز رسانی جدول جلورانی.</a:t>
            </a:r>
          </a:p>
          <a:p>
            <a:pPr marL="432000" lvl="1" indent="-144000">
              <a:lnSpc>
                <a:spcPct val="120000"/>
              </a:lnSpc>
              <a:spcBef>
                <a:spcPts val="1200"/>
              </a:spcBef>
              <a:spcAft>
                <a:spcPts val="600"/>
              </a:spcAft>
            </a:pPr>
            <a:r>
              <a:rPr lang="fa-IR" sz="1600" b="1" dirty="0">
                <a:solidFill>
                  <a:srgbClr val="C00000"/>
                </a:solidFill>
                <a:latin typeface="IRANSans(FaNum)" panose="02040503050201020203" pitchFamily="18" charset="-78"/>
              </a:rPr>
              <a:t>مسئله مسیریابی یکی از 10 مسئله مهم شبکه‌سازی است.</a:t>
            </a:r>
          </a:p>
        </p:txBody>
      </p:sp>
      <p:sp>
        <p:nvSpPr>
          <p:cNvPr id="11" name="Content Placeholder 2">
            <a:extLst>
              <a:ext uri="{FF2B5EF4-FFF2-40B4-BE49-F238E27FC236}">
                <a16:creationId xmlns:a16="http://schemas.microsoft.com/office/drawing/2014/main" id="{2C59741E-7ACB-623B-47C9-6DF3F8402763}"/>
              </a:ext>
            </a:extLst>
          </p:cNvPr>
          <p:cNvSpPr txBox="1">
            <a:spLocks/>
          </p:cNvSpPr>
          <p:nvPr/>
        </p:nvSpPr>
        <p:spPr>
          <a:xfrm>
            <a:off x="316613" y="1322001"/>
            <a:ext cx="5580000" cy="9844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600"/>
              </a:spcAft>
              <a:buNone/>
            </a:pPr>
            <a:r>
              <a:rPr lang="fa-IR" sz="1800" b="1" dirty="0">
                <a:solidFill>
                  <a:srgbClr val="FF0000"/>
                </a:solidFill>
                <a:latin typeface="IRANSans(FaNum)" panose="02040503050201020203" pitchFamily="18" charset="-78"/>
              </a:rPr>
              <a:t>مسیر (</a:t>
            </a:r>
            <a:r>
              <a:rPr lang="en-US" sz="1800" b="1" dirty="0">
                <a:solidFill>
                  <a:srgbClr val="FF0000"/>
                </a:solidFill>
                <a:latin typeface="IRANSans(FaNum)" panose="02040503050201020203" pitchFamily="18" charset="-78"/>
              </a:rPr>
              <a:t>path</a:t>
            </a:r>
            <a:r>
              <a:rPr lang="fa-IR" sz="1800" b="1" dirty="0">
                <a:solidFill>
                  <a:srgbClr val="FF0000"/>
                </a:solidFill>
                <a:latin typeface="IRANSans(FaNum)" panose="02040503050201020203" pitchFamily="18" charset="-78"/>
              </a:rPr>
              <a:t>):</a:t>
            </a:r>
          </a:p>
          <a:p>
            <a:pPr marL="432000" lvl="1" indent="-144000">
              <a:lnSpc>
                <a:spcPct val="120000"/>
              </a:lnSpc>
              <a:spcBef>
                <a:spcPts val="0"/>
              </a:spcBef>
              <a:spcAft>
                <a:spcPts val="600"/>
              </a:spcAft>
            </a:pPr>
            <a:r>
              <a:rPr lang="fa-IR" sz="1600" b="1" dirty="0">
                <a:solidFill>
                  <a:srgbClr val="0000FF"/>
                </a:solidFill>
                <a:latin typeface="IRANSans(FaNum)" panose="02040503050201020203" pitchFamily="18" charset="-78"/>
              </a:rPr>
              <a:t>ترتیبی از گره‌ها که بسته‌ها باید از آن عبور کنند تا از گره مبدأ به گره مفصد برسند.</a:t>
            </a:r>
            <a:endParaRPr lang="en-US" sz="1600" b="1" dirty="0">
              <a:solidFill>
                <a:srgbClr val="0000FF"/>
              </a:solidFill>
              <a:latin typeface="IRANSans(FaNum)" panose="02040503050201020203" pitchFamily="18" charset="-78"/>
            </a:endParaRPr>
          </a:p>
        </p:txBody>
      </p:sp>
      <p:sp>
        <p:nvSpPr>
          <p:cNvPr id="13" name="Content Placeholder 2">
            <a:extLst>
              <a:ext uri="{FF2B5EF4-FFF2-40B4-BE49-F238E27FC236}">
                <a16:creationId xmlns:a16="http://schemas.microsoft.com/office/drawing/2014/main" id="{E45C7EF1-F26A-C161-6CD5-2DD459B3E332}"/>
              </a:ext>
            </a:extLst>
          </p:cNvPr>
          <p:cNvSpPr txBox="1">
            <a:spLocks/>
          </p:cNvSpPr>
          <p:nvPr/>
        </p:nvSpPr>
        <p:spPr>
          <a:xfrm>
            <a:off x="6248395" y="2378046"/>
            <a:ext cx="5580000" cy="379147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600"/>
              </a:spcAft>
              <a:buNone/>
            </a:pPr>
            <a:r>
              <a:rPr lang="fa-IR" sz="1800" b="1" dirty="0">
                <a:solidFill>
                  <a:srgbClr val="FF0000"/>
                </a:solidFill>
                <a:latin typeface="IRANSans(FaNum)" panose="02040503050201020203" pitchFamily="18" charset="-78"/>
              </a:rPr>
              <a:t>بهترین مسیر:</a:t>
            </a:r>
          </a:p>
          <a:p>
            <a:pPr marL="432000" lvl="1" indent="-144000">
              <a:lnSpc>
                <a:spcPct val="120000"/>
              </a:lnSpc>
              <a:spcBef>
                <a:spcPts val="0"/>
              </a:spcBef>
              <a:spcAft>
                <a:spcPts val="600"/>
              </a:spcAft>
            </a:pPr>
            <a:r>
              <a:rPr lang="fa-IR" sz="1500" b="1" dirty="0">
                <a:solidFill>
                  <a:srgbClr val="C00000"/>
                </a:solidFill>
                <a:latin typeface="IRANSans(FaNum)" panose="02040503050201020203" pitchFamily="18" charset="-78"/>
              </a:rPr>
              <a:t>از نگاه کاربران: </a:t>
            </a:r>
            <a:r>
              <a:rPr lang="fa-IR" sz="1500" b="1" dirty="0">
                <a:solidFill>
                  <a:srgbClr val="0000FF"/>
                </a:solidFill>
                <a:latin typeface="IRANSans(FaNum)" panose="02040503050201020203" pitchFamily="18" charset="-78"/>
              </a:rPr>
              <a:t>بهترین مسیر، مسیری است که نیازمندی‌های کیفیت سرویس کاربر را تأمین نماید. از آنجایی که نیازمندی کیفیت سرویس برنامه‌های کاربردهای مختلف متفاوت است، بنابراین بهترین مسیر نیز برای کاربردهای مختلف متفاوت است:</a:t>
            </a:r>
          </a:p>
          <a:p>
            <a:pPr marL="864000" lvl="2" indent="-144000">
              <a:lnSpc>
                <a:spcPct val="120000"/>
              </a:lnSpc>
              <a:spcBef>
                <a:spcPts val="0"/>
              </a:spcBef>
              <a:spcAft>
                <a:spcPts val="600"/>
              </a:spcAft>
            </a:pPr>
            <a:r>
              <a:rPr lang="fa-IR" sz="1400" b="1" dirty="0">
                <a:solidFill>
                  <a:srgbClr val="0000FF"/>
                </a:solidFill>
                <a:latin typeface="IRANSans(FaNum)" panose="02040503050201020203" pitchFamily="18" charset="-78"/>
              </a:rPr>
              <a:t>مسیر با کم‌ترین تأخیر</a:t>
            </a:r>
          </a:p>
          <a:p>
            <a:pPr marL="864000" lvl="2" indent="-144000">
              <a:lnSpc>
                <a:spcPct val="120000"/>
              </a:lnSpc>
              <a:spcBef>
                <a:spcPts val="0"/>
              </a:spcBef>
              <a:spcAft>
                <a:spcPts val="600"/>
              </a:spcAft>
            </a:pPr>
            <a:r>
              <a:rPr lang="fa-IR" sz="1400" b="1" dirty="0">
                <a:solidFill>
                  <a:srgbClr val="0000FF"/>
                </a:solidFill>
                <a:latin typeface="IRANSans(FaNum)" panose="02040503050201020203" pitchFamily="18" charset="-78"/>
              </a:rPr>
              <a:t>مسیر با بیش‌ترین پهنای‌باند</a:t>
            </a:r>
          </a:p>
          <a:p>
            <a:pPr marL="864000" lvl="2" indent="-144000">
              <a:lnSpc>
                <a:spcPct val="120000"/>
              </a:lnSpc>
              <a:spcBef>
                <a:spcPts val="0"/>
              </a:spcBef>
            </a:pPr>
            <a:r>
              <a:rPr lang="fa-IR" sz="1400" b="1" dirty="0">
                <a:solidFill>
                  <a:srgbClr val="0000FF"/>
                </a:solidFill>
                <a:latin typeface="IRANSans(FaNum)" panose="02040503050201020203" pitchFamily="18" charset="-78"/>
              </a:rPr>
              <a:t>مسیر با کم‌ترین احتمال ازدست دادن بسته‌ها</a:t>
            </a:r>
          </a:p>
          <a:p>
            <a:pPr marL="864000" lvl="2" indent="-144000">
              <a:lnSpc>
                <a:spcPct val="120000"/>
              </a:lnSpc>
              <a:spcBef>
                <a:spcPts val="0"/>
              </a:spcBef>
            </a:pPr>
            <a:r>
              <a:rPr lang="fa-IR" sz="1400" b="1" dirty="0">
                <a:solidFill>
                  <a:srgbClr val="0000FF"/>
                </a:solidFill>
                <a:latin typeface="IRANSans(FaNum)" panose="02040503050201020203" pitchFamily="18" charset="-78"/>
              </a:rPr>
              <a:t>مسیر با کم‌ترین هزینه</a:t>
            </a:r>
          </a:p>
          <a:p>
            <a:pPr marL="432000" lvl="1" indent="-144000">
              <a:lnSpc>
                <a:spcPct val="120000"/>
              </a:lnSpc>
              <a:spcBef>
                <a:spcPts val="1200"/>
              </a:spcBef>
              <a:spcAft>
                <a:spcPts val="600"/>
              </a:spcAft>
            </a:pPr>
            <a:r>
              <a:rPr lang="fa-IR" sz="1500" b="1" dirty="0">
                <a:solidFill>
                  <a:srgbClr val="C00000"/>
                </a:solidFill>
                <a:latin typeface="IRANSans(FaNum)" panose="02040503050201020203" pitchFamily="18" charset="-78"/>
              </a:rPr>
              <a:t>از نگاه تأمین‌کننده‌های سرویس اینترنت (</a:t>
            </a:r>
            <a:r>
              <a:rPr lang="en-US" sz="1500" b="1" dirty="0">
                <a:solidFill>
                  <a:srgbClr val="C00000"/>
                </a:solidFill>
                <a:latin typeface="IRANSans(FaNum)" panose="02040503050201020203" pitchFamily="18" charset="-78"/>
              </a:rPr>
              <a:t>ISPs</a:t>
            </a:r>
            <a:r>
              <a:rPr lang="fa-IR" sz="1500" b="1" dirty="0">
                <a:solidFill>
                  <a:srgbClr val="C00000"/>
                </a:solidFill>
                <a:latin typeface="IRANSans(FaNum)" panose="02040503050201020203" pitchFamily="18" charset="-78"/>
              </a:rPr>
              <a:t>): </a:t>
            </a:r>
            <a:r>
              <a:rPr lang="fa-IR" sz="1500" b="1" dirty="0">
                <a:solidFill>
                  <a:srgbClr val="0000FF"/>
                </a:solidFill>
                <a:latin typeface="IRANSans(FaNum)" panose="02040503050201020203" pitchFamily="18" charset="-78"/>
              </a:rPr>
              <a:t>بهترین مسیر، مسیری است که حداکثر گذردهی را در شبکه داشته باشد (بیشترین درآمد) و در عین حال رضایت کاربران را نیز تأمین نماید.</a:t>
            </a:r>
          </a:p>
        </p:txBody>
      </p:sp>
    </p:spTree>
    <p:extLst>
      <p:ext uri="{BB962C8B-B14F-4D97-AF65-F5344CB8AC3E}">
        <p14:creationId xmlns:p14="http://schemas.microsoft.com/office/powerpoint/2010/main" val="2115249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10">
                                            <p:txEl>
                                              <p:pRg st="0" end="0"/>
                                            </p:txEl>
                                          </p:spTgt>
                                        </p:tgtEl>
                                        <p:attrNameLst>
                                          <p:attrName>style.visibility</p:attrName>
                                        </p:attrNameLst>
                                      </p:cBhvr>
                                      <p:to>
                                        <p:strVal val="visible"/>
                                      </p:to>
                                    </p:set>
                                    <p:animEffect transition="in" filter="fade">
                                      <p:cBhvr>
                                        <p:cTn id="13" dur="1000"/>
                                        <p:tgtEl>
                                          <p:spTgt spid="510">
                                            <p:txEl>
                                              <p:pRg st="0" end="0"/>
                                            </p:txEl>
                                          </p:spTgt>
                                        </p:tgtEl>
                                      </p:cBhvr>
                                    </p:animEffect>
                                    <p:anim calcmode="lin" valueType="num">
                                      <p:cBhvr>
                                        <p:cTn id="14" dur="1000" fill="hold"/>
                                        <p:tgtEl>
                                          <p:spTgt spid="510">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10">
                                            <p:txEl>
                                              <p:pRg st="0" end="0"/>
                                            </p:txEl>
                                          </p:spTgt>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0"/>
                                  </p:stCondLst>
                                  <p:childTnLst>
                                    <p:set>
                                      <p:cBhvr>
                                        <p:cTn id="17" dur="1" fill="hold">
                                          <p:stCondLst>
                                            <p:cond delay="0"/>
                                          </p:stCondLst>
                                        </p:cTn>
                                        <p:tgtEl>
                                          <p:spTgt spid="510">
                                            <p:txEl>
                                              <p:pRg st="1" end="1"/>
                                            </p:txEl>
                                          </p:spTgt>
                                        </p:tgtEl>
                                        <p:attrNameLst>
                                          <p:attrName>style.visibility</p:attrName>
                                        </p:attrNameLst>
                                      </p:cBhvr>
                                      <p:to>
                                        <p:strVal val="visible"/>
                                      </p:to>
                                    </p:set>
                                    <p:animEffect transition="in" filter="fade">
                                      <p:cBhvr>
                                        <p:cTn id="18" dur="1000"/>
                                        <p:tgtEl>
                                          <p:spTgt spid="510">
                                            <p:txEl>
                                              <p:pRg st="1" end="1"/>
                                            </p:txEl>
                                          </p:spTgt>
                                        </p:tgtEl>
                                      </p:cBhvr>
                                    </p:animEffect>
                                    <p:anim calcmode="lin" valueType="num">
                                      <p:cBhvr>
                                        <p:cTn id="19" dur="1000" fill="hold"/>
                                        <p:tgtEl>
                                          <p:spTgt spid="510">
                                            <p:txEl>
                                              <p:pRg st="1" end="1"/>
                                            </p:txEl>
                                          </p:spTgt>
                                        </p:tgtEl>
                                        <p:attrNameLst>
                                          <p:attrName>ppt_x</p:attrName>
                                        </p:attrNameLst>
                                      </p:cBhvr>
                                      <p:tavLst>
                                        <p:tav tm="0">
                                          <p:val>
                                            <p:strVal val="#ppt_x"/>
                                          </p:val>
                                        </p:tav>
                                        <p:tav tm="100000">
                                          <p:val>
                                            <p:strVal val="#ppt_x"/>
                                          </p:val>
                                        </p:tav>
                                      </p:tavLst>
                                    </p:anim>
                                    <p:anim calcmode="lin" valueType="num">
                                      <p:cBhvr>
                                        <p:cTn id="20" dur="1000" fill="hold"/>
                                        <p:tgtEl>
                                          <p:spTgt spid="510">
                                            <p:txEl>
                                              <p:pRg st="1" end="1"/>
                                            </p:txEl>
                                          </p:spTgt>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0"/>
                                  </p:st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fade">
                                      <p:cBhvr>
                                        <p:cTn id="23" dur="1000"/>
                                        <p:tgtEl>
                                          <p:spTgt spid="9">
                                            <p:txEl>
                                              <p:pRg st="0" end="0"/>
                                            </p:txEl>
                                          </p:spTgt>
                                        </p:tgtEl>
                                      </p:cBhvr>
                                    </p:animEffect>
                                    <p:anim calcmode="lin" valueType="num">
                                      <p:cBhvr>
                                        <p:cTn id="24"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25" dur="1000" fill="hold"/>
                                        <p:tgtEl>
                                          <p:spTgt spid="9">
                                            <p:txEl>
                                              <p:pRg st="0" end="0"/>
                                            </p:txEl>
                                          </p:spTgt>
                                        </p:tgtEl>
                                        <p:attrNameLst>
                                          <p:attrName>ppt_y</p:attrName>
                                        </p:attrNameLst>
                                      </p:cBhvr>
                                      <p:tavLst>
                                        <p:tav tm="0">
                                          <p:val>
                                            <p:strVal val="#ppt_y+.1"/>
                                          </p:val>
                                        </p:tav>
                                        <p:tav tm="100000">
                                          <p:val>
                                            <p:strVal val="#ppt_y"/>
                                          </p:val>
                                        </p:tav>
                                      </p:tavLst>
                                    </p:anim>
                                  </p:childTnLst>
                                </p:cTn>
                              </p:par>
                              <p:par>
                                <p:cTn id="26" presetID="42" presetClass="entr" presetSubtype="0" fill="hold" nodeType="withEffect">
                                  <p:stCondLst>
                                    <p:cond delay="0"/>
                                  </p:stCondLst>
                                  <p:childTnLst>
                                    <p:set>
                                      <p:cBhvr>
                                        <p:cTn id="27" dur="1" fill="hold">
                                          <p:stCondLst>
                                            <p:cond delay="0"/>
                                          </p:stCondLst>
                                        </p:cTn>
                                        <p:tgtEl>
                                          <p:spTgt spid="11">
                                            <p:txEl>
                                              <p:pRg st="0" end="0"/>
                                            </p:txEl>
                                          </p:spTgt>
                                        </p:tgtEl>
                                        <p:attrNameLst>
                                          <p:attrName>style.visibility</p:attrName>
                                        </p:attrNameLst>
                                      </p:cBhvr>
                                      <p:to>
                                        <p:strVal val="visible"/>
                                      </p:to>
                                    </p:set>
                                    <p:animEffect transition="in" filter="fade">
                                      <p:cBhvr>
                                        <p:cTn id="28" dur="1000"/>
                                        <p:tgtEl>
                                          <p:spTgt spid="11">
                                            <p:txEl>
                                              <p:pRg st="0" end="0"/>
                                            </p:txEl>
                                          </p:spTgt>
                                        </p:tgtEl>
                                      </p:cBhvr>
                                    </p:animEffect>
                                    <p:anim calcmode="lin" valueType="num">
                                      <p:cBhvr>
                                        <p:cTn id="29" dur="100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30" dur="1000" fill="hold"/>
                                        <p:tgtEl>
                                          <p:spTgt spid="11">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11">
                                            <p:txEl>
                                              <p:pRg st="1" end="1"/>
                                            </p:txEl>
                                          </p:spTgt>
                                        </p:tgtEl>
                                        <p:attrNameLst>
                                          <p:attrName>style.visibility</p:attrName>
                                        </p:attrNameLst>
                                      </p:cBhvr>
                                      <p:to>
                                        <p:strVal val="visible"/>
                                      </p:to>
                                    </p:set>
                                    <p:animEffect transition="in" filter="fade">
                                      <p:cBhvr>
                                        <p:cTn id="33" dur="1000"/>
                                        <p:tgtEl>
                                          <p:spTgt spid="11">
                                            <p:txEl>
                                              <p:pRg st="1" end="1"/>
                                            </p:txEl>
                                          </p:spTgt>
                                        </p:tgtEl>
                                      </p:cBhvr>
                                    </p:animEffect>
                                    <p:anim calcmode="lin" valueType="num">
                                      <p:cBhvr>
                                        <p:cTn id="34" dur="1000" fill="hold"/>
                                        <p:tgtEl>
                                          <p:spTgt spid="11">
                                            <p:txEl>
                                              <p:pRg st="1" end="1"/>
                                            </p:txEl>
                                          </p:spTgt>
                                        </p:tgtEl>
                                        <p:attrNameLst>
                                          <p:attrName>ppt_x</p:attrName>
                                        </p:attrNameLst>
                                      </p:cBhvr>
                                      <p:tavLst>
                                        <p:tav tm="0">
                                          <p:val>
                                            <p:strVal val="#ppt_x"/>
                                          </p:val>
                                        </p:tav>
                                        <p:tav tm="100000">
                                          <p:val>
                                            <p:strVal val="#ppt_x"/>
                                          </p:val>
                                        </p:tav>
                                      </p:tavLst>
                                    </p:anim>
                                    <p:anim calcmode="lin" valueType="num">
                                      <p:cBhvr>
                                        <p:cTn id="35" dur="1000" fill="hold"/>
                                        <p:tgtEl>
                                          <p:spTgt spid="11">
                                            <p:txEl>
                                              <p:pRg st="1" end="1"/>
                                            </p:txEl>
                                          </p:spTgt>
                                        </p:tgtEl>
                                        <p:attrNameLst>
                                          <p:attrName>ppt_y</p:attrName>
                                        </p:attrNameLst>
                                      </p:cBhvr>
                                      <p:tavLst>
                                        <p:tav tm="0">
                                          <p:val>
                                            <p:strVal val="#ppt_y+.1"/>
                                          </p:val>
                                        </p:tav>
                                        <p:tav tm="100000">
                                          <p:val>
                                            <p:strVal val="#ppt_y"/>
                                          </p:val>
                                        </p:tav>
                                      </p:tavLst>
                                    </p:anim>
                                  </p:childTnLst>
                                </p:cTn>
                              </p:par>
                              <p:par>
                                <p:cTn id="36" presetID="42" presetClass="entr" presetSubtype="0" fill="hold" nodeType="withEffect">
                                  <p:stCondLst>
                                    <p:cond delay="0"/>
                                  </p:stCondLst>
                                  <p:childTnLst>
                                    <p:set>
                                      <p:cBhvr>
                                        <p:cTn id="37" dur="1" fill="hold">
                                          <p:stCondLst>
                                            <p:cond delay="0"/>
                                          </p:stCondLst>
                                        </p:cTn>
                                        <p:tgtEl>
                                          <p:spTgt spid="13">
                                            <p:txEl>
                                              <p:pRg st="0" end="0"/>
                                            </p:txEl>
                                          </p:spTgt>
                                        </p:tgtEl>
                                        <p:attrNameLst>
                                          <p:attrName>style.visibility</p:attrName>
                                        </p:attrNameLst>
                                      </p:cBhvr>
                                      <p:to>
                                        <p:strVal val="visible"/>
                                      </p:to>
                                    </p:set>
                                    <p:animEffect transition="in" filter="fade">
                                      <p:cBhvr>
                                        <p:cTn id="38" dur="1000"/>
                                        <p:tgtEl>
                                          <p:spTgt spid="13">
                                            <p:txEl>
                                              <p:pRg st="0" end="0"/>
                                            </p:txEl>
                                          </p:spTgt>
                                        </p:tgtEl>
                                      </p:cBhvr>
                                    </p:animEffect>
                                    <p:anim calcmode="lin" valueType="num">
                                      <p:cBhvr>
                                        <p:cTn id="39"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13">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13">
                                            <p:txEl>
                                              <p:pRg st="1" end="1"/>
                                            </p:txEl>
                                          </p:spTgt>
                                        </p:tgtEl>
                                        <p:attrNameLst>
                                          <p:attrName>style.visibility</p:attrName>
                                        </p:attrNameLst>
                                      </p:cBhvr>
                                      <p:to>
                                        <p:strVal val="visible"/>
                                      </p:to>
                                    </p:set>
                                    <p:animEffect transition="in" filter="fade">
                                      <p:cBhvr>
                                        <p:cTn id="43" dur="1000"/>
                                        <p:tgtEl>
                                          <p:spTgt spid="13">
                                            <p:txEl>
                                              <p:pRg st="1" end="1"/>
                                            </p:txEl>
                                          </p:spTgt>
                                        </p:tgtEl>
                                      </p:cBhvr>
                                    </p:animEffect>
                                    <p:anim calcmode="lin" valueType="num">
                                      <p:cBhvr>
                                        <p:cTn id="44" dur="1000" fill="hold"/>
                                        <p:tgtEl>
                                          <p:spTgt spid="13">
                                            <p:txEl>
                                              <p:pRg st="1" end="1"/>
                                            </p:txEl>
                                          </p:spTgt>
                                        </p:tgtEl>
                                        <p:attrNameLst>
                                          <p:attrName>ppt_x</p:attrName>
                                        </p:attrNameLst>
                                      </p:cBhvr>
                                      <p:tavLst>
                                        <p:tav tm="0">
                                          <p:val>
                                            <p:strVal val="#ppt_x"/>
                                          </p:val>
                                        </p:tav>
                                        <p:tav tm="100000">
                                          <p:val>
                                            <p:strVal val="#ppt_x"/>
                                          </p:val>
                                        </p:tav>
                                      </p:tavLst>
                                    </p:anim>
                                    <p:anim calcmode="lin" valueType="num">
                                      <p:cBhvr>
                                        <p:cTn id="45" dur="1000" fill="hold"/>
                                        <p:tgtEl>
                                          <p:spTgt spid="13">
                                            <p:txEl>
                                              <p:pRg st="1" end="1"/>
                                            </p:txEl>
                                          </p:spTgt>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3">
                                            <p:txEl>
                                              <p:pRg st="2" end="2"/>
                                            </p:txEl>
                                          </p:spTgt>
                                        </p:tgtEl>
                                        <p:attrNameLst>
                                          <p:attrName>style.visibility</p:attrName>
                                        </p:attrNameLst>
                                      </p:cBhvr>
                                      <p:to>
                                        <p:strVal val="visible"/>
                                      </p:to>
                                    </p:set>
                                    <p:animEffect transition="in" filter="fade">
                                      <p:cBhvr>
                                        <p:cTn id="48" dur="1000"/>
                                        <p:tgtEl>
                                          <p:spTgt spid="13">
                                            <p:txEl>
                                              <p:pRg st="2" end="2"/>
                                            </p:txEl>
                                          </p:spTgt>
                                        </p:tgtEl>
                                      </p:cBhvr>
                                    </p:animEffect>
                                    <p:anim calcmode="lin" valueType="num">
                                      <p:cBhvr>
                                        <p:cTn id="49" dur="1000" fill="hold"/>
                                        <p:tgtEl>
                                          <p:spTgt spid="13">
                                            <p:txEl>
                                              <p:pRg st="2" end="2"/>
                                            </p:txEl>
                                          </p:spTgt>
                                        </p:tgtEl>
                                        <p:attrNameLst>
                                          <p:attrName>ppt_x</p:attrName>
                                        </p:attrNameLst>
                                      </p:cBhvr>
                                      <p:tavLst>
                                        <p:tav tm="0">
                                          <p:val>
                                            <p:strVal val="#ppt_x"/>
                                          </p:val>
                                        </p:tav>
                                        <p:tav tm="100000">
                                          <p:val>
                                            <p:strVal val="#ppt_x"/>
                                          </p:val>
                                        </p:tav>
                                      </p:tavLst>
                                    </p:anim>
                                    <p:anim calcmode="lin" valueType="num">
                                      <p:cBhvr>
                                        <p:cTn id="50" dur="1000" fill="hold"/>
                                        <p:tgtEl>
                                          <p:spTgt spid="13">
                                            <p:txEl>
                                              <p:pRg st="2" end="2"/>
                                            </p:txEl>
                                          </p:spTgt>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3">
                                            <p:txEl>
                                              <p:pRg st="3" end="3"/>
                                            </p:txEl>
                                          </p:spTgt>
                                        </p:tgtEl>
                                        <p:attrNameLst>
                                          <p:attrName>style.visibility</p:attrName>
                                        </p:attrNameLst>
                                      </p:cBhvr>
                                      <p:to>
                                        <p:strVal val="visible"/>
                                      </p:to>
                                    </p:set>
                                    <p:animEffect transition="in" filter="fade">
                                      <p:cBhvr>
                                        <p:cTn id="53" dur="1000"/>
                                        <p:tgtEl>
                                          <p:spTgt spid="13">
                                            <p:txEl>
                                              <p:pRg st="3" end="3"/>
                                            </p:txEl>
                                          </p:spTgt>
                                        </p:tgtEl>
                                      </p:cBhvr>
                                    </p:animEffect>
                                    <p:anim calcmode="lin" valueType="num">
                                      <p:cBhvr>
                                        <p:cTn id="54" dur="1000" fill="hold"/>
                                        <p:tgtEl>
                                          <p:spTgt spid="13">
                                            <p:txEl>
                                              <p:pRg st="3" end="3"/>
                                            </p:txEl>
                                          </p:spTgt>
                                        </p:tgtEl>
                                        <p:attrNameLst>
                                          <p:attrName>ppt_x</p:attrName>
                                        </p:attrNameLst>
                                      </p:cBhvr>
                                      <p:tavLst>
                                        <p:tav tm="0">
                                          <p:val>
                                            <p:strVal val="#ppt_x"/>
                                          </p:val>
                                        </p:tav>
                                        <p:tav tm="100000">
                                          <p:val>
                                            <p:strVal val="#ppt_x"/>
                                          </p:val>
                                        </p:tav>
                                      </p:tavLst>
                                    </p:anim>
                                    <p:anim calcmode="lin" valueType="num">
                                      <p:cBhvr>
                                        <p:cTn id="55" dur="1000" fill="hold"/>
                                        <p:tgtEl>
                                          <p:spTgt spid="13">
                                            <p:txEl>
                                              <p:pRg st="3" end="3"/>
                                            </p:txEl>
                                          </p:spTgt>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3">
                                            <p:txEl>
                                              <p:pRg st="4" end="4"/>
                                            </p:txEl>
                                          </p:spTgt>
                                        </p:tgtEl>
                                        <p:attrNameLst>
                                          <p:attrName>style.visibility</p:attrName>
                                        </p:attrNameLst>
                                      </p:cBhvr>
                                      <p:to>
                                        <p:strVal val="visible"/>
                                      </p:to>
                                    </p:set>
                                    <p:animEffect transition="in" filter="fade">
                                      <p:cBhvr>
                                        <p:cTn id="58" dur="1000"/>
                                        <p:tgtEl>
                                          <p:spTgt spid="13">
                                            <p:txEl>
                                              <p:pRg st="4" end="4"/>
                                            </p:txEl>
                                          </p:spTgt>
                                        </p:tgtEl>
                                      </p:cBhvr>
                                    </p:animEffect>
                                    <p:anim calcmode="lin" valueType="num">
                                      <p:cBhvr>
                                        <p:cTn id="59" dur="1000" fill="hold"/>
                                        <p:tgtEl>
                                          <p:spTgt spid="13">
                                            <p:txEl>
                                              <p:pRg st="4" end="4"/>
                                            </p:txEl>
                                          </p:spTgt>
                                        </p:tgtEl>
                                        <p:attrNameLst>
                                          <p:attrName>ppt_x</p:attrName>
                                        </p:attrNameLst>
                                      </p:cBhvr>
                                      <p:tavLst>
                                        <p:tav tm="0">
                                          <p:val>
                                            <p:strVal val="#ppt_x"/>
                                          </p:val>
                                        </p:tav>
                                        <p:tav tm="100000">
                                          <p:val>
                                            <p:strVal val="#ppt_x"/>
                                          </p:val>
                                        </p:tav>
                                      </p:tavLst>
                                    </p:anim>
                                    <p:anim calcmode="lin" valueType="num">
                                      <p:cBhvr>
                                        <p:cTn id="60" dur="1000" fill="hold"/>
                                        <p:tgtEl>
                                          <p:spTgt spid="13">
                                            <p:txEl>
                                              <p:pRg st="4" end="4"/>
                                            </p:txEl>
                                          </p:spTgt>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13">
                                            <p:txEl>
                                              <p:pRg st="5" end="5"/>
                                            </p:txEl>
                                          </p:spTgt>
                                        </p:tgtEl>
                                        <p:attrNameLst>
                                          <p:attrName>style.visibility</p:attrName>
                                        </p:attrNameLst>
                                      </p:cBhvr>
                                      <p:to>
                                        <p:strVal val="visible"/>
                                      </p:to>
                                    </p:set>
                                    <p:animEffect transition="in" filter="fade">
                                      <p:cBhvr>
                                        <p:cTn id="63" dur="1000"/>
                                        <p:tgtEl>
                                          <p:spTgt spid="13">
                                            <p:txEl>
                                              <p:pRg st="5" end="5"/>
                                            </p:txEl>
                                          </p:spTgt>
                                        </p:tgtEl>
                                      </p:cBhvr>
                                    </p:animEffect>
                                    <p:anim calcmode="lin" valueType="num">
                                      <p:cBhvr>
                                        <p:cTn id="64" dur="1000" fill="hold"/>
                                        <p:tgtEl>
                                          <p:spTgt spid="13">
                                            <p:txEl>
                                              <p:pRg st="5" end="5"/>
                                            </p:txEl>
                                          </p:spTgt>
                                        </p:tgtEl>
                                        <p:attrNameLst>
                                          <p:attrName>ppt_x</p:attrName>
                                        </p:attrNameLst>
                                      </p:cBhvr>
                                      <p:tavLst>
                                        <p:tav tm="0">
                                          <p:val>
                                            <p:strVal val="#ppt_x"/>
                                          </p:val>
                                        </p:tav>
                                        <p:tav tm="100000">
                                          <p:val>
                                            <p:strVal val="#ppt_x"/>
                                          </p:val>
                                        </p:tav>
                                      </p:tavLst>
                                    </p:anim>
                                    <p:anim calcmode="lin" valueType="num">
                                      <p:cBhvr>
                                        <p:cTn id="65" dur="1000" fill="hold"/>
                                        <p:tgtEl>
                                          <p:spTgt spid="13">
                                            <p:txEl>
                                              <p:pRg st="5" end="5"/>
                                            </p:txEl>
                                          </p:spTgt>
                                        </p:tgtEl>
                                        <p:attrNameLst>
                                          <p:attrName>ppt_y</p:attrName>
                                        </p:attrNameLst>
                                      </p:cBhvr>
                                      <p:tavLst>
                                        <p:tav tm="0">
                                          <p:val>
                                            <p:strVal val="#ppt_y+.1"/>
                                          </p:val>
                                        </p:tav>
                                        <p:tav tm="100000">
                                          <p:val>
                                            <p:strVal val="#ppt_y"/>
                                          </p:val>
                                        </p:tav>
                                      </p:tavLst>
                                    </p:anim>
                                  </p:childTnLst>
                                </p:cTn>
                              </p:par>
                              <p:par>
                                <p:cTn id="66" presetID="42" presetClass="entr" presetSubtype="0" fill="hold" nodeType="withEffect">
                                  <p:stCondLst>
                                    <p:cond delay="0"/>
                                  </p:stCondLst>
                                  <p:childTnLst>
                                    <p:set>
                                      <p:cBhvr>
                                        <p:cTn id="67" dur="1" fill="hold">
                                          <p:stCondLst>
                                            <p:cond delay="0"/>
                                          </p:stCondLst>
                                        </p:cTn>
                                        <p:tgtEl>
                                          <p:spTgt spid="13">
                                            <p:txEl>
                                              <p:pRg st="6" end="6"/>
                                            </p:txEl>
                                          </p:spTgt>
                                        </p:tgtEl>
                                        <p:attrNameLst>
                                          <p:attrName>style.visibility</p:attrName>
                                        </p:attrNameLst>
                                      </p:cBhvr>
                                      <p:to>
                                        <p:strVal val="visible"/>
                                      </p:to>
                                    </p:set>
                                    <p:animEffect transition="in" filter="fade">
                                      <p:cBhvr>
                                        <p:cTn id="68" dur="1000"/>
                                        <p:tgtEl>
                                          <p:spTgt spid="13">
                                            <p:txEl>
                                              <p:pRg st="6" end="6"/>
                                            </p:txEl>
                                          </p:spTgt>
                                        </p:tgtEl>
                                      </p:cBhvr>
                                    </p:animEffect>
                                    <p:anim calcmode="lin" valueType="num">
                                      <p:cBhvr>
                                        <p:cTn id="69" dur="1000" fill="hold"/>
                                        <p:tgtEl>
                                          <p:spTgt spid="13">
                                            <p:txEl>
                                              <p:pRg st="6" end="6"/>
                                            </p:txEl>
                                          </p:spTgt>
                                        </p:tgtEl>
                                        <p:attrNameLst>
                                          <p:attrName>ppt_x</p:attrName>
                                        </p:attrNameLst>
                                      </p:cBhvr>
                                      <p:tavLst>
                                        <p:tav tm="0">
                                          <p:val>
                                            <p:strVal val="#ppt_x"/>
                                          </p:val>
                                        </p:tav>
                                        <p:tav tm="100000">
                                          <p:val>
                                            <p:strVal val="#ppt_x"/>
                                          </p:val>
                                        </p:tav>
                                      </p:tavLst>
                                    </p:anim>
                                    <p:anim calcmode="lin" valueType="num">
                                      <p:cBhvr>
                                        <p:cTn id="70" dur="1000" fill="hold"/>
                                        <p:tgtEl>
                                          <p:spTgt spid="13">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rPr>
              <a:t>مسیریابی: نگاه انتزاعی</a:t>
            </a:r>
            <a:endParaRPr lang="fa-IR" sz="3600" b="1" dirty="0">
              <a:solidFill>
                <a:srgbClr val="0000FF"/>
              </a:solidFill>
            </a:endParaRPr>
          </a:p>
        </p:txBody>
      </p:sp>
      <mc:AlternateContent xmlns:mc="http://schemas.openxmlformats.org/markup-compatibility/2006" xmlns:a14="http://schemas.microsoft.com/office/drawing/2010/main">
        <mc:Choice Requires="a14">
          <p:sp>
            <p:nvSpPr>
              <p:cNvPr id="13" name="Content Placeholder 2">
                <a:extLst>
                  <a:ext uri="{FF2B5EF4-FFF2-40B4-BE49-F238E27FC236}">
                    <a16:creationId xmlns:a16="http://schemas.microsoft.com/office/drawing/2014/main" id="{E45C7EF1-F26A-C161-6CD5-2DD459B3E332}"/>
                  </a:ext>
                </a:extLst>
              </p:cNvPr>
              <p:cNvSpPr txBox="1">
                <a:spLocks/>
              </p:cNvSpPr>
              <p:nvPr/>
            </p:nvSpPr>
            <p:spPr>
              <a:xfrm>
                <a:off x="211015" y="1219230"/>
                <a:ext cx="7388065" cy="5149984"/>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600"/>
                  </a:spcAft>
                  <a:buNone/>
                </a:pPr>
                <a:r>
                  <a:rPr lang="fa-IR" sz="1800" b="1" dirty="0">
                    <a:solidFill>
                      <a:srgbClr val="FF0000"/>
                    </a:solidFill>
                    <a:latin typeface="IRANSans(FaNum)" panose="02040503050201020203" pitchFamily="18" charset="-78"/>
                  </a:rPr>
                  <a:t>گراف شبکه:</a:t>
                </a:r>
              </a:p>
              <a:p>
                <a:pPr marL="432000" lvl="1" indent="-144000">
                  <a:lnSpc>
                    <a:spcPct val="120000"/>
                  </a:lnSpc>
                  <a:spcBef>
                    <a:spcPts val="0"/>
                  </a:spcBef>
                  <a:spcAft>
                    <a:spcPts val="600"/>
                  </a:spcAft>
                </a:pPr>
                <a:r>
                  <a:rPr lang="fa-IR" sz="1600" b="1" dirty="0">
                    <a:solidFill>
                      <a:srgbClr val="0000FF"/>
                    </a:solidFill>
                    <a:latin typeface="IRANSans(FaNum)" panose="02040503050201020203" pitchFamily="18" charset="-78"/>
                  </a:rPr>
                  <a:t>برای حل مسئله مسیریابی توپولوژی شبکه به صورت یک گراف وزن‌دار مدل می‌شود.</a:t>
                </a:r>
              </a:p>
              <a:p>
                <a:pPr marL="288000" lvl="1" indent="0" rtl="0">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en-US" sz="1800" b="1" i="1" smtClean="0">
                          <a:solidFill>
                            <a:srgbClr val="C00000"/>
                          </a:solidFill>
                          <a:latin typeface="Cambria Math" panose="02040503050406030204" pitchFamily="18" charset="0"/>
                        </a:rPr>
                        <m:t>𝑮</m:t>
                      </m:r>
                      <m:r>
                        <a:rPr lang="en-US" sz="1800" b="1" i="1" smtClean="0">
                          <a:solidFill>
                            <a:srgbClr val="C00000"/>
                          </a:solidFill>
                          <a:latin typeface="Cambria Math" panose="02040503050406030204" pitchFamily="18" charset="0"/>
                        </a:rPr>
                        <m:t>=(</m:t>
                      </m:r>
                      <m:r>
                        <a:rPr lang="en-US" sz="1800" b="1" i="1" smtClean="0">
                          <a:solidFill>
                            <a:srgbClr val="C00000"/>
                          </a:solidFill>
                          <a:latin typeface="Cambria Math" panose="02040503050406030204" pitchFamily="18" charset="0"/>
                        </a:rPr>
                        <m:t>𝑵</m:t>
                      </m:r>
                      <m:r>
                        <a:rPr lang="en-US" sz="1800" b="1" i="1" smtClean="0">
                          <a:solidFill>
                            <a:srgbClr val="C00000"/>
                          </a:solidFill>
                          <a:latin typeface="Cambria Math" panose="02040503050406030204" pitchFamily="18" charset="0"/>
                        </a:rPr>
                        <m:t>, </m:t>
                      </m:r>
                      <m:r>
                        <a:rPr lang="en-US" sz="1800" b="1" i="1" smtClean="0">
                          <a:solidFill>
                            <a:srgbClr val="C00000"/>
                          </a:solidFill>
                          <a:latin typeface="Cambria Math" panose="02040503050406030204" pitchFamily="18" charset="0"/>
                        </a:rPr>
                        <m:t>𝑬</m:t>
                      </m:r>
                      <m:r>
                        <a:rPr lang="en-US" sz="1800" b="1" i="1" smtClean="0">
                          <a:solidFill>
                            <a:srgbClr val="C00000"/>
                          </a:solidFill>
                          <a:latin typeface="Cambria Math" panose="02040503050406030204" pitchFamily="18" charset="0"/>
                        </a:rPr>
                        <m:t>)</m:t>
                      </m:r>
                    </m:oMath>
                  </m:oMathPara>
                </a14:m>
                <a:endParaRPr lang="fa-IR" sz="1800" b="1" dirty="0">
                  <a:solidFill>
                    <a:srgbClr val="C00000"/>
                  </a:solidFill>
                  <a:latin typeface="IRANSans(FaNum)" panose="02040503050201020203" pitchFamily="18" charset="-78"/>
                </a:endParaRPr>
              </a:p>
              <a:p>
                <a:pPr marL="432000" lvl="1" indent="-144000">
                  <a:lnSpc>
                    <a:spcPct val="120000"/>
                  </a:lnSpc>
                  <a:spcBef>
                    <a:spcPts val="1200"/>
                  </a:spcBef>
                  <a:spcAft>
                    <a:spcPts val="600"/>
                  </a:spcAft>
                </a:pPr>
                <a:r>
                  <a:rPr lang="fa-IR" sz="1600" b="1" dirty="0">
                    <a:solidFill>
                      <a:srgbClr val="C00000"/>
                    </a:solidFill>
                    <a:latin typeface="IRANSans(FaNum)" panose="02040503050201020203" pitchFamily="18" charset="-78"/>
                  </a:rPr>
                  <a:t>رئوس (مجموعه </a:t>
                </a:r>
                <a14:m>
                  <m:oMath xmlns:m="http://schemas.openxmlformats.org/officeDocument/2006/math">
                    <m:r>
                      <a:rPr lang="en-US" sz="1600" b="1" i="1" dirty="0" smtClean="0">
                        <a:solidFill>
                          <a:srgbClr val="C00000"/>
                        </a:solidFill>
                        <a:latin typeface="Cambria Math" panose="02040503050406030204" pitchFamily="18" charset="0"/>
                      </a:rPr>
                      <m:t>𝑵</m:t>
                    </m:r>
                  </m:oMath>
                </a14:m>
                <a:r>
                  <a:rPr lang="fa-IR" sz="1600" b="1" dirty="0">
                    <a:solidFill>
                      <a:srgbClr val="C00000"/>
                    </a:solidFill>
                    <a:latin typeface="IRANSans(FaNum)" panose="02040503050201020203" pitchFamily="18" charset="-78"/>
                  </a:rPr>
                  <a:t>): </a:t>
                </a:r>
                <a:r>
                  <a:rPr lang="fa-IR" sz="1600" b="1" dirty="0">
                    <a:solidFill>
                      <a:srgbClr val="0000FF"/>
                    </a:solidFill>
                    <a:latin typeface="IRANSans(FaNum)" panose="02040503050201020203" pitchFamily="18" charset="-78"/>
                  </a:rPr>
                  <a:t>مجموعه مسیریاب‌ها</a:t>
                </a:r>
                <a:endParaRPr lang="en-US" sz="1600" b="1" dirty="0">
                  <a:solidFill>
                    <a:srgbClr val="0000FF"/>
                  </a:solidFill>
                  <a:latin typeface="IRANSans(FaNum)" panose="02040503050201020203" pitchFamily="18" charset="-78"/>
                </a:endParaRPr>
              </a:p>
              <a:p>
                <a:pPr marL="288000" lvl="1" indent="0" rtl="0">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en-US" sz="1800" b="1" i="1" smtClean="0">
                          <a:solidFill>
                            <a:srgbClr val="C00000"/>
                          </a:solidFill>
                          <a:latin typeface="Cambria Math" panose="02040503050406030204" pitchFamily="18" charset="0"/>
                        </a:rPr>
                        <m:t>𝑵</m:t>
                      </m:r>
                      <m:r>
                        <a:rPr lang="en-US" sz="1800" b="1" i="1" smtClean="0">
                          <a:solidFill>
                            <a:srgbClr val="C00000"/>
                          </a:solidFill>
                          <a:latin typeface="Cambria Math" panose="02040503050406030204" pitchFamily="18" charset="0"/>
                        </a:rPr>
                        <m:t>={</m:t>
                      </m:r>
                      <m:r>
                        <a:rPr lang="en-US" sz="1800" b="1" i="1" smtClean="0">
                          <a:solidFill>
                            <a:srgbClr val="C00000"/>
                          </a:solidFill>
                          <a:latin typeface="Cambria Math" panose="02040503050406030204" pitchFamily="18" charset="0"/>
                        </a:rPr>
                        <m:t>𝒖</m:t>
                      </m:r>
                      <m:r>
                        <a:rPr lang="en-US" sz="1800" b="1" i="1" smtClean="0">
                          <a:solidFill>
                            <a:srgbClr val="C00000"/>
                          </a:solidFill>
                          <a:latin typeface="Cambria Math" panose="02040503050406030204" pitchFamily="18" charset="0"/>
                        </a:rPr>
                        <m:t>, </m:t>
                      </m:r>
                      <m:r>
                        <a:rPr lang="en-US" sz="1800" b="1" i="1" smtClean="0">
                          <a:solidFill>
                            <a:srgbClr val="C00000"/>
                          </a:solidFill>
                          <a:latin typeface="Cambria Math" panose="02040503050406030204" pitchFamily="18" charset="0"/>
                        </a:rPr>
                        <m:t>𝒗</m:t>
                      </m:r>
                      <m:r>
                        <a:rPr lang="en-US" sz="1800" b="1" i="1" smtClean="0">
                          <a:solidFill>
                            <a:srgbClr val="C00000"/>
                          </a:solidFill>
                          <a:latin typeface="Cambria Math" panose="02040503050406030204" pitchFamily="18" charset="0"/>
                        </a:rPr>
                        <m:t>, </m:t>
                      </m:r>
                      <m:r>
                        <a:rPr lang="en-US" sz="1800" b="1" i="1" smtClean="0">
                          <a:solidFill>
                            <a:srgbClr val="C00000"/>
                          </a:solidFill>
                          <a:latin typeface="Cambria Math" panose="02040503050406030204" pitchFamily="18" charset="0"/>
                        </a:rPr>
                        <m:t>𝒘</m:t>
                      </m:r>
                      <m:r>
                        <a:rPr lang="en-US" sz="1800" b="1" i="1" smtClean="0">
                          <a:solidFill>
                            <a:srgbClr val="C00000"/>
                          </a:solidFill>
                          <a:latin typeface="Cambria Math" panose="02040503050406030204" pitchFamily="18" charset="0"/>
                        </a:rPr>
                        <m:t>, </m:t>
                      </m:r>
                      <m:r>
                        <a:rPr lang="en-US" sz="1800" b="1" i="1" smtClean="0">
                          <a:solidFill>
                            <a:srgbClr val="C00000"/>
                          </a:solidFill>
                          <a:latin typeface="Cambria Math" panose="02040503050406030204" pitchFamily="18" charset="0"/>
                        </a:rPr>
                        <m:t>𝒙</m:t>
                      </m:r>
                      <m:r>
                        <a:rPr lang="en-US" sz="1800" b="1" i="1" smtClean="0">
                          <a:solidFill>
                            <a:srgbClr val="C00000"/>
                          </a:solidFill>
                          <a:latin typeface="Cambria Math" panose="02040503050406030204" pitchFamily="18" charset="0"/>
                        </a:rPr>
                        <m:t>, </m:t>
                      </m:r>
                      <m:r>
                        <a:rPr lang="en-US" sz="1800" b="1" i="1" smtClean="0">
                          <a:solidFill>
                            <a:srgbClr val="C00000"/>
                          </a:solidFill>
                          <a:latin typeface="Cambria Math" panose="02040503050406030204" pitchFamily="18" charset="0"/>
                        </a:rPr>
                        <m:t>𝒚</m:t>
                      </m:r>
                      <m:r>
                        <a:rPr lang="en-US" sz="1800" b="1" i="1" smtClean="0">
                          <a:solidFill>
                            <a:srgbClr val="C00000"/>
                          </a:solidFill>
                          <a:latin typeface="Cambria Math" panose="02040503050406030204" pitchFamily="18" charset="0"/>
                        </a:rPr>
                        <m:t>, </m:t>
                      </m:r>
                      <m:r>
                        <a:rPr lang="en-US" sz="1800" b="1" i="1" smtClean="0">
                          <a:solidFill>
                            <a:srgbClr val="C00000"/>
                          </a:solidFill>
                          <a:latin typeface="Cambria Math" panose="02040503050406030204" pitchFamily="18" charset="0"/>
                        </a:rPr>
                        <m:t>𝒛</m:t>
                      </m:r>
                      <m:r>
                        <a:rPr lang="en-US" sz="1800" b="1" i="1" smtClean="0">
                          <a:solidFill>
                            <a:srgbClr val="C00000"/>
                          </a:solidFill>
                          <a:latin typeface="Cambria Math" panose="02040503050406030204" pitchFamily="18" charset="0"/>
                        </a:rPr>
                        <m:t>}</m:t>
                      </m:r>
                    </m:oMath>
                  </m:oMathPara>
                </a14:m>
                <a:endParaRPr lang="fa-IR" sz="1800" b="1" dirty="0">
                  <a:solidFill>
                    <a:srgbClr val="C00000"/>
                  </a:solidFill>
                  <a:latin typeface="IRANSans(FaNum)" panose="02040503050201020203" pitchFamily="18" charset="-78"/>
                </a:endParaRPr>
              </a:p>
              <a:p>
                <a:pPr marL="432000" lvl="1" indent="-144000">
                  <a:lnSpc>
                    <a:spcPct val="120000"/>
                  </a:lnSpc>
                  <a:spcBef>
                    <a:spcPts val="1200"/>
                  </a:spcBef>
                  <a:spcAft>
                    <a:spcPts val="600"/>
                  </a:spcAft>
                </a:pPr>
                <a:r>
                  <a:rPr lang="fa-IR" sz="1600" b="1" dirty="0">
                    <a:solidFill>
                      <a:srgbClr val="C00000"/>
                    </a:solidFill>
                    <a:latin typeface="IRANSans(FaNum)" panose="02040503050201020203" pitchFamily="18" charset="-78"/>
                  </a:rPr>
                  <a:t>لبه‌ها (مجموعه </a:t>
                </a:r>
                <a14:m>
                  <m:oMath xmlns:m="http://schemas.openxmlformats.org/officeDocument/2006/math">
                    <m:r>
                      <a:rPr lang="en-US" sz="1600" b="1" i="1" dirty="0" smtClean="0">
                        <a:solidFill>
                          <a:srgbClr val="C00000"/>
                        </a:solidFill>
                        <a:latin typeface="Cambria Math" panose="02040503050406030204" pitchFamily="18" charset="0"/>
                      </a:rPr>
                      <m:t>𝑬</m:t>
                    </m:r>
                  </m:oMath>
                </a14:m>
                <a:r>
                  <a:rPr lang="fa-IR" sz="1600" b="1" dirty="0">
                    <a:solidFill>
                      <a:srgbClr val="C00000"/>
                    </a:solidFill>
                    <a:latin typeface="IRANSans(FaNum)" panose="02040503050201020203" pitchFamily="18" charset="-78"/>
                  </a:rPr>
                  <a:t>): </a:t>
                </a:r>
                <a:r>
                  <a:rPr lang="fa-IR" sz="1600" b="1" dirty="0">
                    <a:solidFill>
                      <a:srgbClr val="0000FF"/>
                    </a:solidFill>
                    <a:latin typeface="IRANSans(FaNum)" panose="02040503050201020203" pitchFamily="18" charset="-78"/>
                  </a:rPr>
                  <a:t>لینک‌های ارتباطی هستند که دو گره شبکه را به هم متصل می‌کنند.</a:t>
                </a:r>
              </a:p>
              <a:p>
                <a:pPr marL="288000" lvl="1" indent="0" rtl="0">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en-US" sz="1800" b="1" i="1" dirty="0" smtClean="0">
                          <a:solidFill>
                            <a:srgbClr val="C00000"/>
                          </a:solidFill>
                          <a:latin typeface="Cambria Math" panose="02040503050406030204" pitchFamily="18" charset="0"/>
                        </a:rPr>
                        <m:t>𝑬</m:t>
                      </m:r>
                      <m:r>
                        <a:rPr lang="en-US" sz="1800" b="1" i="1" dirty="0" smtClean="0">
                          <a:solidFill>
                            <a:srgbClr val="C00000"/>
                          </a:solidFill>
                          <a:latin typeface="Cambria Math" panose="02040503050406030204" pitchFamily="18" charset="0"/>
                        </a:rPr>
                        <m:t> ={ (</m:t>
                      </m:r>
                      <m:r>
                        <a:rPr lang="en-US" sz="1800" b="1" i="1" dirty="0" err="1">
                          <a:solidFill>
                            <a:srgbClr val="C00000"/>
                          </a:solidFill>
                          <a:latin typeface="Cambria Math" panose="02040503050406030204" pitchFamily="18" charset="0"/>
                        </a:rPr>
                        <m:t>𝒖</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𝒗</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𝒖</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𝒙</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𝒗</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𝒙</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𝒗</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𝒘</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𝒙</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𝒘</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𝒙</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𝒚</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𝒘</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𝒚</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𝒘</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𝒛</m:t>
                      </m:r>
                      <m:r>
                        <a:rPr lang="en-US" sz="1800" b="1" i="1" dirty="0">
                          <a:solidFill>
                            <a:srgbClr val="C00000"/>
                          </a:solidFill>
                          <a:latin typeface="Cambria Math" panose="02040503050406030204" pitchFamily="18" charset="0"/>
                        </a:rPr>
                        <m:t>), (</m:t>
                      </m:r>
                      <m:r>
                        <a:rPr lang="en-US" sz="1800" b="1" i="1" dirty="0" err="1">
                          <a:solidFill>
                            <a:srgbClr val="C00000"/>
                          </a:solidFill>
                          <a:latin typeface="Cambria Math" panose="02040503050406030204" pitchFamily="18" charset="0"/>
                        </a:rPr>
                        <m:t>𝒚</m:t>
                      </m:r>
                      <m:r>
                        <a:rPr lang="en-US" sz="1800" b="1" i="1" dirty="0" err="1">
                          <a:solidFill>
                            <a:srgbClr val="C00000"/>
                          </a:solidFill>
                          <a:latin typeface="Cambria Math" panose="02040503050406030204" pitchFamily="18" charset="0"/>
                        </a:rPr>
                        <m:t>,</m:t>
                      </m:r>
                      <m:r>
                        <a:rPr lang="en-US" sz="1800" b="1" i="1" dirty="0" err="1">
                          <a:solidFill>
                            <a:srgbClr val="C00000"/>
                          </a:solidFill>
                          <a:latin typeface="Cambria Math" panose="02040503050406030204" pitchFamily="18" charset="0"/>
                        </a:rPr>
                        <m:t>𝒛</m:t>
                      </m:r>
                      <m:r>
                        <a:rPr lang="en-US" sz="1800" b="1" i="1" dirty="0">
                          <a:solidFill>
                            <a:srgbClr val="C00000"/>
                          </a:solidFill>
                          <a:latin typeface="Cambria Math" panose="02040503050406030204" pitchFamily="18" charset="0"/>
                        </a:rPr>
                        <m:t>) }</m:t>
                      </m:r>
                    </m:oMath>
                  </m:oMathPara>
                </a14:m>
                <a:endParaRPr lang="en-US" sz="1800" b="1" dirty="0">
                  <a:solidFill>
                    <a:srgbClr val="C00000"/>
                  </a:solidFill>
                  <a:latin typeface="IRANSans(FaNum)" panose="02040503050201020203" pitchFamily="18" charset="-78"/>
                </a:endParaRPr>
              </a:p>
              <a:p>
                <a:pPr marL="432000" lvl="1" indent="-144000">
                  <a:lnSpc>
                    <a:spcPct val="120000"/>
                  </a:lnSpc>
                  <a:spcBef>
                    <a:spcPts val="1200"/>
                  </a:spcBef>
                  <a:spcAft>
                    <a:spcPts val="600"/>
                  </a:spcAft>
                </a:pPr>
                <a:r>
                  <a:rPr lang="fa-IR" sz="1500" b="1" dirty="0">
                    <a:solidFill>
                      <a:srgbClr val="C00000"/>
                    </a:solidFill>
                    <a:latin typeface="IRANSans(FaNum)" panose="02040503050201020203" pitchFamily="18" charset="-78"/>
                  </a:rPr>
                  <a:t>وزن لینک: </a:t>
                </a:r>
                <a:r>
                  <a:rPr lang="fa-IR" sz="1500" b="1" dirty="0">
                    <a:solidFill>
                      <a:srgbClr val="0000FF"/>
                    </a:solidFill>
                    <a:latin typeface="IRANSans(FaNum)" panose="02040503050201020203" pitchFamily="18" charset="-78"/>
                  </a:rPr>
                  <a:t>وزن هر لینک هزینه لینک مستقیم بین دو گره شبکه است.</a:t>
                </a:r>
              </a:p>
              <a:p>
                <a:pPr marL="288000" lvl="1" indent="0" rtl="0">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en-US" sz="1800" b="1" i="1" dirty="0" smtClean="0">
                          <a:solidFill>
                            <a:srgbClr val="C00000"/>
                          </a:solidFill>
                          <a:latin typeface="Cambria Math" panose="02040503050406030204" pitchFamily="18" charset="0"/>
                        </a:rPr>
                        <m:t>𝒆</m:t>
                      </m:r>
                      <m:r>
                        <a:rPr lang="en-US" sz="1800" b="1" i="1" dirty="0" smtClean="0">
                          <a:solidFill>
                            <a:srgbClr val="C00000"/>
                          </a:solidFill>
                          <a:latin typeface="Cambria Math" panose="02040503050406030204" pitchFamily="18" charset="0"/>
                        </a:rPr>
                        <m:t>.</m:t>
                      </m:r>
                      <m:r>
                        <a:rPr lang="en-US" sz="1800" b="1" i="1" dirty="0" smtClean="0">
                          <a:solidFill>
                            <a:srgbClr val="C00000"/>
                          </a:solidFill>
                          <a:latin typeface="Cambria Math" panose="02040503050406030204" pitchFamily="18" charset="0"/>
                        </a:rPr>
                        <m:t>𝒈</m:t>
                      </m:r>
                      <m:r>
                        <a:rPr lang="en-US" sz="1800" b="1" i="1" dirty="0" smtClean="0">
                          <a:solidFill>
                            <a:srgbClr val="C00000"/>
                          </a:solidFill>
                          <a:latin typeface="Cambria Math" panose="02040503050406030204" pitchFamily="18" charset="0"/>
                        </a:rPr>
                        <m:t>.   ,  </m:t>
                      </m:r>
                      <m:r>
                        <a:rPr lang="en-US" sz="1800" b="1" i="1" dirty="0" err="1">
                          <a:solidFill>
                            <a:srgbClr val="C00000"/>
                          </a:solidFill>
                          <a:latin typeface="Cambria Math" panose="02040503050406030204" pitchFamily="18" charset="0"/>
                        </a:rPr>
                        <m:t>𝒄</m:t>
                      </m:r>
                      <m:r>
                        <a:rPr lang="en-US" sz="1800" b="1" i="1" baseline="-25000" dirty="0" err="1">
                          <a:solidFill>
                            <a:srgbClr val="C00000"/>
                          </a:solidFill>
                          <a:latin typeface="Cambria Math" panose="02040503050406030204" pitchFamily="18" charset="0"/>
                        </a:rPr>
                        <m:t>𝒘</m:t>
                      </m:r>
                      <m:r>
                        <a:rPr lang="en-US" sz="1800" b="1" i="1" baseline="-25000" dirty="0" err="1">
                          <a:solidFill>
                            <a:srgbClr val="C00000"/>
                          </a:solidFill>
                          <a:latin typeface="Cambria Math" panose="02040503050406030204" pitchFamily="18" charset="0"/>
                        </a:rPr>
                        <m:t>,</m:t>
                      </m:r>
                      <m:r>
                        <a:rPr lang="en-US" sz="1800" b="1" i="1" baseline="-25000" dirty="0" err="1">
                          <a:solidFill>
                            <a:srgbClr val="C00000"/>
                          </a:solidFill>
                          <a:latin typeface="Cambria Math" panose="02040503050406030204" pitchFamily="18" charset="0"/>
                        </a:rPr>
                        <m:t>𝒛</m:t>
                      </m:r>
                      <m:r>
                        <a:rPr lang="en-US" sz="1800" b="1" i="1" baseline="-25000" dirty="0">
                          <a:solidFill>
                            <a:srgbClr val="C00000"/>
                          </a:solidFill>
                          <a:latin typeface="Cambria Math" panose="02040503050406030204" pitchFamily="18" charset="0"/>
                        </a:rPr>
                        <m:t> </m:t>
                      </m:r>
                      <m:r>
                        <a:rPr lang="en-US" sz="1800" b="1" i="1" dirty="0">
                          <a:solidFill>
                            <a:srgbClr val="C00000"/>
                          </a:solidFill>
                          <a:latin typeface="Cambria Math" panose="02040503050406030204" pitchFamily="18" charset="0"/>
                        </a:rPr>
                        <m:t>= </m:t>
                      </m:r>
                      <m:r>
                        <a:rPr lang="en-US" sz="1800" b="1" i="1" dirty="0">
                          <a:solidFill>
                            <a:srgbClr val="C00000"/>
                          </a:solidFill>
                          <a:latin typeface="Cambria Math" panose="02040503050406030204" pitchFamily="18" charset="0"/>
                        </a:rPr>
                        <m:t>𝟓</m:t>
                      </m:r>
                      <m:r>
                        <a:rPr lang="en-US" sz="1800" b="1" i="1" dirty="0" smtClean="0">
                          <a:solidFill>
                            <a:srgbClr val="C00000"/>
                          </a:solidFill>
                          <a:latin typeface="Cambria Math" panose="02040503050406030204" pitchFamily="18" charset="0"/>
                        </a:rPr>
                        <m:t> ,  </m:t>
                      </m:r>
                      <m:r>
                        <a:rPr lang="en-US" sz="1800" b="1" i="1" dirty="0" err="1">
                          <a:solidFill>
                            <a:srgbClr val="C00000"/>
                          </a:solidFill>
                          <a:latin typeface="Cambria Math" panose="02040503050406030204" pitchFamily="18" charset="0"/>
                        </a:rPr>
                        <m:t>𝒄</m:t>
                      </m:r>
                      <m:r>
                        <a:rPr lang="en-US" sz="1800" b="1" i="1" baseline="-25000" dirty="0" err="1">
                          <a:solidFill>
                            <a:srgbClr val="C00000"/>
                          </a:solidFill>
                          <a:latin typeface="Cambria Math" panose="02040503050406030204" pitchFamily="18" charset="0"/>
                        </a:rPr>
                        <m:t>𝒖</m:t>
                      </m:r>
                      <m:r>
                        <a:rPr lang="en-US" sz="1800" b="1" i="1" baseline="-25000" dirty="0" err="1">
                          <a:solidFill>
                            <a:srgbClr val="C00000"/>
                          </a:solidFill>
                          <a:latin typeface="Cambria Math" panose="02040503050406030204" pitchFamily="18" charset="0"/>
                        </a:rPr>
                        <m:t>,</m:t>
                      </m:r>
                      <m:r>
                        <a:rPr lang="en-US" sz="1800" b="1" i="1" baseline="-25000" dirty="0" err="1">
                          <a:solidFill>
                            <a:srgbClr val="C00000"/>
                          </a:solidFill>
                          <a:latin typeface="Cambria Math" panose="02040503050406030204" pitchFamily="18" charset="0"/>
                        </a:rPr>
                        <m:t>𝒛</m:t>
                      </m:r>
                      <m:r>
                        <a:rPr lang="en-US" sz="1800" b="1" i="1" baseline="-25000" dirty="0">
                          <a:solidFill>
                            <a:srgbClr val="C00000"/>
                          </a:solidFill>
                          <a:latin typeface="Cambria Math" panose="02040503050406030204" pitchFamily="18" charset="0"/>
                        </a:rPr>
                        <m:t> </m:t>
                      </m:r>
                      <m:r>
                        <a:rPr lang="en-US" sz="1800" b="1" i="1" dirty="0">
                          <a:solidFill>
                            <a:srgbClr val="C00000"/>
                          </a:solidFill>
                          <a:latin typeface="Cambria Math" panose="02040503050406030204" pitchFamily="18" charset="0"/>
                        </a:rPr>
                        <m:t>= </m:t>
                      </m:r>
                      <m:r>
                        <a:rPr lang="en-US" sz="1800" b="1" i="1" dirty="0">
                          <a:solidFill>
                            <a:srgbClr val="C00000"/>
                          </a:solidFill>
                          <a:latin typeface="Cambria Math" panose="02040503050406030204" pitchFamily="18" charset="0"/>
                          <a:cs typeface="Arial" charset="0"/>
                        </a:rPr>
                        <m:t>∞</m:t>
                      </m:r>
                    </m:oMath>
                  </m:oMathPara>
                </a14:m>
                <a:endParaRPr lang="fa-IR" sz="1800" b="1" dirty="0">
                  <a:solidFill>
                    <a:srgbClr val="C00000"/>
                  </a:solidFill>
                  <a:latin typeface="IRANSans(FaNum)" panose="02040503050201020203" pitchFamily="18" charset="-78"/>
                </a:endParaRPr>
              </a:p>
              <a:p>
                <a:pPr marL="432000" lvl="1" indent="-144000">
                  <a:lnSpc>
                    <a:spcPct val="120000"/>
                  </a:lnSpc>
                  <a:spcBef>
                    <a:spcPts val="1200"/>
                  </a:spcBef>
                  <a:spcAft>
                    <a:spcPts val="600"/>
                  </a:spcAft>
                </a:pPr>
                <a:r>
                  <a:rPr lang="fa-IR" sz="1500" b="1" dirty="0">
                    <a:solidFill>
                      <a:srgbClr val="0000FF"/>
                    </a:solidFill>
                    <a:latin typeface="IRANSans(FaNum)" panose="02040503050201020203" pitchFamily="18" charset="-78"/>
                  </a:rPr>
                  <a:t>وزن هر لینگ بر اساس </a:t>
                </a:r>
                <a:r>
                  <a:rPr lang="fa-IR" sz="1500" b="1" dirty="0">
                    <a:solidFill>
                      <a:srgbClr val="C00000"/>
                    </a:solidFill>
                    <a:latin typeface="IRANSans(FaNum)" panose="02040503050201020203" pitchFamily="18" charset="-78"/>
                  </a:rPr>
                  <a:t>معیار مسیریابی </a:t>
                </a:r>
                <a:r>
                  <a:rPr lang="fa-IR" sz="1500" b="1" dirty="0">
                    <a:solidFill>
                      <a:srgbClr val="0000FF"/>
                    </a:solidFill>
                    <a:latin typeface="IRANSans(FaNum)" panose="02040503050201020203" pitchFamily="18" charset="-78"/>
                  </a:rPr>
                  <a:t>انتخاب‌شده توسط اپراتور شبکه تعریف می‌شود. بهترین مسیر، مسیری است که بر اساس معیار مسیریابی </a:t>
                </a:r>
                <a:r>
                  <a:rPr lang="fa-IR" sz="1500" b="1" dirty="0">
                    <a:solidFill>
                      <a:srgbClr val="C00000"/>
                    </a:solidFill>
                    <a:latin typeface="IRANSans(FaNum)" panose="02040503050201020203" pitchFamily="18" charset="-78"/>
                  </a:rPr>
                  <a:t>کم‌ترین هزینه </a:t>
                </a:r>
                <a:r>
                  <a:rPr lang="fa-IR" sz="1500" b="1" dirty="0">
                    <a:solidFill>
                      <a:srgbClr val="0000FF"/>
                    </a:solidFill>
                    <a:latin typeface="IRANSans(FaNum)" panose="02040503050201020203" pitchFamily="18" charset="-78"/>
                  </a:rPr>
                  <a:t>را داشته باشد. </a:t>
                </a:r>
              </a:p>
            </p:txBody>
          </p:sp>
        </mc:Choice>
        <mc:Fallback xmlns="">
          <p:sp>
            <p:nvSpPr>
              <p:cNvPr id="13" name="Content Placeholder 2">
                <a:extLst>
                  <a:ext uri="{FF2B5EF4-FFF2-40B4-BE49-F238E27FC236}">
                    <a16:creationId xmlns:a16="http://schemas.microsoft.com/office/drawing/2014/main" id="{E45C7EF1-F26A-C161-6CD5-2DD459B3E332}"/>
                  </a:ext>
                </a:extLst>
              </p:cNvPr>
              <p:cNvSpPr txBox="1">
                <a:spLocks noRot="1" noChangeAspect="1" noMove="1" noResize="1" noEditPoints="1" noAdjustHandles="1" noChangeArrowheads="1" noChangeShapeType="1" noTextEdit="1"/>
              </p:cNvSpPr>
              <p:nvPr/>
            </p:nvSpPr>
            <p:spPr>
              <a:xfrm>
                <a:off x="211015" y="1219230"/>
                <a:ext cx="7388065" cy="5149984"/>
              </a:xfrm>
              <a:prstGeom prst="rect">
                <a:avLst/>
              </a:prstGeom>
              <a:blipFill>
                <a:blip r:embed="rId4"/>
                <a:stretch>
                  <a:fillRect l="-990" r="-660"/>
                </a:stretch>
              </a:blipFill>
            </p:spPr>
            <p:txBody>
              <a:bodyPr/>
              <a:lstStyle/>
              <a:p>
                <a:r>
                  <a:rPr lang="en-US">
                    <a:noFill/>
                  </a:rPr>
                  <a:t> </a:t>
                </a:r>
              </a:p>
            </p:txBody>
          </p:sp>
        </mc:Fallback>
      </mc:AlternateContent>
      <p:grpSp>
        <p:nvGrpSpPr>
          <p:cNvPr id="8" name="Group 2">
            <a:extLst>
              <a:ext uri="{FF2B5EF4-FFF2-40B4-BE49-F238E27FC236}">
                <a16:creationId xmlns:a16="http://schemas.microsoft.com/office/drawing/2014/main" id="{B6D4C805-3643-6AAA-6D25-C01DA62BE727}"/>
              </a:ext>
            </a:extLst>
          </p:cNvPr>
          <p:cNvGrpSpPr>
            <a:grpSpLocks/>
          </p:cNvGrpSpPr>
          <p:nvPr/>
        </p:nvGrpSpPr>
        <p:grpSpPr bwMode="auto">
          <a:xfrm>
            <a:off x="7887150" y="2610138"/>
            <a:ext cx="3571875" cy="2236788"/>
            <a:chOff x="3162" y="1071"/>
            <a:chExt cx="2250" cy="1409"/>
          </a:xfrm>
        </p:grpSpPr>
        <p:sp>
          <p:nvSpPr>
            <p:cNvPr id="12" name="Freeform 3">
              <a:extLst>
                <a:ext uri="{FF2B5EF4-FFF2-40B4-BE49-F238E27FC236}">
                  <a16:creationId xmlns:a16="http://schemas.microsoft.com/office/drawing/2014/main" id="{73BA2C68-2CB2-6E88-7432-D17AF3DD545A}"/>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 name="Freeform 4">
              <a:extLst>
                <a:ext uri="{FF2B5EF4-FFF2-40B4-BE49-F238E27FC236}">
                  <a16:creationId xmlns:a16="http://schemas.microsoft.com/office/drawing/2014/main" id="{7282A8EC-4656-6A21-C8E2-7DAB39707E6A}"/>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 name="Oval 5">
              <a:extLst>
                <a:ext uri="{FF2B5EF4-FFF2-40B4-BE49-F238E27FC236}">
                  <a16:creationId xmlns:a16="http://schemas.microsoft.com/office/drawing/2014/main" id="{7C91C1EA-381F-93B7-0C54-BECE8A73E764}"/>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 name="Line 6">
              <a:extLst>
                <a:ext uri="{FF2B5EF4-FFF2-40B4-BE49-F238E27FC236}">
                  <a16:creationId xmlns:a16="http://schemas.microsoft.com/office/drawing/2014/main" id="{BAC38578-025E-7DFB-74A3-6F764B1B9A3F}"/>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 name="Line 7">
              <a:extLst>
                <a:ext uri="{FF2B5EF4-FFF2-40B4-BE49-F238E27FC236}">
                  <a16:creationId xmlns:a16="http://schemas.microsoft.com/office/drawing/2014/main" id="{5AE5960C-F360-4F45-6922-64B87EF32E24}"/>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 name="Rectangle 8">
              <a:extLst>
                <a:ext uri="{FF2B5EF4-FFF2-40B4-BE49-F238E27FC236}">
                  <a16:creationId xmlns:a16="http://schemas.microsoft.com/office/drawing/2014/main" id="{4D5B4F48-4070-6713-1185-251AA791423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 name="Oval 9">
              <a:extLst>
                <a:ext uri="{FF2B5EF4-FFF2-40B4-BE49-F238E27FC236}">
                  <a16:creationId xmlns:a16="http://schemas.microsoft.com/office/drawing/2014/main" id="{F197753A-253E-8B6A-4CF6-30FA828D9FCA}"/>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Oval 10">
              <a:extLst>
                <a:ext uri="{FF2B5EF4-FFF2-40B4-BE49-F238E27FC236}">
                  <a16:creationId xmlns:a16="http://schemas.microsoft.com/office/drawing/2014/main" id="{AC35D847-DC34-D0E5-391A-BEC80CD91A29}"/>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 name="Line 11">
              <a:extLst>
                <a:ext uri="{FF2B5EF4-FFF2-40B4-BE49-F238E27FC236}">
                  <a16:creationId xmlns:a16="http://schemas.microsoft.com/office/drawing/2014/main" id="{04C34FB8-D77D-F2ED-B9C0-CB685909A2F1}"/>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Line 12">
              <a:extLst>
                <a:ext uri="{FF2B5EF4-FFF2-40B4-BE49-F238E27FC236}">
                  <a16:creationId xmlns:a16="http://schemas.microsoft.com/office/drawing/2014/main" id="{44110CB6-D5DF-A567-3C0A-0289AED3F292}"/>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Rectangle 13">
              <a:extLst>
                <a:ext uri="{FF2B5EF4-FFF2-40B4-BE49-F238E27FC236}">
                  <a16:creationId xmlns:a16="http://schemas.microsoft.com/office/drawing/2014/main" id="{C3E2F5FF-01F1-2F7C-F008-F60D1C8810F9}"/>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Oval 14">
              <a:extLst>
                <a:ext uri="{FF2B5EF4-FFF2-40B4-BE49-F238E27FC236}">
                  <a16:creationId xmlns:a16="http://schemas.microsoft.com/office/drawing/2014/main" id="{9AFCED72-C04D-1BFE-6597-419453622489}"/>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Oval 15">
              <a:extLst>
                <a:ext uri="{FF2B5EF4-FFF2-40B4-BE49-F238E27FC236}">
                  <a16:creationId xmlns:a16="http://schemas.microsoft.com/office/drawing/2014/main" id="{61E72640-786D-7851-BC59-AA07D9C35526}"/>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Line 16">
              <a:extLst>
                <a:ext uri="{FF2B5EF4-FFF2-40B4-BE49-F238E27FC236}">
                  <a16:creationId xmlns:a16="http://schemas.microsoft.com/office/drawing/2014/main" id="{46A8E9A1-A368-25D1-54EA-3E3CC0024D05}"/>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Line 17">
              <a:extLst>
                <a:ext uri="{FF2B5EF4-FFF2-40B4-BE49-F238E27FC236}">
                  <a16:creationId xmlns:a16="http://schemas.microsoft.com/office/drawing/2014/main" id="{8BF6CA8D-CABE-A23E-5E75-D2CB6033474C}"/>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Rectangle 18">
              <a:extLst>
                <a:ext uri="{FF2B5EF4-FFF2-40B4-BE49-F238E27FC236}">
                  <a16:creationId xmlns:a16="http://schemas.microsoft.com/office/drawing/2014/main" id="{9C803EC1-CA34-8A25-6A7A-F66980F2336A}"/>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Oval 19">
              <a:extLst>
                <a:ext uri="{FF2B5EF4-FFF2-40B4-BE49-F238E27FC236}">
                  <a16:creationId xmlns:a16="http://schemas.microsoft.com/office/drawing/2014/main" id="{B8A5D4EF-57BB-7A00-C0B9-C6EB7FC262BF}"/>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Oval 20">
              <a:extLst>
                <a:ext uri="{FF2B5EF4-FFF2-40B4-BE49-F238E27FC236}">
                  <a16:creationId xmlns:a16="http://schemas.microsoft.com/office/drawing/2014/main" id="{78C13E0D-3826-1EDF-B6F3-B3552B20535F}"/>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Line 21">
              <a:extLst>
                <a:ext uri="{FF2B5EF4-FFF2-40B4-BE49-F238E27FC236}">
                  <a16:creationId xmlns:a16="http://schemas.microsoft.com/office/drawing/2014/main" id="{851173A6-E341-A28A-14BF-0DEFD7B388A8}"/>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22">
              <a:extLst>
                <a:ext uri="{FF2B5EF4-FFF2-40B4-BE49-F238E27FC236}">
                  <a16:creationId xmlns:a16="http://schemas.microsoft.com/office/drawing/2014/main" id="{D20ECAFF-F0F5-3267-6BAD-8EFF21C4102C}"/>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Rectangle 23">
              <a:extLst>
                <a:ext uri="{FF2B5EF4-FFF2-40B4-BE49-F238E27FC236}">
                  <a16:creationId xmlns:a16="http://schemas.microsoft.com/office/drawing/2014/main" id="{D8279197-03C7-C312-C6AB-1F4B3A60A036}"/>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Oval 24">
              <a:extLst>
                <a:ext uri="{FF2B5EF4-FFF2-40B4-BE49-F238E27FC236}">
                  <a16:creationId xmlns:a16="http://schemas.microsoft.com/office/drawing/2014/main" id="{B11D8CCC-BCB8-9DE1-FB1D-1014D72CC08E}"/>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25">
              <a:extLst>
                <a:ext uri="{FF2B5EF4-FFF2-40B4-BE49-F238E27FC236}">
                  <a16:creationId xmlns:a16="http://schemas.microsoft.com/office/drawing/2014/main" id="{7EF92978-B83A-C8C4-8570-4B84C3A9CB55}"/>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 name="Line 26">
              <a:extLst>
                <a:ext uri="{FF2B5EF4-FFF2-40B4-BE49-F238E27FC236}">
                  <a16:creationId xmlns:a16="http://schemas.microsoft.com/office/drawing/2014/main" id="{4F32DDC5-E2F9-0828-A302-B04AE43B7D08}"/>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27">
              <a:extLst>
                <a:ext uri="{FF2B5EF4-FFF2-40B4-BE49-F238E27FC236}">
                  <a16:creationId xmlns:a16="http://schemas.microsoft.com/office/drawing/2014/main" id="{44CD5EEA-2741-8407-287C-FF475A81D878}"/>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Rectangle 28">
              <a:extLst>
                <a:ext uri="{FF2B5EF4-FFF2-40B4-BE49-F238E27FC236}">
                  <a16:creationId xmlns:a16="http://schemas.microsoft.com/office/drawing/2014/main" id="{F230442E-11B9-6A55-D8E6-20025DC7FC0E}"/>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Oval 29">
              <a:extLst>
                <a:ext uri="{FF2B5EF4-FFF2-40B4-BE49-F238E27FC236}">
                  <a16:creationId xmlns:a16="http://schemas.microsoft.com/office/drawing/2014/main" id="{18193A3A-540B-D971-3922-874404B46DB8}"/>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 name="Oval 30">
              <a:extLst>
                <a:ext uri="{FF2B5EF4-FFF2-40B4-BE49-F238E27FC236}">
                  <a16:creationId xmlns:a16="http://schemas.microsoft.com/office/drawing/2014/main" id="{6C01C324-FEFD-28A7-71BD-724BD3D5A3D1}"/>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31">
              <a:extLst>
                <a:ext uri="{FF2B5EF4-FFF2-40B4-BE49-F238E27FC236}">
                  <a16:creationId xmlns:a16="http://schemas.microsoft.com/office/drawing/2014/main" id="{36BD71B3-3023-3A51-3137-0A580E210273}"/>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32">
              <a:extLst>
                <a:ext uri="{FF2B5EF4-FFF2-40B4-BE49-F238E27FC236}">
                  <a16:creationId xmlns:a16="http://schemas.microsoft.com/office/drawing/2014/main" id="{3BBEE880-27CA-436C-C68F-DA41CC667A85}"/>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33">
              <a:extLst>
                <a:ext uri="{FF2B5EF4-FFF2-40B4-BE49-F238E27FC236}">
                  <a16:creationId xmlns:a16="http://schemas.microsoft.com/office/drawing/2014/main" id="{C0FB678F-2FAF-87B5-CA8F-0A9C1DAC2793}"/>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34">
              <a:extLst>
                <a:ext uri="{FF2B5EF4-FFF2-40B4-BE49-F238E27FC236}">
                  <a16:creationId xmlns:a16="http://schemas.microsoft.com/office/drawing/2014/main" id="{7FDBE138-23D9-4CB3-8971-DB1C2C0BDBB3}"/>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Freeform 35">
              <a:extLst>
                <a:ext uri="{FF2B5EF4-FFF2-40B4-BE49-F238E27FC236}">
                  <a16:creationId xmlns:a16="http://schemas.microsoft.com/office/drawing/2014/main" id="{B80CD615-A708-6113-AC2B-9342E1208323}"/>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Freeform 36">
              <a:extLst>
                <a:ext uri="{FF2B5EF4-FFF2-40B4-BE49-F238E27FC236}">
                  <a16:creationId xmlns:a16="http://schemas.microsoft.com/office/drawing/2014/main" id="{B10328CD-0D85-E9B3-0AF4-96F8CF1E239D}"/>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Freeform 37">
              <a:extLst>
                <a:ext uri="{FF2B5EF4-FFF2-40B4-BE49-F238E27FC236}">
                  <a16:creationId xmlns:a16="http://schemas.microsoft.com/office/drawing/2014/main" id="{BA79FC88-C8DE-5BF5-53FC-743F6863825D}"/>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Freeform 38">
              <a:extLst>
                <a:ext uri="{FF2B5EF4-FFF2-40B4-BE49-F238E27FC236}">
                  <a16:creationId xmlns:a16="http://schemas.microsoft.com/office/drawing/2014/main" id="{468CA98F-AD12-2FCE-DAA4-E347F0F388A1}"/>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Freeform 39">
              <a:extLst>
                <a:ext uri="{FF2B5EF4-FFF2-40B4-BE49-F238E27FC236}">
                  <a16:creationId xmlns:a16="http://schemas.microsoft.com/office/drawing/2014/main" id="{0805AD2E-ADAD-F33B-7ED3-E5708FA54E08}"/>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Freeform 40">
              <a:extLst>
                <a:ext uri="{FF2B5EF4-FFF2-40B4-BE49-F238E27FC236}">
                  <a16:creationId xmlns:a16="http://schemas.microsoft.com/office/drawing/2014/main" id="{EBA0842C-F506-55C8-FF06-AC871C26ECD8}"/>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Freeform 41">
              <a:extLst>
                <a:ext uri="{FF2B5EF4-FFF2-40B4-BE49-F238E27FC236}">
                  <a16:creationId xmlns:a16="http://schemas.microsoft.com/office/drawing/2014/main" id="{E1CC9075-2035-2FED-48A6-D226A827C059}"/>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Freeform 42">
              <a:extLst>
                <a:ext uri="{FF2B5EF4-FFF2-40B4-BE49-F238E27FC236}">
                  <a16:creationId xmlns:a16="http://schemas.microsoft.com/office/drawing/2014/main" id="{92FE1C33-144E-61CB-C3B1-A13BCD5352BD}"/>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Freeform 43">
              <a:extLst>
                <a:ext uri="{FF2B5EF4-FFF2-40B4-BE49-F238E27FC236}">
                  <a16:creationId xmlns:a16="http://schemas.microsoft.com/office/drawing/2014/main" id="{946147D1-9DBF-A316-9FB6-8FDB5D1F396A}"/>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4" name="Group 44">
              <a:extLst>
                <a:ext uri="{FF2B5EF4-FFF2-40B4-BE49-F238E27FC236}">
                  <a16:creationId xmlns:a16="http://schemas.microsoft.com/office/drawing/2014/main" id="{2E618A77-FF0E-F8D4-EE2A-945AA069071F}"/>
                </a:ext>
              </a:extLst>
            </p:cNvPr>
            <p:cNvGrpSpPr>
              <a:grpSpLocks/>
            </p:cNvGrpSpPr>
            <p:nvPr/>
          </p:nvGrpSpPr>
          <p:grpSpPr bwMode="auto">
            <a:xfrm>
              <a:off x="3287" y="1744"/>
              <a:ext cx="205" cy="250"/>
              <a:chOff x="2954" y="2425"/>
              <a:chExt cx="208" cy="250"/>
            </a:xfrm>
          </p:grpSpPr>
          <p:sp>
            <p:nvSpPr>
              <p:cNvPr id="464" name="Rectangle 45">
                <a:extLst>
                  <a:ext uri="{FF2B5EF4-FFF2-40B4-BE49-F238E27FC236}">
                    <a16:creationId xmlns:a16="http://schemas.microsoft.com/office/drawing/2014/main" id="{1736131C-7298-9611-7A59-A5E0C6F1456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Text Box 46">
                <a:extLst>
                  <a:ext uri="{FF2B5EF4-FFF2-40B4-BE49-F238E27FC236}">
                    <a16:creationId xmlns:a16="http://schemas.microsoft.com/office/drawing/2014/main" id="{C7ABB57C-6946-6BC5-419B-52F0B89BA2D8}"/>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5" name="Group 47">
              <a:extLst>
                <a:ext uri="{FF2B5EF4-FFF2-40B4-BE49-F238E27FC236}">
                  <a16:creationId xmlns:a16="http://schemas.microsoft.com/office/drawing/2014/main" id="{108184B0-E77A-70FD-D73E-EC0E6C64ECAB}"/>
                </a:ext>
              </a:extLst>
            </p:cNvPr>
            <p:cNvGrpSpPr>
              <a:grpSpLocks/>
            </p:cNvGrpSpPr>
            <p:nvPr/>
          </p:nvGrpSpPr>
          <p:grpSpPr bwMode="auto">
            <a:xfrm>
              <a:off x="4461" y="2128"/>
              <a:ext cx="196" cy="250"/>
              <a:chOff x="2958" y="2425"/>
              <a:chExt cx="199" cy="250"/>
            </a:xfrm>
          </p:grpSpPr>
          <p:sp>
            <p:nvSpPr>
              <p:cNvPr id="462" name="Rectangle 48">
                <a:extLst>
                  <a:ext uri="{FF2B5EF4-FFF2-40B4-BE49-F238E27FC236}">
                    <a16:creationId xmlns:a16="http://schemas.microsoft.com/office/drawing/2014/main" id="{52AA2160-08AC-D748-E6C9-A9C37EE7A6E7}"/>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Text Box 49">
                <a:extLst>
                  <a:ext uri="{FF2B5EF4-FFF2-40B4-BE49-F238E27FC236}">
                    <a16:creationId xmlns:a16="http://schemas.microsoft.com/office/drawing/2014/main" id="{4F31DB1F-2B23-923B-77DF-078513C7E1E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 name="Group 50">
              <a:extLst>
                <a:ext uri="{FF2B5EF4-FFF2-40B4-BE49-F238E27FC236}">
                  <a16:creationId xmlns:a16="http://schemas.microsoft.com/office/drawing/2014/main" id="{9CF000EE-D7D0-6A3B-6FF4-A267C069A878}"/>
                </a:ext>
              </a:extLst>
            </p:cNvPr>
            <p:cNvGrpSpPr>
              <a:grpSpLocks/>
            </p:cNvGrpSpPr>
            <p:nvPr/>
          </p:nvGrpSpPr>
          <p:grpSpPr bwMode="auto">
            <a:xfrm>
              <a:off x="3772" y="2095"/>
              <a:ext cx="212" cy="288"/>
              <a:chOff x="2951" y="2395"/>
              <a:chExt cx="213" cy="288"/>
            </a:xfrm>
          </p:grpSpPr>
          <p:sp>
            <p:nvSpPr>
              <p:cNvPr id="460" name="Rectangle 51">
                <a:extLst>
                  <a:ext uri="{FF2B5EF4-FFF2-40B4-BE49-F238E27FC236}">
                    <a16:creationId xmlns:a16="http://schemas.microsoft.com/office/drawing/2014/main" id="{5898EBB0-F3A3-3258-4513-F23DB3300A3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Text Box 52">
                <a:extLst>
                  <a:ext uri="{FF2B5EF4-FFF2-40B4-BE49-F238E27FC236}">
                    <a16:creationId xmlns:a16="http://schemas.microsoft.com/office/drawing/2014/main" id="{B05246FD-C9DA-A08B-5E99-387EA7E45EDF}"/>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57" name="Group 53">
              <a:extLst>
                <a:ext uri="{FF2B5EF4-FFF2-40B4-BE49-F238E27FC236}">
                  <a16:creationId xmlns:a16="http://schemas.microsoft.com/office/drawing/2014/main" id="{AD35816A-D845-81D6-1C10-74CD886391BD}"/>
                </a:ext>
              </a:extLst>
            </p:cNvPr>
            <p:cNvGrpSpPr>
              <a:grpSpLocks/>
            </p:cNvGrpSpPr>
            <p:nvPr/>
          </p:nvGrpSpPr>
          <p:grpSpPr bwMode="auto">
            <a:xfrm>
              <a:off x="4438" y="1438"/>
              <a:ext cx="232" cy="250"/>
              <a:chOff x="2941" y="2425"/>
              <a:chExt cx="235" cy="250"/>
            </a:xfrm>
          </p:grpSpPr>
          <p:sp>
            <p:nvSpPr>
              <p:cNvPr id="458" name="Rectangle 54">
                <a:extLst>
                  <a:ext uri="{FF2B5EF4-FFF2-40B4-BE49-F238E27FC236}">
                    <a16:creationId xmlns:a16="http://schemas.microsoft.com/office/drawing/2014/main" id="{37930FAA-C6FE-15B9-6EC1-8D3737FBB83E}"/>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Text Box 55">
                <a:extLst>
                  <a:ext uri="{FF2B5EF4-FFF2-40B4-BE49-F238E27FC236}">
                    <a16:creationId xmlns:a16="http://schemas.microsoft.com/office/drawing/2014/main" id="{57B19ECE-2A26-0753-1DE5-21A5115AB993}"/>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 name="Group 56">
              <a:extLst>
                <a:ext uri="{FF2B5EF4-FFF2-40B4-BE49-F238E27FC236}">
                  <a16:creationId xmlns:a16="http://schemas.microsoft.com/office/drawing/2014/main" id="{9183D195-25CC-98E8-6034-484AA8110C9E}"/>
                </a:ext>
              </a:extLst>
            </p:cNvPr>
            <p:cNvGrpSpPr>
              <a:grpSpLocks/>
            </p:cNvGrpSpPr>
            <p:nvPr/>
          </p:nvGrpSpPr>
          <p:grpSpPr bwMode="auto">
            <a:xfrm>
              <a:off x="3771" y="1438"/>
              <a:ext cx="196" cy="250"/>
              <a:chOff x="2958" y="2425"/>
              <a:chExt cx="199" cy="250"/>
            </a:xfrm>
          </p:grpSpPr>
          <p:sp>
            <p:nvSpPr>
              <p:cNvPr id="456" name="Rectangle 57">
                <a:extLst>
                  <a:ext uri="{FF2B5EF4-FFF2-40B4-BE49-F238E27FC236}">
                    <a16:creationId xmlns:a16="http://schemas.microsoft.com/office/drawing/2014/main" id="{D75C968B-42AC-405C-47DF-A5810D919AD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7" name="Text Box 58">
                <a:extLst>
                  <a:ext uri="{FF2B5EF4-FFF2-40B4-BE49-F238E27FC236}">
                    <a16:creationId xmlns:a16="http://schemas.microsoft.com/office/drawing/2014/main" id="{715EDFB1-377D-BF3E-720C-5EFEE6B522A3}"/>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9" name="Group 59">
              <a:extLst>
                <a:ext uri="{FF2B5EF4-FFF2-40B4-BE49-F238E27FC236}">
                  <a16:creationId xmlns:a16="http://schemas.microsoft.com/office/drawing/2014/main" id="{534B4777-1190-A99B-6800-936E90A12391}"/>
                </a:ext>
              </a:extLst>
            </p:cNvPr>
            <p:cNvGrpSpPr>
              <a:grpSpLocks/>
            </p:cNvGrpSpPr>
            <p:nvPr/>
          </p:nvGrpSpPr>
          <p:grpSpPr bwMode="auto">
            <a:xfrm>
              <a:off x="5025" y="1756"/>
              <a:ext cx="212" cy="288"/>
              <a:chOff x="2949" y="2395"/>
              <a:chExt cx="214" cy="288"/>
            </a:xfrm>
          </p:grpSpPr>
          <p:sp>
            <p:nvSpPr>
              <p:cNvPr id="454" name="Rectangle 60">
                <a:extLst>
                  <a:ext uri="{FF2B5EF4-FFF2-40B4-BE49-F238E27FC236}">
                    <a16:creationId xmlns:a16="http://schemas.microsoft.com/office/drawing/2014/main" id="{31E7C325-9A5B-79F3-0BFA-8B3244A7B05A}"/>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5" name="Text Box 61">
                <a:extLst>
                  <a:ext uri="{FF2B5EF4-FFF2-40B4-BE49-F238E27FC236}">
                    <a16:creationId xmlns:a16="http://schemas.microsoft.com/office/drawing/2014/main" id="{B32E85BB-3999-B808-13B4-FD59137E2D53}"/>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60" name="Text Box 62">
              <a:extLst>
                <a:ext uri="{FF2B5EF4-FFF2-40B4-BE49-F238E27FC236}">
                  <a16:creationId xmlns:a16="http://schemas.microsoft.com/office/drawing/2014/main" id="{88B835B8-260E-AAD2-1D6B-F9702476F372}"/>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Text Box 63">
              <a:extLst>
                <a:ext uri="{FF2B5EF4-FFF2-40B4-BE49-F238E27FC236}">
                  <a16:creationId xmlns:a16="http://schemas.microsoft.com/office/drawing/2014/main" id="{1A83A067-5663-1876-8DE2-E4B705783383}"/>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 name="Text Box 64">
              <a:extLst>
                <a:ext uri="{FF2B5EF4-FFF2-40B4-BE49-F238E27FC236}">
                  <a16:creationId xmlns:a16="http://schemas.microsoft.com/office/drawing/2014/main" id="{47B5B5F7-2FE4-9FE4-8397-67A537745F82}"/>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Text Box 65">
              <a:extLst>
                <a:ext uri="{FF2B5EF4-FFF2-40B4-BE49-F238E27FC236}">
                  <a16:creationId xmlns:a16="http://schemas.microsoft.com/office/drawing/2014/main" id="{3061E725-4F79-D45F-E1EA-6E24968C77C4}"/>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Text Box 66">
              <a:extLst>
                <a:ext uri="{FF2B5EF4-FFF2-40B4-BE49-F238E27FC236}">
                  <a16:creationId xmlns:a16="http://schemas.microsoft.com/office/drawing/2014/main" id="{117B2389-3644-B3FA-E076-C295CE218C48}"/>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Text Box 67">
              <a:extLst>
                <a:ext uri="{FF2B5EF4-FFF2-40B4-BE49-F238E27FC236}">
                  <a16:creationId xmlns:a16="http://schemas.microsoft.com/office/drawing/2014/main" id="{1222E108-AD40-EAE4-AFFF-23CD575A17CE}"/>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Text Box 68">
              <a:extLst>
                <a:ext uri="{FF2B5EF4-FFF2-40B4-BE49-F238E27FC236}">
                  <a16:creationId xmlns:a16="http://schemas.microsoft.com/office/drawing/2014/main" id="{44D9C239-B678-2791-A3F5-0D0B706F5389}"/>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1" name="Text Box 69">
              <a:extLst>
                <a:ext uri="{FF2B5EF4-FFF2-40B4-BE49-F238E27FC236}">
                  <a16:creationId xmlns:a16="http://schemas.microsoft.com/office/drawing/2014/main" id="{948E2AAF-96A4-41ED-DD42-D30867E8F656}"/>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Text Box 70">
              <a:extLst>
                <a:ext uri="{FF2B5EF4-FFF2-40B4-BE49-F238E27FC236}">
                  <a16:creationId xmlns:a16="http://schemas.microsoft.com/office/drawing/2014/main" id="{9AB4AD55-E537-744C-DC19-449BB7D6ACC0}"/>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3" name="Text Box 71">
              <a:extLst>
                <a:ext uri="{FF2B5EF4-FFF2-40B4-BE49-F238E27FC236}">
                  <a16:creationId xmlns:a16="http://schemas.microsoft.com/office/drawing/2014/main" id="{E1FCB1BF-258E-9304-92E4-27BA7AFA5449}"/>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3031180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13">
                                            <p:txEl>
                                              <p:pRg st="0" end="0"/>
                                            </p:txEl>
                                          </p:spTgt>
                                        </p:tgtEl>
                                        <p:attrNameLst>
                                          <p:attrName>style.visibility</p:attrName>
                                        </p:attrNameLst>
                                      </p:cBhvr>
                                      <p:to>
                                        <p:strVal val="visible"/>
                                      </p:to>
                                    </p:set>
                                    <p:animEffect transition="in" filter="fade">
                                      <p:cBhvr>
                                        <p:cTn id="12" dur="1000"/>
                                        <p:tgtEl>
                                          <p:spTgt spid="13">
                                            <p:txEl>
                                              <p:pRg st="0" end="0"/>
                                            </p:txEl>
                                          </p:spTgt>
                                        </p:tgtEl>
                                      </p:cBhvr>
                                    </p:animEffect>
                                    <p:anim calcmode="lin" valueType="num">
                                      <p:cBhvr>
                                        <p:cTn id="13"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14" dur="1000" fill="hold"/>
                                        <p:tgtEl>
                                          <p:spTgt spid="13">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13">
                                            <p:txEl>
                                              <p:pRg st="1" end="1"/>
                                            </p:txEl>
                                          </p:spTgt>
                                        </p:tgtEl>
                                        <p:attrNameLst>
                                          <p:attrName>style.visibility</p:attrName>
                                        </p:attrNameLst>
                                      </p:cBhvr>
                                      <p:to>
                                        <p:strVal val="visible"/>
                                      </p:to>
                                    </p:set>
                                    <p:animEffect transition="in" filter="fade">
                                      <p:cBhvr>
                                        <p:cTn id="17" dur="1000"/>
                                        <p:tgtEl>
                                          <p:spTgt spid="13">
                                            <p:txEl>
                                              <p:pRg st="1" end="1"/>
                                            </p:txEl>
                                          </p:spTgt>
                                        </p:tgtEl>
                                      </p:cBhvr>
                                    </p:animEffect>
                                    <p:anim calcmode="lin" valueType="num">
                                      <p:cBhvr>
                                        <p:cTn id="18" dur="1000" fill="hold"/>
                                        <p:tgtEl>
                                          <p:spTgt spid="13">
                                            <p:txEl>
                                              <p:pRg st="1" end="1"/>
                                            </p:txEl>
                                          </p:spTgt>
                                        </p:tgtEl>
                                        <p:attrNameLst>
                                          <p:attrName>ppt_x</p:attrName>
                                        </p:attrNameLst>
                                      </p:cBhvr>
                                      <p:tavLst>
                                        <p:tav tm="0">
                                          <p:val>
                                            <p:strVal val="#ppt_x"/>
                                          </p:val>
                                        </p:tav>
                                        <p:tav tm="100000">
                                          <p:val>
                                            <p:strVal val="#ppt_x"/>
                                          </p:val>
                                        </p:tav>
                                      </p:tavLst>
                                    </p:anim>
                                    <p:anim calcmode="lin" valueType="num">
                                      <p:cBhvr>
                                        <p:cTn id="19" dur="1000" fill="hold"/>
                                        <p:tgtEl>
                                          <p:spTgt spid="13">
                                            <p:txEl>
                                              <p:pRg st="1" end="1"/>
                                            </p:txEl>
                                          </p:spTgt>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13">
                                            <p:txEl>
                                              <p:pRg st="3" end="3"/>
                                            </p:txEl>
                                          </p:spTgt>
                                        </p:tgtEl>
                                        <p:attrNameLst>
                                          <p:attrName>style.visibility</p:attrName>
                                        </p:attrNameLst>
                                      </p:cBhvr>
                                      <p:to>
                                        <p:strVal val="visible"/>
                                      </p:to>
                                    </p:set>
                                    <p:animEffect transition="in" filter="fade">
                                      <p:cBhvr>
                                        <p:cTn id="22" dur="1000"/>
                                        <p:tgtEl>
                                          <p:spTgt spid="13">
                                            <p:txEl>
                                              <p:pRg st="3" end="3"/>
                                            </p:txEl>
                                          </p:spTgt>
                                        </p:tgtEl>
                                      </p:cBhvr>
                                    </p:animEffect>
                                    <p:anim calcmode="lin" valueType="num">
                                      <p:cBhvr>
                                        <p:cTn id="23" dur="1000" fill="hold"/>
                                        <p:tgtEl>
                                          <p:spTgt spid="13">
                                            <p:txEl>
                                              <p:pRg st="3" end="3"/>
                                            </p:txEl>
                                          </p:spTgt>
                                        </p:tgtEl>
                                        <p:attrNameLst>
                                          <p:attrName>ppt_x</p:attrName>
                                        </p:attrNameLst>
                                      </p:cBhvr>
                                      <p:tavLst>
                                        <p:tav tm="0">
                                          <p:val>
                                            <p:strVal val="#ppt_x"/>
                                          </p:val>
                                        </p:tav>
                                        <p:tav tm="100000">
                                          <p:val>
                                            <p:strVal val="#ppt_x"/>
                                          </p:val>
                                        </p:tav>
                                      </p:tavLst>
                                    </p:anim>
                                    <p:anim calcmode="lin" valueType="num">
                                      <p:cBhvr>
                                        <p:cTn id="24" dur="1000" fill="hold"/>
                                        <p:tgtEl>
                                          <p:spTgt spid="13">
                                            <p:txEl>
                                              <p:pRg st="3" end="3"/>
                                            </p:txEl>
                                          </p:spTgt>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3">
                                            <p:txEl>
                                              <p:pRg st="2" end="2"/>
                                            </p:txEl>
                                          </p:spTgt>
                                        </p:tgtEl>
                                        <p:attrNameLst>
                                          <p:attrName>style.visibility</p:attrName>
                                        </p:attrNameLst>
                                      </p:cBhvr>
                                      <p:to>
                                        <p:strVal val="visible"/>
                                      </p:to>
                                    </p:set>
                                    <p:animEffect transition="in" filter="fade">
                                      <p:cBhvr>
                                        <p:cTn id="27" dur="1000"/>
                                        <p:tgtEl>
                                          <p:spTgt spid="13">
                                            <p:txEl>
                                              <p:pRg st="2" end="2"/>
                                            </p:txEl>
                                          </p:spTgt>
                                        </p:tgtEl>
                                      </p:cBhvr>
                                    </p:animEffect>
                                    <p:anim calcmode="lin" valueType="num">
                                      <p:cBhvr>
                                        <p:cTn id="28" dur="1000" fill="hold"/>
                                        <p:tgtEl>
                                          <p:spTgt spid="13">
                                            <p:txEl>
                                              <p:pRg st="2" end="2"/>
                                            </p:txEl>
                                          </p:spTgt>
                                        </p:tgtEl>
                                        <p:attrNameLst>
                                          <p:attrName>ppt_x</p:attrName>
                                        </p:attrNameLst>
                                      </p:cBhvr>
                                      <p:tavLst>
                                        <p:tav tm="0">
                                          <p:val>
                                            <p:strVal val="#ppt_x"/>
                                          </p:val>
                                        </p:tav>
                                        <p:tav tm="100000">
                                          <p:val>
                                            <p:strVal val="#ppt_x"/>
                                          </p:val>
                                        </p:tav>
                                      </p:tavLst>
                                    </p:anim>
                                    <p:anim calcmode="lin" valueType="num">
                                      <p:cBhvr>
                                        <p:cTn id="29" dur="1000" fill="hold"/>
                                        <p:tgtEl>
                                          <p:spTgt spid="13">
                                            <p:txEl>
                                              <p:pRg st="2" end="2"/>
                                            </p:txEl>
                                          </p:spTgt>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3">
                                            <p:txEl>
                                              <p:pRg st="5" end="5"/>
                                            </p:txEl>
                                          </p:spTgt>
                                        </p:tgtEl>
                                        <p:attrNameLst>
                                          <p:attrName>style.visibility</p:attrName>
                                        </p:attrNameLst>
                                      </p:cBhvr>
                                      <p:to>
                                        <p:strVal val="visible"/>
                                      </p:to>
                                    </p:set>
                                    <p:animEffect transition="in" filter="fade">
                                      <p:cBhvr>
                                        <p:cTn id="32" dur="1000"/>
                                        <p:tgtEl>
                                          <p:spTgt spid="13">
                                            <p:txEl>
                                              <p:pRg st="5" end="5"/>
                                            </p:txEl>
                                          </p:spTgt>
                                        </p:tgtEl>
                                      </p:cBhvr>
                                    </p:animEffect>
                                    <p:anim calcmode="lin" valueType="num">
                                      <p:cBhvr>
                                        <p:cTn id="33" dur="1000" fill="hold"/>
                                        <p:tgtEl>
                                          <p:spTgt spid="13">
                                            <p:txEl>
                                              <p:pRg st="5" end="5"/>
                                            </p:txEl>
                                          </p:spTgt>
                                        </p:tgtEl>
                                        <p:attrNameLst>
                                          <p:attrName>ppt_x</p:attrName>
                                        </p:attrNameLst>
                                      </p:cBhvr>
                                      <p:tavLst>
                                        <p:tav tm="0">
                                          <p:val>
                                            <p:strVal val="#ppt_x"/>
                                          </p:val>
                                        </p:tav>
                                        <p:tav tm="100000">
                                          <p:val>
                                            <p:strVal val="#ppt_x"/>
                                          </p:val>
                                        </p:tav>
                                      </p:tavLst>
                                    </p:anim>
                                    <p:anim calcmode="lin" valueType="num">
                                      <p:cBhvr>
                                        <p:cTn id="34" dur="1000" fill="hold"/>
                                        <p:tgtEl>
                                          <p:spTgt spid="13">
                                            <p:txEl>
                                              <p:pRg st="5" end="5"/>
                                            </p:txEl>
                                          </p:spTgt>
                                        </p:tgtEl>
                                        <p:attrNameLst>
                                          <p:attrName>ppt_y</p:attrName>
                                        </p:attrNameLst>
                                      </p:cBhvr>
                                      <p:tavLst>
                                        <p:tav tm="0">
                                          <p:val>
                                            <p:strVal val="#ppt_y+.1"/>
                                          </p:val>
                                        </p:tav>
                                        <p:tav tm="100000">
                                          <p:val>
                                            <p:strVal val="#ppt_y"/>
                                          </p:val>
                                        </p:tav>
                                      </p:tavLst>
                                    </p:anim>
                                  </p:childTnLst>
                                </p:cTn>
                              </p:par>
                              <p:par>
                                <p:cTn id="35" presetID="42" presetClass="entr" presetSubtype="0" fill="hold" nodeType="withEffect">
                                  <p:stCondLst>
                                    <p:cond delay="0"/>
                                  </p:stCondLst>
                                  <p:childTnLst>
                                    <p:set>
                                      <p:cBhvr>
                                        <p:cTn id="36" dur="1" fill="hold">
                                          <p:stCondLst>
                                            <p:cond delay="0"/>
                                          </p:stCondLst>
                                        </p:cTn>
                                        <p:tgtEl>
                                          <p:spTgt spid="13">
                                            <p:txEl>
                                              <p:pRg st="4" end="4"/>
                                            </p:txEl>
                                          </p:spTgt>
                                        </p:tgtEl>
                                        <p:attrNameLst>
                                          <p:attrName>style.visibility</p:attrName>
                                        </p:attrNameLst>
                                      </p:cBhvr>
                                      <p:to>
                                        <p:strVal val="visible"/>
                                      </p:to>
                                    </p:set>
                                    <p:animEffect transition="in" filter="fade">
                                      <p:cBhvr>
                                        <p:cTn id="37" dur="1000"/>
                                        <p:tgtEl>
                                          <p:spTgt spid="13">
                                            <p:txEl>
                                              <p:pRg st="4" end="4"/>
                                            </p:txEl>
                                          </p:spTgt>
                                        </p:tgtEl>
                                      </p:cBhvr>
                                    </p:animEffect>
                                    <p:anim calcmode="lin" valueType="num">
                                      <p:cBhvr>
                                        <p:cTn id="38" dur="1000" fill="hold"/>
                                        <p:tgtEl>
                                          <p:spTgt spid="13">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13">
                                            <p:txEl>
                                              <p:pRg st="4" end="4"/>
                                            </p:txEl>
                                          </p:spTgt>
                                        </p:tgtEl>
                                        <p:attrNameLst>
                                          <p:attrName>ppt_y</p:attrName>
                                        </p:attrNameLst>
                                      </p:cBhvr>
                                      <p:tavLst>
                                        <p:tav tm="0">
                                          <p:val>
                                            <p:strVal val="#ppt_y+.1"/>
                                          </p:val>
                                        </p:tav>
                                        <p:tav tm="100000">
                                          <p:val>
                                            <p:strVal val="#ppt_y"/>
                                          </p:val>
                                        </p:tav>
                                      </p:tavLst>
                                    </p:anim>
                                  </p:childTnLst>
                                </p:cTn>
                              </p:par>
                              <p:par>
                                <p:cTn id="40" presetID="42" presetClass="entr" presetSubtype="0" fill="hold" nodeType="withEffect">
                                  <p:stCondLst>
                                    <p:cond delay="0"/>
                                  </p:stCondLst>
                                  <p:childTnLst>
                                    <p:set>
                                      <p:cBhvr>
                                        <p:cTn id="41" dur="1" fill="hold">
                                          <p:stCondLst>
                                            <p:cond delay="0"/>
                                          </p:stCondLst>
                                        </p:cTn>
                                        <p:tgtEl>
                                          <p:spTgt spid="13">
                                            <p:txEl>
                                              <p:pRg st="7" end="7"/>
                                            </p:txEl>
                                          </p:spTgt>
                                        </p:tgtEl>
                                        <p:attrNameLst>
                                          <p:attrName>style.visibility</p:attrName>
                                        </p:attrNameLst>
                                      </p:cBhvr>
                                      <p:to>
                                        <p:strVal val="visible"/>
                                      </p:to>
                                    </p:set>
                                    <p:animEffect transition="in" filter="fade">
                                      <p:cBhvr>
                                        <p:cTn id="42" dur="1000"/>
                                        <p:tgtEl>
                                          <p:spTgt spid="13">
                                            <p:txEl>
                                              <p:pRg st="7" end="7"/>
                                            </p:txEl>
                                          </p:spTgt>
                                        </p:tgtEl>
                                      </p:cBhvr>
                                    </p:animEffect>
                                    <p:anim calcmode="lin" valueType="num">
                                      <p:cBhvr>
                                        <p:cTn id="43" dur="1000" fill="hold"/>
                                        <p:tgtEl>
                                          <p:spTgt spid="13">
                                            <p:txEl>
                                              <p:pRg st="7" end="7"/>
                                            </p:txEl>
                                          </p:spTgt>
                                        </p:tgtEl>
                                        <p:attrNameLst>
                                          <p:attrName>ppt_x</p:attrName>
                                        </p:attrNameLst>
                                      </p:cBhvr>
                                      <p:tavLst>
                                        <p:tav tm="0">
                                          <p:val>
                                            <p:strVal val="#ppt_x"/>
                                          </p:val>
                                        </p:tav>
                                        <p:tav tm="100000">
                                          <p:val>
                                            <p:strVal val="#ppt_x"/>
                                          </p:val>
                                        </p:tav>
                                      </p:tavLst>
                                    </p:anim>
                                    <p:anim calcmode="lin" valueType="num">
                                      <p:cBhvr>
                                        <p:cTn id="44" dur="1000" fill="hold"/>
                                        <p:tgtEl>
                                          <p:spTgt spid="13">
                                            <p:txEl>
                                              <p:pRg st="7" end="7"/>
                                            </p:txEl>
                                          </p:spTgt>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3">
                                            <p:txEl>
                                              <p:pRg st="6" end="6"/>
                                            </p:txEl>
                                          </p:spTgt>
                                        </p:tgtEl>
                                        <p:attrNameLst>
                                          <p:attrName>style.visibility</p:attrName>
                                        </p:attrNameLst>
                                      </p:cBhvr>
                                      <p:to>
                                        <p:strVal val="visible"/>
                                      </p:to>
                                    </p:set>
                                    <p:animEffect transition="in" filter="fade">
                                      <p:cBhvr>
                                        <p:cTn id="47" dur="1000"/>
                                        <p:tgtEl>
                                          <p:spTgt spid="13">
                                            <p:txEl>
                                              <p:pRg st="6" end="6"/>
                                            </p:txEl>
                                          </p:spTgt>
                                        </p:tgtEl>
                                      </p:cBhvr>
                                    </p:animEffect>
                                    <p:anim calcmode="lin" valueType="num">
                                      <p:cBhvr>
                                        <p:cTn id="48" dur="1000" fill="hold"/>
                                        <p:tgtEl>
                                          <p:spTgt spid="13">
                                            <p:txEl>
                                              <p:pRg st="6" end="6"/>
                                            </p:txEl>
                                          </p:spTgt>
                                        </p:tgtEl>
                                        <p:attrNameLst>
                                          <p:attrName>ppt_x</p:attrName>
                                        </p:attrNameLst>
                                      </p:cBhvr>
                                      <p:tavLst>
                                        <p:tav tm="0">
                                          <p:val>
                                            <p:strVal val="#ppt_x"/>
                                          </p:val>
                                        </p:tav>
                                        <p:tav tm="100000">
                                          <p:val>
                                            <p:strVal val="#ppt_x"/>
                                          </p:val>
                                        </p:tav>
                                      </p:tavLst>
                                    </p:anim>
                                    <p:anim calcmode="lin" valueType="num">
                                      <p:cBhvr>
                                        <p:cTn id="49" dur="1000" fill="hold"/>
                                        <p:tgtEl>
                                          <p:spTgt spid="13">
                                            <p:txEl>
                                              <p:pRg st="6" end="6"/>
                                            </p:txEl>
                                          </p:spTgt>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3">
                                            <p:txEl>
                                              <p:pRg st="9" end="9"/>
                                            </p:txEl>
                                          </p:spTgt>
                                        </p:tgtEl>
                                        <p:attrNameLst>
                                          <p:attrName>style.visibility</p:attrName>
                                        </p:attrNameLst>
                                      </p:cBhvr>
                                      <p:to>
                                        <p:strVal val="visible"/>
                                      </p:to>
                                    </p:set>
                                    <p:animEffect transition="in" filter="fade">
                                      <p:cBhvr>
                                        <p:cTn id="52" dur="1000"/>
                                        <p:tgtEl>
                                          <p:spTgt spid="13">
                                            <p:txEl>
                                              <p:pRg st="9" end="9"/>
                                            </p:txEl>
                                          </p:spTgt>
                                        </p:tgtEl>
                                      </p:cBhvr>
                                    </p:animEffect>
                                    <p:anim calcmode="lin" valueType="num">
                                      <p:cBhvr>
                                        <p:cTn id="53" dur="1000" fill="hold"/>
                                        <p:tgtEl>
                                          <p:spTgt spid="13">
                                            <p:txEl>
                                              <p:pRg st="9" end="9"/>
                                            </p:txEl>
                                          </p:spTgt>
                                        </p:tgtEl>
                                        <p:attrNameLst>
                                          <p:attrName>ppt_x</p:attrName>
                                        </p:attrNameLst>
                                      </p:cBhvr>
                                      <p:tavLst>
                                        <p:tav tm="0">
                                          <p:val>
                                            <p:strVal val="#ppt_x"/>
                                          </p:val>
                                        </p:tav>
                                        <p:tav tm="100000">
                                          <p:val>
                                            <p:strVal val="#ppt_x"/>
                                          </p:val>
                                        </p:tav>
                                      </p:tavLst>
                                    </p:anim>
                                    <p:anim calcmode="lin" valueType="num">
                                      <p:cBhvr>
                                        <p:cTn id="54" dur="1000" fill="hold"/>
                                        <p:tgtEl>
                                          <p:spTgt spid="13">
                                            <p:txEl>
                                              <p:pRg st="9" end="9"/>
                                            </p:txEl>
                                          </p:spTgt>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3">
                                            <p:txEl>
                                              <p:pRg st="8" end="8"/>
                                            </p:txEl>
                                          </p:spTgt>
                                        </p:tgtEl>
                                        <p:attrNameLst>
                                          <p:attrName>style.visibility</p:attrName>
                                        </p:attrNameLst>
                                      </p:cBhvr>
                                      <p:to>
                                        <p:strVal val="visible"/>
                                      </p:to>
                                    </p:set>
                                    <p:animEffect transition="in" filter="fade">
                                      <p:cBhvr>
                                        <p:cTn id="57" dur="1000"/>
                                        <p:tgtEl>
                                          <p:spTgt spid="13">
                                            <p:txEl>
                                              <p:pRg st="8" end="8"/>
                                            </p:txEl>
                                          </p:spTgt>
                                        </p:tgtEl>
                                      </p:cBhvr>
                                    </p:animEffect>
                                    <p:anim calcmode="lin" valueType="num">
                                      <p:cBhvr>
                                        <p:cTn id="58" dur="1000" fill="hold"/>
                                        <p:tgtEl>
                                          <p:spTgt spid="13">
                                            <p:txEl>
                                              <p:pRg st="8" end="8"/>
                                            </p:txEl>
                                          </p:spTgt>
                                        </p:tgtEl>
                                        <p:attrNameLst>
                                          <p:attrName>ppt_x</p:attrName>
                                        </p:attrNameLst>
                                      </p:cBhvr>
                                      <p:tavLst>
                                        <p:tav tm="0">
                                          <p:val>
                                            <p:strVal val="#ppt_x"/>
                                          </p:val>
                                        </p:tav>
                                        <p:tav tm="100000">
                                          <p:val>
                                            <p:strVal val="#ppt_x"/>
                                          </p:val>
                                        </p:tav>
                                      </p:tavLst>
                                    </p:anim>
                                    <p:anim calcmode="lin" valueType="num">
                                      <p:cBhvr>
                                        <p:cTn id="59" dur="1000" fill="hold"/>
                                        <p:tgtEl>
                                          <p:spTgt spid="13">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rPr>
              <a:t>مسیریابی: دسته‌بندی الگوریتم‌های مسیریابی</a:t>
            </a:r>
            <a:endParaRPr lang="fa-IR" sz="3600" b="1" dirty="0">
              <a:solidFill>
                <a:srgbClr val="0000FF"/>
              </a:solidFill>
            </a:endParaRPr>
          </a:p>
        </p:txBody>
      </p:sp>
      <p:sp>
        <p:nvSpPr>
          <p:cNvPr id="9" name="Content Placeholder 2">
            <a:extLst>
              <a:ext uri="{FF2B5EF4-FFF2-40B4-BE49-F238E27FC236}">
                <a16:creationId xmlns:a16="http://schemas.microsoft.com/office/drawing/2014/main" id="{879BC8E4-1EF1-8F71-6BB7-FFBFA27846B9}"/>
              </a:ext>
            </a:extLst>
          </p:cNvPr>
          <p:cNvSpPr txBox="1">
            <a:spLocks/>
          </p:cNvSpPr>
          <p:nvPr/>
        </p:nvSpPr>
        <p:spPr>
          <a:xfrm>
            <a:off x="433754" y="1285311"/>
            <a:ext cx="11216191" cy="483556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2000" b="1" dirty="0">
                <a:solidFill>
                  <a:srgbClr val="C00000"/>
                </a:solidFill>
                <a:latin typeface="IRANSans(FaNum)" panose="02040503050201020203" pitchFamily="18" charset="-78"/>
              </a:rPr>
              <a:t>از نگاه تطبیق‌پذیری با تغییرات:</a:t>
            </a:r>
          </a:p>
          <a:p>
            <a:pPr marL="432000" lvl="1" indent="-144000">
              <a:lnSpc>
                <a:spcPct val="130000"/>
              </a:lnSpc>
              <a:spcBef>
                <a:spcPts val="0"/>
              </a:spcBef>
              <a:spcAft>
                <a:spcPts val="600"/>
              </a:spcAft>
            </a:pPr>
            <a:r>
              <a:rPr lang="fa-IR" sz="1600" b="1" dirty="0">
                <a:solidFill>
                  <a:srgbClr val="C00000"/>
                </a:solidFill>
                <a:latin typeface="IRANSans(FaNum)" panose="02040503050201020203" pitchFamily="18" charset="-78"/>
              </a:rPr>
              <a:t>ایستا (</a:t>
            </a:r>
            <a:r>
              <a:rPr lang="en-US" sz="1600" b="1" dirty="0">
                <a:solidFill>
                  <a:srgbClr val="C00000"/>
                </a:solidFill>
                <a:latin typeface="IRANSans(FaNum)" panose="02040503050201020203" pitchFamily="18" charset="-78"/>
              </a:rPr>
              <a:t>static</a:t>
            </a:r>
            <a:r>
              <a:rPr lang="fa-IR" sz="1600" b="1" dirty="0">
                <a:solidFill>
                  <a:srgbClr val="C00000"/>
                </a:solidFill>
                <a:latin typeface="IRANSans(FaNum)" panose="02040503050201020203" pitchFamily="18" charset="-78"/>
              </a:rPr>
              <a:t>): </a:t>
            </a:r>
            <a:r>
              <a:rPr lang="fa-IR" sz="1600" b="1" dirty="0">
                <a:solidFill>
                  <a:srgbClr val="0000FF"/>
                </a:solidFill>
                <a:latin typeface="IRANSans(FaNum)" panose="02040503050201020203" pitchFamily="18" charset="-78"/>
              </a:rPr>
              <a:t>در شبکه‌های با نرخ تغییرات پایین مسیرها (بدلیل نرخ پایین تغییرات در توپولوژی و هزینه لینک‌های شبکه)، مسیریابی به صورت ایستا انجام می‌شود و مسیرها در جدول‌های جلورانی به صورت دستی به روز می‌شوند.</a:t>
            </a:r>
          </a:p>
          <a:p>
            <a:pPr marL="432000" lvl="1" indent="-144000">
              <a:lnSpc>
                <a:spcPct val="130000"/>
              </a:lnSpc>
              <a:spcBef>
                <a:spcPts val="1200"/>
              </a:spcBef>
              <a:spcAft>
                <a:spcPts val="600"/>
              </a:spcAft>
            </a:pPr>
            <a:r>
              <a:rPr lang="fa-IR" sz="1600" b="1" dirty="0">
                <a:solidFill>
                  <a:srgbClr val="C00000"/>
                </a:solidFill>
                <a:latin typeface="IRANSans(FaNum)" panose="02040503050201020203" pitchFamily="18" charset="-78"/>
              </a:rPr>
              <a:t>پویا (</a:t>
            </a:r>
            <a:r>
              <a:rPr lang="en-US" sz="1600" b="1" dirty="0">
                <a:solidFill>
                  <a:srgbClr val="C00000"/>
                </a:solidFill>
                <a:latin typeface="IRANSans(FaNum)" panose="02040503050201020203" pitchFamily="18" charset="-78"/>
              </a:rPr>
              <a:t>dynamic</a:t>
            </a:r>
            <a:r>
              <a:rPr lang="fa-IR" sz="1600" b="1" dirty="0">
                <a:solidFill>
                  <a:srgbClr val="C00000"/>
                </a:solidFill>
                <a:latin typeface="IRANSans(FaNum)" panose="02040503050201020203" pitchFamily="18" charset="-78"/>
              </a:rPr>
              <a:t>): </a:t>
            </a:r>
            <a:r>
              <a:rPr lang="fa-IR" sz="1600" b="1" dirty="0">
                <a:solidFill>
                  <a:srgbClr val="0000FF"/>
                </a:solidFill>
                <a:latin typeface="IRANSans(FaNum)" panose="02040503050201020203" pitchFamily="18" charset="-78"/>
              </a:rPr>
              <a:t>در شبکه‌های با نرخ تغییرات بالای مسیرها (بدلیل نرخ تغییرات بالا در توپولوژی و هزینه لینک‌های شبکه)، مسیریابی باید به صورت پویا با تغییرات در توپولوژی یا هزینه لینک‌ها انجام شده و مسیرها در جدول جلورانی به روز شوند.</a:t>
            </a:r>
          </a:p>
          <a:p>
            <a:pPr marL="0" indent="0">
              <a:lnSpc>
                <a:spcPct val="130000"/>
              </a:lnSpc>
              <a:spcBef>
                <a:spcPts val="1200"/>
              </a:spcBef>
              <a:spcAft>
                <a:spcPts val="600"/>
              </a:spcAft>
              <a:buNone/>
            </a:pPr>
            <a:r>
              <a:rPr lang="fa-IR" sz="2000" b="1" dirty="0">
                <a:solidFill>
                  <a:srgbClr val="C00000"/>
                </a:solidFill>
                <a:latin typeface="IRANSans(FaNum)" panose="02040503050201020203" pitchFamily="18" charset="-78"/>
              </a:rPr>
              <a:t>از نگاه نحوه پیاده‌سازی:</a:t>
            </a:r>
          </a:p>
          <a:p>
            <a:pPr marL="432000" lvl="1" indent="-144000">
              <a:lnSpc>
                <a:spcPct val="130000"/>
              </a:lnSpc>
              <a:spcBef>
                <a:spcPts val="0"/>
              </a:spcBef>
              <a:spcAft>
                <a:spcPts val="600"/>
              </a:spcAft>
            </a:pPr>
            <a:r>
              <a:rPr lang="fa-IR" sz="1600" b="1" dirty="0">
                <a:solidFill>
                  <a:srgbClr val="C00000"/>
                </a:solidFill>
                <a:latin typeface="IRANSans(FaNum)" panose="02040503050201020203" pitchFamily="18" charset="-78"/>
              </a:rPr>
              <a:t>سراسری (</a:t>
            </a:r>
            <a:r>
              <a:rPr lang="en-US" sz="1600" b="1" dirty="0">
                <a:solidFill>
                  <a:srgbClr val="C00000"/>
                </a:solidFill>
                <a:latin typeface="IRANSans(FaNum)" panose="02040503050201020203" pitchFamily="18" charset="-78"/>
              </a:rPr>
              <a:t>global</a:t>
            </a:r>
            <a:r>
              <a:rPr lang="fa-IR" sz="1600" b="1" dirty="0">
                <a:solidFill>
                  <a:srgbClr val="C00000"/>
                </a:solidFill>
                <a:latin typeface="IRANSans(FaNum)" panose="02040503050201020203" pitchFamily="18" charset="-78"/>
              </a:rPr>
              <a:t>): </a:t>
            </a:r>
            <a:r>
              <a:rPr lang="fa-IR" sz="1600" b="1" dirty="0">
                <a:solidFill>
                  <a:srgbClr val="0000FF"/>
                </a:solidFill>
                <a:latin typeface="IRANSans(FaNum)" panose="02040503050201020203" pitchFamily="18" charset="-78"/>
              </a:rPr>
              <a:t>تمام مسیریاب‌ها اطلاعات کامل توپولوزی و هزینه لینک‌ها را دارند (بدست می‌آورند) و با اجرای الگوریتم‌های مسیریابی وضعیت لینک (</a:t>
            </a:r>
            <a:r>
              <a:rPr lang="en-US" sz="1600" b="1" dirty="0">
                <a:solidFill>
                  <a:srgbClr val="0000FF"/>
                </a:solidFill>
                <a:latin typeface="IRANSans(FaNum)" panose="02040503050201020203" pitchFamily="18" charset="-78"/>
              </a:rPr>
              <a:t>link state</a:t>
            </a:r>
            <a:r>
              <a:rPr lang="fa-IR" sz="1600" b="1" dirty="0">
                <a:solidFill>
                  <a:srgbClr val="0000FF"/>
                </a:solidFill>
                <a:latin typeface="IRANSans(FaNum)" panose="02040503050201020203" pitchFamily="18" charset="-78"/>
              </a:rPr>
              <a:t>) بهترین مسیرها را بدست آورده و جدول جلورانی را به روز می‌کنند.</a:t>
            </a:r>
          </a:p>
          <a:p>
            <a:pPr marL="432000" lvl="1" indent="-144000">
              <a:lnSpc>
                <a:spcPct val="130000"/>
              </a:lnSpc>
              <a:spcBef>
                <a:spcPts val="1200"/>
              </a:spcBef>
              <a:spcAft>
                <a:spcPts val="600"/>
              </a:spcAft>
            </a:pPr>
            <a:r>
              <a:rPr lang="fa-IR" sz="1600" b="1" dirty="0">
                <a:solidFill>
                  <a:srgbClr val="C00000"/>
                </a:solidFill>
                <a:latin typeface="IRANSans(FaNum)" panose="02040503050201020203" pitchFamily="18" charset="-78"/>
              </a:rPr>
              <a:t>غیرمتمرکز (</a:t>
            </a:r>
            <a:r>
              <a:rPr lang="en-US" sz="1600" b="1" dirty="0">
                <a:solidFill>
                  <a:srgbClr val="C00000"/>
                </a:solidFill>
                <a:latin typeface="IRANSans(FaNum)" panose="02040503050201020203" pitchFamily="18" charset="-78"/>
              </a:rPr>
              <a:t>decentralized</a:t>
            </a:r>
            <a:r>
              <a:rPr lang="fa-IR" sz="1600" b="1" dirty="0">
                <a:solidFill>
                  <a:srgbClr val="C00000"/>
                </a:solidFill>
                <a:latin typeface="IRANSans(FaNum)" panose="02040503050201020203" pitchFamily="18" charset="-78"/>
              </a:rPr>
              <a:t>): </a:t>
            </a:r>
            <a:r>
              <a:rPr lang="fa-IR" sz="1600" b="1" dirty="0">
                <a:solidFill>
                  <a:srgbClr val="0000FF"/>
                </a:solidFill>
                <a:latin typeface="IRANSans(FaNum)" panose="02040503050201020203" pitchFamily="18" charset="-78"/>
              </a:rPr>
              <a:t>هر گره فقط بخشی از اطلاعات مسیریابی (جدول مسیریابی گره‌های همسایه خود) را دارد و با اجرای الگوریتم‌های مسیریابی بردار فاصله (</a:t>
            </a:r>
            <a:r>
              <a:rPr lang="en-US" sz="1600" b="1" dirty="0">
                <a:solidFill>
                  <a:srgbClr val="0000FF"/>
                </a:solidFill>
                <a:latin typeface="IRANSans(FaNum)" panose="02040503050201020203" pitchFamily="18" charset="-78"/>
              </a:rPr>
              <a:t>distance vector</a:t>
            </a:r>
            <a:r>
              <a:rPr lang="fa-IR" sz="1600" b="1" dirty="0">
                <a:solidFill>
                  <a:srgbClr val="0000FF"/>
                </a:solidFill>
                <a:latin typeface="IRANSans(FaNum)" panose="02040503050201020203" pitchFamily="18" charset="-78"/>
              </a:rPr>
              <a:t>) جدول جلورانی خود را محاسبه کرده و آن را برای گره‌های همسایه ارسال می‌کند. پس از چندین بار تکرار الگوریتم به بهترین مسیرها همگرا می‌شود. در ابتدا هر گره فقط هزینه لینک مستقیم به گره‌های همسایه خود را می‌داند.</a:t>
            </a:r>
          </a:p>
        </p:txBody>
      </p:sp>
    </p:spTree>
    <p:extLst>
      <p:ext uri="{BB962C8B-B14F-4D97-AF65-F5344CB8AC3E}">
        <p14:creationId xmlns:p14="http://schemas.microsoft.com/office/powerpoint/2010/main" val="35358229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9">
                                            <p:txEl>
                                              <p:pRg st="0" end="0"/>
                                            </p:txEl>
                                          </p:spTgt>
                                        </p:tgtEl>
                                        <p:attrNameLst>
                                          <p:attrName>style.visibility</p:attrName>
                                        </p:attrNameLst>
                                      </p:cBhvr>
                                      <p:to>
                                        <p:strVal val="visible"/>
                                      </p:to>
                                    </p:set>
                                    <p:animEffect transition="in" filter="fade">
                                      <p:cBhvr>
                                        <p:cTn id="13" dur="1000"/>
                                        <p:tgtEl>
                                          <p:spTgt spid="9">
                                            <p:txEl>
                                              <p:pRg st="0" end="0"/>
                                            </p:txEl>
                                          </p:spTgt>
                                        </p:tgtEl>
                                      </p:cBhvr>
                                    </p:animEffect>
                                    <p:anim calcmode="lin" valueType="num">
                                      <p:cBhvr>
                                        <p:cTn id="14"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9">
                                            <p:txEl>
                                              <p:pRg st="1" end="1"/>
                                            </p:txEl>
                                          </p:spTgt>
                                        </p:tgtEl>
                                        <p:attrNameLst>
                                          <p:attrName>style.visibility</p:attrName>
                                        </p:attrNameLst>
                                      </p:cBhvr>
                                      <p:to>
                                        <p:strVal val="visible"/>
                                      </p:to>
                                    </p:set>
                                    <p:animEffect transition="in" filter="fade">
                                      <p:cBhvr>
                                        <p:cTn id="19" dur="1000"/>
                                        <p:tgtEl>
                                          <p:spTgt spid="9">
                                            <p:txEl>
                                              <p:pRg st="1" end="1"/>
                                            </p:txEl>
                                          </p:spTgt>
                                        </p:tgtEl>
                                      </p:cBhvr>
                                    </p:animEffect>
                                    <p:anim calcmode="lin" valueType="num">
                                      <p:cBhvr>
                                        <p:cTn id="20" dur="1000" fill="hold"/>
                                        <p:tgtEl>
                                          <p:spTgt spid="9">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9">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9">
                                            <p:txEl>
                                              <p:pRg st="2" end="2"/>
                                            </p:txEl>
                                          </p:spTgt>
                                        </p:tgtEl>
                                        <p:attrNameLst>
                                          <p:attrName>style.visibility</p:attrName>
                                        </p:attrNameLst>
                                      </p:cBhvr>
                                      <p:to>
                                        <p:strVal val="visible"/>
                                      </p:to>
                                    </p:set>
                                    <p:animEffect transition="in" filter="fade">
                                      <p:cBhvr>
                                        <p:cTn id="25" dur="1000"/>
                                        <p:tgtEl>
                                          <p:spTgt spid="9">
                                            <p:txEl>
                                              <p:pRg st="2" end="2"/>
                                            </p:txEl>
                                          </p:spTgt>
                                        </p:tgtEl>
                                      </p:cBhvr>
                                    </p:animEffect>
                                    <p:anim calcmode="lin" valueType="num">
                                      <p:cBhvr>
                                        <p:cTn id="26" dur="1000" fill="hold"/>
                                        <p:tgtEl>
                                          <p:spTgt spid="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9">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nodeType="clickEffect">
                                  <p:stCondLst>
                                    <p:cond delay="0"/>
                                  </p:stCondLst>
                                  <p:childTnLst>
                                    <p:set>
                                      <p:cBhvr>
                                        <p:cTn id="31" dur="1" fill="hold">
                                          <p:stCondLst>
                                            <p:cond delay="0"/>
                                          </p:stCondLst>
                                        </p:cTn>
                                        <p:tgtEl>
                                          <p:spTgt spid="9">
                                            <p:txEl>
                                              <p:pRg st="3" end="3"/>
                                            </p:txEl>
                                          </p:spTgt>
                                        </p:tgtEl>
                                        <p:attrNameLst>
                                          <p:attrName>style.visibility</p:attrName>
                                        </p:attrNameLst>
                                      </p:cBhvr>
                                      <p:to>
                                        <p:strVal val="visible"/>
                                      </p:to>
                                    </p:set>
                                    <p:animEffect transition="in" filter="fade">
                                      <p:cBhvr>
                                        <p:cTn id="32" dur="1000"/>
                                        <p:tgtEl>
                                          <p:spTgt spid="9">
                                            <p:txEl>
                                              <p:pRg st="3" end="3"/>
                                            </p:txEl>
                                          </p:spTgt>
                                        </p:tgtEl>
                                      </p:cBhvr>
                                    </p:animEffect>
                                    <p:anim calcmode="lin" valueType="num">
                                      <p:cBhvr>
                                        <p:cTn id="33" dur="1000" fill="hold"/>
                                        <p:tgtEl>
                                          <p:spTgt spid="9">
                                            <p:txEl>
                                              <p:pRg st="3" end="3"/>
                                            </p:txEl>
                                          </p:spTgt>
                                        </p:tgtEl>
                                        <p:attrNameLst>
                                          <p:attrName>ppt_x</p:attrName>
                                        </p:attrNameLst>
                                      </p:cBhvr>
                                      <p:tavLst>
                                        <p:tav tm="0">
                                          <p:val>
                                            <p:strVal val="#ppt_x"/>
                                          </p:val>
                                        </p:tav>
                                        <p:tav tm="100000">
                                          <p:val>
                                            <p:strVal val="#ppt_x"/>
                                          </p:val>
                                        </p:tav>
                                      </p:tavLst>
                                    </p:anim>
                                    <p:anim calcmode="lin" valueType="num">
                                      <p:cBhvr>
                                        <p:cTn id="34" dur="1000" fill="hold"/>
                                        <p:tgtEl>
                                          <p:spTgt spid="9">
                                            <p:txEl>
                                              <p:pRg st="3" end="3"/>
                                            </p:txEl>
                                          </p:spTgt>
                                        </p:tgtEl>
                                        <p:attrNameLst>
                                          <p:attrName>ppt_y</p:attrName>
                                        </p:attrNameLst>
                                      </p:cBhvr>
                                      <p:tavLst>
                                        <p:tav tm="0">
                                          <p:val>
                                            <p:strVal val="#ppt_y+.1"/>
                                          </p:val>
                                        </p:tav>
                                        <p:tav tm="100000">
                                          <p:val>
                                            <p:strVal val="#ppt_y"/>
                                          </p:val>
                                        </p:tav>
                                      </p:tavLst>
                                    </p:anim>
                                  </p:childTnLst>
                                </p:cTn>
                              </p:par>
                            </p:childTnLst>
                          </p:cTn>
                        </p:par>
                        <p:par>
                          <p:cTn id="35" fill="hold">
                            <p:stCondLst>
                              <p:cond delay="1000"/>
                            </p:stCondLst>
                            <p:childTnLst>
                              <p:par>
                                <p:cTn id="36" presetID="42" presetClass="entr" presetSubtype="0" fill="hold" nodeType="afterEffect">
                                  <p:stCondLst>
                                    <p:cond delay="0"/>
                                  </p:stCondLst>
                                  <p:childTnLst>
                                    <p:set>
                                      <p:cBhvr>
                                        <p:cTn id="37" dur="1" fill="hold">
                                          <p:stCondLst>
                                            <p:cond delay="0"/>
                                          </p:stCondLst>
                                        </p:cTn>
                                        <p:tgtEl>
                                          <p:spTgt spid="9">
                                            <p:txEl>
                                              <p:pRg st="4" end="4"/>
                                            </p:txEl>
                                          </p:spTgt>
                                        </p:tgtEl>
                                        <p:attrNameLst>
                                          <p:attrName>style.visibility</p:attrName>
                                        </p:attrNameLst>
                                      </p:cBhvr>
                                      <p:to>
                                        <p:strVal val="visible"/>
                                      </p:to>
                                    </p:set>
                                    <p:animEffect transition="in" filter="fade">
                                      <p:cBhvr>
                                        <p:cTn id="38" dur="1000"/>
                                        <p:tgtEl>
                                          <p:spTgt spid="9">
                                            <p:txEl>
                                              <p:pRg st="4" end="4"/>
                                            </p:txEl>
                                          </p:spTgt>
                                        </p:tgtEl>
                                      </p:cBhvr>
                                    </p:animEffect>
                                    <p:anim calcmode="lin" valueType="num">
                                      <p:cBhvr>
                                        <p:cTn id="39" dur="1000" fill="hold"/>
                                        <p:tgtEl>
                                          <p:spTgt spid="9">
                                            <p:txEl>
                                              <p:pRg st="4" end="4"/>
                                            </p:txEl>
                                          </p:spTgt>
                                        </p:tgtEl>
                                        <p:attrNameLst>
                                          <p:attrName>ppt_x</p:attrName>
                                        </p:attrNameLst>
                                      </p:cBhvr>
                                      <p:tavLst>
                                        <p:tav tm="0">
                                          <p:val>
                                            <p:strVal val="#ppt_x"/>
                                          </p:val>
                                        </p:tav>
                                        <p:tav tm="100000">
                                          <p:val>
                                            <p:strVal val="#ppt_x"/>
                                          </p:val>
                                        </p:tav>
                                      </p:tavLst>
                                    </p:anim>
                                    <p:anim calcmode="lin" valueType="num">
                                      <p:cBhvr>
                                        <p:cTn id="40" dur="1000" fill="hold"/>
                                        <p:tgtEl>
                                          <p:spTgt spid="9">
                                            <p:txEl>
                                              <p:pRg st="4" end="4"/>
                                            </p:txEl>
                                          </p:spTgt>
                                        </p:tgtEl>
                                        <p:attrNameLst>
                                          <p:attrName>ppt_y</p:attrName>
                                        </p:attrNameLst>
                                      </p:cBhvr>
                                      <p:tavLst>
                                        <p:tav tm="0">
                                          <p:val>
                                            <p:strVal val="#ppt_y+.1"/>
                                          </p:val>
                                        </p:tav>
                                        <p:tav tm="100000">
                                          <p:val>
                                            <p:strVal val="#ppt_y"/>
                                          </p:val>
                                        </p:tav>
                                      </p:tavLst>
                                    </p:anim>
                                  </p:childTnLst>
                                </p:cTn>
                              </p:par>
                            </p:childTnLst>
                          </p:cTn>
                        </p:par>
                        <p:par>
                          <p:cTn id="41" fill="hold">
                            <p:stCondLst>
                              <p:cond delay="2000"/>
                            </p:stCondLst>
                            <p:childTnLst>
                              <p:par>
                                <p:cTn id="42" presetID="42" presetClass="entr" presetSubtype="0" fill="hold" nodeType="afterEffect">
                                  <p:stCondLst>
                                    <p:cond delay="0"/>
                                  </p:stCondLst>
                                  <p:childTnLst>
                                    <p:set>
                                      <p:cBhvr>
                                        <p:cTn id="43" dur="1" fill="hold">
                                          <p:stCondLst>
                                            <p:cond delay="0"/>
                                          </p:stCondLst>
                                        </p:cTn>
                                        <p:tgtEl>
                                          <p:spTgt spid="9">
                                            <p:txEl>
                                              <p:pRg st="5" end="5"/>
                                            </p:txEl>
                                          </p:spTgt>
                                        </p:tgtEl>
                                        <p:attrNameLst>
                                          <p:attrName>style.visibility</p:attrName>
                                        </p:attrNameLst>
                                      </p:cBhvr>
                                      <p:to>
                                        <p:strVal val="visible"/>
                                      </p:to>
                                    </p:set>
                                    <p:animEffect transition="in" filter="fade">
                                      <p:cBhvr>
                                        <p:cTn id="44" dur="1000"/>
                                        <p:tgtEl>
                                          <p:spTgt spid="9">
                                            <p:txEl>
                                              <p:pRg st="5" end="5"/>
                                            </p:txEl>
                                          </p:spTgt>
                                        </p:tgtEl>
                                      </p:cBhvr>
                                    </p:animEffect>
                                    <p:anim calcmode="lin" valueType="num">
                                      <p:cBhvr>
                                        <p:cTn id="45" dur="1000" fill="hold"/>
                                        <p:tgtEl>
                                          <p:spTgt spid="9">
                                            <p:txEl>
                                              <p:pRg st="5" end="5"/>
                                            </p:txEl>
                                          </p:spTgt>
                                        </p:tgtEl>
                                        <p:attrNameLst>
                                          <p:attrName>ppt_x</p:attrName>
                                        </p:attrNameLst>
                                      </p:cBhvr>
                                      <p:tavLst>
                                        <p:tav tm="0">
                                          <p:val>
                                            <p:strVal val="#ppt_x"/>
                                          </p:val>
                                        </p:tav>
                                        <p:tav tm="100000">
                                          <p:val>
                                            <p:strVal val="#ppt_x"/>
                                          </p:val>
                                        </p:tav>
                                      </p:tavLst>
                                    </p:anim>
                                    <p:anim calcmode="lin" valueType="num">
                                      <p:cBhvr>
                                        <p:cTn id="46" dur="1000" fill="hold"/>
                                        <p:tgtEl>
                                          <p:spTgt spid="9">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mc:AlternateContent xmlns:mc="http://schemas.openxmlformats.org/markup-compatibility/2006" xmlns:a14="http://schemas.microsoft.com/office/drawing/2010/main">
        <mc:Choice Requires="a14">
          <p:sp>
            <p:nvSpPr>
              <p:cNvPr id="9" name="Content Placeholder 2">
                <a:extLst>
                  <a:ext uri="{FF2B5EF4-FFF2-40B4-BE49-F238E27FC236}">
                    <a16:creationId xmlns:a16="http://schemas.microsoft.com/office/drawing/2014/main" id="{879BC8E4-1EF1-8F71-6BB7-FFBFA27846B9}"/>
                  </a:ext>
                </a:extLst>
              </p:cNvPr>
              <p:cNvSpPr txBox="1">
                <a:spLocks/>
              </p:cNvSpPr>
              <p:nvPr/>
            </p:nvSpPr>
            <p:spPr>
              <a:xfrm>
                <a:off x="6189784" y="1339903"/>
                <a:ext cx="5553945" cy="4591974"/>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lvl="1" indent="-144000">
                  <a:lnSpc>
                    <a:spcPct val="135000"/>
                  </a:lnSpc>
                  <a:spcBef>
                    <a:spcPts val="0"/>
                  </a:spcBef>
                  <a:spcAft>
                    <a:spcPts val="600"/>
                  </a:spcAft>
                </a:pPr>
                <a:r>
                  <a:rPr lang="fa-IR" sz="1600" b="1" dirty="0">
                    <a:solidFill>
                      <a:srgbClr val="C00000"/>
                    </a:solidFill>
                    <a:latin typeface="IRANSans(FaNum)" panose="02040503050201020203" pitchFamily="18" charset="-78"/>
                  </a:rPr>
                  <a:t>اطلاعات متمرکز (</a:t>
                </a:r>
                <a:r>
                  <a:rPr lang="en-US" sz="1600" b="1" dirty="0">
                    <a:solidFill>
                      <a:srgbClr val="C00000"/>
                    </a:solidFill>
                    <a:latin typeface="IRANSans(FaNum)" panose="02040503050201020203" pitchFamily="18" charset="-78"/>
                  </a:rPr>
                  <a:t>centralized</a:t>
                </a:r>
                <a:r>
                  <a:rPr lang="fa-IR" sz="1600" b="1" dirty="0">
                    <a:solidFill>
                      <a:srgbClr val="C00000"/>
                    </a:solidFill>
                    <a:latin typeface="IRANSans(FaNum)" panose="02040503050201020203" pitchFamily="18" charset="-78"/>
                  </a:rPr>
                  <a:t>): </a:t>
                </a:r>
                <a:r>
                  <a:rPr lang="fa-IR" sz="1600" b="1" dirty="0">
                    <a:solidFill>
                      <a:srgbClr val="0000FF"/>
                    </a:solidFill>
                    <a:latin typeface="IRANSans(FaNum)" panose="02040503050201020203" pitchFamily="18" charset="-78"/>
                  </a:rPr>
                  <a:t>هر گره‌ای اطلاعات کامل توپولوژی و هزینه لینک‌های تمام گره‌های شبکه را می‌داند.</a:t>
                </a:r>
              </a:p>
              <a:p>
                <a:pPr marL="360000" lvl="2" indent="-144000">
                  <a:lnSpc>
                    <a:spcPct val="135000"/>
                  </a:lnSpc>
                  <a:spcBef>
                    <a:spcPts val="600"/>
                  </a:spcBef>
                  <a:spcAft>
                    <a:spcPts val="600"/>
                  </a:spcAft>
                </a:pPr>
                <a:r>
                  <a:rPr lang="fa-IR" sz="1400" b="1" dirty="0">
                    <a:solidFill>
                      <a:srgbClr val="0000FF"/>
                    </a:solidFill>
                    <a:latin typeface="IRANSans(FaNum)" panose="02040503050201020203" pitchFamily="18" charset="-78"/>
                  </a:rPr>
                  <a:t>جمع‌آوری این اطلاعات از طریق </a:t>
                </a:r>
                <a:r>
                  <a:rPr lang="fa-IR" sz="1400" b="1" dirty="0">
                    <a:solidFill>
                      <a:srgbClr val="C00000"/>
                    </a:solidFill>
                    <a:latin typeface="IRANSans(FaNum)" panose="02040503050201020203" pitchFamily="18" charset="-78"/>
                  </a:rPr>
                  <a:t>پروتکل سیل‌آسا (</a:t>
                </a:r>
                <a:r>
                  <a:rPr lang="en-US" sz="1400" b="1" dirty="0">
                    <a:solidFill>
                      <a:srgbClr val="C00000"/>
                    </a:solidFill>
                    <a:latin typeface="IRANSans(FaNum)" panose="02040503050201020203" pitchFamily="18" charset="-78"/>
                  </a:rPr>
                  <a:t>flooding</a:t>
                </a:r>
                <a:r>
                  <a:rPr lang="fa-IR" sz="1400" b="1" dirty="0">
                    <a:solidFill>
                      <a:srgbClr val="C00000"/>
                    </a:solidFill>
                    <a:latin typeface="IRANSans(FaNum)" panose="02040503050201020203" pitchFamily="18" charset="-78"/>
                  </a:rPr>
                  <a:t>) </a:t>
                </a:r>
                <a:r>
                  <a:rPr lang="fa-IR" sz="1400" b="1" dirty="0">
                    <a:solidFill>
                      <a:srgbClr val="0000FF"/>
                    </a:solidFill>
                    <a:latin typeface="IRANSans(FaNum)" panose="02040503050201020203" pitchFamily="18" charset="-78"/>
                  </a:rPr>
                  <a:t>انجام می‌شود (پروتکل سیل‌آسا در اسلاید بعد شرح داده می‌شود).</a:t>
                </a:r>
              </a:p>
              <a:p>
                <a:pPr marL="360000" lvl="2" indent="-144000">
                  <a:lnSpc>
                    <a:spcPct val="135000"/>
                  </a:lnSpc>
                  <a:spcBef>
                    <a:spcPts val="600"/>
                  </a:spcBef>
                  <a:spcAft>
                    <a:spcPts val="600"/>
                  </a:spcAft>
                </a:pPr>
                <a:r>
                  <a:rPr lang="fa-IR" sz="1400" b="1" dirty="0">
                    <a:solidFill>
                      <a:srgbClr val="0000FF"/>
                    </a:solidFill>
                    <a:latin typeface="IRANSans(FaNum)" panose="02040503050201020203" pitchFamily="18" charset="-78"/>
                  </a:rPr>
                  <a:t>همه گره‌ها اطلاعات یکسانی دارند.</a:t>
                </a:r>
              </a:p>
              <a:p>
                <a:pPr marL="144000" lvl="1" indent="-144000">
                  <a:lnSpc>
                    <a:spcPct val="135000"/>
                  </a:lnSpc>
                  <a:spcBef>
                    <a:spcPts val="1200"/>
                  </a:spcBef>
                  <a:spcAft>
                    <a:spcPts val="600"/>
                  </a:spcAft>
                </a:pPr>
                <a:r>
                  <a:rPr lang="fa-IR" sz="1600" b="1" dirty="0">
                    <a:solidFill>
                      <a:srgbClr val="C00000"/>
                    </a:solidFill>
                    <a:latin typeface="IRANSans(FaNum)" panose="02040503050201020203" pitchFamily="18" charset="-78"/>
                  </a:rPr>
                  <a:t>اجرای الگوریتم: </a:t>
                </a:r>
                <a:r>
                  <a:rPr lang="fa-IR" sz="1600" b="1" dirty="0">
                    <a:solidFill>
                      <a:srgbClr val="0000FF"/>
                    </a:solidFill>
                    <a:latin typeface="IRANSans(FaNum)" panose="02040503050201020203" pitchFamily="18" charset="-78"/>
                  </a:rPr>
                  <a:t>هر گره با داشتن اطلاعات کامل و اجرای الگوریتم دایکسترا مسیرهای با کم‌ترین هزینه از خود (گره مبدأ) به بقیه گره‌های شبکه را بدست آورده و جدول جلورانی خود را ایجاد می‌کند.</a:t>
                </a:r>
              </a:p>
              <a:p>
                <a:pPr marL="360000" lvl="2" indent="-144000">
                  <a:lnSpc>
                    <a:spcPct val="135000"/>
                  </a:lnSpc>
                  <a:spcBef>
                    <a:spcPts val="600"/>
                  </a:spcBef>
                  <a:spcAft>
                    <a:spcPts val="600"/>
                  </a:spcAft>
                </a:pPr>
                <a:r>
                  <a:rPr lang="fa-IR" sz="1400" b="1" dirty="0">
                    <a:solidFill>
                      <a:srgbClr val="0000FF"/>
                    </a:solidFill>
                    <a:latin typeface="IRANSans(FaNum)" panose="02040503050201020203" pitchFamily="18" charset="-78"/>
                  </a:rPr>
                  <a:t>الگوریتم دایکسترا یک الگوریتم تکرارشونده است که در هربار تکرار بهترین </a:t>
                </a:r>
                <a:r>
                  <a:rPr lang="en-US" sz="1400" b="1" dirty="0">
                    <a:solidFill>
                      <a:srgbClr val="0000FF"/>
                    </a:solidFill>
                    <a:latin typeface="IRANSans(FaNum)" panose="02040503050201020203" pitchFamily="18" charset="-78"/>
                  </a:rPr>
                  <a:t>)</a:t>
                </a:r>
                <a:r>
                  <a:rPr lang="fa-IR" sz="1400" b="1" dirty="0">
                    <a:solidFill>
                      <a:srgbClr val="0000FF"/>
                    </a:solidFill>
                    <a:latin typeface="IRANSans(FaNum)" panose="02040503050201020203" pitchFamily="18" charset="-78"/>
                  </a:rPr>
                  <a:t>کم هزینه‌ترین) مسیر به یک گره مقصد را پیدا می‌کند. پس بعداز  </a:t>
                </a:r>
                <a14:m>
                  <m:oMath xmlns:m="http://schemas.openxmlformats.org/officeDocument/2006/math">
                    <m:d>
                      <m:dPr>
                        <m:begChr m:val="|"/>
                        <m:endChr m:val="|"/>
                        <m:ctrlPr>
                          <a:rPr lang="fa-IR" sz="1400" b="1" i="1">
                            <a:solidFill>
                              <a:srgbClr val="0000FF"/>
                            </a:solidFill>
                            <a:latin typeface="Cambria Math" panose="02040503050406030204" pitchFamily="18" charset="0"/>
                          </a:rPr>
                        </m:ctrlPr>
                      </m:dPr>
                      <m:e>
                        <m:r>
                          <a:rPr lang="en-US" sz="1400" b="1" i="1">
                            <a:solidFill>
                              <a:srgbClr val="0000FF"/>
                            </a:solidFill>
                            <a:latin typeface="Cambria Math" panose="02040503050406030204" pitchFamily="18" charset="0"/>
                          </a:rPr>
                          <m:t>𝑵</m:t>
                        </m:r>
                      </m:e>
                    </m:d>
                  </m:oMath>
                </a14:m>
                <a:r>
                  <a:rPr lang="en-US" sz="1400" b="1" dirty="0">
                    <a:solidFill>
                      <a:srgbClr val="0000FF"/>
                    </a:solidFill>
                    <a:latin typeface="IRANSans(FaNum)" panose="02040503050201020203" pitchFamily="18" charset="-78"/>
                  </a:rPr>
                  <a:t>-1</a:t>
                </a:r>
                <a:r>
                  <a:rPr lang="fa-IR" sz="1400" b="1" dirty="0">
                    <a:solidFill>
                      <a:srgbClr val="0000FF"/>
                    </a:solidFill>
                    <a:latin typeface="IRANSans(FaNum)" panose="02040503050201020203" pitchFamily="18" charset="-78"/>
                  </a:rPr>
                  <a:t> بار تکرار، بهترین مسیرها از گره مبدأ به همه گره‌های شبکه بدست می‌آید. (</a:t>
                </a:r>
                <a14:m>
                  <m:oMath xmlns:m="http://schemas.openxmlformats.org/officeDocument/2006/math">
                    <m:d>
                      <m:dPr>
                        <m:begChr m:val="|"/>
                        <m:endChr m:val="|"/>
                        <m:ctrlPr>
                          <a:rPr lang="fa-IR" sz="1400" b="1" i="1">
                            <a:solidFill>
                              <a:srgbClr val="0000FF"/>
                            </a:solidFill>
                            <a:latin typeface="Cambria Math" panose="02040503050406030204" pitchFamily="18" charset="0"/>
                          </a:rPr>
                        </m:ctrlPr>
                      </m:dPr>
                      <m:e>
                        <m:r>
                          <a:rPr lang="en-US" sz="1400" b="1" i="1">
                            <a:solidFill>
                              <a:srgbClr val="0000FF"/>
                            </a:solidFill>
                            <a:latin typeface="Cambria Math" panose="02040503050406030204" pitchFamily="18" charset="0"/>
                          </a:rPr>
                          <m:t>𝑵</m:t>
                        </m:r>
                      </m:e>
                    </m:d>
                  </m:oMath>
                </a14:m>
                <a:r>
                  <a:rPr lang="fa-IR" sz="1400" b="1" dirty="0">
                    <a:solidFill>
                      <a:srgbClr val="0000FF"/>
                    </a:solidFill>
                    <a:latin typeface="IRANSans(FaNum)" panose="02040503050201020203" pitchFamily="18" charset="-78"/>
                  </a:rPr>
                  <a:t> اندازه مجموعه </a:t>
                </a:r>
                <a14:m>
                  <m:oMath xmlns:m="http://schemas.openxmlformats.org/officeDocument/2006/math">
                    <m:r>
                      <a:rPr lang="en-US" sz="1400" b="1" i="1" smtClean="0">
                        <a:solidFill>
                          <a:srgbClr val="0000FF"/>
                        </a:solidFill>
                        <a:latin typeface="Cambria Math" panose="02040503050406030204" pitchFamily="18" charset="0"/>
                      </a:rPr>
                      <m:t>𝑵</m:t>
                    </m:r>
                  </m:oMath>
                </a14:m>
                <a:r>
                  <a:rPr lang="fa-IR" sz="1400" b="1" dirty="0">
                    <a:solidFill>
                      <a:srgbClr val="0000FF"/>
                    </a:solidFill>
                    <a:latin typeface="IRANSans(FaNum)" panose="02040503050201020203" pitchFamily="18" charset="-78"/>
                  </a:rPr>
                  <a:t> است).</a:t>
                </a:r>
              </a:p>
            </p:txBody>
          </p:sp>
        </mc:Choice>
        <mc:Fallback xmlns="">
          <p:sp>
            <p:nvSpPr>
              <p:cNvPr id="9" name="Content Placeholder 2">
                <a:extLst>
                  <a:ext uri="{FF2B5EF4-FFF2-40B4-BE49-F238E27FC236}">
                    <a16:creationId xmlns:a16="http://schemas.microsoft.com/office/drawing/2014/main" id="{879BC8E4-1EF1-8F71-6BB7-FFBFA27846B9}"/>
                  </a:ext>
                </a:extLst>
              </p:cNvPr>
              <p:cNvSpPr txBox="1">
                <a:spLocks noRot="1" noChangeAspect="1" noMove="1" noResize="1" noEditPoints="1" noAdjustHandles="1" noChangeArrowheads="1" noChangeShapeType="1" noTextEdit="1"/>
              </p:cNvSpPr>
              <p:nvPr/>
            </p:nvSpPr>
            <p:spPr>
              <a:xfrm>
                <a:off x="6189784" y="1339903"/>
                <a:ext cx="5553945" cy="4591974"/>
              </a:xfrm>
              <a:prstGeom prst="rect">
                <a:avLst/>
              </a:prstGeom>
              <a:blipFill>
                <a:blip r:embed="rId4"/>
                <a:stretch>
                  <a:fillRect l="-1537" r="-54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graphicFrame>
            <p:nvGraphicFramePr>
              <p:cNvPr id="8" name="Table 7">
                <a:extLst>
                  <a:ext uri="{FF2B5EF4-FFF2-40B4-BE49-F238E27FC236}">
                    <a16:creationId xmlns:a16="http://schemas.microsoft.com/office/drawing/2014/main" id="{63E0B401-1F9B-50D8-BAFA-0071E1329AD5}"/>
                  </a:ext>
                </a:extLst>
              </p:cNvPr>
              <p:cNvGraphicFramePr>
                <a:graphicFrameLocks noGrp="1"/>
              </p:cNvGraphicFramePr>
              <p:nvPr>
                <p:extLst>
                  <p:ext uri="{D42A27DB-BD31-4B8C-83A1-F6EECF244321}">
                    <p14:modId xmlns:p14="http://schemas.microsoft.com/office/powerpoint/2010/main" val="1598726226"/>
                  </p:ext>
                </p:extLst>
              </p:nvPr>
            </p:nvGraphicFramePr>
            <p:xfrm>
              <a:off x="762831" y="2019486"/>
              <a:ext cx="4680000" cy="3852000"/>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38157685"/>
                        </a:ext>
                      </a:extLst>
                    </a:gridCol>
                    <a:gridCol w="1080000">
                      <a:extLst>
                        <a:ext uri="{9D8B030D-6E8A-4147-A177-3AD203B41FA5}">
                          <a16:colId xmlns:a16="http://schemas.microsoft.com/office/drawing/2014/main" val="1940226577"/>
                        </a:ext>
                      </a:extLst>
                    </a:gridCol>
                  </a:tblGrid>
                  <a:tr h="396000">
                    <a:tc>
                      <a:txBody>
                        <a:bodyPr/>
                        <a:lstStyle/>
                        <a:p>
                          <a:pPr algn="ctr"/>
                          <a:r>
                            <a:rPr lang="fa-IR" sz="1600" b="1" dirty="0">
                              <a:solidFill>
                                <a:srgbClr val="0000C8"/>
                              </a:solidFill>
                              <a:latin typeface="IRANSans(FaNum)" panose="02040503050201020203" pitchFamily="18" charset="-78"/>
                              <a:cs typeface="IRANSans(FaNum)" panose="02040503050201020203" pitchFamily="18" charset="-78"/>
                            </a:rPr>
                            <a:t>تعریف</a:t>
                          </a:r>
                          <a:endParaRPr lang="en-US" sz="1600" b="1"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tc>
                      <a:txBody>
                        <a:bodyPr/>
                        <a:lstStyle/>
                        <a:p>
                          <a:pPr algn="ctr"/>
                          <a:r>
                            <a:rPr lang="fa-IR" sz="1600" b="1" dirty="0">
                              <a:solidFill>
                                <a:srgbClr val="0000C8"/>
                              </a:solidFill>
                              <a:latin typeface="IRANSans(FaNum)" panose="02040503050201020203" pitchFamily="18" charset="-78"/>
                              <a:cs typeface="IRANSans(FaNum)" panose="02040503050201020203" pitchFamily="18" charset="-78"/>
                            </a:rPr>
                            <a:t>نماد</a:t>
                          </a:r>
                          <a:endParaRPr lang="en-US" sz="1600" b="1"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1326176471"/>
                      </a:ext>
                    </a:extLst>
                  </a:tr>
                  <a:tr h="648000">
                    <a:tc>
                      <a:txBody>
                        <a:bodyPr/>
                        <a:lstStyle/>
                        <a:p>
                          <a:pPr algn="just"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هزینه لینک مستقیم از گره </a:t>
                          </a:r>
                          <a14:m>
                            <m:oMath xmlns:m="http://schemas.openxmlformats.org/officeDocument/2006/math">
                              <m:r>
                                <a:rPr lang="en-US" sz="1400" b="1" i="1" smtClean="0">
                                  <a:solidFill>
                                    <a:schemeClr val="tx1"/>
                                  </a:solidFill>
                                  <a:latin typeface="Cambria Math" panose="02040503050406030204" pitchFamily="18" charset="0"/>
                                  <a:cs typeface="IRANSans(FaNum)" panose="02040503050201020203" pitchFamily="18" charset="-78"/>
                                </a:rPr>
                                <m:t>𝒙</m:t>
                              </m:r>
                            </m:oMath>
                          </a14:m>
                          <a:r>
                            <a:rPr lang="fa-IR" sz="1400" b="1" dirty="0">
                              <a:solidFill>
                                <a:schemeClr val="tx1"/>
                              </a:solidFill>
                              <a:latin typeface="IRANSans(FaNum)" panose="02040503050201020203" pitchFamily="18" charset="-78"/>
                              <a:cs typeface="IRANSans(FaNum)" panose="02040503050201020203" pitchFamily="18" charset="-78"/>
                            </a:rPr>
                            <a:t> به گره </a:t>
                          </a:r>
                          <a14:m>
                            <m:oMath xmlns:m="http://schemas.openxmlformats.org/officeDocument/2006/math">
                              <m:r>
                                <a:rPr lang="en-US" sz="1400" b="1" i="1" smtClean="0">
                                  <a:solidFill>
                                    <a:schemeClr val="tx1"/>
                                  </a:solidFill>
                                  <a:latin typeface="Cambria Math" panose="02040503050406030204" pitchFamily="18" charset="0"/>
                                  <a:cs typeface="IRANSans(FaNum)" panose="02040503050201020203" pitchFamily="18" charset="-78"/>
                                </a:rPr>
                                <m:t>𝒚</m:t>
                              </m:r>
                            </m:oMath>
                          </a14:m>
                          <a:r>
                            <a:rPr lang="fa-IR" sz="1400" b="1" dirty="0">
                              <a:solidFill>
                                <a:schemeClr val="tx1"/>
                              </a:solidFill>
                              <a:latin typeface="IRANSans(FaNum)" panose="02040503050201020203" pitchFamily="18" charset="-78"/>
                              <a:cs typeface="IRANSans(FaNum)" panose="02040503050201020203" pitchFamily="18" charset="-78"/>
                            </a:rPr>
                            <a:t> . اگر گره </a:t>
                          </a:r>
                          <a14:m>
                            <m:oMath xmlns:m="http://schemas.openxmlformats.org/officeDocument/2006/math">
                              <m:r>
                                <a:rPr lang="en-US" sz="1400" b="1" i="1" smtClean="0">
                                  <a:solidFill>
                                    <a:schemeClr val="tx1"/>
                                  </a:solidFill>
                                  <a:latin typeface="Cambria Math" panose="02040503050406030204" pitchFamily="18" charset="0"/>
                                  <a:cs typeface="IRANSans(FaNum)" panose="02040503050201020203" pitchFamily="18" charset="-78"/>
                                </a:rPr>
                                <m:t>𝒚</m:t>
                              </m:r>
                            </m:oMath>
                          </a14:m>
                          <a:r>
                            <a:rPr lang="fa-IR" sz="1400" b="1" dirty="0">
                              <a:solidFill>
                                <a:schemeClr val="tx1"/>
                              </a:solidFill>
                              <a:latin typeface="IRANSans(FaNum)" panose="02040503050201020203" pitchFamily="18" charset="-78"/>
                              <a:cs typeface="IRANSans(FaNum)" panose="02040503050201020203" pitchFamily="18" charset="-78"/>
                            </a:rPr>
                            <a:t> همسایه گره </a:t>
                          </a:r>
                          <a14:m>
                            <m:oMath xmlns:m="http://schemas.openxmlformats.org/officeDocument/2006/math">
                              <m:r>
                                <a:rPr lang="en-US" sz="1400" b="1" i="1" smtClean="0">
                                  <a:solidFill>
                                    <a:schemeClr val="tx1"/>
                                  </a:solidFill>
                                  <a:latin typeface="Cambria Math" panose="02040503050406030204" pitchFamily="18" charset="0"/>
                                  <a:cs typeface="IRANSans(FaNum)" panose="02040503050201020203" pitchFamily="18" charset="-78"/>
                                </a:rPr>
                                <m:t>𝒙</m:t>
                              </m:r>
                            </m:oMath>
                          </a14:m>
                          <a:r>
                            <a:rPr lang="fa-IR" sz="1400" b="1" dirty="0">
                              <a:solidFill>
                                <a:schemeClr val="tx1"/>
                              </a:solidFill>
                              <a:latin typeface="IRANSans(FaNum)" panose="02040503050201020203" pitchFamily="18" charset="-78"/>
                              <a:cs typeface="IRANSans(FaNum)" panose="02040503050201020203" pitchFamily="18" charset="-78"/>
                            </a:rPr>
                            <a:t> نباشد </a:t>
                          </a:r>
                          <a14:m>
                            <m:oMath xmlns:m="http://schemas.openxmlformats.org/officeDocument/2006/math">
                              <m:sSub>
                                <m:sSubPr>
                                  <m:ctrlPr>
                                    <a:rPr lang="en-US" sz="1400" b="1" i="1" smtClean="0">
                                      <a:solidFill>
                                        <a:schemeClr val="tx1"/>
                                      </a:solidFill>
                                      <a:latin typeface="Cambria Math" panose="02040503050406030204" pitchFamily="18" charset="0"/>
                                      <a:cs typeface="IRANSans(FaNum)" panose="02040503050201020203" pitchFamily="18" charset="-78"/>
                                    </a:rPr>
                                  </m:ctrlPr>
                                </m:sSubPr>
                                <m:e>
                                  <m:r>
                                    <a:rPr lang="en-US" sz="1400" b="1" i="1" smtClean="0">
                                      <a:solidFill>
                                        <a:schemeClr val="tx1"/>
                                      </a:solidFill>
                                      <a:latin typeface="Cambria Math" panose="02040503050406030204" pitchFamily="18" charset="0"/>
                                      <a:cs typeface="IRANSans(FaNum)" panose="02040503050201020203" pitchFamily="18" charset="-78"/>
                                    </a:rPr>
                                    <m:t>𝑪</m:t>
                                  </m:r>
                                </m:e>
                                <m:sub>
                                  <m:r>
                                    <a:rPr lang="en-US" sz="1400" b="1" i="1" smtClean="0">
                                      <a:solidFill>
                                        <a:schemeClr val="tx1"/>
                                      </a:solidFill>
                                      <a:latin typeface="Cambria Math" panose="02040503050406030204" pitchFamily="18" charset="0"/>
                                      <a:cs typeface="IRANSans(FaNum)" panose="02040503050201020203" pitchFamily="18" charset="-78"/>
                                    </a:rPr>
                                    <m:t>𝒙</m:t>
                                  </m:r>
                                  <m:r>
                                    <a:rPr lang="en-US" sz="1400" b="1" i="1" smtClean="0">
                                      <a:solidFill>
                                        <a:schemeClr val="tx1"/>
                                      </a:solidFill>
                                      <a:latin typeface="Cambria Math" panose="02040503050406030204" pitchFamily="18" charset="0"/>
                                      <a:cs typeface="IRANSans(FaNum)" panose="02040503050201020203" pitchFamily="18" charset="-78"/>
                                    </a:rPr>
                                    <m:t>,</m:t>
                                  </m:r>
                                  <m:r>
                                    <a:rPr lang="en-US" sz="1400" b="1" i="1" smtClean="0">
                                      <a:solidFill>
                                        <a:schemeClr val="tx1"/>
                                      </a:solidFill>
                                      <a:latin typeface="Cambria Math" panose="02040503050406030204" pitchFamily="18" charset="0"/>
                                      <a:cs typeface="IRANSans(FaNum)" panose="02040503050201020203" pitchFamily="18" charset="-78"/>
                                    </a:rPr>
                                    <m:t>𝒚</m:t>
                                  </m:r>
                                </m:sub>
                              </m:sSub>
                              <m:r>
                                <a:rPr lang="en-US" sz="1400" b="1" i="1" smtClean="0">
                                  <a:solidFill>
                                    <a:schemeClr val="tx1"/>
                                  </a:solidFill>
                                  <a:latin typeface="Cambria Math" panose="02040503050406030204" pitchFamily="18" charset="0"/>
                                  <a:cs typeface="IRANSans(FaNum)" panose="02040503050201020203" pitchFamily="18" charset="-78"/>
                                </a:rPr>
                                <m:t>=</m:t>
                              </m:r>
                              <m:r>
                                <a:rPr lang="en-US" sz="1400" b="1" i="1" smtClean="0">
                                  <a:solidFill>
                                    <a:schemeClr val="tx1"/>
                                  </a:solidFill>
                                  <a:latin typeface="Cambria Math" panose="02040503050406030204" pitchFamily="18" charset="0"/>
                                  <a:ea typeface="Cambria Math" panose="02040503050406030204" pitchFamily="18" charset="0"/>
                                  <a:cs typeface="IRANSans(FaNum)" panose="02040503050201020203" pitchFamily="18" charset="-78"/>
                                </a:rPr>
                                <m:t>∞</m:t>
                              </m:r>
                              <m:r>
                                <a:rPr lang="en-US" sz="1400" b="1" i="1" smtClean="0">
                                  <a:solidFill>
                                    <a:schemeClr val="tx1"/>
                                  </a:solidFill>
                                  <a:latin typeface="Cambria Math" panose="02040503050406030204" pitchFamily="18" charset="0"/>
                                  <a:cs typeface="IRANSans(FaNum)" panose="02040503050201020203" pitchFamily="18" charset="-78"/>
                                </a:rPr>
                                <m:t> </m:t>
                              </m:r>
                            </m:oMath>
                          </a14:m>
                          <a:r>
                            <a:rPr lang="fa-IR" sz="1400" b="1" dirty="0">
                              <a:solidFill>
                                <a:schemeClr val="tx1"/>
                              </a:solidFill>
                              <a:latin typeface="IRANSans(FaNum)" panose="02040503050201020203" pitchFamily="18" charset="-78"/>
                              <a:cs typeface="IRANSans(FaNum)" panose="02040503050201020203" pitchFamily="18" charset="-78"/>
                            </a:rPr>
                            <a:t> است.</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14:m>
                            <m:oMathPara xmlns:m="http://schemas.openxmlformats.org/officeDocument/2006/math">
                              <m:oMathParaPr>
                                <m:jc m:val="centerGroup"/>
                              </m:oMathParaPr>
                              <m:oMath xmlns:m="http://schemas.openxmlformats.org/officeDocument/2006/math">
                                <m:sSub>
                                  <m:sSubPr>
                                    <m:ctrlPr>
                                      <a:rPr lang="en-US" sz="1600" b="1" i="1" smtClean="0">
                                        <a:solidFill>
                                          <a:srgbClr val="C00000"/>
                                        </a:solidFill>
                                        <a:latin typeface="Cambria Math" panose="02040503050406030204" pitchFamily="18" charset="0"/>
                                        <a:cs typeface="IRANSans(FaNum)" panose="02040503050201020203" pitchFamily="18" charset="-78"/>
                                      </a:rPr>
                                    </m:ctrlPr>
                                  </m:sSubPr>
                                  <m:e>
                                    <m:r>
                                      <a:rPr lang="en-US" sz="1600" b="1" i="1" smtClean="0">
                                        <a:solidFill>
                                          <a:srgbClr val="C00000"/>
                                        </a:solidFill>
                                        <a:latin typeface="Cambria Math" panose="02040503050406030204" pitchFamily="18" charset="0"/>
                                        <a:cs typeface="IRANSans(FaNum)" panose="02040503050201020203" pitchFamily="18" charset="-78"/>
                                      </a:rPr>
                                      <m:t>𝑪</m:t>
                                    </m:r>
                                  </m:e>
                                  <m:sub>
                                    <m:r>
                                      <a:rPr lang="en-US" sz="1600" b="1" i="1" smtClean="0">
                                        <a:solidFill>
                                          <a:srgbClr val="C00000"/>
                                        </a:solidFill>
                                        <a:latin typeface="Cambria Math" panose="02040503050406030204" pitchFamily="18" charset="0"/>
                                        <a:cs typeface="IRANSans(FaNum)" panose="02040503050201020203" pitchFamily="18" charset="-78"/>
                                      </a:rPr>
                                      <m:t>𝒙</m:t>
                                    </m:r>
                                    <m:r>
                                      <a:rPr lang="en-US" sz="1600" b="1" i="1" smtClean="0">
                                        <a:solidFill>
                                          <a:srgbClr val="C00000"/>
                                        </a:solidFill>
                                        <a:latin typeface="Cambria Math" panose="02040503050406030204" pitchFamily="18" charset="0"/>
                                        <a:cs typeface="IRANSans(FaNum)" panose="02040503050201020203" pitchFamily="18" charset="-78"/>
                                      </a:rPr>
                                      <m:t>,</m:t>
                                    </m:r>
                                    <m:r>
                                      <a:rPr lang="en-US" sz="1600" b="1" i="1" smtClean="0">
                                        <a:solidFill>
                                          <a:srgbClr val="C00000"/>
                                        </a:solidFill>
                                        <a:latin typeface="Cambria Math" panose="02040503050406030204" pitchFamily="18" charset="0"/>
                                        <a:cs typeface="IRANSans(FaNum)" panose="02040503050201020203" pitchFamily="18" charset="-78"/>
                                      </a:rPr>
                                      <m:t>𝒚</m:t>
                                    </m:r>
                                  </m:sub>
                                </m:sSub>
                              </m:oMath>
                            </m:oMathPara>
                          </a14:m>
                          <a:endParaRPr lang="en-US" sz="1600" b="1" dirty="0">
                            <a:solidFill>
                              <a:srgbClr val="C00000"/>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5381905"/>
                      </a:ext>
                    </a:extLst>
                  </a:tr>
                  <a:tr h="648000">
                    <a:tc>
                      <a:txBody>
                        <a:bodyPr/>
                        <a:lstStyle/>
                        <a:p>
                          <a:pPr algn="just"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هزینه تخمینی (فعلی) مسیر با کم‌ترین هزینه از گره مبدأ به گره مقصد </a:t>
                          </a:r>
                          <a14:m>
                            <m:oMath xmlns:m="http://schemas.openxmlformats.org/officeDocument/2006/math">
                              <m:r>
                                <a:rPr lang="en-US" sz="1400" b="1" i="1" smtClean="0">
                                  <a:solidFill>
                                    <a:schemeClr val="tx1"/>
                                  </a:solidFill>
                                  <a:latin typeface="Cambria Math" panose="02040503050406030204" pitchFamily="18" charset="0"/>
                                  <a:cs typeface="IRANSans(FaNum)" panose="02040503050201020203" pitchFamily="18" charset="-78"/>
                                </a:rPr>
                                <m:t>𝒗</m:t>
                              </m:r>
                            </m:oMath>
                          </a14:m>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14:m>
                            <m:oMathPara xmlns:m="http://schemas.openxmlformats.org/officeDocument/2006/math">
                              <m:oMathParaPr>
                                <m:jc m:val="centerGroup"/>
                              </m:oMathParaPr>
                              <m:oMath xmlns:m="http://schemas.openxmlformats.org/officeDocument/2006/math">
                                <m:r>
                                  <a:rPr lang="en-US" sz="1600" b="1" i="1" smtClean="0">
                                    <a:solidFill>
                                      <a:srgbClr val="C00000"/>
                                    </a:solidFill>
                                    <a:latin typeface="Cambria Math" panose="02040503050406030204" pitchFamily="18" charset="0"/>
                                    <a:cs typeface="IRANSans(FaNum)" panose="02040503050201020203" pitchFamily="18" charset="-78"/>
                                  </a:rPr>
                                  <m:t>𝑫</m:t>
                                </m:r>
                                <m:r>
                                  <a:rPr lang="en-US" sz="1600" b="1" i="1" smtClean="0">
                                    <a:solidFill>
                                      <a:srgbClr val="C00000"/>
                                    </a:solidFill>
                                    <a:latin typeface="Cambria Math" panose="02040503050406030204" pitchFamily="18" charset="0"/>
                                    <a:cs typeface="IRANSans(FaNum)" panose="02040503050201020203" pitchFamily="18" charset="-78"/>
                                  </a:rPr>
                                  <m:t>(</m:t>
                                </m:r>
                                <m:r>
                                  <a:rPr lang="en-US" sz="1600" b="1" i="1" smtClean="0">
                                    <a:solidFill>
                                      <a:srgbClr val="C00000"/>
                                    </a:solidFill>
                                    <a:latin typeface="Cambria Math" panose="02040503050406030204" pitchFamily="18" charset="0"/>
                                    <a:cs typeface="IRANSans(FaNum)" panose="02040503050201020203" pitchFamily="18" charset="-78"/>
                                  </a:rPr>
                                  <m:t>𝒗</m:t>
                                </m:r>
                                <m:r>
                                  <a:rPr lang="en-US" sz="1600" b="1" i="1" smtClean="0">
                                    <a:solidFill>
                                      <a:srgbClr val="C00000"/>
                                    </a:solidFill>
                                    <a:latin typeface="Cambria Math" panose="02040503050406030204" pitchFamily="18" charset="0"/>
                                    <a:cs typeface="IRANSans(FaNum)" panose="02040503050201020203" pitchFamily="18" charset="-78"/>
                                  </a:rPr>
                                  <m:t>)</m:t>
                                </m:r>
                              </m:oMath>
                            </m:oMathPara>
                          </a14:m>
                          <a:endParaRPr lang="en-US" sz="1600" b="1" dirty="0">
                            <a:solidFill>
                              <a:srgbClr val="C00000"/>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90865577"/>
                      </a:ext>
                    </a:extLst>
                  </a:tr>
                  <a:tr h="936000">
                    <a:tc>
                      <a:txBody>
                        <a:bodyPr/>
                        <a:lstStyle/>
                        <a:p>
                          <a:pPr algn="just"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گره ماقبل گره </a:t>
                          </a:r>
                          <a14:m>
                            <m:oMath xmlns:m="http://schemas.openxmlformats.org/officeDocument/2006/math">
                              <m:r>
                                <a:rPr lang="en-US" sz="1400" b="1" i="1" smtClean="0">
                                  <a:solidFill>
                                    <a:schemeClr val="tx1"/>
                                  </a:solidFill>
                                  <a:latin typeface="Cambria Math" panose="02040503050406030204" pitchFamily="18" charset="0"/>
                                  <a:cs typeface="IRANSans(FaNum)" panose="02040503050201020203" pitchFamily="18" charset="-78"/>
                                </a:rPr>
                                <m:t>𝒗</m:t>
                              </m:r>
                            </m:oMath>
                          </a14:m>
                          <a:r>
                            <a:rPr lang="fa-IR" sz="1400" b="1" dirty="0">
                              <a:solidFill>
                                <a:schemeClr val="tx1"/>
                              </a:solidFill>
                              <a:latin typeface="IRANSans(FaNum)" panose="02040503050201020203" pitchFamily="18" charset="-78"/>
                              <a:cs typeface="IRANSans(FaNum)" panose="02040503050201020203" pitchFamily="18" charset="-78"/>
                            </a:rPr>
                            <a:t> در</a:t>
                          </a:r>
                          <a:r>
                            <a:rPr lang="fa-IR" sz="1400" b="1" baseline="0" dirty="0">
                              <a:solidFill>
                                <a:schemeClr val="tx1"/>
                              </a:solidFill>
                              <a:latin typeface="IRANSans(FaNum)" panose="02040503050201020203" pitchFamily="18" charset="-78"/>
                              <a:cs typeface="IRANSans(FaNum)" panose="02040503050201020203" pitchFamily="18" charset="-78"/>
                            </a:rPr>
                            <a:t> مسیر گره مبدأ به گره مقصد </a:t>
                          </a:r>
                          <a14:m>
                            <m:oMath xmlns:m="http://schemas.openxmlformats.org/officeDocument/2006/math">
                              <m:r>
                                <a:rPr lang="en-US" sz="1400" b="1" i="1" baseline="0" smtClean="0">
                                  <a:solidFill>
                                    <a:schemeClr val="tx1"/>
                                  </a:solidFill>
                                  <a:latin typeface="Cambria Math" panose="02040503050406030204" pitchFamily="18" charset="0"/>
                                  <a:cs typeface="IRANSans(FaNum)" panose="02040503050201020203" pitchFamily="18" charset="-78"/>
                                </a:rPr>
                                <m:t>𝒗</m:t>
                              </m:r>
                            </m:oMath>
                          </a14:m>
                          <a:r>
                            <a:rPr lang="fa-IR" sz="1400" b="1" dirty="0">
                              <a:solidFill>
                                <a:schemeClr val="tx1"/>
                              </a:solidFill>
                              <a:latin typeface="IRANSans(FaNum)" panose="02040503050201020203" pitchFamily="18" charset="-78"/>
                              <a:cs typeface="IRANSans(FaNum)" panose="02040503050201020203" pitchFamily="18" charset="-78"/>
                            </a:rPr>
                            <a:t> (گره‌ای که هزینه تخمینی مسیر با کم‌ترین هزینه آخرین</a:t>
                          </a:r>
                          <a:r>
                            <a:rPr lang="fa-IR" sz="1400" b="1" baseline="0" dirty="0">
                              <a:solidFill>
                                <a:schemeClr val="tx1"/>
                              </a:solidFill>
                              <a:latin typeface="IRANSans(FaNum)" panose="02040503050201020203" pitchFamily="18" charset="-78"/>
                              <a:cs typeface="IRANSans(FaNum)" panose="02040503050201020203" pitchFamily="18" charset="-78"/>
                            </a:rPr>
                            <a:t> بار از طریق آن به روز شده است).</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14:m>
                            <m:oMathPara xmlns:m="http://schemas.openxmlformats.org/officeDocument/2006/math">
                              <m:oMathParaPr>
                                <m:jc m:val="centerGroup"/>
                              </m:oMathParaPr>
                              <m:oMath xmlns:m="http://schemas.openxmlformats.org/officeDocument/2006/math">
                                <m:r>
                                  <a:rPr lang="en-US" sz="1600" b="1" i="1" smtClean="0">
                                    <a:solidFill>
                                      <a:srgbClr val="C00000"/>
                                    </a:solidFill>
                                    <a:latin typeface="Cambria Math" panose="02040503050406030204" pitchFamily="18" charset="0"/>
                                    <a:cs typeface="IRANSans(FaNum)" panose="02040503050201020203" pitchFamily="18" charset="-78"/>
                                  </a:rPr>
                                  <m:t>𝒑</m:t>
                                </m:r>
                                <m:r>
                                  <a:rPr lang="en-US" sz="1600" b="1" i="1" smtClean="0">
                                    <a:solidFill>
                                      <a:srgbClr val="C00000"/>
                                    </a:solidFill>
                                    <a:latin typeface="Cambria Math" panose="02040503050406030204" pitchFamily="18" charset="0"/>
                                    <a:cs typeface="IRANSans(FaNum)" panose="02040503050201020203" pitchFamily="18" charset="-78"/>
                                  </a:rPr>
                                  <m:t>(</m:t>
                                </m:r>
                                <m:r>
                                  <a:rPr lang="en-US" sz="1600" b="1" i="1" smtClean="0">
                                    <a:solidFill>
                                      <a:srgbClr val="C00000"/>
                                    </a:solidFill>
                                    <a:latin typeface="Cambria Math" panose="02040503050406030204" pitchFamily="18" charset="0"/>
                                    <a:cs typeface="IRANSans(FaNum)" panose="02040503050201020203" pitchFamily="18" charset="-78"/>
                                  </a:rPr>
                                  <m:t>𝒗</m:t>
                                </m:r>
                                <m:r>
                                  <a:rPr lang="en-US" sz="1600" b="1" i="1" smtClean="0">
                                    <a:solidFill>
                                      <a:srgbClr val="C00000"/>
                                    </a:solidFill>
                                    <a:latin typeface="Cambria Math" panose="02040503050406030204" pitchFamily="18" charset="0"/>
                                    <a:cs typeface="IRANSans(FaNum)" panose="02040503050201020203" pitchFamily="18" charset="-78"/>
                                  </a:rPr>
                                  <m:t>)</m:t>
                                </m:r>
                              </m:oMath>
                            </m:oMathPara>
                          </a14:m>
                          <a:endParaRPr lang="en-US" sz="1600" b="1" dirty="0">
                            <a:solidFill>
                              <a:srgbClr val="C00000"/>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6776946"/>
                      </a:ext>
                    </a:extLst>
                  </a:tr>
                  <a:tr h="1224000">
                    <a:tc>
                      <a:txBody>
                        <a:bodyPr/>
                        <a:lstStyle/>
                        <a:p>
                          <a:pPr algn="just"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مجموعه گره‌های با مسیر کم‌ترین هزینه که شناسایی شده‌اند (ابتدا شروع الگوریتم مجموعه </a:t>
                          </a:r>
                          <a14:m>
                            <m:oMath xmlns:m="http://schemas.openxmlformats.org/officeDocument/2006/math">
                              <m:sSup>
                                <m:sSupPr>
                                  <m:ctrlPr>
                                    <a:rPr lang="en-US" sz="1400" b="1" i="1" smtClean="0">
                                      <a:solidFill>
                                        <a:schemeClr val="tx1"/>
                                      </a:solidFill>
                                      <a:latin typeface="Cambria Math" panose="02040503050406030204" pitchFamily="18" charset="0"/>
                                      <a:cs typeface="IRANSans(FaNum)" panose="02040503050201020203" pitchFamily="18" charset="-78"/>
                                    </a:rPr>
                                  </m:ctrlPr>
                                </m:sSupPr>
                                <m:e>
                                  <m:r>
                                    <a:rPr lang="en-US" sz="1400" b="1" i="1" smtClean="0">
                                      <a:solidFill>
                                        <a:schemeClr val="tx1"/>
                                      </a:solidFill>
                                      <a:latin typeface="Cambria Math" panose="02040503050406030204" pitchFamily="18" charset="0"/>
                                      <a:cs typeface="IRANSans(FaNum)" panose="02040503050201020203" pitchFamily="18" charset="-78"/>
                                    </a:rPr>
                                    <m:t>𝑵</m:t>
                                  </m:r>
                                </m:e>
                                <m:sup>
                                  <m:r>
                                    <a:rPr lang="en-US" sz="1400" b="1" i="1" smtClean="0">
                                      <a:solidFill>
                                        <a:schemeClr val="tx1"/>
                                      </a:solidFill>
                                      <a:latin typeface="Cambria Math" panose="02040503050406030204" pitchFamily="18" charset="0"/>
                                      <a:cs typeface="IRANSans(FaNum)" panose="02040503050201020203" pitchFamily="18" charset="-78"/>
                                    </a:rPr>
                                    <m:t>′</m:t>
                                  </m:r>
                                </m:sup>
                              </m:sSup>
                            </m:oMath>
                          </a14:m>
                          <a:r>
                            <a:rPr lang="fa-IR" sz="1400" b="1" dirty="0">
                              <a:solidFill>
                                <a:schemeClr val="tx1"/>
                              </a:solidFill>
                              <a:latin typeface="IRANSans(FaNum)" panose="02040503050201020203" pitchFamily="18" charset="-78"/>
                              <a:cs typeface="IRANSans(FaNum)" panose="02040503050201020203" pitchFamily="18" charset="-78"/>
                            </a:rPr>
                            <a:t> فقط شامل گره مبدأ است و در پایان الگوریتم مجموعه </a:t>
                          </a:r>
                          <a14:m>
                            <m:oMath xmlns:m="http://schemas.openxmlformats.org/officeDocument/2006/math">
                              <m:sSup>
                                <m:sSupPr>
                                  <m:ctrlPr>
                                    <a:rPr lang="en-US" sz="1400" b="1" i="1" smtClean="0">
                                      <a:solidFill>
                                        <a:schemeClr val="tx1"/>
                                      </a:solidFill>
                                      <a:latin typeface="Cambria Math" panose="02040503050406030204" pitchFamily="18" charset="0"/>
                                      <a:cs typeface="IRANSans(FaNum)" panose="02040503050201020203" pitchFamily="18" charset="-78"/>
                                    </a:rPr>
                                  </m:ctrlPr>
                                </m:sSupPr>
                                <m:e>
                                  <m:r>
                                    <a:rPr lang="en-US" sz="1400" b="1" i="1" smtClean="0">
                                      <a:solidFill>
                                        <a:schemeClr val="tx1"/>
                                      </a:solidFill>
                                      <a:latin typeface="Cambria Math" panose="02040503050406030204" pitchFamily="18" charset="0"/>
                                      <a:cs typeface="IRANSans(FaNum)" panose="02040503050201020203" pitchFamily="18" charset="-78"/>
                                    </a:rPr>
                                    <m:t>𝑵</m:t>
                                  </m:r>
                                </m:e>
                                <m:sup>
                                  <m:r>
                                    <a:rPr lang="en-US" sz="1400" b="1" i="1" smtClean="0">
                                      <a:solidFill>
                                        <a:schemeClr val="tx1"/>
                                      </a:solidFill>
                                      <a:latin typeface="Cambria Math" panose="02040503050406030204" pitchFamily="18" charset="0"/>
                                      <a:cs typeface="IRANSans(FaNum)" panose="02040503050201020203" pitchFamily="18" charset="-78"/>
                                    </a:rPr>
                                    <m:t>′</m:t>
                                  </m:r>
                                </m:sup>
                              </m:sSup>
                            </m:oMath>
                          </a14:m>
                          <a:r>
                            <a:rPr lang="fa-IR" sz="1400" b="1" dirty="0">
                              <a:solidFill>
                                <a:schemeClr val="tx1"/>
                              </a:solidFill>
                              <a:latin typeface="IRANSans(FaNum)" panose="02040503050201020203" pitchFamily="18" charset="-78"/>
                              <a:cs typeface="IRANSans(FaNum)" panose="02040503050201020203" pitchFamily="18" charset="-78"/>
                            </a:rPr>
                            <a:t> شامل همه گره‌های شبکه است).</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14:m>
                            <m:oMathPara xmlns:m="http://schemas.openxmlformats.org/officeDocument/2006/math">
                              <m:oMathParaPr>
                                <m:jc m:val="centerGroup"/>
                              </m:oMathParaPr>
                              <m:oMath xmlns:m="http://schemas.openxmlformats.org/officeDocument/2006/math">
                                <m:sSup>
                                  <m:sSupPr>
                                    <m:ctrlPr>
                                      <a:rPr lang="en-US" sz="1600" b="1" i="1" smtClean="0">
                                        <a:solidFill>
                                          <a:srgbClr val="C00000"/>
                                        </a:solidFill>
                                        <a:latin typeface="Cambria Math" panose="02040503050406030204" pitchFamily="18" charset="0"/>
                                        <a:cs typeface="IRANSans(FaNum)" panose="02040503050201020203" pitchFamily="18" charset="-78"/>
                                      </a:rPr>
                                    </m:ctrlPr>
                                  </m:sSupPr>
                                  <m:e>
                                    <m:r>
                                      <a:rPr lang="en-US" sz="1600" b="1" i="1" smtClean="0">
                                        <a:solidFill>
                                          <a:srgbClr val="C00000"/>
                                        </a:solidFill>
                                        <a:latin typeface="Cambria Math" panose="02040503050406030204" pitchFamily="18" charset="0"/>
                                        <a:cs typeface="IRANSans(FaNum)" panose="02040503050201020203" pitchFamily="18" charset="-78"/>
                                      </a:rPr>
                                      <m:t>𝑵</m:t>
                                    </m:r>
                                  </m:e>
                                  <m:sup>
                                    <m:r>
                                      <a:rPr lang="en-US" sz="1600" b="1" i="1" smtClean="0">
                                        <a:solidFill>
                                          <a:srgbClr val="C00000"/>
                                        </a:solidFill>
                                        <a:latin typeface="Cambria Math" panose="02040503050406030204" pitchFamily="18" charset="0"/>
                                        <a:cs typeface="IRANSans(FaNum)" panose="02040503050201020203" pitchFamily="18" charset="-78"/>
                                      </a:rPr>
                                      <m:t>′</m:t>
                                    </m:r>
                                  </m:sup>
                                </m:sSup>
                              </m:oMath>
                            </m:oMathPara>
                          </a14:m>
                          <a:endParaRPr lang="en-US" sz="1600" b="1" dirty="0">
                            <a:solidFill>
                              <a:srgbClr val="C00000"/>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03117807"/>
                      </a:ext>
                    </a:extLst>
                  </a:tr>
                </a:tbl>
              </a:graphicData>
            </a:graphic>
          </p:graphicFrame>
        </mc:Choice>
        <mc:Fallback xmlns="">
          <p:graphicFrame>
            <p:nvGraphicFramePr>
              <p:cNvPr id="8" name="Table 7">
                <a:extLst>
                  <a:ext uri="{FF2B5EF4-FFF2-40B4-BE49-F238E27FC236}">
                    <a16:creationId xmlns:a16="http://schemas.microsoft.com/office/drawing/2014/main" id="{63E0B401-1F9B-50D8-BAFA-0071E1329AD5}"/>
                  </a:ext>
                </a:extLst>
              </p:cNvPr>
              <p:cNvGraphicFramePr>
                <a:graphicFrameLocks noGrp="1"/>
              </p:cNvGraphicFramePr>
              <p:nvPr>
                <p:extLst>
                  <p:ext uri="{D42A27DB-BD31-4B8C-83A1-F6EECF244321}">
                    <p14:modId xmlns:p14="http://schemas.microsoft.com/office/powerpoint/2010/main" val="1598726226"/>
                  </p:ext>
                </p:extLst>
              </p:nvPr>
            </p:nvGraphicFramePr>
            <p:xfrm>
              <a:off x="762831" y="2019486"/>
              <a:ext cx="4680000" cy="3852000"/>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38157685"/>
                        </a:ext>
                      </a:extLst>
                    </a:gridCol>
                    <a:gridCol w="1080000">
                      <a:extLst>
                        <a:ext uri="{9D8B030D-6E8A-4147-A177-3AD203B41FA5}">
                          <a16:colId xmlns:a16="http://schemas.microsoft.com/office/drawing/2014/main" val="1940226577"/>
                        </a:ext>
                      </a:extLst>
                    </a:gridCol>
                  </a:tblGrid>
                  <a:tr h="396000">
                    <a:tc>
                      <a:txBody>
                        <a:bodyPr/>
                        <a:lstStyle/>
                        <a:p>
                          <a:pPr algn="ctr"/>
                          <a:r>
                            <a:rPr lang="fa-IR" sz="1600" b="1" dirty="0">
                              <a:solidFill>
                                <a:srgbClr val="0000C8"/>
                              </a:solidFill>
                              <a:latin typeface="IRANSans(FaNum)" panose="02040503050201020203" pitchFamily="18" charset="-78"/>
                              <a:cs typeface="IRANSans(FaNum)" panose="02040503050201020203" pitchFamily="18" charset="-78"/>
                            </a:rPr>
                            <a:t>تعریف</a:t>
                          </a:r>
                          <a:endParaRPr lang="en-US" sz="1600" b="1"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tc>
                      <a:txBody>
                        <a:bodyPr/>
                        <a:lstStyle/>
                        <a:p>
                          <a:pPr algn="ctr"/>
                          <a:r>
                            <a:rPr lang="fa-IR" sz="1600" b="1" dirty="0">
                              <a:solidFill>
                                <a:srgbClr val="0000C8"/>
                              </a:solidFill>
                              <a:latin typeface="IRANSans(FaNum)" panose="02040503050201020203" pitchFamily="18" charset="-78"/>
                              <a:cs typeface="IRANSans(FaNum)" panose="02040503050201020203" pitchFamily="18" charset="-78"/>
                            </a:rPr>
                            <a:t>نماد</a:t>
                          </a:r>
                          <a:endParaRPr lang="en-US" sz="1600" b="1"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1326176471"/>
                      </a:ext>
                    </a:extLst>
                  </a:tr>
                  <a:tr h="648000">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69" t="-61682" r="-30288" b="-435514"/>
                          </a:stretch>
                        </a:blipFill>
                      </a:tcPr>
                    </a:tc>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334463" t="-61682" r="-1130" b="-435514"/>
                          </a:stretch>
                        </a:blipFill>
                      </a:tcPr>
                    </a:tc>
                    <a:extLst>
                      <a:ext uri="{0D108BD9-81ED-4DB2-BD59-A6C34878D82A}">
                        <a16:rowId xmlns:a16="http://schemas.microsoft.com/office/drawing/2014/main" val="425381905"/>
                      </a:ext>
                    </a:extLst>
                  </a:tr>
                  <a:tr h="648000">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69" t="-163208" r="-30288" b="-339623"/>
                          </a:stretch>
                        </a:blipFill>
                      </a:tcPr>
                    </a:tc>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334463" t="-163208" r="-1130" b="-339623"/>
                          </a:stretch>
                        </a:blipFill>
                      </a:tcPr>
                    </a:tc>
                    <a:extLst>
                      <a:ext uri="{0D108BD9-81ED-4DB2-BD59-A6C34878D82A}">
                        <a16:rowId xmlns:a16="http://schemas.microsoft.com/office/drawing/2014/main" val="4290865577"/>
                      </a:ext>
                    </a:extLst>
                  </a:tr>
                  <a:tr h="936000">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69" t="-181169" r="-30288" b="-133766"/>
                          </a:stretch>
                        </a:blipFill>
                      </a:tcPr>
                    </a:tc>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334463" t="-181169" r="-1130" b="-133766"/>
                          </a:stretch>
                        </a:blipFill>
                      </a:tcPr>
                    </a:tc>
                    <a:extLst>
                      <a:ext uri="{0D108BD9-81ED-4DB2-BD59-A6C34878D82A}">
                        <a16:rowId xmlns:a16="http://schemas.microsoft.com/office/drawing/2014/main" val="1976776946"/>
                      </a:ext>
                    </a:extLst>
                  </a:tr>
                  <a:tr h="1224000">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69" t="-215423" r="-30288" b="-2488"/>
                          </a:stretch>
                        </a:blipFill>
                      </a:tcPr>
                    </a:tc>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334463" t="-215423" r="-1130" b="-2488"/>
                          </a:stretch>
                        </a:blipFill>
                      </a:tcPr>
                    </a:tc>
                    <a:extLst>
                      <a:ext uri="{0D108BD9-81ED-4DB2-BD59-A6C34878D82A}">
                        <a16:rowId xmlns:a16="http://schemas.microsoft.com/office/drawing/2014/main" val="2303117807"/>
                      </a:ext>
                    </a:extLst>
                  </a:tr>
                </a:tbl>
              </a:graphicData>
            </a:graphic>
          </p:graphicFrame>
        </mc:Fallback>
      </mc:AlternateContent>
      <p:grpSp>
        <p:nvGrpSpPr>
          <p:cNvPr id="13" name="Group 12">
            <a:extLst>
              <a:ext uri="{FF2B5EF4-FFF2-40B4-BE49-F238E27FC236}">
                <a16:creationId xmlns:a16="http://schemas.microsoft.com/office/drawing/2014/main" id="{F7C8D86B-2C93-006C-5AB5-0A212D3840B2}"/>
              </a:ext>
            </a:extLst>
          </p:cNvPr>
          <p:cNvGrpSpPr/>
          <p:nvPr/>
        </p:nvGrpSpPr>
        <p:grpSpPr>
          <a:xfrm>
            <a:off x="644769" y="1403292"/>
            <a:ext cx="4923693" cy="4601555"/>
            <a:chOff x="644769" y="1403292"/>
            <a:chExt cx="4923693" cy="4601555"/>
          </a:xfrm>
        </p:grpSpPr>
        <p:sp>
          <p:nvSpPr>
            <p:cNvPr id="11" name="Rectangle 10">
              <a:extLst>
                <a:ext uri="{FF2B5EF4-FFF2-40B4-BE49-F238E27FC236}">
                  <a16:creationId xmlns:a16="http://schemas.microsoft.com/office/drawing/2014/main" id="{B5A2666C-5325-37FB-7632-523EFE6E3543}"/>
                </a:ext>
              </a:extLst>
            </p:cNvPr>
            <p:cNvSpPr/>
            <p:nvPr/>
          </p:nvSpPr>
          <p:spPr>
            <a:xfrm>
              <a:off x="644769" y="1612847"/>
              <a:ext cx="4923693" cy="4392000"/>
            </a:xfrm>
            <a:prstGeom prst="rect">
              <a:avLst/>
            </a:prstGeom>
            <a:noFill/>
            <a:ln w="25400">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6DFDD4AF-0358-7078-35DA-1FDBD2988CD8}"/>
                </a:ext>
              </a:extLst>
            </p:cNvPr>
            <p:cNvSpPr/>
            <p:nvPr/>
          </p:nvSpPr>
          <p:spPr>
            <a:xfrm>
              <a:off x="3540369" y="1403292"/>
              <a:ext cx="1728000" cy="432000"/>
            </a:xfrm>
            <a:prstGeom prst="rect">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a-IR" sz="1600" b="1" dirty="0">
                  <a:solidFill>
                    <a:srgbClr val="0000C8"/>
                  </a:solidFill>
                  <a:latin typeface="IRANSans(FaNum)" panose="02040503050201020203" pitchFamily="18" charset="-78"/>
                  <a:cs typeface="IRANSans(FaNum)" panose="02040503050201020203" pitchFamily="18" charset="-78"/>
                </a:rPr>
                <a:t>تعریف نمادها</a:t>
              </a:r>
              <a:endParaRPr lang="en-US" sz="1600" b="1" dirty="0">
                <a:solidFill>
                  <a:srgbClr val="0000C8"/>
                </a:solidFill>
                <a:latin typeface="IRANSans(FaNum)" panose="02040503050201020203" pitchFamily="18" charset="-78"/>
                <a:cs typeface="IRANSans(FaNum)" panose="02040503050201020203" pitchFamily="18" charset="-78"/>
              </a:endParaRPr>
            </a:p>
          </p:txBody>
        </p:sp>
      </p:grpSp>
    </p:spTree>
    <p:extLst>
      <p:ext uri="{BB962C8B-B14F-4D97-AF65-F5344CB8AC3E}">
        <p14:creationId xmlns:p14="http://schemas.microsoft.com/office/powerpoint/2010/main" val="2226207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9">
                                            <p:txEl>
                                              <p:pRg st="0" end="0"/>
                                            </p:txEl>
                                          </p:spTgt>
                                        </p:tgtEl>
                                        <p:attrNameLst>
                                          <p:attrName>style.visibility</p:attrName>
                                        </p:attrNameLst>
                                      </p:cBhvr>
                                      <p:to>
                                        <p:strVal val="visible"/>
                                      </p:to>
                                    </p:set>
                                    <p:animEffect transition="in" filter="fade">
                                      <p:cBhvr>
                                        <p:cTn id="13" dur="1000"/>
                                        <p:tgtEl>
                                          <p:spTgt spid="9">
                                            <p:txEl>
                                              <p:pRg st="0" end="0"/>
                                            </p:txEl>
                                          </p:spTgt>
                                        </p:tgtEl>
                                      </p:cBhvr>
                                    </p:animEffect>
                                    <p:anim calcmode="lin" valueType="num">
                                      <p:cBhvr>
                                        <p:cTn id="14"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9">
                                            <p:txEl>
                                              <p:pRg st="1" end="1"/>
                                            </p:txEl>
                                          </p:spTgt>
                                        </p:tgtEl>
                                        <p:attrNameLst>
                                          <p:attrName>style.visibility</p:attrName>
                                        </p:attrNameLst>
                                      </p:cBhvr>
                                      <p:to>
                                        <p:strVal val="visible"/>
                                      </p:to>
                                    </p:set>
                                    <p:animEffect transition="in" filter="fade">
                                      <p:cBhvr>
                                        <p:cTn id="19" dur="1000"/>
                                        <p:tgtEl>
                                          <p:spTgt spid="9">
                                            <p:txEl>
                                              <p:pRg st="1" end="1"/>
                                            </p:txEl>
                                          </p:spTgt>
                                        </p:tgtEl>
                                      </p:cBhvr>
                                    </p:animEffect>
                                    <p:anim calcmode="lin" valueType="num">
                                      <p:cBhvr>
                                        <p:cTn id="20" dur="1000" fill="hold"/>
                                        <p:tgtEl>
                                          <p:spTgt spid="9">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9">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9">
                                            <p:txEl>
                                              <p:pRg st="2" end="2"/>
                                            </p:txEl>
                                          </p:spTgt>
                                        </p:tgtEl>
                                        <p:attrNameLst>
                                          <p:attrName>style.visibility</p:attrName>
                                        </p:attrNameLst>
                                      </p:cBhvr>
                                      <p:to>
                                        <p:strVal val="visible"/>
                                      </p:to>
                                    </p:set>
                                    <p:animEffect transition="in" filter="fade">
                                      <p:cBhvr>
                                        <p:cTn id="25" dur="1000"/>
                                        <p:tgtEl>
                                          <p:spTgt spid="9">
                                            <p:txEl>
                                              <p:pRg st="2" end="2"/>
                                            </p:txEl>
                                          </p:spTgt>
                                        </p:tgtEl>
                                      </p:cBhvr>
                                    </p:animEffect>
                                    <p:anim calcmode="lin" valueType="num">
                                      <p:cBhvr>
                                        <p:cTn id="26" dur="1000" fill="hold"/>
                                        <p:tgtEl>
                                          <p:spTgt spid="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9">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nodeType="clickEffect">
                                  <p:stCondLst>
                                    <p:cond delay="0"/>
                                  </p:stCondLst>
                                  <p:childTnLst>
                                    <p:set>
                                      <p:cBhvr>
                                        <p:cTn id="31" dur="1" fill="hold">
                                          <p:stCondLst>
                                            <p:cond delay="0"/>
                                          </p:stCondLst>
                                        </p:cTn>
                                        <p:tgtEl>
                                          <p:spTgt spid="9">
                                            <p:txEl>
                                              <p:pRg st="3" end="3"/>
                                            </p:txEl>
                                          </p:spTgt>
                                        </p:tgtEl>
                                        <p:attrNameLst>
                                          <p:attrName>style.visibility</p:attrName>
                                        </p:attrNameLst>
                                      </p:cBhvr>
                                      <p:to>
                                        <p:strVal val="visible"/>
                                      </p:to>
                                    </p:set>
                                    <p:animEffect transition="in" filter="fade">
                                      <p:cBhvr>
                                        <p:cTn id="32" dur="1000"/>
                                        <p:tgtEl>
                                          <p:spTgt spid="9">
                                            <p:txEl>
                                              <p:pRg st="3" end="3"/>
                                            </p:txEl>
                                          </p:spTgt>
                                        </p:tgtEl>
                                      </p:cBhvr>
                                    </p:animEffect>
                                    <p:anim calcmode="lin" valueType="num">
                                      <p:cBhvr>
                                        <p:cTn id="33" dur="1000" fill="hold"/>
                                        <p:tgtEl>
                                          <p:spTgt spid="9">
                                            <p:txEl>
                                              <p:pRg st="3" end="3"/>
                                            </p:txEl>
                                          </p:spTgt>
                                        </p:tgtEl>
                                        <p:attrNameLst>
                                          <p:attrName>ppt_x</p:attrName>
                                        </p:attrNameLst>
                                      </p:cBhvr>
                                      <p:tavLst>
                                        <p:tav tm="0">
                                          <p:val>
                                            <p:strVal val="#ppt_x"/>
                                          </p:val>
                                        </p:tav>
                                        <p:tav tm="100000">
                                          <p:val>
                                            <p:strVal val="#ppt_x"/>
                                          </p:val>
                                        </p:tav>
                                      </p:tavLst>
                                    </p:anim>
                                    <p:anim calcmode="lin" valueType="num">
                                      <p:cBhvr>
                                        <p:cTn id="34" dur="1000" fill="hold"/>
                                        <p:tgtEl>
                                          <p:spTgt spid="9">
                                            <p:txEl>
                                              <p:pRg st="3" end="3"/>
                                            </p:txEl>
                                          </p:spTgt>
                                        </p:tgtEl>
                                        <p:attrNameLst>
                                          <p:attrName>ppt_y</p:attrName>
                                        </p:attrNameLst>
                                      </p:cBhvr>
                                      <p:tavLst>
                                        <p:tav tm="0">
                                          <p:val>
                                            <p:strVal val="#ppt_y+.1"/>
                                          </p:val>
                                        </p:tav>
                                        <p:tav tm="100000">
                                          <p:val>
                                            <p:strVal val="#ppt_y"/>
                                          </p:val>
                                        </p:tav>
                                      </p:tavLst>
                                    </p:anim>
                                  </p:childTnLst>
                                </p:cTn>
                              </p:par>
                            </p:childTnLst>
                          </p:cTn>
                        </p:par>
                        <p:par>
                          <p:cTn id="35" fill="hold">
                            <p:stCondLst>
                              <p:cond delay="1000"/>
                            </p:stCondLst>
                            <p:childTnLst>
                              <p:par>
                                <p:cTn id="36" presetID="42" presetClass="entr" presetSubtype="0" fill="hold" nodeType="afterEffect">
                                  <p:stCondLst>
                                    <p:cond delay="0"/>
                                  </p:stCondLst>
                                  <p:childTnLst>
                                    <p:set>
                                      <p:cBhvr>
                                        <p:cTn id="37" dur="1" fill="hold">
                                          <p:stCondLst>
                                            <p:cond delay="0"/>
                                          </p:stCondLst>
                                        </p:cTn>
                                        <p:tgtEl>
                                          <p:spTgt spid="9">
                                            <p:txEl>
                                              <p:pRg st="4" end="4"/>
                                            </p:txEl>
                                          </p:spTgt>
                                        </p:tgtEl>
                                        <p:attrNameLst>
                                          <p:attrName>style.visibility</p:attrName>
                                        </p:attrNameLst>
                                      </p:cBhvr>
                                      <p:to>
                                        <p:strVal val="visible"/>
                                      </p:to>
                                    </p:set>
                                    <p:animEffect transition="in" filter="fade">
                                      <p:cBhvr>
                                        <p:cTn id="38" dur="1000"/>
                                        <p:tgtEl>
                                          <p:spTgt spid="9">
                                            <p:txEl>
                                              <p:pRg st="4" end="4"/>
                                            </p:txEl>
                                          </p:spTgt>
                                        </p:tgtEl>
                                      </p:cBhvr>
                                    </p:animEffect>
                                    <p:anim calcmode="lin" valueType="num">
                                      <p:cBhvr>
                                        <p:cTn id="39" dur="1000" fill="hold"/>
                                        <p:tgtEl>
                                          <p:spTgt spid="9">
                                            <p:txEl>
                                              <p:pRg st="4" end="4"/>
                                            </p:txEl>
                                          </p:spTgt>
                                        </p:tgtEl>
                                        <p:attrNameLst>
                                          <p:attrName>ppt_x</p:attrName>
                                        </p:attrNameLst>
                                      </p:cBhvr>
                                      <p:tavLst>
                                        <p:tav tm="0">
                                          <p:val>
                                            <p:strVal val="#ppt_x"/>
                                          </p:val>
                                        </p:tav>
                                        <p:tav tm="100000">
                                          <p:val>
                                            <p:strVal val="#ppt_x"/>
                                          </p:val>
                                        </p:tav>
                                      </p:tavLst>
                                    </p:anim>
                                    <p:anim calcmode="lin" valueType="num">
                                      <p:cBhvr>
                                        <p:cTn id="40" dur="1000" fill="hold"/>
                                        <p:tgtEl>
                                          <p:spTgt spid="9">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dissolve">
                                      <p:cBhvr>
                                        <p:cTn id="45" dur="500"/>
                                        <p:tgtEl>
                                          <p:spTgt spid="13"/>
                                        </p:tgtEl>
                                      </p:cBhvr>
                                    </p:animEffect>
                                  </p:childTnLst>
                                </p:cTn>
                              </p:par>
                              <p:par>
                                <p:cTn id="46" presetID="9" presetClass="entr" presetSubtype="0" fill="hold" nodeType="with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dissolve">
                                      <p:cBhvr>
                                        <p:cTn id="4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45" name="Content Placeholder 2">
            <a:extLst>
              <a:ext uri="{FF2B5EF4-FFF2-40B4-BE49-F238E27FC236}">
                <a16:creationId xmlns:a16="http://schemas.microsoft.com/office/drawing/2014/main" id="{33D1BD1C-DDAD-716C-26E6-2F9C225A779B}"/>
              </a:ext>
            </a:extLst>
          </p:cNvPr>
          <p:cNvSpPr txBox="1">
            <a:spLocks/>
          </p:cNvSpPr>
          <p:nvPr/>
        </p:nvSpPr>
        <p:spPr>
          <a:xfrm>
            <a:off x="5391150" y="1314108"/>
            <a:ext cx="6449217" cy="5236843"/>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1200"/>
              </a:spcBef>
              <a:spcAft>
                <a:spcPts val="600"/>
              </a:spcAft>
              <a:buNone/>
            </a:pPr>
            <a:r>
              <a:rPr lang="fa-IR" sz="1800" b="1" dirty="0">
                <a:solidFill>
                  <a:srgbClr val="1F1FFF"/>
                </a:solidFill>
                <a:latin typeface="IRANSans(FaNum)" panose="02040503050201020203" pitchFamily="18" charset="-78"/>
              </a:rPr>
              <a:t>الگوریتم مسیریابی سیل‌آسا (</a:t>
            </a:r>
            <a:r>
              <a:rPr lang="en-US" sz="1800" b="1" dirty="0">
                <a:solidFill>
                  <a:srgbClr val="1F1FFF"/>
                </a:solidFill>
                <a:latin typeface="IRANSans(FaNum)" panose="02040503050201020203" pitchFamily="18" charset="-78"/>
              </a:rPr>
              <a:t>flooding routing algorithm</a:t>
            </a:r>
            <a:r>
              <a:rPr lang="fa-IR" sz="1800" b="1" dirty="0">
                <a:solidFill>
                  <a:srgbClr val="1F1FFF"/>
                </a:solidFill>
                <a:latin typeface="IRANSans(FaNum)" panose="02040503050201020203" pitchFamily="18" charset="-78"/>
              </a:rPr>
              <a:t>)</a:t>
            </a:r>
            <a:endParaRPr lang="en-US" sz="1800" b="1" dirty="0">
              <a:solidFill>
                <a:srgbClr val="1F1FFF"/>
              </a:solidFill>
              <a:latin typeface="IRANSans(FaNum)" panose="02040503050201020203" pitchFamily="18" charset="-78"/>
            </a:endParaRPr>
          </a:p>
          <a:p>
            <a:pPr marL="360000" lvl="1" indent="-144000">
              <a:lnSpc>
                <a:spcPct val="125000"/>
              </a:lnSpc>
              <a:spcBef>
                <a:spcPts val="0"/>
              </a:spcBef>
              <a:spcAft>
                <a:spcPts val="600"/>
              </a:spcAft>
            </a:pPr>
            <a:r>
              <a:rPr lang="fa-IR" sz="1600" b="1" dirty="0">
                <a:solidFill>
                  <a:srgbClr val="C00000"/>
                </a:solidFill>
              </a:rPr>
              <a:t>روش انجام:</a:t>
            </a:r>
          </a:p>
          <a:p>
            <a:pPr marL="720000" lvl="1" indent="-144000">
              <a:lnSpc>
                <a:spcPct val="125000"/>
              </a:lnSpc>
              <a:spcBef>
                <a:spcPts val="0"/>
              </a:spcBef>
              <a:spcAft>
                <a:spcPts val="600"/>
              </a:spcAft>
            </a:pPr>
            <a:r>
              <a:rPr lang="fa-IR" sz="1600" b="1" dirty="0">
                <a:solidFill>
                  <a:srgbClr val="1F1FFF"/>
                </a:solidFill>
                <a:latin typeface="IRANSans(FaNum)" panose="02040503050201020203" pitchFamily="18" charset="-78"/>
              </a:rPr>
              <a:t>گره مبدأ بسته (اطلاعات) را به هم گره‌های همسایه خود ارسال (</a:t>
            </a:r>
            <a:r>
              <a:rPr lang="en-US" sz="1600" b="1" dirty="0">
                <a:solidFill>
                  <a:srgbClr val="1F1FFF"/>
                </a:solidFill>
                <a:latin typeface="IRANSans(FaNum)" panose="02040503050201020203" pitchFamily="18" charset="-78"/>
              </a:rPr>
              <a:t>broadcast</a:t>
            </a:r>
            <a:r>
              <a:rPr lang="fa-IR" sz="1600" b="1" dirty="0">
                <a:solidFill>
                  <a:srgbClr val="1F1FFF"/>
                </a:solidFill>
                <a:latin typeface="IRANSans(FaNum)" panose="02040503050201020203" pitchFamily="18" charset="-78"/>
              </a:rPr>
              <a:t>) می‌کند.</a:t>
            </a:r>
          </a:p>
          <a:p>
            <a:pPr marL="720000" lvl="1" indent="-144000">
              <a:lnSpc>
                <a:spcPct val="125000"/>
              </a:lnSpc>
              <a:spcBef>
                <a:spcPts val="0"/>
              </a:spcBef>
              <a:spcAft>
                <a:spcPts val="600"/>
              </a:spcAft>
            </a:pPr>
            <a:r>
              <a:rPr lang="fa-IR" sz="1600" b="1" dirty="0">
                <a:solidFill>
                  <a:srgbClr val="1F1FFF"/>
                </a:solidFill>
                <a:latin typeface="IRANSans(FaNum)" panose="02040503050201020203" pitchFamily="18" charset="-78"/>
              </a:rPr>
              <a:t>هر گره بسته دریافتی را به همه همسایه‌های خود به جز همسایه‌ای که بسته را از آن دریافت کرده ارسال مجدد (</a:t>
            </a:r>
            <a:r>
              <a:rPr lang="en-US" sz="1600" b="1" dirty="0">
                <a:solidFill>
                  <a:srgbClr val="1F1FFF"/>
                </a:solidFill>
                <a:latin typeface="IRANSans(FaNum)" panose="02040503050201020203" pitchFamily="18" charset="-78"/>
              </a:rPr>
              <a:t>rebroadcast</a:t>
            </a:r>
            <a:r>
              <a:rPr lang="fa-IR" sz="1600" b="1" dirty="0">
                <a:solidFill>
                  <a:srgbClr val="1F1FFF"/>
                </a:solidFill>
                <a:latin typeface="IRANSans(FaNum)" panose="02040503050201020203" pitchFamily="18" charset="-78"/>
              </a:rPr>
              <a:t>) می‌کند. (در الگوریتم سیل‌آسا سازوکارهایی نظیر نگهداری شناسه بسته بازپخش شده برای فقط یکبار بازپخش بسته وجود دارد)</a:t>
            </a:r>
          </a:p>
          <a:p>
            <a:pPr marL="360000" lvl="1" indent="-144000">
              <a:lnSpc>
                <a:spcPct val="125000"/>
              </a:lnSpc>
              <a:spcBef>
                <a:spcPts val="600"/>
              </a:spcBef>
              <a:spcAft>
                <a:spcPts val="600"/>
              </a:spcAft>
            </a:pPr>
            <a:r>
              <a:rPr lang="fa-IR" sz="1600" b="1" dirty="0">
                <a:solidFill>
                  <a:srgbClr val="C00000"/>
                </a:solidFill>
                <a:latin typeface="IRANSans(FaNum)" panose="02040503050201020203" pitchFamily="18" charset="-78"/>
              </a:rPr>
              <a:t>کاربردهای الگوریتم سیل‌آسا:</a:t>
            </a:r>
          </a:p>
          <a:p>
            <a:pPr marL="864000" lvl="1" indent="-144000">
              <a:lnSpc>
                <a:spcPct val="125000"/>
              </a:lnSpc>
              <a:spcBef>
                <a:spcPts val="0"/>
              </a:spcBef>
              <a:spcAft>
                <a:spcPts val="600"/>
              </a:spcAft>
            </a:pPr>
            <a:r>
              <a:rPr lang="fa-IR" sz="1600" b="1" dirty="0">
                <a:solidFill>
                  <a:srgbClr val="1F1FFF"/>
                </a:solidFill>
                <a:latin typeface="Cambria Math" panose="02040503050406030204" pitchFamily="18" charset="0"/>
              </a:rPr>
              <a:t>ارسال اطلاعات به همه گره‌های شبکه (نظیر ارسال وضعیت لینک‌ها در الگوریتم‌های مسیریابی وضعیت لینک به همه مسیریاب‌ها) </a:t>
            </a:r>
          </a:p>
          <a:p>
            <a:pPr marL="864000" lvl="1" indent="-144000">
              <a:lnSpc>
                <a:spcPct val="125000"/>
              </a:lnSpc>
              <a:spcBef>
                <a:spcPts val="0"/>
              </a:spcBef>
              <a:spcAft>
                <a:spcPts val="600"/>
              </a:spcAft>
            </a:pPr>
            <a:r>
              <a:rPr lang="fa-IR" sz="1600" b="1" dirty="0">
                <a:solidFill>
                  <a:srgbClr val="1F1FFF"/>
                </a:solidFill>
                <a:latin typeface="Cambria Math" panose="02040503050406030204" pitchFamily="18" charset="0"/>
              </a:rPr>
              <a:t>در شروع کار که اطلاعاتی از پیکربندی شبکه وجود ندارد.</a:t>
            </a:r>
          </a:p>
          <a:p>
            <a:pPr marL="864000" lvl="1" indent="-144000">
              <a:lnSpc>
                <a:spcPct val="125000"/>
              </a:lnSpc>
              <a:spcBef>
                <a:spcPts val="0"/>
              </a:spcBef>
              <a:spcAft>
                <a:spcPts val="600"/>
              </a:spcAft>
            </a:pPr>
            <a:r>
              <a:rPr lang="fa-IR" sz="1600" b="1" dirty="0">
                <a:solidFill>
                  <a:srgbClr val="1F1FFF"/>
                </a:solidFill>
                <a:latin typeface="Cambria Math" panose="02040503050406030204" pitchFamily="18" charset="0"/>
              </a:rPr>
              <a:t>در شبکه‌های با نرخ تغییرات بسیار بالا که توپولوژی شبکه به طور دائمی در حال تغییر است.</a:t>
            </a:r>
            <a:endParaRPr lang="fa-IR" sz="1800" b="1" dirty="0">
              <a:solidFill>
                <a:srgbClr val="1F1FFF"/>
              </a:solidFill>
              <a:latin typeface="Cambria Math" panose="02040503050406030204" pitchFamily="18" charset="0"/>
            </a:endParaRPr>
          </a:p>
          <a:p>
            <a:pPr marL="720000" lvl="1" indent="0">
              <a:lnSpc>
                <a:spcPct val="125000"/>
              </a:lnSpc>
              <a:spcBef>
                <a:spcPts val="0"/>
              </a:spcBef>
              <a:spcAft>
                <a:spcPts val="600"/>
              </a:spcAft>
              <a:buNone/>
            </a:pPr>
            <a:endParaRPr lang="fa-IR" sz="1800" b="1" dirty="0">
              <a:solidFill>
                <a:srgbClr val="0000FF"/>
              </a:solidFill>
              <a:latin typeface="IRANSans(FaNum)" panose="02040503050201020203" pitchFamily="18" charset="-78"/>
            </a:endParaRPr>
          </a:p>
        </p:txBody>
      </p:sp>
      <p:grpSp>
        <p:nvGrpSpPr>
          <p:cNvPr id="460" name="Group 459">
            <a:extLst>
              <a:ext uri="{FF2B5EF4-FFF2-40B4-BE49-F238E27FC236}">
                <a16:creationId xmlns:a16="http://schemas.microsoft.com/office/drawing/2014/main" id="{5428A8BA-5C31-239A-E5E1-BEB04D283E3A}"/>
              </a:ext>
            </a:extLst>
          </p:cNvPr>
          <p:cNvGrpSpPr>
            <a:grpSpLocks noChangeAspect="1"/>
          </p:cNvGrpSpPr>
          <p:nvPr/>
        </p:nvGrpSpPr>
        <p:grpSpPr>
          <a:xfrm>
            <a:off x="547098" y="2127371"/>
            <a:ext cx="4228776" cy="3069820"/>
            <a:chOff x="707308" y="1684530"/>
            <a:chExt cx="3001076" cy="2178587"/>
          </a:xfrm>
        </p:grpSpPr>
        <p:sp>
          <p:nvSpPr>
            <p:cNvPr id="8" name="Oval 7">
              <a:extLst>
                <a:ext uri="{FF2B5EF4-FFF2-40B4-BE49-F238E27FC236}">
                  <a16:creationId xmlns:a16="http://schemas.microsoft.com/office/drawing/2014/main" id="{54276A83-3A59-236E-1966-516F2F1B6631}"/>
                </a:ext>
              </a:extLst>
            </p:cNvPr>
            <p:cNvSpPr/>
            <p:nvPr/>
          </p:nvSpPr>
          <p:spPr>
            <a:xfrm>
              <a:off x="707308" y="1684530"/>
              <a:ext cx="383227" cy="383227"/>
            </a:xfrm>
            <a:prstGeom prst="ellipse">
              <a:avLst/>
            </a:prstGeom>
            <a:solidFill>
              <a:schemeClr val="accent1">
                <a:lumMod val="20000"/>
                <a:lumOff val="80000"/>
              </a:schemeClr>
            </a:solidFill>
            <a:ln w="25400">
              <a:solidFill>
                <a:srgbClr val="1F1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1F1FFF"/>
                  </a:solidFill>
                  <a:latin typeface="Arial" panose="020B0604020202020204" pitchFamily="34" charset="0"/>
                  <a:cs typeface="Arial" panose="020B0604020202020204" pitchFamily="34" charset="0"/>
                </a:rPr>
                <a:t>1</a:t>
              </a:r>
            </a:p>
          </p:txBody>
        </p:sp>
        <p:sp>
          <p:nvSpPr>
            <p:cNvPr id="9" name="Oval 8">
              <a:extLst>
                <a:ext uri="{FF2B5EF4-FFF2-40B4-BE49-F238E27FC236}">
                  <a16:creationId xmlns:a16="http://schemas.microsoft.com/office/drawing/2014/main" id="{45428110-D8CF-BFE2-2CAA-9E7C2FD02790}"/>
                </a:ext>
              </a:extLst>
            </p:cNvPr>
            <p:cNvSpPr/>
            <p:nvPr/>
          </p:nvSpPr>
          <p:spPr>
            <a:xfrm>
              <a:off x="2451200" y="1684530"/>
              <a:ext cx="383227" cy="383227"/>
            </a:xfrm>
            <a:prstGeom prst="ellipse">
              <a:avLst/>
            </a:prstGeom>
            <a:solidFill>
              <a:schemeClr val="accent1">
                <a:lumMod val="20000"/>
                <a:lumOff val="80000"/>
              </a:schemeClr>
            </a:solidFill>
            <a:ln w="25400">
              <a:solidFill>
                <a:srgbClr val="1F1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1F1FFF"/>
                  </a:solidFill>
                  <a:latin typeface="Arial" panose="020B0604020202020204" pitchFamily="34" charset="0"/>
                  <a:cs typeface="Arial" panose="020B0604020202020204" pitchFamily="34" charset="0"/>
                </a:rPr>
                <a:t>3</a:t>
              </a:r>
            </a:p>
          </p:txBody>
        </p:sp>
        <p:cxnSp>
          <p:nvCxnSpPr>
            <p:cNvPr id="12" name="Straight Connector 11">
              <a:extLst>
                <a:ext uri="{FF2B5EF4-FFF2-40B4-BE49-F238E27FC236}">
                  <a16:creationId xmlns:a16="http://schemas.microsoft.com/office/drawing/2014/main" id="{F570C818-CFF6-2E35-2F5C-244692DB8214}"/>
                </a:ext>
              </a:extLst>
            </p:cNvPr>
            <p:cNvCxnSpPr>
              <a:stCxn id="8" idx="6"/>
              <a:endCxn id="9" idx="2"/>
            </p:cNvCxnSpPr>
            <p:nvPr/>
          </p:nvCxnSpPr>
          <p:spPr>
            <a:xfrm>
              <a:off x="1090535" y="1876143"/>
              <a:ext cx="1360665" cy="0"/>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ECE2DF7B-14C8-B988-160D-CA4AFF7AE7DD}"/>
                </a:ext>
              </a:extLst>
            </p:cNvPr>
            <p:cNvSpPr/>
            <p:nvPr/>
          </p:nvSpPr>
          <p:spPr>
            <a:xfrm>
              <a:off x="1579254" y="2581673"/>
              <a:ext cx="383227" cy="383227"/>
            </a:xfrm>
            <a:prstGeom prst="ellipse">
              <a:avLst/>
            </a:prstGeom>
            <a:solidFill>
              <a:schemeClr val="accent1">
                <a:lumMod val="20000"/>
                <a:lumOff val="80000"/>
              </a:schemeClr>
            </a:solidFill>
            <a:ln w="25400">
              <a:solidFill>
                <a:srgbClr val="1F1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1F1FFF"/>
                  </a:solidFill>
                  <a:latin typeface="Arial" panose="020B0604020202020204" pitchFamily="34" charset="0"/>
                  <a:cs typeface="Arial" panose="020B0604020202020204" pitchFamily="34" charset="0"/>
                </a:rPr>
                <a:t>4</a:t>
              </a:r>
            </a:p>
          </p:txBody>
        </p:sp>
        <p:sp>
          <p:nvSpPr>
            <p:cNvPr id="47" name="Oval 46">
              <a:extLst>
                <a:ext uri="{FF2B5EF4-FFF2-40B4-BE49-F238E27FC236}">
                  <a16:creationId xmlns:a16="http://schemas.microsoft.com/office/drawing/2014/main" id="{66511FCB-CA2D-DB09-0829-008B59CB6D0B}"/>
                </a:ext>
              </a:extLst>
            </p:cNvPr>
            <p:cNvSpPr/>
            <p:nvPr/>
          </p:nvSpPr>
          <p:spPr>
            <a:xfrm>
              <a:off x="3325157" y="2652072"/>
              <a:ext cx="383227" cy="383227"/>
            </a:xfrm>
            <a:prstGeom prst="ellipse">
              <a:avLst/>
            </a:prstGeom>
            <a:solidFill>
              <a:schemeClr val="accent1">
                <a:lumMod val="20000"/>
                <a:lumOff val="80000"/>
              </a:schemeClr>
            </a:solidFill>
            <a:ln w="25400">
              <a:solidFill>
                <a:srgbClr val="1F1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1F1FFF"/>
                  </a:solidFill>
                  <a:latin typeface="Arial" panose="020B0604020202020204" pitchFamily="34" charset="0"/>
                  <a:cs typeface="Arial" panose="020B0604020202020204" pitchFamily="34" charset="0"/>
                </a:rPr>
                <a:t>6</a:t>
              </a:r>
            </a:p>
          </p:txBody>
        </p:sp>
        <p:sp>
          <p:nvSpPr>
            <p:cNvPr id="48" name="Oval 47">
              <a:extLst>
                <a:ext uri="{FF2B5EF4-FFF2-40B4-BE49-F238E27FC236}">
                  <a16:creationId xmlns:a16="http://schemas.microsoft.com/office/drawing/2014/main" id="{8E2ADD28-DCAC-0807-37E0-36105AC8872D}"/>
                </a:ext>
              </a:extLst>
            </p:cNvPr>
            <p:cNvSpPr/>
            <p:nvPr/>
          </p:nvSpPr>
          <p:spPr>
            <a:xfrm>
              <a:off x="707308" y="3479890"/>
              <a:ext cx="383227" cy="383227"/>
            </a:xfrm>
            <a:prstGeom prst="ellipse">
              <a:avLst/>
            </a:prstGeom>
            <a:solidFill>
              <a:schemeClr val="accent1">
                <a:lumMod val="20000"/>
                <a:lumOff val="80000"/>
              </a:schemeClr>
            </a:solidFill>
            <a:ln w="25400">
              <a:solidFill>
                <a:srgbClr val="1F1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1F1FFF"/>
                  </a:solidFill>
                  <a:latin typeface="Arial" panose="020B0604020202020204" pitchFamily="34" charset="0"/>
                  <a:cs typeface="Arial" panose="020B0604020202020204" pitchFamily="34" charset="0"/>
                </a:rPr>
                <a:t>2</a:t>
              </a:r>
            </a:p>
          </p:txBody>
        </p:sp>
        <p:sp>
          <p:nvSpPr>
            <p:cNvPr id="49" name="Oval 48">
              <a:extLst>
                <a:ext uri="{FF2B5EF4-FFF2-40B4-BE49-F238E27FC236}">
                  <a16:creationId xmlns:a16="http://schemas.microsoft.com/office/drawing/2014/main" id="{A5F44B47-E620-737C-7D24-1010E8A1291E}"/>
                </a:ext>
              </a:extLst>
            </p:cNvPr>
            <p:cNvSpPr/>
            <p:nvPr/>
          </p:nvSpPr>
          <p:spPr>
            <a:xfrm>
              <a:off x="2453170" y="3479890"/>
              <a:ext cx="383227" cy="383227"/>
            </a:xfrm>
            <a:prstGeom prst="ellipse">
              <a:avLst/>
            </a:prstGeom>
            <a:solidFill>
              <a:schemeClr val="accent1">
                <a:lumMod val="20000"/>
                <a:lumOff val="80000"/>
              </a:schemeClr>
            </a:solidFill>
            <a:ln w="25400">
              <a:solidFill>
                <a:srgbClr val="1F1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1F1FFF"/>
                  </a:solidFill>
                  <a:latin typeface="Arial" panose="020B0604020202020204" pitchFamily="34" charset="0"/>
                  <a:cs typeface="Arial" panose="020B0604020202020204" pitchFamily="34" charset="0"/>
                </a:rPr>
                <a:t>5</a:t>
              </a:r>
            </a:p>
          </p:txBody>
        </p:sp>
        <p:cxnSp>
          <p:nvCxnSpPr>
            <p:cNvPr id="50" name="Straight Connector 49">
              <a:extLst>
                <a:ext uri="{FF2B5EF4-FFF2-40B4-BE49-F238E27FC236}">
                  <a16:creationId xmlns:a16="http://schemas.microsoft.com/office/drawing/2014/main" id="{15ACB993-ABB4-837F-DF14-EFC054DBE8C5}"/>
                </a:ext>
              </a:extLst>
            </p:cNvPr>
            <p:cNvCxnSpPr>
              <a:cxnSpLocks/>
              <a:stCxn id="8" idx="5"/>
              <a:endCxn id="46" idx="1"/>
            </p:cNvCxnSpPr>
            <p:nvPr/>
          </p:nvCxnSpPr>
          <p:spPr>
            <a:xfrm>
              <a:off x="1034413" y="2011635"/>
              <a:ext cx="600964" cy="626160"/>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49D32466-72EC-1993-7B6B-3331034AF4EA}"/>
                </a:ext>
              </a:extLst>
            </p:cNvPr>
            <p:cNvCxnSpPr>
              <a:cxnSpLocks/>
              <a:stCxn id="48" idx="6"/>
              <a:endCxn id="49" idx="2"/>
            </p:cNvCxnSpPr>
            <p:nvPr/>
          </p:nvCxnSpPr>
          <p:spPr>
            <a:xfrm>
              <a:off x="1090535" y="3671504"/>
              <a:ext cx="1362635" cy="0"/>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7AFA421-4B00-4E11-B6D5-9F9039EE5E16}"/>
                </a:ext>
              </a:extLst>
            </p:cNvPr>
            <p:cNvCxnSpPr>
              <a:cxnSpLocks/>
              <a:stCxn id="49" idx="7"/>
              <a:endCxn id="47" idx="3"/>
            </p:cNvCxnSpPr>
            <p:nvPr/>
          </p:nvCxnSpPr>
          <p:spPr>
            <a:xfrm flipV="1">
              <a:off x="2780275" y="2979176"/>
              <a:ext cx="601004" cy="556836"/>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064DE883-0F32-F4E1-ACF2-90C2A5B08CB6}"/>
                </a:ext>
              </a:extLst>
            </p:cNvPr>
            <p:cNvCxnSpPr>
              <a:cxnSpLocks/>
              <a:stCxn id="9" idx="5"/>
              <a:endCxn id="47" idx="1"/>
            </p:cNvCxnSpPr>
            <p:nvPr/>
          </p:nvCxnSpPr>
          <p:spPr>
            <a:xfrm>
              <a:off x="2778305" y="2011635"/>
              <a:ext cx="602974" cy="696559"/>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E3F43DF-0599-1CBE-00DF-56271DA709A7}"/>
                </a:ext>
              </a:extLst>
            </p:cNvPr>
            <p:cNvCxnSpPr>
              <a:cxnSpLocks/>
              <a:stCxn id="8" idx="4"/>
              <a:endCxn id="48" idx="0"/>
            </p:cNvCxnSpPr>
            <p:nvPr/>
          </p:nvCxnSpPr>
          <p:spPr>
            <a:xfrm>
              <a:off x="898922" y="2067757"/>
              <a:ext cx="0" cy="1412134"/>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0A51C2DF-42F2-F0E2-58C2-A29EE97A69F6}"/>
                </a:ext>
              </a:extLst>
            </p:cNvPr>
            <p:cNvCxnSpPr>
              <a:cxnSpLocks/>
              <a:stCxn id="9" idx="3"/>
              <a:endCxn id="46" idx="7"/>
            </p:cNvCxnSpPr>
            <p:nvPr/>
          </p:nvCxnSpPr>
          <p:spPr>
            <a:xfrm flipH="1">
              <a:off x="1906359" y="2011635"/>
              <a:ext cx="600964" cy="626160"/>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B21A71-BC9D-40F2-62E9-F7F78D517303}"/>
                </a:ext>
              </a:extLst>
            </p:cNvPr>
            <p:cNvCxnSpPr>
              <a:cxnSpLocks/>
              <a:stCxn id="46" idx="5"/>
              <a:endCxn id="49" idx="1"/>
            </p:cNvCxnSpPr>
            <p:nvPr/>
          </p:nvCxnSpPr>
          <p:spPr>
            <a:xfrm>
              <a:off x="1906359" y="2908777"/>
              <a:ext cx="602934" cy="627235"/>
            </a:xfrm>
            <a:prstGeom prst="line">
              <a:avLst/>
            </a:prstGeom>
            <a:ln w="25400">
              <a:solidFill>
                <a:srgbClr val="1F1FFF"/>
              </a:solidFill>
            </a:ln>
          </p:spPr>
          <p:style>
            <a:lnRef idx="1">
              <a:schemeClr val="accent1"/>
            </a:lnRef>
            <a:fillRef idx="0">
              <a:schemeClr val="accent1"/>
            </a:fillRef>
            <a:effectRef idx="0">
              <a:schemeClr val="accent1"/>
            </a:effectRef>
            <a:fontRef idx="minor">
              <a:schemeClr val="tx1"/>
            </a:fontRef>
          </p:style>
        </p:cxnSp>
      </p:grpSp>
      <p:sp>
        <p:nvSpPr>
          <p:cNvPr id="461" name="Rectangle 460">
            <a:extLst>
              <a:ext uri="{FF2B5EF4-FFF2-40B4-BE49-F238E27FC236}">
                <a16:creationId xmlns:a16="http://schemas.microsoft.com/office/drawing/2014/main" id="{90EDEFB8-ED0D-C476-F9E7-A28D00442748}"/>
              </a:ext>
            </a:extLst>
          </p:cNvPr>
          <p:cNvSpPr/>
          <p:nvPr/>
        </p:nvSpPr>
        <p:spPr>
          <a:xfrm>
            <a:off x="541163" y="2293145"/>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62" name="Rectangle 461">
            <a:extLst>
              <a:ext uri="{FF2B5EF4-FFF2-40B4-BE49-F238E27FC236}">
                <a16:creationId xmlns:a16="http://schemas.microsoft.com/office/drawing/2014/main" id="{0A5A0FF4-34BC-E4A8-067A-EC9290407D8C}"/>
              </a:ext>
            </a:extLst>
          </p:cNvPr>
          <p:cNvSpPr/>
          <p:nvPr/>
        </p:nvSpPr>
        <p:spPr>
          <a:xfrm>
            <a:off x="542639" y="2293845"/>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63" name="Rectangle 462">
            <a:extLst>
              <a:ext uri="{FF2B5EF4-FFF2-40B4-BE49-F238E27FC236}">
                <a16:creationId xmlns:a16="http://schemas.microsoft.com/office/drawing/2014/main" id="{CBE504A6-F786-041D-9B5E-7761EE8A8B8B}"/>
              </a:ext>
            </a:extLst>
          </p:cNvPr>
          <p:cNvSpPr/>
          <p:nvPr/>
        </p:nvSpPr>
        <p:spPr>
          <a:xfrm>
            <a:off x="546374" y="2294780"/>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64" name="Rectangle 463">
            <a:extLst>
              <a:ext uri="{FF2B5EF4-FFF2-40B4-BE49-F238E27FC236}">
                <a16:creationId xmlns:a16="http://schemas.microsoft.com/office/drawing/2014/main" id="{781076A6-23B0-D2EE-E35A-99C0C21C6092}"/>
              </a:ext>
            </a:extLst>
          </p:cNvPr>
          <p:cNvSpPr/>
          <p:nvPr/>
        </p:nvSpPr>
        <p:spPr>
          <a:xfrm>
            <a:off x="1771175" y="3550445"/>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65" name="Rectangle 464">
            <a:extLst>
              <a:ext uri="{FF2B5EF4-FFF2-40B4-BE49-F238E27FC236}">
                <a16:creationId xmlns:a16="http://schemas.microsoft.com/office/drawing/2014/main" id="{7DD3238A-6908-8C58-40A8-2091A642CA97}"/>
              </a:ext>
            </a:extLst>
          </p:cNvPr>
          <p:cNvSpPr/>
          <p:nvPr/>
        </p:nvSpPr>
        <p:spPr>
          <a:xfrm>
            <a:off x="1772651" y="3551145"/>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67" name="Rectangle 466">
            <a:extLst>
              <a:ext uri="{FF2B5EF4-FFF2-40B4-BE49-F238E27FC236}">
                <a16:creationId xmlns:a16="http://schemas.microsoft.com/office/drawing/2014/main" id="{813C890C-01CD-E6BD-2A50-6E819960DC28}"/>
              </a:ext>
            </a:extLst>
          </p:cNvPr>
          <p:cNvSpPr/>
          <p:nvPr/>
        </p:nvSpPr>
        <p:spPr>
          <a:xfrm>
            <a:off x="545623" y="4826656"/>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69" name="Rectangle 468">
            <a:extLst>
              <a:ext uri="{FF2B5EF4-FFF2-40B4-BE49-F238E27FC236}">
                <a16:creationId xmlns:a16="http://schemas.microsoft.com/office/drawing/2014/main" id="{5DE5C53D-8A00-F445-3CEB-16A34D8DCF01}"/>
              </a:ext>
            </a:extLst>
          </p:cNvPr>
          <p:cNvSpPr/>
          <p:nvPr/>
        </p:nvSpPr>
        <p:spPr>
          <a:xfrm>
            <a:off x="2992284" y="2291299"/>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70" name="Rectangle 469">
            <a:extLst>
              <a:ext uri="{FF2B5EF4-FFF2-40B4-BE49-F238E27FC236}">
                <a16:creationId xmlns:a16="http://schemas.microsoft.com/office/drawing/2014/main" id="{78292ACA-D783-BE8B-8D69-C451DF2A5A92}"/>
              </a:ext>
            </a:extLst>
          </p:cNvPr>
          <p:cNvSpPr/>
          <p:nvPr/>
        </p:nvSpPr>
        <p:spPr>
          <a:xfrm>
            <a:off x="2993760" y="2291999"/>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71" name="Rectangle 470">
            <a:extLst>
              <a:ext uri="{FF2B5EF4-FFF2-40B4-BE49-F238E27FC236}">
                <a16:creationId xmlns:a16="http://schemas.microsoft.com/office/drawing/2014/main" id="{6652FE6C-E3D4-DFDA-E877-F11E78D5D9B4}"/>
              </a:ext>
            </a:extLst>
          </p:cNvPr>
          <p:cNvSpPr/>
          <p:nvPr/>
        </p:nvSpPr>
        <p:spPr>
          <a:xfrm>
            <a:off x="3005649" y="4817101"/>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72" name="Rectangle 471">
            <a:extLst>
              <a:ext uri="{FF2B5EF4-FFF2-40B4-BE49-F238E27FC236}">
                <a16:creationId xmlns:a16="http://schemas.microsoft.com/office/drawing/2014/main" id="{8857BCAA-88B4-4433-B246-C0672AB940F8}"/>
              </a:ext>
            </a:extLst>
          </p:cNvPr>
          <p:cNvSpPr/>
          <p:nvPr/>
        </p:nvSpPr>
        <p:spPr>
          <a:xfrm>
            <a:off x="4231304" y="3656943"/>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73" name="Rectangle 472">
            <a:extLst>
              <a:ext uri="{FF2B5EF4-FFF2-40B4-BE49-F238E27FC236}">
                <a16:creationId xmlns:a16="http://schemas.microsoft.com/office/drawing/2014/main" id="{F446E67D-A9CD-65B8-E7D7-502E942485A4}"/>
              </a:ext>
            </a:extLst>
          </p:cNvPr>
          <p:cNvSpPr/>
          <p:nvPr/>
        </p:nvSpPr>
        <p:spPr>
          <a:xfrm>
            <a:off x="545309" y="2293718"/>
            <a:ext cx="540000" cy="216000"/>
          </a:xfrm>
          <a:prstGeom prst="rect">
            <a:avLst/>
          </a:prstGeom>
          <a:solidFill>
            <a:schemeClr val="accent2">
              <a:lumMod val="75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Tree>
    <p:extLst>
      <p:ext uri="{BB962C8B-B14F-4D97-AF65-F5344CB8AC3E}">
        <p14:creationId xmlns:p14="http://schemas.microsoft.com/office/powerpoint/2010/main" val="3529476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45">
                                            <p:txEl>
                                              <p:pRg st="0" end="0"/>
                                            </p:txEl>
                                          </p:spTgt>
                                        </p:tgtEl>
                                        <p:attrNameLst>
                                          <p:attrName>style.visibility</p:attrName>
                                        </p:attrNameLst>
                                      </p:cBhvr>
                                      <p:to>
                                        <p:strVal val="visible"/>
                                      </p:to>
                                    </p:set>
                                    <p:animEffect transition="in" filter="fade">
                                      <p:cBhvr>
                                        <p:cTn id="13" dur="1000"/>
                                        <p:tgtEl>
                                          <p:spTgt spid="45">
                                            <p:txEl>
                                              <p:pRg st="0" end="0"/>
                                            </p:txEl>
                                          </p:spTgt>
                                        </p:tgtEl>
                                      </p:cBhvr>
                                    </p:animEffect>
                                    <p:anim calcmode="lin" valueType="num">
                                      <p:cBhvr>
                                        <p:cTn id="14" dur="10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45">
                                            <p:txEl>
                                              <p:pRg st="1" end="1"/>
                                            </p:txEl>
                                          </p:spTgt>
                                        </p:tgtEl>
                                        <p:attrNameLst>
                                          <p:attrName>style.visibility</p:attrName>
                                        </p:attrNameLst>
                                      </p:cBhvr>
                                      <p:to>
                                        <p:strVal val="visible"/>
                                      </p:to>
                                    </p:set>
                                    <p:animEffect transition="in" filter="fade">
                                      <p:cBhvr>
                                        <p:cTn id="19" dur="1000"/>
                                        <p:tgtEl>
                                          <p:spTgt spid="45">
                                            <p:txEl>
                                              <p:pRg st="1" end="1"/>
                                            </p:txEl>
                                          </p:spTgt>
                                        </p:tgtEl>
                                      </p:cBhvr>
                                    </p:animEffect>
                                    <p:anim calcmode="lin" valueType="num">
                                      <p:cBhvr>
                                        <p:cTn id="20" dur="1000" fill="hold"/>
                                        <p:tgtEl>
                                          <p:spTgt spid="45">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45">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45">
                                            <p:txEl>
                                              <p:pRg st="2" end="2"/>
                                            </p:txEl>
                                          </p:spTgt>
                                        </p:tgtEl>
                                        <p:attrNameLst>
                                          <p:attrName>style.visibility</p:attrName>
                                        </p:attrNameLst>
                                      </p:cBhvr>
                                      <p:to>
                                        <p:strVal val="visible"/>
                                      </p:to>
                                    </p:set>
                                    <p:animEffect transition="in" filter="fade">
                                      <p:cBhvr>
                                        <p:cTn id="25" dur="1000"/>
                                        <p:tgtEl>
                                          <p:spTgt spid="45">
                                            <p:txEl>
                                              <p:pRg st="2" end="2"/>
                                            </p:txEl>
                                          </p:spTgt>
                                        </p:tgtEl>
                                      </p:cBhvr>
                                    </p:animEffect>
                                    <p:anim calcmode="lin" valueType="num">
                                      <p:cBhvr>
                                        <p:cTn id="26" dur="1000" fill="hold"/>
                                        <p:tgtEl>
                                          <p:spTgt spid="45">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45">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45">
                                            <p:txEl>
                                              <p:pRg st="3" end="3"/>
                                            </p:txEl>
                                          </p:spTgt>
                                        </p:tgtEl>
                                        <p:attrNameLst>
                                          <p:attrName>style.visibility</p:attrName>
                                        </p:attrNameLst>
                                      </p:cBhvr>
                                      <p:to>
                                        <p:strVal val="visible"/>
                                      </p:to>
                                    </p:set>
                                    <p:animEffect transition="in" filter="fade">
                                      <p:cBhvr>
                                        <p:cTn id="31" dur="1000"/>
                                        <p:tgtEl>
                                          <p:spTgt spid="45">
                                            <p:txEl>
                                              <p:pRg st="3" end="3"/>
                                            </p:txEl>
                                          </p:spTgt>
                                        </p:tgtEl>
                                      </p:cBhvr>
                                    </p:animEffect>
                                    <p:anim calcmode="lin" valueType="num">
                                      <p:cBhvr>
                                        <p:cTn id="32" dur="1000" fill="hold"/>
                                        <p:tgtEl>
                                          <p:spTgt spid="45">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45">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9" presetClass="entr" presetSubtype="0" fill="hold" nodeType="afterEffect">
                                  <p:stCondLst>
                                    <p:cond delay="0"/>
                                  </p:stCondLst>
                                  <p:childTnLst>
                                    <p:set>
                                      <p:cBhvr>
                                        <p:cTn id="36" dur="1" fill="hold">
                                          <p:stCondLst>
                                            <p:cond delay="0"/>
                                          </p:stCondLst>
                                        </p:cTn>
                                        <p:tgtEl>
                                          <p:spTgt spid="460"/>
                                        </p:tgtEl>
                                        <p:attrNameLst>
                                          <p:attrName>style.visibility</p:attrName>
                                        </p:attrNameLst>
                                      </p:cBhvr>
                                      <p:to>
                                        <p:strVal val="visible"/>
                                      </p:to>
                                    </p:set>
                                    <p:animEffect transition="in" filter="dissolve">
                                      <p:cBhvr>
                                        <p:cTn id="37" dur="500"/>
                                        <p:tgtEl>
                                          <p:spTgt spid="460"/>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461"/>
                                        </p:tgtEl>
                                        <p:attrNameLst>
                                          <p:attrName>style.visibility</p:attrName>
                                        </p:attrNameLst>
                                      </p:cBhvr>
                                      <p:to>
                                        <p:strVal val="visible"/>
                                      </p:to>
                                    </p:set>
                                    <p:anim calcmode="lin" valueType="num">
                                      <p:cBhvr>
                                        <p:cTn id="42" dur="500" fill="hold"/>
                                        <p:tgtEl>
                                          <p:spTgt spid="461"/>
                                        </p:tgtEl>
                                        <p:attrNameLst>
                                          <p:attrName>ppt_w</p:attrName>
                                        </p:attrNameLst>
                                      </p:cBhvr>
                                      <p:tavLst>
                                        <p:tav tm="0">
                                          <p:val>
                                            <p:fltVal val="0"/>
                                          </p:val>
                                        </p:tav>
                                        <p:tav tm="100000">
                                          <p:val>
                                            <p:strVal val="#ppt_w"/>
                                          </p:val>
                                        </p:tav>
                                      </p:tavLst>
                                    </p:anim>
                                    <p:anim calcmode="lin" valueType="num">
                                      <p:cBhvr>
                                        <p:cTn id="43" dur="500" fill="hold"/>
                                        <p:tgtEl>
                                          <p:spTgt spid="461"/>
                                        </p:tgtEl>
                                        <p:attrNameLst>
                                          <p:attrName>ppt_h</p:attrName>
                                        </p:attrNameLst>
                                      </p:cBhvr>
                                      <p:tavLst>
                                        <p:tav tm="0">
                                          <p:val>
                                            <p:fltVal val="0"/>
                                          </p:val>
                                        </p:tav>
                                        <p:tav tm="100000">
                                          <p:val>
                                            <p:strVal val="#ppt_h"/>
                                          </p:val>
                                        </p:tav>
                                      </p:tavLst>
                                    </p:anim>
                                    <p:animEffect transition="in" filter="fade">
                                      <p:cBhvr>
                                        <p:cTn id="44" dur="500"/>
                                        <p:tgtEl>
                                          <p:spTgt spid="461"/>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463"/>
                                        </p:tgtEl>
                                        <p:attrNameLst>
                                          <p:attrName>style.visibility</p:attrName>
                                        </p:attrNameLst>
                                      </p:cBhvr>
                                      <p:to>
                                        <p:strVal val="visible"/>
                                      </p:to>
                                    </p:set>
                                    <p:anim calcmode="lin" valueType="num">
                                      <p:cBhvr>
                                        <p:cTn id="47" dur="500" fill="hold"/>
                                        <p:tgtEl>
                                          <p:spTgt spid="463"/>
                                        </p:tgtEl>
                                        <p:attrNameLst>
                                          <p:attrName>ppt_w</p:attrName>
                                        </p:attrNameLst>
                                      </p:cBhvr>
                                      <p:tavLst>
                                        <p:tav tm="0">
                                          <p:val>
                                            <p:fltVal val="0"/>
                                          </p:val>
                                        </p:tav>
                                        <p:tav tm="100000">
                                          <p:val>
                                            <p:strVal val="#ppt_w"/>
                                          </p:val>
                                        </p:tav>
                                      </p:tavLst>
                                    </p:anim>
                                    <p:anim calcmode="lin" valueType="num">
                                      <p:cBhvr>
                                        <p:cTn id="48" dur="500" fill="hold"/>
                                        <p:tgtEl>
                                          <p:spTgt spid="463"/>
                                        </p:tgtEl>
                                        <p:attrNameLst>
                                          <p:attrName>ppt_h</p:attrName>
                                        </p:attrNameLst>
                                      </p:cBhvr>
                                      <p:tavLst>
                                        <p:tav tm="0">
                                          <p:val>
                                            <p:fltVal val="0"/>
                                          </p:val>
                                        </p:tav>
                                        <p:tav tm="100000">
                                          <p:val>
                                            <p:strVal val="#ppt_h"/>
                                          </p:val>
                                        </p:tav>
                                      </p:tavLst>
                                    </p:anim>
                                    <p:animEffect transition="in" filter="fade">
                                      <p:cBhvr>
                                        <p:cTn id="49" dur="500"/>
                                        <p:tgtEl>
                                          <p:spTgt spid="463"/>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62"/>
                                        </p:tgtEl>
                                        <p:attrNameLst>
                                          <p:attrName>style.visibility</p:attrName>
                                        </p:attrNameLst>
                                      </p:cBhvr>
                                      <p:to>
                                        <p:strVal val="visible"/>
                                      </p:to>
                                    </p:set>
                                    <p:anim calcmode="lin" valueType="num">
                                      <p:cBhvr>
                                        <p:cTn id="52" dur="500" fill="hold"/>
                                        <p:tgtEl>
                                          <p:spTgt spid="462"/>
                                        </p:tgtEl>
                                        <p:attrNameLst>
                                          <p:attrName>ppt_w</p:attrName>
                                        </p:attrNameLst>
                                      </p:cBhvr>
                                      <p:tavLst>
                                        <p:tav tm="0">
                                          <p:val>
                                            <p:fltVal val="0"/>
                                          </p:val>
                                        </p:tav>
                                        <p:tav tm="100000">
                                          <p:val>
                                            <p:strVal val="#ppt_w"/>
                                          </p:val>
                                        </p:tav>
                                      </p:tavLst>
                                    </p:anim>
                                    <p:anim calcmode="lin" valueType="num">
                                      <p:cBhvr>
                                        <p:cTn id="53" dur="500" fill="hold"/>
                                        <p:tgtEl>
                                          <p:spTgt spid="462"/>
                                        </p:tgtEl>
                                        <p:attrNameLst>
                                          <p:attrName>ppt_h</p:attrName>
                                        </p:attrNameLst>
                                      </p:cBhvr>
                                      <p:tavLst>
                                        <p:tav tm="0">
                                          <p:val>
                                            <p:fltVal val="0"/>
                                          </p:val>
                                        </p:tav>
                                        <p:tav tm="100000">
                                          <p:val>
                                            <p:strVal val="#ppt_h"/>
                                          </p:val>
                                        </p:tav>
                                      </p:tavLst>
                                    </p:anim>
                                    <p:animEffect transition="in" filter="fade">
                                      <p:cBhvr>
                                        <p:cTn id="54" dur="500"/>
                                        <p:tgtEl>
                                          <p:spTgt spid="462"/>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473"/>
                                        </p:tgtEl>
                                        <p:attrNameLst>
                                          <p:attrName>style.visibility</p:attrName>
                                        </p:attrNameLst>
                                      </p:cBhvr>
                                      <p:to>
                                        <p:strVal val="visible"/>
                                      </p:to>
                                    </p:set>
                                    <p:anim calcmode="lin" valueType="num">
                                      <p:cBhvr>
                                        <p:cTn id="57" dur="500" fill="hold"/>
                                        <p:tgtEl>
                                          <p:spTgt spid="473"/>
                                        </p:tgtEl>
                                        <p:attrNameLst>
                                          <p:attrName>ppt_w</p:attrName>
                                        </p:attrNameLst>
                                      </p:cBhvr>
                                      <p:tavLst>
                                        <p:tav tm="0">
                                          <p:val>
                                            <p:fltVal val="0"/>
                                          </p:val>
                                        </p:tav>
                                        <p:tav tm="100000">
                                          <p:val>
                                            <p:strVal val="#ppt_w"/>
                                          </p:val>
                                        </p:tav>
                                      </p:tavLst>
                                    </p:anim>
                                    <p:anim calcmode="lin" valueType="num">
                                      <p:cBhvr>
                                        <p:cTn id="58" dur="500" fill="hold"/>
                                        <p:tgtEl>
                                          <p:spTgt spid="473"/>
                                        </p:tgtEl>
                                        <p:attrNameLst>
                                          <p:attrName>ppt_h</p:attrName>
                                        </p:attrNameLst>
                                      </p:cBhvr>
                                      <p:tavLst>
                                        <p:tav tm="0">
                                          <p:val>
                                            <p:fltVal val="0"/>
                                          </p:val>
                                        </p:tav>
                                        <p:tav tm="100000">
                                          <p:val>
                                            <p:strVal val="#ppt_h"/>
                                          </p:val>
                                        </p:tav>
                                      </p:tavLst>
                                    </p:anim>
                                    <p:animEffect transition="in" filter="fade">
                                      <p:cBhvr>
                                        <p:cTn id="59" dur="500"/>
                                        <p:tgtEl>
                                          <p:spTgt spid="473"/>
                                        </p:tgtEl>
                                      </p:cBhvr>
                                    </p:animEffect>
                                  </p:childTnLst>
                                </p:cTn>
                              </p:par>
                            </p:childTnLst>
                          </p:cTn>
                        </p:par>
                      </p:childTnLst>
                    </p:cTn>
                  </p:par>
                  <p:par>
                    <p:cTn id="60" fill="hold">
                      <p:stCondLst>
                        <p:cond delay="indefinite"/>
                      </p:stCondLst>
                      <p:childTnLst>
                        <p:par>
                          <p:cTn id="61" fill="hold">
                            <p:stCondLst>
                              <p:cond delay="0"/>
                            </p:stCondLst>
                            <p:childTnLst>
                              <p:par>
                                <p:cTn id="62" presetID="42" presetClass="path" presetSubtype="0" accel="50000" decel="50000" fill="hold" grpId="1" nodeType="clickEffect">
                                  <p:stCondLst>
                                    <p:cond delay="0"/>
                                  </p:stCondLst>
                                  <p:childTnLst>
                                    <p:animMotion origin="layout" path="M 3.54167E-6 -1.48148E-6 L 3.54167E-6 0.36829 " pathEditMode="relative" rAng="0" ptsTypes="AA">
                                      <p:cBhvr>
                                        <p:cTn id="63" dur="2000" fill="hold"/>
                                        <p:tgtEl>
                                          <p:spTgt spid="461"/>
                                        </p:tgtEl>
                                        <p:attrNameLst>
                                          <p:attrName>ppt_x</p:attrName>
                                          <p:attrName>ppt_y</p:attrName>
                                        </p:attrNameLst>
                                      </p:cBhvr>
                                      <p:rCtr x="0" y="18403"/>
                                    </p:animMotion>
                                  </p:childTnLst>
                                </p:cTn>
                              </p:par>
                              <p:par>
                                <p:cTn id="64" presetID="42" presetClass="path" presetSubtype="0" accel="50000" decel="50000" fill="hold" grpId="1" nodeType="withEffect">
                                  <p:stCondLst>
                                    <p:cond delay="0"/>
                                  </p:stCondLst>
                                  <p:childTnLst>
                                    <p:animMotion origin="layout" path="M 3.33333E-6 -1.48148E-6 L 0.20052 -0.00092 " pathEditMode="relative" rAng="0" ptsTypes="AA">
                                      <p:cBhvr>
                                        <p:cTn id="65" dur="2000" fill="hold"/>
                                        <p:tgtEl>
                                          <p:spTgt spid="462"/>
                                        </p:tgtEl>
                                        <p:attrNameLst>
                                          <p:attrName>ppt_x</p:attrName>
                                          <p:attrName>ppt_y</p:attrName>
                                        </p:attrNameLst>
                                      </p:cBhvr>
                                      <p:rCtr x="10026" y="-46"/>
                                    </p:animMotion>
                                  </p:childTnLst>
                                </p:cTn>
                              </p:par>
                              <p:par>
                                <p:cTn id="66" presetID="42" presetClass="path" presetSubtype="0" accel="50000" decel="50000" fill="hold" grpId="1" nodeType="withEffect">
                                  <p:stCondLst>
                                    <p:cond delay="0"/>
                                  </p:stCondLst>
                                  <p:childTnLst>
                                    <p:animMotion origin="layout" path="M 2.91667E-6 -0.00046 L 0.10039 0.18334 " pathEditMode="relative" rAng="0" ptsTypes="AA">
                                      <p:cBhvr>
                                        <p:cTn id="67" dur="2000" fill="hold"/>
                                        <p:tgtEl>
                                          <p:spTgt spid="463"/>
                                        </p:tgtEl>
                                        <p:attrNameLst>
                                          <p:attrName>ppt_x</p:attrName>
                                          <p:attrName>ppt_y</p:attrName>
                                        </p:attrNameLst>
                                      </p:cBhvr>
                                      <p:rCtr x="5013" y="9190"/>
                                    </p:animMotion>
                                  </p:childTnLst>
                                </p:cTn>
                              </p:par>
                            </p:childTnLst>
                          </p:cTn>
                        </p:par>
                      </p:childTnLst>
                    </p:cTn>
                  </p:par>
                  <p:par>
                    <p:cTn id="68" fill="hold">
                      <p:stCondLst>
                        <p:cond delay="indefinite"/>
                      </p:stCondLst>
                      <p:childTnLst>
                        <p:par>
                          <p:cTn id="69" fill="hold">
                            <p:stCondLst>
                              <p:cond delay="0"/>
                            </p:stCondLst>
                            <p:childTnLst>
                              <p:par>
                                <p:cTn id="70" presetID="53" presetClass="entr" presetSubtype="16" fill="hold" grpId="0" nodeType="clickEffect">
                                  <p:stCondLst>
                                    <p:cond delay="0"/>
                                  </p:stCondLst>
                                  <p:childTnLst>
                                    <p:set>
                                      <p:cBhvr>
                                        <p:cTn id="71" dur="1" fill="hold">
                                          <p:stCondLst>
                                            <p:cond delay="0"/>
                                          </p:stCondLst>
                                        </p:cTn>
                                        <p:tgtEl>
                                          <p:spTgt spid="464"/>
                                        </p:tgtEl>
                                        <p:attrNameLst>
                                          <p:attrName>style.visibility</p:attrName>
                                        </p:attrNameLst>
                                      </p:cBhvr>
                                      <p:to>
                                        <p:strVal val="visible"/>
                                      </p:to>
                                    </p:set>
                                    <p:anim calcmode="lin" valueType="num">
                                      <p:cBhvr>
                                        <p:cTn id="72" dur="500" fill="hold"/>
                                        <p:tgtEl>
                                          <p:spTgt spid="464"/>
                                        </p:tgtEl>
                                        <p:attrNameLst>
                                          <p:attrName>ppt_w</p:attrName>
                                        </p:attrNameLst>
                                      </p:cBhvr>
                                      <p:tavLst>
                                        <p:tav tm="0">
                                          <p:val>
                                            <p:fltVal val="0"/>
                                          </p:val>
                                        </p:tav>
                                        <p:tav tm="100000">
                                          <p:val>
                                            <p:strVal val="#ppt_w"/>
                                          </p:val>
                                        </p:tav>
                                      </p:tavLst>
                                    </p:anim>
                                    <p:anim calcmode="lin" valueType="num">
                                      <p:cBhvr>
                                        <p:cTn id="73" dur="500" fill="hold"/>
                                        <p:tgtEl>
                                          <p:spTgt spid="464"/>
                                        </p:tgtEl>
                                        <p:attrNameLst>
                                          <p:attrName>ppt_h</p:attrName>
                                        </p:attrNameLst>
                                      </p:cBhvr>
                                      <p:tavLst>
                                        <p:tav tm="0">
                                          <p:val>
                                            <p:fltVal val="0"/>
                                          </p:val>
                                        </p:tav>
                                        <p:tav tm="100000">
                                          <p:val>
                                            <p:strVal val="#ppt_h"/>
                                          </p:val>
                                        </p:tav>
                                      </p:tavLst>
                                    </p:anim>
                                    <p:animEffect transition="in" filter="fade">
                                      <p:cBhvr>
                                        <p:cTn id="74" dur="500"/>
                                        <p:tgtEl>
                                          <p:spTgt spid="464"/>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465"/>
                                        </p:tgtEl>
                                        <p:attrNameLst>
                                          <p:attrName>style.visibility</p:attrName>
                                        </p:attrNameLst>
                                      </p:cBhvr>
                                      <p:to>
                                        <p:strVal val="visible"/>
                                      </p:to>
                                    </p:set>
                                    <p:anim calcmode="lin" valueType="num">
                                      <p:cBhvr>
                                        <p:cTn id="77" dur="500" fill="hold"/>
                                        <p:tgtEl>
                                          <p:spTgt spid="465"/>
                                        </p:tgtEl>
                                        <p:attrNameLst>
                                          <p:attrName>ppt_w</p:attrName>
                                        </p:attrNameLst>
                                      </p:cBhvr>
                                      <p:tavLst>
                                        <p:tav tm="0">
                                          <p:val>
                                            <p:fltVal val="0"/>
                                          </p:val>
                                        </p:tav>
                                        <p:tav tm="100000">
                                          <p:val>
                                            <p:strVal val="#ppt_w"/>
                                          </p:val>
                                        </p:tav>
                                      </p:tavLst>
                                    </p:anim>
                                    <p:anim calcmode="lin" valueType="num">
                                      <p:cBhvr>
                                        <p:cTn id="78" dur="500" fill="hold"/>
                                        <p:tgtEl>
                                          <p:spTgt spid="465"/>
                                        </p:tgtEl>
                                        <p:attrNameLst>
                                          <p:attrName>ppt_h</p:attrName>
                                        </p:attrNameLst>
                                      </p:cBhvr>
                                      <p:tavLst>
                                        <p:tav tm="0">
                                          <p:val>
                                            <p:fltVal val="0"/>
                                          </p:val>
                                        </p:tav>
                                        <p:tav tm="100000">
                                          <p:val>
                                            <p:strVal val="#ppt_h"/>
                                          </p:val>
                                        </p:tav>
                                      </p:tavLst>
                                    </p:anim>
                                    <p:animEffect transition="in" filter="fade">
                                      <p:cBhvr>
                                        <p:cTn id="79" dur="500"/>
                                        <p:tgtEl>
                                          <p:spTgt spid="465"/>
                                        </p:tgtEl>
                                      </p:cBhvr>
                                    </p:animEffect>
                                  </p:childTnLst>
                                </p:cTn>
                              </p:par>
                              <p:par>
                                <p:cTn id="80" presetID="42" presetClass="path" presetSubtype="0" accel="50000" decel="50000" fill="hold" grpId="1" nodeType="withEffect">
                                  <p:stCondLst>
                                    <p:cond delay="0"/>
                                  </p:stCondLst>
                                  <p:childTnLst>
                                    <p:animMotion origin="layout" path="M 2.08333E-6 -4.81481E-6 L 0.10117 0.18473 " pathEditMode="relative" rAng="0" ptsTypes="AA">
                                      <p:cBhvr>
                                        <p:cTn id="81" dur="2000" fill="hold"/>
                                        <p:tgtEl>
                                          <p:spTgt spid="464"/>
                                        </p:tgtEl>
                                        <p:attrNameLst>
                                          <p:attrName>ppt_x</p:attrName>
                                          <p:attrName>ppt_y</p:attrName>
                                        </p:attrNameLst>
                                      </p:cBhvr>
                                      <p:rCtr x="5052" y="9236"/>
                                    </p:animMotion>
                                  </p:childTnLst>
                                </p:cTn>
                              </p:par>
                              <p:par>
                                <p:cTn id="82" presetID="42" presetClass="path" presetSubtype="0" accel="50000" decel="50000" fill="hold" grpId="1" nodeType="withEffect">
                                  <p:stCondLst>
                                    <p:cond delay="0"/>
                                  </p:stCondLst>
                                  <p:childTnLst>
                                    <p:animMotion origin="layout" path="M 1.875E-6 -4.81481E-6 L 0.10104 -0.18425 " pathEditMode="relative" rAng="0" ptsTypes="AA">
                                      <p:cBhvr>
                                        <p:cTn id="83" dur="2000" fill="hold"/>
                                        <p:tgtEl>
                                          <p:spTgt spid="465"/>
                                        </p:tgtEl>
                                        <p:attrNameLst>
                                          <p:attrName>ppt_x</p:attrName>
                                          <p:attrName>ppt_y</p:attrName>
                                        </p:attrNameLst>
                                      </p:cBhvr>
                                      <p:rCtr x="5052" y="-9213"/>
                                    </p:animMotion>
                                  </p:childTnLst>
                                </p:cTn>
                              </p:par>
                            </p:childTnLst>
                          </p:cTn>
                        </p:par>
                      </p:childTnLst>
                    </p:cTn>
                  </p:par>
                  <p:par>
                    <p:cTn id="84" fill="hold">
                      <p:stCondLst>
                        <p:cond delay="indefinite"/>
                      </p:stCondLst>
                      <p:childTnLst>
                        <p:par>
                          <p:cTn id="85" fill="hold">
                            <p:stCondLst>
                              <p:cond delay="0"/>
                            </p:stCondLst>
                            <p:childTnLst>
                              <p:par>
                                <p:cTn id="86" presetID="53" presetClass="entr" presetSubtype="16" fill="hold" grpId="0" nodeType="clickEffect">
                                  <p:stCondLst>
                                    <p:cond delay="0"/>
                                  </p:stCondLst>
                                  <p:childTnLst>
                                    <p:set>
                                      <p:cBhvr>
                                        <p:cTn id="87" dur="1" fill="hold">
                                          <p:stCondLst>
                                            <p:cond delay="0"/>
                                          </p:stCondLst>
                                        </p:cTn>
                                        <p:tgtEl>
                                          <p:spTgt spid="467"/>
                                        </p:tgtEl>
                                        <p:attrNameLst>
                                          <p:attrName>style.visibility</p:attrName>
                                        </p:attrNameLst>
                                      </p:cBhvr>
                                      <p:to>
                                        <p:strVal val="visible"/>
                                      </p:to>
                                    </p:set>
                                    <p:anim calcmode="lin" valueType="num">
                                      <p:cBhvr>
                                        <p:cTn id="88" dur="500" fill="hold"/>
                                        <p:tgtEl>
                                          <p:spTgt spid="467"/>
                                        </p:tgtEl>
                                        <p:attrNameLst>
                                          <p:attrName>ppt_w</p:attrName>
                                        </p:attrNameLst>
                                      </p:cBhvr>
                                      <p:tavLst>
                                        <p:tav tm="0">
                                          <p:val>
                                            <p:fltVal val="0"/>
                                          </p:val>
                                        </p:tav>
                                        <p:tav tm="100000">
                                          <p:val>
                                            <p:strVal val="#ppt_w"/>
                                          </p:val>
                                        </p:tav>
                                      </p:tavLst>
                                    </p:anim>
                                    <p:anim calcmode="lin" valueType="num">
                                      <p:cBhvr>
                                        <p:cTn id="89" dur="500" fill="hold"/>
                                        <p:tgtEl>
                                          <p:spTgt spid="467"/>
                                        </p:tgtEl>
                                        <p:attrNameLst>
                                          <p:attrName>ppt_h</p:attrName>
                                        </p:attrNameLst>
                                      </p:cBhvr>
                                      <p:tavLst>
                                        <p:tav tm="0">
                                          <p:val>
                                            <p:fltVal val="0"/>
                                          </p:val>
                                        </p:tav>
                                        <p:tav tm="100000">
                                          <p:val>
                                            <p:strVal val="#ppt_h"/>
                                          </p:val>
                                        </p:tav>
                                      </p:tavLst>
                                    </p:anim>
                                    <p:animEffect transition="in" filter="fade">
                                      <p:cBhvr>
                                        <p:cTn id="90" dur="500"/>
                                        <p:tgtEl>
                                          <p:spTgt spid="467"/>
                                        </p:tgtEl>
                                      </p:cBhvr>
                                    </p:animEffect>
                                  </p:childTnLst>
                                </p:cTn>
                              </p:par>
                              <p:par>
                                <p:cTn id="91" presetID="42" presetClass="path" presetSubtype="0" accel="50000" decel="50000" fill="hold" grpId="1" nodeType="withEffect">
                                  <p:stCondLst>
                                    <p:cond delay="0"/>
                                  </p:stCondLst>
                                  <p:childTnLst>
                                    <p:animMotion origin="layout" path="M 2.91667E-6 -4.44444E-6 L 0.20156 -0.00115 " pathEditMode="relative" rAng="0" ptsTypes="AA">
                                      <p:cBhvr>
                                        <p:cTn id="92" dur="2000" fill="hold"/>
                                        <p:tgtEl>
                                          <p:spTgt spid="467"/>
                                        </p:tgtEl>
                                        <p:attrNameLst>
                                          <p:attrName>ppt_x</p:attrName>
                                          <p:attrName>ppt_y</p:attrName>
                                        </p:attrNameLst>
                                      </p:cBhvr>
                                      <p:rCtr x="10078" y="-69"/>
                                    </p:animMotion>
                                  </p:childTnLst>
                                </p:cTn>
                              </p:par>
                            </p:childTnLst>
                          </p:cTn>
                        </p:par>
                      </p:childTnLst>
                    </p:cTn>
                  </p:par>
                  <p:par>
                    <p:cTn id="93" fill="hold">
                      <p:stCondLst>
                        <p:cond delay="indefinite"/>
                      </p:stCondLst>
                      <p:childTnLst>
                        <p:par>
                          <p:cTn id="94" fill="hold">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469"/>
                                        </p:tgtEl>
                                        <p:attrNameLst>
                                          <p:attrName>style.visibility</p:attrName>
                                        </p:attrNameLst>
                                      </p:cBhvr>
                                      <p:to>
                                        <p:strVal val="visible"/>
                                      </p:to>
                                    </p:set>
                                    <p:anim calcmode="lin" valueType="num">
                                      <p:cBhvr>
                                        <p:cTn id="97" dur="500" fill="hold"/>
                                        <p:tgtEl>
                                          <p:spTgt spid="469"/>
                                        </p:tgtEl>
                                        <p:attrNameLst>
                                          <p:attrName>ppt_w</p:attrName>
                                        </p:attrNameLst>
                                      </p:cBhvr>
                                      <p:tavLst>
                                        <p:tav tm="0">
                                          <p:val>
                                            <p:fltVal val="0"/>
                                          </p:val>
                                        </p:tav>
                                        <p:tav tm="100000">
                                          <p:val>
                                            <p:strVal val="#ppt_w"/>
                                          </p:val>
                                        </p:tav>
                                      </p:tavLst>
                                    </p:anim>
                                    <p:anim calcmode="lin" valueType="num">
                                      <p:cBhvr>
                                        <p:cTn id="98" dur="500" fill="hold"/>
                                        <p:tgtEl>
                                          <p:spTgt spid="469"/>
                                        </p:tgtEl>
                                        <p:attrNameLst>
                                          <p:attrName>ppt_h</p:attrName>
                                        </p:attrNameLst>
                                      </p:cBhvr>
                                      <p:tavLst>
                                        <p:tav tm="0">
                                          <p:val>
                                            <p:fltVal val="0"/>
                                          </p:val>
                                        </p:tav>
                                        <p:tav tm="100000">
                                          <p:val>
                                            <p:strVal val="#ppt_h"/>
                                          </p:val>
                                        </p:tav>
                                      </p:tavLst>
                                    </p:anim>
                                    <p:animEffect transition="in" filter="fade">
                                      <p:cBhvr>
                                        <p:cTn id="99" dur="500"/>
                                        <p:tgtEl>
                                          <p:spTgt spid="469"/>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470"/>
                                        </p:tgtEl>
                                        <p:attrNameLst>
                                          <p:attrName>style.visibility</p:attrName>
                                        </p:attrNameLst>
                                      </p:cBhvr>
                                      <p:to>
                                        <p:strVal val="visible"/>
                                      </p:to>
                                    </p:set>
                                    <p:anim calcmode="lin" valueType="num">
                                      <p:cBhvr>
                                        <p:cTn id="102" dur="500" fill="hold"/>
                                        <p:tgtEl>
                                          <p:spTgt spid="470"/>
                                        </p:tgtEl>
                                        <p:attrNameLst>
                                          <p:attrName>ppt_w</p:attrName>
                                        </p:attrNameLst>
                                      </p:cBhvr>
                                      <p:tavLst>
                                        <p:tav tm="0">
                                          <p:val>
                                            <p:fltVal val="0"/>
                                          </p:val>
                                        </p:tav>
                                        <p:tav tm="100000">
                                          <p:val>
                                            <p:strVal val="#ppt_w"/>
                                          </p:val>
                                        </p:tav>
                                      </p:tavLst>
                                    </p:anim>
                                    <p:anim calcmode="lin" valueType="num">
                                      <p:cBhvr>
                                        <p:cTn id="103" dur="500" fill="hold"/>
                                        <p:tgtEl>
                                          <p:spTgt spid="470"/>
                                        </p:tgtEl>
                                        <p:attrNameLst>
                                          <p:attrName>ppt_h</p:attrName>
                                        </p:attrNameLst>
                                      </p:cBhvr>
                                      <p:tavLst>
                                        <p:tav tm="0">
                                          <p:val>
                                            <p:fltVal val="0"/>
                                          </p:val>
                                        </p:tav>
                                        <p:tav tm="100000">
                                          <p:val>
                                            <p:strVal val="#ppt_h"/>
                                          </p:val>
                                        </p:tav>
                                      </p:tavLst>
                                    </p:anim>
                                    <p:animEffect transition="in" filter="fade">
                                      <p:cBhvr>
                                        <p:cTn id="104" dur="500"/>
                                        <p:tgtEl>
                                          <p:spTgt spid="470"/>
                                        </p:tgtEl>
                                      </p:cBhvr>
                                    </p:animEffect>
                                  </p:childTnLst>
                                </p:cTn>
                              </p:par>
                              <p:par>
                                <p:cTn id="105" presetID="42" presetClass="path" presetSubtype="0" accel="50000" decel="50000" fill="hold" grpId="1" nodeType="withEffect">
                                  <p:stCondLst>
                                    <p:cond delay="0"/>
                                  </p:stCondLst>
                                  <p:childTnLst>
                                    <p:animMotion origin="layout" path="M 1.875E-6 1.48148E-6 L -0.10013 0.18379 " pathEditMode="relative" rAng="0" ptsTypes="AA">
                                      <p:cBhvr>
                                        <p:cTn id="106" dur="2000" fill="hold"/>
                                        <p:tgtEl>
                                          <p:spTgt spid="469"/>
                                        </p:tgtEl>
                                        <p:attrNameLst>
                                          <p:attrName>ppt_x</p:attrName>
                                          <p:attrName>ppt_y</p:attrName>
                                        </p:attrNameLst>
                                      </p:cBhvr>
                                      <p:rCtr x="-5013" y="9190"/>
                                    </p:animMotion>
                                  </p:childTnLst>
                                </p:cTn>
                              </p:par>
                              <p:par>
                                <p:cTn id="107" presetID="42" presetClass="path" presetSubtype="0" accel="50000" decel="50000" fill="hold" grpId="1" nodeType="withEffect">
                                  <p:stCondLst>
                                    <p:cond delay="0"/>
                                  </p:stCondLst>
                                  <p:childTnLst>
                                    <p:animMotion origin="layout" path="M 1.66667E-6 0 L 0.10156 0.19931 " pathEditMode="relative" rAng="0" ptsTypes="AA">
                                      <p:cBhvr>
                                        <p:cTn id="108" dur="2000" fill="hold"/>
                                        <p:tgtEl>
                                          <p:spTgt spid="470"/>
                                        </p:tgtEl>
                                        <p:attrNameLst>
                                          <p:attrName>ppt_x</p:attrName>
                                          <p:attrName>ppt_y</p:attrName>
                                        </p:attrNameLst>
                                      </p:cBhvr>
                                      <p:rCtr x="5078" y="9954"/>
                                    </p:animMotion>
                                  </p:childTnLst>
                                </p:cTn>
                              </p:par>
                            </p:childTnLst>
                          </p:cTn>
                        </p:par>
                      </p:childTnLst>
                    </p:cTn>
                  </p:par>
                  <p:par>
                    <p:cTn id="109" fill="hold">
                      <p:stCondLst>
                        <p:cond delay="indefinite"/>
                      </p:stCondLst>
                      <p:childTnLst>
                        <p:par>
                          <p:cTn id="110" fill="hold">
                            <p:stCondLst>
                              <p:cond delay="0"/>
                            </p:stCondLst>
                            <p:childTnLst>
                              <p:par>
                                <p:cTn id="111" presetID="53" presetClass="entr" presetSubtype="16" fill="hold" grpId="0" nodeType="clickEffect">
                                  <p:stCondLst>
                                    <p:cond delay="0"/>
                                  </p:stCondLst>
                                  <p:childTnLst>
                                    <p:set>
                                      <p:cBhvr>
                                        <p:cTn id="112" dur="1" fill="hold">
                                          <p:stCondLst>
                                            <p:cond delay="0"/>
                                          </p:stCondLst>
                                        </p:cTn>
                                        <p:tgtEl>
                                          <p:spTgt spid="471"/>
                                        </p:tgtEl>
                                        <p:attrNameLst>
                                          <p:attrName>style.visibility</p:attrName>
                                        </p:attrNameLst>
                                      </p:cBhvr>
                                      <p:to>
                                        <p:strVal val="visible"/>
                                      </p:to>
                                    </p:set>
                                    <p:anim calcmode="lin" valueType="num">
                                      <p:cBhvr>
                                        <p:cTn id="113" dur="500" fill="hold"/>
                                        <p:tgtEl>
                                          <p:spTgt spid="471"/>
                                        </p:tgtEl>
                                        <p:attrNameLst>
                                          <p:attrName>ppt_w</p:attrName>
                                        </p:attrNameLst>
                                      </p:cBhvr>
                                      <p:tavLst>
                                        <p:tav tm="0">
                                          <p:val>
                                            <p:fltVal val="0"/>
                                          </p:val>
                                        </p:tav>
                                        <p:tav tm="100000">
                                          <p:val>
                                            <p:strVal val="#ppt_w"/>
                                          </p:val>
                                        </p:tav>
                                      </p:tavLst>
                                    </p:anim>
                                    <p:anim calcmode="lin" valueType="num">
                                      <p:cBhvr>
                                        <p:cTn id="114" dur="500" fill="hold"/>
                                        <p:tgtEl>
                                          <p:spTgt spid="471"/>
                                        </p:tgtEl>
                                        <p:attrNameLst>
                                          <p:attrName>ppt_h</p:attrName>
                                        </p:attrNameLst>
                                      </p:cBhvr>
                                      <p:tavLst>
                                        <p:tav tm="0">
                                          <p:val>
                                            <p:fltVal val="0"/>
                                          </p:val>
                                        </p:tav>
                                        <p:tav tm="100000">
                                          <p:val>
                                            <p:strVal val="#ppt_h"/>
                                          </p:val>
                                        </p:tav>
                                      </p:tavLst>
                                    </p:anim>
                                    <p:animEffect transition="in" filter="fade">
                                      <p:cBhvr>
                                        <p:cTn id="115" dur="500"/>
                                        <p:tgtEl>
                                          <p:spTgt spid="471"/>
                                        </p:tgtEl>
                                      </p:cBhvr>
                                    </p:animEffect>
                                  </p:childTnLst>
                                </p:cTn>
                              </p:par>
                              <p:par>
                                <p:cTn id="116" presetID="42" presetClass="path" presetSubtype="0" accel="50000" decel="50000" fill="hold" grpId="1" nodeType="withEffect">
                                  <p:stCondLst>
                                    <p:cond delay="0"/>
                                  </p:stCondLst>
                                  <p:childTnLst>
                                    <p:animMotion origin="layout" path="M 2.08333E-7 4.44444E-6 L 0.10052 -0.16899 " pathEditMode="relative" rAng="0" ptsTypes="AA">
                                      <p:cBhvr>
                                        <p:cTn id="117" dur="2000" fill="hold"/>
                                        <p:tgtEl>
                                          <p:spTgt spid="471"/>
                                        </p:tgtEl>
                                        <p:attrNameLst>
                                          <p:attrName>ppt_x</p:attrName>
                                          <p:attrName>ppt_y</p:attrName>
                                        </p:attrNameLst>
                                      </p:cBhvr>
                                      <p:rCtr x="5026" y="-8449"/>
                                    </p:animMotion>
                                  </p:childTnLst>
                                </p:cTn>
                              </p:par>
                            </p:childTnLst>
                          </p:cTn>
                        </p:par>
                      </p:childTnLst>
                    </p:cTn>
                  </p:par>
                  <p:par>
                    <p:cTn id="118" fill="hold">
                      <p:stCondLst>
                        <p:cond delay="indefinite"/>
                      </p:stCondLst>
                      <p:childTnLst>
                        <p:par>
                          <p:cTn id="119" fill="hold">
                            <p:stCondLst>
                              <p:cond delay="0"/>
                            </p:stCondLst>
                            <p:childTnLst>
                              <p:par>
                                <p:cTn id="120" presetID="53" presetClass="entr" presetSubtype="16" fill="hold" grpId="0" nodeType="clickEffect">
                                  <p:stCondLst>
                                    <p:cond delay="0"/>
                                  </p:stCondLst>
                                  <p:childTnLst>
                                    <p:set>
                                      <p:cBhvr>
                                        <p:cTn id="121" dur="1" fill="hold">
                                          <p:stCondLst>
                                            <p:cond delay="0"/>
                                          </p:stCondLst>
                                        </p:cTn>
                                        <p:tgtEl>
                                          <p:spTgt spid="472"/>
                                        </p:tgtEl>
                                        <p:attrNameLst>
                                          <p:attrName>style.visibility</p:attrName>
                                        </p:attrNameLst>
                                      </p:cBhvr>
                                      <p:to>
                                        <p:strVal val="visible"/>
                                      </p:to>
                                    </p:set>
                                    <p:anim calcmode="lin" valueType="num">
                                      <p:cBhvr>
                                        <p:cTn id="122" dur="500" fill="hold"/>
                                        <p:tgtEl>
                                          <p:spTgt spid="472"/>
                                        </p:tgtEl>
                                        <p:attrNameLst>
                                          <p:attrName>ppt_w</p:attrName>
                                        </p:attrNameLst>
                                      </p:cBhvr>
                                      <p:tavLst>
                                        <p:tav tm="0">
                                          <p:val>
                                            <p:fltVal val="0"/>
                                          </p:val>
                                        </p:tav>
                                        <p:tav tm="100000">
                                          <p:val>
                                            <p:strVal val="#ppt_w"/>
                                          </p:val>
                                        </p:tav>
                                      </p:tavLst>
                                    </p:anim>
                                    <p:anim calcmode="lin" valueType="num">
                                      <p:cBhvr>
                                        <p:cTn id="123" dur="500" fill="hold"/>
                                        <p:tgtEl>
                                          <p:spTgt spid="472"/>
                                        </p:tgtEl>
                                        <p:attrNameLst>
                                          <p:attrName>ppt_h</p:attrName>
                                        </p:attrNameLst>
                                      </p:cBhvr>
                                      <p:tavLst>
                                        <p:tav tm="0">
                                          <p:val>
                                            <p:fltVal val="0"/>
                                          </p:val>
                                        </p:tav>
                                        <p:tav tm="100000">
                                          <p:val>
                                            <p:strVal val="#ppt_h"/>
                                          </p:val>
                                        </p:tav>
                                      </p:tavLst>
                                    </p:anim>
                                    <p:animEffect transition="in" filter="fade">
                                      <p:cBhvr>
                                        <p:cTn id="124" dur="500"/>
                                        <p:tgtEl>
                                          <p:spTgt spid="472"/>
                                        </p:tgtEl>
                                      </p:cBhvr>
                                    </p:animEffect>
                                  </p:childTnLst>
                                </p:cTn>
                              </p:par>
                              <p:par>
                                <p:cTn id="125" presetID="42" presetClass="path" presetSubtype="0" accel="50000" decel="50000" fill="hold" grpId="1" nodeType="withEffect">
                                  <p:stCondLst>
                                    <p:cond delay="0"/>
                                  </p:stCondLst>
                                  <p:childTnLst>
                                    <p:animMotion origin="layout" path="M -6.25E-7 -4.07407E-6 L -0.10052 0.16991 " pathEditMode="relative" rAng="0" ptsTypes="AA">
                                      <p:cBhvr>
                                        <p:cTn id="126" dur="2000" fill="hold"/>
                                        <p:tgtEl>
                                          <p:spTgt spid="472"/>
                                        </p:tgtEl>
                                        <p:attrNameLst>
                                          <p:attrName>ppt_x</p:attrName>
                                          <p:attrName>ppt_y</p:attrName>
                                        </p:attrNameLst>
                                      </p:cBhvr>
                                      <p:rCtr x="-5026" y="8495"/>
                                    </p:animMotion>
                                  </p:childTnLst>
                                </p:cTn>
                              </p:par>
                            </p:childTnLst>
                          </p:cTn>
                        </p:par>
                      </p:childTnLst>
                    </p:cTn>
                  </p:par>
                  <p:par>
                    <p:cTn id="127" fill="hold">
                      <p:stCondLst>
                        <p:cond delay="indefinite"/>
                      </p:stCondLst>
                      <p:childTnLst>
                        <p:par>
                          <p:cTn id="128" fill="hold">
                            <p:stCondLst>
                              <p:cond delay="0"/>
                            </p:stCondLst>
                            <p:childTnLst>
                              <p:par>
                                <p:cTn id="129" presetID="42" presetClass="entr" presetSubtype="0" fill="hold" nodeType="clickEffect">
                                  <p:stCondLst>
                                    <p:cond delay="0"/>
                                  </p:stCondLst>
                                  <p:childTnLst>
                                    <p:set>
                                      <p:cBhvr>
                                        <p:cTn id="130" dur="1" fill="hold">
                                          <p:stCondLst>
                                            <p:cond delay="0"/>
                                          </p:stCondLst>
                                        </p:cTn>
                                        <p:tgtEl>
                                          <p:spTgt spid="45">
                                            <p:txEl>
                                              <p:pRg st="4" end="4"/>
                                            </p:txEl>
                                          </p:spTgt>
                                        </p:tgtEl>
                                        <p:attrNameLst>
                                          <p:attrName>style.visibility</p:attrName>
                                        </p:attrNameLst>
                                      </p:cBhvr>
                                      <p:to>
                                        <p:strVal val="visible"/>
                                      </p:to>
                                    </p:set>
                                    <p:animEffect transition="in" filter="fade">
                                      <p:cBhvr>
                                        <p:cTn id="131" dur="1000"/>
                                        <p:tgtEl>
                                          <p:spTgt spid="45">
                                            <p:txEl>
                                              <p:pRg st="4" end="4"/>
                                            </p:txEl>
                                          </p:spTgt>
                                        </p:tgtEl>
                                      </p:cBhvr>
                                    </p:animEffect>
                                    <p:anim calcmode="lin" valueType="num">
                                      <p:cBhvr>
                                        <p:cTn id="132" dur="1000" fill="hold"/>
                                        <p:tgtEl>
                                          <p:spTgt spid="45">
                                            <p:txEl>
                                              <p:pRg st="4" end="4"/>
                                            </p:txEl>
                                          </p:spTgt>
                                        </p:tgtEl>
                                        <p:attrNameLst>
                                          <p:attrName>ppt_x</p:attrName>
                                        </p:attrNameLst>
                                      </p:cBhvr>
                                      <p:tavLst>
                                        <p:tav tm="0">
                                          <p:val>
                                            <p:strVal val="#ppt_x"/>
                                          </p:val>
                                        </p:tav>
                                        <p:tav tm="100000">
                                          <p:val>
                                            <p:strVal val="#ppt_x"/>
                                          </p:val>
                                        </p:tav>
                                      </p:tavLst>
                                    </p:anim>
                                    <p:anim calcmode="lin" valueType="num">
                                      <p:cBhvr>
                                        <p:cTn id="133" dur="1000" fill="hold"/>
                                        <p:tgtEl>
                                          <p:spTgt spid="45">
                                            <p:txEl>
                                              <p:pRg st="4" end="4"/>
                                            </p:txEl>
                                          </p:spTgt>
                                        </p:tgtEl>
                                        <p:attrNameLst>
                                          <p:attrName>ppt_y</p:attrName>
                                        </p:attrNameLst>
                                      </p:cBhvr>
                                      <p:tavLst>
                                        <p:tav tm="0">
                                          <p:val>
                                            <p:strVal val="#ppt_y+.1"/>
                                          </p:val>
                                        </p:tav>
                                        <p:tav tm="100000">
                                          <p:val>
                                            <p:strVal val="#ppt_y"/>
                                          </p:val>
                                        </p:tav>
                                      </p:tavLst>
                                    </p:anim>
                                  </p:childTnLst>
                                </p:cTn>
                              </p:par>
                            </p:childTnLst>
                          </p:cTn>
                        </p:par>
                        <p:par>
                          <p:cTn id="134" fill="hold">
                            <p:stCondLst>
                              <p:cond delay="1000"/>
                            </p:stCondLst>
                            <p:childTnLst>
                              <p:par>
                                <p:cTn id="135" presetID="42" presetClass="entr" presetSubtype="0" fill="hold" nodeType="afterEffect">
                                  <p:stCondLst>
                                    <p:cond delay="0"/>
                                  </p:stCondLst>
                                  <p:childTnLst>
                                    <p:set>
                                      <p:cBhvr>
                                        <p:cTn id="136" dur="1" fill="hold">
                                          <p:stCondLst>
                                            <p:cond delay="0"/>
                                          </p:stCondLst>
                                        </p:cTn>
                                        <p:tgtEl>
                                          <p:spTgt spid="45">
                                            <p:txEl>
                                              <p:pRg st="5" end="5"/>
                                            </p:txEl>
                                          </p:spTgt>
                                        </p:tgtEl>
                                        <p:attrNameLst>
                                          <p:attrName>style.visibility</p:attrName>
                                        </p:attrNameLst>
                                      </p:cBhvr>
                                      <p:to>
                                        <p:strVal val="visible"/>
                                      </p:to>
                                    </p:set>
                                    <p:animEffect transition="in" filter="fade">
                                      <p:cBhvr>
                                        <p:cTn id="137" dur="1000"/>
                                        <p:tgtEl>
                                          <p:spTgt spid="45">
                                            <p:txEl>
                                              <p:pRg st="5" end="5"/>
                                            </p:txEl>
                                          </p:spTgt>
                                        </p:tgtEl>
                                      </p:cBhvr>
                                    </p:animEffect>
                                    <p:anim calcmode="lin" valueType="num">
                                      <p:cBhvr>
                                        <p:cTn id="138" dur="1000" fill="hold"/>
                                        <p:tgtEl>
                                          <p:spTgt spid="45">
                                            <p:txEl>
                                              <p:pRg st="5" end="5"/>
                                            </p:txEl>
                                          </p:spTgt>
                                        </p:tgtEl>
                                        <p:attrNameLst>
                                          <p:attrName>ppt_x</p:attrName>
                                        </p:attrNameLst>
                                      </p:cBhvr>
                                      <p:tavLst>
                                        <p:tav tm="0">
                                          <p:val>
                                            <p:strVal val="#ppt_x"/>
                                          </p:val>
                                        </p:tav>
                                        <p:tav tm="100000">
                                          <p:val>
                                            <p:strVal val="#ppt_x"/>
                                          </p:val>
                                        </p:tav>
                                      </p:tavLst>
                                    </p:anim>
                                    <p:anim calcmode="lin" valueType="num">
                                      <p:cBhvr>
                                        <p:cTn id="139" dur="1000" fill="hold"/>
                                        <p:tgtEl>
                                          <p:spTgt spid="45">
                                            <p:txEl>
                                              <p:pRg st="5" end="5"/>
                                            </p:txEl>
                                          </p:spTgt>
                                        </p:tgtEl>
                                        <p:attrNameLst>
                                          <p:attrName>ppt_y</p:attrName>
                                        </p:attrNameLst>
                                      </p:cBhvr>
                                      <p:tavLst>
                                        <p:tav tm="0">
                                          <p:val>
                                            <p:strVal val="#ppt_y+.1"/>
                                          </p:val>
                                        </p:tav>
                                        <p:tav tm="100000">
                                          <p:val>
                                            <p:strVal val="#ppt_y"/>
                                          </p:val>
                                        </p:tav>
                                      </p:tavLst>
                                    </p:anim>
                                  </p:childTnLst>
                                </p:cTn>
                              </p:par>
                            </p:childTnLst>
                          </p:cTn>
                        </p:par>
                        <p:par>
                          <p:cTn id="140" fill="hold">
                            <p:stCondLst>
                              <p:cond delay="2000"/>
                            </p:stCondLst>
                            <p:childTnLst>
                              <p:par>
                                <p:cTn id="141" presetID="42" presetClass="entr" presetSubtype="0" fill="hold" nodeType="afterEffect">
                                  <p:stCondLst>
                                    <p:cond delay="0"/>
                                  </p:stCondLst>
                                  <p:childTnLst>
                                    <p:set>
                                      <p:cBhvr>
                                        <p:cTn id="142" dur="1" fill="hold">
                                          <p:stCondLst>
                                            <p:cond delay="0"/>
                                          </p:stCondLst>
                                        </p:cTn>
                                        <p:tgtEl>
                                          <p:spTgt spid="45">
                                            <p:txEl>
                                              <p:pRg st="6" end="6"/>
                                            </p:txEl>
                                          </p:spTgt>
                                        </p:tgtEl>
                                        <p:attrNameLst>
                                          <p:attrName>style.visibility</p:attrName>
                                        </p:attrNameLst>
                                      </p:cBhvr>
                                      <p:to>
                                        <p:strVal val="visible"/>
                                      </p:to>
                                    </p:set>
                                    <p:animEffect transition="in" filter="fade">
                                      <p:cBhvr>
                                        <p:cTn id="143" dur="1000"/>
                                        <p:tgtEl>
                                          <p:spTgt spid="45">
                                            <p:txEl>
                                              <p:pRg st="6" end="6"/>
                                            </p:txEl>
                                          </p:spTgt>
                                        </p:tgtEl>
                                      </p:cBhvr>
                                    </p:animEffect>
                                    <p:anim calcmode="lin" valueType="num">
                                      <p:cBhvr>
                                        <p:cTn id="144" dur="1000" fill="hold"/>
                                        <p:tgtEl>
                                          <p:spTgt spid="45">
                                            <p:txEl>
                                              <p:pRg st="6" end="6"/>
                                            </p:txEl>
                                          </p:spTgt>
                                        </p:tgtEl>
                                        <p:attrNameLst>
                                          <p:attrName>ppt_x</p:attrName>
                                        </p:attrNameLst>
                                      </p:cBhvr>
                                      <p:tavLst>
                                        <p:tav tm="0">
                                          <p:val>
                                            <p:strVal val="#ppt_x"/>
                                          </p:val>
                                        </p:tav>
                                        <p:tav tm="100000">
                                          <p:val>
                                            <p:strVal val="#ppt_x"/>
                                          </p:val>
                                        </p:tav>
                                      </p:tavLst>
                                    </p:anim>
                                    <p:anim calcmode="lin" valueType="num">
                                      <p:cBhvr>
                                        <p:cTn id="145" dur="1000" fill="hold"/>
                                        <p:tgtEl>
                                          <p:spTgt spid="45">
                                            <p:txEl>
                                              <p:pRg st="6" end="6"/>
                                            </p:txEl>
                                          </p:spTgt>
                                        </p:tgtEl>
                                        <p:attrNameLst>
                                          <p:attrName>ppt_y</p:attrName>
                                        </p:attrNameLst>
                                      </p:cBhvr>
                                      <p:tavLst>
                                        <p:tav tm="0">
                                          <p:val>
                                            <p:strVal val="#ppt_y+.1"/>
                                          </p:val>
                                        </p:tav>
                                        <p:tav tm="100000">
                                          <p:val>
                                            <p:strVal val="#ppt_y"/>
                                          </p:val>
                                        </p:tav>
                                      </p:tavLst>
                                    </p:anim>
                                  </p:childTnLst>
                                </p:cTn>
                              </p:par>
                            </p:childTnLst>
                          </p:cTn>
                        </p:par>
                        <p:par>
                          <p:cTn id="146" fill="hold">
                            <p:stCondLst>
                              <p:cond delay="3000"/>
                            </p:stCondLst>
                            <p:childTnLst>
                              <p:par>
                                <p:cTn id="147" presetID="42" presetClass="entr" presetSubtype="0" fill="hold" nodeType="afterEffect">
                                  <p:stCondLst>
                                    <p:cond delay="0"/>
                                  </p:stCondLst>
                                  <p:childTnLst>
                                    <p:set>
                                      <p:cBhvr>
                                        <p:cTn id="148" dur="1" fill="hold">
                                          <p:stCondLst>
                                            <p:cond delay="0"/>
                                          </p:stCondLst>
                                        </p:cTn>
                                        <p:tgtEl>
                                          <p:spTgt spid="45">
                                            <p:txEl>
                                              <p:pRg st="7" end="7"/>
                                            </p:txEl>
                                          </p:spTgt>
                                        </p:tgtEl>
                                        <p:attrNameLst>
                                          <p:attrName>style.visibility</p:attrName>
                                        </p:attrNameLst>
                                      </p:cBhvr>
                                      <p:to>
                                        <p:strVal val="visible"/>
                                      </p:to>
                                    </p:set>
                                    <p:animEffect transition="in" filter="fade">
                                      <p:cBhvr>
                                        <p:cTn id="149" dur="1000"/>
                                        <p:tgtEl>
                                          <p:spTgt spid="45">
                                            <p:txEl>
                                              <p:pRg st="7" end="7"/>
                                            </p:txEl>
                                          </p:spTgt>
                                        </p:tgtEl>
                                      </p:cBhvr>
                                    </p:animEffect>
                                    <p:anim calcmode="lin" valueType="num">
                                      <p:cBhvr>
                                        <p:cTn id="150" dur="1000" fill="hold"/>
                                        <p:tgtEl>
                                          <p:spTgt spid="45">
                                            <p:txEl>
                                              <p:pRg st="7" end="7"/>
                                            </p:txEl>
                                          </p:spTgt>
                                        </p:tgtEl>
                                        <p:attrNameLst>
                                          <p:attrName>ppt_x</p:attrName>
                                        </p:attrNameLst>
                                      </p:cBhvr>
                                      <p:tavLst>
                                        <p:tav tm="0">
                                          <p:val>
                                            <p:strVal val="#ppt_x"/>
                                          </p:val>
                                        </p:tav>
                                        <p:tav tm="100000">
                                          <p:val>
                                            <p:strVal val="#ppt_x"/>
                                          </p:val>
                                        </p:tav>
                                      </p:tavLst>
                                    </p:anim>
                                    <p:anim calcmode="lin" valueType="num">
                                      <p:cBhvr>
                                        <p:cTn id="151" dur="1000" fill="hold"/>
                                        <p:tgtEl>
                                          <p:spTgt spid="45">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1" grpId="0" animBg="1"/>
      <p:bldP spid="461" grpId="1" animBg="1"/>
      <p:bldP spid="462" grpId="0" animBg="1"/>
      <p:bldP spid="462" grpId="1" animBg="1"/>
      <p:bldP spid="463" grpId="0" animBg="1"/>
      <p:bldP spid="463" grpId="1" animBg="1"/>
      <p:bldP spid="464" grpId="0" animBg="1"/>
      <p:bldP spid="464" grpId="1" animBg="1"/>
      <p:bldP spid="465" grpId="0" animBg="1"/>
      <p:bldP spid="465" grpId="1" animBg="1"/>
      <p:bldP spid="467" grpId="0" animBg="1"/>
      <p:bldP spid="467" grpId="1" animBg="1"/>
      <p:bldP spid="469" grpId="0" animBg="1"/>
      <p:bldP spid="469" grpId="1" animBg="1"/>
      <p:bldP spid="470" grpId="0" animBg="1"/>
      <p:bldP spid="470" grpId="1" animBg="1"/>
      <p:bldP spid="471" grpId="0" animBg="1"/>
      <p:bldP spid="471" grpId="1" animBg="1"/>
      <p:bldP spid="472" grpId="0" animBg="1"/>
      <p:bldP spid="472" grpId="1" animBg="1"/>
      <p:bldP spid="47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D83FD38A-1417-D472-AB27-B8E021148145}"/>
              </a:ext>
            </a:extLst>
          </p:cNvPr>
          <p:cNvGrpSpPr/>
          <p:nvPr/>
        </p:nvGrpSpPr>
        <p:grpSpPr>
          <a:xfrm>
            <a:off x="199897" y="3572976"/>
            <a:ext cx="1669144" cy="2786743"/>
            <a:chOff x="391885" y="3599543"/>
            <a:chExt cx="1669144" cy="2786743"/>
          </a:xfrm>
        </p:grpSpPr>
        <p:sp>
          <p:nvSpPr>
            <p:cNvPr id="11" name="Oval 10">
              <a:extLst>
                <a:ext uri="{FF2B5EF4-FFF2-40B4-BE49-F238E27FC236}">
                  <a16:creationId xmlns:a16="http://schemas.microsoft.com/office/drawing/2014/main" id="{32B3683B-4922-5EA3-1899-4EFC3372263D}"/>
                </a:ext>
              </a:extLst>
            </p:cNvPr>
            <p:cNvSpPr/>
            <p:nvPr/>
          </p:nvSpPr>
          <p:spPr>
            <a:xfrm>
              <a:off x="391885" y="3599543"/>
              <a:ext cx="1480458" cy="278674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010ABAB-0226-FC62-3E0E-4EA128FABEE7}"/>
                </a:ext>
              </a:extLst>
            </p:cNvPr>
            <p:cNvSpPr/>
            <p:nvPr/>
          </p:nvSpPr>
          <p:spPr>
            <a:xfrm>
              <a:off x="1161143" y="3715658"/>
              <a:ext cx="899886" cy="2583542"/>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Arrow Connector 12">
              <a:extLst>
                <a:ext uri="{FF2B5EF4-FFF2-40B4-BE49-F238E27FC236}">
                  <a16:creationId xmlns:a16="http://schemas.microsoft.com/office/drawing/2014/main" id="{88C17FC4-2270-776D-479F-96A0FD76151F}"/>
                </a:ext>
              </a:extLst>
            </p:cNvPr>
            <p:cNvCxnSpPr>
              <a:cxnSpLocks/>
            </p:cNvCxnSpPr>
            <p:nvPr/>
          </p:nvCxnSpPr>
          <p:spPr>
            <a:xfrm>
              <a:off x="1377950" y="3679825"/>
              <a:ext cx="144237" cy="107497"/>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14" name="Text Box 3">
            <a:extLst>
              <a:ext uri="{FF2B5EF4-FFF2-40B4-BE49-F238E27FC236}">
                <a16:creationId xmlns:a16="http://schemas.microsoft.com/office/drawing/2014/main" id="{EB9CA7C9-8118-B506-C2EF-BF0799994CAB}"/>
              </a:ext>
            </a:extLst>
          </p:cNvPr>
          <p:cNvSpPr txBox="1">
            <a:spLocks noChangeArrowheads="1"/>
          </p:cNvSpPr>
          <p:nvPr/>
        </p:nvSpPr>
        <p:spPr bwMode="auto">
          <a:xfrm>
            <a:off x="1268738" y="1198107"/>
            <a:ext cx="10490871" cy="241912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r>
              <a:rPr lang="en-US" dirty="0">
                <a:latin typeface="+mn-lt"/>
              </a:rPr>
              <a:t>1</a:t>
            </a:r>
            <a:r>
              <a:rPr lang="en-US" sz="2000" b="1" dirty="0">
                <a:latin typeface="+mn-lt"/>
              </a:rPr>
              <a:t>  </a:t>
            </a:r>
            <a:r>
              <a:rPr lang="en-US" b="1" i="1" dirty="0">
                <a:solidFill>
                  <a:srgbClr val="0000A8"/>
                </a:solidFill>
                <a:latin typeface="+mn-lt"/>
              </a:rPr>
              <a:t>Initialization:</a:t>
            </a:r>
            <a:r>
              <a:rPr lang="en-US" b="1" dirty="0">
                <a:solidFill>
                  <a:srgbClr val="0000A8"/>
                </a:solidFill>
                <a:latin typeface="+mn-lt"/>
              </a:rPr>
              <a:t> </a:t>
            </a:r>
          </a:p>
          <a:p>
            <a:pPr>
              <a:lnSpc>
                <a:spcPct val="90000"/>
              </a:lnSpc>
            </a:pPr>
            <a:r>
              <a:rPr lang="en-US" dirty="0">
                <a:latin typeface="+mn-lt"/>
              </a:rPr>
              <a:t>2   </a:t>
            </a:r>
            <a:r>
              <a:rPr lang="en-US" i="1" dirty="0">
                <a:latin typeface="+mn-lt"/>
              </a:rPr>
              <a:t> N</a:t>
            </a:r>
            <a:r>
              <a:rPr lang="en-US" i="1" dirty="0">
                <a:latin typeface="+mn-lt"/>
                <a:cs typeface="Arial" charset="0"/>
              </a:rPr>
              <a:t>'</a:t>
            </a:r>
            <a:r>
              <a:rPr lang="en-US" i="1" dirty="0">
                <a:latin typeface="+mn-lt"/>
              </a:rPr>
              <a:t> </a:t>
            </a:r>
            <a:r>
              <a:rPr lang="en-US" dirty="0">
                <a:latin typeface="+mn-lt"/>
              </a:rPr>
              <a:t>= {</a:t>
            </a:r>
            <a:r>
              <a:rPr lang="en-US" i="1" dirty="0">
                <a:latin typeface="+mn-lt"/>
              </a:rPr>
              <a:t>u</a:t>
            </a:r>
            <a:r>
              <a:rPr lang="en-US" dirty="0">
                <a:latin typeface="+mn-lt"/>
              </a:rPr>
              <a:t>}</a:t>
            </a:r>
            <a:r>
              <a:rPr lang="en-US" sz="2000" dirty="0">
                <a:latin typeface="+mn-lt"/>
              </a:rPr>
              <a:t>                                   </a:t>
            </a:r>
            <a:r>
              <a:rPr lang="en-US" sz="2000" dirty="0">
                <a:latin typeface="Arial" panose="020B0604020202020204" pitchFamily="34" charset="0"/>
                <a:cs typeface="Arial" panose="020B0604020202020204" pitchFamily="34" charset="0"/>
              </a:rPr>
              <a:t>/* compute </a:t>
            </a:r>
            <a:r>
              <a:rPr lang="en-US" sz="2000" dirty="0"/>
              <a:t>least cost path from u </a:t>
            </a:r>
            <a:r>
              <a:rPr lang="en-US" altLang="ja-JP" sz="2000" dirty="0"/>
              <a:t>to all other nodes */</a:t>
            </a:r>
            <a:endParaRPr lang="en-US" sz="2000" dirty="0">
              <a:latin typeface="+mn-lt"/>
            </a:endParaRPr>
          </a:p>
          <a:p>
            <a:pPr>
              <a:lnSpc>
                <a:spcPct val="90000"/>
              </a:lnSpc>
            </a:pPr>
            <a:r>
              <a:rPr lang="en-US" dirty="0">
                <a:latin typeface="+mn-lt"/>
              </a:rPr>
              <a:t>3    for all nodes </a:t>
            </a:r>
            <a:r>
              <a:rPr lang="en-US" i="1" dirty="0">
                <a:latin typeface="+mn-lt"/>
              </a:rPr>
              <a:t>v</a:t>
            </a:r>
            <a:r>
              <a:rPr lang="en-US" dirty="0">
                <a:latin typeface="+mn-lt"/>
              </a:rPr>
              <a:t> </a:t>
            </a:r>
          </a:p>
          <a:p>
            <a:pPr>
              <a:lnSpc>
                <a:spcPct val="90000"/>
              </a:lnSpc>
            </a:pPr>
            <a:r>
              <a:rPr lang="en-US" dirty="0">
                <a:latin typeface="+mn-lt"/>
              </a:rPr>
              <a:t>4      if </a:t>
            </a:r>
            <a:r>
              <a:rPr lang="en-US" i="1" dirty="0">
                <a:latin typeface="+mn-lt"/>
              </a:rPr>
              <a:t>v</a:t>
            </a:r>
            <a:r>
              <a:rPr lang="en-US" dirty="0">
                <a:latin typeface="+mn-lt"/>
              </a:rPr>
              <a:t> adjacent to </a:t>
            </a:r>
            <a:r>
              <a:rPr lang="en-US" i="1" dirty="0">
                <a:latin typeface="+mn-lt"/>
              </a:rPr>
              <a:t>u</a:t>
            </a:r>
            <a:r>
              <a:rPr lang="en-US" sz="2000" dirty="0">
                <a:latin typeface="+mn-lt"/>
              </a:rPr>
              <a:t>            /* </a:t>
            </a:r>
            <a:r>
              <a:rPr lang="en-US" sz="2000" i="1" dirty="0">
                <a:latin typeface="+mn-lt"/>
              </a:rPr>
              <a:t>u </a:t>
            </a:r>
            <a:r>
              <a:rPr lang="en-US" sz="2000" dirty="0">
                <a:latin typeface="+mn-lt"/>
              </a:rPr>
              <a:t>initially</a:t>
            </a:r>
            <a:r>
              <a:rPr lang="en-US" sz="2000" i="1" dirty="0">
                <a:latin typeface="+mn-lt"/>
              </a:rPr>
              <a:t> </a:t>
            </a:r>
            <a:r>
              <a:rPr lang="en-US" sz="2000" dirty="0">
                <a:latin typeface="+mn-lt"/>
              </a:rPr>
              <a:t>knows direct-path-cost only to  direct neighbors */</a:t>
            </a:r>
          </a:p>
          <a:p>
            <a:pPr>
              <a:lnSpc>
                <a:spcPct val="90000"/>
              </a:lnSpc>
            </a:pPr>
            <a:r>
              <a:rPr lang="en-US" dirty="0">
                <a:latin typeface="+mn-lt"/>
              </a:rPr>
              <a:t>5         then </a:t>
            </a:r>
            <a:r>
              <a:rPr lang="en-US" i="1" dirty="0">
                <a:latin typeface="+mn-lt"/>
              </a:rPr>
              <a:t>D(v) = </a:t>
            </a:r>
            <a:r>
              <a:rPr lang="en-US" i="1" dirty="0" err="1">
                <a:latin typeface="+mn-lt"/>
              </a:rPr>
              <a:t>c</a:t>
            </a:r>
            <a:r>
              <a:rPr lang="en-US" i="1" baseline="-25000" dirty="0" err="1">
                <a:latin typeface="+mn-lt"/>
              </a:rPr>
              <a:t>u,v</a:t>
            </a:r>
            <a:r>
              <a:rPr lang="en-US" sz="2000" i="1" baseline="-25000" dirty="0">
                <a:latin typeface="+mn-lt"/>
              </a:rPr>
              <a:t>      </a:t>
            </a:r>
            <a:r>
              <a:rPr lang="en-US" sz="2000" baseline="-25000" dirty="0">
                <a:latin typeface="+mn-lt"/>
              </a:rPr>
              <a:t>             </a:t>
            </a:r>
            <a:r>
              <a:rPr lang="en-US" sz="2000" dirty="0">
                <a:latin typeface="+mn-lt"/>
              </a:rPr>
              <a:t>/* but may not be </a:t>
            </a:r>
            <a:r>
              <a:rPr lang="en-US" sz="2000" i="1" dirty="0">
                <a:latin typeface="+mn-lt"/>
              </a:rPr>
              <a:t>minimum</a:t>
            </a:r>
            <a:r>
              <a:rPr lang="en-US" sz="2000" dirty="0">
                <a:latin typeface="+mn-lt"/>
              </a:rPr>
              <a:t> cost! */</a:t>
            </a:r>
            <a:endParaRPr lang="en-US" dirty="0">
              <a:latin typeface="+mn-lt"/>
            </a:endParaRPr>
          </a:p>
          <a:p>
            <a:pPr>
              <a:lnSpc>
                <a:spcPct val="90000"/>
              </a:lnSpc>
            </a:pPr>
            <a:r>
              <a:rPr lang="en-US" dirty="0">
                <a:latin typeface="+mn-lt"/>
              </a:rPr>
              <a:t>6      else </a:t>
            </a:r>
            <a:r>
              <a:rPr lang="en-US" i="1" dirty="0">
                <a:latin typeface="+mn-lt"/>
              </a:rPr>
              <a:t>D(v) </a:t>
            </a:r>
            <a:r>
              <a:rPr lang="en-US" dirty="0">
                <a:latin typeface="+mn-lt"/>
              </a:rPr>
              <a:t>=  </a:t>
            </a:r>
            <a:r>
              <a:rPr lang="en-US" dirty="0">
                <a:latin typeface="+mn-lt"/>
                <a:cs typeface="Arial" charset="0"/>
              </a:rPr>
              <a:t>∞</a:t>
            </a:r>
            <a:r>
              <a:rPr lang="en-US" dirty="0">
                <a:latin typeface="+mn-lt"/>
              </a:rPr>
              <a:t> </a:t>
            </a:r>
          </a:p>
          <a:p>
            <a:pPr>
              <a:lnSpc>
                <a:spcPct val="90000"/>
              </a:lnSpc>
            </a:pPr>
            <a:r>
              <a:rPr lang="en-US" dirty="0">
                <a:latin typeface="+mn-lt"/>
              </a:rPr>
              <a:t>7 </a:t>
            </a:r>
          </a:p>
        </p:txBody>
      </p:sp>
      <p:sp>
        <p:nvSpPr>
          <p:cNvPr id="15" name="Text Box 3">
            <a:extLst>
              <a:ext uri="{FF2B5EF4-FFF2-40B4-BE49-F238E27FC236}">
                <a16:creationId xmlns:a16="http://schemas.microsoft.com/office/drawing/2014/main" id="{E972BB54-03F0-D831-C811-86DD808B76B5}"/>
              </a:ext>
            </a:extLst>
          </p:cNvPr>
          <p:cNvSpPr txBox="1">
            <a:spLocks noChangeArrowheads="1"/>
          </p:cNvSpPr>
          <p:nvPr/>
        </p:nvSpPr>
        <p:spPr bwMode="auto">
          <a:xfrm>
            <a:off x="1259156" y="3108779"/>
            <a:ext cx="3075073" cy="3416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latin typeface="+mn-lt"/>
            </a:endParaRPr>
          </a:p>
          <a:p>
            <a:r>
              <a:rPr lang="en-US" dirty="0">
                <a:solidFill>
                  <a:srgbClr val="0000A8"/>
                </a:solidFill>
                <a:latin typeface="+mn-lt"/>
              </a:rPr>
              <a:t>8</a:t>
            </a:r>
            <a:r>
              <a:rPr lang="en-US" b="1" dirty="0">
                <a:solidFill>
                  <a:srgbClr val="0000A8"/>
                </a:solidFill>
                <a:latin typeface="+mn-lt"/>
              </a:rPr>
              <a:t>   </a:t>
            </a:r>
            <a:r>
              <a:rPr lang="en-US" b="1" i="1" dirty="0">
                <a:solidFill>
                  <a:srgbClr val="0000A8"/>
                </a:solidFill>
                <a:latin typeface="+mn-lt"/>
              </a:rPr>
              <a:t>Loop </a:t>
            </a:r>
            <a:endParaRPr lang="en-US" b="1" dirty="0">
              <a:solidFill>
                <a:srgbClr val="0000A8"/>
              </a:solidFill>
              <a:latin typeface="+mn-lt"/>
            </a:endParaRPr>
          </a:p>
          <a:p>
            <a:r>
              <a:rPr lang="en-US" dirty="0">
                <a:latin typeface="+mn-lt"/>
              </a:rPr>
              <a:t>9     </a:t>
            </a:r>
          </a:p>
          <a:p>
            <a:r>
              <a:rPr lang="en-US" dirty="0">
                <a:latin typeface="+mn-lt"/>
              </a:rPr>
              <a:t>10    </a:t>
            </a:r>
          </a:p>
          <a:p>
            <a:r>
              <a:rPr lang="en-US" dirty="0">
                <a:latin typeface="+mn-lt"/>
              </a:rPr>
              <a:t>11</a:t>
            </a:r>
          </a:p>
          <a:p>
            <a:r>
              <a:rPr lang="en-US" dirty="0">
                <a:latin typeface="+mn-lt"/>
              </a:rPr>
              <a:t>12</a:t>
            </a:r>
            <a:endParaRPr lang="en-US" b="1" dirty="0">
              <a:solidFill>
                <a:srgbClr val="CC0000"/>
              </a:solidFill>
              <a:latin typeface="+mn-lt"/>
            </a:endParaRPr>
          </a:p>
          <a:p>
            <a:r>
              <a:rPr lang="en-US" dirty="0">
                <a:latin typeface="+mn-lt"/>
              </a:rPr>
              <a:t>13</a:t>
            </a:r>
          </a:p>
          <a:p>
            <a:r>
              <a:rPr lang="en-US" dirty="0">
                <a:latin typeface="+mn-lt"/>
              </a:rPr>
              <a:t>14</a:t>
            </a:r>
          </a:p>
          <a:p>
            <a:r>
              <a:rPr lang="en-US" b="1" dirty="0">
                <a:solidFill>
                  <a:srgbClr val="0000A8"/>
                </a:solidFill>
                <a:latin typeface="+mn-lt"/>
              </a:rPr>
              <a:t>15  </a:t>
            </a:r>
            <a:r>
              <a:rPr lang="en-US" i="1" dirty="0">
                <a:solidFill>
                  <a:srgbClr val="0000A8"/>
                </a:solidFill>
                <a:latin typeface="+mn-lt"/>
              </a:rPr>
              <a:t>until all nodes in N</a:t>
            </a:r>
            <a:r>
              <a:rPr lang="en-US" i="1" dirty="0">
                <a:solidFill>
                  <a:srgbClr val="0000A8"/>
                </a:solidFill>
                <a:latin typeface="+mn-lt"/>
                <a:cs typeface="Arial" charset="0"/>
              </a:rPr>
              <a:t>'</a:t>
            </a:r>
            <a:r>
              <a:rPr lang="en-US" dirty="0">
                <a:solidFill>
                  <a:srgbClr val="0000A8"/>
                </a:solidFill>
                <a:latin typeface="+mn-lt"/>
              </a:rPr>
              <a:t> </a:t>
            </a:r>
          </a:p>
        </p:txBody>
      </p:sp>
      <p:sp>
        <p:nvSpPr>
          <p:cNvPr id="16" name="Text Box 3">
            <a:extLst>
              <a:ext uri="{FF2B5EF4-FFF2-40B4-BE49-F238E27FC236}">
                <a16:creationId xmlns:a16="http://schemas.microsoft.com/office/drawing/2014/main" id="{A5A10F5E-5C6A-D25E-B6A8-A9EFDBDF76DA}"/>
              </a:ext>
            </a:extLst>
          </p:cNvPr>
          <p:cNvSpPr txBox="1">
            <a:spLocks noChangeArrowheads="1"/>
          </p:cNvSpPr>
          <p:nvPr/>
        </p:nvSpPr>
        <p:spPr bwMode="auto">
          <a:xfrm>
            <a:off x="1878338" y="3476820"/>
            <a:ext cx="7463582" cy="2657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latin typeface="+mn-lt"/>
            </a:endParaRPr>
          </a:p>
          <a:p>
            <a:r>
              <a:rPr lang="en-US" dirty="0">
                <a:latin typeface="+mn-lt"/>
              </a:rPr>
              <a:t>find </a:t>
            </a:r>
            <a:r>
              <a:rPr lang="en-US" i="1" dirty="0">
                <a:latin typeface="+mn-lt"/>
              </a:rPr>
              <a:t>w</a:t>
            </a:r>
            <a:r>
              <a:rPr lang="en-US" dirty="0">
                <a:latin typeface="+mn-lt"/>
              </a:rPr>
              <a:t> not in </a:t>
            </a:r>
            <a:r>
              <a:rPr lang="en-US" i="1" dirty="0">
                <a:latin typeface="+mn-lt"/>
              </a:rPr>
              <a:t>N</a:t>
            </a:r>
            <a:r>
              <a:rPr lang="en-US" i="1" dirty="0">
                <a:latin typeface="+mn-lt"/>
                <a:cs typeface="Arial" charset="0"/>
              </a:rPr>
              <a:t>'</a:t>
            </a:r>
            <a:r>
              <a:rPr lang="en-US" i="1" dirty="0">
                <a:latin typeface="+mn-lt"/>
              </a:rPr>
              <a:t> </a:t>
            </a:r>
            <a:r>
              <a:rPr lang="en-US" dirty="0">
                <a:latin typeface="+mn-lt"/>
              </a:rPr>
              <a:t>such that </a:t>
            </a:r>
            <a:r>
              <a:rPr lang="en-US" i="1" dirty="0">
                <a:latin typeface="+mn-lt"/>
              </a:rPr>
              <a:t>D(w) </a:t>
            </a:r>
            <a:r>
              <a:rPr lang="en-US" dirty="0">
                <a:latin typeface="+mn-lt"/>
              </a:rPr>
              <a:t>is a minimum </a:t>
            </a:r>
          </a:p>
          <a:p>
            <a:r>
              <a:rPr lang="en-US" dirty="0">
                <a:latin typeface="+mn-lt"/>
              </a:rPr>
              <a:t>add </a:t>
            </a:r>
            <a:r>
              <a:rPr lang="en-US" i="1" dirty="0">
                <a:latin typeface="+mn-lt"/>
              </a:rPr>
              <a:t>w</a:t>
            </a:r>
            <a:r>
              <a:rPr lang="en-US" dirty="0">
                <a:latin typeface="+mn-lt"/>
              </a:rPr>
              <a:t> to </a:t>
            </a:r>
            <a:r>
              <a:rPr lang="en-US" i="1" dirty="0">
                <a:latin typeface="+mn-lt"/>
              </a:rPr>
              <a:t>N</a:t>
            </a:r>
            <a:r>
              <a:rPr lang="en-US" i="1" dirty="0">
                <a:latin typeface="+mn-lt"/>
                <a:cs typeface="Arial" charset="0"/>
              </a:rPr>
              <a:t>'</a:t>
            </a:r>
            <a:r>
              <a:rPr lang="en-US" i="1" dirty="0">
                <a:latin typeface="+mn-lt"/>
              </a:rPr>
              <a:t> </a:t>
            </a:r>
          </a:p>
          <a:p>
            <a:r>
              <a:rPr lang="en-US" dirty="0">
                <a:latin typeface="+mn-lt"/>
              </a:rPr>
              <a:t>update </a:t>
            </a:r>
            <a:r>
              <a:rPr lang="en-US" i="1" dirty="0">
                <a:latin typeface="+mn-lt"/>
              </a:rPr>
              <a:t>D(v) </a:t>
            </a:r>
            <a:r>
              <a:rPr lang="en-US" dirty="0">
                <a:latin typeface="+mn-lt"/>
              </a:rPr>
              <a:t>for all</a:t>
            </a:r>
            <a:r>
              <a:rPr lang="en-US" i="1" dirty="0">
                <a:latin typeface="+mn-lt"/>
              </a:rPr>
              <a:t> v </a:t>
            </a:r>
            <a:r>
              <a:rPr lang="en-US" dirty="0">
                <a:latin typeface="+mn-lt"/>
              </a:rPr>
              <a:t>adjacent to </a:t>
            </a:r>
            <a:r>
              <a:rPr lang="en-US" i="1" dirty="0">
                <a:latin typeface="+mn-lt"/>
              </a:rPr>
              <a:t>w</a:t>
            </a:r>
            <a:r>
              <a:rPr lang="en-US" dirty="0">
                <a:latin typeface="+mn-lt"/>
              </a:rPr>
              <a:t> and not in </a:t>
            </a:r>
            <a:r>
              <a:rPr lang="en-US" i="1" dirty="0">
                <a:latin typeface="+mn-lt"/>
              </a:rPr>
              <a:t>N</a:t>
            </a:r>
            <a:r>
              <a:rPr lang="en-US" i="1" dirty="0">
                <a:latin typeface="+mn-lt"/>
                <a:cs typeface="Arial" charset="0"/>
              </a:rPr>
              <a:t>'</a:t>
            </a:r>
            <a:r>
              <a:rPr lang="en-US" i="1" dirty="0">
                <a:latin typeface="+mn-lt"/>
              </a:rPr>
              <a:t> </a:t>
            </a:r>
            <a:r>
              <a:rPr lang="en-US" dirty="0">
                <a:latin typeface="+mn-lt"/>
              </a:rPr>
              <a:t>: </a:t>
            </a:r>
          </a:p>
          <a:p>
            <a:r>
              <a:rPr lang="en-US" b="1" i="1" dirty="0">
                <a:solidFill>
                  <a:srgbClr val="CC0000"/>
                </a:solidFill>
                <a:latin typeface="+mn-lt"/>
              </a:rPr>
              <a:t>     D(v) = </a:t>
            </a:r>
            <a:r>
              <a:rPr lang="en-US" b="1" dirty="0">
                <a:solidFill>
                  <a:srgbClr val="CC0000"/>
                </a:solidFill>
                <a:latin typeface="+mn-lt"/>
              </a:rPr>
              <a:t>min</a:t>
            </a:r>
            <a:r>
              <a:rPr lang="en-US" b="1" i="1" dirty="0">
                <a:solidFill>
                  <a:srgbClr val="CC0000"/>
                </a:solidFill>
                <a:latin typeface="+mn-lt"/>
              </a:rPr>
              <a:t> </a:t>
            </a:r>
            <a:r>
              <a:rPr lang="en-US" b="1" dirty="0">
                <a:solidFill>
                  <a:srgbClr val="CC0000"/>
                </a:solidFill>
                <a:latin typeface="+mn-lt"/>
              </a:rPr>
              <a:t>( </a:t>
            </a:r>
            <a:r>
              <a:rPr lang="en-US" b="1" i="1" dirty="0">
                <a:solidFill>
                  <a:srgbClr val="CC0000"/>
                </a:solidFill>
                <a:latin typeface="+mn-lt"/>
              </a:rPr>
              <a:t>D(v),  D(w) + c</a:t>
            </a:r>
            <a:r>
              <a:rPr lang="en-US" b="1" i="1" baseline="-25000" dirty="0">
                <a:solidFill>
                  <a:srgbClr val="CC0000"/>
                </a:solidFill>
                <a:latin typeface="+mn-lt"/>
              </a:rPr>
              <a:t>w,v  </a:t>
            </a:r>
            <a:r>
              <a:rPr lang="en-US" b="1" dirty="0">
                <a:solidFill>
                  <a:srgbClr val="CC0000"/>
                </a:solidFill>
                <a:latin typeface="+mn-lt"/>
              </a:rPr>
              <a:t>)</a:t>
            </a:r>
            <a:r>
              <a:rPr lang="en-US" b="1" i="1" dirty="0">
                <a:solidFill>
                  <a:srgbClr val="CC0000"/>
                </a:solidFill>
                <a:latin typeface="+mn-lt"/>
              </a:rPr>
              <a:t> </a:t>
            </a:r>
          </a:p>
          <a:p>
            <a:pPr>
              <a:spcBef>
                <a:spcPts val="400"/>
              </a:spcBef>
            </a:pPr>
            <a:r>
              <a:rPr lang="en-US" sz="2000" dirty="0">
                <a:latin typeface="+mn-lt"/>
              </a:rPr>
              <a:t>/* new least-path-cost to </a:t>
            </a:r>
            <a:r>
              <a:rPr lang="en-US" sz="2000" i="1" dirty="0">
                <a:latin typeface="+mn-lt"/>
              </a:rPr>
              <a:t>v </a:t>
            </a:r>
            <a:r>
              <a:rPr lang="en-US" sz="2000" dirty="0">
                <a:latin typeface="+mn-lt"/>
              </a:rPr>
              <a:t>is either old least-cost-path to</a:t>
            </a:r>
            <a:r>
              <a:rPr lang="en-US" sz="2000" i="1" dirty="0">
                <a:latin typeface="+mn-lt"/>
              </a:rPr>
              <a:t> v </a:t>
            </a:r>
            <a:r>
              <a:rPr lang="en-US" sz="2000" dirty="0">
                <a:latin typeface="+mn-lt"/>
              </a:rPr>
              <a:t>or known </a:t>
            </a:r>
          </a:p>
          <a:p>
            <a:pPr>
              <a:spcBef>
                <a:spcPts val="400"/>
              </a:spcBef>
            </a:pPr>
            <a:r>
              <a:rPr lang="en-US" sz="2000" dirty="0">
                <a:latin typeface="+mn-lt"/>
              </a:rPr>
              <a:t>least-cost-path to </a:t>
            </a:r>
            <a:r>
              <a:rPr lang="en-US" sz="2000" i="1" dirty="0">
                <a:latin typeface="+mn-lt"/>
              </a:rPr>
              <a:t>w</a:t>
            </a:r>
            <a:r>
              <a:rPr lang="en-US" sz="2000" dirty="0">
                <a:latin typeface="+mn-lt"/>
              </a:rPr>
              <a:t> plus direct-cost from </a:t>
            </a:r>
            <a:r>
              <a:rPr lang="en-US" sz="2000" i="1" dirty="0">
                <a:latin typeface="+mn-lt"/>
              </a:rPr>
              <a:t>w</a:t>
            </a:r>
            <a:r>
              <a:rPr lang="en-US" sz="2000" dirty="0">
                <a:latin typeface="+mn-lt"/>
              </a:rPr>
              <a:t> to </a:t>
            </a:r>
            <a:r>
              <a:rPr lang="en-US" sz="2000" i="1" dirty="0">
                <a:latin typeface="+mn-lt"/>
              </a:rPr>
              <a:t>v</a:t>
            </a:r>
            <a:r>
              <a:rPr lang="en-US" sz="2000" dirty="0">
                <a:latin typeface="+mn-lt"/>
              </a:rPr>
              <a:t> */ </a:t>
            </a:r>
          </a:p>
        </p:txBody>
      </p:sp>
    </p:spTree>
    <p:extLst>
      <p:ext uri="{BB962C8B-B14F-4D97-AF65-F5344CB8AC3E}">
        <p14:creationId xmlns:p14="http://schemas.microsoft.com/office/powerpoint/2010/main" val="3809946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dissolve">
                                      <p:cBhvr>
                                        <p:cTn id="14" dur="500"/>
                                        <p:tgtEl>
                                          <p:spTgt spid="14"/>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par>
                          <p:cTn id="20" fill="hold">
                            <p:stCondLst>
                              <p:cond delay="500"/>
                            </p:stCondLst>
                            <p:childTnLst>
                              <p:par>
                                <p:cTn id="21" presetID="9"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dissolv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dissolve">
                                      <p:cBhvr>
                                        <p:cTn id="28"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9" name="Group 8">
            <a:extLst>
              <a:ext uri="{FF2B5EF4-FFF2-40B4-BE49-F238E27FC236}">
                <a16:creationId xmlns:a16="http://schemas.microsoft.com/office/drawing/2014/main" id="{6759251B-2248-2A15-A9CE-1C71712110C6}"/>
              </a:ext>
            </a:extLst>
          </p:cNvPr>
          <p:cNvGrpSpPr/>
          <p:nvPr/>
        </p:nvGrpSpPr>
        <p:grpSpPr>
          <a:xfrm>
            <a:off x="5719631" y="4267312"/>
            <a:ext cx="918006" cy="1764574"/>
            <a:chOff x="4618299" y="5972536"/>
            <a:chExt cx="2734563" cy="1944547"/>
          </a:xfrm>
        </p:grpSpPr>
        <p:sp>
          <p:nvSpPr>
            <p:cNvPr id="17" name="Rectangle 16">
              <a:extLst>
                <a:ext uri="{FF2B5EF4-FFF2-40B4-BE49-F238E27FC236}">
                  <a16:creationId xmlns:a16="http://schemas.microsoft.com/office/drawing/2014/main" id="{D6DA73C8-9FC2-0CFE-7779-6BC51F5A72B1}"/>
                </a:ext>
              </a:extLst>
            </p:cNvPr>
            <p:cNvSpPr/>
            <p:nvPr/>
          </p:nvSpPr>
          <p:spPr>
            <a:xfrm>
              <a:off x="4618299" y="5972536"/>
              <a:ext cx="2511706" cy="1944547"/>
            </a:xfrm>
            <a:prstGeom prst="rect">
              <a:avLst/>
            </a:prstGeom>
            <a:no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F7D5CFE-3EDB-D779-8289-3DAC446C93A8}"/>
                </a:ext>
              </a:extLst>
            </p:cNvPr>
            <p:cNvSpPr/>
            <p:nvPr/>
          </p:nvSpPr>
          <p:spPr>
            <a:xfrm>
              <a:off x="6852056" y="6129160"/>
              <a:ext cx="500806" cy="1674570"/>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9" name="Straight Arrow Connector 18">
              <a:extLst>
                <a:ext uri="{FF2B5EF4-FFF2-40B4-BE49-F238E27FC236}">
                  <a16:creationId xmlns:a16="http://schemas.microsoft.com/office/drawing/2014/main" id="{D9738D08-75B2-EFFA-2F1B-B16ABAC1C900}"/>
                </a:ext>
              </a:extLst>
            </p:cNvPr>
            <p:cNvCxnSpPr>
              <a:cxnSpLocks/>
            </p:cNvCxnSpPr>
            <p:nvPr/>
          </p:nvCxnSpPr>
          <p:spPr>
            <a:xfrm>
              <a:off x="7131754" y="6015734"/>
              <a:ext cx="0" cy="235302"/>
            </a:xfrm>
            <a:prstGeom prst="straightConnector1">
              <a:avLst/>
            </a:prstGeom>
            <a:ln w="254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20" name="Text Box 3">
            <a:extLst>
              <a:ext uri="{FF2B5EF4-FFF2-40B4-BE49-F238E27FC236}">
                <a16:creationId xmlns:a16="http://schemas.microsoft.com/office/drawing/2014/main" id="{E0DC874F-3310-02E8-CC65-5D0622251FE7}"/>
              </a:ext>
            </a:extLst>
          </p:cNvPr>
          <p:cNvSpPr txBox="1">
            <a:spLocks noChangeArrowheads="1"/>
          </p:cNvSpPr>
          <p:nvPr/>
        </p:nvSpPr>
        <p:spPr bwMode="auto">
          <a:xfrm>
            <a:off x="1397181" y="1647825"/>
            <a:ext cx="706437" cy="22256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Step</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0</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a:t>
            </a:r>
          </a:p>
        </p:txBody>
      </p:sp>
      <p:sp>
        <p:nvSpPr>
          <p:cNvPr id="21" name="Text Box 4">
            <a:extLst>
              <a:ext uri="{FF2B5EF4-FFF2-40B4-BE49-F238E27FC236}">
                <a16:creationId xmlns:a16="http://schemas.microsoft.com/office/drawing/2014/main" id="{63FB4C00-73C3-1ADE-0D6E-8B94599DBCEB}"/>
              </a:ext>
            </a:extLst>
          </p:cNvPr>
          <p:cNvSpPr txBox="1">
            <a:spLocks noChangeArrowheads="1"/>
          </p:cNvSpPr>
          <p:nvPr/>
        </p:nvSpPr>
        <p:spPr bwMode="auto">
          <a:xfrm>
            <a:off x="3007285" y="1657350"/>
            <a:ext cx="420308"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N</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sp>
        <p:nvSpPr>
          <p:cNvPr id="22" name="Text Box 5">
            <a:extLst>
              <a:ext uri="{FF2B5EF4-FFF2-40B4-BE49-F238E27FC236}">
                <a16:creationId xmlns:a16="http://schemas.microsoft.com/office/drawing/2014/main" id="{C52FE82A-61C2-5A5C-97D0-6FCCEB54A0C6}"/>
              </a:ext>
            </a:extLst>
          </p:cNvPr>
          <p:cNvSpPr txBox="1">
            <a:spLocks noChangeArrowheads="1"/>
          </p:cNvSpPr>
          <p:nvPr/>
        </p:nvSpPr>
        <p:spPr bwMode="auto">
          <a:xfrm>
            <a:off x="3932260" y="1626727"/>
            <a:ext cx="118013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D(v),p(v)</a:t>
            </a:r>
          </a:p>
        </p:txBody>
      </p:sp>
      <p:sp>
        <p:nvSpPr>
          <p:cNvPr id="23" name="Text Box 7">
            <a:extLst>
              <a:ext uri="{FF2B5EF4-FFF2-40B4-BE49-F238E27FC236}">
                <a16:creationId xmlns:a16="http://schemas.microsoft.com/office/drawing/2014/main" id="{68DF2EB8-9489-6C96-8BAC-DC697A60E069}"/>
              </a:ext>
            </a:extLst>
          </p:cNvPr>
          <p:cNvSpPr txBox="1">
            <a:spLocks noChangeArrowheads="1"/>
          </p:cNvSpPr>
          <p:nvPr/>
        </p:nvSpPr>
        <p:spPr bwMode="auto">
          <a:xfrm>
            <a:off x="6534634" y="1626726"/>
            <a:ext cx="1180131"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D(x),p(x)</a:t>
            </a:r>
          </a:p>
        </p:txBody>
      </p:sp>
      <p:sp>
        <p:nvSpPr>
          <p:cNvPr id="24" name="Text Box 8">
            <a:extLst>
              <a:ext uri="{FF2B5EF4-FFF2-40B4-BE49-F238E27FC236}">
                <a16:creationId xmlns:a16="http://schemas.microsoft.com/office/drawing/2014/main" id="{DEAF65B4-4AFF-CFBF-49D8-4EF2BA0F1625}"/>
              </a:ext>
            </a:extLst>
          </p:cNvPr>
          <p:cNvSpPr txBox="1">
            <a:spLocks noChangeArrowheads="1"/>
          </p:cNvSpPr>
          <p:nvPr/>
        </p:nvSpPr>
        <p:spPr bwMode="auto">
          <a:xfrm>
            <a:off x="7856559" y="1638300"/>
            <a:ext cx="1180131"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D(y),p(y)</a:t>
            </a:r>
          </a:p>
        </p:txBody>
      </p:sp>
      <p:sp>
        <p:nvSpPr>
          <p:cNvPr id="25" name="Text Box 9">
            <a:extLst>
              <a:ext uri="{FF2B5EF4-FFF2-40B4-BE49-F238E27FC236}">
                <a16:creationId xmlns:a16="http://schemas.microsoft.com/office/drawing/2014/main" id="{94A5B8DC-1AF1-755D-69F1-42F0D208FFEA}"/>
              </a:ext>
            </a:extLst>
          </p:cNvPr>
          <p:cNvSpPr txBox="1">
            <a:spLocks noChangeArrowheads="1"/>
          </p:cNvSpPr>
          <p:nvPr/>
        </p:nvSpPr>
        <p:spPr bwMode="auto">
          <a:xfrm>
            <a:off x="9163535" y="1638300"/>
            <a:ext cx="118013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D(z),p(z)</a:t>
            </a:r>
          </a:p>
        </p:txBody>
      </p:sp>
      <p:sp>
        <p:nvSpPr>
          <p:cNvPr id="26" name="Line 10">
            <a:extLst>
              <a:ext uri="{FF2B5EF4-FFF2-40B4-BE49-F238E27FC236}">
                <a16:creationId xmlns:a16="http://schemas.microsoft.com/office/drawing/2014/main" id="{9D0B4978-5E9F-3E2A-F3E7-43FBD4EBAA3B}"/>
              </a:ext>
            </a:extLst>
          </p:cNvPr>
          <p:cNvSpPr>
            <a:spLocks noChangeShapeType="1"/>
          </p:cNvSpPr>
          <p:nvPr/>
        </p:nvSpPr>
        <p:spPr bwMode="auto">
          <a:xfrm>
            <a:off x="1519418" y="1998662"/>
            <a:ext cx="8505825" cy="9525"/>
          </a:xfrm>
          <a:prstGeom prst="line">
            <a:avLst/>
          </a:prstGeom>
          <a:noFill/>
          <a:ln w="28575">
            <a:solidFill>
              <a:srgbClr val="3333CC"/>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7" name="Group 16">
            <a:extLst>
              <a:ext uri="{FF2B5EF4-FFF2-40B4-BE49-F238E27FC236}">
                <a16:creationId xmlns:a16="http://schemas.microsoft.com/office/drawing/2014/main" id="{94BABA41-17A0-F4C3-9844-15E94B367B4B}"/>
              </a:ext>
            </a:extLst>
          </p:cNvPr>
          <p:cNvGrpSpPr>
            <a:grpSpLocks/>
          </p:cNvGrpSpPr>
          <p:nvPr/>
        </p:nvGrpSpPr>
        <p:grpSpPr bwMode="auto">
          <a:xfrm>
            <a:off x="1528762" y="4132366"/>
            <a:ext cx="3571875" cy="2236788"/>
            <a:chOff x="3162" y="1071"/>
            <a:chExt cx="2250" cy="1409"/>
          </a:xfrm>
        </p:grpSpPr>
        <p:sp>
          <p:nvSpPr>
            <p:cNvPr id="28" name="Freeform 17">
              <a:extLst>
                <a:ext uri="{FF2B5EF4-FFF2-40B4-BE49-F238E27FC236}">
                  <a16:creationId xmlns:a16="http://schemas.microsoft.com/office/drawing/2014/main" id="{763FF6DA-98B6-8492-1012-A3FDBAB52942}"/>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Freeform 18">
              <a:extLst>
                <a:ext uri="{FF2B5EF4-FFF2-40B4-BE49-F238E27FC236}">
                  <a16:creationId xmlns:a16="http://schemas.microsoft.com/office/drawing/2014/main" id="{6B395972-6A30-6DF8-C336-B7A2229E4E6F}"/>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Oval 19">
              <a:extLst>
                <a:ext uri="{FF2B5EF4-FFF2-40B4-BE49-F238E27FC236}">
                  <a16:creationId xmlns:a16="http://schemas.microsoft.com/office/drawing/2014/main" id="{57D215BB-9467-A96B-D598-958D96B7D5B0}"/>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Line 20">
              <a:extLst>
                <a:ext uri="{FF2B5EF4-FFF2-40B4-BE49-F238E27FC236}">
                  <a16:creationId xmlns:a16="http://schemas.microsoft.com/office/drawing/2014/main" id="{E4DAAC96-376F-1934-290A-4CF91216BF5C}"/>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21">
              <a:extLst>
                <a:ext uri="{FF2B5EF4-FFF2-40B4-BE49-F238E27FC236}">
                  <a16:creationId xmlns:a16="http://schemas.microsoft.com/office/drawing/2014/main" id="{2BD974C6-E208-B0A3-860C-5FF100E95A64}"/>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Rectangle 22">
              <a:extLst>
                <a:ext uri="{FF2B5EF4-FFF2-40B4-BE49-F238E27FC236}">
                  <a16:creationId xmlns:a16="http://schemas.microsoft.com/office/drawing/2014/main" id="{05346390-0CED-EF45-EF55-E3923462E62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Oval 23">
              <a:extLst>
                <a:ext uri="{FF2B5EF4-FFF2-40B4-BE49-F238E27FC236}">
                  <a16:creationId xmlns:a16="http://schemas.microsoft.com/office/drawing/2014/main" id="{042DE15B-093C-0224-81C6-E965802CE1B5}"/>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24">
              <a:extLst>
                <a:ext uri="{FF2B5EF4-FFF2-40B4-BE49-F238E27FC236}">
                  <a16:creationId xmlns:a16="http://schemas.microsoft.com/office/drawing/2014/main" id="{B2CAC9D6-F0A0-0176-AFD1-55099D233EC1}"/>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 name="Line 25">
              <a:extLst>
                <a:ext uri="{FF2B5EF4-FFF2-40B4-BE49-F238E27FC236}">
                  <a16:creationId xmlns:a16="http://schemas.microsoft.com/office/drawing/2014/main" id="{67CB3A5B-34B4-EB8E-EE6E-50BA139534BD}"/>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26">
              <a:extLst>
                <a:ext uri="{FF2B5EF4-FFF2-40B4-BE49-F238E27FC236}">
                  <a16:creationId xmlns:a16="http://schemas.microsoft.com/office/drawing/2014/main" id="{0693DE43-8A8E-96B1-CFD6-9FBCF4A8F0F8}"/>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Rectangle 27">
              <a:extLst>
                <a:ext uri="{FF2B5EF4-FFF2-40B4-BE49-F238E27FC236}">
                  <a16:creationId xmlns:a16="http://schemas.microsoft.com/office/drawing/2014/main" id="{3B6501B7-4F2C-A201-8AD5-40FE9ABC3E44}"/>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Oval 28">
              <a:extLst>
                <a:ext uri="{FF2B5EF4-FFF2-40B4-BE49-F238E27FC236}">
                  <a16:creationId xmlns:a16="http://schemas.microsoft.com/office/drawing/2014/main" id="{0E38E4FA-C966-7B69-E081-C585E656620D}"/>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 name="Oval 29">
              <a:extLst>
                <a:ext uri="{FF2B5EF4-FFF2-40B4-BE49-F238E27FC236}">
                  <a16:creationId xmlns:a16="http://schemas.microsoft.com/office/drawing/2014/main" id="{6A743032-B670-8E87-DC7A-DBF2B7DE0FEB}"/>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30">
              <a:extLst>
                <a:ext uri="{FF2B5EF4-FFF2-40B4-BE49-F238E27FC236}">
                  <a16:creationId xmlns:a16="http://schemas.microsoft.com/office/drawing/2014/main" id="{B39FE31D-A774-9F48-F68B-8D6F16A90FB6}"/>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31">
              <a:extLst>
                <a:ext uri="{FF2B5EF4-FFF2-40B4-BE49-F238E27FC236}">
                  <a16:creationId xmlns:a16="http://schemas.microsoft.com/office/drawing/2014/main" id="{4820F1BC-BE6E-9912-58B1-84EB22E7D0BA}"/>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32">
              <a:extLst>
                <a:ext uri="{FF2B5EF4-FFF2-40B4-BE49-F238E27FC236}">
                  <a16:creationId xmlns:a16="http://schemas.microsoft.com/office/drawing/2014/main" id="{E561B8DD-6A93-458C-1C7D-0B85F4AF9791}"/>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33">
              <a:extLst>
                <a:ext uri="{FF2B5EF4-FFF2-40B4-BE49-F238E27FC236}">
                  <a16:creationId xmlns:a16="http://schemas.microsoft.com/office/drawing/2014/main" id="{235F2AB8-6159-74FD-4946-F2D95EC51C6F}"/>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Oval 34">
              <a:extLst>
                <a:ext uri="{FF2B5EF4-FFF2-40B4-BE49-F238E27FC236}">
                  <a16:creationId xmlns:a16="http://schemas.microsoft.com/office/drawing/2014/main" id="{48F75660-FA97-E6FB-51E5-6F2B7974FF28}"/>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Line 35">
              <a:extLst>
                <a:ext uri="{FF2B5EF4-FFF2-40B4-BE49-F238E27FC236}">
                  <a16:creationId xmlns:a16="http://schemas.microsoft.com/office/drawing/2014/main" id="{4507DB84-A493-B024-26D5-02BE2EC70E3B}"/>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Line 36">
              <a:extLst>
                <a:ext uri="{FF2B5EF4-FFF2-40B4-BE49-F238E27FC236}">
                  <a16:creationId xmlns:a16="http://schemas.microsoft.com/office/drawing/2014/main" id="{68DBCFBD-C577-8569-EB7C-2C971AFBC2DE}"/>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Rectangle 37">
              <a:extLst>
                <a:ext uri="{FF2B5EF4-FFF2-40B4-BE49-F238E27FC236}">
                  <a16:creationId xmlns:a16="http://schemas.microsoft.com/office/drawing/2014/main" id="{E053AD03-6BA5-0C3F-E138-B1F420D813FF}"/>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Oval 38">
              <a:extLst>
                <a:ext uri="{FF2B5EF4-FFF2-40B4-BE49-F238E27FC236}">
                  <a16:creationId xmlns:a16="http://schemas.microsoft.com/office/drawing/2014/main" id="{F4B7FF34-C442-35BD-0610-0F044B56E804}"/>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Oval 39">
              <a:extLst>
                <a:ext uri="{FF2B5EF4-FFF2-40B4-BE49-F238E27FC236}">
                  <a16:creationId xmlns:a16="http://schemas.microsoft.com/office/drawing/2014/main" id="{B41F548B-7DFE-55E6-FD7C-BA669A18CAC5}"/>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Line 40">
              <a:extLst>
                <a:ext uri="{FF2B5EF4-FFF2-40B4-BE49-F238E27FC236}">
                  <a16:creationId xmlns:a16="http://schemas.microsoft.com/office/drawing/2014/main" id="{A081242B-B036-2D9A-0A66-3BEFB2EFD35F}"/>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Line 41">
              <a:extLst>
                <a:ext uri="{FF2B5EF4-FFF2-40B4-BE49-F238E27FC236}">
                  <a16:creationId xmlns:a16="http://schemas.microsoft.com/office/drawing/2014/main" id="{E99DDF02-26F4-8795-91C3-78DB08773B40}"/>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Rectangle 42">
              <a:extLst>
                <a:ext uri="{FF2B5EF4-FFF2-40B4-BE49-F238E27FC236}">
                  <a16:creationId xmlns:a16="http://schemas.microsoft.com/office/drawing/2014/main" id="{E80334A6-99A8-6E22-9B6C-9AC286ECD4E9}"/>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 name="Oval 43">
              <a:extLst>
                <a:ext uri="{FF2B5EF4-FFF2-40B4-BE49-F238E27FC236}">
                  <a16:creationId xmlns:a16="http://schemas.microsoft.com/office/drawing/2014/main" id="{DA9BB600-097E-A3D3-B890-8721B9CEBF01}"/>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Oval 44">
              <a:extLst>
                <a:ext uri="{FF2B5EF4-FFF2-40B4-BE49-F238E27FC236}">
                  <a16:creationId xmlns:a16="http://schemas.microsoft.com/office/drawing/2014/main" id="{179B89B5-AB70-2B48-8924-92503F742F31}"/>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Line 45">
              <a:extLst>
                <a:ext uri="{FF2B5EF4-FFF2-40B4-BE49-F238E27FC236}">
                  <a16:creationId xmlns:a16="http://schemas.microsoft.com/office/drawing/2014/main" id="{8F536549-29D5-B08B-7E32-5C0AF47C34E5}"/>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Line 46">
              <a:extLst>
                <a:ext uri="{FF2B5EF4-FFF2-40B4-BE49-F238E27FC236}">
                  <a16:creationId xmlns:a16="http://schemas.microsoft.com/office/drawing/2014/main" id="{E4CC05F7-BC61-08F3-14B3-5EB6F30B6B35}"/>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Rectangle 47">
              <a:extLst>
                <a:ext uri="{FF2B5EF4-FFF2-40B4-BE49-F238E27FC236}">
                  <a16:creationId xmlns:a16="http://schemas.microsoft.com/office/drawing/2014/main" id="{3CDDA542-7AD9-2EEC-9FF6-0BCFEA857C2B}"/>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Oval 48">
              <a:extLst>
                <a:ext uri="{FF2B5EF4-FFF2-40B4-BE49-F238E27FC236}">
                  <a16:creationId xmlns:a16="http://schemas.microsoft.com/office/drawing/2014/main" id="{5E2953B5-1157-0C34-28AB-87EDB7DF1653}"/>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Freeform 49">
              <a:extLst>
                <a:ext uri="{FF2B5EF4-FFF2-40B4-BE49-F238E27FC236}">
                  <a16:creationId xmlns:a16="http://schemas.microsoft.com/office/drawing/2014/main" id="{C45B1B79-E183-1610-A7C4-60D3CA200303}"/>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Freeform 50">
              <a:extLst>
                <a:ext uri="{FF2B5EF4-FFF2-40B4-BE49-F238E27FC236}">
                  <a16:creationId xmlns:a16="http://schemas.microsoft.com/office/drawing/2014/main" id="{F4F6F62F-EDB4-CED1-0365-786371A43CD0}"/>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 name="Freeform 51">
              <a:extLst>
                <a:ext uri="{FF2B5EF4-FFF2-40B4-BE49-F238E27FC236}">
                  <a16:creationId xmlns:a16="http://schemas.microsoft.com/office/drawing/2014/main" id="{FA157EE6-CE80-D23F-AC6B-5D949653E80B}"/>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Freeform 52">
              <a:extLst>
                <a:ext uri="{FF2B5EF4-FFF2-40B4-BE49-F238E27FC236}">
                  <a16:creationId xmlns:a16="http://schemas.microsoft.com/office/drawing/2014/main" id="{450F419C-AE18-89C0-D741-037082817F6A}"/>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Freeform 53">
              <a:extLst>
                <a:ext uri="{FF2B5EF4-FFF2-40B4-BE49-F238E27FC236}">
                  <a16:creationId xmlns:a16="http://schemas.microsoft.com/office/drawing/2014/main" id="{EAAFBE81-BD3B-FD41-E002-A93930006932}"/>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Freeform 54">
              <a:extLst>
                <a:ext uri="{FF2B5EF4-FFF2-40B4-BE49-F238E27FC236}">
                  <a16:creationId xmlns:a16="http://schemas.microsoft.com/office/drawing/2014/main" id="{B24FA834-A3E0-1D9D-C583-19F8900A2184}"/>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Freeform 55">
              <a:extLst>
                <a:ext uri="{FF2B5EF4-FFF2-40B4-BE49-F238E27FC236}">
                  <a16:creationId xmlns:a16="http://schemas.microsoft.com/office/drawing/2014/main" id="{AC3F218C-2239-EE24-782E-F7E4254EBBF4}"/>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1" name="Freeform 56">
              <a:extLst>
                <a:ext uri="{FF2B5EF4-FFF2-40B4-BE49-F238E27FC236}">
                  <a16:creationId xmlns:a16="http://schemas.microsoft.com/office/drawing/2014/main" id="{581E1DBA-C240-2968-148D-3E7D2A858027}"/>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Freeform 57">
              <a:extLst>
                <a:ext uri="{FF2B5EF4-FFF2-40B4-BE49-F238E27FC236}">
                  <a16:creationId xmlns:a16="http://schemas.microsoft.com/office/drawing/2014/main" id="{F11D45C3-6183-9ADA-05F7-925F441DDEFA}"/>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3" name="Group 58">
              <a:extLst>
                <a:ext uri="{FF2B5EF4-FFF2-40B4-BE49-F238E27FC236}">
                  <a16:creationId xmlns:a16="http://schemas.microsoft.com/office/drawing/2014/main" id="{C9BF25FC-BAAE-6B49-AA6D-098171B931BA}"/>
                </a:ext>
              </a:extLst>
            </p:cNvPr>
            <p:cNvGrpSpPr>
              <a:grpSpLocks/>
            </p:cNvGrpSpPr>
            <p:nvPr/>
          </p:nvGrpSpPr>
          <p:grpSpPr bwMode="auto">
            <a:xfrm>
              <a:off x="3287" y="1744"/>
              <a:ext cx="205" cy="250"/>
              <a:chOff x="2954" y="2425"/>
              <a:chExt cx="208" cy="250"/>
            </a:xfrm>
          </p:grpSpPr>
          <p:sp>
            <p:nvSpPr>
              <p:cNvPr id="479" name="Rectangle 59">
                <a:extLst>
                  <a:ext uri="{FF2B5EF4-FFF2-40B4-BE49-F238E27FC236}">
                    <a16:creationId xmlns:a16="http://schemas.microsoft.com/office/drawing/2014/main" id="{5A248829-CFE5-00E2-E4ED-55CA7EFAA23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Text Box 60">
                <a:extLst>
                  <a:ext uri="{FF2B5EF4-FFF2-40B4-BE49-F238E27FC236}">
                    <a16:creationId xmlns:a16="http://schemas.microsoft.com/office/drawing/2014/main" id="{683B95BB-6AD5-AB41-A423-1D2C00B625B4}"/>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61">
              <a:extLst>
                <a:ext uri="{FF2B5EF4-FFF2-40B4-BE49-F238E27FC236}">
                  <a16:creationId xmlns:a16="http://schemas.microsoft.com/office/drawing/2014/main" id="{B4D4D7D8-BAED-0B82-67D6-40AB1DEC04F7}"/>
                </a:ext>
              </a:extLst>
            </p:cNvPr>
            <p:cNvGrpSpPr>
              <a:grpSpLocks/>
            </p:cNvGrpSpPr>
            <p:nvPr/>
          </p:nvGrpSpPr>
          <p:grpSpPr bwMode="auto">
            <a:xfrm>
              <a:off x="4461" y="2128"/>
              <a:ext cx="196" cy="250"/>
              <a:chOff x="2958" y="2425"/>
              <a:chExt cx="199" cy="250"/>
            </a:xfrm>
          </p:grpSpPr>
          <p:sp>
            <p:nvSpPr>
              <p:cNvPr id="477" name="Rectangle 62">
                <a:extLst>
                  <a:ext uri="{FF2B5EF4-FFF2-40B4-BE49-F238E27FC236}">
                    <a16:creationId xmlns:a16="http://schemas.microsoft.com/office/drawing/2014/main" id="{66FCC186-C225-57DE-56FB-675D6730C788}"/>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Text Box 63">
                <a:extLst>
                  <a:ext uri="{FF2B5EF4-FFF2-40B4-BE49-F238E27FC236}">
                    <a16:creationId xmlns:a16="http://schemas.microsoft.com/office/drawing/2014/main" id="{FE70A2E7-4DD9-EED2-E63C-75445DE475CE}"/>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5" name="Group 64">
              <a:extLst>
                <a:ext uri="{FF2B5EF4-FFF2-40B4-BE49-F238E27FC236}">
                  <a16:creationId xmlns:a16="http://schemas.microsoft.com/office/drawing/2014/main" id="{29755212-6C87-1F6E-B276-5BB374E89342}"/>
                </a:ext>
              </a:extLst>
            </p:cNvPr>
            <p:cNvGrpSpPr>
              <a:grpSpLocks/>
            </p:cNvGrpSpPr>
            <p:nvPr/>
          </p:nvGrpSpPr>
          <p:grpSpPr bwMode="auto">
            <a:xfrm>
              <a:off x="3772" y="2095"/>
              <a:ext cx="212" cy="288"/>
              <a:chOff x="2951" y="2395"/>
              <a:chExt cx="213" cy="288"/>
            </a:xfrm>
          </p:grpSpPr>
          <p:sp>
            <p:nvSpPr>
              <p:cNvPr id="475" name="Rectangle 65">
                <a:extLst>
                  <a:ext uri="{FF2B5EF4-FFF2-40B4-BE49-F238E27FC236}">
                    <a16:creationId xmlns:a16="http://schemas.microsoft.com/office/drawing/2014/main" id="{BAFAE93F-810F-43A0-FF0F-65B4C57E611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6" name="Text Box 66">
                <a:extLst>
                  <a:ext uri="{FF2B5EF4-FFF2-40B4-BE49-F238E27FC236}">
                    <a16:creationId xmlns:a16="http://schemas.microsoft.com/office/drawing/2014/main" id="{1B14DC95-530E-A3B0-B433-6821BC03F018}"/>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456" name="Group 67">
              <a:extLst>
                <a:ext uri="{FF2B5EF4-FFF2-40B4-BE49-F238E27FC236}">
                  <a16:creationId xmlns:a16="http://schemas.microsoft.com/office/drawing/2014/main" id="{FA19A848-F973-6BA2-A061-AF071FB4586A}"/>
                </a:ext>
              </a:extLst>
            </p:cNvPr>
            <p:cNvGrpSpPr>
              <a:grpSpLocks/>
            </p:cNvGrpSpPr>
            <p:nvPr/>
          </p:nvGrpSpPr>
          <p:grpSpPr bwMode="auto">
            <a:xfrm>
              <a:off x="4438" y="1438"/>
              <a:ext cx="232" cy="250"/>
              <a:chOff x="2941" y="2425"/>
              <a:chExt cx="235" cy="250"/>
            </a:xfrm>
          </p:grpSpPr>
          <p:sp>
            <p:nvSpPr>
              <p:cNvPr id="473" name="Rectangle 68">
                <a:extLst>
                  <a:ext uri="{FF2B5EF4-FFF2-40B4-BE49-F238E27FC236}">
                    <a16:creationId xmlns:a16="http://schemas.microsoft.com/office/drawing/2014/main" id="{1D5DD257-5EA9-8128-C18E-6FB7FB3846A4}"/>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Text Box 69">
                <a:extLst>
                  <a:ext uri="{FF2B5EF4-FFF2-40B4-BE49-F238E27FC236}">
                    <a16:creationId xmlns:a16="http://schemas.microsoft.com/office/drawing/2014/main" id="{9F59E274-A80E-3C14-45B1-520EA458A0D3}"/>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70">
              <a:extLst>
                <a:ext uri="{FF2B5EF4-FFF2-40B4-BE49-F238E27FC236}">
                  <a16:creationId xmlns:a16="http://schemas.microsoft.com/office/drawing/2014/main" id="{BD826532-C876-F406-C3F3-5BA4343FC0FF}"/>
                </a:ext>
              </a:extLst>
            </p:cNvPr>
            <p:cNvGrpSpPr>
              <a:grpSpLocks/>
            </p:cNvGrpSpPr>
            <p:nvPr/>
          </p:nvGrpSpPr>
          <p:grpSpPr bwMode="auto">
            <a:xfrm>
              <a:off x="3771" y="1438"/>
              <a:ext cx="196" cy="250"/>
              <a:chOff x="2958" y="2425"/>
              <a:chExt cx="199" cy="250"/>
            </a:xfrm>
          </p:grpSpPr>
          <p:sp>
            <p:nvSpPr>
              <p:cNvPr id="471" name="Rectangle 71">
                <a:extLst>
                  <a:ext uri="{FF2B5EF4-FFF2-40B4-BE49-F238E27FC236}">
                    <a16:creationId xmlns:a16="http://schemas.microsoft.com/office/drawing/2014/main" id="{0C5DD4BF-19F7-E9EF-7186-E3F3617F86EC}"/>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Text Box 72">
                <a:extLst>
                  <a:ext uri="{FF2B5EF4-FFF2-40B4-BE49-F238E27FC236}">
                    <a16:creationId xmlns:a16="http://schemas.microsoft.com/office/drawing/2014/main" id="{4E114B96-3415-73EE-7F93-9EDD5F417AFE}"/>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8" name="Group 73">
              <a:extLst>
                <a:ext uri="{FF2B5EF4-FFF2-40B4-BE49-F238E27FC236}">
                  <a16:creationId xmlns:a16="http://schemas.microsoft.com/office/drawing/2014/main" id="{CE96D7A5-1AA2-B6DD-D387-3362303344D4}"/>
                </a:ext>
              </a:extLst>
            </p:cNvPr>
            <p:cNvGrpSpPr>
              <a:grpSpLocks/>
            </p:cNvGrpSpPr>
            <p:nvPr/>
          </p:nvGrpSpPr>
          <p:grpSpPr bwMode="auto">
            <a:xfrm>
              <a:off x="5025" y="1756"/>
              <a:ext cx="212" cy="288"/>
              <a:chOff x="2949" y="2395"/>
              <a:chExt cx="214" cy="288"/>
            </a:xfrm>
          </p:grpSpPr>
          <p:sp>
            <p:nvSpPr>
              <p:cNvPr id="469" name="Rectangle 74">
                <a:extLst>
                  <a:ext uri="{FF2B5EF4-FFF2-40B4-BE49-F238E27FC236}">
                    <a16:creationId xmlns:a16="http://schemas.microsoft.com/office/drawing/2014/main" id="{556A90AA-3AD6-C04E-BFA5-FF93C26511F7}"/>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Text Box 75">
                <a:extLst>
                  <a:ext uri="{FF2B5EF4-FFF2-40B4-BE49-F238E27FC236}">
                    <a16:creationId xmlns:a16="http://schemas.microsoft.com/office/drawing/2014/main" id="{3D8CF44A-EB9E-015B-540D-4C56FC642E2F}"/>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459" name="Text Box 76">
              <a:extLst>
                <a:ext uri="{FF2B5EF4-FFF2-40B4-BE49-F238E27FC236}">
                  <a16:creationId xmlns:a16="http://schemas.microsoft.com/office/drawing/2014/main" id="{CAA5CBE2-8855-49AE-BD81-46C8EFB64716}"/>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Text Box 77">
              <a:extLst>
                <a:ext uri="{FF2B5EF4-FFF2-40B4-BE49-F238E27FC236}">
                  <a16:creationId xmlns:a16="http://schemas.microsoft.com/office/drawing/2014/main" id="{5C0B26D0-454F-D070-5AF2-3052CB189EE0}"/>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Text Box 78">
              <a:extLst>
                <a:ext uri="{FF2B5EF4-FFF2-40B4-BE49-F238E27FC236}">
                  <a16:creationId xmlns:a16="http://schemas.microsoft.com/office/drawing/2014/main" id="{39759C9D-94B0-90DD-1481-334B61009AB1}"/>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Text Box 79">
              <a:extLst>
                <a:ext uri="{FF2B5EF4-FFF2-40B4-BE49-F238E27FC236}">
                  <a16:creationId xmlns:a16="http://schemas.microsoft.com/office/drawing/2014/main" id="{D7FDFCF3-8152-0818-3263-A32F98C09720}"/>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Text Box 80">
              <a:extLst>
                <a:ext uri="{FF2B5EF4-FFF2-40B4-BE49-F238E27FC236}">
                  <a16:creationId xmlns:a16="http://schemas.microsoft.com/office/drawing/2014/main" id="{48D285A0-3074-1D61-DA91-CDDE8219F942}"/>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Text Box 81">
              <a:extLst>
                <a:ext uri="{FF2B5EF4-FFF2-40B4-BE49-F238E27FC236}">
                  <a16:creationId xmlns:a16="http://schemas.microsoft.com/office/drawing/2014/main" id="{3DE9B350-278F-CA4A-B04C-3A2D3B910132}"/>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Text Box 82">
              <a:extLst>
                <a:ext uri="{FF2B5EF4-FFF2-40B4-BE49-F238E27FC236}">
                  <a16:creationId xmlns:a16="http://schemas.microsoft.com/office/drawing/2014/main" id="{0A3E572A-6A96-4D63-B28A-992CC143C37B}"/>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6" name="Text Box 83">
              <a:extLst>
                <a:ext uri="{FF2B5EF4-FFF2-40B4-BE49-F238E27FC236}">
                  <a16:creationId xmlns:a16="http://schemas.microsoft.com/office/drawing/2014/main" id="{0B6C655F-2FDE-9555-92CF-271A9D99B7DB}"/>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Text Box 84">
              <a:extLst>
                <a:ext uri="{FF2B5EF4-FFF2-40B4-BE49-F238E27FC236}">
                  <a16:creationId xmlns:a16="http://schemas.microsoft.com/office/drawing/2014/main" id="{3DBA90C8-7165-D8B4-1F5C-762BA4CD248A}"/>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Text Box 85">
              <a:extLst>
                <a:ext uri="{FF2B5EF4-FFF2-40B4-BE49-F238E27FC236}">
                  <a16:creationId xmlns:a16="http://schemas.microsoft.com/office/drawing/2014/main" id="{47CAB5F1-7C0D-76ED-F54A-807E7CA00789}"/>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81" name="Text Box 9">
            <a:extLst>
              <a:ext uri="{FF2B5EF4-FFF2-40B4-BE49-F238E27FC236}">
                <a16:creationId xmlns:a16="http://schemas.microsoft.com/office/drawing/2014/main" id="{68CB209E-1A61-FBF4-E73C-A9909DFB5C6F}"/>
              </a:ext>
            </a:extLst>
          </p:cNvPr>
          <p:cNvSpPr txBox="1">
            <a:spLocks noChangeArrowheads="1"/>
          </p:cNvSpPr>
          <p:nvPr/>
        </p:nvSpPr>
        <p:spPr bwMode="auto">
          <a:xfrm>
            <a:off x="9490547" y="3198952"/>
            <a:ext cx="52610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4,y</a:t>
            </a:r>
          </a:p>
        </p:txBody>
      </p:sp>
      <p:sp>
        <p:nvSpPr>
          <p:cNvPr id="482" name="Text Box 6">
            <a:extLst>
              <a:ext uri="{FF2B5EF4-FFF2-40B4-BE49-F238E27FC236}">
                <a16:creationId xmlns:a16="http://schemas.microsoft.com/office/drawing/2014/main" id="{FF21BFDC-58AF-5F1B-9FAA-34ADC4357E38}"/>
              </a:ext>
            </a:extLst>
          </p:cNvPr>
          <p:cNvSpPr txBox="1">
            <a:spLocks noChangeArrowheads="1"/>
          </p:cNvSpPr>
          <p:nvPr/>
        </p:nvSpPr>
        <p:spPr bwMode="auto">
          <a:xfrm>
            <a:off x="5169952" y="1633417"/>
            <a:ext cx="129554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D(w),p(w)</a:t>
            </a:r>
          </a:p>
        </p:txBody>
      </p:sp>
      <p:grpSp>
        <p:nvGrpSpPr>
          <p:cNvPr id="483" name="Group 482">
            <a:extLst>
              <a:ext uri="{FF2B5EF4-FFF2-40B4-BE49-F238E27FC236}">
                <a16:creationId xmlns:a16="http://schemas.microsoft.com/office/drawing/2014/main" id="{72EDF765-2CC5-4350-C011-73E8B220A3D9}"/>
              </a:ext>
            </a:extLst>
          </p:cNvPr>
          <p:cNvGrpSpPr/>
          <p:nvPr/>
        </p:nvGrpSpPr>
        <p:grpSpPr>
          <a:xfrm>
            <a:off x="5554672" y="2866120"/>
            <a:ext cx="4461980" cy="406922"/>
            <a:chOff x="5554672" y="2866120"/>
            <a:chExt cx="4461980" cy="406922"/>
          </a:xfrm>
        </p:grpSpPr>
        <p:sp>
          <p:nvSpPr>
            <p:cNvPr id="484" name="Text Box 9">
              <a:extLst>
                <a:ext uri="{FF2B5EF4-FFF2-40B4-BE49-F238E27FC236}">
                  <a16:creationId xmlns:a16="http://schemas.microsoft.com/office/drawing/2014/main" id="{4C17C0D4-92F7-6E24-7AD3-2B16D7B61F20}"/>
                </a:ext>
              </a:extLst>
            </p:cNvPr>
            <p:cNvSpPr txBox="1">
              <a:spLocks noChangeArrowheads="1"/>
            </p:cNvSpPr>
            <p:nvPr/>
          </p:nvSpPr>
          <p:spPr bwMode="auto">
            <a:xfrm>
              <a:off x="9490547" y="2872932"/>
              <a:ext cx="52610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4,y</a:t>
              </a:r>
            </a:p>
          </p:txBody>
        </p:sp>
        <p:sp>
          <p:nvSpPr>
            <p:cNvPr id="485" name="Text Box 6">
              <a:extLst>
                <a:ext uri="{FF2B5EF4-FFF2-40B4-BE49-F238E27FC236}">
                  <a16:creationId xmlns:a16="http://schemas.microsoft.com/office/drawing/2014/main" id="{75E9A8AE-97C9-E2F7-E685-F3E7564B5973}"/>
                </a:ext>
              </a:extLst>
            </p:cNvPr>
            <p:cNvSpPr txBox="1">
              <a:spLocks noChangeArrowheads="1"/>
            </p:cNvSpPr>
            <p:nvPr/>
          </p:nvSpPr>
          <p:spPr bwMode="auto">
            <a:xfrm>
              <a:off x="5554672" y="2866120"/>
              <a:ext cx="52610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3,y</a:t>
              </a:r>
            </a:p>
          </p:txBody>
        </p:sp>
      </p:grpSp>
      <p:grpSp>
        <p:nvGrpSpPr>
          <p:cNvPr id="486" name="Group 485">
            <a:extLst>
              <a:ext uri="{FF2B5EF4-FFF2-40B4-BE49-F238E27FC236}">
                <a16:creationId xmlns:a16="http://schemas.microsoft.com/office/drawing/2014/main" id="{4A4AA9E5-F4CC-833E-C01E-56D0386C492F}"/>
              </a:ext>
            </a:extLst>
          </p:cNvPr>
          <p:cNvGrpSpPr/>
          <p:nvPr/>
        </p:nvGrpSpPr>
        <p:grpSpPr>
          <a:xfrm>
            <a:off x="4263633" y="1951300"/>
            <a:ext cx="5679281" cy="401555"/>
            <a:chOff x="4263633" y="1951300"/>
            <a:chExt cx="5679281" cy="401555"/>
          </a:xfrm>
        </p:grpSpPr>
        <p:sp>
          <p:nvSpPr>
            <p:cNvPr id="487" name="Text Box 6">
              <a:extLst>
                <a:ext uri="{FF2B5EF4-FFF2-40B4-BE49-F238E27FC236}">
                  <a16:creationId xmlns:a16="http://schemas.microsoft.com/office/drawing/2014/main" id="{6290847D-D675-99EA-07F3-A09014B36AD9}"/>
                </a:ext>
              </a:extLst>
            </p:cNvPr>
            <p:cNvSpPr txBox="1">
              <a:spLocks noChangeArrowheads="1"/>
            </p:cNvSpPr>
            <p:nvPr/>
          </p:nvSpPr>
          <p:spPr bwMode="auto">
            <a:xfrm>
              <a:off x="5570608" y="1951300"/>
              <a:ext cx="54053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5,u</a:t>
              </a:r>
            </a:p>
          </p:txBody>
        </p:sp>
        <p:sp>
          <p:nvSpPr>
            <p:cNvPr id="488" name="Text Box 9">
              <a:extLst>
                <a:ext uri="{FF2B5EF4-FFF2-40B4-BE49-F238E27FC236}">
                  <a16:creationId xmlns:a16="http://schemas.microsoft.com/office/drawing/2014/main" id="{1F31C22A-DFC4-CED8-8366-DEBF0EED6DAC}"/>
                </a:ext>
              </a:extLst>
            </p:cNvPr>
            <p:cNvSpPr txBox="1">
              <a:spLocks noChangeArrowheads="1"/>
            </p:cNvSpPr>
            <p:nvPr/>
          </p:nvSpPr>
          <p:spPr bwMode="auto">
            <a:xfrm>
              <a:off x="9564285" y="1975894"/>
              <a:ext cx="378629"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Text Box 9">
              <a:extLst>
                <a:ext uri="{FF2B5EF4-FFF2-40B4-BE49-F238E27FC236}">
                  <a16:creationId xmlns:a16="http://schemas.microsoft.com/office/drawing/2014/main" id="{0BFB15B5-DB9A-CCDC-C875-8315B3256A03}"/>
                </a:ext>
              </a:extLst>
            </p:cNvPr>
            <p:cNvSpPr txBox="1">
              <a:spLocks noChangeArrowheads="1"/>
            </p:cNvSpPr>
            <p:nvPr/>
          </p:nvSpPr>
          <p:spPr bwMode="auto">
            <a:xfrm>
              <a:off x="8268885" y="1974450"/>
              <a:ext cx="378629"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Text Box 7">
              <a:extLst>
                <a:ext uri="{FF2B5EF4-FFF2-40B4-BE49-F238E27FC236}">
                  <a16:creationId xmlns:a16="http://schemas.microsoft.com/office/drawing/2014/main" id="{E9983B69-998F-8E93-1608-8833D20690FD}"/>
                </a:ext>
              </a:extLst>
            </p:cNvPr>
            <p:cNvSpPr txBox="1">
              <a:spLocks noChangeArrowheads="1"/>
            </p:cNvSpPr>
            <p:nvPr/>
          </p:nvSpPr>
          <p:spPr bwMode="auto">
            <a:xfrm>
              <a:off x="6866008" y="1951300"/>
              <a:ext cx="54053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1,u</a:t>
              </a:r>
            </a:p>
          </p:txBody>
        </p:sp>
        <p:sp>
          <p:nvSpPr>
            <p:cNvPr id="491" name="Text Box 5">
              <a:extLst>
                <a:ext uri="{FF2B5EF4-FFF2-40B4-BE49-F238E27FC236}">
                  <a16:creationId xmlns:a16="http://schemas.microsoft.com/office/drawing/2014/main" id="{44F31AFF-4023-515D-2BAF-2AFCCE68EF34}"/>
                </a:ext>
              </a:extLst>
            </p:cNvPr>
            <p:cNvSpPr txBox="1">
              <a:spLocks noChangeArrowheads="1"/>
            </p:cNvSpPr>
            <p:nvPr/>
          </p:nvSpPr>
          <p:spPr bwMode="auto">
            <a:xfrm>
              <a:off x="4263633" y="1952745"/>
              <a:ext cx="54053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2,u</a:t>
              </a:r>
            </a:p>
          </p:txBody>
        </p:sp>
      </p:grpSp>
      <p:grpSp>
        <p:nvGrpSpPr>
          <p:cNvPr id="492" name="Group 491">
            <a:extLst>
              <a:ext uri="{FF2B5EF4-FFF2-40B4-BE49-F238E27FC236}">
                <a16:creationId xmlns:a16="http://schemas.microsoft.com/office/drawing/2014/main" id="{7191FA4C-1145-7062-59CB-8657F58D415D}"/>
              </a:ext>
            </a:extLst>
          </p:cNvPr>
          <p:cNvGrpSpPr/>
          <p:nvPr/>
        </p:nvGrpSpPr>
        <p:grpSpPr>
          <a:xfrm>
            <a:off x="4263633" y="2255616"/>
            <a:ext cx="5679281" cy="416447"/>
            <a:chOff x="4263633" y="2255616"/>
            <a:chExt cx="5679281" cy="416447"/>
          </a:xfrm>
        </p:grpSpPr>
        <p:sp>
          <p:nvSpPr>
            <p:cNvPr id="493" name="Text Box 9">
              <a:extLst>
                <a:ext uri="{FF2B5EF4-FFF2-40B4-BE49-F238E27FC236}">
                  <a16:creationId xmlns:a16="http://schemas.microsoft.com/office/drawing/2014/main" id="{81670CA6-E673-E312-8DC0-02736D2236CE}"/>
                </a:ext>
              </a:extLst>
            </p:cNvPr>
            <p:cNvSpPr txBox="1">
              <a:spLocks noChangeArrowheads="1"/>
            </p:cNvSpPr>
            <p:nvPr/>
          </p:nvSpPr>
          <p:spPr bwMode="auto">
            <a:xfrm>
              <a:off x="9564285" y="2301914"/>
              <a:ext cx="378629"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Text Box 8">
              <a:extLst>
                <a:ext uri="{FF2B5EF4-FFF2-40B4-BE49-F238E27FC236}">
                  <a16:creationId xmlns:a16="http://schemas.microsoft.com/office/drawing/2014/main" id="{29D4FDB3-407A-6DC5-07F8-780517E045B0}"/>
                </a:ext>
              </a:extLst>
            </p:cNvPr>
            <p:cNvSpPr txBox="1">
              <a:spLocks noChangeArrowheads="1"/>
            </p:cNvSpPr>
            <p:nvPr/>
          </p:nvSpPr>
          <p:spPr bwMode="auto">
            <a:xfrm>
              <a:off x="8206722" y="2260378"/>
              <a:ext cx="52610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2,x</a:t>
              </a:r>
            </a:p>
          </p:txBody>
        </p:sp>
        <p:sp>
          <p:nvSpPr>
            <p:cNvPr id="495" name="Text Box 6">
              <a:extLst>
                <a:ext uri="{FF2B5EF4-FFF2-40B4-BE49-F238E27FC236}">
                  <a16:creationId xmlns:a16="http://schemas.microsoft.com/office/drawing/2014/main" id="{A6241CA9-0EC9-01EC-D8EC-F5022F2F57B0}"/>
                </a:ext>
              </a:extLst>
            </p:cNvPr>
            <p:cNvSpPr txBox="1">
              <a:spLocks noChangeArrowheads="1"/>
            </p:cNvSpPr>
            <p:nvPr/>
          </p:nvSpPr>
          <p:spPr bwMode="auto">
            <a:xfrm>
              <a:off x="5566247" y="2271953"/>
              <a:ext cx="52610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4,x</a:t>
              </a:r>
            </a:p>
          </p:txBody>
        </p:sp>
        <p:sp>
          <p:nvSpPr>
            <p:cNvPr id="496" name="Text Box 5">
              <a:extLst>
                <a:ext uri="{FF2B5EF4-FFF2-40B4-BE49-F238E27FC236}">
                  <a16:creationId xmlns:a16="http://schemas.microsoft.com/office/drawing/2014/main" id="{9EEEEA87-BEC2-D1A9-0944-9DA868A858B1}"/>
                </a:ext>
              </a:extLst>
            </p:cNvPr>
            <p:cNvSpPr txBox="1">
              <a:spLocks noChangeArrowheads="1"/>
            </p:cNvSpPr>
            <p:nvPr/>
          </p:nvSpPr>
          <p:spPr bwMode="auto">
            <a:xfrm>
              <a:off x="4263633" y="2255616"/>
              <a:ext cx="54053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2,u</a:t>
              </a:r>
            </a:p>
          </p:txBody>
        </p:sp>
      </p:grpSp>
      <p:grpSp>
        <p:nvGrpSpPr>
          <p:cNvPr id="497" name="Group 496">
            <a:extLst>
              <a:ext uri="{FF2B5EF4-FFF2-40B4-BE49-F238E27FC236}">
                <a16:creationId xmlns:a16="http://schemas.microsoft.com/office/drawing/2014/main" id="{B2AC7DD5-1DD4-8232-2D1B-8827CC831637}"/>
              </a:ext>
            </a:extLst>
          </p:cNvPr>
          <p:cNvGrpSpPr/>
          <p:nvPr/>
        </p:nvGrpSpPr>
        <p:grpSpPr>
          <a:xfrm>
            <a:off x="4263633" y="2546912"/>
            <a:ext cx="5753019" cy="428022"/>
            <a:chOff x="4263633" y="2546912"/>
            <a:chExt cx="5753019" cy="428022"/>
          </a:xfrm>
        </p:grpSpPr>
        <p:sp>
          <p:nvSpPr>
            <p:cNvPr id="498" name="Text Box 9">
              <a:extLst>
                <a:ext uri="{FF2B5EF4-FFF2-40B4-BE49-F238E27FC236}">
                  <a16:creationId xmlns:a16="http://schemas.microsoft.com/office/drawing/2014/main" id="{2409E378-F4FA-C2F8-DE38-A703B75AE466}"/>
                </a:ext>
              </a:extLst>
            </p:cNvPr>
            <p:cNvSpPr txBox="1">
              <a:spLocks noChangeArrowheads="1"/>
            </p:cNvSpPr>
            <p:nvPr/>
          </p:nvSpPr>
          <p:spPr bwMode="auto">
            <a:xfrm>
              <a:off x="9490547" y="2546912"/>
              <a:ext cx="52610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4,y</a:t>
              </a:r>
            </a:p>
          </p:txBody>
        </p:sp>
        <p:sp>
          <p:nvSpPr>
            <p:cNvPr id="499" name="Text Box 6">
              <a:extLst>
                <a:ext uri="{FF2B5EF4-FFF2-40B4-BE49-F238E27FC236}">
                  <a16:creationId xmlns:a16="http://schemas.microsoft.com/office/drawing/2014/main" id="{C4865380-15E6-E1CF-95E7-0587A6A8995F}"/>
                </a:ext>
              </a:extLst>
            </p:cNvPr>
            <p:cNvSpPr txBox="1">
              <a:spLocks noChangeArrowheads="1"/>
            </p:cNvSpPr>
            <p:nvPr/>
          </p:nvSpPr>
          <p:spPr bwMode="auto">
            <a:xfrm>
              <a:off x="5566247" y="2574824"/>
              <a:ext cx="52610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3,y</a:t>
              </a:r>
            </a:p>
          </p:txBody>
        </p:sp>
        <p:sp>
          <p:nvSpPr>
            <p:cNvPr id="500" name="Text Box 5">
              <a:extLst>
                <a:ext uri="{FF2B5EF4-FFF2-40B4-BE49-F238E27FC236}">
                  <a16:creationId xmlns:a16="http://schemas.microsoft.com/office/drawing/2014/main" id="{466EDBBE-93C5-822C-83F0-E871F5B23CEF}"/>
                </a:ext>
              </a:extLst>
            </p:cNvPr>
            <p:cNvSpPr txBox="1">
              <a:spLocks noChangeArrowheads="1"/>
            </p:cNvSpPr>
            <p:nvPr/>
          </p:nvSpPr>
          <p:spPr bwMode="auto">
            <a:xfrm>
              <a:off x="4263633" y="2558487"/>
              <a:ext cx="54053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2,u</a:t>
              </a:r>
            </a:p>
          </p:txBody>
        </p:sp>
      </p:grpSp>
      <p:sp>
        <p:nvSpPr>
          <p:cNvPr id="501" name="Text Box 4">
            <a:extLst>
              <a:ext uri="{FF2B5EF4-FFF2-40B4-BE49-F238E27FC236}">
                <a16:creationId xmlns:a16="http://schemas.microsoft.com/office/drawing/2014/main" id="{2A075E76-DF54-04EC-F7B5-6CC1163B86AB}"/>
              </a:ext>
            </a:extLst>
          </p:cNvPr>
          <p:cNvSpPr txBox="1">
            <a:spLocks noChangeArrowheads="1"/>
          </p:cNvSpPr>
          <p:nvPr/>
        </p:nvSpPr>
        <p:spPr bwMode="auto">
          <a:xfrm>
            <a:off x="2380129" y="3488080"/>
            <a:ext cx="102624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uxyvwz</a:t>
            </a:r>
          </a:p>
        </p:txBody>
      </p:sp>
      <p:sp>
        <p:nvSpPr>
          <p:cNvPr id="502" name="Text Box 4">
            <a:extLst>
              <a:ext uri="{FF2B5EF4-FFF2-40B4-BE49-F238E27FC236}">
                <a16:creationId xmlns:a16="http://schemas.microsoft.com/office/drawing/2014/main" id="{65ADA02D-271F-65BB-CDAE-2BD3D766A45B}"/>
              </a:ext>
            </a:extLst>
          </p:cNvPr>
          <p:cNvSpPr txBox="1">
            <a:spLocks noChangeArrowheads="1"/>
          </p:cNvSpPr>
          <p:nvPr/>
        </p:nvSpPr>
        <p:spPr bwMode="auto">
          <a:xfrm>
            <a:off x="2521874" y="3178926"/>
            <a:ext cx="89800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uxyvw</a:t>
            </a:r>
          </a:p>
        </p:txBody>
      </p:sp>
      <p:sp>
        <p:nvSpPr>
          <p:cNvPr id="503" name="Text Box 4">
            <a:extLst>
              <a:ext uri="{FF2B5EF4-FFF2-40B4-BE49-F238E27FC236}">
                <a16:creationId xmlns:a16="http://schemas.microsoft.com/office/drawing/2014/main" id="{5DE311E3-60D7-DFD5-5472-511F0693D92F}"/>
              </a:ext>
            </a:extLst>
          </p:cNvPr>
          <p:cNvSpPr txBox="1">
            <a:spLocks noChangeArrowheads="1"/>
          </p:cNvSpPr>
          <p:nvPr/>
        </p:nvSpPr>
        <p:spPr bwMode="auto">
          <a:xfrm>
            <a:off x="2698178" y="2856764"/>
            <a:ext cx="71205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uxyv</a:t>
            </a:r>
          </a:p>
        </p:txBody>
      </p:sp>
      <p:sp>
        <p:nvSpPr>
          <p:cNvPr id="504" name="Text Box 4">
            <a:extLst>
              <a:ext uri="{FF2B5EF4-FFF2-40B4-BE49-F238E27FC236}">
                <a16:creationId xmlns:a16="http://schemas.microsoft.com/office/drawing/2014/main" id="{9484BDE1-F061-E88C-60D1-AE472041B966}"/>
              </a:ext>
            </a:extLst>
          </p:cNvPr>
          <p:cNvSpPr txBox="1">
            <a:spLocks noChangeArrowheads="1"/>
          </p:cNvSpPr>
          <p:nvPr/>
        </p:nvSpPr>
        <p:spPr bwMode="auto">
          <a:xfrm>
            <a:off x="2816771" y="2546463"/>
            <a:ext cx="58381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a:t>
            </a:r>
          </a:p>
        </p:txBody>
      </p:sp>
      <p:sp>
        <p:nvSpPr>
          <p:cNvPr id="505" name="Text Box 4">
            <a:extLst>
              <a:ext uri="{FF2B5EF4-FFF2-40B4-BE49-F238E27FC236}">
                <a16:creationId xmlns:a16="http://schemas.microsoft.com/office/drawing/2014/main" id="{E48A924C-C7D2-9ED5-080E-B4E7184C6119}"/>
              </a:ext>
            </a:extLst>
          </p:cNvPr>
          <p:cNvSpPr txBox="1">
            <a:spLocks noChangeArrowheads="1"/>
          </p:cNvSpPr>
          <p:nvPr/>
        </p:nvSpPr>
        <p:spPr bwMode="auto">
          <a:xfrm>
            <a:off x="2958516" y="2241520"/>
            <a:ext cx="45557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a:t>
            </a:r>
          </a:p>
        </p:txBody>
      </p:sp>
      <p:sp>
        <p:nvSpPr>
          <p:cNvPr id="506" name="Text Box 4">
            <a:extLst>
              <a:ext uri="{FF2B5EF4-FFF2-40B4-BE49-F238E27FC236}">
                <a16:creationId xmlns:a16="http://schemas.microsoft.com/office/drawing/2014/main" id="{B6CD6B93-DA58-1C29-E90B-E12197D610FF}"/>
              </a:ext>
            </a:extLst>
          </p:cNvPr>
          <p:cNvSpPr txBox="1">
            <a:spLocks noChangeArrowheads="1"/>
          </p:cNvSpPr>
          <p:nvPr/>
        </p:nvSpPr>
        <p:spPr bwMode="auto">
          <a:xfrm>
            <a:off x="3082181" y="1941646"/>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p>
        </p:txBody>
      </p:sp>
      <p:cxnSp>
        <p:nvCxnSpPr>
          <p:cNvPr id="507" name="Straight Connector 506">
            <a:extLst>
              <a:ext uri="{FF2B5EF4-FFF2-40B4-BE49-F238E27FC236}">
                <a16:creationId xmlns:a16="http://schemas.microsoft.com/office/drawing/2014/main" id="{392188A0-586B-342C-0332-0AE3DC229819}"/>
              </a:ext>
            </a:extLst>
          </p:cNvPr>
          <p:cNvCxnSpPr/>
          <p:nvPr/>
        </p:nvCxnSpPr>
        <p:spPr>
          <a:xfrm>
            <a:off x="1706097" y="230336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FCA96EA6-260C-AABC-E590-1EF832F5E0DE}"/>
              </a:ext>
            </a:extLst>
          </p:cNvPr>
          <p:cNvCxnSpPr/>
          <p:nvPr/>
        </p:nvCxnSpPr>
        <p:spPr>
          <a:xfrm>
            <a:off x="1714983" y="2606233"/>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C95D1F70-DBF0-ECF3-C63B-0E10A9004FC6}"/>
              </a:ext>
            </a:extLst>
          </p:cNvPr>
          <p:cNvCxnSpPr/>
          <p:nvPr/>
        </p:nvCxnSpPr>
        <p:spPr>
          <a:xfrm>
            <a:off x="1719251" y="291372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57E844F5-AF3D-7C4F-018D-93109E1AAB40}"/>
              </a:ext>
            </a:extLst>
          </p:cNvPr>
          <p:cNvCxnSpPr/>
          <p:nvPr/>
        </p:nvCxnSpPr>
        <p:spPr>
          <a:xfrm>
            <a:off x="1718901" y="3225829"/>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FDFBA66D-20DA-84E9-4D2D-D32AC11FFB4A}"/>
              </a:ext>
            </a:extLst>
          </p:cNvPr>
          <p:cNvCxnSpPr/>
          <p:nvPr/>
        </p:nvCxnSpPr>
        <p:spPr>
          <a:xfrm>
            <a:off x="1727787" y="3565644"/>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13" name="TextBox 512">
            <a:extLst>
              <a:ext uri="{FF2B5EF4-FFF2-40B4-BE49-F238E27FC236}">
                <a16:creationId xmlns:a16="http://schemas.microsoft.com/office/drawing/2014/main" id="{CBA61A1F-03D9-ABCB-261C-7255EDB3804F}"/>
              </a:ext>
            </a:extLst>
          </p:cNvPr>
          <p:cNvSpPr txBox="1"/>
          <p:nvPr/>
        </p:nvSpPr>
        <p:spPr>
          <a:xfrm>
            <a:off x="4409954" y="1342663"/>
            <a:ext cx="300082" cy="400110"/>
          </a:xfrm>
          <a:prstGeom prst="rect">
            <a:avLst/>
          </a:prstGeom>
          <a:noFill/>
        </p:spPr>
        <p:txBody>
          <a:bodyPr wrap="none" rtlCol="0">
            <a:spAutoFit/>
          </a:bodyPr>
          <a:lstStyle/>
          <a:p>
            <a:r>
              <a:rPr lang="en-US" sz="2000" dirty="0">
                <a:solidFill>
                  <a:srgbClr val="FF0000"/>
                </a:solidFill>
              </a:rPr>
              <a:t>v</a:t>
            </a:r>
          </a:p>
        </p:txBody>
      </p:sp>
      <p:sp>
        <p:nvSpPr>
          <p:cNvPr id="514" name="TextBox 513">
            <a:extLst>
              <a:ext uri="{FF2B5EF4-FFF2-40B4-BE49-F238E27FC236}">
                <a16:creationId xmlns:a16="http://schemas.microsoft.com/office/drawing/2014/main" id="{74B2D391-9A0F-E113-6976-2D9AED160D4F}"/>
              </a:ext>
            </a:extLst>
          </p:cNvPr>
          <p:cNvSpPr txBox="1"/>
          <p:nvPr/>
        </p:nvSpPr>
        <p:spPr>
          <a:xfrm>
            <a:off x="5685099" y="1337058"/>
            <a:ext cx="367408" cy="400110"/>
          </a:xfrm>
          <a:prstGeom prst="rect">
            <a:avLst/>
          </a:prstGeom>
          <a:noFill/>
        </p:spPr>
        <p:txBody>
          <a:bodyPr wrap="none" rtlCol="0">
            <a:spAutoFit/>
          </a:bodyPr>
          <a:lstStyle/>
          <a:p>
            <a:r>
              <a:rPr lang="en-US" sz="2000" dirty="0">
                <a:solidFill>
                  <a:srgbClr val="FF0000"/>
                </a:solidFill>
              </a:rPr>
              <a:t>w</a:t>
            </a:r>
          </a:p>
        </p:txBody>
      </p:sp>
      <p:sp>
        <p:nvSpPr>
          <p:cNvPr id="515" name="TextBox 514">
            <a:extLst>
              <a:ext uri="{FF2B5EF4-FFF2-40B4-BE49-F238E27FC236}">
                <a16:creationId xmlns:a16="http://schemas.microsoft.com/office/drawing/2014/main" id="{51856970-C072-8C16-9CDF-E058DFD07E30}"/>
              </a:ext>
            </a:extLst>
          </p:cNvPr>
          <p:cNvSpPr txBox="1"/>
          <p:nvPr/>
        </p:nvSpPr>
        <p:spPr>
          <a:xfrm>
            <a:off x="6994969" y="1331453"/>
            <a:ext cx="300082" cy="400110"/>
          </a:xfrm>
          <a:prstGeom prst="rect">
            <a:avLst/>
          </a:prstGeom>
          <a:noFill/>
        </p:spPr>
        <p:txBody>
          <a:bodyPr wrap="none" rtlCol="0">
            <a:spAutoFit/>
          </a:bodyPr>
          <a:lstStyle/>
          <a:p>
            <a:r>
              <a:rPr lang="en-US" sz="2000" dirty="0">
                <a:solidFill>
                  <a:srgbClr val="FF0000"/>
                </a:solidFill>
              </a:rPr>
              <a:t>x</a:t>
            </a:r>
          </a:p>
        </p:txBody>
      </p:sp>
      <p:sp>
        <p:nvSpPr>
          <p:cNvPr id="516" name="TextBox 515">
            <a:extLst>
              <a:ext uri="{FF2B5EF4-FFF2-40B4-BE49-F238E27FC236}">
                <a16:creationId xmlns:a16="http://schemas.microsoft.com/office/drawing/2014/main" id="{573602D9-CBA1-5FF0-8BC8-44E6636EA1BE}"/>
              </a:ext>
            </a:extLst>
          </p:cNvPr>
          <p:cNvSpPr txBox="1"/>
          <p:nvPr/>
        </p:nvSpPr>
        <p:spPr>
          <a:xfrm>
            <a:off x="8327989" y="1337423"/>
            <a:ext cx="300082" cy="400110"/>
          </a:xfrm>
          <a:prstGeom prst="rect">
            <a:avLst/>
          </a:prstGeom>
          <a:noFill/>
        </p:spPr>
        <p:txBody>
          <a:bodyPr wrap="none" rtlCol="0">
            <a:spAutoFit/>
          </a:bodyPr>
          <a:lstStyle/>
          <a:p>
            <a:r>
              <a:rPr lang="en-US" sz="2000" dirty="0">
                <a:solidFill>
                  <a:srgbClr val="FF0000"/>
                </a:solidFill>
              </a:rPr>
              <a:t>y</a:t>
            </a:r>
          </a:p>
        </p:txBody>
      </p:sp>
      <p:sp>
        <p:nvSpPr>
          <p:cNvPr id="517" name="TextBox 516">
            <a:extLst>
              <a:ext uri="{FF2B5EF4-FFF2-40B4-BE49-F238E27FC236}">
                <a16:creationId xmlns:a16="http://schemas.microsoft.com/office/drawing/2014/main" id="{E9A8B7A3-58F6-2F01-D136-66B7C3B3E8F9}"/>
              </a:ext>
            </a:extLst>
          </p:cNvPr>
          <p:cNvSpPr txBox="1"/>
          <p:nvPr/>
        </p:nvSpPr>
        <p:spPr>
          <a:xfrm>
            <a:off x="9591559" y="1354968"/>
            <a:ext cx="285656" cy="400110"/>
          </a:xfrm>
          <a:prstGeom prst="rect">
            <a:avLst/>
          </a:prstGeom>
          <a:noFill/>
        </p:spPr>
        <p:txBody>
          <a:bodyPr wrap="none" rtlCol="0">
            <a:spAutoFit/>
          </a:bodyPr>
          <a:lstStyle/>
          <a:p>
            <a:r>
              <a:rPr lang="en-US" sz="2000" dirty="0">
                <a:solidFill>
                  <a:srgbClr val="FF0000"/>
                </a:solidFill>
              </a:rPr>
              <a:t>z</a:t>
            </a:r>
          </a:p>
        </p:txBody>
      </p:sp>
      <p:grpSp>
        <p:nvGrpSpPr>
          <p:cNvPr id="518" name="Group 517">
            <a:extLst>
              <a:ext uri="{FF2B5EF4-FFF2-40B4-BE49-F238E27FC236}">
                <a16:creationId xmlns:a16="http://schemas.microsoft.com/office/drawing/2014/main" id="{6D67C6AC-15C3-4DAA-AD1F-6BAD18815A3C}"/>
              </a:ext>
            </a:extLst>
          </p:cNvPr>
          <p:cNvGrpSpPr/>
          <p:nvPr/>
        </p:nvGrpSpPr>
        <p:grpSpPr>
          <a:xfrm>
            <a:off x="3119488" y="1398905"/>
            <a:ext cx="4326893" cy="1233760"/>
            <a:chOff x="3104054" y="1398906"/>
            <a:chExt cx="4326893" cy="1233760"/>
          </a:xfrm>
        </p:grpSpPr>
        <p:grpSp>
          <p:nvGrpSpPr>
            <p:cNvPr id="519" name="Group 518">
              <a:extLst>
                <a:ext uri="{FF2B5EF4-FFF2-40B4-BE49-F238E27FC236}">
                  <a16:creationId xmlns:a16="http://schemas.microsoft.com/office/drawing/2014/main" id="{A8D19188-43D7-306D-EBB4-80AA1F3FEC6F}"/>
                </a:ext>
              </a:extLst>
            </p:cNvPr>
            <p:cNvGrpSpPr/>
            <p:nvPr/>
          </p:nvGrpSpPr>
          <p:grpSpPr>
            <a:xfrm>
              <a:off x="3104054" y="1398906"/>
              <a:ext cx="4196366" cy="1233760"/>
              <a:chOff x="239710" y="526192"/>
              <a:chExt cx="4196366" cy="1233760"/>
            </a:xfrm>
          </p:grpSpPr>
          <p:sp>
            <p:nvSpPr>
              <p:cNvPr id="522" name="Oval 521">
                <a:extLst>
                  <a:ext uri="{FF2B5EF4-FFF2-40B4-BE49-F238E27FC236}">
                    <a16:creationId xmlns:a16="http://schemas.microsoft.com/office/drawing/2014/main" id="{83D347F7-17CF-6085-80C8-4823421276EE}"/>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23" name="Straight Arrow Connector 522">
                <a:extLst>
                  <a:ext uri="{FF2B5EF4-FFF2-40B4-BE49-F238E27FC236}">
                    <a16:creationId xmlns:a16="http://schemas.microsoft.com/office/drawing/2014/main" id="{23B1CE37-9458-A660-C89D-05A56D73838D}"/>
                  </a:ext>
                </a:extLst>
              </p:cNvPr>
              <p:cNvCxnSpPr>
                <a:cxnSpLocks/>
                <a:stCxn id="522" idx="4"/>
                <a:endCxn id="524" idx="6"/>
              </p:cNvCxnSpPr>
              <p:nvPr/>
            </p:nvCxnSpPr>
            <p:spPr>
              <a:xfrm flipH="1">
                <a:off x="541927" y="821724"/>
                <a:ext cx="3736601" cy="790462"/>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24" name="Oval 523">
                <a:extLst>
                  <a:ext uri="{FF2B5EF4-FFF2-40B4-BE49-F238E27FC236}">
                    <a16:creationId xmlns:a16="http://schemas.microsoft.com/office/drawing/2014/main" id="{E7D7434E-2349-CB95-CD91-FC54B73A9AD1}"/>
                  </a:ext>
                </a:extLst>
              </p:cNvPr>
              <p:cNvSpPr/>
              <p:nvPr/>
            </p:nvSpPr>
            <p:spPr>
              <a:xfrm>
                <a:off x="239710"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0" name="Oval 114">
              <a:extLst>
                <a:ext uri="{FF2B5EF4-FFF2-40B4-BE49-F238E27FC236}">
                  <a16:creationId xmlns:a16="http://schemas.microsoft.com/office/drawing/2014/main" id="{FA75BD6C-5107-4EB2-EE6F-2BDA7BC74A26}"/>
                </a:ext>
              </a:extLst>
            </p:cNvPr>
            <p:cNvSpPr>
              <a:spLocks noChangeArrowheads="1"/>
            </p:cNvSpPr>
            <p:nvPr/>
          </p:nvSpPr>
          <p:spPr bwMode="auto">
            <a:xfrm>
              <a:off x="6828095" y="2025569"/>
              <a:ext cx="602852" cy="301972"/>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21" name="Straight Arrow Connector 520">
              <a:extLst>
                <a:ext uri="{FF2B5EF4-FFF2-40B4-BE49-F238E27FC236}">
                  <a16:creationId xmlns:a16="http://schemas.microsoft.com/office/drawing/2014/main" id="{88AE75AA-9B4A-30E5-0441-D213CE895396}"/>
                </a:ext>
              </a:extLst>
            </p:cNvPr>
            <p:cNvCxnSpPr>
              <a:cxnSpLocks/>
              <a:stCxn id="520" idx="0"/>
            </p:cNvCxnSpPr>
            <p:nvPr/>
          </p:nvCxnSpPr>
          <p:spPr>
            <a:xfrm flipV="1">
              <a:off x="7129521" y="1638301"/>
              <a:ext cx="484" cy="38726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25" name="Group 524">
            <a:extLst>
              <a:ext uri="{FF2B5EF4-FFF2-40B4-BE49-F238E27FC236}">
                <a16:creationId xmlns:a16="http://schemas.microsoft.com/office/drawing/2014/main" id="{12419511-3E46-06AD-D039-EE4C4900F836}"/>
              </a:ext>
            </a:extLst>
          </p:cNvPr>
          <p:cNvGrpSpPr/>
          <p:nvPr/>
        </p:nvGrpSpPr>
        <p:grpSpPr>
          <a:xfrm>
            <a:off x="3117557" y="1389255"/>
            <a:ext cx="5681132" cy="1534706"/>
            <a:chOff x="1772965" y="1097960"/>
            <a:chExt cx="5681132" cy="1534706"/>
          </a:xfrm>
        </p:grpSpPr>
        <p:grpSp>
          <p:nvGrpSpPr>
            <p:cNvPr id="526" name="Group 525">
              <a:extLst>
                <a:ext uri="{FF2B5EF4-FFF2-40B4-BE49-F238E27FC236}">
                  <a16:creationId xmlns:a16="http://schemas.microsoft.com/office/drawing/2014/main" id="{966717C3-6854-E7C5-4483-6B9415E0664D}"/>
                </a:ext>
              </a:extLst>
            </p:cNvPr>
            <p:cNvGrpSpPr/>
            <p:nvPr/>
          </p:nvGrpSpPr>
          <p:grpSpPr>
            <a:xfrm>
              <a:off x="1772965" y="1097960"/>
              <a:ext cx="5539030" cy="1534706"/>
              <a:chOff x="-1091379" y="225246"/>
              <a:chExt cx="5539030" cy="1534706"/>
            </a:xfrm>
          </p:grpSpPr>
          <p:sp>
            <p:nvSpPr>
              <p:cNvPr id="529" name="Oval 528">
                <a:extLst>
                  <a:ext uri="{FF2B5EF4-FFF2-40B4-BE49-F238E27FC236}">
                    <a16:creationId xmlns:a16="http://schemas.microsoft.com/office/drawing/2014/main" id="{1F9977E2-00D5-D3D0-74A8-5C116B3F4759}"/>
                  </a:ext>
                </a:extLst>
              </p:cNvPr>
              <p:cNvSpPr/>
              <p:nvPr/>
            </p:nvSpPr>
            <p:spPr>
              <a:xfrm>
                <a:off x="4132555" y="22524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30" name="Straight Arrow Connector 529">
                <a:extLst>
                  <a:ext uri="{FF2B5EF4-FFF2-40B4-BE49-F238E27FC236}">
                    <a16:creationId xmlns:a16="http://schemas.microsoft.com/office/drawing/2014/main" id="{9E402FC4-3D91-6C59-F5EB-05CD2B7BD82A}"/>
                  </a:ext>
                </a:extLst>
              </p:cNvPr>
              <p:cNvCxnSpPr>
                <a:cxnSpLocks/>
                <a:stCxn id="529" idx="4"/>
                <a:endCxn id="531" idx="6"/>
              </p:cNvCxnSpPr>
              <p:nvPr/>
            </p:nvCxnSpPr>
            <p:spPr>
              <a:xfrm flipH="1">
                <a:off x="-789162" y="520778"/>
                <a:ext cx="5079265" cy="109140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31" name="Oval 530">
                <a:extLst>
                  <a:ext uri="{FF2B5EF4-FFF2-40B4-BE49-F238E27FC236}">
                    <a16:creationId xmlns:a16="http://schemas.microsoft.com/office/drawing/2014/main" id="{B7191771-E1AB-A4E2-2008-03B871D217EA}"/>
                  </a:ext>
                </a:extLst>
              </p:cNvPr>
              <p:cNvSpPr/>
              <p:nvPr/>
            </p:nvSpPr>
            <p:spPr>
              <a:xfrm>
                <a:off x="-1091379"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7" name="Oval 114">
              <a:extLst>
                <a:ext uri="{FF2B5EF4-FFF2-40B4-BE49-F238E27FC236}">
                  <a16:creationId xmlns:a16="http://schemas.microsoft.com/office/drawing/2014/main" id="{0C7F75FE-3CF0-A652-2C6F-5DA967D20EA2}"/>
                </a:ext>
              </a:extLst>
            </p:cNvPr>
            <p:cNvSpPr>
              <a:spLocks noChangeArrowheads="1"/>
            </p:cNvSpPr>
            <p:nvPr/>
          </p:nvSpPr>
          <p:spPr bwMode="auto">
            <a:xfrm>
              <a:off x="6851245" y="2025569"/>
              <a:ext cx="602852" cy="301972"/>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28" name="Straight Arrow Connector 527">
              <a:extLst>
                <a:ext uri="{FF2B5EF4-FFF2-40B4-BE49-F238E27FC236}">
                  <a16:creationId xmlns:a16="http://schemas.microsoft.com/office/drawing/2014/main" id="{D29A7DB8-96B6-C6F7-1353-626B8133324B}"/>
                </a:ext>
              </a:extLst>
            </p:cNvPr>
            <p:cNvCxnSpPr>
              <a:cxnSpLocks/>
              <a:stCxn id="527" idx="0"/>
              <a:endCxn id="529" idx="4"/>
            </p:cNvCxnSpPr>
            <p:nvPr/>
          </p:nvCxnSpPr>
          <p:spPr>
            <a:xfrm flipV="1">
              <a:off x="7152671" y="1393492"/>
              <a:ext cx="1776" cy="632077"/>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2" name="Group 531">
            <a:extLst>
              <a:ext uri="{FF2B5EF4-FFF2-40B4-BE49-F238E27FC236}">
                <a16:creationId xmlns:a16="http://schemas.microsoft.com/office/drawing/2014/main" id="{106D3AC1-AF1E-6AE1-8DF2-441CAD8C8EC3}"/>
              </a:ext>
            </a:extLst>
          </p:cNvPr>
          <p:cNvGrpSpPr/>
          <p:nvPr/>
        </p:nvGrpSpPr>
        <p:grpSpPr>
          <a:xfrm>
            <a:off x="3109189" y="1412217"/>
            <a:ext cx="1746239" cy="1817119"/>
            <a:chOff x="5709634" y="1003247"/>
            <a:chExt cx="1746239" cy="1817119"/>
          </a:xfrm>
        </p:grpSpPr>
        <p:grpSp>
          <p:nvGrpSpPr>
            <p:cNvPr id="533" name="Group 532">
              <a:extLst>
                <a:ext uri="{FF2B5EF4-FFF2-40B4-BE49-F238E27FC236}">
                  <a16:creationId xmlns:a16="http://schemas.microsoft.com/office/drawing/2014/main" id="{29CD8CEE-E743-6E6C-ADC9-F547F7C92D1E}"/>
                </a:ext>
              </a:extLst>
            </p:cNvPr>
            <p:cNvGrpSpPr/>
            <p:nvPr/>
          </p:nvGrpSpPr>
          <p:grpSpPr>
            <a:xfrm>
              <a:off x="5709634" y="1003247"/>
              <a:ext cx="1602361" cy="1817119"/>
              <a:chOff x="2845290" y="130533"/>
              <a:chExt cx="1602361" cy="1817119"/>
            </a:xfrm>
          </p:grpSpPr>
          <p:sp>
            <p:nvSpPr>
              <p:cNvPr id="536" name="Oval 535">
                <a:extLst>
                  <a:ext uri="{FF2B5EF4-FFF2-40B4-BE49-F238E27FC236}">
                    <a16:creationId xmlns:a16="http://schemas.microsoft.com/office/drawing/2014/main" id="{A138D0E4-FC08-64E5-DEC1-79845DCE76EE}"/>
                  </a:ext>
                </a:extLst>
              </p:cNvPr>
              <p:cNvSpPr/>
              <p:nvPr/>
            </p:nvSpPr>
            <p:spPr>
              <a:xfrm>
                <a:off x="4132555" y="130533"/>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37" name="Straight Arrow Connector 536">
                <a:extLst>
                  <a:ext uri="{FF2B5EF4-FFF2-40B4-BE49-F238E27FC236}">
                    <a16:creationId xmlns:a16="http://schemas.microsoft.com/office/drawing/2014/main" id="{920C7D6E-EDA6-FD4F-95E2-48F6F5A4DD7D}"/>
                  </a:ext>
                </a:extLst>
              </p:cNvPr>
              <p:cNvCxnSpPr>
                <a:cxnSpLocks/>
                <a:stCxn id="536" idx="4"/>
                <a:endCxn id="538" idx="6"/>
              </p:cNvCxnSpPr>
              <p:nvPr/>
            </p:nvCxnSpPr>
            <p:spPr>
              <a:xfrm flipH="1">
                <a:off x="3147507" y="426065"/>
                <a:ext cx="1142596" cy="1373821"/>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38" name="Oval 537">
                <a:extLst>
                  <a:ext uri="{FF2B5EF4-FFF2-40B4-BE49-F238E27FC236}">
                    <a16:creationId xmlns:a16="http://schemas.microsoft.com/office/drawing/2014/main" id="{3BFAB0F7-CC21-C3E2-975C-1977317BD6F4}"/>
                  </a:ext>
                </a:extLst>
              </p:cNvPr>
              <p:cNvSpPr/>
              <p:nvPr/>
            </p:nvSpPr>
            <p:spPr>
              <a:xfrm>
                <a:off x="2845290" y="16521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34" name="Oval 114">
              <a:extLst>
                <a:ext uri="{FF2B5EF4-FFF2-40B4-BE49-F238E27FC236}">
                  <a16:creationId xmlns:a16="http://schemas.microsoft.com/office/drawing/2014/main" id="{E4C1B3E2-D726-1339-B6F5-01E4DF0327E9}"/>
                </a:ext>
              </a:extLst>
            </p:cNvPr>
            <p:cNvSpPr>
              <a:spLocks noChangeArrowheads="1"/>
            </p:cNvSpPr>
            <p:nvPr/>
          </p:nvSpPr>
          <p:spPr bwMode="auto">
            <a:xfrm>
              <a:off x="6853021" y="2199189"/>
              <a:ext cx="602852" cy="301972"/>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35" name="Straight Arrow Connector 534">
              <a:extLst>
                <a:ext uri="{FF2B5EF4-FFF2-40B4-BE49-F238E27FC236}">
                  <a16:creationId xmlns:a16="http://schemas.microsoft.com/office/drawing/2014/main" id="{EEFC7026-201E-74F9-DAC6-44CD391B1043}"/>
                </a:ext>
              </a:extLst>
            </p:cNvPr>
            <p:cNvCxnSpPr>
              <a:cxnSpLocks/>
              <a:stCxn id="534" idx="0"/>
              <a:endCxn id="536" idx="4"/>
            </p:cNvCxnSpPr>
            <p:nvPr/>
          </p:nvCxnSpPr>
          <p:spPr>
            <a:xfrm flipV="1">
              <a:off x="7154447" y="1298779"/>
              <a:ext cx="0" cy="90041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9" name="Group 538">
            <a:extLst>
              <a:ext uri="{FF2B5EF4-FFF2-40B4-BE49-F238E27FC236}">
                <a16:creationId xmlns:a16="http://schemas.microsoft.com/office/drawing/2014/main" id="{EB6D7093-15EA-2D29-2900-EEFABFBC3DB7}"/>
              </a:ext>
            </a:extLst>
          </p:cNvPr>
          <p:cNvGrpSpPr/>
          <p:nvPr/>
        </p:nvGrpSpPr>
        <p:grpSpPr>
          <a:xfrm>
            <a:off x="3082834" y="1400642"/>
            <a:ext cx="3065254" cy="2136777"/>
            <a:chOff x="4423568" y="495889"/>
            <a:chExt cx="3065254" cy="2136777"/>
          </a:xfrm>
        </p:grpSpPr>
        <p:grpSp>
          <p:nvGrpSpPr>
            <p:cNvPr id="540" name="Group 539">
              <a:extLst>
                <a:ext uri="{FF2B5EF4-FFF2-40B4-BE49-F238E27FC236}">
                  <a16:creationId xmlns:a16="http://schemas.microsoft.com/office/drawing/2014/main" id="{86E64291-2107-4FC3-1266-35DD8A25B44F}"/>
                </a:ext>
              </a:extLst>
            </p:cNvPr>
            <p:cNvGrpSpPr/>
            <p:nvPr/>
          </p:nvGrpSpPr>
          <p:grpSpPr>
            <a:xfrm>
              <a:off x="4423568" y="495889"/>
              <a:ext cx="2923151" cy="2136777"/>
              <a:chOff x="1559224" y="-376825"/>
              <a:chExt cx="2923151" cy="2136777"/>
            </a:xfrm>
          </p:grpSpPr>
          <p:sp>
            <p:nvSpPr>
              <p:cNvPr id="543" name="Oval 542">
                <a:extLst>
                  <a:ext uri="{FF2B5EF4-FFF2-40B4-BE49-F238E27FC236}">
                    <a16:creationId xmlns:a16="http://schemas.microsoft.com/office/drawing/2014/main" id="{98E6B5F9-0222-3BF4-141A-782B33E81DE7}"/>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44" name="Straight Arrow Connector 543">
                <a:extLst>
                  <a:ext uri="{FF2B5EF4-FFF2-40B4-BE49-F238E27FC236}">
                    <a16:creationId xmlns:a16="http://schemas.microsoft.com/office/drawing/2014/main" id="{614173D8-9F83-EA0B-DD8C-5C595BD099C5}"/>
                  </a:ext>
                </a:extLst>
              </p:cNvPr>
              <p:cNvCxnSpPr>
                <a:cxnSpLocks/>
                <a:stCxn id="543" idx="4"/>
                <a:endCxn id="545" idx="6"/>
              </p:cNvCxnSpPr>
              <p:nvPr/>
            </p:nvCxnSpPr>
            <p:spPr>
              <a:xfrm flipH="1">
                <a:off x="1861441" y="-81293"/>
                <a:ext cx="2463386" cy="1693479"/>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45" name="Oval 544">
                <a:extLst>
                  <a:ext uri="{FF2B5EF4-FFF2-40B4-BE49-F238E27FC236}">
                    <a16:creationId xmlns:a16="http://schemas.microsoft.com/office/drawing/2014/main" id="{039E297B-8BC6-3CDE-20DB-79759A76FDB9}"/>
                  </a:ext>
                </a:extLst>
              </p:cNvPr>
              <p:cNvSpPr/>
              <p:nvPr/>
            </p:nvSpPr>
            <p:spPr>
              <a:xfrm>
                <a:off x="1559224"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41" name="Oval 114">
              <a:extLst>
                <a:ext uri="{FF2B5EF4-FFF2-40B4-BE49-F238E27FC236}">
                  <a16:creationId xmlns:a16="http://schemas.microsoft.com/office/drawing/2014/main" id="{6BA3F47F-BD11-849B-7DFB-105138F50B5E}"/>
                </a:ext>
              </a:extLst>
            </p:cNvPr>
            <p:cNvSpPr>
              <a:spLocks noChangeArrowheads="1"/>
            </p:cNvSpPr>
            <p:nvPr/>
          </p:nvSpPr>
          <p:spPr bwMode="auto">
            <a:xfrm>
              <a:off x="6885970" y="2025569"/>
              <a:ext cx="602852" cy="301972"/>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2" name="Straight Arrow Connector 541">
              <a:extLst>
                <a:ext uri="{FF2B5EF4-FFF2-40B4-BE49-F238E27FC236}">
                  <a16:creationId xmlns:a16="http://schemas.microsoft.com/office/drawing/2014/main" id="{C5E11262-CCDB-CF60-7FFA-01F93DC5F9C7}"/>
                </a:ext>
              </a:extLst>
            </p:cNvPr>
            <p:cNvCxnSpPr>
              <a:cxnSpLocks/>
              <a:stCxn id="541" idx="0"/>
              <a:endCxn id="543" idx="4"/>
            </p:cNvCxnSpPr>
            <p:nvPr/>
          </p:nvCxnSpPr>
          <p:spPr>
            <a:xfrm flipV="1">
              <a:off x="7187396" y="791421"/>
              <a:ext cx="1775" cy="123414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6" name="Group 545">
            <a:extLst>
              <a:ext uri="{FF2B5EF4-FFF2-40B4-BE49-F238E27FC236}">
                <a16:creationId xmlns:a16="http://schemas.microsoft.com/office/drawing/2014/main" id="{CC586902-2B4B-5DCB-E70A-19A13276C123}"/>
              </a:ext>
            </a:extLst>
          </p:cNvPr>
          <p:cNvGrpSpPr/>
          <p:nvPr/>
        </p:nvGrpSpPr>
        <p:grpSpPr>
          <a:xfrm>
            <a:off x="3084763" y="1437297"/>
            <a:ext cx="6956123" cy="2426144"/>
            <a:chOff x="534474" y="495889"/>
            <a:chExt cx="6956123" cy="2426144"/>
          </a:xfrm>
        </p:grpSpPr>
        <p:grpSp>
          <p:nvGrpSpPr>
            <p:cNvPr id="547" name="Group 546">
              <a:extLst>
                <a:ext uri="{FF2B5EF4-FFF2-40B4-BE49-F238E27FC236}">
                  <a16:creationId xmlns:a16="http://schemas.microsoft.com/office/drawing/2014/main" id="{E4710DC5-312F-B26E-3988-1272F7F3693D}"/>
                </a:ext>
              </a:extLst>
            </p:cNvPr>
            <p:cNvGrpSpPr/>
            <p:nvPr/>
          </p:nvGrpSpPr>
          <p:grpSpPr>
            <a:xfrm>
              <a:off x="534474" y="495889"/>
              <a:ext cx="6812245" cy="2426144"/>
              <a:chOff x="-2329870" y="-376825"/>
              <a:chExt cx="6812245" cy="2426144"/>
            </a:xfrm>
          </p:grpSpPr>
          <p:sp>
            <p:nvSpPr>
              <p:cNvPr id="550" name="Oval 549">
                <a:extLst>
                  <a:ext uri="{FF2B5EF4-FFF2-40B4-BE49-F238E27FC236}">
                    <a16:creationId xmlns:a16="http://schemas.microsoft.com/office/drawing/2014/main" id="{B29F0F6F-36B2-33FC-1A79-14C41E70547E}"/>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51" name="Straight Arrow Connector 550">
                <a:extLst>
                  <a:ext uri="{FF2B5EF4-FFF2-40B4-BE49-F238E27FC236}">
                    <a16:creationId xmlns:a16="http://schemas.microsoft.com/office/drawing/2014/main" id="{665FA520-192C-E051-CA7C-B4A111C4DE06}"/>
                  </a:ext>
                </a:extLst>
              </p:cNvPr>
              <p:cNvCxnSpPr>
                <a:cxnSpLocks/>
                <a:stCxn id="550" idx="4"/>
                <a:endCxn id="552" idx="6"/>
              </p:cNvCxnSpPr>
              <p:nvPr/>
            </p:nvCxnSpPr>
            <p:spPr>
              <a:xfrm flipH="1">
                <a:off x="-2027653" y="-81293"/>
                <a:ext cx="6352480" cy="198284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2" name="Oval 551">
                <a:extLst>
                  <a:ext uri="{FF2B5EF4-FFF2-40B4-BE49-F238E27FC236}">
                    <a16:creationId xmlns:a16="http://schemas.microsoft.com/office/drawing/2014/main" id="{3C1BB3B0-12DA-3DA2-15E5-78B24DB0467C}"/>
                  </a:ext>
                </a:extLst>
              </p:cNvPr>
              <p:cNvSpPr/>
              <p:nvPr/>
            </p:nvSpPr>
            <p:spPr>
              <a:xfrm>
                <a:off x="-2329870" y="1753787"/>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48" name="Oval 114">
              <a:extLst>
                <a:ext uri="{FF2B5EF4-FFF2-40B4-BE49-F238E27FC236}">
                  <a16:creationId xmlns:a16="http://schemas.microsoft.com/office/drawing/2014/main" id="{58343F6C-E31D-70CF-C28A-281E3D8872F0}"/>
                </a:ext>
              </a:extLst>
            </p:cNvPr>
            <p:cNvSpPr>
              <a:spLocks noChangeArrowheads="1"/>
            </p:cNvSpPr>
            <p:nvPr/>
          </p:nvSpPr>
          <p:spPr bwMode="auto">
            <a:xfrm>
              <a:off x="6887745" y="2326511"/>
              <a:ext cx="602852" cy="301972"/>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9" name="Straight Arrow Connector 548">
              <a:extLst>
                <a:ext uri="{FF2B5EF4-FFF2-40B4-BE49-F238E27FC236}">
                  <a16:creationId xmlns:a16="http://schemas.microsoft.com/office/drawing/2014/main" id="{3239AB76-43AA-5B02-1505-900FB237C124}"/>
                </a:ext>
              </a:extLst>
            </p:cNvPr>
            <p:cNvCxnSpPr>
              <a:cxnSpLocks/>
              <a:stCxn id="548" idx="0"/>
              <a:endCxn id="550" idx="4"/>
            </p:cNvCxnSpPr>
            <p:nvPr/>
          </p:nvCxnSpPr>
          <p:spPr>
            <a:xfrm flipV="1">
              <a:off x="7189171" y="791421"/>
              <a:ext cx="0" cy="15350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53" name="Straight Arrow Connector 552">
            <a:extLst>
              <a:ext uri="{FF2B5EF4-FFF2-40B4-BE49-F238E27FC236}">
                <a16:creationId xmlns:a16="http://schemas.microsoft.com/office/drawing/2014/main" id="{58DBBC08-ADA0-CBEF-AC1D-76DB8E614169}"/>
              </a:ext>
            </a:extLst>
          </p:cNvPr>
          <p:cNvCxnSpPr>
            <a:cxnSpLocks/>
            <a:endCxn id="39" idx="2"/>
          </p:cNvCxnSpPr>
          <p:nvPr/>
        </p:nvCxnSpPr>
        <p:spPr>
          <a:xfrm>
            <a:off x="1957653" y="5544274"/>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4" name="Straight Arrow Connector 553">
            <a:extLst>
              <a:ext uri="{FF2B5EF4-FFF2-40B4-BE49-F238E27FC236}">
                <a16:creationId xmlns:a16="http://schemas.microsoft.com/office/drawing/2014/main" id="{5F2B65CE-C796-268A-1013-4A8A023F9D77}"/>
              </a:ext>
            </a:extLst>
          </p:cNvPr>
          <p:cNvCxnSpPr>
            <a:cxnSpLocks/>
            <a:endCxn id="50" idx="2"/>
          </p:cNvCxnSpPr>
          <p:nvPr/>
        </p:nvCxnSpPr>
        <p:spPr>
          <a:xfrm>
            <a:off x="2908706" y="6055489"/>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5" name="Straight Arrow Connector 554">
            <a:extLst>
              <a:ext uri="{FF2B5EF4-FFF2-40B4-BE49-F238E27FC236}">
                <a16:creationId xmlns:a16="http://schemas.microsoft.com/office/drawing/2014/main" id="{8F1E5E0F-F37C-478B-AAF0-31B3C20EC11E}"/>
              </a:ext>
            </a:extLst>
          </p:cNvPr>
          <p:cNvCxnSpPr>
            <a:cxnSpLocks/>
            <a:stCxn id="34" idx="7"/>
          </p:cNvCxnSpPr>
          <p:nvPr/>
        </p:nvCxnSpPr>
        <p:spPr>
          <a:xfrm flipV="1">
            <a:off x="2068770" y="5023414"/>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6" name="Straight Arrow Connector 555">
            <a:extLst>
              <a:ext uri="{FF2B5EF4-FFF2-40B4-BE49-F238E27FC236}">
                <a16:creationId xmlns:a16="http://schemas.microsoft.com/office/drawing/2014/main" id="{8D9C31A9-4A41-A67E-ADDC-DB8E8AD59BED}"/>
              </a:ext>
            </a:extLst>
          </p:cNvPr>
          <p:cNvCxnSpPr>
            <a:cxnSpLocks/>
          </p:cNvCxnSpPr>
          <p:nvPr/>
        </p:nvCxnSpPr>
        <p:spPr>
          <a:xfrm flipV="1">
            <a:off x="3744012" y="4988689"/>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7" name="Straight Arrow Connector 556">
            <a:extLst>
              <a:ext uri="{FF2B5EF4-FFF2-40B4-BE49-F238E27FC236}">
                <a16:creationId xmlns:a16="http://schemas.microsoft.com/office/drawing/2014/main" id="{1B8576C2-C4D0-CA73-993E-3437ED314939}"/>
              </a:ext>
            </a:extLst>
          </p:cNvPr>
          <p:cNvCxnSpPr>
            <a:cxnSpLocks/>
          </p:cNvCxnSpPr>
          <p:nvPr/>
        </p:nvCxnSpPr>
        <p:spPr>
          <a:xfrm flipV="1">
            <a:off x="4007312" y="5577069"/>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8" name="Text Box 3">
            <a:extLst>
              <a:ext uri="{FF2B5EF4-FFF2-40B4-BE49-F238E27FC236}">
                <a16:creationId xmlns:a16="http://schemas.microsoft.com/office/drawing/2014/main" id="{25312FA2-90EE-AF64-D112-6DE362D66154}"/>
              </a:ext>
            </a:extLst>
          </p:cNvPr>
          <p:cNvSpPr txBox="1">
            <a:spLocks noChangeArrowheads="1"/>
          </p:cNvSpPr>
          <p:nvPr/>
        </p:nvSpPr>
        <p:spPr bwMode="auto">
          <a:xfrm>
            <a:off x="5894442" y="4463262"/>
            <a:ext cx="5770234" cy="144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200" dirty="0">
                <a:latin typeface="+mn-lt"/>
              </a:rPr>
              <a:t>find </a:t>
            </a:r>
            <a:r>
              <a:rPr lang="en-US" sz="2200" i="1" dirty="0">
                <a:latin typeface="+mn-lt"/>
              </a:rPr>
              <a:t>a</a:t>
            </a:r>
            <a:r>
              <a:rPr lang="en-US" sz="2200" dirty="0">
                <a:latin typeface="+mn-lt"/>
              </a:rPr>
              <a:t> not in </a:t>
            </a:r>
            <a:r>
              <a:rPr lang="en-US" sz="2200" i="1" dirty="0">
                <a:latin typeface="+mn-lt"/>
              </a:rPr>
              <a:t>N</a:t>
            </a:r>
            <a:r>
              <a:rPr lang="en-US" sz="2200" i="1" dirty="0">
                <a:latin typeface="+mn-lt"/>
                <a:cs typeface="Arial" charset="0"/>
              </a:rPr>
              <a:t>'</a:t>
            </a:r>
            <a:r>
              <a:rPr lang="en-US" sz="2200" i="1" dirty="0">
                <a:latin typeface="+mn-lt"/>
              </a:rPr>
              <a:t> </a:t>
            </a:r>
            <a:r>
              <a:rPr lang="en-US" sz="2200" dirty="0">
                <a:latin typeface="+mn-lt"/>
              </a:rPr>
              <a:t>such that </a:t>
            </a:r>
            <a:r>
              <a:rPr lang="en-US" sz="2200" i="1" dirty="0">
                <a:latin typeface="+mn-lt"/>
              </a:rPr>
              <a:t>D(a) </a:t>
            </a:r>
            <a:r>
              <a:rPr lang="en-US" sz="2200" dirty="0">
                <a:latin typeface="+mn-lt"/>
              </a:rPr>
              <a:t>is a minimum </a:t>
            </a:r>
          </a:p>
          <a:p>
            <a:r>
              <a:rPr lang="en-US" sz="2200" dirty="0">
                <a:latin typeface="+mn-lt"/>
              </a:rPr>
              <a:t>add </a:t>
            </a:r>
            <a:r>
              <a:rPr lang="en-US" sz="2200" i="1" dirty="0">
                <a:latin typeface="+mn-lt"/>
              </a:rPr>
              <a:t>a</a:t>
            </a:r>
            <a:r>
              <a:rPr lang="en-US" sz="2200" dirty="0">
                <a:latin typeface="+mn-lt"/>
              </a:rPr>
              <a:t> to </a:t>
            </a:r>
            <a:r>
              <a:rPr lang="en-US" sz="2200" i="1" dirty="0">
                <a:latin typeface="+mn-lt"/>
              </a:rPr>
              <a:t>N</a:t>
            </a:r>
            <a:r>
              <a:rPr lang="en-US" sz="2200" i="1" dirty="0">
                <a:latin typeface="+mn-lt"/>
                <a:cs typeface="Arial" charset="0"/>
              </a:rPr>
              <a:t>'</a:t>
            </a:r>
            <a:r>
              <a:rPr lang="en-US" sz="2200" i="1" dirty="0">
                <a:latin typeface="+mn-lt"/>
              </a:rPr>
              <a:t> </a:t>
            </a:r>
          </a:p>
          <a:p>
            <a:r>
              <a:rPr lang="en-US" sz="2200" dirty="0">
                <a:latin typeface="+mn-lt"/>
              </a:rPr>
              <a:t>update </a:t>
            </a:r>
            <a:r>
              <a:rPr lang="en-US" sz="2200" i="1" dirty="0">
                <a:latin typeface="+mn-lt"/>
              </a:rPr>
              <a:t>D(b) </a:t>
            </a:r>
            <a:r>
              <a:rPr lang="en-US" sz="2200" dirty="0">
                <a:latin typeface="+mn-lt"/>
              </a:rPr>
              <a:t>for all </a:t>
            </a:r>
            <a:r>
              <a:rPr lang="en-US" sz="2200" i="1" dirty="0">
                <a:latin typeface="+mn-lt"/>
              </a:rPr>
              <a:t>b</a:t>
            </a:r>
            <a:r>
              <a:rPr lang="en-US" sz="2200" dirty="0">
                <a:latin typeface="+mn-lt"/>
              </a:rPr>
              <a:t> adjacent to </a:t>
            </a:r>
            <a:r>
              <a:rPr lang="en-US" sz="2200" i="1" dirty="0">
                <a:latin typeface="+mn-lt"/>
              </a:rPr>
              <a:t>a</a:t>
            </a:r>
            <a:r>
              <a:rPr lang="en-US" sz="2200" dirty="0">
                <a:latin typeface="+mn-lt"/>
              </a:rPr>
              <a:t> and not in </a:t>
            </a:r>
            <a:r>
              <a:rPr lang="en-US" sz="2200" i="1" dirty="0">
                <a:latin typeface="+mn-lt"/>
              </a:rPr>
              <a:t>N</a:t>
            </a:r>
            <a:r>
              <a:rPr lang="en-US" sz="2200" i="1" dirty="0">
                <a:latin typeface="+mn-lt"/>
                <a:cs typeface="Arial" charset="0"/>
              </a:rPr>
              <a:t>'</a:t>
            </a:r>
            <a:r>
              <a:rPr lang="en-US" sz="2200" i="1" dirty="0">
                <a:latin typeface="+mn-lt"/>
              </a:rPr>
              <a:t> </a:t>
            </a:r>
            <a:r>
              <a:rPr lang="en-US" sz="2200" dirty="0">
                <a:latin typeface="+mn-lt"/>
              </a:rPr>
              <a:t>: </a:t>
            </a:r>
          </a:p>
          <a:p>
            <a:r>
              <a:rPr lang="en-US" sz="2200" b="1" i="1" dirty="0">
                <a:solidFill>
                  <a:srgbClr val="CC0000"/>
                </a:solidFill>
                <a:latin typeface="+mn-lt"/>
              </a:rPr>
              <a:t>     D(b) = </a:t>
            </a:r>
            <a:r>
              <a:rPr lang="en-US" sz="2200" b="1" dirty="0">
                <a:solidFill>
                  <a:srgbClr val="CC0000"/>
                </a:solidFill>
                <a:latin typeface="+mn-lt"/>
              </a:rPr>
              <a:t>min</a:t>
            </a:r>
            <a:r>
              <a:rPr lang="en-US" sz="2200" b="1" i="1" dirty="0">
                <a:solidFill>
                  <a:srgbClr val="CC0000"/>
                </a:solidFill>
                <a:latin typeface="+mn-lt"/>
              </a:rPr>
              <a:t> ( D(b), D(a) + c</a:t>
            </a:r>
            <a:r>
              <a:rPr lang="en-US" sz="2200" b="1" i="1" baseline="-25000" dirty="0">
                <a:solidFill>
                  <a:srgbClr val="CC0000"/>
                </a:solidFill>
                <a:latin typeface="+mn-lt"/>
              </a:rPr>
              <a:t>a,b </a:t>
            </a:r>
            <a:r>
              <a:rPr lang="en-US" sz="2200" b="1" i="1" dirty="0">
                <a:solidFill>
                  <a:srgbClr val="CC0000"/>
                </a:solidFill>
                <a:latin typeface="+mn-lt"/>
              </a:rPr>
              <a:t>) </a:t>
            </a:r>
          </a:p>
        </p:txBody>
      </p:sp>
      <p:sp>
        <p:nvSpPr>
          <p:cNvPr id="559" name="Rectangle 558">
            <a:extLst>
              <a:ext uri="{FF2B5EF4-FFF2-40B4-BE49-F238E27FC236}">
                <a16:creationId xmlns:a16="http://schemas.microsoft.com/office/drawing/2014/main" id="{7588703C-5D3C-B2F5-ACA1-C0B68C992551}"/>
              </a:ext>
            </a:extLst>
          </p:cNvPr>
          <p:cNvSpPr/>
          <p:nvPr/>
        </p:nvSpPr>
        <p:spPr>
          <a:xfrm>
            <a:off x="5606004" y="3868305"/>
            <a:ext cx="6721033" cy="341632"/>
          </a:xfrm>
          <a:prstGeom prst="rect">
            <a:avLst/>
          </a:prstGeom>
        </p:spPr>
        <p:txBody>
          <a:bodyPr wrap="square">
            <a:spAutoFit/>
          </a:bodyPr>
          <a:lstStyle/>
          <a:p>
            <a:pPr>
              <a:lnSpc>
                <a:spcPct val="90000"/>
              </a:lnSpc>
            </a:pPr>
            <a:r>
              <a:rPr lang="en-US" dirty="0"/>
              <a:t>Initialization (step 0): For all a: if </a:t>
            </a:r>
            <a:r>
              <a:rPr lang="en-US" i="1" dirty="0"/>
              <a:t>a</a:t>
            </a:r>
            <a:r>
              <a:rPr lang="en-US" dirty="0"/>
              <a:t> adjacent to then </a:t>
            </a:r>
            <a:r>
              <a:rPr lang="en-US" i="1" dirty="0"/>
              <a:t>D(a) = c</a:t>
            </a:r>
            <a:r>
              <a:rPr lang="en-US" i="1" baseline="-25000" dirty="0"/>
              <a:t>u,a </a:t>
            </a:r>
            <a:endParaRPr lang="en-US" baseline="-25000" dirty="0"/>
          </a:p>
        </p:txBody>
      </p:sp>
      <p:sp>
        <p:nvSpPr>
          <p:cNvPr id="560" name="Content Placeholder 2">
            <a:extLst>
              <a:ext uri="{FF2B5EF4-FFF2-40B4-BE49-F238E27FC236}">
                <a16:creationId xmlns:a16="http://schemas.microsoft.com/office/drawing/2014/main" id="{05A098AE-9B2D-9251-C434-7E0E3C45BF76}"/>
              </a:ext>
            </a:extLst>
          </p:cNvPr>
          <p:cNvSpPr txBox="1">
            <a:spLocks/>
          </p:cNvSpPr>
          <p:nvPr/>
        </p:nvSpPr>
        <p:spPr>
          <a:xfrm>
            <a:off x="10563599" y="1217071"/>
            <a:ext cx="1180130" cy="45947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35000"/>
              </a:lnSpc>
              <a:spcBef>
                <a:spcPts val="0"/>
              </a:spcBef>
              <a:spcAft>
                <a:spcPts val="600"/>
              </a:spcAft>
              <a:buNone/>
            </a:pPr>
            <a:r>
              <a:rPr lang="fa-IR" sz="2000" b="1" dirty="0">
                <a:solidFill>
                  <a:srgbClr val="1F1FFF"/>
                </a:solidFill>
                <a:latin typeface="IRANSans(FaNum)" panose="02040503050201020203" pitchFamily="18" charset="-78"/>
              </a:rPr>
              <a:t>مثال:</a:t>
            </a:r>
            <a:endParaRPr lang="fa-IR" sz="18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210329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nodeType="clickEffect">
                                  <p:stCondLst>
                                    <p:cond delay="0"/>
                                  </p:stCondLst>
                                  <p:childTnLst>
                                    <p:set>
                                      <p:cBhvr>
                                        <p:cTn id="13" dur="1" fill="hold">
                                          <p:stCondLst>
                                            <p:cond delay="0"/>
                                          </p:stCondLst>
                                        </p:cTn>
                                        <p:tgtEl>
                                          <p:spTgt spid="486"/>
                                        </p:tgtEl>
                                        <p:attrNameLst>
                                          <p:attrName>style.visibility</p:attrName>
                                        </p:attrNameLst>
                                      </p:cBhvr>
                                      <p:to>
                                        <p:strVal val="visible"/>
                                      </p:to>
                                    </p:set>
                                    <p:animEffect transition="in" filter="wipe(left)">
                                      <p:cBhvr>
                                        <p:cTn id="14" dur="1000"/>
                                        <p:tgtEl>
                                          <p:spTgt spid="486"/>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nodeType="clickEffect">
                                  <p:stCondLst>
                                    <p:cond delay="0"/>
                                  </p:stCondLst>
                                  <p:childTnLst>
                                    <p:set>
                                      <p:cBhvr>
                                        <p:cTn id="18" dur="1" fill="hold">
                                          <p:stCondLst>
                                            <p:cond delay="0"/>
                                          </p:stCondLst>
                                        </p:cTn>
                                        <p:tgtEl>
                                          <p:spTgt spid="518"/>
                                        </p:tgtEl>
                                        <p:attrNameLst>
                                          <p:attrName>style.visibility</p:attrName>
                                        </p:attrNameLst>
                                      </p:cBhvr>
                                      <p:to>
                                        <p:strVal val="visible"/>
                                      </p:to>
                                    </p:set>
                                    <p:animEffect transition="in" filter="dissolve">
                                      <p:cBhvr>
                                        <p:cTn id="19" dur="1000"/>
                                        <p:tgtEl>
                                          <p:spTgt spid="518"/>
                                        </p:tgtEl>
                                      </p:cBhvr>
                                    </p:animEffect>
                                  </p:childTnLst>
                                </p:cTn>
                              </p:par>
                            </p:childTnLst>
                          </p:cTn>
                        </p:par>
                        <p:par>
                          <p:cTn id="20" fill="hold">
                            <p:stCondLst>
                              <p:cond delay="1000"/>
                            </p:stCondLst>
                            <p:childTnLst>
                              <p:par>
                                <p:cTn id="21" presetID="9" presetClass="entr" presetSubtype="0" fill="hold" grpId="0" nodeType="afterEffect">
                                  <p:stCondLst>
                                    <p:cond delay="0"/>
                                  </p:stCondLst>
                                  <p:childTnLst>
                                    <p:set>
                                      <p:cBhvr>
                                        <p:cTn id="22" dur="1" fill="hold">
                                          <p:stCondLst>
                                            <p:cond delay="0"/>
                                          </p:stCondLst>
                                        </p:cTn>
                                        <p:tgtEl>
                                          <p:spTgt spid="505"/>
                                        </p:tgtEl>
                                        <p:attrNameLst>
                                          <p:attrName>style.visibility</p:attrName>
                                        </p:attrNameLst>
                                      </p:cBhvr>
                                      <p:to>
                                        <p:strVal val="visible"/>
                                      </p:to>
                                    </p:set>
                                    <p:animEffect transition="in" filter="dissolve">
                                      <p:cBhvr>
                                        <p:cTn id="23" dur="500"/>
                                        <p:tgtEl>
                                          <p:spTgt spid="505"/>
                                        </p:tgtEl>
                                      </p:cBhvr>
                                    </p:animEffect>
                                  </p:childTnLst>
                                </p:cTn>
                              </p:par>
                              <p:par>
                                <p:cTn id="24" presetID="9" presetClass="exit" presetSubtype="0" fill="hold" grpId="0" nodeType="withEffect">
                                  <p:stCondLst>
                                    <p:cond delay="0"/>
                                  </p:stCondLst>
                                  <p:childTnLst>
                                    <p:animEffect transition="out" filter="dissolve">
                                      <p:cBhvr>
                                        <p:cTn id="25" dur="500"/>
                                        <p:tgtEl>
                                          <p:spTgt spid="559"/>
                                        </p:tgtEl>
                                      </p:cBhvr>
                                    </p:animEffect>
                                    <p:set>
                                      <p:cBhvr>
                                        <p:cTn id="26" dur="1" fill="hold">
                                          <p:stCondLst>
                                            <p:cond delay="499"/>
                                          </p:stCondLst>
                                        </p:cTn>
                                        <p:tgtEl>
                                          <p:spTgt spid="559"/>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553"/>
                                        </p:tgtEl>
                                        <p:attrNameLst>
                                          <p:attrName>style.visibility</p:attrName>
                                        </p:attrNameLst>
                                      </p:cBhvr>
                                      <p:to>
                                        <p:strVal val="visible"/>
                                      </p:to>
                                    </p:set>
                                    <p:animEffect transition="in" filter="dissolve">
                                      <p:cBhvr>
                                        <p:cTn id="31" dur="500"/>
                                        <p:tgtEl>
                                          <p:spTgt spid="553"/>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518"/>
                                        </p:tgtEl>
                                      </p:cBhvr>
                                    </p:animEffect>
                                    <p:set>
                                      <p:cBhvr>
                                        <p:cTn id="36" dur="1" fill="hold">
                                          <p:stCondLst>
                                            <p:cond delay="499"/>
                                          </p:stCondLst>
                                        </p:cTn>
                                        <p:tgtEl>
                                          <p:spTgt spid="518"/>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492"/>
                                        </p:tgtEl>
                                        <p:attrNameLst>
                                          <p:attrName>style.visibility</p:attrName>
                                        </p:attrNameLst>
                                      </p:cBhvr>
                                      <p:to>
                                        <p:strVal val="visible"/>
                                      </p:to>
                                    </p:set>
                                    <p:animEffect transition="in" filter="wipe(left)">
                                      <p:cBhvr>
                                        <p:cTn id="41" dur="1000"/>
                                        <p:tgtEl>
                                          <p:spTgt spid="492"/>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525"/>
                                        </p:tgtEl>
                                        <p:attrNameLst>
                                          <p:attrName>style.visibility</p:attrName>
                                        </p:attrNameLst>
                                      </p:cBhvr>
                                      <p:to>
                                        <p:strVal val="visible"/>
                                      </p:to>
                                    </p:set>
                                    <p:animEffect transition="in" filter="dissolve">
                                      <p:cBhvr>
                                        <p:cTn id="46" dur="1000"/>
                                        <p:tgtEl>
                                          <p:spTgt spid="525"/>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504"/>
                                        </p:tgtEl>
                                        <p:attrNameLst>
                                          <p:attrName>style.visibility</p:attrName>
                                        </p:attrNameLst>
                                      </p:cBhvr>
                                      <p:to>
                                        <p:strVal val="visible"/>
                                      </p:to>
                                    </p:set>
                                    <p:animEffect transition="in" filter="dissolve">
                                      <p:cBhvr>
                                        <p:cTn id="50" dur="500"/>
                                        <p:tgtEl>
                                          <p:spTgt spid="504"/>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554"/>
                                        </p:tgtEl>
                                        <p:attrNameLst>
                                          <p:attrName>style.visibility</p:attrName>
                                        </p:attrNameLst>
                                      </p:cBhvr>
                                      <p:to>
                                        <p:strVal val="visible"/>
                                      </p:to>
                                    </p:set>
                                    <p:animEffect transition="in" filter="dissolve">
                                      <p:cBhvr>
                                        <p:cTn id="55" dur="500"/>
                                        <p:tgtEl>
                                          <p:spTgt spid="554"/>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xit" presetSubtype="0" fill="hold" nodeType="clickEffect">
                                  <p:stCondLst>
                                    <p:cond delay="0"/>
                                  </p:stCondLst>
                                  <p:childTnLst>
                                    <p:animEffect transition="out" filter="dissolve">
                                      <p:cBhvr>
                                        <p:cTn id="59" dur="500"/>
                                        <p:tgtEl>
                                          <p:spTgt spid="525"/>
                                        </p:tgtEl>
                                      </p:cBhvr>
                                    </p:animEffect>
                                    <p:set>
                                      <p:cBhvr>
                                        <p:cTn id="60" dur="1" fill="hold">
                                          <p:stCondLst>
                                            <p:cond delay="499"/>
                                          </p:stCondLst>
                                        </p:cTn>
                                        <p:tgtEl>
                                          <p:spTgt spid="525"/>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497"/>
                                        </p:tgtEl>
                                        <p:attrNameLst>
                                          <p:attrName>style.visibility</p:attrName>
                                        </p:attrNameLst>
                                      </p:cBhvr>
                                      <p:to>
                                        <p:strVal val="visible"/>
                                      </p:to>
                                    </p:set>
                                    <p:animEffect transition="in" filter="wipe(left)">
                                      <p:cBhvr>
                                        <p:cTn id="65" dur="1000"/>
                                        <p:tgtEl>
                                          <p:spTgt spid="497"/>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532"/>
                                        </p:tgtEl>
                                        <p:attrNameLst>
                                          <p:attrName>style.visibility</p:attrName>
                                        </p:attrNameLst>
                                      </p:cBhvr>
                                      <p:to>
                                        <p:strVal val="visible"/>
                                      </p:to>
                                    </p:set>
                                    <p:animEffect transition="in" filter="dissolve">
                                      <p:cBhvr>
                                        <p:cTn id="70" dur="1000"/>
                                        <p:tgtEl>
                                          <p:spTgt spid="532"/>
                                        </p:tgtEl>
                                      </p:cBhvr>
                                    </p:animEffect>
                                  </p:childTnLst>
                                </p:cTn>
                              </p:par>
                            </p:childTnLst>
                          </p:cTn>
                        </p:par>
                        <p:par>
                          <p:cTn id="71" fill="hold">
                            <p:stCondLst>
                              <p:cond delay="1000"/>
                            </p:stCondLst>
                            <p:childTnLst>
                              <p:par>
                                <p:cTn id="72" presetID="9" presetClass="entr" presetSubtype="0" fill="hold" grpId="0" nodeType="afterEffect">
                                  <p:stCondLst>
                                    <p:cond delay="0"/>
                                  </p:stCondLst>
                                  <p:childTnLst>
                                    <p:set>
                                      <p:cBhvr>
                                        <p:cTn id="73" dur="1" fill="hold">
                                          <p:stCondLst>
                                            <p:cond delay="0"/>
                                          </p:stCondLst>
                                        </p:cTn>
                                        <p:tgtEl>
                                          <p:spTgt spid="503"/>
                                        </p:tgtEl>
                                        <p:attrNameLst>
                                          <p:attrName>style.visibility</p:attrName>
                                        </p:attrNameLst>
                                      </p:cBhvr>
                                      <p:to>
                                        <p:strVal val="visible"/>
                                      </p:to>
                                    </p:set>
                                    <p:animEffect transition="in" filter="dissolve">
                                      <p:cBhvr>
                                        <p:cTn id="74" dur="500"/>
                                        <p:tgtEl>
                                          <p:spTgt spid="503"/>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nodeType="clickEffect">
                                  <p:stCondLst>
                                    <p:cond delay="0"/>
                                  </p:stCondLst>
                                  <p:childTnLst>
                                    <p:set>
                                      <p:cBhvr>
                                        <p:cTn id="78" dur="1" fill="hold">
                                          <p:stCondLst>
                                            <p:cond delay="0"/>
                                          </p:stCondLst>
                                        </p:cTn>
                                        <p:tgtEl>
                                          <p:spTgt spid="555"/>
                                        </p:tgtEl>
                                        <p:attrNameLst>
                                          <p:attrName>style.visibility</p:attrName>
                                        </p:attrNameLst>
                                      </p:cBhvr>
                                      <p:to>
                                        <p:strVal val="visible"/>
                                      </p:to>
                                    </p:set>
                                    <p:animEffect transition="in" filter="dissolve">
                                      <p:cBhvr>
                                        <p:cTn id="79" dur="500"/>
                                        <p:tgtEl>
                                          <p:spTgt spid="555"/>
                                        </p:tgtEl>
                                      </p:cBhvr>
                                    </p:animEffect>
                                  </p:childTnLst>
                                </p:cTn>
                              </p:par>
                            </p:childTnLst>
                          </p:cTn>
                        </p:par>
                      </p:childTnLst>
                    </p:cTn>
                  </p:par>
                  <p:par>
                    <p:cTn id="80" fill="hold">
                      <p:stCondLst>
                        <p:cond delay="indefinite"/>
                      </p:stCondLst>
                      <p:childTnLst>
                        <p:par>
                          <p:cTn id="81" fill="hold">
                            <p:stCondLst>
                              <p:cond delay="0"/>
                            </p:stCondLst>
                            <p:childTnLst>
                              <p:par>
                                <p:cTn id="82" presetID="9" presetClass="exit" presetSubtype="0" fill="hold" nodeType="clickEffect">
                                  <p:stCondLst>
                                    <p:cond delay="0"/>
                                  </p:stCondLst>
                                  <p:childTnLst>
                                    <p:animEffect transition="out" filter="dissolve">
                                      <p:cBhvr>
                                        <p:cTn id="83" dur="500"/>
                                        <p:tgtEl>
                                          <p:spTgt spid="532"/>
                                        </p:tgtEl>
                                      </p:cBhvr>
                                    </p:animEffect>
                                    <p:set>
                                      <p:cBhvr>
                                        <p:cTn id="84" dur="1" fill="hold">
                                          <p:stCondLst>
                                            <p:cond delay="499"/>
                                          </p:stCondLst>
                                        </p:cTn>
                                        <p:tgtEl>
                                          <p:spTgt spid="532"/>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nodeType="clickEffect">
                                  <p:stCondLst>
                                    <p:cond delay="0"/>
                                  </p:stCondLst>
                                  <p:childTnLst>
                                    <p:set>
                                      <p:cBhvr>
                                        <p:cTn id="88" dur="1" fill="hold">
                                          <p:stCondLst>
                                            <p:cond delay="0"/>
                                          </p:stCondLst>
                                        </p:cTn>
                                        <p:tgtEl>
                                          <p:spTgt spid="483"/>
                                        </p:tgtEl>
                                        <p:attrNameLst>
                                          <p:attrName>style.visibility</p:attrName>
                                        </p:attrNameLst>
                                      </p:cBhvr>
                                      <p:to>
                                        <p:strVal val="visible"/>
                                      </p:to>
                                    </p:set>
                                    <p:animEffect transition="in" filter="wipe(left)">
                                      <p:cBhvr>
                                        <p:cTn id="89" dur="1000"/>
                                        <p:tgtEl>
                                          <p:spTgt spid="483"/>
                                        </p:tgtEl>
                                      </p:cBhvr>
                                    </p:animEffect>
                                  </p:childTnLst>
                                </p:cTn>
                              </p:par>
                            </p:childTnLst>
                          </p:cTn>
                        </p:par>
                      </p:childTnLst>
                    </p:cTn>
                  </p:par>
                  <p:par>
                    <p:cTn id="90" fill="hold">
                      <p:stCondLst>
                        <p:cond delay="indefinite"/>
                      </p:stCondLst>
                      <p:childTnLst>
                        <p:par>
                          <p:cTn id="91" fill="hold">
                            <p:stCondLst>
                              <p:cond delay="0"/>
                            </p:stCondLst>
                            <p:childTnLst>
                              <p:par>
                                <p:cTn id="92" presetID="9" presetClass="entr" presetSubtype="0" fill="hold" nodeType="clickEffect">
                                  <p:stCondLst>
                                    <p:cond delay="0"/>
                                  </p:stCondLst>
                                  <p:childTnLst>
                                    <p:set>
                                      <p:cBhvr>
                                        <p:cTn id="93" dur="1" fill="hold">
                                          <p:stCondLst>
                                            <p:cond delay="0"/>
                                          </p:stCondLst>
                                        </p:cTn>
                                        <p:tgtEl>
                                          <p:spTgt spid="539"/>
                                        </p:tgtEl>
                                        <p:attrNameLst>
                                          <p:attrName>style.visibility</p:attrName>
                                        </p:attrNameLst>
                                      </p:cBhvr>
                                      <p:to>
                                        <p:strVal val="visible"/>
                                      </p:to>
                                    </p:set>
                                    <p:animEffect transition="in" filter="dissolve">
                                      <p:cBhvr>
                                        <p:cTn id="94" dur="1000"/>
                                        <p:tgtEl>
                                          <p:spTgt spid="539"/>
                                        </p:tgtEl>
                                      </p:cBhvr>
                                    </p:animEffect>
                                  </p:childTnLst>
                                </p:cTn>
                              </p:par>
                            </p:childTnLst>
                          </p:cTn>
                        </p:par>
                        <p:par>
                          <p:cTn id="95" fill="hold">
                            <p:stCondLst>
                              <p:cond delay="1000"/>
                            </p:stCondLst>
                            <p:childTnLst>
                              <p:par>
                                <p:cTn id="96" presetID="9" presetClass="entr" presetSubtype="0" fill="hold" grpId="0" nodeType="afterEffect">
                                  <p:stCondLst>
                                    <p:cond delay="0"/>
                                  </p:stCondLst>
                                  <p:childTnLst>
                                    <p:set>
                                      <p:cBhvr>
                                        <p:cTn id="97" dur="1" fill="hold">
                                          <p:stCondLst>
                                            <p:cond delay="0"/>
                                          </p:stCondLst>
                                        </p:cTn>
                                        <p:tgtEl>
                                          <p:spTgt spid="502"/>
                                        </p:tgtEl>
                                        <p:attrNameLst>
                                          <p:attrName>style.visibility</p:attrName>
                                        </p:attrNameLst>
                                      </p:cBhvr>
                                      <p:to>
                                        <p:strVal val="visible"/>
                                      </p:to>
                                    </p:set>
                                    <p:animEffect transition="in" filter="dissolve">
                                      <p:cBhvr>
                                        <p:cTn id="98" dur="500"/>
                                        <p:tgtEl>
                                          <p:spTgt spid="502"/>
                                        </p:tgtEl>
                                      </p:cBhvr>
                                    </p:animEffect>
                                  </p:childTnLst>
                                </p:cTn>
                              </p:par>
                            </p:childTnLst>
                          </p:cTn>
                        </p:par>
                      </p:childTnLst>
                    </p:cTn>
                  </p:par>
                  <p:par>
                    <p:cTn id="99" fill="hold">
                      <p:stCondLst>
                        <p:cond delay="indefinite"/>
                      </p:stCondLst>
                      <p:childTnLst>
                        <p:par>
                          <p:cTn id="100" fill="hold">
                            <p:stCondLst>
                              <p:cond delay="0"/>
                            </p:stCondLst>
                            <p:childTnLst>
                              <p:par>
                                <p:cTn id="101" presetID="9" presetClass="entr" presetSubtype="0" fill="hold" nodeType="clickEffect">
                                  <p:stCondLst>
                                    <p:cond delay="0"/>
                                  </p:stCondLst>
                                  <p:childTnLst>
                                    <p:set>
                                      <p:cBhvr>
                                        <p:cTn id="102" dur="1" fill="hold">
                                          <p:stCondLst>
                                            <p:cond delay="0"/>
                                          </p:stCondLst>
                                        </p:cTn>
                                        <p:tgtEl>
                                          <p:spTgt spid="556"/>
                                        </p:tgtEl>
                                        <p:attrNameLst>
                                          <p:attrName>style.visibility</p:attrName>
                                        </p:attrNameLst>
                                      </p:cBhvr>
                                      <p:to>
                                        <p:strVal val="visible"/>
                                      </p:to>
                                    </p:set>
                                    <p:animEffect transition="in" filter="dissolve">
                                      <p:cBhvr>
                                        <p:cTn id="103" dur="500"/>
                                        <p:tgtEl>
                                          <p:spTgt spid="556"/>
                                        </p:tgtEl>
                                      </p:cBhvr>
                                    </p:animEffect>
                                  </p:childTnLst>
                                </p:cTn>
                              </p:par>
                            </p:childTnLst>
                          </p:cTn>
                        </p:par>
                      </p:childTnLst>
                    </p:cTn>
                  </p:par>
                  <p:par>
                    <p:cTn id="104" fill="hold">
                      <p:stCondLst>
                        <p:cond delay="indefinite"/>
                      </p:stCondLst>
                      <p:childTnLst>
                        <p:par>
                          <p:cTn id="105" fill="hold">
                            <p:stCondLst>
                              <p:cond delay="0"/>
                            </p:stCondLst>
                            <p:childTnLst>
                              <p:par>
                                <p:cTn id="106" presetID="9" presetClass="exit" presetSubtype="0" fill="hold" nodeType="clickEffect">
                                  <p:stCondLst>
                                    <p:cond delay="0"/>
                                  </p:stCondLst>
                                  <p:childTnLst>
                                    <p:animEffect transition="out" filter="dissolve">
                                      <p:cBhvr>
                                        <p:cTn id="107" dur="500"/>
                                        <p:tgtEl>
                                          <p:spTgt spid="539"/>
                                        </p:tgtEl>
                                      </p:cBhvr>
                                    </p:animEffect>
                                    <p:set>
                                      <p:cBhvr>
                                        <p:cTn id="108" dur="1" fill="hold">
                                          <p:stCondLst>
                                            <p:cond delay="499"/>
                                          </p:stCondLst>
                                        </p:cTn>
                                        <p:tgtEl>
                                          <p:spTgt spid="539"/>
                                        </p:tgtEl>
                                        <p:attrNameLst>
                                          <p:attrName>style.visibility</p:attrName>
                                        </p:attrNameLst>
                                      </p:cBhvr>
                                      <p:to>
                                        <p:strVal val="hidden"/>
                                      </p:to>
                                    </p:set>
                                  </p:childTnLst>
                                </p:cTn>
                              </p:par>
                            </p:childTnLst>
                          </p:cTn>
                        </p:par>
                      </p:childTnLst>
                    </p:cTn>
                  </p:par>
                  <p:par>
                    <p:cTn id="109" fill="hold">
                      <p:stCondLst>
                        <p:cond delay="indefinite"/>
                      </p:stCondLst>
                      <p:childTnLst>
                        <p:par>
                          <p:cTn id="110" fill="hold">
                            <p:stCondLst>
                              <p:cond delay="0"/>
                            </p:stCondLst>
                            <p:childTnLst>
                              <p:par>
                                <p:cTn id="111" presetID="9" presetClass="entr" presetSubtype="0" fill="hold" grpId="0" nodeType="clickEffect">
                                  <p:stCondLst>
                                    <p:cond delay="0"/>
                                  </p:stCondLst>
                                  <p:childTnLst>
                                    <p:set>
                                      <p:cBhvr>
                                        <p:cTn id="112" dur="1" fill="hold">
                                          <p:stCondLst>
                                            <p:cond delay="0"/>
                                          </p:stCondLst>
                                        </p:cTn>
                                        <p:tgtEl>
                                          <p:spTgt spid="481"/>
                                        </p:tgtEl>
                                        <p:attrNameLst>
                                          <p:attrName>style.visibility</p:attrName>
                                        </p:attrNameLst>
                                      </p:cBhvr>
                                      <p:to>
                                        <p:strVal val="visible"/>
                                      </p:to>
                                    </p:set>
                                    <p:animEffect transition="in" filter="dissolve">
                                      <p:cBhvr>
                                        <p:cTn id="113" dur="1000"/>
                                        <p:tgtEl>
                                          <p:spTgt spid="481"/>
                                        </p:tgtEl>
                                      </p:cBhvr>
                                    </p:animEffect>
                                  </p:childTnLst>
                                </p:cTn>
                              </p:par>
                            </p:childTnLst>
                          </p:cTn>
                        </p:par>
                      </p:childTnLst>
                    </p:cTn>
                  </p:par>
                  <p:par>
                    <p:cTn id="114" fill="hold">
                      <p:stCondLst>
                        <p:cond delay="indefinite"/>
                      </p:stCondLst>
                      <p:childTnLst>
                        <p:par>
                          <p:cTn id="115" fill="hold">
                            <p:stCondLst>
                              <p:cond delay="0"/>
                            </p:stCondLst>
                            <p:childTnLst>
                              <p:par>
                                <p:cTn id="116" presetID="9" presetClass="entr" presetSubtype="0" fill="hold" nodeType="clickEffect">
                                  <p:stCondLst>
                                    <p:cond delay="0"/>
                                  </p:stCondLst>
                                  <p:childTnLst>
                                    <p:set>
                                      <p:cBhvr>
                                        <p:cTn id="117" dur="1" fill="hold">
                                          <p:stCondLst>
                                            <p:cond delay="0"/>
                                          </p:stCondLst>
                                        </p:cTn>
                                        <p:tgtEl>
                                          <p:spTgt spid="546"/>
                                        </p:tgtEl>
                                        <p:attrNameLst>
                                          <p:attrName>style.visibility</p:attrName>
                                        </p:attrNameLst>
                                      </p:cBhvr>
                                      <p:to>
                                        <p:strVal val="visible"/>
                                      </p:to>
                                    </p:set>
                                    <p:animEffect transition="in" filter="dissolve">
                                      <p:cBhvr>
                                        <p:cTn id="118" dur="1000"/>
                                        <p:tgtEl>
                                          <p:spTgt spid="546"/>
                                        </p:tgtEl>
                                      </p:cBhvr>
                                    </p:animEffect>
                                  </p:childTnLst>
                                </p:cTn>
                              </p:par>
                            </p:childTnLst>
                          </p:cTn>
                        </p:par>
                        <p:par>
                          <p:cTn id="119" fill="hold">
                            <p:stCondLst>
                              <p:cond delay="1000"/>
                            </p:stCondLst>
                            <p:childTnLst>
                              <p:par>
                                <p:cTn id="120" presetID="9" presetClass="entr" presetSubtype="0" fill="hold" grpId="0" nodeType="afterEffect">
                                  <p:stCondLst>
                                    <p:cond delay="0"/>
                                  </p:stCondLst>
                                  <p:childTnLst>
                                    <p:set>
                                      <p:cBhvr>
                                        <p:cTn id="121" dur="1" fill="hold">
                                          <p:stCondLst>
                                            <p:cond delay="0"/>
                                          </p:stCondLst>
                                        </p:cTn>
                                        <p:tgtEl>
                                          <p:spTgt spid="501"/>
                                        </p:tgtEl>
                                        <p:attrNameLst>
                                          <p:attrName>style.visibility</p:attrName>
                                        </p:attrNameLst>
                                      </p:cBhvr>
                                      <p:to>
                                        <p:strVal val="visible"/>
                                      </p:to>
                                    </p:set>
                                    <p:animEffect transition="in" filter="dissolve">
                                      <p:cBhvr>
                                        <p:cTn id="122" dur="500"/>
                                        <p:tgtEl>
                                          <p:spTgt spid="501"/>
                                        </p:tgtEl>
                                      </p:cBhvr>
                                    </p:animEffect>
                                  </p:childTnLst>
                                </p:cTn>
                              </p:par>
                            </p:childTnLst>
                          </p:cTn>
                        </p:par>
                      </p:childTnLst>
                    </p:cTn>
                  </p:par>
                  <p:par>
                    <p:cTn id="123" fill="hold">
                      <p:stCondLst>
                        <p:cond delay="indefinite"/>
                      </p:stCondLst>
                      <p:childTnLst>
                        <p:par>
                          <p:cTn id="124" fill="hold">
                            <p:stCondLst>
                              <p:cond delay="0"/>
                            </p:stCondLst>
                            <p:childTnLst>
                              <p:par>
                                <p:cTn id="125" presetID="9" presetClass="entr" presetSubtype="0" fill="hold" nodeType="clickEffect">
                                  <p:stCondLst>
                                    <p:cond delay="0"/>
                                  </p:stCondLst>
                                  <p:childTnLst>
                                    <p:set>
                                      <p:cBhvr>
                                        <p:cTn id="126" dur="1" fill="hold">
                                          <p:stCondLst>
                                            <p:cond delay="0"/>
                                          </p:stCondLst>
                                        </p:cTn>
                                        <p:tgtEl>
                                          <p:spTgt spid="557"/>
                                        </p:tgtEl>
                                        <p:attrNameLst>
                                          <p:attrName>style.visibility</p:attrName>
                                        </p:attrNameLst>
                                      </p:cBhvr>
                                      <p:to>
                                        <p:strVal val="visible"/>
                                      </p:to>
                                    </p:set>
                                    <p:animEffect transition="in" filter="dissolve">
                                      <p:cBhvr>
                                        <p:cTn id="127" dur="500"/>
                                        <p:tgtEl>
                                          <p:spTgt spid="557"/>
                                        </p:tgtEl>
                                      </p:cBhvr>
                                    </p:animEffect>
                                  </p:childTnLst>
                                </p:cTn>
                              </p:par>
                            </p:childTnLst>
                          </p:cTn>
                        </p:par>
                        <p:par>
                          <p:cTn id="128" fill="hold">
                            <p:stCondLst>
                              <p:cond delay="500"/>
                            </p:stCondLst>
                            <p:childTnLst>
                              <p:par>
                                <p:cTn id="129" presetID="42" presetClass="entr" presetSubtype="0" fill="hold" nodeType="afterEffect">
                                  <p:stCondLst>
                                    <p:cond delay="0"/>
                                  </p:stCondLst>
                                  <p:childTnLst>
                                    <p:set>
                                      <p:cBhvr>
                                        <p:cTn id="130" dur="1" fill="hold">
                                          <p:stCondLst>
                                            <p:cond delay="0"/>
                                          </p:stCondLst>
                                        </p:cTn>
                                        <p:tgtEl>
                                          <p:spTgt spid="560">
                                            <p:txEl>
                                              <p:pRg st="0" end="0"/>
                                            </p:txEl>
                                          </p:spTgt>
                                        </p:tgtEl>
                                        <p:attrNameLst>
                                          <p:attrName>style.visibility</p:attrName>
                                        </p:attrNameLst>
                                      </p:cBhvr>
                                      <p:to>
                                        <p:strVal val="visible"/>
                                      </p:to>
                                    </p:set>
                                    <p:animEffect transition="in" filter="fade">
                                      <p:cBhvr>
                                        <p:cTn id="131" dur="1000"/>
                                        <p:tgtEl>
                                          <p:spTgt spid="560">
                                            <p:txEl>
                                              <p:pRg st="0" end="0"/>
                                            </p:txEl>
                                          </p:spTgt>
                                        </p:tgtEl>
                                      </p:cBhvr>
                                    </p:animEffect>
                                    <p:anim calcmode="lin" valueType="num">
                                      <p:cBhvr>
                                        <p:cTn id="132" dur="1000" fill="hold"/>
                                        <p:tgtEl>
                                          <p:spTgt spid="560">
                                            <p:txEl>
                                              <p:pRg st="0" end="0"/>
                                            </p:txEl>
                                          </p:spTgt>
                                        </p:tgtEl>
                                        <p:attrNameLst>
                                          <p:attrName>ppt_x</p:attrName>
                                        </p:attrNameLst>
                                      </p:cBhvr>
                                      <p:tavLst>
                                        <p:tav tm="0">
                                          <p:val>
                                            <p:strVal val="#ppt_x"/>
                                          </p:val>
                                        </p:tav>
                                        <p:tav tm="100000">
                                          <p:val>
                                            <p:strVal val="#ppt_x"/>
                                          </p:val>
                                        </p:tav>
                                      </p:tavLst>
                                    </p:anim>
                                    <p:anim calcmode="lin" valueType="num">
                                      <p:cBhvr>
                                        <p:cTn id="133" dur="1000" fill="hold"/>
                                        <p:tgtEl>
                                          <p:spTgt spid="56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 grpId="0"/>
      <p:bldP spid="501" grpId="0"/>
      <p:bldP spid="502" grpId="0"/>
      <p:bldP spid="503" grpId="0"/>
      <p:bldP spid="504" grpId="0"/>
      <p:bldP spid="505" grpId="0"/>
      <p:bldP spid="55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16">
            <a:extLst>
              <a:ext uri="{FF2B5EF4-FFF2-40B4-BE49-F238E27FC236}">
                <a16:creationId xmlns:a16="http://schemas.microsoft.com/office/drawing/2014/main" id="{C460F03B-F61F-C977-5415-7F75A41C329A}"/>
              </a:ext>
            </a:extLst>
          </p:cNvPr>
          <p:cNvGrpSpPr>
            <a:grpSpLocks/>
          </p:cNvGrpSpPr>
          <p:nvPr/>
        </p:nvGrpSpPr>
        <p:grpSpPr bwMode="auto">
          <a:xfrm>
            <a:off x="4237238" y="1459479"/>
            <a:ext cx="3571875" cy="2236788"/>
            <a:chOff x="3162" y="1071"/>
            <a:chExt cx="2250" cy="1409"/>
          </a:xfrm>
        </p:grpSpPr>
        <p:sp>
          <p:nvSpPr>
            <p:cNvPr id="9" name="Freeform 17">
              <a:extLst>
                <a:ext uri="{FF2B5EF4-FFF2-40B4-BE49-F238E27FC236}">
                  <a16:creationId xmlns:a16="http://schemas.microsoft.com/office/drawing/2014/main" id="{FB3DBB69-9436-E1B5-2B41-BAD9F1D7AF18}"/>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 name="Freeform 18">
              <a:extLst>
                <a:ext uri="{FF2B5EF4-FFF2-40B4-BE49-F238E27FC236}">
                  <a16:creationId xmlns:a16="http://schemas.microsoft.com/office/drawing/2014/main" id="{C5C749C6-AC98-7728-D096-83A26E3BD720}"/>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 name="Oval 19">
              <a:extLst>
                <a:ext uri="{FF2B5EF4-FFF2-40B4-BE49-F238E27FC236}">
                  <a16:creationId xmlns:a16="http://schemas.microsoft.com/office/drawing/2014/main" id="{A11363F5-AA5B-7AE8-1850-3B9A6E3E2959}"/>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 name="Line 20">
              <a:extLst>
                <a:ext uri="{FF2B5EF4-FFF2-40B4-BE49-F238E27FC236}">
                  <a16:creationId xmlns:a16="http://schemas.microsoft.com/office/drawing/2014/main" id="{F5DFDCCD-62AC-2ADC-E194-F941ACEBFA64}"/>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 name="Line 21">
              <a:extLst>
                <a:ext uri="{FF2B5EF4-FFF2-40B4-BE49-F238E27FC236}">
                  <a16:creationId xmlns:a16="http://schemas.microsoft.com/office/drawing/2014/main" id="{626C923F-4AFA-C85A-B52C-AFCC83258CF9}"/>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 name="Rectangle 22">
              <a:extLst>
                <a:ext uri="{FF2B5EF4-FFF2-40B4-BE49-F238E27FC236}">
                  <a16:creationId xmlns:a16="http://schemas.microsoft.com/office/drawing/2014/main" id="{D241FEB8-0E78-1D80-50F8-FF8B95D024A6}"/>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 name="Oval 23">
              <a:extLst>
                <a:ext uri="{FF2B5EF4-FFF2-40B4-BE49-F238E27FC236}">
                  <a16:creationId xmlns:a16="http://schemas.microsoft.com/office/drawing/2014/main" id="{1B30BC34-7BD2-40EF-7652-34D8ED9EDDF8}"/>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 name="Oval 24">
              <a:extLst>
                <a:ext uri="{FF2B5EF4-FFF2-40B4-BE49-F238E27FC236}">
                  <a16:creationId xmlns:a16="http://schemas.microsoft.com/office/drawing/2014/main" id="{B11F0DC0-9701-E42D-03F0-43A3FE9FDCB9}"/>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 name="Line 25">
              <a:extLst>
                <a:ext uri="{FF2B5EF4-FFF2-40B4-BE49-F238E27FC236}">
                  <a16:creationId xmlns:a16="http://schemas.microsoft.com/office/drawing/2014/main" id="{F36064E3-10D9-CEAE-3049-F57F9C2E8992}"/>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 name="Line 26">
              <a:extLst>
                <a:ext uri="{FF2B5EF4-FFF2-40B4-BE49-F238E27FC236}">
                  <a16:creationId xmlns:a16="http://schemas.microsoft.com/office/drawing/2014/main" id="{A2EC8EC0-33F9-BD63-3231-90578B1D7857}"/>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Rectangle 27">
              <a:extLst>
                <a:ext uri="{FF2B5EF4-FFF2-40B4-BE49-F238E27FC236}">
                  <a16:creationId xmlns:a16="http://schemas.microsoft.com/office/drawing/2014/main" id="{98332910-FA3E-2EAE-61F9-C5C63CDBBEBF}"/>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 name="Oval 28">
              <a:extLst>
                <a:ext uri="{FF2B5EF4-FFF2-40B4-BE49-F238E27FC236}">
                  <a16:creationId xmlns:a16="http://schemas.microsoft.com/office/drawing/2014/main" id="{6E07FA75-68E7-94FF-D7BA-A9E63E3CD564}"/>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Oval 29">
              <a:extLst>
                <a:ext uri="{FF2B5EF4-FFF2-40B4-BE49-F238E27FC236}">
                  <a16:creationId xmlns:a16="http://schemas.microsoft.com/office/drawing/2014/main" id="{01712DD2-ED50-2D14-C5A7-10871D73C12C}"/>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Line 30">
              <a:extLst>
                <a:ext uri="{FF2B5EF4-FFF2-40B4-BE49-F238E27FC236}">
                  <a16:creationId xmlns:a16="http://schemas.microsoft.com/office/drawing/2014/main" id="{2A8D0F5B-E6CB-FFED-09E0-F6D53198C9FE}"/>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31">
              <a:extLst>
                <a:ext uri="{FF2B5EF4-FFF2-40B4-BE49-F238E27FC236}">
                  <a16:creationId xmlns:a16="http://schemas.microsoft.com/office/drawing/2014/main" id="{69237C3A-3445-105B-FB74-C34C1FED2754}"/>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Rectangle 32">
              <a:extLst>
                <a:ext uri="{FF2B5EF4-FFF2-40B4-BE49-F238E27FC236}">
                  <a16:creationId xmlns:a16="http://schemas.microsoft.com/office/drawing/2014/main" id="{AC3CDE6A-A63A-463C-E649-AAF25F6C4F55}"/>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Oval 33">
              <a:extLst>
                <a:ext uri="{FF2B5EF4-FFF2-40B4-BE49-F238E27FC236}">
                  <a16:creationId xmlns:a16="http://schemas.microsoft.com/office/drawing/2014/main" id="{BBFB3D6C-1DAA-C59D-963D-BBE2B37470F4}"/>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Oval 34">
              <a:extLst>
                <a:ext uri="{FF2B5EF4-FFF2-40B4-BE49-F238E27FC236}">
                  <a16:creationId xmlns:a16="http://schemas.microsoft.com/office/drawing/2014/main" id="{35CE8649-3F58-F68B-7DA0-341DB929B731}"/>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Line 35">
              <a:extLst>
                <a:ext uri="{FF2B5EF4-FFF2-40B4-BE49-F238E27FC236}">
                  <a16:creationId xmlns:a16="http://schemas.microsoft.com/office/drawing/2014/main" id="{8032CD8B-7CBC-2732-9092-758EEE0631EE}"/>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Line 36">
              <a:extLst>
                <a:ext uri="{FF2B5EF4-FFF2-40B4-BE49-F238E27FC236}">
                  <a16:creationId xmlns:a16="http://schemas.microsoft.com/office/drawing/2014/main" id="{2559CC6C-C0CE-3448-521C-492A13219E82}"/>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Rectangle 37">
              <a:extLst>
                <a:ext uri="{FF2B5EF4-FFF2-40B4-BE49-F238E27FC236}">
                  <a16:creationId xmlns:a16="http://schemas.microsoft.com/office/drawing/2014/main" id="{F4BDC5D9-7FE3-45C3-284A-216E3A39BF4E}"/>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Oval 38">
              <a:extLst>
                <a:ext uri="{FF2B5EF4-FFF2-40B4-BE49-F238E27FC236}">
                  <a16:creationId xmlns:a16="http://schemas.microsoft.com/office/drawing/2014/main" id="{308AD48A-3A15-CDBD-951F-2D1C9E236F81}"/>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Oval 39">
              <a:extLst>
                <a:ext uri="{FF2B5EF4-FFF2-40B4-BE49-F238E27FC236}">
                  <a16:creationId xmlns:a16="http://schemas.microsoft.com/office/drawing/2014/main" id="{4B01ECB6-CE31-1405-2DA7-68F85CCB48A3}"/>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40">
              <a:extLst>
                <a:ext uri="{FF2B5EF4-FFF2-40B4-BE49-F238E27FC236}">
                  <a16:creationId xmlns:a16="http://schemas.microsoft.com/office/drawing/2014/main" id="{54491179-A15E-38C9-BA5B-F21DEFAC92A7}"/>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Line 41">
              <a:extLst>
                <a:ext uri="{FF2B5EF4-FFF2-40B4-BE49-F238E27FC236}">
                  <a16:creationId xmlns:a16="http://schemas.microsoft.com/office/drawing/2014/main" id="{D6AAB524-E3A4-A850-F5E3-A10F7983253E}"/>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Rectangle 42">
              <a:extLst>
                <a:ext uri="{FF2B5EF4-FFF2-40B4-BE49-F238E27FC236}">
                  <a16:creationId xmlns:a16="http://schemas.microsoft.com/office/drawing/2014/main" id="{463DA90D-F3E9-0726-3955-E651BE7219C9}"/>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 name="Oval 43">
              <a:extLst>
                <a:ext uri="{FF2B5EF4-FFF2-40B4-BE49-F238E27FC236}">
                  <a16:creationId xmlns:a16="http://schemas.microsoft.com/office/drawing/2014/main" id="{C4B0B809-77DF-67CA-B431-7CC8A0CFD1AD}"/>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Oval 44">
              <a:extLst>
                <a:ext uri="{FF2B5EF4-FFF2-40B4-BE49-F238E27FC236}">
                  <a16:creationId xmlns:a16="http://schemas.microsoft.com/office/drawing/2014/main" id="{0A8FBA89-1015-9273-2A7C-85873B5A561B}"/>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Line 45">
              <a:extLst>
                <a:ext uri="{FF2B5EF4-FFF2-40B4-BE49-F238E27FC236}">
                  <a16:creationId xmlns:a16="http://schemas.microsoft.com/office/drawing/2014/main" id="{94F654B6-72EB-AD85-DD0D-891CDE255396}"/>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Line 46">
              <a:extLst>
                <a:ext uri="{FF2B5EF4-FFF2-40B4-BE49-F238E27FC236}">
                  <a16:creationId xmlns:a16="http://schemas.microsoft.com/office/drawing/2014/main" id="{F1D4921B-E0DD-2264-912A-ED0CEBF85FD2}"/>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 name="Rectangle 47">
              <a:extLst>
                <a:ext uri="{FF2B5EF4-FFF2-40B4-BE49-F238E27FC236}">
                  <a16:creationId xmlns:a16="http://schemas.microsoft.com/office/drawing/2014/main" id="{B3A0ED92-6F74-61B9-D7B6-DF4454BF19B6}"/>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Oval 48">
              <a:extLst>
                <a:ext uri="{FF2B5EF4-FFF2-40B4-BE49-F238E27FC236}">
                  <a16:creationId xmlns:a16="http://schemas.microsoft.com/office/drawing/2014/main" id="{F6C8D092-9896-737E-CE61-5748DD3892F9}"/>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Freeform 49">
              <a:extLst>
                <a:ext uri="{FF2B5EF4-FFF2-40B4-BE49-F238E27FC236}">
                  <a16:creationId xmlns:a16="http://schemas.microsoft.com/office/drawing/2014/main" id="{02ED2997-7833-EE22-4215-472F5D41DA7A}"/>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Freeform 50">
              <a:extLst>
                <a:ext uri="{FF2B5EF4-FFF2-40B4-BE49-F238E27FC236}">
                  <a16:creationId xmlns:a16="http://schemas.microsoft.com/office/drawing/2014/main" id="{F1EF3E28-6513-EE53-6B04-C35FA7D9B947}"/>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Freeform 51">
              <a:extLst>
                <a:ext uri="{FF2B5EF4-FFF2-40B4-BE49-F238E27FC236}">
                  <a16:creationId xmlns:a16="http://schemas.microsoft.com/office/drawing/2014/main" id="{9D4596DD-7F77-E32C-D666-CCBE4122E6DE}"/>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Freeform 52">
              <a:extLst>
                <a:ext uri="{FF2B5EF4-FFF2-40B4-BE49-F238E27FC236}">
                  <a16:creationId xmlns:a16="http://schemas.microsoft.com/office/drawing/2014/main" id="{B87DB2A1-C78B-25C9-47B2-5DEBB5973C6B}"/>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Freeform 53">
              <a:extLst>
                <a:ext uri="{FF2B5EF4-FFF2-40B4-BE49-F238E27FC236}">
                  <a16:creationId xmlns:a16="http://schemas.microsoft.com/office/drawing/2014/main" id="{E88E5ABB-B788-74A8-D70E-BC742B449074}"/>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Freeform 54">
              <a:extLst>
                <a:ext uri="{FF2B5EF4-FFF2-40B4-BE49-F238E27FC236}">
                  <a16:creationId xmlns:a16="http://schemas.microsoft.com/office/drawing/2014/main" id="{4ACBF7BB-593C-5944-DE46-B03D5D1FA24D}"/>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Freeform 55">
              <a:extLst>
                <a:ext uri="{FF2B5EF4-FFF2-40B4-BE49-F238E27FC236}">
                  <a16:creationId xmlns:a16="http://schemas.microsoft.com/office/drawing/2014/main" id="{EC4D39BC-CAAE-8F1C-5D71-7DC5046A8FA3}"/>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Freeform 56">
              <a:extLst>
                <a:ext uri="{FF2B5EF4-FFF2-40B4-BE49-F238E27FC236}">
                  <a16:creationId xmlns:a16="http://schemas.microsoft.com/office/drawing/2014/main" id="{FD1213C0-F255-D9A6-71E7-9DB24D849C87}"/>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Freeform 57">
              <a:extLst>
                <a:ext uri="{FF2B5EF4-FFF2-40B4-BE49-F238E27FC236}">
                  <a16:creationId xmlns:a16="http://schemas.microsoft.com/office/drawing/2014/main" id="{FD7B1A35-418D-193F-F2D6-64C25EF2E5F8}"/>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1" name="Group 58">
              <a:extLst>
                <a:ext uri="{FF2B5EF4-FFF2-40B4-BE49-F238E27FC236}">
                  <a16:creationId xmlns:a16="http://schemas.microsoft.com/office/drawing/2014/main" id="{0BC2ADD2-55A5-66A9-3870-6E69363B99DA}"/>
                </a:ext>
              </a:extLst>
            </p:cNvPr>
            <p:cNvGrpSpPr>
              <a:grpSpLocks/>
            </p:cNvGrpSpPr>
            <p:nvPr/>
          </p:nvGrpSpPr>
          <p:grpSpPr bwMode="auto">
            <a:xfrm>
              <a:off x="3287" y="1744"/>
              <a:ext cx="205" cy="250"/>
              <a:chOff x="2954" y="2425"/>
              <a:chExt cx="208" cy="250"/>
            </a:xfrm>
          </p:grpSpPr>
          <p:sp>
            <p:nvSpPr>
              <p:cNvPr id="461" name="Rectangle 59">
                <a:extLst>
                  <a:ext uri="{FF2B5EF4-FFF2-40B4-BE49-F238E27FC236}">
                    <a16:creationId xmlns:a16="http://schemas.microsoft.com/office/drawing/2014/main" id="{0DFF6259-B775-DE60-A3B9-629076660D6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Text Box 60">
                <a:extLst>
                  <a:ext uri="{FF2B5EF4-FFF2-40B4-BE49-F238E27FC236}">
                    <a16:creationId xmlns:a16="http://schemas.microsoft.com/office/drawing/2014/main" id="{49520B66-7A4C-ADC7-20D3-2B58E983139C}"/>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2" name="Group 61">
              <a:extLst>
                <a:ext uri="{FF2B5EF4-FFF2-40B4-BE49-F238E27FC236}">
                  <a16:creationId xmlns:a16="http://schemas.microsoft.com/office/drawing/2014/main" id="{7DBEAB4B-089B-9C84-C1B0-D82F8997E3AD}"/>
                </a:ext>
              </a:extLst>
            </p:cNvPr>
            <p:cNvGrpSpPr>
              <a:grpSpLocks/>
            </p:cNvGrpSpPr>
            <p:nvPr/>
          </p:nvGrpSpPr>
          <p:grpSpPr bwMode="auto">
            <a:xfrm>
              <a:off x="4461" y="2128"/>
              <a:ext cx="196" cy="250"/>
              <a:chOff x="2958" y="2425"/>
              <a:chExt cx="199" cy="250"/>
            </a:xfrm>
          </p:grpSpPr>
          <p:sp>
            <p:nvSpPr>
              <p:cNvPr id="459" name="Rectangle 62">
                <a:extLst>
                  <a:ext uri="{FF2B5EF4-FFF2-40B4-BE49-F238E27FC236}">
                    <a16:creationId xmlns:a16="http://schemas.microsoft.com/office/drawing/2014/main" id="{1296EF11-508A-7425-CFCC-B3B0CA346FAB}"/>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Text Box 63">
                <a:extLst>
                  <a:ext uri="{FF2B5EF4-FFF2-40B4-BE49-F238E27FC236}">
                    <a16:creationId xmlns:a16="http://schemas.microsoft.com/office/drawing/2014/main" id="{C918FA9E-1143-F3D2-A324-C334748A174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 name="Group 64">
              <a:extLst>
                <a:ext uri="{FF2B5EF4-FFF2-40B4-BE49-F238E27FC236}">
                  <a16:creationId xmlns:a16="http://schemas.microsoft.com/office/drawing/2014/main" id="{B16BE800-7BCD-9870-1E2D-9EDBEBA0D066}"/>
                </a:ext>
              </a:extLst>
            </p:cNvPr>
            <p:cNvGrpSpPr>
              <a:grpSpLocks/>
            </p:cNvGrpSpPr>
            <p:nvPr/>
          </p:nvGrpSpPr>
          <p:grpSpPr bwMode="auto">
            <a:xfrm>
              <a:off x="3772" y="2095"/>
              <a:ext cx="212" cy="288"/>
              <a:chOff x="2951" y="2395"/>
              <a:chExt cx="213" cy="288"/>
            </a:xfrm>
          </p:grpSpPr>
          <p:sp>
            <p:nvSpPr>
              <p:cNvPr id="457" name="Rectangle 65">
                <a:extLst>
                  <a:ext uri="{FF2B5EF4-FFF2-40B4-BE49-F238E27FC236}">
                    <a16:creationId xmlns:a16="http://schemas.microsoft.com/office/drawing/2014/main" id="{9758CC43-297C-3AC4-FAFC-F7A6D4DF9E3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Text Box 66">
                <a:extLst>
                  <a:ext uri="{FF2B5EF4-FFF2-40B4-BE49-F238E27FC236}">
                    <a16:creationId xmlns:a16="http://schemas.microsoft.com/office/drawing/2014/main" id="{48B7D3FF-8F99-B693-6409-292A08A13E1D}"/>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54" name="Group 67">
              <a:extLst>
                <a:ext uri="{FF2B5EF4-FFF2-40B4-BE49-F238E27FC236}">
                  <a16:creationId xmlns:a16="http://schemas.microsoft.com/office/drawing/2014/main" id="{9A82E2D8-936C-631B-2B13-4EAB3EEC12D5}"/>
                </a:ext>
              </a:extLst>
            </p:cNvPr>
            <p:cNvGrpSpPr>
              <a:grpSpLocks/>
            </p:cNvGrpSpPr>
            <p:nvPr/>
          </p:nvGrpSpPr>
          <p:grpSpPr bwMode="auto">
            <a:xfrm>
              <a:off x="4438" y="1438"/>
              <a:ext cx="232" cy="250"/>
              <a:chOff x="2941" y="2425"/>
              <a:chExt cx="235" cy="250"/>
            </a:xfrm>
          </p:grpSpPr>
          <p:sp>
            <p:nvSpPr>
              <p:cNvPr id="455" name="Rectangle 68">
                <a:extLst>
                  <a:ext uri="{FF2B5EF4-FFF2-40B4-BE49-F238E27FC236}">
                    <a16:creationId xmlns:a16="http://schemas.microsoft.com/office/drawing/2014/main" id="{16F8ED6D-E2F2-AB5D-4C7D-D4AA2D588011}"/>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Text Box 69">
                <a:extLst>
                  <a:ext uri="{FF2B5EF4-FFF2-40B4-BE49-F238E27FC236}">
                    <a16:creationId xmlns:a16="http://schemas.microsoft.com/office/drawing/2014/main" id="{25F7DD86-2D21-DCCB-62E1-771416D6156A}"/>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5" name="Group 70">
              <a:extLst>
                <a:ext uri="{FF2B5EF4-FFF2-40B4-BE49-F238E27FC236}">
                  <a16:creationId xmlns:a16="http://schemas.microsoft.com/office/drawing/2014/main" id="{8B14E477-81AA-2D62-72A6-42F919E9CAC2}"/>
                </a:ext>
              </a:extLst>
            </p:cNvPr>
            <p:cNvGrpSpPr>
              <a:grpSpLocks/>
            </p:cNvGrpSpPr>
            <p:nvPr/>
          </p:nvGrpSpPr>
          <p:grpSpPr bwMode="auto">
            <a:xfrm>
              <a:off x="3771" y="1438"/>
              <a:ext cx="196" cy="250"/>
              <a:chOff x="2958" y="2425"/>
              <a:chExt cx="199" cy="250"/>
            </a:xfrm>
          </p:grpSpPr>
          <p:sp>
            <p:nvSpPr>
              <p:cNvPr id="453" name="Rectangle 71">
                <a:extLst>
                  <a:ext uri="{FF2B5EF4-FFF2-40B4-BE49-F238E27FC236}">
                    <a16:creationId xmlns:a16="http://schemas.microsoft.com/office/drawing/2014/main" id="{4C870CE8-27C8-8246-510D-2E599D126167}"/>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4" name="Text Box 72">
                <a:extLst>
                  <a:ext uri="{FF2B5EF4-FFF2-40B4-BE49-F238E27FC236}">
                    <a16:creationId xmlns:a16="http://schemas.microsoft.com/office/drawing/2014/main" id="{98CDDEB7-19A9-CDF2-6B1B-BA8442B0A52E}"/>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 name="Group 73">
              <a:extLst>
                <a:ext uri="{FF2B5EF4-FFF2-40B4-BE49-F238E27FC236}">
                  <a16:creationId xmlns:a16="http://schemas.microsoft.com/office/drawing/2014/main" id="{FCA3F2A6-A763-6088-EA9B-24C78F39ED0C}"/>
                </a:ext>
              </a:extLst>
            </p:cNvPr>
            <p:cNvGrpSpPr>
              <a:grpSpLocks/>
            </p:cNvGrpSpPr>
            <p:nvPr/>
          </p:nvGrpSpPr>
          <p:grpSpPr bwMode="auto">
            <a:xfrm>
              <a:off x="5025" y="1756"/>
              <a:ext cx="212" cy="288"/>
              <a:chOff x="2949" y="2395"/>
              <a:chExt cx="214" cy="288"/>
            </a:xfrm>
          </p:grpSpPr>
          <p:sp>
            <p:nvSpPr>
              <p:cNvPr id="451" name="Rectangle 74">
                <a:extLst>
                  <a:ext uri="{FF2B5EF4-FFF2-40B4-BE49-F238E27FC236}">
                    <a16:creationId xmlns:a16="http://schemas.microsoft.com/office/drawing/2014/main" id="{3D21DC56-23DC-701C-133C-F8F66DAFEF0B}"/>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Text Box 75">
                <a:extLst>
                  <a:ext uri="{FF2B5EF4-FFF2-40B4-BE49-F238E27FC236}">
                    <a16:creationId xmlns:a16="http://schemas.microsoft.com/office/drawing/2014/main" id="{0EE7BEE6-8A9B-72E9-2AA5-D661BF9E4E96}"/>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57" name="Text Box 76">
              <a:extLst>
                <a:ext uri="{FF2B5EF4-FFF2-40B4-BE49-F238E27FC236}">
                  <a16:creationId xmlns:a16="http://schemas.microsoft.com/office/drawing/2014/main" id="{C1559BF4-3EAA-4AEF-653B-05D7BDB109AB}"/>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Text Box 77">
              <a:extLst>
                <a:ext uri="{FF2B5EF4-FFF2-40B4-BE49-F238E27FC236}">
                  <a16:creationId xmlns:a16="http://schemas.microsoft.com/office/drawing/2014/main" id="{51F243E2-222B-8BEA-BE7B-D9AD34ADFBB2}"/>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Text Box 78">
              <a:extLst>
                <a:ext uri="{FF2B5EF4-FFF2-40B4-BE49-F238E27FC236}">
                  <a16:creationId xmlns:a16="http://schemas.microsoft.com/office/drawing/2014/main" id="{7B25DE77-0C44-DBD5-F59E-E76541B3D0C7}"/>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Text Box 79">
              <a:extLst>
                <a:ext uri="{FF2B5EF4-FFF2-40B4-BE49-F238E27FC236}">
                  <a16:creationId xmlns:a16="http://schemas.microsoft.com/office/drawing/2014/main" id="{5D4A45B2-ECED-FFBC-14C4-2F5DD8C86FE5}"/>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Text Box 80">
              <a:extLst>
                <a:ext uri="{FF2B5EF4-FFF2-40B4-BE49-F238E27FC236}">
                  <a16:creationId xmlns:a16="http://schemas.microsoft.com/office/drawing/2014/main" id="{4A6FF35E-A24A-887A-5254-216941E2D3C7}"/>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 name="Text Box 81">
              <a:extLst>
                <a:ext uri="{FF2B5EF4-FFF2-40B4-BE49-F238E27FC236}">
                  <a16:creationId xmlns:a16="http://schemas.microsoft.com/office/drawing/2014/main" id="{83B229ED-E5C2-F3D5-3305-44C5BDAC5A2F}"/>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Text Box 82">
              <a:extLst>
                <a:ext uri="{FF2B5EF4-FFF2-40B4-BE49-F238E27FC236}">
                  <a16:creationId xmlns:a16="http://schemas.microsoft.com/office/drawing/2014/main" id="{CEB62640-BE67-9ED4-88B6-8DC06825D68F}"/>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Text Box 83">
              <a:extLst>
                <a:ext uri="{FF2B5EF4-FFF2-40B4-BE49-F238E27FC236}">
                  <a16:creationId xmlns:a16="http://schemas.microsoft.com/office/drawing/2014/main" id="{178CC97F-08F1-BF93-70B1-D2D4215E484D}"/>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Text Box 84">
              <a:extLst>
                <a:ext uri="{FF2B5EF4-FFF2-40B4-BE49-F238E27FC236}">
                  <a16:creationId xmlns:a16="http://schemas.microsoft.com/office/drawing/2014/main" id="{7003C90D-4158-A808-6D55-5D5D66CCC968}"/>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Text Box 85">
              <a:extLst>
                <a:ext uri="{FF2B5EF4-FFF2-40B4-BE49-F238E27FC236}">
                  <a16:creationId xmlns:a16="http://schemas.microsoft.com/office/drawing/2014/main" id="{329DFFDA-3E5F-1E1C-CA93-9FE1CEA0F7F7}"/>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463" name="Straight Arrow Connector 462">
            <a:extLst>
              <a:ext uri="{FF2B5EF4-FFF2-40B4-BE49-F238E27FC236}">
                <a16:creationId xmlns:a16="http://schemas.microsoft.com/office/drawing/2014/main" id="{D2E555F4-7D75-04DA-0534-B668F6B6F3C6}"/>
              </a:ext>
            </a:extLst>
          </p:cNvPr>
          <p:cNvCxnSpPr>
            <a:cxnSpLocks/>
          </p:cNvCxnSpPr>
          <p:nvPr/>
        </p:nvCxnSpPr>
        <p:spPr>
          <a:xfrm>
            <a:off x="4698028" y="2850121"/>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64" name="Straight Arrow Connector 463">
            <a:extLst>
              <a:ext uri="{FF2B5EF4-FFF2-40B4-BE49-F238E27FC236}">
                <a16:creationId xmlns:a16="http://schemas.microsoft.com/office/drawing/2014/main" id="{5F54096E-1C9E-FE27-7322-8BEBD0A9C811}"/>
              </a:ext>
            </a:extLst>
          </p:cNvPr>
          <p:cNvCxnSpPr>
            <a:cxnSpLocks/>
          </p:cNvCxnSpPr>
          <p:nvPr/>
        </p:nvCxnSpPr>
        <p:spPr>
          <a:xfrm>
            <a:off x="5616657" y="3360608"/>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65" name="Straight Arrow Connector 464">
            <a:extLst>
              <a:ext uri="{FF2B5EF4-FFF2-40B4-BE49-F238E27FC236}">
                <a16:creationId xmlns:a16="http://schemas.microsoft.com/office/drawing/2014/main" id="{97EBDE02-C639-482A-0498-2E7498B62FD8}"/>
              </a:ext>
            </a:extLst>
          </p:cNvPr>
          <p:cNvCxnSpPr>
            <a:cxnSpLocks/>
            <a:stCxn id="16" idx="7"/>
          </p:cNvCxnSpPr>
          <p:nvPr/>
        </p:nvCxnSpPr>
        <p:spPr>
          <a:xfrm flipV="1">
            <a:off x="4777246" y="2350527"/>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66" name="Straight Arrow Connector 465">
            <a:extLst>
              <a:ext uri="{FF2B5EF4-FFF2-40B4-BE49-F238E27FC236}">
                <a16:creationId xmlns:a16="http://schemas.microsoft.com/office/drawing/2014/main" id="{7CB238A5-A4B7-88DB-DFEC-6D8ABF0C0771}"/>
              </a:ext>
            </a:extLst>
          </p:cNvPr>
          <p:cNvCxnSpPr>
            <a:cxnSpLocks/>
          </p:cNvCxnSpPr>
          <p:nvPr/>
        </p:nvCxnSpPr>
        <p:spPr>
          <a:xfrm flipV="1">
            <a:off x="6452488" y="2343417"/>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67" name="Straight Arrow Connector 466">
            <a:extLst>
              <a:ext uri="{FF2B5EF4-FFF2-40B4-BE49-F238E27FC236}">
                <a16:creationId xmlns:a16="http://schemas.microsoft.com/office/drawing/2014/main" id="{73A1E98E-2D11-464D-8DA9-4D589AD5B6F4}"/>
              </a:ext>
            </a:extLst>
          </p:cNvPr>
          <p:cNvCxnSpPr>
            <a:cxnSpLocks/>
          </p:cNvCxnSpPr>
          <p:nvPr/>
        </p:nvCxnSpPr>
        <p:spPr>
          <a:xfrm flipV="1">
            <a:off x="6705173" y="2878319"/>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468" name="Group 3">
            <a:extLst>
              <a:ext uri="{FF2B5EF4-FFF2-40B4-BE49-F238E27FC236}">
                <a16:creationId xmlns:a16="http://schemas.microsoft.com/office/drawing/2014/main" id="{88741270-19A1-E63D-51B3-7E99A6038AF1}"/>
              </a:ext>
            </a:extLst>
          </p:cNvPr>
          <p:cNvGrpSpPr>
            <a:grpSpLocks/>
          </p:cNvGrpSpPr>
          <p:nvPr/>
        </p:nvGrpSpPr>
        <p:grpSpPr bwMode="auto">
          <a:xfrm>
            <a:off x="1196004" y="4444641"/>
            <a:ext cx="3244850" cy="1500187"/>
            <a:chOff x="1385" y="1283"/>
            <a:chExt cx="2044" cy="945"/>
          </a:xfrm>
        </p:grpSpPr>
        <p:sp>
          <p:nvSpPr>
            <p:cNvPr id="469" name="Freeform 4">
              <a:extLst>
                <a:ext uri="{FF2B5EF4-FFF2-40B4-BE49-F238E27FC236}">
                  <a16:creationId xmlns:a16="http://schemas.microsoft.com/office/drawing/2014/main" id="{3E4ECE85-6295-90C5-11E5-1E19E20BF91F}"/>
                </a:ext>
              </a:extLst>
            </p:cNvPr>
            <p:cNvSpPr>
              <a:spLocks/>
            </p:cNvSpPr>
            <p:nvPr/>
          </p:nvSpPr>
          <p:spPr bwMode="auto">
            <a:xfrm>
              <a:off x="1648" y="1465"/>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Oval 5">
              <a:extLst>
                <a:ext uri="{FF2B5EF4-FFF2-40B4-BE49-F238E27FC236}">
                  <a16:creationId xmlns:a16="http://schemas.microsoft.com/office/drawing/2014/main" id="{F0FA12AA-5BF9-2B34-7E59-2F7D5FC3B874}"/>
                </a:ext>
              </a:extLst>
            </p:cNvPr>
            <p:cNvSpPr>
              <a:spLocks noChangeArrowheads="1"/>
            </p:cNvSpPr>
            <p:nvPr/>
          </p:nvSpPr>
          <p:spPr bwMode="auto">
            <a:xfrm>
              <a:off x="1388" y="1707"/>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6">
              <a:extLst>
                <a:ext uri="{FF2B5EF4-FFF2-40B4-BE49-F238E27FC236}">
                  <a16:creationId xmlns:a16="http://schemas.microsoft.com/office/drawing/2014/main" id="{5031BC27-A399-FB6F-086A-22EDC9FC8FE2}"/>
                </a:ext>
              </a:extLst>
            </p:cNvPr>
            <p:cNvSpPr>
              <a:spLocks noChangeShapeType="1"/>
            </p:cNvSpPr>
            <p:nvPr/>
          </p:nvSpPr>
          <p:spPr bwMode="auto">
            <a:xfrm>
              <a:off x="1388" y="1700"/>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Line 7">
              <a:extLst>
                <a:ext uri="{FF2B5EF4-FFF2-40B4-BE49-F238E27FC236}">
                  <a16:creationId xmlns:a16="http://schemas.microsoft.com/office/drawing/2014/main" id="{9B7F22FE-8AF8-7358-4B8E-01D96BAD0725}"/>
                </a:ext>
              </a:extLst>
            </p:cNvPr>
            <p:cNvSpPr>
              <a:spLocks noChangeShapeType="1"/>
            </p:cNvSpPr>
            <p:nvPr/>
          </p:nvSpPr>
          <p:spPr bwMode="auto">
            <a:xfrm>
              <a:off x="1701" y="1700"/>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Rectangle 8">
              <a:extLst>
                <a:ext uri="{FF2B5EF4-FFF2-40B4-BE49-F238E27FC236}">
                  <a16:creationId xmlns:a16="http://schemas.microsoft.com/office/drawing/2014/main" id="{5A8C74C4-E8A6-625B-F32F-DBA470BF5B5A}"/>
                </a:ext>
              </a:extLst>
            </p:cNvPr>
            <p:cNvSpPr>
              <a:spLocks noChangeArrowheads="1"/>
            </p:cNvSpPr>
            <p:nvPr/>
          </p:nvSpPr>
          <p:spPr bwMode="auto">
            <a:xfrm>
              <a:off x="1388" y="1700"/>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Oval 9">
              <a:extLst>
                <a:ext uri="{FF2B5EF4-FFF2-40B4-BE49-F238E27FC236}">
                  <a16:creationId xmlns:a16="http://schemas.microsoft.com/office/drawing/2014/main" id="{7EB125DF-0B1C-1807-AA8B-2E064C98138D}"/>
                </a:ext>
              </a:extLst>
            </p:cNvPr>
            <p:cNvSpPr>
              <a:spLocks noChangeArrowheads="1"/>
            </p:cNvSpPr>
            <p:nvPr/>
          </p:nvSpPr>
          <p:spPr bwMode="auto">
            <a:xfrm>
              <a:off x="1385" y="1641"/>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Oval 10">
              <a:extLst>
                <a:ext uri="{FF2B5EF4-FFF2-40B4-BE49-F238E27FC236}">
                  <a16:creationId xmlns:a16="http://schemas.microsoft.com/office/drawing/2014/main" id="{BC2F8DDC-72FB-EB75-FC78-DDC8DBA59691}"/>
                </a:ext>
              </a:extLst>
            </p:cNvPr>
            <p:cNvSpPr>
              <a:spLocks noChangeArrowheads="1"/>
            </p:cNvSpPr>
            <p:nvPr/>
          </p:nvSpPr>
          <p:spPr bwMode="auto">
            <a:xfrm>
              <a:off x="1862" y="209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6" name="Line 11">
              <a:extLst>
                <a:ext uri="{FF2B5EF4-FFF2-40B4-BE49-F238E27FC236}">
                  <a16:creationId xmlns:a16="http://schemas.microsoft.com/office/drawing/2014/main" id="{C01FCF15-79AB-EF83-1BA2-1E738E54F20E}"/>
                </a:ext>
              </a:extLst>
            </p:cNvPr>
            <p:cNvSpPr>
              <a:spLocks noChangeShapeType="1"/>
            </p:cNvSpPr>
            <p:nvPr/>
          </p:nvSpPr>
          <p:spPr bwMode="auto">
            <a:xfrm>
              <a:off x="1862" y="208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Line 12">
              <a:extLst>
                <a:ext uri="{FF2B5EF4-FFF2-40B4-BE49-F238E27FC236}">
                  <a16:creationId xmlns:a16="http://schemas.microsoft.com/office/drawing/2014/main" id="{CFB214E7-708E-F846-2172-5FCEB47EC1E1}"/>
                </a:ext>
              </a:extLst>
            </p:cNvPr>
            <p:cNvSpPr>
              <a:spLocks noChangeShapeType="1"/>
            </p:cNvSpPr>
            <p:nvPr/>
          </p:nvSpPr>
          <p:spPr bwMode="auto">
            <a:xfrm>
              <a:off x="2175" y="208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Rectangle 13">
              <a:extLst>
                <a:ext uri="{FF2B5EF4-FFF2-40B4-BE49-F238E27FC236}">
                  <a16:creationId xmlns:a16="http://schemas.microsoft.com/office/drawing/2014/main" id="{DDBC0811-FC28-7D0E-2382-1866DF81ABA5}"/>
                </a:ext>
              </a:extLst>
            </p:cNvPr>
            <p:cNvSpPr>
              <a:spLocks noChangeArrowheads="1"/>
            </p:cNvSpPr>
            <p:nvPr/>
          </p:nvSpPr>
          <p:spPr bwMode="auto">
            <a:xfrm>
              <a:off x="1862" y="2087"/>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Oval 14">
              <a:extLst>
                <a:ext uri="{FF2B5EF4-FFF2-40B4-BE49-F238E27FC236}">
                  <a16:creationId xmlns:a16="http://schemas.microsoft.com/office/drawing/2014/main" id="{BA9C3041-B655-D07C-647B-F4710C474FCF}"/>
                </a:ext>
              </a:extLst>
            </p:cNvPr>
            <p:cNvSpPr>
              <a:spLocks noChangeArrowheads="1"/>
            </p:cNvSpPr>
            <p:nvPr/>
          </p:nvSpPr>
          <p:spPr bwMode="auto">
            <a:xfrm>
              <a:off x="1859" y="2028"/>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Oval 15">
              <a:extLst>
                <a:ext uri="{FF2B5EF4-FFF2-40B4-BE49-F238E27FC236}">
                  <a16:creationId xmlns:a16="http://schemas.microsoft.com/office/drawing/2014/main" id="{BB091EA7-132D-0B26-56BB-AB021A80E003}"/>
                </a:ext>
              </a:extLst>
            </p:cNvPr>
            <p:cNvSpPr>
              <a:spLocks noChangeArrowheads="1"/>
            </p:cNvSpPr>
            <p:nvPr/>
          </p:nvSpPr>
          <p:spPr bwMode="auto">
            <a:xfrm>
              <a:off x="1858" y="140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16">
              <a:extLst>
                <a:ext uri="{FF2B5EF4-FFF2-40B4-BE49-F238E27FC236}">
                  <a16:creationId xmlns:a16="http://schemas.microsoft.com/office/drawing/2014/main" id="{F99A2C96-65B6-D99D-C817-F8C730063448}"/>
                </a:ext>
              </a:extLst>
            </p:cNvPr>
            <p:cNvSpPr>
              <a:spLocks noChangeShapeType="1"/>
            </p:cNvSpPr>
            <p:nvPr/>
          </p:nvSpPr>
          <p:spPr bwMode="auto">
            <a:xfrm>
              <a:off x="1858" y="139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Line 17">
              <a:extLst>
                <a:ext uri="{FF2B5EF4-FFF2-40B4-BE49-F238E27FC236}">
                  <a16:creationId xmlns:a16="http://schemas.microsoft.com/office/drawing/2014/main" id="{4EA11507-3E49-B1F0-1E00-0F09D23979AB}"/>
                </a:ext>
              </a:extLst>
            </p:cNvPr>
            <p:cNvSpPr>
              <a:spLocks noChangeShapeType="1"/>
            </p:cNvSpPr>
            <p:nvPr/>
          </p:nvSpPr>
          <p:spPr bwMode="auto">
            <a:xfrm>
              <a:off x="2171" y="139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3" name="Rectangle 18">
              <a:extLst>
                <a:ext uri="{FF2B5EF4-FFF2-40B4-BE49-F238E27FC236}">
                  <a16:creationId xmlns:a16="http://schemas.microsoft.com/office/drawing/2014/main" id="{6F99B51B-B6BF-9BE3-4253-A3BBD361216D}"/>
                </a:ext>
              </a:extLst>
            </p:cNvPr>
            <p:cNvSpPr>
              <a:spLocks noChangeArrowheads="1"/>
            </p:cNvSpPr>
            <p:nvPr/>
          </p:nvSpPr>
          <p:spPr bwMode="auto">
            <a:xfrm>
              <a:off x="1858" y="1397"/>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4" name="Oval 19">
              <a:extLst>
                <a:ext uri="{FF2B5EF4-FFF2-40B4-BE49-F238E27FC236}">
                  <a16:creationId xmlns:a16="http://schemas.microsoft.com/office/drawing/2014/main" id="{B68D6996-FCEE-0274-A4AB-6C2222EDF2D2}"/>
                </a:ext>
              </a:extLst>
            </p:cNvPr>
            <p:cNvSpPr>
              <a:spLocks noChangeArrowheads="1"/>
            </p:cNvSpPr>
            <p:nvPr/>
          </p:nvSpPr>
          <p:spPr bwMode="auto">
            <a:xfrm>
              <a:off x="1855" y="1338"/>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5" name="Oval 20">
              <a:extLst>
                <a:ext uri="{FF2B5EF4-FFF2-40B4-BE49-F238E27FC236}">
                  <a16:creationId xmlns:a16="http://schemas.microsoft.com/office/drawing/2014/main" id="{0023EF2F-5271-1232-59A6-8D2DB536FB55}"/>
                </a:ext>
              </a:extLst>
            </p:cNvPr>
            <p:cNvSpPr>
              <a:spLocks noChangeArrowheads="1"/>
            </p:cNvSpPr>
            <p:nvPr/>
          </p:nvSpPr>
          <p:spPr bwMode="auto">
            <a:xfrm>
              <a:off x="2541" y="1400"/>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6" name="Line 21">
              <a:extLst>
                <a:ext uri="{FF2B5EF4-FFF2-40B4-BE49-F238E27FC236}">
                  <a16:creationId xmlns:a16="http://schemas.microsoft.com/office/drawing/2014/main" id="{53CFC66F-36ED-F9F7-544A-54353A9D5820}"/>
                </a:ext>
              </a:extLst>
            </p:cNvPr>
            <p:cNvSpPr>
              <a:spLocks noChangeShapeType="1"/>
            </p:cNvSpPr>
            <p:nvPr/>
          </p:nvSpPr>
          <p:spPr bwMode="auto">
            <a:xfrm>
              <a:off x="2541" y="1393"/>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7" name="Line 22">
              <a:extLst>
                <a:ext uri="{FF2B5EF4-FFF2-40B4-BE49-F238E27FC236}">
                  <a16:creationId xmlns:a16="http://schemas.microsoft.com/office/drawing/2014/main" id="{B93F5116-C631-A941-6C81-5EADA8D00523}"/>
                </a:ext>
              </a:extLst>
            </p:cNvPr>
            <p:cNvSpPr>
              <a:spLocks noChangeShapeType="1"/>
            </p:cNvSpPr>
            <p:nvPr/>
          </p:nvSpPr>
          <p:spPr bwMode="auto">
            <a:xfrm>
              <a:off x="2853" y="1393"/>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8" name="Rectangle 23">
              <a:extLst>
                <a:ext uri="{FF2B5EF4-FFF2-40B4-BE49-F238E27FC236}">
                  <a16:creationId xmlns:a16="http://schemas.microsoft.com/office/drawing/2014/main" id="{C7CE1A9F-2388-4CF6-FC0C-576652373D4F}"/>
                </a:ext>
              </a:extLst>
            </p:cNvPr>
            <p:cNvSpPr>
              <a:spLocks noChangeArrowheads="1"/>
            </p:cNvSpPr>
            <p:nvPr/>
          </p:nvSpPr>
          <p:spPr bwMode="auto">
            <a:xfrm>
              <a:off x="2541" y="1393"/>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Oval 24">
              <a:extLst>
                <a:ext uri="{FF2B5EF4-FFF2-40B4-BE49-F238E27FC236}">
                  <a16:creationId xmlns:a16="http://schemas.microsoft.com/office/drawing/2014/main" id="{73CC60E4-DF0A-DEA3-2C33-7339839AC197}"/>
                </a:ext>
              </a:extLst>
            </p:cNvPr>
            <p:cNvSpPr>
              <a:spLocks noChangeArrowheads="1"/>
            </p:cNvSpPr>
            <p:nvPr/>
          </p:nvSpPr>
          <p:spPr bwMode="auto">
            <a:xfrm>
              <a:off x="2544" y="1337"/>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Oval 25">
              <a:extLst>
                <a:ext uri="{FF2B5EF4-FFF2-40B4-BE49-F238E27FC236}">
                  <a16:creationId xmlns:a16="http://schemas.microsoft.com/office/drawing/2014/main" id="{B274F9E0-45A7-7908-6B30-2642F41703F8}"/>
                </a:ext>
              </a:extLst>
            </p:cNvPr>
            <p:cNvSpPr>
              <a:spLocks noChangeArrowheads="1"/>
            </p:cNvSpPr>
            <p:nvPr/>
          </p:nvSpPr>
          <p:spPr bwMode="auto">
            <a:xfrm>
              <a:off x="2551" y="2091"/>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1" name="Line 26">
              <a:extLst>
                <a:ext uri="{FF2B5EF4-FFF2-40B4-BE49-F238E27FC236}">
                  <a16:creationId xmlns:a16="http://schemas.microsoft.com/office/drawing/2014/main" id="{35EDA36E-F28B-6053-821D-3B11F28A5E72}"/>
                </a:ext>
              </a:extLst>
            </p:cNvPr>
            <p:cNvSpPr>
              <a:spLocks noChangeShapeType="1"/>
            </p:cNvSpPr>
            <p:nvPr/>
          </p:nvSpPr>
          <p:spPr bwMode="auto">
            <a:xfrm>
              <a:off x="2551" y="208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Line 27">
              <a:extLst>
                <a:ext uri="{FF2B5EF4-FFF2-40B4-BE49-F238E27FC236}">
                  <a16:creationId xmlns:a16="http://schemas.microsoft.com/office/drawing/2014/main" id="{B2ADF840-E8EF-99E5-6761-A08B743030E0}"/>
                </a:ext>
              </a:extLst>
            </p:cNvPr>
            <p:cNvSpPr>
              <a:spLocks noChangeShapeType="1"/>
            </p:cNvSpPr>
            <p:nvPr/>
          </p:nvSpPr>
          <p:spPr bwMode="auto">
            <a:xfrm>
              <a:off x="2864" y="208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Rectangle 28">
              <a:extLst>
                <a:ext uri="{FF2B5EF4-FFF2-40B4-BE49-F238E27FC236}">
                  <a16:creationId xmlns:a16="http://schemas.microsoft.com/office/drawing/2014/main" id="{034238AF-E40A-8A4B-34EC-522C7FC33C5A}"/>
                </a:ext>
              </a:extLst>
            </p:cNvPr>
            <p:cNvSpPr>
              <a:spLocks noChangeArrowheads="1"/>
            </p:cNvSpPr>
            <p:nvPr/>
          </p:nvSpPr>
          <p:spPr bwMode="auto">
            <a:xfrm>
              <a:off x="2551" y="2084"/>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Oval 29">
              <a:extLst>
                <a:ext uri="{FF2B5EF4-FFF2-40B4-BE49-F238E27FC236}">
                  <a16:creationId xmlns:a16="http://schemas.microsoft.com/office/drawing/2014/main" id="{4DB0D680-A5DC-1EBC-4927-F585C3615268}"/>
                </a:ext>
              </a:extLst>
            </p:cNvPr>
            <p:cNvSpPr>
              <a:spLocks noChangeArrowheads="1"/>
            </p:cNvSpPr>
            <p:nvPr/>
          </p:nvSpPr>
          <p:spPr bwMode="auto">
            <a:xfrm>
              <a:off x="2548" y="2025"/>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5" name="Oval 30">
              <a:extLst>
                <a:ext uri="{FF2B5EF4-FFF2-40B4-BE49-F238E27FC236}">
                  <a16:creationId xmlns:a16="http://schemas.microsoft.com/office/drawing/2014/main" id="{65D934F2-C5F8-50DB-2411-9A757143EA00}"/>
                </a:ext>
              </a:extLst>
            </p:cNvPr>
            <p:cNvSpPr>
              <a:spLocks noChangeArrowheads="1"/>
            </p:cNvSpPr>
            <p:nvPr/>
          </p:nvSpPr>
          <p:spPr bwMode="auto">
            <a:xfrm>
              <a:off x="3116" y="175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6" name="Line 31">
              <a:extLst>
                <a:ext uri="{FF2B5EF4-FFF2-40B4-BE49-F238E27FC236}">
                  <a16:creationId xmlns:a16="http://schemas.microsoft.com/office/drawing/2014/main" id="{04CCCCE8-6E6B-9DAB-858E-24453DD65B6F}"/>
                </a:ext>
              </a:extLst>
            </p:cNvPr>
            <p:cNvSpPr>
              <a:spLocks noChangeShapeType="1"/>
            </p:cNvSpPr>
            <p:nvPr/>
          </p:nvSpPr>
          <p:spPr bwMode="auto">
            <a:xfrm>
              <a:off x="3116" y="1743"/>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7" name="Line 32">
              <a:extLst>
                <a:ext uri="{FF2B5EF4-FFF2-40B4-BE49-F238E27FC236}">
                  <a16:creationId xmlns:a16="http://schemas.microsoft.com/office/drawing/2014/main" id="{35E61431-6079-D71F-4D9B-D114C26A2AD6}"/>
                </a:ext>
              </a:extLst>
            </p:cNvPr>
            <p:cNvSpPr>
              <a:spLocks noChangeShapeType="1"/>
            </p:cNvSpPr>
            <p:nvPr/>
          </p:nvSpPr>
          <p:spPr bwMode="auto">
            <a:xfrm>
              <a:off x="3429" y="1743"/>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Rectangle 33">
              <a:extLst>
                <a:ext uri="{FF2B5EF4-FFF2-40B4-BE49-F238E27FC236}">
                  <a16:creationId xmlns:a16="http://schemas.microsoft.com/office/drawing/2014/main" id="{0D4783D1-5047-3ED3-459A-75964DDD7DCE}"/>
                </a:ext>
              </a:extLst>
            </p:cNvPr>
            <p:cNvSpPr>
              <a:spLocks noChangeArrowheads="1"/>
            </p:cNvSpPr>
            <p:nvPr/>
          </p:nvSpPr>
          <p:spPr bwMode="auto">
            <a:xfrm>
              <a:off x="3116" y="1743"/>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Oval 34">
              <a:extLst>
                <a:ext uri="{FF2B5EF4-FFF2-40B4-BE49-F238E27FC236}">
                  <a16:creationId xmlns:a16="http://schemas.microsoft.com/office/drawing/2014/main" id="{88349F20-E9FB-9F20-399A-BB4C056C26C5}"/>
                </a:ext>
              </a:extLst>
            </p:cNvPr>
            <p:cNvSpPr>
              <a:spLocks noChangeArrowheads="1"/>
            </p:cNvSpPr>
            <p:nvPr/>
          </p:nvSpPr>
          <p:spPr bwMode="auto">
            <a:xfrm>
              <a:off x="3113" y="168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Freeform 35">
              <a:extLst>
                <a:ext uri="{FF2B5EF4-FFF2-40B4-BE49-F238E27FC236}">
                  <a16:creationId xmlns:a16="http://schemas.microsoft.com/office/drawing/2014/main" id="{9D79CE97-5C7B-776C-A607-578870B7477E}"/>
                </a:ext>
              </a:extLst>
            </p:cNvPr>
            <p:cNvSpPr>
              <a:spLocks/>
            </p:cNvSpPr>
            <p:nvPr/>
          </p:nvSpPr>
          <p:spPr bwMode="auto">
            <a:xfrm>
              <a:off x="2707" y="1492"/>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Freeform 36">
              <a:extLst>
                <a:ext uri="{FF2B5EF4-FFF2-40B4-BE49-F238E27FC236}">
                  <a16:creationId xmlns:a16="http://schemas.microsoft.com/office/drawing/2014/main" id="{8C8137BD-D666-DDC9-4AF8-070F802E76C8}"/>
                </a:ext>
              </a:extLst>
            </p:cNvPr>
            <p:cNvSpPr>
              <a:spLocks/>
            </p:cNvSpPr>
            <p:nvPr/>
          </p:nvSpPr>
          <p:spPr bwMode="auto">
            <a:xfrm>
              <a:off x="2866" y="1831"/>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Freeform 37">
              <a:extLst>
                <a:ext uri="{FF2B5EF4-FFF2-40B4-BE49-F238E27FC236}">
                  <a16:creationId xmlns:a16="http://schemas.microsoft.com/office/drawing/2014/main" id="{5C1DC61E-43B6-A72B-4D3B-4015B9666095}"/>
                </a:ext>
              </a:extLst>
            </p:cNvPr>
            <p:cNvSpPr>
              <a:spLocks/>
            </p:cNvSpPr>
            <p:nvPr/>
          </p:nvSpPr>
          <p:spPr bwMode="auto">
            <a:xfrm>
              <a:off x="2185" y="2113"/>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Freeform 38">
              <a:extLst>
                <a:ext uri="{FF2B5EF4-FFF2-40B4-BE49-F238E27FC236}">
                  <a16:creationId xmlns:a16="http://schemas.microsoft.com/office/drawing/2014/main" id="{9632DFF7-92C6-21FF-A430-6B4B69DE401E}"/>
                </a:ext>
              </a:extLst>
            </p:cNvPr>
            <p:cNvSpPr>
              <a:spLocks/>
            </p:cNvSpPr>
            <p:nvPr/>
          </p:nvSpPr>
          <p:spPr bwMode="auto">
            <a:xfrm>
              <a:off x="1594" y="1789"/>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4" name="Group 39">
              <a:extLst>
                <a:ext uri="{FF2B5EF4-FFF2-40B4-BE49-F238E27FC236}">
                  <a16:creationId xmlns:a16="http://schemas.microsoft.com/office/drawing/2014/main" id="{548F00E0-5077-BDA1-D629-E328A7BE18C6}"/>
                </a:ext>
              </a:extLst>
            </p:cNvPr>
            <p:cNvGrpSpPr>
              <a:grpSpLocks/>
            </p:cNvGrpSpPr>
            <p:nvPr/>
          </p:nvGrpSpPr>
          <p:grpSpPr bwMode="auto">
            <a:xfrm>
              <a:off x="1437" y="1589"/>
              <a:ext cx="205" cy="250"/>
              <a:chOff x="2954" y="2425"/>
              <a:chExt cx="208" cy="250"/>
            </a:xfrm>
          </p:grpSpPr>
          <p:sp>
            <p:nvSpPr>
              <p:cNvPr id="521" name="Rectangle 40">
                <a:extLst>
                  <a:ext uri="{FF2B5EF4-FFF2-40B4-BE49-F238E27FC236}">
                    <a16:creationId xmlns:a16="http://schemas.microsoft.com/office/drawing/2014/main" id="{6BC9FFB7-C36E-4BD4-0218-F3A32E7EDA6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2" name="Text Box 41">
                <a:extLst>
                  <a:ext uri="{FF2B5EF4-FFF2-40B4-BE49-F238E27FC236}">
                    <a16:creationId xmlns:a16="http://schemas.microsoft.com/office/drawing/2014/main" id="{E9853A8F-3A1A-A237-D121-EA13EB808DF6}"/>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5" name="Group 42">
              <a:extLst>
                <a:ext uri="{FF2B5EF4-FFF2-40B4-BE49-F238E27FC236}">
                  <a16:creationId xmlns:a16="http://schemas.microsoft.com/office/drawing/2014/main" id="{2870C35A-FE04-7575-CD14-A4774D57E14A}"/>
                </a:ext>
              </a:extLst>
            </p:cNvPr>
            <p:cNvGrpSpPr>
              <a:grpSpLocks/>
            </p:cNvGrpSpPr>
            <p:nvPr/>
          </p:nvGrpSpPr>
          <p:grpSpPr bwMode="auto">
            <a:xfrm>
              <a:off x="2611" y="1973"/>
              <a:ext cx="196" cy="250"/>
              <a:chOff x="2958" y="2425"/>
              <a:chExt cx="199" cy="250"/>
            </a:xfrm>
          </p:grpSpPr>
          <p:sp>
            <p:nvSpPr>
              <p:cNvPr id="519" name="Rectangle 43">
                <a:extLst>
                  <a:ext uri="{FF2B5EF4-FFF2-40B4-BE49-F238E27FC236}">
                    <a16:creationId xmlns:a16="http://schemas.microsoft.com/office/drawing/2014/main" id="{1103A14B-50BA-447F-BD7D-B1A6383F0CBF}"/>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0" name="Text Box 44">
                <a:extLst>
                  <a:ext uri="{FF2B5EF4-FFF2-40B4-BE49-F238E27FC236}">
                    <a16:creationId xmlns:a16="http://schemas.microsoft.com/office/drawing/2014/main" id="{A37195F6-1871-2496-9D46-721EF7835E64}"/>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6" name="Group 45">
              <a:extLst>
                <a:ext uri="{FF2B5EF4-FFF2-40B4-BE49-F238E27FC236}">
                  <a16:creationId xmlns:a16="http://schemas.microsoft.com/office/drawing/2014/main" id="{F8A2BA76-42D8-6D16-B5C7-E69AF1D3C36F}"/>
                </a:ext>
              </a:extLst>
            </p:cNvPr>
            <p:cNvGrpSpPr>
              <a:grpSpLocks/>
            </p:cNvGrpSpPr>
            <p:nvPr/>
          </p:nvGrpSpPr>
          <p:grpSpPr bwMode="auto">
            <a:xfrm>
              <a:off x="1922" y="1940"/>
              <a:ext cx="212" cy="288"/>
              <a:chOff x="2951" y="2395"/>
              <a:chExt cx="213" cy="288"/>
            </a:xfrm>
          </p:grpSpPr>
          <p:sp>
            <p:nvSpPr>
              <p:cNvPr id="517" name="Rectangle 46">
                <a:extLst>
                  <a:ext uri="{FF2B5EF4-FFF2-40B4-BE49-F238E27FC236}">
                    <a16:creationId xmlns:a16="http://schemas.microsoft.com/office/drawing/2014/main" id="{6A68896E-ECC3-0DD0-90AF-2EE32D495B0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Text Box 47">
                <a:extLst>
                  <a:ext uri="{FF2B5EF4-FFF2-40B4-BE49-F238E27FC236}">
                    <a16:creationId xmlns:a16="http://schemas.microsoft.com/office/drawing/2014/main" id="{0BBBC690-E1D1-B2B9-2ED7-AEB3EB331930}"/>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507" name="Group 48">
              <a:extLst>
                <a:ext uri="{FF2B5EF4-FFF2-40B4-BE49-F238E27FC236}">
                  <a16:creationId xmlns:a16="http://schemas.microsoft.com/office/drawing/2014/main" id="{D34ED72F-0C1A-E6C6-E504-C8DA7E29DB7D}"/>
                </a:ext>
              </a:extLst>
            </p:cNvPr>
            <p:cNvGrpSpPr>
              <a:grpSpLocks/>
            </p:cNvGrpSpPr>
            <p:nvPr/>
          </p:nvGrpSpPr>
          <p:grpSpPr bwMode="auto">
            <a:xfrm>
              <a:off x="2588" y="1283"/>
              <a:ext cx="232" cy="250"/>
              <a:chOff x="2941" y="2425"/>
              <a:chExt cx="235" cy="250"/>
            </a:xfrm>
          </p:grpSpPr>
          <p:sp>
            <p:nvSpPr>
              <p:cNvPr id="515" name="Rectangle 49">
                <a:extLst>
                  <a:ext uri="{FF2B5EF4-FFF2-40B4-BE49-F238E27FC236}">
                    <a16:creationId xmlns:a16="http://schemas.microsoft.com/office/drawing/2014/main" id="{E0CD2C69-5A54-DCE3-4ADE-D8816EFFD99C}"/>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Text Box 50">
                <a:extLst>
                  <a:ext uri="{FF2B5EF4-FFF2-40B4-BE49-F238E27FC236}">
                    <a16:creationId xmlns:a16="http://schemas.microsoft.com/office/drawing/2014/main" id="{AF250E67-36FF-52E1-B0F3-C09DA82A05F7}"/>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8" name="Group 51">
              <a:extLst>
                <a:ext uri="{FF2B5EF4-FFF2-40B4-BE49-F238E27FC236}">
                  <a16:creationId xmlns:a16="http://schemas.microsoft.com/office/drawing/2014/main" id="{FB93C0B8-4264-79AE-9CB6-72B9EC9581D2}"/>
                </a:ext>
              </a:extLst>
            </p:cNvPr>
            <p:cNvGrpSpPr>
              <a:grpSpLocks/>
            </p:cNvGrpSpPr>
            <p:nvPr/>
          </p:nvGrpSpPr>
          <p:grpSpPr bwMode="auto">
            <a:xfrm>
              <a:off x="1921" y="1283"/>
              <a:ext cx="196" cy="250"/>
              <a:chOff x="2958" y="2425"/>
              <a:chExt cx="199" cy="250"/>
            </a:xfrm>
          </p:grpSpPr>
          <p:sp>
            <p:nvSpPr>
              <p:cNvPr id="513" name="Rectangle 52">
                <a:extLst>
                  <a:ext uri="{FF2B5EF4-FFF2-40B4-BE49-F238E27FC236}">
                    <a16:creationId xmlns:a16="http://schemas.microsoft.com/office/drawing/2014/main" id="{2AAAB16D-31EF-31E0-9AC4-A7A50B5D8F7B}"/>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Text Box 53">
                <a:extLst>
                  <a:ext uri="{FF2B5EF4-FFF2-40B4-BE49-F238E27FC236}">
                    <a16:creationId xmlns:a16="http://schemas.microsoft.com/office/drawing/2014/main" id="{9EC6347B-08FD-A899-3E83-BEE3EDAEEDED}"/>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0" name="Group 54">
              <a:extLst>
                <a:ext uri="{FF2B5EF4-FFF2-40B4-BE49-F238E27FC236}">
                  <a16:creationId xmlns:a16="http://schemas.microsoft.com/office/drawing/2014/main" id="{F858BEF7-B90F-97C1-D073-14C3A51F775F}"/>
                </a:ext>
              </a:extLst>
            </p:cNvPr>
            <p:cNvGrpSpPr>
              <a:grpSpLocks/>
            </p:cNvGrpSpPr>
            <p:nvPr/>
          </p:nvGrpSpPr>
          <p:grpSpPr bwMode="auto">
            <a:xfrm>
              <a:off x="3175" y="1601"/>
              <a:ext cx="212" cy="288"/>
              <a:chOff x="2949" y="2395"/>
              <a:chExt cx="214" cy="288"/>
            </a:xfrm>
          </p:grpSpPr>
          <p:sp>
            <p:nvSpPr>
              <p:cNvPr id="511" name="Rectangle 55">
                <a:extLst>
                  <a:ext uri="{FF2B5EF4-FFF2-40B4-BE49-F238E27FC236}">
                    <a16:creationId xmlns:a16="http://schemas.microsoft.com/office/drawing/2014/main" id="{734AB845-E2ED-FE65-DA4C-56AD3966ED13}"/>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Text Box 56">
                <a:extLst>
                  <a:ext uri="{FF2B5EF4-FFF2-40B4-BE49-F238E27FC236}">
                    <a16:creationId xmlns:a16="http://schemas.microsoft.com/office/drawing/2014/main" id="{2375BB25-90F3-AC44-5409-03ADF432651B}"/>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grpSp>
      <mc:AlternateContent xmlns:mc="http://schemas.openxmlformats.org/markup-compatibility/2006" xmlns:a14="http://schemas.microsoft.com/office/drawing/2010/main">
        <mc:Choice Requires="a14">
          <p:sp>
            <p:nvSpPr>
              <p:cNvPr id="523" name="Text Box 57">
                <a:extLst>
                  <a:ext uri="{FF2B5EF4-FFF2-40B4-BE49-F238E27FC236}">
                    <a16:creationId xmlns:a16="http://schemas.microsoft.com/office/drawing/2014/main" id="{C30F29CD-2331-C176-6C41-320D713E9B7E}"/>
                  </a:ext>
                </a:extLst>
              </p:cNvPr>
              <p:cNvSpPr txBox="1">
                <a:spLocks noChangeArrowheads="1"/>
              </p:cNvSpPr>
              <p:nvPr/>
            </p:nvSpPr>
            <p:spPr bwMode="auto">
              <a:xfrm>
                <a:off x="146520" y="3949932"/>
                <a:ext cx="5300107" cy="307777"/>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rtl="1" eaLnBrk="0" fontAlgn="base" hangingPunct="0">
                  <a:spcBef>
                    <a:spcPct val="0"/>
                  </a:spcBef>
                  <a:spcAft>
                    <a:spcPct val="0"/>
                  </a:spcAft>
                </a:pPr>
                <a:r>
                  <a:rPr lang="fa-IR" sz="1400" b="1" dirty="0">
                    <a:solidFill>
                      <a:srgbClr val="000000"/>
                    </a:solidFill>
                    <a:latin typeface="IRANSans(FaNum)" panose="02040503050201020203" pitchFamily="18" charset="-78"/>
                    <a:cs typeface="IRANSans(FaNum)" panose="02040503050201020203" pitchFamily="18" charset="-78"/>
                  </a:rPr>
                  <a:t>درخت مسیرهای با کم‌ترین هزینه از گره مبدأ </a:t>
                </a:r>
                <a14:m>
                  <m:oMath xmlns:m="http://schemas.openxmlformats.org/officeDocument/2006/math">
                    <m:r>
                      <a:rPr lang="en-US" sz="1400" b="1" i="1" smtClean="0">
                        <a:solidFill>
                          <a:srgbClr val="000000"/>
                        </a:solidFill>
                        <a:latin typeface="Cambria Math" panose="02040503050406030204" pitchFamily="18" charset="0"/>
                        <a:cs typeface="IRANSans(FaNum)" panose="02040503050201020203" pitchFamily="18" charset="-78"/>
                      </a:rPr>
                      <m:t>𝒖</m:t>
                    </m:r>
                  </m:oMath>
                </a14:m>
                <a:r>
                  <a:rPr lang="fa-IR" sz="1400" b="1" dirty="0">
                    <a:solidFill>
                      <a:srgbClr val="000000"/>
                    </a:solidFill>
                    <a:latin typeface="IRANSans(FaNum)" panose="02040503050201020203" pitchFamily="18" charset="-78"/>
                    <a:cs typeface="IRANSans(FaNum)" panose="02040503050201020203" pitchFamily="18" charset="-78"/>
                  </a:rPr>
                  <a:t> به همه گره‌های دیگر شبکه</a:t>
                </a:r>
                <a:endParaRPr lang="en-US" sz="1400" b="1" dirty="0">
                  <a:solidFill>
                    <a:srgbClr val="000000"/>
                  </a:solidFill>
                  <a:latin typeface="IRANSans(FaNum)" panose="02040503050201020203" pitchFamily="18" charset="-78"/>
                  <a:cs typeface="IRANSans(FaNum)" panose="02040503050201020203" pitchFamily="18" charset="-78"/>
                </a:endParaRPr>
              </a:p>
            </p:txBody>
          </p:sp>
        </mc:Choice>
        <mc:Fallback xmlns="">
          <p:sp>
            <p:nvSpPr>
              <p:cNvPr id="523" name="Text Box 57">
                <a:extLst>
                  <a:ext uri="{FF2B5EF4-FFF2-40B4-BE49-F238E27FC236}">
                    <a16:creationId xmlns:a16="http://schemas.microsoft.com/office/drawing/2014/main" id="{C30F29CD-2331-C176-6C41-320D713E9B7E}"/>
                  </a:ext>
                </a:extLst>
              </p:cNvPr>
              <p:cNvSpPr txBox="1">
                <a:spLocks noRot="1" noChangeAspect="1" noMove="1" noResize="1" noEditPoints="1" noAdjustHandles="1" noChangeArrowheads="1" noChangeShapeType="1" noTextEdit="1"/>
              </p:cNvSpPr>
              <p:nvPr/>
            </p:nvSpPr>
            <p:spPr bwMode="auto">
              <a:xfrm>
                <a:off x="146520" y="3949932"/>
                <a:ext cx="5300107" cy="307777"/>
              </a:xfrm>
              <a:prstGeom prst="rect">
                <a:avLst/>
              </a:prstGeom>
              <a:blipFill>
                <a:blip r:embed="rId4"/>
                <a:stretch>
                  <a:fillRect b="-24000"/>
                </a:stretch>
              </a:blip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noFill/>
                  </a:rPr>
                  <a:t> </a:t>
                </a:r>
              </a:p>
            </p:txBody>
          </p:sp>
        </mc:Fallback>
      </mc:AlternateContent>
      <p:grpSp>
        <p:nvGrpSpPr>
          <p:cNvPr id="524" name="Group 523">
            <a:extLst>
              <a:ext uri="{FF2B5EF4-FFF2-40B4-BE49-F238E27FC236}">
                <a16:creationId xmlns:a16="http://schemas.microsoft.com/office/drawing/2014/main" id="{B2E1956F-C42B-7AF3-1F49-056F95E46D80}"/>
              </a:ext>
            </a:extLst>
          </p:cNvPr>
          <p:cNvGrpSpPr/>
          <p:nvPr/>
        </p:nvGrpSpPr>
        <p:grpSpPr>
          <a:xfrm>
            <a:off x="6336817" y="3920226"/>
            <a:ext cx="2602472" cy="2432874"/>
            <a:chOff x="7332240" y="4136521"/>
            <a:chExt cx="2602472" cy="2432874"/>
          </a:xfrm>
        </p:grpSpPr>
        <mc:AlternateContent xmlns:mc="http://schemas.openxmlformats.org/markup-compatibility/2006" xmlns:a14="http://schemas.microsoft.com/office/drawing/2010/main">
          <mc:Choice Requires="a14">
            <p:sp>
              <p:nvSpPr>
                <p:cNvPr id="525" name="Text Box 73">
                  <a:extLst>
                    <a:ext uri="{FF2B5EF4-FFF2-40B4-BE49-F238E27FC236}">
                      <a16:creationId xmlns:a16="http://schemas.microsoft.com/office/drawing/2014/main" id="{A438F32C-94F4-B5EB-148A-74CA0B279BB4}"/>
                    </a:ext>
                  </a:extLst>
                </p:cNvPr>
                <p:cNvSpPr txBox="1">
                  <a:spLocks noChangeArrowheads="1"/>
                </p:cNvSpPr>
                <p:nvPr/>
              </p:nvSpPr>
              <p:spPr bwMode="auto">
                <a:xfrm>
                  <a:off x="7332240" y="4136521"/>
                  <a:ext cx="2602472" cy="338554"/>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rtl="1"/>
                  <a:r>
                    <a:rPr lang="fa-IR" sz="1600" b="1" dirty="0">
                      <a:latin typeface="IRANSans(FaNum)" panose="02040503050201020203" pitchFamily="18" charset="-78"/>
                      <a:cs typeface="IRANSans(FaNum)" panose="02040503050201020203" pitchFamily="18" charset="-78"/>
                    </a:rPr>
                    <a:t>جدول جلورانی گره </a:t>
                  </a:r>
                  <a14:m>
                    <m:oMath xmlns:m="http://schemas.openxmlformats.org/officeDocument/2006/math">
                      <m:r>
                        <a:rPr lang="en-US" sz="1600" b="1" i="1" smtClean="0">
                          <a:latin typeface="Cambria Math" panose="02040503050406030204" pitchFamily="18" charset="0"/>
                        </a:rPr>
                        <m:t>𝒖</m:t>
                      </m:r>
                    </m:oMath>
                  </a14:m>
                  <a:endParaRPr lang="en-US" sz="1600" b="1" dirty="0">
                    <a:latin typeface="IRANSans(FaNum)" panose="02040503050201020203" pitchFamily="18" charset="-78"/>
                    <a:cs typeface="IRANSans(FaNum)" panose="02040503050201020203" pitchFamily="18" charset="-78"/>
                  </a:endParaRPr>
                </a:p>
              </p:txBody>
            </p:sp>
          </mc:Choice>
          <mc:Fallback xmlns="">
            <p:sp>
              <p:nvSpPr>
                <p:cNvPr id="525" name="Text Box 73">
                  <a:extLst>
                    <a:ext uri="{FF2B5EF4-FFF2-40B4-BE49-F238E27FC236}">
                      <a16:creationId xmlns:a16="http://schemas.microsoft.com/office/drawing/2014/main" id="{A438F32C-94F4-B5EB-148A-74CA0B279BB4}"/>
                    </a:ext>
                  </a:extLst>
                </p:cNvPr>
                <p:cNvSpPr txBox="1">
                  <a:spLocks noRot="1" noChangeAspect="1" noMove="1" noResize="1" noEditPoints="1" noAdjustHandles="1" noChangeArrowheads="1" noChangeShapeType="1" noTextEdit="1"/>
                </p:cNvSpPr>
                <p:nvPr/>
              </p:nvSpPr>
              <p:spPr bwMode="auto">
                <a:xfrm>
                  <a:off x="7332240" y="4136521"/>
                  <a:ext cx="2602472" cy="338554"/>
                </a:xfrm>
                <a:prstGeom prst="rect">
                  <a:avLst/>
                </a:prstGeom>
                <a:blipFill>
                  <a:blip r:embed="rId5"/>
                  <a:stretch>
                    <a:fillRect t="-1786" b="-25000"/>
                  </a:stretch>
                </a:blip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noFill/>
                    </a:rPr>
                    <a:t> </a:t>
                  </a:r>
                </a:p>
              </p:txBody>
            </p:sp>
          </mc:Fallback>
        </mc:AlternateContent>
        <p:grpSp>
          <p:nvGrpSpPr>
            <p:cNvPr id="526" name="Group 525">
              <a:extLst>
                <a:ext uri="{FF2B5EF4-FFF2-40B4-BE49-F238E27FC236}">
                  <a16:creationId xmlns:a16="http://schemas.microsoft.com/office/drawing/2014/main" id="{52CB8FF3-58CA-F66E-575F-6BAB80E4550F}"/>
                </a:ext>
              </a:extLst>
            </p:cNvPr>
            <p:cNvGrpSpPr/>
            <p:nvPr/>
          </p:nvGrpSpPr>
          <p:grpSpPr>
            <a:xfrm>
              <a:off x="7373074" y="4495305"/>
              <a:ext cx="2423080" cy="2074090"/>
              <a:chOff x="9178724" y="1740531"/>
              <a:chExt cx="2423080" cy="2074090"/>
            </a:xfrm>
          </p:grpSpPr>
          <p:sp>
            <p:nvSpPr>
              <p:cNvPr id="527" name="Rectangle 526">
                <a:extLst>
                  <a:ext uri="{FF2B5EF4-FFF2-40B4-BE49-F238E27FC236}">
                    <a16:creationId xmlns:a16="http://schemas.microsoft.com/office/drawing/2014/main" id="{A7809FCA-D3D2-35CE-2FD5-22E22A1655F5}"/>
                  </a:ext>
                </a:extLst>
              </p:cNvPr>
              <p:cNvSpPr/>
              <p:nvPr/>
            </p:nvSpPr>
            <p:spPr>
              <a:xfrm>
                <a:off x="9199418" y="1778000"/>
                <a:ext cx="2373746" cy="277091"/>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8" name="Rectangle 527">
                <a:extLst>
                  <a:ext uri="{FF2B5EF4-FFF2-40B4-BE49-F238E27FC236}">
                    <a16:creationId xmlns:a16="http://schemas.microsoft.com/office/drawing/2014/main" id="{58F9C3BB-0B45-5D4B-ADB6-B0CCA7A5431F}"/>
                  </a:ext>
                </a:extLst>
              </p:cNvPr>
              <p:cNvSpPr/>
              <p:nvPr/>
            </p:nvSpPr>
            <p:spPr>
              <a:xfrm>
                <a:off x="9190298" y="1770927"/>
                <a:ext cx="2384385" cy="1979271"/>
              </a:xfrm>
              <a:prstGeom prst="rect">
                <a:avLst/>
              </a:prstGeom>
              <a:noFill/>
              <a:ln>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TextBox 528">
                <a:extLst>
                  <a:ext uri="{FF2B5EF4-FFF2-40B4-BE49-F238E27FC236}">
                    <a16:creationId xmlns:a16="http://schemas.microsoft.com/office/drawing/2014/main" id="{B7F1E1A3-0DEE-BC3C-C448-048283E1FB97}"/>
                  </a:ext>
                </a:extLst>
              </p:cNvPr>
              <p:cNvSpPr txBox="1"/>
              <p:nvPr/>
            </p:nvSpPr>
            <p:spPr>
              <a:xfrm>
                <a:off x="9572264" y="2060295"/>
                <a:ext cx="404278" cy="1754326"/>
              </a:xfrm>
              <a:prstGeom prst="rect">
                <a:avLst/>
              </a:prstGeom>
              <a:noFill/>
            </p:spPr>
            <p:txBody>
              <a:bodyPr wrap="none" rtlCol="0">
                <a:spAutoFit/>
              </a:bodyPr>
              <a:lstStyle/>
              <a:p>
                <a:pPr algn="ctr">
                  <a:lnSpc>
                    <a:spcPct val="90000"/>
                  </a:lnSpc>
                </a:pPr>
                <a:r>
                  <a:rPr lang="en-US" sz="2400" dirty="0"/>
                  <a:t>v</a:t>
                </a:r>
              </a:p>
              <a:p>
                <a:pPr algn="ctr">
                  <a:lnSpc>
                    <a:spcPct val="90000"/>
                  </a:lnSpc>
                </a:pPr>
                <a:r>
                  <a:rPr lang="en-US" sz="2400" dirty="0"/>
                  <a:t>x</a:t>
                </a:r>
              </a:p>
              <a:p>
                <a:pPr algn="ctr">
                  <a:lnSpc>
                    <a:spcPct val="90000"/>
                  </a:lnSpc>
                </a:pPr>
                <a:r>
                  <a:rPr lang="en-US" sz="2400" dirty="0"/>
                  <a:t>y</a:t>
                </a:r>
              </a:p>
              <a:p>
                <a:pPr algn="ctr">
                  <a:lnSpc>
                    <a:spcPct val="90000"/>
                  </a:lnSpc>
                </a:pPr>
                <a:r>
                  <a:rPr lang="en-US" sz="2400" dirty="0"/>
                  <a:t>w</a:t>
                </a:r>
              </a:p>
              <a:p>
                <a:pPr algn="ctr">
                  <a:lnSpc>
                    <a:spcPct val="90000"/>
                  </a:lnSpc>
                </a:pPr>
                <a:r>
                  <a:rPr lang="en-US" sz="2400" dirty="0"/>
                  <a:t>x</a:t>
                </a:r>
                <a:endParaRPr lang="en-US" dirty="0"/>
              </a:p>
            </p:txBody>
          </p:sp>
          <p:sp>
            <p:nvSpPr>
              <p:cNvPr id="530" name="TextBox 529">
                <a:extLst>
                  <a:ext uri="{FF2B5EF4-FFF2-40B4-BE49-F238E27FC236}">
                    <a16:creationId xmlns:a16="http://schemas.microsoft.com/office/drawing/2014/main" id="{805160AB-98E7-78B9-B2BF-A77197FDF5CD}"/>
                  </a:ext>
                </a:extLst>
              </p:cNvPr>
              <p:cNvSpPr txBox="1"/>
              <p:nvPr/>
            </p:nvSpPr>
            <p:spPr>
              <a:xfrm>
                <a:off x="10615914" y="2050649"/>
                <a:ext cx="748923" cy="1754326"/>
              </a:xfrm>
              <a:prstGeom prst="rect">
                <a:avLst/>
              </a:prstGeom>
              <a:noFill/>
            </p:spPr>
            <p:txBody>
              <a:bodyPr wrap="none" rtlCol="0">
                <a:spAutoFit/>
              </a:bodyPr>
              <a:lstStyle/>
              <a:p>
                <a:pPr>
                  <a:lnSpc>
                    <a:spcPct val="90000"/>
                  </a:lnSpc>
                </a:pPr>
                <a:r>
                  <a:rPr lang="en-US" sz="2400" dirty="0"/>
                  <a:t>(u,v)</a:t>
                </a:r>
              </a:p>
              <a:p>
                <a:pPr>
                  <a:lnSpc>
                    <a:spcPct val="90000"/>
                  </a:lnSpc>
                </a:pPr>
                <a:r>
                  <a:rPr lang="en-US" sz="2400" dirty="0"/>
                  <a:t>(u,x)</a:t>
                </a:r>
              </a:p>
              <a:p>
                <a:pPr>
                  <a:lnSpc>
                    <a:spcPct val="90000"/>
                  </a:lnSpc>
                </a:pPr>
                <a:r>
                  <a:rPr lang="en-US" sz="2400" dirty="0"/>
                  <a:t>(u,x)</a:t>
                </a:r>
              </a:p>
              <a:p>
                <a:pPr>
                  <a:lnSpc>
                    <a:spcPct val="90000"/>
                  </a:lnSpc>
                </a:pPr>
                <a:r>
                  <a:rPr lang="en-US" sz="2400" dirty="0"/>
                  <a:t>(u,x)</a:t>
                </a:r>
              </a:p>
              <a:p>
                <a:pPr>
                  <a:lnSpc>
                    <a:spcPct val="90000"/>
                  </a:lnSpc>
                </a:pPr>
                <a:r>
                  <a:rPr lang="en-US" sz="2400" dirty="0"/>
                  <a:t>(u,x)</a:t>
                </a:r>
                <a:endParaRPr lang="en-US" dirty="0"/>
              </a:p>
            </p:txBody>
          </p:sp>
          <p:sp>
            <p:nvSpPr>
              <p:cNvPr id="531" name="TextBox 530">
                <a:extLst>
                  <a:ext uri="{FF2B5EF4-FFF2-40B4-BE49-F238E27FC236}">
                    <a16:creationId xmlns:a16="http://schemas.microsoft.com/office/drawing/2014/main" id="{F9308D79-3D4D-EB3F-B8C7-2DE8E2EF16BA}"/>
                  </a:ext>
                </a:extLst>
              </p:cNvPr>
              <p:cNvSpPr txBox="1"/>
              <p:nvPr/>
            </p:nvSpPr>
            <p:spPr>
              <a:xfrm>
                <a:off x="9220467" y="1747835"/>
                <a:ext cx="1123000" cy="338554"/>
              </a:xfrm>
              <a:prstGeom prst="rect">
                <a:avLst/>
              </a:prstGeom>
              <a:noFill/>
            </p:spPr>
            <p:txBody>
              <a:bodyPr wrap="none" rtlCol="0">
                <a:spAutoFit/>
              </a:bodyPr>
              <a:lstStyle/>
              <a:p>
                <a:r>
                  <a:rPr lang="en-US" sz="1600" dirty="0"/>
                  <a:t>destination</a:t>
                </a:r>
                <a:endParaRPr lang="en-US" dirty="0"/>
              </a:p>
            </p:txBody>
          </p:sp>
          <p:sp>
            <p:nvSpPr>
              <p:cNvPr id="532" name="TextBox 531">
                <a:extLst>
                  <a:ext uri="{FF2B5EF4-FFF2-40B4-BE49-F238E27FC236}">
                    <a16:creationId xmlns:a16="http://schemas.microsoft.com/office/drawing/2014/main" id="{D52BE90C-F8D8-16DE-5A0A-7039AC198CDE}"/>
                  </a:ext>
                </a:extLst>
              </p:cNvPr>
              <p:cNvSpPr txBox="1"/>
              <p:nvPr/>
            </p:nvSpPr>
            <p:spPr>
              <a:xfrm>
                <a:off x="10338125" y="1740531"/>
                <a:ext cx="1263679" cy="338554"/>
              </a:xfrm>
              <a:prstGeom prst="rect">
                <a:avLst/>
              </a:prstGeom>
              <a:noFill/>
            </p:spPr>
            <p:txBody>
              <a:bodyPr wrap="none" rtlCol="0">
                <a:spAutoFit/>
              </a:bodyPr>
              <a:lstStyle/>
              <a:p>
                <a:r>
                  <a:rPr lang="en-US" sz="1600" dirty="0"/>
                  <a:t>outgoing link</a:t>
                </a:r>
              </a:p>
            </p:txBody>
          </p:sp>
          <p:cxnSp>
            <p:nvCxnSpPr>
              <p:cNvPr id="533" name="Straight Connector 532">
                <a:extLst>
                  <a:ext uri="{FF2B5EF4-FFF2-40B4-BE49-F238E27FC236}">
                    <a16:creationId xmlns:a16="http://schemas.microsoft.com/office/drawing/2014/main" id="{0AC276BB-0D13-4DF9-6B2D-1EC6CE9F835A}"/>
                  </a:ext>
                </a:extLst>
              </p:cNvPr>
              <p:cNvCxnSpPr>
                <a:cxnSpLocks/>
              </p:cNvCxnSpPr>
              <p:nvPr/>
            </p:nvCxnSpPr>
            <p:spPr>
              <a:xfrm>
                <a:off x="9178724" y="2060293"/>
                <a:ext cx="2395960" cy="0"/>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B430A66E-7D85-D936-88DF-EB65044B1BEC}"/>
                  </a:ext>
                </a:extLst>
              </p:cNvPr>
              <p:cNvCxnSpPr>
                <a:cxnSpLocks/>
              </p:cNvCxnSpPr>
              <p:nvPr/>
            </p:nvCxnSpPr>
            <p:spPr>
              <a:xfrm>
                <a:off x="10359342" y="1770927"/>
                <a:ext cx="0" cy="1990845"/>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grpSp>
      <p:grpSp>
        <p:nvGrpSpPr>
          <p:cNvPr id="535" name="Group 534">
            <a:extLst>
              <a:ext uri="{FF2B5EF4-FFF2-40B4-BE49-F238E27FC236}">
                <a16:creationId xmlns:a16="http://schemas.microsoft.com/office/drawing/2014/main" id="{477E7D72-0C74-A7D4-7F00-5CA2F2607F5C}"/>
              </a:ext>
            </a:extLst>
          </p:cNvPr>
          <p:cNvGrpSpPr/>
          <p:nvPr/>
        </p:nvGrpSpPr>
        <p:grpSpPr>
          <a:xfrm>
            <a:off x="8565265" y="4623996"/>
            <a:ext cx="3297849" cy="307777"/>
            <a:chOff x="8565265" y="4828716"/>
            <a:chExt cx="3297849" cy="307777"/>
          </a:xfrm>
        </p:grpSpPr>
        <mc:AlternateContent xmlns:mc="http://schemas.openxmlformats.org/markup-compatibility/2006" xmlns:a14="http://schemas.microsoft.com/office/drawing/2010/main">
          <mc:Choice Requires="a14">
            <p:sp>
              <p:nvSpPr>
                <p:cNvPr id="536" name="TextBox 535">
                  <a:extLst>
                    <a:ext uri="{FF2B5EF4-FFF2-40B4-BE49-F238E27FC236}">
                      <a16:creationId xmlns:a16="http://schemas.microsoft.com/office/drawing/2014/main" id="{7747F0F0-6D9C-4C07-5491-ECC19FD5BF7C}"/>
                    </a:ext>
                  </a:extLst>
                </p:cNvPr>
                <p:cNvSpPr txBox="1"/>
                <p:nvPr/>
              </p:nvSpPr>
              <p:spPr>
                <a:xfrm>
                  <a:off x="9025478" y="4828716"/>
                  <a:ext cx="2837636" cy="307777"/>
                </a:xfrm>
                <a:prstGeom prst="rect">
                  <a:avLst/>
                </a:prstGeom>
                <a:noFill/>
              </p:spPr>
              <p:txBody>
                <a:bodyPr wrap="none" rtlCol="0">
                  <a:spAutoFit/>
                </a:bodyPr>
                <a:lstStyle/>
                <a:p>
                  <a:pPr algn="r" rtl="1"/>
                  <a:r>
                    <a:rPr lang="fa-IR" sz="1400" b="1" dirty="0">
                      <a:latin typeface="IRANSans(FaNum)" panose="02040503050201020203" pitchFamily="18" charset="-78"/>
                      <a:cs typeface="IRANSans(FaNum)" panose="02040503050201020203" pitchFamily="18" charset="-78"/>
                    </a:rPr>
                    <a:t>مسیر از گره </a:t>
                  </a:r>
                  <a14:m>
                    <m:oMath xmlns:m="http://schemas.openxmlformats.org/officeDocument/2006/math">
                      <m:r>
                        <a:rPr lang="en-US" sz="1400" b="1" i="1" smtClean="0">
                          <a:latin typeface="Cambria Math" panose="02040503050406030204" pitchFamily="18" charset="0"/>
                        </a:rPr>
                        <m:t>𝒖</m:t>
                      </m:r>
                    </m:oMath>
                  </a14:m>
                  <a:r>
                    <a:rPr lang="fa-IR" sz="1400" b="1" dirty="0">
                      <a:latin typeface="IRANSans(FaNum)" panose="02040503050201020203" pitchFamily="18" charset="-78"/>
                      <a:cs typeface="IRANSans(FaNum)" panose="02040503050201020203" pitchFamily="18" charset="-78"/>
                    </a:rPr>
                    <a:t> گره </a:t>
                  </a:r>
                  <a14:m>
                    <m:oMath xmlns:m="http://schemas.openxmlformats.org/officeDocument/2006/math">
                      <m:r>
                        <a:rPr lang="en-US" sz="1400" b="1" i="1" smtClean="0">
                          <a:latin typeface="Cambria Math" panose="02040503050406030204" pitchFamily="18" charset="0"/>
                        </a:rPr>
                        <m:t>𝒗</m:t>
                      </m:r>
                    </m:oMath>
                  </a14:m>
                  <a:r>
                    <a:rPr lang="fa-IR" sz="1400" b="1" dirty="0">
                      <a:latin typeface="IRANSans(FaNum)" panose="02040503050201020203" pitchFamily="18" charset="-78"/>
                      <a:cs typeface="IRANSans(FaNum)" panose="02040503050201020203" pitchFamily="18" charset="-78"/>
                    </a:rPr>
                    <a:t> به صورت مستقیم </a:t>
                  </a:r>
                  <a:endParaRPr lang="en-US" sz="1400" b="1" dirty="0">
                    <a:latin typeface="IRANSans(FaNum)" panose="02040503050201020203" pitchFamily="18" charset="-78"/>
                    <a:cs typeface="IRANSans(FaNum)" panose="02040503050201020203" pitchFamily="18" charset="-78"/>
                  </a:endParaRPr>
                </a:p>
              </p:txBody>
            </p:sp>
          </mc:Choice>
          <mc:Fallback xmlns="">
            <p:sp>
              <p:nvSpPr>
                <p:cNvPr id="536" name="TextBox 535">
                  <a:extLst>
                    <a:ext uri="{FF2B5EF4-FFF2-40B4-BE49-F238E27FC236}">
                      <a16:creationId xmlns:a16="http://schemas.microsoft.com/office/drawing/2014/main" id="{7747F0F0-6D9C-4C07-5491-ECC19FD5BF7C}"/>
                    </a:ext>
                  </a:extLst>
                </p:cNvPr>
                <p:cNvSpPr txBox="1">
                  <a:spLocks noRot="1" noChangeAspect="1" noMove="1" noResize="1" noEditPoints="1" noAdjustHandles="1" noChangeArrowheads="1" noChangeShapeType="1" noTextEdit="1"/>
                </p:cNvSpPr>
                <p:nvPr/>
              </p:nvSpPr>
              <p:spPr>
                <a:xfrm>
                  <a:off x="9025478" y="4828716"/>
                  <a:ext cx="2837636" cy="307777"/>
                </a:xfrm>
                <a:prstGeom prst="rect">
                  <a:avLst/>
                </a:prstGeom>
                <a:blipFill>
                  <a:blip r:embed="rId6"/>
                  <a:stretch>
                    <a:fillRect r="-645" b="-24000"/>
                  </a:stretch>
                </a:blipFill>
              </p:spPr>
              <p:txBody>
                <a:bodyPr/>
                <a:lstStyle/>
                <a:p>
                  <a:r>
                    <a:rPr lang="en-US">
                      <a:noFill/>
                    </a:rPr>
                    <a:t> </a:t>
                  </a:r>
                </a:p>
              </p:txBody>
            </p:sp>
          </mc:Fallback>
        </mc:AlternateContent>
        <p:cxnSp>
          <p:nvCxnSpPr>
            <p:cNvPr id="537" name="Straight Connector 536">
              <a:extLst>
                <a:ext uri="{FF2B5EF4-FFF2-40B4-BE49-F238E27FC236}">
                  <a16:creationId xmlns:a16="http://schemas.microsoft.com/office/drawing/2014/main" id="{D0170C2B-D3E1-795C-20A1-AC17E38FB854}"/>
                </a:ext>
              </a:extLst>
            </p:cNvPr>
            <p:cNvCxnSpPr>
              <a:cxnSpLocks/>
            </p:cNvCxnSpPr>
            <p:nvPr/>
          </p:nvCxnSpPr>
          <p:spPr>
            <a:xfrm>
              <a:off x="8565265" y="5000264"/>
              <a:ext cx="54000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38" name="Group 537">
            <a:extLst>
              <a:ext uri="{FF2B5EF4-FFF2-40B4-BE49-F238E27FC236}">
                <a16:creationId xmlns:a16="http://schemas.microsoft.com/office/drawing/2014/main" id="{5E2F81F5-0955-2A9A-5DD8-A681DAFB6CDD}"/>
              </a:ext>
            </a:extLst>
          </p:cNvPr>
          <p:cNvGrpSpPr/>
          <p:nvPr/>
        </p:nvGrpSpPr>
        <p:grpSpPr>
          <a:xfrm>
            <a:off x="8781153" y="4992312"/>
            <a:ext cx="2246236" cy="1238491"/>
            <a:chOff x="8781153" y="5197032"/>
            <a:chExt cx="2246236" cy="1238491"/>
          </a:xfrm>
        </p:grpSpPr>
        <mc:AlternateContent xmlns:mc="http://schemas.openxmlformats.org/markup-compatibility/2006" xmlns:a14="http://schemas.microsoft.com/office/drawing/2010/main">
          <mc:Choice Requires="a14">
            <p:sp>
              <p:nvSpPr>
                <p:cNvPr id="539" name="TextBox 538">
                  <a:extLst>
                    <a:ext uri="{FF2B5EF4-FFF2-40B4-BE49-F238E27FC236}">
                      <a16:creationId xmlns:a16="http://schemas.microsoft.com/office/drawing/2014/main" id="{8D80360D-3AD6-5083-6AE1-5A3CD2B88A48}"/>
                    </a:ext>
                  </a:extLst>
                </p:cNvPr>
                <p:cNvSpPr txBox="1"/>
                <p:nvPr/>
              </p:nvSpPr>
              <p:spPr>
                <a:xfrm>
                  <a:off x="8781153" y="5616516"/>
                  <a:ext cx="2246236" cy="636328"/>
                </a:xfrm>
                <a:prstGeom prst="rect">
                  <a:avLst/>
                </a:prstGeom>
                <a:noFill/>
              </p:spPr>
              <p:txBody>
                <a:bodyPr wrap="square" rtlCol="0">
                  <a:spAutoFit/>
                </a:bodyPr>
                <a:lstStyle/>
                <a:p>
                  <a:pPr algn="r" rtl="1">
                    <a:lnSpc>
                      <a:spcPct val="130000"/>
                    </a:lnSpc>
                  </a:pPr>
                  <a:r>
                    <a:rPr lang="fa-IR" sz="1400" b="1" dirty="0">
                      <a:latin typeface="IRANSans(FaNum)" panose="02040503050201020203" pitchFamily="18" charset="-78"/>
                      <a:cs typeface="IRANSans(FaNum)" panose="02040503050201020203" pitchFamily="18" charset="-78"/>
                    </a:rPr>
                    <a:t>مسیر از گره </a:t>
                  </a:r>
                  <a14:m>
                    <m:oMath xmlns:m="http://schemas.openxmlformats.org/officeDocument/2006/math">
                      <m:r>
                        <a:rPr lang="en-US" sz="1400" b="1" i="1" smtClean="0">
                          <a:latin typeface="Cambria Math" panose="02040503050406030204" pitchFamily="18" charset="0"/>
                        </a:rPr>
                        <m:t>𝒖</m:t>
                      </m:r>
                    </m:oMath>
                  </a14:m>
                  <a:r>
                    <a:rPr lang="fa-IR" sz="1400" b="1" dirty="0">
                      <a:latin typeface="IRANSans(FaNum)" panose="02040503050201020203" pitchFamily="18" charset="-78"/>
                      <a:cs typeface="IRANSans(FaNum)" panose="02040503050201020203" pitchFamily="18" charset="-78"/>
                    </a:rPr>
                    <a:t> به گره‌های مقصد از طریق گره </a:t>
                  </a:r>
                  <a14:m>
                    <m:oMath xmlns:m="http://schemas.openxmlformats.org/officeDocument/2006/math">
                      <m:r>
                        <a:rPr lang="en-US" sz="1400" b="1" i="1" smtClean="0">
                          <a:latin typeface="Cambria Math" panose="02040503050406030204" pitchFamily="18" charset="0"/>
                        </a:rPr>
                        <m:t>𝒙</m:t>
                      </m:r>
                    </m:oMath>
                  </a14:m>
                  <a:endParaRPr lang="en-US" sz="1400" dirty="0"/>
                </a:p>
              </p:txBody>
            </p:sp>
          </mc:Choice>
          <mc:Fallback xmlns="">
            <p:sp>
              <p:nvSpPr>
                <p:cNvPr id="539" name="TextBox 538">
                  <a:extLst>
                    <a:ext uri="{FF2B5EF4-FFF2-40B4-BE49-F238E27FC236}">
                      <a16:creationId xmlns:a16="http://schemas.microsoft.com/office/drawing/2014/main" id="{8D80360D-3AD6-5083-6AE1-5A3CD2B88A48}"/>
                    </a:ext>
                  </a:extLst>
                </p:cNvPr>
                <p:cNvSpPr txBox="1">
                  <a:spLocks noRot="1" noChangeAspect="1" noMove="1" noResize="1" noEditPoints="1" noAdjustHandles="1" noChangeArrowheads="1" noChangeShapeType="1" noTextEdit="1"/>
                </p:cNvSpPr>
                <p:nvPr/>
              </p:nvSpPr>
              <p:spPr>
                <a:xfrm>
                  <a:off x="8781153" y="5616516"/>
                  <a:ext cx="2246236" cy="636328"/>
                </a:xfrm>
                <a:prstGeom prst="rect">
                  <a:avLst/>
                </a:prstGeom>
                <a:blipFill>
                  <a:blip r:embed="rId7"/>
                  <a:stretch>
                    <a:fillRect r="-542" b="-10577"/>
                  </a:stretch>
                </a:blipFill>
              </p:spPr>
              <p:txBody>
                <a:bodyPr/>
                <a:lstStyle/>
                <a:p>
                  <a:r>
                    <a:rPr lang="en-US">
                      <a:noFill/>
                    </a:rPr>
                    <a:t> </a:t>
                  </a:r>
                </a:p>
              </p:txBody>
            </p:sp>
          </mc:Fallback>
        </mc:AlternateContent>
        <p:sp>
          <p:nvSpPr>
            <p:cNvPr id="540" name="Right Brace 539">
              <a:extLst>
                <a:ext uri="{FF2B5EF4-FFF2-40B4-BE49-F238E27FC236}">
                  <a16:creationId xmlns:a16="http://schemas.microsoft.com/office/drawing/2014/main" id="{528699A3-D60E-8010-2D0B-0D1E4F633196}"/>
                </a:ext>
              </a:extLst>
            </p:cNvPr>
            <p:cNvSpPr/>
            <p:nvPr/>
          </p:nvSpPr>
          <p:spPr>
            <a:xfrm>
              <a:off x="8836838" y="5197032"/>
              <a:ext cx="288000" cy="1238491"/>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541" name="Content Placeholder 2">
            <a:extLst>
              <a:ext uri="{FF2B5EF4-FFF2-40B4-BE49-F238E27FC236}">
                <a16:creationId xmlns:a16="http://schemas.microsoft.com/office/drawing/2014/main" id="{B67FA1F1-3A63-A028-74A4-DB5F416C40B5}"/>
              </a:ext>
            </a:extLst>
          </p:cNvPr>
          <p:cNvSpPr txBox="1">
            <a:spLocks/>
          </p:cNvSpPr>
          <p:nvPr/>
        </p:nvSpPr>
        <p:spPr>
          <a:xfrm>
            <a:off x="10563599" y="1217071"/>
            <a:ext cx="1180130" cy="45947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35000"/>
              </a:lnSpc>
              <a:spcBef>
                <a:spcPts val="0"/>
              </a:spcBef>
              <a:spcAft>
                <a:spcPts val="600"/>
              </a:spcAft>
              <a:buNone/>
            </a:pPr>
            <a:r>
              <a:rPr lang="fa-IR" sz="2000" b="1" dirty="0">
                <a:solidFill>
                  <a:srgbClr val="1F1FFF"/>
                </a:solidFill>
                <a:latin typeface="IRANSans(FaNum)" panose="02040503050201020203" pitchFamily="18" charset="-78"/>
              </a:rPr>
              <a:t>مثال:</a:t>
            </a:r>
            <a:endParaRPr lang="fa-IR" sz="18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1250662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41">
                                            <p:txEl>
                                              <p:pRg st="0" end="0"/>
                                            </p:txEl>
                                          </p:spTgt>
                                        </p:tgtEl>
                                        <p:attrNameLst>
                                          <p:attrName>style.visibility</p:attrName>
                                        </p:attrNameLst>
                                      </p:cBhvr>
                                      <p:to>
                                        <p:strVal val="visible"/>
                                      </p:to>
                                    </p:set>
                                    <p:animEffect transition="in" filter="fade">
                                      <p:cBhvr>
                                        <p:cTn id="13" dur="1000"/>
                                        <p:tgtEl>
                                          <p:spTgt spid="541">
                                            <p:txEl>
                                              <p:pRg st="0" end="0"/>
                                            </p:txEl>
                                          </p:spTgt>
                                        </p:tgtEl>
                                      </p:cBhvr>
                                    </p:animEffect>
                                    <p:anim calcmode="lin" valueType="num">
                                      <p:cBhvr>
                                        <p:cTn id="14" dur="1000" fill="hold"/>
                                        <p:tgtEl>
                                          <p:spTgt spid="541">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41">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9"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ssolve">
                                      <p:cBhvr>
                                        <p:cTn id="19" dur="500"/>
                                        <p:tgtEl>
                                          <p:spTgt spid="8"/>
                                        </p:tgtEl>
                                      </p:cBhvr>
                                    </p:animEffect>
                                  </p:childTnLst>
                                </p:cTn>
                              </p:par>
                              <p:par>
                                <p:cTn id="20" presetID="9" presetClass="entr" presetSubtype="0"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par>
                                <p:cTn id="23" presetID="9" presetClass="entr" presetSubtype="0" fill="hold" nodeType="withEffect">
                                  <p:stCondLst>
                                    <p:cond delay="0"/>
                                  </p:stCondLst>
                                  <p:childTnLst>
                                    <p:set>
                                      <p:cBhvr>
                                        <p:cTn id="24" dur="1" fill="hold">
                                          <p:stCondLst>
                                            <p:cond delay="0"/>
                                          </p:stCondLst>
                                        </p:cTn>
                                        <p:tgtEl>
                                          <p:spTgt spid="463"/>
                                        </p:tgtEl>
                                        <p:attrNameLst>
                                          <p:attrName>style.visibility</p:attrName>
                                        </p:attrNameLst>
                                      </p:cBhvr>
                                      <p:to>
                                        <p:strVal val="visible"/>
                                      </p:to>
                                    </p:set>
                                    <p:animEffect transition="in" filter="dissolve">
                                      <p:cBhvr>
                                        <p:cTn id="25" dur="500"/>
                                        <p:tgtEl>
                                          <p:spTgt spid="463"/>
                                        </p:tgtEl>
                                      </p:cBhvr>
                                    </p:animEffect>
                                  </p:childTnLst>
                                </p:cTn>
                              </p:par>
                              <p:par>
                                <p:cTn id="26" presetID="9" presetClass="entr" presetSubtype="0" fill="hold" nodeType="withEffect">
                                  <p:stCondLst>
                                    <p:cond delay="0"/>
                                  </p:stCondLst>
                                  <p:childTnLst>
                                    <p:set>
                                      <p:cBhvr>
                                        <p:cTn id="27" dur="1" fill="hold">
                                          <p:stCondLst>
                                            <p:cond delay="0"/>
                                          </p:stCondLst>
                                        </p:cTn>
                                        <p:tgtEl>
                                          <p:spTgt spid="464"/>
                                        </p:tgtEl>
                                        <p:attrNameLst>
                                          <p:attrName>style.visibility</p:attrName>
                                        </p:attrNameLst>
                                      </p:cBhvr>
                                      <p:to>
                                        <p:strVal val="visible"/>
                                      </p:to>
                                    </p:set>
                                    <p:animEffect transition="in" filter="dissolve">
                                      <p:cBhvr>
                                        <p:cTn id="28" dur="500"/>
                                        <p:tgtEl>
                                          <p:spTgt spid="464"/>
                                        </p:tgtEl>
                                      </p:cBhvr>
                                    </p:animEffect>
                                  </p:childTnLst>
                                </p:cTn>
                              </p:par>
                              <p:par>
                                <p:cTn id="29" presetID="9" presetClass="entr" presetSubtype="0" fill="hold" nodeType="withEffect">
                                  <p:stCondLst>
                                    <p:cond delay="0"/>
                                  </p:stCondLst>
                                  <p:childTnLst>
                                    <p:set>
                                      <p:cBhvr>
                                        <p:cTn id="30" dur="1" fill="hold">
                                          <p:stCondLst>
                                            <p:cond delay="0"/>
                                          </p:stCondLst>
                                        </p:cTn>
                                        <p:tgtEl>
                                          <p:spTgt spid="465"/>
                                        </p:tgtEl>
                                        <p:attrNameLst>
                                          <p:attrName>style.visibility</p:attrName>
                                        </p:attrNameLst>
                                      </p:cBhvr>
                                      <p:to>
                                        <p:strVal val="visible"/>
                                      </p:to>
                                    </p:set>
                                    <p:animEffect transition="in" filter="dissolve">
                                      <p:cBhvr>
                                        <p:cTn id="31" dur="500"/>
                                        <p:tgtEl>
                                          <p:spTgt spid="465"/>
                                        </p:tgtEl>
                                      </p:cBhvr>
                                    </p:animEffect>
                                  </p:childTnLst>
                                </p:cTn>
                              </p:par>
                              <p:par>
                                <p:cTn id="32" presetID="9" presetClass="entr" presetSubtype="0" fill="hold" nodeType="withEffect">
                                  <p:stCondLst>
                                    <p:cond delay="0"/>
                                  </p:stCondLst>
                                  <p:childTnLst>
                                    <p:set>
                                      <p:cBhvr>
                                        <p:cTn id="33" dur="1" fill="hold">
                                          <p:stCondLst>
                                            <p:cond delay="0"/>
                                          </p:stCondLst>
                                        </p:cTn>
                                        <p:tgtEl>
                                          <p:spTgt spid="466"/>
                                        </p:tgtEl>
                                        <p:attrNameLst>
                                          <p:attrName>style.visibility</p:attrName>
                                        </p:attrNameLst>
                                      </p:cBhvr>
                                      <p:to>
                                        <p:strVal val="visible"/>
                                      </p:to>
                                    </p:set>
                                    <p:animEffect transition="in" filter="dissolve">
                                      <p:cBhvr>
                                        <p:cTn id="34" dur="500"/>
                                        <p:tgtEl>
                                          <p:spTgt spid="466"/>
                                        </p:tgtEl>
                                      </p:cBhvr>
                                    </p:animEffect>
                                  </p:childTnLst>
                                </p:cTn>
                              </p:par>
                              <p:par>
                                <p:cTn id="35" presetID="9" presetClass="entr" presetSubtype="0" fill="hold" nodeType="withEffect">
                                  <p:stCondLst>
                                    <p:cond delay="0"/>
                                  </p:stCondLst>
                                  <p:childTnLst>
                                    <p:set>
                                      <p:cBhvr>
                                        <p:cTn id="36" dur="1" fill="hold">
                                          <p:stCondLst>
                                            <p:cond delay="0"/>
                                          </p:stCondLst>
                                        </p:cTn>
                                        <p:tgtEl>
                                          <p:spTgt spid="467"/>
                                        </p:tgtEl>
                                        <p:attrNameLst>
                                          <p:attrName>style.visibility</p:attrName>
                                        </p:attrNameLst>
                                      </p:cBhvr>
                                      <p:to>
                                        <p:strVal val="visible"/>
                                      </p:to>
                                    </p:set>
                                    <p:animEffect transition="in" filter="dissolve">
                                      <p:cBhvr>
                                        <p:cTn id="37" dur="500"/>
                                        <p:tgtEl>
                                          <p:spTgt spid="467"/>
                                        </p:tgtEl>
                                      </p:cBhvr>
                                    </p:animEffect>
                                  </p:childTnLst>
                                </p:cTn>
                              </p:par>
                            </p:childTnLst>
                          </p:cTn>
                        </p:par>
                        <p:par>
                          <p:cTn id="38" fill="hold">
                            <p:stCondLst>
                              <p:cond delay="2500"/>
                            </p:stCondLst>
                            <p:childTnLst>
                              <p:par>
                                <p:cTn id="39" presetID="9" presetClass="entr" presetSubtype="0" fill="hold" grpId="0" nodeType="afterEffect">
                                  <p:stCondLst>
                                    <p:cond delay="0"/>
                                  </p:stCondLst>
                                  <p:childTnLst>
                                    <p:set>
                                      <p:cBhvr>
                                        <p:cTn id="40" dur="1" fill="hold">
                                          <p:stCondLst>
                                            <p:cond delay="0"/>
                                          </p:stCondLst>
                                        </p:cTn>
                                        <p:tgtEl>
                                          <p:spTgt spid="523"/>
                                        </p:tgtEl>
                                        <p:attrNameLst>
                                          <p:attrName>style.visibility</p:attrName>
                                        </p:attrNameLst>
                                      </p:cBhvr>
                                      <p:to>
                                        <p:strVal val="visible"/>
                                      </p:to>
                                    </p:set>
                                    <p:animEffect transition="in" filter="dissolve">
                                      <p:cBhvr>
                                        <p:cTn id="41" dur="500"/>
                                        <p:tgtEl>
                                          <p:spTgt spid="523"/>
                                        </p:tgtEl>
                                      </p:cBhvr>
                                    </p:animEffect>
                                  </p:childTnLst>
                                </p:cTn>
                              </p:par>
                              <p:par>
                                <p:cTn id="42" presetID="9" presetClass="entr" presetSubtype="0" fill="hold" nodeType="withEffect">
                                  <p:stCondLst>
                                    <p:cond delay="0"/>
                                  </p:stCondLst>
                                  <p:childTnLst>
                                    <p:set>
                                      <p:cBhvr>
                                        <p:cTn id="43" dur="1" fill="hold">
                                          <p:stCondLst>
                                            <p:cond delay="0"/>
                                          </p:stCondLst>
                                        </p:cTn>
                                        <p:tgtEl>
                                          <p:spTgt spid="468"/>
                                        </p:tgtEl>
                                        <p:attrNameLst>
                                          <p:attrName>style.visibility</p:attrName>
                                        </p:attrNameLst>
                                      </p:cBhvr>
                                      <p:to>
                                        <p:strVal val="visible"/>
                                      </p:to>
                                    </p:set>
                                    <p:animEffect transition="in" filter="dissolve">
                                      <p:cBhvr>
                                        <p:cTn id="44" dur="500"/>
                                        <p:tgtEl>
                                          <p:spTgt spid="468"/>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524"/>
                                        </p:tgtEl>
                                        <p:attrNameLst>
                                          <p:attrName>style.visibility</p:attrName>
                                        </p:attrNameLst>
                                      </p:cBhvr>
                                      <p:to>
                                        <p:strVal val="visible"/>
                                      </p:to>
                                    </p:set>
                                    <p:animEffect transition="in" filter="dissolve">
                                      <p:cBhvr>
                                        <p:cTn id="49" dur="500"/>
                                        <p:tgtEl>
                                          <p:spTgt spid="524"/>
                                        </p:tgtEl>
                                      </p:cBhvr>
                                    </p:animEffect>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nodeType="clickEffect">
                                  <p:stCondLst>
                                    <p:cond delay="0"/>
                                  </p:stCondLst>
                                  <p:childTnLst>
                                    <p:set>
                                      <p:cBhvr>
                                        <p:cTn id="53" dur="1" fill="hold">
                                          <p:stCondLst>
                                            <p:cond delay="0"/>
                                          </p:stCondLst>
                                        </p:cTn>
                                        <p:tgtEl>
                                          <p:spTgt spid="535"/>
                                        </p:tgtEl>
                                        <p:attrNameLst>
                                          <p:attrName>style.visibility</p:attrName>
                                        </p:attrNameLst>
                                      </p:cBhvr>
                                      <p:to>
                                        <p:strVal val="visible"/>
                                      </p:to>
                                    </p:set>
                                    <p:animEffect transition="in" filter="dissolve">
                                      <p:cBhvr>
                                        <p:cTn id="54" dur="500"/>
                                        <p:tgtEl>
                                          <p:spTgt spid="535"/>
                                        </p:tgtEl>
                                      </p:cBhvr>
                                    </p:animEffect>
                                  </p:childTnLst>
                                </p:cTn>
                              </p:par>
                            </p:childTnLst>
                          </p:cTn>
                        </p:par>
                      </p:childTnLst>
                    </p:cTn>
                  </p:par>
                  <p:par>
                    <p:cTn id="55" fill="hold">
                      <p:stCondLst>
                        <p:cond delay="indefinite"/>
                      </p:stCondLst>
                      <p:childTnLst>
                        <p:par>
                          <p:cTn id="56" fill="hold">
                            <p:stCondLst>
                              <p:cond delay="0"/>
                            </p:stCondLst>
                            <p:childTnLst>
                              <p:par>
                                <p:cTn id="57" presetID="9" presetClass="entr" presetSubtype="0" fill="hold" nodeType="clickEffect">
                                  <p:stCondLst>
                                    <p:cond delay="0"/>
                                  </p:stCondLst>
                                  <p:childTnLst>
                                    <p:set>
                                      <p:cBhvr>
                                        <p:cTn id="58" dur="1" fill="hold">
                                          <p:stCondLst>
                                            <p:cond delay="0"/>
                                          </p:stCondLst>
                                        </p:cTn>
                                        <p:tgtEl>
                                          <p:spTgt spid="538"/>
                                        </p:tgtEl>
                                        <p:attrNameLst>
                                          <p:attrName>style.visibility</p:attrName>
                                        </p:attrNameLst>
                                      </p:cBhvr>
                                      <p:to>
                                        <p:strVal val="visible"/>
                                      </p:to>
                                    </p:set>
                                    <p:animEffect transition="in" filter="dissolve">
                                      <p:cBhvr>
                                        <p:cTn id="59" dur="500"/>
                                        <p:tgtEl>
                                          <p:spTgt spid="5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541" name="Content Placeholder 2">
            <a:extLst>
              <a:ext uri="{FF2B5EF4-FFF2-40B4-BE49-F238E27FC236}">
                <a16:creationId xmlns:a16="http://schemas.microsoft.com/office/drawing/2014/main" id="{B67FA1F1-3A63-A028-74A4-DB5F416C40B5}"/>
              </a:ext>
            </a:extLst>
          </p:cNvPr>
          <p:cNvSpPr txBox="1">
            <a:spLocks/>
          </p:cNvSpPr>
          <p:nvPr/>
        </p:nvSpPr>
        <p:spPr>
          <a:xfrm>
            <a:off x="10126639" y="1217071"/>
            <a:ext cx="1617090" cy="45947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35000"/>
              </a:lnSpc>
              <a:spcBef>
                <a:spcPts val="0"/>
              </a:spcBef>
              <a:spcAft>
                <a:spcPts val="600"/>
              </a:spcAft>
              <a:buNone/>
            </a:pPr>
            <a:r>
              <a:rPr lang="fa-IR" sz="2000" b="1" dirty="0">
                <a:solidFill>
                  <a:srgbClr val="1F1FFF"/>
                </a:solidFill>
                <a:latin typeface="IRANSans(FaNum)" panose="02040503050201020203" pitchFamily="18" charset="-78"/>
              </a:rPr>
              <a:t>مثال دیگر:</a:t>
            </a:r>
            <a:endParaRPr lang="fa-IR" sz="1800" b="1" dirty="0">
              <a:solidFill>
                <a:srgbClr val="1F1FFF"/>
              </a:solidFill>
              <a:latin typeface="IRANSans(FaNum)" panose="02040503050201020203" pitchFamily="18" charset="-78"/>
            </a:endParaRPr>
          </a:p>
        </p:txBody>
      </p:sp>
      <p:grpSp>
        <p:nvGrpSpPr>
          <p:cNvPr id="542" name="Group 2">
            <a:extLst>
              <a:ext uri="{FF2B5EF4-FFF2-40B4-BE49-F238E27FC236}">
                <a16:creationId xmlns:a16="http://schemas.microsoft.com/office/drawing/2014/main" id="{3D870E94-3DD3-C856-50E0-515D34F20CD0}"/>
              </a:ext>
            </a:extLst>
          </p:cNvPr>
          <p:cNvGrpSpPr>
            <a:grpSpLocks/>
          </p:cNvGrpSpPr>
          <p:nvPr/>
        </p:nvGrpSpPr>
        <p:grpSpPr bwMode="auto">
          <a:xfrm>
            <a:off x="7267328" y="1497821"/>
            <a:ext cx="4217987" cy="3364357"/>
            <a:chOff x="415" y="856"/>
            <a:chExt cx="2910" cy="2258"/>
          </a:xfrm>
        </p:grpSpPr>
        <p:grpSp>
          <p:nvGrpSpPr>
            <p:cNvPr id="543" name="Group 3">
              <a:extLst>
                <a:ext uri="{FF2B5EF4-FFF2-40B4-BE49-F238E27FC236}">
                  <a16:creationId xmlns:a16="http://schemas.microsoft.com/office/drawing/2014/main" id="{D9C058AB-5212-9E1A-780E-4E41FAF22092}"/>
                </a:ext>
              </a:extLst>
            </p:cNvPr>
            <p:cNvGrpSpPr>
              <a:grpSpLocks/>
            </p:cNvGrpSpPr>
            <p:nvPr/>
          </p:nvGrpSpPr>
          <p:grpSpPr bwMode="auto">
            <a:xfrm>
              <a:off x="1290" y="1997"/>
              <a:ext cx="316" cy="267"/>
              <a:chOff x="1613" y="2011"/>
              <a:chExt cx="316" cy="267"/>
            </a:xfrm>
          </p:grpSpPr>
          <p:sp>
            <p:nvSpPr>
              <p:cNvPr id="605" name="Oval 4">
                <a:extLst>
                  <a:ext uri="{FF2B5EF4-FFF2-40B4-BE49-F238E27FC236}">
                    <a16:creationId xmlns:a16="http://schemas.microsoft.com/office/drawing/2014/main" id="{7F9E470C-A2F4-E37B-A893-85C92936AF5A}"/>
                  </a:ext>
                </a:extLst>
              </p:cNvPr>
              <p:cNvSpPr>
                <a:spLocks noChangeArrowheads="1"/>
              </p:cNvSpPr>
              <p:nvPr/>
            </p:nvSpPr>
            <p:spPr bwMode="auto">
              <a:xfrm>
                <a:off x="1616" y="2138"/>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Line 5">
                <a:extLst>
                  <a:ext uri="{FF2B5EF4-FFF2-40B4-BE49-F238E27FC236}">
                    <a16:creationId xmlns:a16="http://schemas.microsoft.com/office/drawing/2014/main" id="{98C5E22D-7BDA-4BA5-013E-72EFBF1C7014}"/>
                  </a:ext>
                </a:extLst>
              </p:cNvPr>
              <p:cNvSpPr>
                <a:spLocks noChangeShapeType="1"/>
              </p:cNvSpPr>
              <p:nvPr/>
            </p:nvSpPr>
            <p:spPr bwMode="auto">
              <a:xfrm>
                <a:off x="1616" y="212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7" name="Line 6">
                <a:extLst>
                  <a:ext uri="{FF2B5EF4-FFF2-40B4-BE49-F238E27FC236}">
                    <a16:creationId xmlns:a16="http://schemas.microsoft.com/office/drawing/2014/main" id="{2A4C4C7B-E34C-1963-BB0D-A27D8905D236}"/>
                  </a:ext>
                </a:extLst>
              </p:cNvPr>
              <p:cNvSpPr>
                <a:spLocks noChangeShapeType="1"/>
              </p:cNvSpPr>
              <p:nvPr/>
            </p:nvSpPr>
            <p:spPr bwMode="auto">
              <a:xfrm>
                <a:off x="1929" y="2129"/>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Rectangle 7">
                <a:extLst>
                  <a:ext uri="{FF2B5EF4-FFF2-40B4-BE49-F238E27FC236}">
                    <a16:creationId xmlns:a16="http://schemas.microsoft.com/office/drawing/2014/main" id="{9FC0F567-025D-3A73-A5CE-69380B85F8DB}"/>
                  </a:ext>
                </a:extLst>
              </p:cNvPr>
              <p:cNvSpPr>
                <a:spLocks noChangeArrowheads="1"/>
              </p:cNvSpPr>
              <p:nvPr/>
            </p:nvSpPr>
            <p:spPr bwMode="auto">
              <a:xfrm>
                <a:off x="1616" y="2129"/>
                <a:ext cx="308"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9" name="Oval 8">
                <a:extLst>
                  <a:ext uri="{FF2B5EF4-FFF2-40B4-BE49-F238E27FC236}">
                    <a16:creationId xmlns:a16="http://schemas.microsoft.com/office/drawing/2014/main" id="{D5D43645-5264-62E8-2E3B-0233A019AA9C}"/>
                  </a:ext>
                </a:extLst>
              </p:cNvPr>
              <p:cNvSpPr>
                <a:spLocks noChangeArrowheads="1"/>
              </p:cNvSpPr>
              <p:nvPr/>
            </p:nvSpPr>
            <p:spPr bwMode="auto">
              <a:xfrm>
                <a:off x="1613" y="2072"/>
                <a:ext cx="311"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0" name="Rectangle 9">
                <a:extLst>
                  <a:ext uri="{FF2B5EF4-FFF2-40B4-BE49-F238E27FC236}">
                    <a16:creationId xmlns:a16="http://schemas.microsoft.com/office/drawing/2014/main" id="{0E31C515-F081-8F64-C9B6-77058DF82149}"/>
                  </a:ext>
                </a:extLst>
              </p:cNvPr>
              <p:cNvSpPr>
                <a:spLocks noChangeArrowheads="1"/>
              </p:cNvSpPr>
              <p:nvPr/>
            </p:nvSpPr>
            <p:spPr bwMode="auto">
              <a:xfrm>
                <a:off x="1686" y="2100"/>
                <a:ext cx="140" cy="105"/>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Text Box 10">
                <a:extLst>
                  <a:ext uri="{FF2B5EF4-FFF2-40B4-BE49-F238E27FC236}">
                    <a16:creationId xmlns:a16="http://schemas.microsoft.com/office/drawing/2014/main" id="{6FC15D53-A3AC-ADD4-3BA7-1611F75A4084}"/>
                  </a:ext>
                </a:extLst>
              </p:cNvPr>
              <p:cNvSpPr txBox="1">
                <a:spLocks noChangeArrowheads="1"/>
              </p:cNvSpPr>
              <p:nvPr/>
            </p:nvSpPr>
            <p:spPr bwMode="auto">
              <a:xfrm>
                <a:off x="1633" y="2011"/>
                <a:ext cx="254" cy="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4" name="Text Box 11">
              <a:extLst>
                <a:ext uri="{FF2B5EF4-FFF2-40B4-BE49-F238E27FC236}">
                  <a16:creationId xmlns:a16="http://schemas.microsoft.com/office/drawing/2014/main" id="{CBA39A01-6232-029A-E335-AC9D5B33ADF3}"/>
                </a:ext>
              </a:extLst>
            </p:cNvPr>
            <p:cNvSpPr txBox="1">
              <a:spLocks noChangeArrowheads="1"/>
            </p:cNvSpPr>
            <p:nvPr/>
          </p:nvSpPr>
          <p:spPr bwMode="auto">
            <a:xfrm>
              <a:off x="925" y="1959"/>
              <a:ext cx="215"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5" name="Text Box 12">
              <a:extLst>
                <a:ext uri="{FF2B5EF4-FFF2-40B4-BE49-F238E27FC236}">
                  <a16:creationId xmlns:a16="http://schemas.microsoft.com/office/drawing/2014/main" id="{0A2A1582-A9BD-AD26-69E2-6211592D10FE}"/>
                </a:ext>
              </a:extLst>
            </p:cNvPr>
            <p:cNvSpPr txBox="1">
              <a:spLocks noChangeArrowheads="1"/>
            </p:cNvSpPr>
            <p:nvPr/>
          </p:nvSpPr>
          <p:spPr bwMode="auto">
            <a:xfrm>
              <a:off x="1430" y="1478"/>
              <a:ext cx="215"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46" name="Group 13">
              <a:extLst>
                <a:ext uri="{FF2B5EF4-FFF2-40B4-BE49-F238E27FC236}">
                  <a16:creationId xmlns:a16="http://schemas.microsoft.com/office/drawing/2014/main" id="{DCA898E0-633A-D4C4-551B-DB3F837D254B}"/>
                </a:ext>
              </a:extLst>
            </p:cNvPr>
            <p:cNvGrpSpPr>
              <a:grpSpLocks/>
            </p:cNvGrpSpPr>
            <p:nvPr/>
          </p:nvGrpSpPr>
          <p:grpSpPr bwMode="auto">
            <a:xfrm>
              <a:off x="1299" y="2848"/>
              <a:ext cx="316" cy="266"/>
              <a:chOff x="1613" y="2011"/>
              <a:chExt cx="316" cy="266"/>
            </a:xfrm>
          </p:grpSpPr>
          <p:sp>
            <p:nvSpPr>
              <p:cNvPr id="598" name="Oval 14">
                <a:extLst>
                  <a:ext uri="{FF2B5EF4-FFF2-40B4-BE49-F238E27FC236}">
                    <a16:creationId xmlns:a16="http://schemas.microsoft.com/office/drawing/2014/main" id="{11D17BF2-1706-B743-759C-8ACA859CBDF6}"/>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Line 15">
                <a:extLst>
                  <a:ext uri="{FF2B5EF4-FFF2-40B4-BE49-F238E27FC236}">
                    <a16:creationId xmlns:a16="http://schemas.microsoft.com/office/drawing/2014/main" id="{C081A220-AC21-F949-2835-841A16078BF4}"/>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0" name="Line 16">
                <a:extLst>
                  <a:ext uri="{FF2B5EF4-FFF2-40B4-BE49-F238E27FC236}">
                    <a16:creationId xmlns:a16="http://schemas.microsoft.com/office/drawing/2014/main" id="{48C22579-A7B4-706B-51A5-C93C8FEC7898}"/>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Rectangle 17">
                <a:extLst>
                  <a:ext uri="{FF2B5EF4-FFF2-40B4-BE49-F238E27FC236}">
                    <a16:creationId xmlns:a16="http://schemas.microsoft.com/office/drawing/2014/main" id="{8C8D61E8-2F4E-153B-0FCC-C202B9D8D9BB}"/>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2" name="Oval 18">
                <a:extLst>
                  <a:ext uri="{FF2B5EF4-FFF2-40B4-BE49-F238E27FC236}">
                    <a16:creationId xmlns:a16="http://schemas.microsoft.com/office/drawing/2014/main" id="{4682921C-6B98-8094-A0CD-49CCD2361849}"/>
                  </a:ext>
                </a:extLst>
              </p:cNvPr>
              <p:cNvSpPr>
                <a:spLocks noChangeArrowheads="1"/>
              </p:cNvSpPr>
              <p:nvPr/>
            </p:nvSpPr>
            <p:spPr bwMode="auto">
              <a:xfrm>
                <a:off x="1613" y="207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3" name="Rectangle 19">
                <a:extLst>
                  <a:ext uri="{FF2B5EF4-FFF2-40B4-BE49-F238E27FC236}">
                    <a16:creationId xmlns:a16="http://schemas.microsoft.com/office/drawing/2014/main" id="{E9686725-2CF4-C5EE-2177-886E7EA9F82D}"/>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4" name="Text Box 20">
                <a:extLst>
                  <a:ext uri="{FF2B5EF4-FFF2-40B4-BE49-F238E27FC236}">
                    <a16:creationId xmlns:a16="http://schemas.microsoft.com/office/drawing/2014/main" id="{3078460C-E226-CBDE-9FD2-04C506633DFC}"/>
                  </a:ext>
                </a:extLst>
              </p:cNvPr>
              <p:cNvSpPr txBox="1">
                <a:spLocks noChangeArrowheads="1"/>
              </p:cNvSpPr>
              <p:nvPr/>
            </p:nvSpPr>
            <p:spPr bwMode="auto">
              <a:xfrm>
                <a:off x="1652" y="2011"/>
                <a:ext cx="215" cy="2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47" name="Group 21">
              <a:extLst>
                <a:ext uri="{FF2B5EF4-FFF2-40B4-BE49-F238E27FC236}">
                  <a16:creationId xmlns:a16="http://schemas.microsoft.com/office/drawing/2014/main" id="{BEF10EA5-C1A1-5527-7CB8-79164E116234}"/>
                </a:ext>
              </a:extLst>
            </p:cNvPr>
            <p:cNvGrpSpPr>
              <a:grpSpLocks/>
            </p:cNvGrpSpPr>
            <p:nvPr/>
          </p:nvGrpSpPr>
          <p:grpSpPr bwMode="auto">
            <a:xfrm>
              <a:off x="1295" y="856"/>
              <a:ext cx="316" cy="266"/>
              <a:chOff x="1613" y="2011"/>
              <a:chExt cx="316" cy="266"/>
            </a:xfrm>
          </p:grpSpPr>
          <p:sp>
            <p:nvSpPr>
              <p:cNvPr id="591" name="Oval 22">
                <a:extLst>
                  <a:ext uri="{FF2B5EF4-FFF2-40B4-BE49-F238E27FC236}">
                    <a16:creationId xmlns:a16="http://schemas.microsoft.com/office/drawing/2014/main" id="{851BAF34-E998-1231-07F9-1D59A4AC940F}"/>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2" name="Line 23">
                <a:extLst>
                  <a:ext uri="{FF2B5EF4-FFF2-40B4-BE49-F238E27FC236}">
                    <a16:creationId xmlns:a16="http://schemas.microsoft.com/office/drawing/2014/main" id="{07A7E7D5-BEFC-269D-4E1B-34DB9360E5DB}"/>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3" name="Line 24">
                <a:extLst>
                  <a:ext uri="{FF2B5EF4-FFF2-40B4-BE49-F238E27FC236}">
                    <a16:creationId xmlns:a16="http://schemas.microsoft.com/office/drawing/2014/main" id="{5C4C554C-DF16-1595-5C75-6A06687BBDC6}"/>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4" name="Rectangle 25">
                <a:extLst>
                  <a:ext uri="{FF2B5EF4-FFF2-40B4-BE49-F238E27FC236}">
                    <a16:creationId xmlns:a16="http://schemas.microsoft.com/office/drawing/2014/main" id="{318140D1-3483-5446-0BC5-D08849CB1362}"/>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5" name="Oval 26">
                <a:extLst>
                  <a:ext uri="{FF2B5EF4-FFF2-40B4-BE49-F238E27FC236}">
                    <a16:creationId xmlns:a16="http://schemas.microsoft.com/office/drawing/2014/main" id="{5EBF7448-67FC-E1D0-ADFB-5C4868BD86F9}"/>
                  </a:ext>
                </a:extLst>
              </p:cNvPr>
              <p:cNvSpPr>
                <a:spLocks noChangeArrowheads="1"/>
              </p:cNvSpPr>
              <p:nvPr/>
            </p:nvSpPr>
            <p:spPr bwMode="auto">
              <a:xfrm>
                <a:off x="1611" y="2072"/>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6" name="Rectangle 27">
                <a:extLst>
                  <a:ext uri="{FF2B5EF4-FFF2-40B4-BE49-F238E27FC236}">
                    <a16:creationId xmlns:a16="http://schemas.microsoft.com/office/drawing/2014/main" id="{9397269C-47B6-FB28-E9AD-CF83A6B1C0CB}"/>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7" name="Text Box 28">
                <a:extLst>
                  <a:ext uri="{FF2B5EF4-FFF2-40B4-BE49-F238E27FC236}">
                    <a16:creationId xmlns:a16="http://schemas.microsoft.com/office/drawing/2014/main" id="{E64F9BF2-8702-8D4E-E645-DBD81CF93F3D}"/>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48" name="Group 29">
              <a:extLst>
                <a:ext uri="{FF2B5EF4-FFF2-40B4-BE49-F238E27FC236}">
                  <a16:creationId xmlns:a16="http://schemas.microsoft.com/office/drawing/2014/main" id="{202393B1-2FE2-24AA-3BA1-C72DDC9E4C9F}"/>
                </a:ext>
              </a:extLst>
            </p:cNvPr>
            <p:cNvGrpSpPr>
              <a:grpSpLocks/>
            </p:cNvGrpSpPr>
            <p:nvPr/>
          </p:nvGrpSpPr>
          <p:grpSpPr bwMode="auto">
            <a:xfrm>
              <a:off x="415" y="2028"/>
              <a:ext cx="316" cy="267"/>
              <a:chOff x="1613" y="2011"/>
              <a:chExt cx="316" cy="267"/>
            </a:xfrm>
          </p:grpSpPr>
          <p:sp>
            <p:nvSpPr>
              <p:cNvPr id="584" name="Oval 30">
                <a:extLst>
                  <a:ext uri="{FF2B5EF4-FFF2-40B4-BE49-F238E27FC236}">
                    <a16:creationId xmlns:a16="http://schemas.microsoft.com/office/drawing/2014/main" id="{4D1C98AB-CEB6-9161-8BD4-6C88D4ECC36C}"/>
                  </a:ext>
                </a:extLst>
              </p:cNvPr>
              <p:cNvSpPr>
                <a:spLocks noChangeArrowheads="1"/>
              </p:cNvSpPr>
              <p:nvPr/>
            </p:nvSpPr>
            <p:spPr bwMode="auto">
              <a:xfrm>
                <a:off x="1616" y="2138"/>
                <a:ext cx="313" cy="82"/>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5" name="Line 31">
                <a:extLst>
                  <a:ext uri="{FF2B5EF4-FFF2-40B4-BE49-F238E27FC236}">
                    <a16:creationId xmlns:a16="http://schemas.microsoft.com/office/drawing/2014/main" id="{45252152-3E78-A122-C8C4-F0B35FC501CE}"/>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6" name="Line 32">
                <a:extLst>
                  <a:ext uri="{FF2B5EF4-FFF2-40B4-BE49-F238E27FC236}">
                    <a16:creationId xmlns:a16="http://schemas.microsoft.com/office/drawing/2014/main" id="{62190D60-DDA7-F071-8BC6-A0241C6D3A3F}"/>
                  </a:ext>
                </a:extLst>
              </p:cNvPr>
              <p:cNvSpPr>
                <a:spLocks noChangeShapeType="1"/>
              </p:cNvSpPr>
              <p:nvPr/>
            </p:nvSpPr>
            <p:spPr bwMode="auto">
              <a:xfrm>
                <a:off x="1931"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7" name="Rectangle 33">
                <a:extLst>
                  <a:ext uri="{FF2B5EF4-FFF2-40B4-BE49-F238E27FC236}">
                    <a16:creationId xmlns:a16="http://schemas.microsoft.com/office/drawing/2014/main" id="{1BACABA1-5D44-D36E-CB6B-B8DE7AAE060D}"/>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8" name="Oval 34">
                <a:extLst>
                  <a:ext uri="{FF2B5EF4-FFF2-40B4-BE49-F238E27FC236}">
                    <a16:creationId xmlns:a16="http://schemas.microsoft.com/office/drawing/2014/main" id="{247F0D16-AC3E-8531-3574-F5647B6D747E}"/>
                  </a:ext>
                </a:extLst>
              </p:cNvPr>
              <p:cNvSpPr>
                <a:spLocks noChangeArrowheads="1"/>
              </p:cNvSpPr>
              <p:nvPr/>
            </p:nvSpPr>
            <p:spPr bwMode="auto">
              <a:xfrm>
                <a:off x="1613" y="2072"/>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9" name="Rectangle 35">
                <a:extLst>
                  <a:ext uri="{FF2B5EF4-FFF2-40B4-BE49-F238E27FC236}">
                    <a16:creationId xmlns:a16="http://schemas.microsoft.com/office/drawing/2014/main" id="{9F108237-EB98-26AE-2495-C6B457CB28EA}"/>
                  </a:ext>
                </a:extLst>
              </p:cNvPr>
              <p:cNvSpPr>
                <a:spLocks noChangeArrowheads="1"/>
              </p:cNvSpPr>
              <p:nvPr/>
            </p:nvSpPr>
            <p:spPr bwMode="auto">
              <a:xfrm>
                <a:off x="1687" y="2102"/>
                <a:ext cx="141" cy="103"/>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0" name="Text Box 36">
                <a:extLst>
                  <a:ext uri="{FF2B5EF4-FFF2-40B4-BE49-F238E27FC236}">
                    <a16:creationId xmlns:a16="http://schemas.microsoft.com/office/drawing/2014/main" id="{EB444A9E-6151-9475-6F90-4F4682AF6FF1}"/>
                  </a:ext>
                </a:extLst>
              </p:cNvPr>
              <p:cNvSpPr txBox="1">
                <a:spLocks noChangeArrowheads="1"/>
              </p:cNvSpPr>
              <p:nvPr/>
            </p:nvSpPr>
            <p:spPr bwMode="auto">
              <a:xfrm>
                <a:off x="1648" y="2011"/>
                <a:ext cx="226" cy="2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9" name="Line 37">
              <a:extLst>
                <a:ext uri="{FF2B5EF4-FFF2-40B4-BE49-F238E27FC236}">
                  <a16:creationId xmlns:a16="http://schemas.microsoft.com/office/drawing/2014/main" id="{81D1B65C-CA5C-A744-3502-857D6907BB7B}"/>
                </a:ext>
              </a:extLst>
            </p:cNvPr>
            <p:cNvSpPr>
              <a:spLocks noChangeShapeType="1"/>
            </p:cNvSpPr>
            <p:nvPr/>
          </p:nvSpPr>
          <p:spPr bwMode="auto">
            <a:xfrm>
              <a:off x="738" y="2156"/>
              <a:ext cx="632"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Line 38">
              <a:extLst>
                <a:ext uri="{FF2B5EF4-FFF2-40B4-BE49-F238E27FC236}">
                  <a16:creationId xmlns:a16="http://schemas.microsoft.com/office/drawing/2014/main" id="{BE00AE62-9B41-C3F6-361D-48F006A19790}"/>
                </a:ext>
              </a:extLst>
            </p:cNvPr>
            <p:cNvSpPr>
              <a:spLocks noChangeShapeType="1"/>
            </p:cNvSpPr>
            <p:nvPr/>
          </p:nvSpPr>
          <p:spPr bwMode="auto">
            <a:xfrm>
              <a:off x="1440" y="1082"/>
              <a:ext cx="0" cy="9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Line 39">
              <a:extLst>
                <a:ext uri="{FF2B5EF4-FFF2-40B4-BE49-F238E27FC236}">
                  <a16:creationId xmlns:a16="http://schemas.microsoft.com/office/drawing/2014/main" id="{5F5B491D-E651-D6DB-A4B5-9FEDB8ECC6EB}"/>
                </a:ext>
              </a:extLst>
            </p:cNvPr>
            <p:cNvSpPr>
              <a:spLocks noChangeShapeType="1"/>
            </p:cNvSpPr>
            <p:nvPr/>
          </p:nvSpPr>
          <p:spPr bwMode="auto">
            <a:xfrm flipH="1">
              <a:off x="614" y="1021"/>
              <a:ext cx="674" cy="108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Text Box 40">
              <a:extLst>
                <a:ext uri="{FF2B5EF4-FFF2-40B4-BE49-F238E27FC236}">
                  <a16:creationId xmlns:a16="http://schemas.microsoft.com/office/drawing/2014/main" id="{C1A32BCC-4035-475C-2474-1BDF1A9967D9}"/>
                </a:ext>
              </a:extLst>
            </p:cNvPr>
            <p:cNvSpPr txBox="1">
              <a:spLocks noChangeArrowheads="1"/>
            </p:cNvSpPr>
            <p:nvPr/>
          </p:nvSpPr>
          <p:spPr bwMode="auto">
            <a:xfrm>
              <a:off x="772" y="1368"/>
              <a:ext cx="215" cy="2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Line 41">
              <a:extLst>
                <a:ext uri="{FF2B5EF4-FFF2-40B4-BE49-F238E27FC236}">
                  <a16:creationId xmlns:a16="http://schemas.microsoft.com/office/drawing/2014/main" id="{69E52E29-03F7-8286-157F-CE1C57ABB852}"/>
                </a:ext>
              </a:extLst>
            </p:cNvPr>
            <p:cNvSpPr>
              <a:spLocks noChangeShapeType="1"/>
            </p:cNvSpPr>
            <p:nvPr/>
          </p:nvSpPr>
          <p:spPr bwMode="auto">
            <a:xfrm>
              <a:off x="1447" y="2206"/>
              <a:ext cx="9" cy="71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Text Box 42">
              <a:extLst>
                <a:ext uri="{FF2B5EF4-FFF2-40B4-BE49-F238E27FC236}">
                  <a16:creationId xmlns:a16="http://schemas.microsoft.com/office/drawing/2014/main" id="{EA040663-FBD4-B577-F32D-AA789E660DC2}"/>
                </a:ext>
              </a:extLst>
            </p:cNvPr>
            <p:cNvSpPr txBox="1">
              <a:spLocks noChangeArrowheads="1"/>
            </p:cNvSpPr>
            <p:nvPr/>
          </p:nvSpPr>
          <p:spPr bwMode="auto">
            <a:xfrm>
              <a:off x="1454" y="2407"/>
              <a:ext cx="215"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Freeform 43">
              <a:extLst>
                <a:ext uri="{FF2B5EF4-FFF2-40B4-BE49-F238E27FC236}">
                  <a16:creationId xmlns:a16="http://schemas.microsoft.com/office/drawing/2014/main" id="{33454585-22C7-3DAA-E67F-1C4C58FC05D1}"/>
                </a:ext>
              </a:extLst>
            </p:cNvPr>
            <p:cNvSpPr>
              <a:spLocks/>
            </p:cNvSpPr>
            <p:nvPr/>
          </p:nvSpPr>
          <p:spPr bwMode="auto">
            <a:xfrm>
              <a:off x="601" y="2227"/>
              <a:ext cx="860" cy="799"/>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6" name="Text Box 44">
              <a:extLst>
                <a:ext uri="{FF2B5EF4-FFF2-40B4-BE49-F238E27FC236}">
                  <a16:creationId xmlns:a16="http://schemas.microsoft.com/office/drawing/2014/main" id="{36D37E0E-2954-B471-90AB-B4EBF5780E02}"/>
                </a:ext>
              </a:extLst>
            </p:cNvPr>
            <p:cNvSpPr txBox="1">
              <a:spLocks noChangeArrowheads="1"/>
            </p:cNvSpPr>
            <p:nvPr/>
          </p:nvSpPr>
          <p:spPr bwMode="auto">
            <a:xfrm>
              <a:off x="768" y="2582"/>
              <a:ext cx="216"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Line 45">
              <a:extLst>
                <a:ext uri="{FF2B5EF4-FFF2-40B4-BE49-F238E27FC236}">
                  <a16:creationId xmlns:a16="http://schemas.microsoft.com/office/drawing/2014/main" id="{99A5C94C-3622-857D-5677-2F4095CEC86F}"/>
                </a:ext>
              </a:extLst>
            </p:cNvPr>
            <p:cNvSpPr>
              <a:spLocks noChangeShapeType="1"/>
            </p:cNvSpPr>
            <p:nvPr/>
          </p:nvSpPr>
          <p:spPr bwMode="auto">
            <a:xfrm flipH="1">
              <a:off x="1450" y="2158"/>
              <a:ext cx="998" cy="82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Text Box 46">
              <a:extLst>
                <a:ext uri="{FF2B5EF4-FFF2-40B4-BE49-F238E27FC236}">
                  <a16:creationId xmlns:a16="http://schemas.microsoft.com/office/drawing/2014/main" id="{494A5773-A1EA-0F7D-2574-9BD4F42487BA}"/>
                </a:ext>
              </a:extLst>
            </p:cNvPr>
            <p:cNvSpPr txBox="1">
              <a:spLocks noChangeArrowheads="1"/>
            </p:cNvSpPr>
            <p:nvPr/>
          </p:nvSpPr>
          <p:spPr bwMode="auto">
            <a:xfrm>
              <a:off x="1896" y="2569"/>
              <a:ext cx="216"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Freeform 47">
              <a:extLst>
                <a:ext uri="{FF2B5EF4-FFF2-40B4-BE49-F238E27FC236}">
                  <a16:creationId xmlns:a16="http://schemas.microsoft.com/office/drawing/2014/main" id="{A1240BC0-C7FC-BFC8-8DF4-A2958F88D34F}"/>
                </a:ext>
              </a:extLst>
            </p:cNvPr>
            <p:cNvSpPr>
              <a:spLocks/>
            </p:cNvSpPr>
            <p:nvPr/>
          </p:nvSpPr>
          <p:spPr bwMode="auto">
            <a:xfrm>
              <a:off x="1477" y="1946"/>
              <a:ext cx="991" cy="484"/>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48">
              <a:extLst>
                <a:ext uri="{FF2B5EF4-FFF2-40B4-BE49-F238E27FC236}">
                  <a16:creationId xmlns:a16="http://schemas.microsoft.com/office/drawing/2014/main" id="{2543A179-6926-2D06-52A9-AE3DD95FEE22}"/>
                </a:ext>
              </a:extLst>
            </p:cNvPr>
            <p:cNvGrpSpPr>
              <a:grpSpLocks/>
            </p:cNvGrpSpPr>
            <p:nvPr/>
          </p:nvGrpSpPr>
          <p:grpSpPr bwMode="auto">
            <a:xfrm>
              <a:off x="2332" y="2021"/>
              <a:ext cx="316" cy="266"/>
              <a:chOff x="1613" y="2011"/>
              <a:chExt cx="316" cy="266"/>
            </a:xfrm>
          </p:grpSpPr>
          <p:sp>
            <p:nvSpPr>
              <p:cNvPr id="577" name="Oval 49">
                <a:extLst>
                  <a:ext uri="{FF2B5EF4-FFF2-40B4-BE49-F238E27FC236}">
                    <a16:creationId xmlns:a16="http://schemas.microsoft.com/office/drawing/2014/main" id="{9DEDE45F-7BC6-C5AB-F0FF-645CDBE071C4}"/>
                  </a:ext>
                </a:extLst>
              </p:cNvPr>
              <p:cNvSpPr>
                <a:spLocks noChangeArrowheads="1"/>
              </p:cNvSpPr>
              <p:nvPr/>
            </p:nvSpPr>
            <p:spPr bwMode="auto">
              <a:xfrm>
                <a:off x="1616" y="2136"/>
                <a:ext cx="313" cy="82"/>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8" name="Line 50">
                <a:extLst>
                  <a:ext uri="{FF2B5EF4-FFF2-40B4-BE49-F238E27FC236}">
                    <a16:creationId xmlns:a16="http://schemas.microsoft.com/office/drawing/2014/main" id="{076496CA-DD28-0884-EF2D-945461B4C3F4}"/>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Line 51">
                <a:extLst>
                  <a:ext uri="{FF2B5EF4-FFF2-40B4-BE49-F238E27FC236}">
                    <a16:creationId xmlns:a16="http://schemas.microsoft.com/office/drawing/2014/main" id="{8F2F3E19-A720-E6C4-0F99-0662B8D8ACAB}"/>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0" name="Rectangle 52">
                <a:extLst>
                  <a:ext uri="{FF2B5EF4-FFF2-40B4-BE49-F238E27FC236}">
                    <a16:creationId xmlns:a16="http://schemas.microsoft.com/office/drawing/2014/main" id="{F0A08914-8AAB-3A2D-CFBD-C6249F0D778E}"/>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1" name="Oval 53">
                <a:extLst>
                  <a:ext uri="{FF2B5EF4-FFF2-40B4-BE49-F238E27FC236}">
                    <a16:creationId xmlns:a16="http://schemas.microsoft.com/office/drawing/2014/main" id="{37DB392B-9345-5972-BCA6-CF69D8EC5F22}"/>
                  </a:ext>
                </a:extLst>
              </p:cNvPr>
              <p:cNvSpPr>
                <a:spLocks noChangeArrowheads="1"/>
              </p:cNvSpPr>
              <p:nvPr/>
            </p:nvSpPr>
            <p:spPr bwMode="auto">
              <a:xfrm>
                <a:off x="1613" y="2070"/>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2" name="Rectangle 54">
                <a:extLst>
                  <a:ext uri="{FF2B5EF4-FFF2-40B4-BE49-F238E27FC236}">
                    <a16:creationId xmlns:a16="http://schemas.microsoft.com/office/drawing/2014/main" id="{09618E1E-3A46-3C99-7715-E64CCD62A1A6}"/>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3" name="Text Box 55">
                <a:extLst>
                  <a:ext uri="{FF2B5EF4-FFF2-40B4-BE49-F238E27FC236}">
                    <a16:creationId xmlns:a16="http://schemas.microsoft.com/office/drawing/2014/main" id="{02BBD086-1B6B-1FF9-4114-574F8AE07FEA}"/>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Text Box 56">
              <a:extLst>
                <a:ext uri="{FF2B5EF4-FFF2-40B4-BE49-F238E27FC236}">
                  <a16:creationId xmlns:a16="http://schemas.microsoft.com/office/drawing/2014/main" id="{43C2FAC2-3B81-82AE-4161-AF23B1BFB6C7}"/>
                </a:ext>
              </a:extLst>
            </p:cNvPr>
            <p:cNvSpPr txBox="1">
              <a:spLocks noChangeArrowheads="1"/>
            </p:cNvSpPr>
            <p:nvPr/>
          </p:nvSpPr>
          <p:spPr bwMode="auto">
            <a:xfrm>
              <a:off x="1814" y="1721"/>
              <a:ext cx="216"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8</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2" name="Group 57">
              <a:extLst>
                <a:ext uri="{FF2B5EF4-FFF2-40B4-BE49-F238E27FC236}">
                  <a16:creationId xmlns:a16="http://schemas.microsoft.com/office/drawing/2014/main" id="{4409966A-218C-579B-EE8D-1108EF5356E7}"/>
                </a:ext>
              </a:extLst>
            </p:cNvPr>
            <p:cNvGrpSpPr>
              <a:grpSpLocks/>
            </p:cNvGrpSpPr>
            <p:nvPr/>
          </p:nvGrpSpPr>
          <p:grpSpPr bwMode="auto">
            <a:xfrm>
              <a:off x="3009" y="2002"/>
              <a:ext cx="316" cy="266"/>
              <a:chOff x="1613" y="2011"/>
              <a:chExt cx="316" cy="266"/>
            </a:xfrm>
          </p:grpSpPr>
          <p:sp>
            <p:nvSpPr>
              <p:cNvPr id="570" name="Oval 58">
                <a:extLst>
                  <a:ext uri="{FF2B5EF4-FFF2-40B4-BE49-F238E27FC236}">
                    <a16:creationId xmlns:a16="http://schemas.microsoft.com/office/drawing/2014/main" id="{5B39FA52-3859-784A-D7FA-5B37522B8548}"/>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Line 59">
                <a:extLst>
                  <a:ext uri="{FF2B5EF4-FFF2-40B4-BE49-F238E27FC236}">
                    <a16:creationId xmlns:a16="http://schemas.microsoft.com/office/drawing/2014/main" id="{50B31073-9E38-765C-BF30-2FC99B42561C}"/>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Line 60">
                <a:extLst>
                  <a:ext uri="{FF2B5EF4-FFF2-40B4-BE49-F238E27FC236}">
                    <a16:creationId xmlns:a16="http://schemas.microsoft.com/office/drawing/2014/main" id="{6FFAE68F-372D-D578-2A57-EC73ED41C25E}"/>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Rectangle 61">
                <a:extLst>
                  <a:ext uri="{FF2B5EF4-FFF2-40B4-BE49-F238E27FC236}">
                    <a16:creationId xmlns:a16="http://schemas.microsoft.com/office/drawing/2014/main" id="{DCFEF223-4FC6-CF92-C994-20CF61DA0FDD}"/>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4" name="Oval 62">
                <a:extLst>
                  <a:ext uri="{FF2B5EF4-FFF2-40B4-BE49-F238E27FC236}">
                    <a16:creationId xmlns:a16="http://schemas.microsoft.com/office/drawing/2014/main" id="{46DA4EF8-A3AC-336D-91B1-F012BF02278D}"/>
                  </a:ext>
                </a:extLst>
              </p:cNvPr>
              <p:cNvSpPr>
                <a:spLocks noChangeArrowheads="1"/>
              </p:cNvSpPr>
              <p:nvPr/>
            </p:nvSpPr>
            <p:spPr bwMode="auto">
              <a:xfrm>
                <a:off x="1611" y="207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63">
                <a:extLst>
                  <a:ext uri="{FF2B5EF4-FFF2-40B4-BE49-F238E27FC236}">
                    <a16:creationId xmlns:a16="http://schemas.microsoft.com/office/drawing/2014/main" id="{57CACA94-E2D5-AD8F-5B95-1D6A36EFE2AD}"/>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64">
                <a:extLst>
                  <a:ext uri="{FF2B5EF4-FFF2-40B4-BE49-F238E27FC236}">
                    <a16:creationId xmlns:a16="http://schemas.microsoft.com/office/drawing/2014/main" id="{64B33345-D026-D09F-ADA0-23F2CF71D36F}"/>
                  </a:ext>
                </a:extLst>
              </p:cNvPr>
              <p:cNvSpPr txBox="1">
                <a:spLocks noChangeArrowheads="1"/>
              </p:cNvSpPr>
              <p:nvPr/>
            </p:nvSpPr>
            <p:spPr bwMode="auto">
              <a:xfrm>
                <a:off x="1653" y="2011"/>
                <a:ext cx="215" cy="2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z</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3" name="Line 65">
              <a:extLst>
                <a:ext uri="{FF2B5EF4-FFF2-40B4-BE49-F238E27FC236}">
                  <a16:creationId xmlns:a16="http://schemas.microsoft.com/office/drawing/2014/main" id="{C9740B4E-A1DB-EC13-0BE2-0759881A49E6}"/>
                </a:ext>
              </a:extLst>
            </p:cNvPr>
            <p:cNvSpPr>
              <a:spLocks noChangeShapeType="1"/>
            </p:cNvSpPr>
            <p:nvPr/>
          </p:nvSpPr>
          <p:spPr bwMode="auto">
            <a:xfrm>
              <a:off x="2640" y="2149"/>
              <a:ext cx="352"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Text Box 66">
              <a:extLst>
                <a:ext uri="{FF2B5EF4-FFF2-40B4-BE49-F238E27FC236}">
                  <a16:creationId xmlns:a16="http://schemas.microsoft.com/office/drawing/2014/main" id="{B5255450-3F82-4349-77FA-3BE581F51E89}"/>
                </a:ext>
              </a:extLst>
            </p:cNvPr>
            <p:cNvSpPr txBox="1">
              <a:spLocks noChangeArrowheads="1"/>
            </p:cNvSpPr>
            <p:nvPr/>
          </p:nvSpPr>
          <p:spPr bwMode="auto">
            <a:xfrm>
              <a:off x="2706" y="2149"/>
              <a:ext cx="215" cy="2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Line 67">
              <a:extLst>
                <a:ext uri="{FF2B5EF4-FFF2-40B4-BE49-F238E27FC236}">
                  <a16:creationId xmlns:a16="http://schemas.microsoft.com/office/drawing/2014/main" id="{4C76C3AA-F9AA-D7FF-2E77-F05373241ACF}"/>
                </a:ext>
              </a:extLst>
            </p:cNvPr>
            <p:cNvSpPr>
              <a:spLocks noChangeShapeType="1"/>
            </p:cNvSpPr>
            <p:nvPr/>
          </p:nvSpPr>
          <p:spPr bwMode="auto">
            <a:xfrm>
              <a:off x="1503" y="990"/>
              <a:ext cx="965" cy="1138"/>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Text Box 68">
              <a:extLst>
                <a:ext uri="{FF2B5EF4-FFF2-40B4-BE49-F238E27FC236}">
                  <a16:creationId xmlns:a16="http://schemas.microsoft.com/office/drawing/2014/main" id="{F4991399-63B5-4B03-174F-43AADA8D7476}"/>
                </a:ext>
              </a:extLst>
            </p:cNvPr>
            <p:cNvSpPr txBox="1">
              <a:spLocks noChangeArrowheads="1"/>
            </p:cNvSpPr>
            <p:nvPr/>
          </p:nvSpPr>
          <p:spPr bwMode="auto">
            <a:xfrm>
              <a:off x="1919" y="1343"/>
              <a:ext cx="216"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Freeform 69">
              <a:extLst>
                <a:ext uri="{FF2B5EF4-FFF2-40B4-BE49-F238E27FC236}">
                  <a16:creationId xmlns:a16="http://schemas.microsoft.com/office/drawing/2014/main" id="{610A3F37-833C-FD11-B0CA-518C55511600}"/>
                </a:ext>
              </a:extLst>
            </p:cNvPr>
            <p:cNvSpPr>
              <a:spLocks/>
            </p:cNvSpPr>
            <p:nvPr/>
          </p:nvSpPr>
          <p:spPr bwMode="auto">
            <a:xfrm>
              <a:off x="1489" y="976"/>
              <a:ext cx="28" cy="14"/>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Freeform 70">
              <a:extLst>
                <a:ext uri="{FF2B5EF4-FFF2-40B4-BE49-F238E27FC236}">
                  <a16:creationId xmlns:a16="http://schemas.microsoft.com/office/drawing/2014/main" id="{DAA15570-1FFA-52F6-9A2F-1DA11C5525C6}"/>
                </a:ext>
              </a:extLst>
            </p:cNvPr>
            <p:cNvSpPr>
              <a:spLocks/>
            </p:cNvSpPr>
            <p:nvPr/>
          </p:nvSpPr>
          <p:spPr bwMode="auto">
            <a:xfrm>
              <a:off x="1623" y="999"/>
              <a:ext cx="1510" cy="1052"/>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Text Box 71">
              <a:extLst>
                <a:ext uri="{FF2B5EF4-FFF2-40B4-BE49-F238E27FC236}">
                  <a16:creationId xmlns:a16="http://schemas.microsoft.com/office/drawing/2014/main" id="{3E272165-E6F7-BA74-94BE-03965E2C6815}"/>
                </a:ext>
              </a:extLst>
            </p:cNvPr>
            <p:cNvSpPr txBox="1">
              <a:spLocks noChangeArrowheads="1"/>
            </p:cNvSpPr>
            <p:nvPr/>
          </p:nvSpPr>
          <p:spPr bwMode="auto">
            <a:xfrm>
              <a:off x="2680" y="1008"/>
              <a:ext cx="215" cy="2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9</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2" name="Text Box 73">
            <a:extLst>
              <a:ext uri="{FF2B5EF4-FFF2-40B4-BE49-F238E27FC236}">
                <a16:creationId xmlns:a16="http://schemas.microsoft.com/office/drawing/2014/main" id="{09C43205-1388-0102-9E7E-2CC413423CF8}"/>
              </a:ext>
            </a:extLst>
          </p:cNvPr>
          <p:cNvSpPr txBox="1">
            <a:spLocks noChangeArrowheads="1"/>
          </p:cNvSpPr>
          <p:nvPr/>
        </p:nvSpPr>
        <p:spPr bwMode="auto">
          <a:xfrm>
            <a:off x="593232" y="1792545"/>
            <a:ext cx="817916"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b="0" i="0" u="none" strike="noStrike" kern="0" cap="none" spc="0" normalizeH="0" baseline="0" noProof="0" dirty="0">
                <a:ln>
                  <a:noFill/>
                </a:ln>
                <a:solidFill>
                  <a:srgbClr val="000000"/>
                </a:solidFill>
                <a:effectLst/>
                <a:uLnTx/>
                <a:uFillTx/>
                <a:latin typeface="Arial" charset="0"/>
                <a:ea typeface="ＭＳ Ｐゴシック" charset="0"/>
              </a:rPr>
              <a:t>Step</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3" name="Text Box 74">
            <a:extLst>
              <a:ext uri="{FF2B5EF4-FFF2-40B4-BE49-F238E27FC236}">
                <a16:creationId xmlns:a16="http://schemas.microsoft.com/office/drawing/2014/main" id="{010DACB8-D09D-54D9-A249-8942244AEEB2}"/>
              </a:ext>
            </a:extLst>
          </p:cNvPr>
          <p:cNvSpPr txBox="1">
            <a:spLocks noChangeArrowheads="1"/>
          </p:cNvSpPr>
          <p:nvPr/>
        </p:nvSpPr>
        <p:spPr bwMode="auto">
          <a:xfrm>
            <a:off x="1661579" y="1793419"/>
            <a:ext cx="466795"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b="0" i="1" u="none" strike="noStrike" kern="0" cap="none" spc="0" normalizeH="0" baseline="0" noProof="0" dirty="0">
                <a:ln>
                  <a:noFill/>
                </a:ln>
                <a:solidFill>
                  <a:srgbClr val="000000"/>
                </a:solidFill>
                <a:effectLst/>
                <a:uLnTx/>
                <a:uFillTx/>
                <a:latin typeface="Arial" charset="0"/>
                <a:ea typeface="ＭＳ Ｐゴシック" charset="0"/>
              </a:rPr>
              <a:t>N</a:t>
            </a:r>
            <a:r>
              <a:rPr kumimoji="0" lang="en-US" b="0" i="1"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sp>
        <p:nvSpPr>
          <p:cNvPr id="614" name="Text Box 75">
            <a:extLst>
              <a:ext uri="{FF2B5EF4-FFF2-40B4-BE49-F238E27FC236}">
                <a16:creationId xmlns:a16="http://schemas.microsoft.com/office/drawing/2014/main" id="{D0D01502-59F7-4482-0BA6-7DC019A3241A}"/>
              </a:ext>
            </a:extLst>
          </p:cNvPr>
          <p:cNvSpPr txBox="1">
            <a:spLocks noChangeArrowheads="1"/>
          </p:cNvSpPr>
          <p:nvPr/>
        </p:nvSpPr>
        <p:spPr bwMode="auto">
          <a:xfrm>
            <a:off x="2373738" y="1644712"/>
            <a:ext cx="641522" cy="5355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v</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p(v)</a:t>
            </a:r>
          </a:p>
        </p:txBody>
      </p:sp>
      <p:sp>
        <p:nvSpPr>
          <p:cNvPr id="615" name="Text Box 76">
            <a:extLst>
              <a:ext uri="{FF2B5EF4-FFF2-40B4-BE49-F238E27FC236}">
                <a16:creationId xmlns:a16="http://schemas.microsoft.com/office/drawing/2014/main" id="{1485BABF-6F49-1F14-7F71-B2497CE64E1B}"/>
              </a:ext>
            </a:extLst>
          </p:cNvPr>
          <p:cNvSpPr txBox="1">
            <a:spLocks noChangeArrowheads="1"/>
          </p:cNvSpPr>
          <p:nvPr/>
        </p:nvSpPr>
        <p:spPr bwMode="auto">
          <a:xfrm>
            <a:off x="785268" y="2280100"/>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616" name="Text Box 77">
            <a:extLst>
              <a:ext uri="{FF2B5EF4-FFF2-40B4-BE49-F238E27FC236}">
                <a16:creationId xmlns:a16="http://schemas.microsoft.com/office/drawing/2014/main" id="{30DBBD37-C7E9-8C3D-59CE-81B6731EC31B}"/>
              </a:ext>
            </a:extLst>
          </p:cNvPr>
          <p:cNvSpPr txBox="1">
            <a:spLocks noChangeArrowheads="1"/>
          </p:cNvSpPr>
          <p:nvPr/>
        </p:nvSpPr>
        <p:spPr bwMode="auto">
          <a:xfrm>
            <a:off x="770326" y="2715388"/>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617" name="Text Box 78">
            <a:extLst>
              <a:ext uri="{FF2B5EF4-FFF2-40B4-BE49-F238E27FC236}">
                <a16:creationId xmlns:a16="http://schemas.microsoft.com/office/drawing/2014/main" id="{096B1946-7BE1-0869-15F1-1A685F7469C7}"/>
              </a:ext>
            </a:extLst>
          </p:cNvPr>
          <p:cNvSpPr txBox="1">
            <a:spLocks noChangeArrowheads="1"/>
          </p:cNvSpPr>
          <p:nvPr/>
        </p:nvSpPr>
        <p:spPr bwMode="auto">
          <a:xfrm>
            <a:off x="767972" y="3193935"/>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t>
            </a:r>
          </a:p>
        </p:txBody>
      </p:sp>
      <p:sp>
        <p:nvSpPr>
          <p:cNvPr id="618" name="Text Box 79">
            <a:extLst>
              <a:ext uri="{FF2B5EF4-FFF2-40B4-BE49-F238E27FC236}">
                <a16:creationId xmlns:a16="http://schemas.microsoft.com/office/drawing/2014/main" id="{45616793-8C8D-98CF-AC37-692E4B3EC9B6}"/>
              </a:ext>
            </a:extLst>
          </p:cNvPr>
          <p:cNvSpPr txBox="1">
            <a:spLocks noChangeArrowheads="1"/>
          </p:cNvSpPr>
          <p:nvPr/>
        </p:nvSpPr>
        <p:spPr bwMode="auto">
          <a:xfrm>
            <a:off x="765563" y="3622020"/>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t>
            </a:r>
          </a:p>
        </p:txBody>
      </p:sp>
      <p:sp>
        <p:nvSpPr>
          <p:cNvPr id="619" name="Text Box 80">
            <a:extLst>
              <a:ext uri="{FF2B5EF4-FFF2-40B4-BE49-F238E27FC236}">
                <a16:creationId xmlns:a16="http://schemas.microsoft.com/office/drawing/2014/main" id="{85244BA1-FC96-513E-A045-8A58590EE6E9}"/>
              </a:ext>
            </a:extLst>
          </p:cNvPr>
          <p:cNvSpPr txBox="1">
            <a:spLocks noChangeArrowheads="1"/>
          </p:cNvSpPr>
          <p:nvPr/>
        </p:nvSpPr>
        <p:spPr bwMode="auto">
          <a:xfrm>
            <a:off x="762130" y="4110058"/>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a:t>
            </a:r>
          </a:p>
        </p:txBody>
      </p:sp>
      <p:sp>
        <p:nvSpPr>
          <p:cNvPr id="620" name="Text Box 81">
            <a:extLst>
              <a:ext uri="{FF2B5EF4-FFF2-40B4-BE49-F238E27FC236}">
                <a16:creationId xmlns:a16="http://schemas.microsoft.com/office/drawing/2014/main" id="{63704A7E-ECBC-FA9F-B180-EEBACB17886D}"/>
              </a:ext>
            </a:extLst>
          </p:cNvPr>
          <p:cNvSpPr txBox="1">
            <a:spLocks noChangeArrowheads="1"/>
          </p:cNvSpPr>
          <p:nvPr/>
        </p:nvSpPr>
        <p:spPr bwMode="auto">
          <a:xfrm>
            <a:off x="760856" y="4551045"/>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a:t>
            </a:r>
          </a:p>
        </p:txBody>
      </p:sp>
      <p:sp>
        <p:nvSpPr>
          <p:cNvPr id="621" name="Text Box 82">
            <a:extLst>
              <a:ext uri="{FF2B5EF4-FFF2-40B4-BE49-F238E27FC236}">
                <a16:creationId xmlns:a16="http://schemas.microsoft.com/office/drawing/2014/main" id="{81C3D1B6-04AD-0C73-C2F5-CCF3A4162580}"/>
              </a:ext>
            </a:extLst>
          </p:cNvPr>
          <p:cNvSpPr txBox="1">
            <a:spLocks noChangeArrowheads="1"/>
          </p:cNvSpPr>
          <p:nvPr/>
        </p:nvSpPr>
        <p:spPr bwMode="auto">
          <a:xfrm>
            <a:off x="3207477" y="1647177"/>
            <a:ext cx="688010" cy="5355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w</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p(w)</a:t>
            </a:r>
          </a:p>
        </p:txBody>
      </p:sp>
      <p:sp>
        <p:nvSpPr>
          <p:cNvPr id="622" name="Text Box 83">
            <a:extLst>
              <a:ext uri="{FF2B5EF4-FFF2-40B4-BE49-F238E27FC236}">
                <a16:creationId xmlns:a16="http://schemas.microsoft.com/office/drawing/2014/main" id="{FD174071-E272-DBEF-D720-CE3EF877A82F}"/>
              </a:ext>
            </a:extLst>
          </p:cNvPr>
          <p:cNvSpPr txBox="1">
            <a:spLocks noChangeArrowheads="1"/>
          </p:cNvSpPr>
          <p:nvPr/>
        </p:nvSpPr>
        <p:spPr bwMode="auto">
          <a:xfrm>
            <a:off x="4098638" y="1647176"/>
            <a:ext cx="641522" cy="5355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x</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p(x)</a:t>
            </a:r>
          </a:p>
        </p:txBody>
      </p:sp>
      <p:sp>
        <p:nvSpPr>
          <p:cNvPr id="623" name="Text Box 84">
            <a:extLst>
              <a:ext uri="{FF2B5EF4-FFF2-40B4-BE49-F238E27FC236}">
                <a16:creationId xmlns:a16="http://schemas.microsoft.com/office/drawing/2014/main" id="{5BBB5DE7-D5C1-F638-7DB4-BD5088F98655}"/>
              </a:ext>
            </a:extLst>
          </p:cNvPr>
          <p:cNvSpPr txBox="1">
            <a:spLocks noChangeArrowheads="1"/>
          </p:cNvSpPr>
          <p:nvPr/>
        </p:nvSpPr>
        <p:spPr bwMode="auto">
          <a:xfrm>
            <a:off x="4934206" y="1652652"/>
            <a:ext cx="641522" cy="5355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y</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p(y)</a:t>
            </a:r>
          </a:p>
        </p:txBody>
      </p:sp>
      <p:sp>
        <p:nvSpPr>
          <p:cNvPr id="624" name="Text Box 85">
            <a:extLst>
              <a:ext uri="{FF2B5EF4-FFF2-40B4-BE49-F238E27FC236}">
                <a16:creationId xmlns:a16="http://schemas.microsoft.com/office/drawing/2014/main" id="{64B8896A-F231-B634-3F77-451EBA1D6441}"/>
              </a:ext>
            </a:extLst>
          </p:cNvPr>
          <p:cNvSpPr txBox="1">
            <a:spLocks noChangeArrowheads="1"/>
          </p:cNvSpPr>
          <p:nvPr/>
        </p:nvSpPr>
        <p:spPr bwMode="auto">
          <a:xfrm>
            <a:off x="5771830" y="1651940"/>
            <a:ext cx="630302" cy="5355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z</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p(z)</a:t>
            </a:r>
          </a:p>
        </p:txBody>
      </p:sp>
      <p:sp>
        <p:nvSpPr>
          <p:cNvPr id="625" name="Line 87">
            <a:extLst>
              <a:ext uri="{FF2B5EF4-FFF2-40B4-BE49-F238E27FC236}">
                <a16:creationId xmlns:a16="http://schemas.microsoft.com/office/drawing/2014/main" id="{496A59A4-170C-E882-9A72-B3CBD793D7B3}"/>
              </a:ext>
            </a:extLst>
          </p:cNvPr>
          <p:cNvSpPr>
            <a:spLocks noChangeShapeType="1"/>
          </p:cNvSpPr>
          <p:nvPr/>
        </p:nvSpPr>
        <p:spPr bwMode="auto">
          <a:xfrm>
            <a:off x="939397" y="2690590"/>
            <a:ext cx="5150117" cy="0"/>
          </a:xfrm>
          <a:prstGeom prst="line">
            <a:avLst/>
          </a:prstGeom>
          <a:noFill/>
          <a:ln w="12700">
            <a:solidFill>
              <a:schemeClr val="bg1">
                <a:lumMod val="65000"/>
              </a:schemeClr>
            </a:solidFill>
            <a:round/>
            <a:headEnd/>
            <a:tailEn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626" name="Text Box 88">
            <a:extLst>
              <a:ext uri="{FF2B5EF4-FFF2-40B4-BE49-F238E27FC236}">
                <a16:creationId xmlns:a16="http://schemas.microsoft.com/office/drawing/2014/main" id="{41081740-CA31-C94F-E7A5-7987F26226DA}"/>
              </a:ext>
            </a:extLst>
          </p:cNvPr>
          <p:cNvSpPr txBox="1">
            <a:spLocks noChangeArrowheads="1"/>
          </p:cNvSpPr>
          <p:nvPr/>
        </p:nvSpPr>
        <p:spPr bwMode="auto">
          <a:xfrm>
            <a:off x="1766343" y="2270575"/>
            <a:ext cx="327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FF0000"/>
                </a:solidFill>
                <a:effectLst/>
                <a:uLnTx/>
                <a:uFillTx/>
                <a:latin typeface="Arial" charset="0"/>
                <a:ea typeface="ＭＳ Ｐゴシック" charset="0"/>
              </a:rPr>
              <a:t>u</a:t>
            </a:r>
          </a:p>
        </p:txBody>
      </p:sp>
      <p:sp>
        <p:nvSpPr>
          <p:cNvPr id="627" name="Line 89">
            <a:extLst>
              <a:ext uri="{FF2B5EF4-FFF2-40B4-BE49-F238E27FC236}">
                <a16:creationId xmlns:a16="http://schemas.microsoft.com/office/drawing/2014/main" id="{D15E118B-0BA2-BA4B-6CDB-3BCCC5D125D0}"/>
              </a:ext>
            </a:extLst>
          </p:cNvPr>
          <p:cNvSpPr>
            <a:spLocks noChangeShapeType="1"/>
          </p:cNvSpPr>
          <p:nvPr/>
        </p:nvSpPr>
        <p:spPr bwMode="auto">
          <a:xfrm>
            <a:off x="871302" y="3151241"/>
            <a:ext cx="5224698" cy="0"/>
          </a:xfrm>
          <a:prstGeom prst="line">
            <a:avLst/>
          </a:prstGeom>
          <a:noFill/>
          <a:ln w="12700">
            <a:solidFill>
              <a:schemeClr val="bg1">
                <a:lumMod val="65000"/>
              </a:schemeClr>
            </a:solidFill>
            <a:round/>
            <a:headEnd/>
            <a:tailEn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628" name="Line 90">
            <a:extLst>
              <a:ext uri="{FF2B5EF4-FFF2-40B4-BE49-F238E27FC236}">
                <a16:creationId xmlns:a16="http://schemas.microsoft.com/office/drawing/2014/main" id="{573D6F03-B8A9-32D2-B7BB-35449D8D52C3}"/>
              </a:ext>
            </a:extLst>
          </p:cNvPr>
          <p:cNvSpPr>
            <a:spLocks noChangeShapeType="1"/>
          </p:cNvSpPr>
          <p:nvPr/>
        </p:nvSpPr>
        <p:spPr bwMode="auto">
          <a:xfrm>
            <a:off x="871302" y="3618848"/>
            <a:ext cx="5224698" cy="0"/>
          </a:xfrm>
          <a:prstGeom prst="line">
            <a:avLst/>
          </a:prstGeom>
          <a:noFill/>
          <a:ln w="12700">
            <a:solidFill>
              <a:schemeClr val="bg1">
                <a:lumMod val="65000"/>
              </a:schemeClr>
            </a:solidFill>
            <a:round/>
            <a:headEnd/>
            <a:tailEn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629" name="Line 91">
            <a:extLst>
              <a:ext uri="{FF2B5EF4-FFF2-40B4-BE49-F238E27FC236}">
                <a16:creationId xmlns:a16="http://schemas.microsoft.com/office/drawing/2014/main" id="{F51F2EBA-CEF9-C0D5-CD14-A80A1B202A09}"/>
              </a:ext>
            </a:extLst>
          </p:cNvPr>
          <p:cNvSpPr>
            <a:spLocks noChangeShapeType="1"/>
          </p:cNvSpPr>
          <p:nvPr/>
        </p:nvSpPr>
        <p:spPr bwMode="auto">
          <a:xfrm>
            <a:off x="818428" y="4551040"/>
            <a:ext cx="5277571" cy="0"/>
          </a:xfrm>
          <a:prstGeom prst="line">
            <a:avLst/>
          </a:prstGeom>
          <a:noFill/>
          <a:ln w="12700">
            <a:solidFill>
              <a:schemeClr val="bg1">
                <a:lumMod val="65000"/>
              </a:schemeClr>
            </a:solidFill>
            <a:round/>
            <a:headEnd/>
            <a:tailEn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630" name="Line 92">
            <a:extLst>
              <a:ext uri="{FF2B5EF4-FFF2-40B4-BE49-F238E27FC236}">
                <a16:creationId xmlns:a16="http://schemas.microsoft.com/office/drawing/2014/main" id="{0BD62324-989E-379F-2062-64D20A514E73}"/>
              </a:ext>
            </a:extLst>
          </p:cNvPr>
          <p:cNvSpPr>
            <a:spLocks noChangeShapeType="1"/>
          </p:cNvSpPr>
          <p:nvPr/>
        </p:nvSpPr>
        <p:spPr bwMode="auto">
          <a:xfrm>
            <a:off x="866540" y="4075166"/>
            <a:ext cx="5229460" cy="0"/>
          </a:xfrm>
          <a:prstGeom prst="line">
            <a:avLst/>
          </a:prstGeom>
          <a:noFill/>
          <a:ln w="12700">
            <a:solidFill>
              <a:schemeClr val="bg1">
                <a:lumMod val="65000"/>
              </a:schemeClr>
            </a:solidFill>
            <a:round/>
            <a:headEnd/>
            <a:tailEn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631" name="Line 93">
            <a:extLst>
              <a:ext uri="{FF2B5EF4-FFF2-40B4-BE49-F238E27FC236}">
                <a16:creationId xmlns:a16="http://schemas.microsoft.com/office/drawing/2014/main" id="{5DC7836D-C23F-0195-DED7-54DBF918608A}"/>
              </a:ext>
            </a:extLst>
          </p:cNvPr>
          <p:cNvSpPr>
            <a:spLocks noChangeShapeType="1"/>
          </p:cNvSpPr>
          <p:nvPr/>
        </p:nvSpPr>
        <p:spPr bwMode="auto">
          <a:xfrm>
            <a:off x="866016" y="5009992"/>
            <a:ext cx="5229984" cy="0"/>
          </a:xfrm>
          <a:prstGeom prst="line">
            <a:avLst/>
          </a:prstGeom>
          <a:noFill/>
          <a:ln w="12700">
            <a:solidFill>
              <a:schemeClr val="bg1">
                <a:lumMod val="65000"/>
              </a:schemeClr>
            </a:solidFill>
            <a:round/>
            <a:headEnd/>
            <a:tailEn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grpSp>
        <p:nvGrpSpPr>
          <p:cNvPr id="632" name="Group 94">
            <a:extLst>
              <a:ext uri="{FF2B5EF4-FFF2-40B4-BE49-F238E27FC236}">
                <a16:creationId xmlns:a16="http://schemas.microsoft.com/office/drawing/2014/main" id="{A45CC4F5-B959-5936-3B5E-F376087F61C6}"/>
              </a:ext>
            </a:extLst>
          </p:cNvPr>
          <p:cNvGrpSpPr>
            <a:grpSpLocks/>
          </p:cNvGrpSpPr>
          <p:nvPr/>
        </p:nvGrpSpPr>
        <p:grpSpPr bwMode="auto">
          <a:xfrm>
            <a:off x="2400069" y="2268766"/>
            <a:ext cx="3937006" cy="409575"/>
            <a:chOff x="1329" y="1036"/>
            <a:chExt cx="2480" cy="258"/>
          </a:xfrm>
        </p:grpSpPr>
        <p:sp>
          <p:nvSpPr>
            <p:cNvPr id="633" name="Text Box 95">
              <a:extLst>
                <a:ext uri="{FF2B5EF4-FFF2-40B4-BE49-F238E27FC236}">
                  <a16:creationId xmlns:a16="http://schemas.microsoft.com/office/drawing/2014/main" id="{41847C86-DF9F-4FB8-40C0-D0060FEC5038}"/>
                </a:ext>
              </a:extLst>
            </p:cNvPr>
            <p:cNvSpPr txBox="1">
              <a:spLocks noChangeArrowheads="1"/>
            </p:cNvSpPr>
            <p:nvPr/>
          </p:nvSpPr>
          <p:spPr bwMode="auto">
            <a:xfrm>
              <a:off x="3509" y="1036"/>
              <a:ext cx="30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Text Box 96">
              <a:extLst>
                <a:ext uri="{FF2B5EF4-FFF2-40B4-BE49-F238E27FC236}">
                  <a16:creationId xmlns:a16="http://schemas.microsoft.com/office/drawing/2014/main" id="{C27B482E-9809-0557-F47E-B29FA4EFA2A3}"/>
                </a:ext>
              </a:extLst>
            </p:cNvPr>
            <p:cNvSpPr txBox="1">
              <a:spLocks noChangeArrowheads="1"/>
            </p:cNvSpPr>
            <p:nvPr/>
          </p:nvSpPr>
          <p:spPr bwMode="auto">
            <a:xfrm>
              <a:off x="2989" y="1042"/>
              <a:ext cx="30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5" name="Text Box 97">
              <a:extLst>
                <a:ext uri="{FF2B5EF4-FFF2-40B4-BE49-F238E27FC236}">
                  <a16:creationId xmlns:a16="http://schemas.microsoft.com/office/drawing/2014/main" id="{D7882200-3D95-1FFF-F893-B4784E8E3916}"/>
                </a:ext>
              </a:extLst>
            </p:cNvPr>
            <p:cNvSpPr txBox="1">
              <a:spLocks noChangeArrowheads="1"/>
            </p:cNvSpPr>
            <p:nvPr/>
          </p:nvSpPr>
          <p:spPr bwMode="auto">
            <a:xfrm>
              <a:off x="1329" y="1038"/>
              <a:ext cx="34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7,u</a:t>
              </a:r>
            </a:p>
          </p:txBody>
        </p:sp>
        <p:sp>
          <p:nvSpPr>
            <p:cNvPr id="636" name="Text Box 98">
              <a:extLst>
                <a:ext uri="{FF2B5EF4-FFF2-40B4-BE49-F238E27FC236}">
                  <a16:creationId xmlns:a16="http://schemas.microsoft.com/office/drawing/2014/main" id="{2BD429A9-D2B8-8263-F9B7-9AD36C82C6FF}"/>
                </a:ext>
              </a:extLst>
            </p:cNvPr>
            <p:cNvSpPr txBox="1">
              <a:spLocks noChangeArrowheads="1"/>
            </p:cNvSpPr>
            <p:nvPr/>
          </p:nvSpPr>
          <p:spPr bwMode="auto">
            <a:xfrm>
              <a:off x="1855" y="1041"/>
              <a:ext cx="34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3,u</a:t>
              </a:r>
            </a:p>
          </p:txBody>
        </p:sp>
        <p:sp>
          <p:nvSpPr>
            <p:cNvPr id="637" name="Text Box 99">
              <a:extLst>
                <a:ext uri="{FF2B5EF4-FFF2-40B4-BE49-F238E27FC236}">
                  <a16:creationId xmlns:a16="http://schemas.microsoft.com/office/drawing/2014/main" id="{28BE6F5B-2B01-EFAF-53DD-F54044EF8D07}"/>
                </a:ext>
              </a:extLst>
            </p:cNvPr>
            <p:cNvSpPr txBox="1">
              <a:spLocks noChangeArrowheads="1"/>
            </p:cNvSpPr>
            <p:nvPr/>
          </p:nvSpPr>
          <p:spPr bwMode="auto">
            <a:xfrm>
              <a:off x="2407" y="1038"/>
              <a:ext cx="34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5,u</a:t>
              </a:r>
            </a:p>
          </p:txBody>
        </p:sp>
      </p:grpSp>
      <p:sp>
        <p:nvSpPr>
          <p:cNvPr id="638" name="Text Box 100">
            <a:extLst>
              <a:ext uri="{FF2B5EF4-FFF2-40B4-BE49-F238E27FC236}">
                <a16:creationId xmlns:a16="http://schemas.microsoft.com/office/drawing/2014/main" id="{CD12B69F-0CF6-6ACE-3D98-3DBC17ADC7A3}"/>
              </a:ext>
            </a:extLst>
          </p:cNvPr>
          <p:cNvSpPr txBox="1">
            <a:spLocks noChangeArrowheads="1"/>
          </p:cNvSpPr>
          <p:nvPr/>
        </p:nvSpPr>
        <p:spPr bwMode="auto">
          <a:xfrm>
            <a:off x="1595504" y="2721633"/>
            <a:ext cx="51328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a:t>
            </a:r>
          </a:p>
        </p:txBody>
      </p:sp>
      <p:grpSp>
        <p:nvGrpSpPr>
          <p:cNvPr id="639" name="Group 101">
            <a:extLst>
              <a:ext uri="{FF2B5EF4-FFF2-40B4-BE49-F238E27FC236}">
                <a16:creationId xmlns:a16="http://schemas.microsoft.com/office/drawing/2014/main" id="{A9F201A8-AFCB-4D06-0B02-C4E94DF0407B}"/>
              </a:ext>
            </a:extLst>
          </p:cNvPr>
          <p:cNvGrpSpPr>
            <a:grpSpLocks/>
          </p:cNvGrpSpPr>
          <p:nvPr/>
        </p:nvGrpSpPr>
        <p:grpSpPr bwMode="auto">
          <a:xfrm>
            <a:off x="2409590" y="2707832"/>
            <a:ext cx="3933824" cy="420688"/>
            <a:chOff x="1328" y="1004"/>
            <a:chExt cx="2478" cy="265"/>
          </a:xfrm>
        </p:grpSpPr>
        <p:sp>
          <p:nvSpPr>
            <p:cNvPr id="640" name="Text Box 102">
              <a:extLst>
                <a:ext uri="{FF2B5EF4-FFF2-40B4-BE49-F238E27FC236}">
                  <a16:creationId xmlns:a16="http://schemas.microsoft.com/office/drawing/2014/main" id="{BACF3598-B793-9A2C-413B-939EBCED5AF4}"/>
                </a:ext>
              </a:extLst>
            </p:cNvPr>
            <p:cNvSpPr txBox="1">
              <a:spLocks noChangeArrowheads="1"/>
            </p:cNvSpPr>
            <p:nvPr/>
          </p:nvSpPr>
          <p:spPr bwMode="auto">
            <a:xfrm>
              <a:off x="3506" y="1004"/>
              <a:ext cx="30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1" name="Text Box 103">
              <a:extLst>
                <a:ext uri="{FF2B5EF4-FFF2-40B4-BE49-F238E27FC236}">
                  <a16:creationId xmlns:a16="http://schemas.microsoft.com/office/drawing/2014/main" id="{A19D30D7-C946-DF1E-C7DA-33E9AB0A9CD2}"/>
                </a:ext>
              </a:extLst>
            </p:cNvPr>
            <p:cNvSpPr txBox="1">
              <a:spLocks noChangeArrowheads="1"/>
            </p:cNvSpPr>
            <p:nvPr/>
          </p:nvSpPr>
          <p:spPr bwMode="auto">
            <a:xfrm>
              <a:off x="2880" y="1014"/>
              <a:ext cx="48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11</a:t>
              </a:r>
              <a:r>
                <a:rPr kumimoji="0" lang="en-US" sz="2000" b="0" i="0" u="none" strike="noStrike" kern="0" cap="none" spc="0" normalizeH="0" baseline="0" noProof="0" dirty="0">
                  <a:ln>
                    <a:noFill/>
                  </a:ln>
                  <a:solidFill>
                    <a:srgbClr val="000000"/>
                  </a:solidFill>
                  <a:effectLst/>
                  <a:uLnTx/>
                  <a:uFillTx/>
                  <a:ea typeface="ＭＳ Ｐゴシック" charset="0"/>
                </a:rPr>
                <a:t>,w</a:t>
              </a: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104">
              <a:extLst>
                <a:ext uri="{FF2B5EF4-FFF2-40B4-BE49-F238E27FC236}">
                  <a16:creationId xmlns:a16="http://schemas.microsoft.com/office/drawing/2014/main" id="{7EEDFF14-762A-60F2-0EE0-7A2FCC469C94}"/>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6,w</a:t>
              </a:r>
            </a:p>
          </p:txBody>
        </p:sp>
        <p:sp>
          <p:nvSpPr>
            <p:cNvPr id="643" name="Text Box 105">
              <a:extLst>
                <a:ext uri="{FF2B5EF4-FFF2-40B4-BE49-F238E27FC236}">
                  <a16:creationId xmlns:a16="http://schemas.microsoft.com/office/drawing/2014/main" id="{A53D8302-5330-D7A4-B7E6-E9B10574BB68}"/>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4" name="Text Box 106">
              <a:extLst>
                <a:ext uri="{FF2B5EF4-FFF2-40B4-BE49-F238E27FC236}">
                  <a16:creationId xmlns:a16="http://schemas.microsoft.com/office/drawing/2014/main" id="{7FF08B3D-4DCC-D473-ED06-67D05A01B0F6}"/>
                </a:ext>
              </a:extLst>
            </p:cNvPr>
            <p:cNvSpPr txBox="1">
              <a:spLocks noChangeArrowheads="1"/>
            </p:cNvSpPr>
            <p:nvPr/>
          </p:nvSpPr>
          <p:spPr bwMode="auto">
            <a:xfrm>
              <a:off x="2400" y="1013"/>
              <a:ext cx="34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5,u</a:t>
              </a:r>
            </a:p>
          </p:txBody>
        </p:sp>
      </p:grpSp>
      <p:grpSp>
        <p:nvGrpSpPr>
          <p:cNvPr id="645" name="Group 107">
            <a:extLst>
              <a:ext uri="{FF2B5EF4-FFF2-40B4-BE49-F238E27FC236}">
                <a16:creationId xmlns:a16="http://schemas.microsoft.com/office/drawing/2014/main" id="{572E5A02-CD56-749E-7C0A-49B31875CD43}"/>
              </a:ext>
            </a:extLst>
          </p:cNvPr>
          <p:cNvGrpSpPr>
            <a:grpSpLocks/>
          </p:cNvGrpSpPr>
          <p:nvPr/>
        </p:nvGrpSpPr>
        <p:grpSpPr bwMode="auto">
          <a:xfrm>
            <a:off x="2398427" y="3156225"/>
            <a:ext cx="4005263" cy="414336"/>
            <a:chOff x="1328" y="1008"/>
            <a:chExt cx="2523" cy="261"/>
          </a:xfrm>
        </p:grpSpPr>
        <p:sp>
          <p:nvSpPr>
            <p:cNvPr id="646" name="Text Box 108">
              <a:extLst>
                <a:ext uri="{FF2B5EF4-FFF2-40B4-BE49-F238E27FC236}">
                  <a16:creationId xmlns:a16="http://schemas.microsoft.com/office/drawing/2014/main" id="{B4C539BF-6430-10B0-474C-91B18107F3F5}"/>
                </a:ext>
              </a:extLst>
            </p:cNvPr>
            <p:cNvSpPr txBox="1">
              <a:spLocks noChangeArrowheads="1"/>
            </p:cNvSpPr>
            <p:nvPr/>
          </p:nvSpPr>
          <p:spPr bwMode="auto">
            <a:xfrm>
              <a:off x="3403" y="1011"/>
              <a:ext cx="44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14</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 </a:t>
              </a:r>
            </a:p>
          </p:txBody>
        </p:sp>
        <p:sp>
          <p:nvSpPr>
            <p:cNvPr id="647" name="Text Box 109">
              <a:extLst>
                <a:ext uri="{FF2B5EF4-FFF2-40B4-BE49-F238E27FC236}">
                  <a16:creationId xmlns:a16="http://schemas.microsoft.com/office/drawing/2014/main" id="{1A6020DA-A713-83A6-460C-016C2296E1DF}"/>
                </a:ext>
              </a:extLst>
            </p:cNvPr>
            <p:cNvSpPr txBox="1">
              <a:spLocks noChangeArrowheads="1"/>
            </p:cNvSpPr>
            <p:nvPr/>
          </p:nvSpPr>
          <p:spPr bwMode="auto">
            <a:xfrm>
              <a:off x="2885" y="1008"/>
              <a:ext cx="480"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11,</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8" name="Text Box 110">
              <a:extLst>
                <a:ext uri="{FF2B5EF4-FFF2-40B4-BE49-F238E27FC236}">
                  <a16:creationId xmlns:a16="http://schemas.microsoft.com/office/drawing/2014/main" id="{24FE7D55-F549-1B9F-A473-FCB216723B75}"/>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6,w</a:t>
              </a:r>
            </a:p>
          </p:txBody>
        </p:sp>
        <p:sp>
          <p:nvSpPr>
            <p:cNvPr id="649" name="Text Box 111">
              <a:extLst>
                <a:ext uri="{FF2B5EF4-FFF2-40B4-BE49-F238E27FC236}">
                  <a16:creationId xmlns:a16="http://schemas.microsoft.com/office/drawing/2014/main" id="{EEDEA6D3-857D-7F43-A9BF-3028B5502FE4}"/>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0" name="Text Box 112">
              <a:extLst>
                <a:ext uri="{FF2B5EF4-FFF2-40B4-BE49-F238E27FC236}">
                  <a16:creationId xmlns:a16="http://schemas.microsoft.com/office/drawing/2014/main" id="{4539E4F8-4C0B-AD66-0FA2-65038650EA7B}"/>
                </a:ext>
              </a:extLst>
            </p:cNvPr>
            <p:cNvSpPr txBox="1">
              <a:spLocks noChangeArrowheads="1"/>
            </p:cNvSpPr>
            <p:nvPr/>
          </p:nvSpPr>
          <p:spPr bwMode="auto">
            <a:xfrm>
              <a:off x="2390" y="1016"/>
              <a:ext cx="116"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51" name="Oval 113">
            <a:extLst>
              <a:ext uri="{FF2B5EF4-FFF2-40B4-BE49-F238E27FC236}">
                <a16:creationId xmlns:a16="http://schemas.microsoft.com/office/drawing/2014/main" id="{655CC8CD-1155-30E4-716F-6D1DB21AE6A0}"/>
              </a:ext>
            </a:extLst>
          </p:cNvPr>
          <p:cNvSpPr>
            <a:spLocks noChangeArrowheads="1"/>
          </p:cNvSpPr>
          <p:nvPr/>
        </p:nvSpPr>
        <p:spPr bwMode="auto">
          <a:xfrm>
            <a:off x="3192476" y="2263739"/>
            <a:ext cx="661410" cy="406374"/>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652" name="Oval 114">
            <a:extLst>
              <a:ext uri="{FF2B5EF4-FFF2-40B4-BE49-F238E27FC236}">
                <a16:creationId xmlns:a16="http://schemas.microsoft.com/office/drawing/2014/main" id="{2C290A5A-C8A1-3733-710B-1AB61B12BBDD}"/>
              </a:ext>
            </a:extLst>
          </p:cNvPr>
          <p:cNvSpPr>
            <a:spLocks noChangeArrowheads="1"/>
          </p:cNvSpPr>
          <p:nvPr/>
        </p:nvSpPr>
        <p:spPr bwMode="auto">
          <a:xfrm>
            <a:off x="4050170" y="2719263"/>
            <a:ext cx="679816" cy="406932"/>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653" name="Text Box 115">
            <a:extLst>
              <a:ext uri="{FF2B5EF4-FFF2-40B4-BE49-F238E27FC236}">
                <a16:creationId xmlns:a16="http://schemas.microsoft.com/office/drawing/2014/main" id="{BB435251-2F97-986C-5788-60D3AD2001F0}"/>
              </a:ext>
            </a:extLst>
          </p:cNvPr>
          <p:cNvSpPr txBox="1">
            <a:spLocks noChangeArrowheads="1"/>
          </p:cNvSpPr>
          <p:nvPr/>
        </p:nvSpPr>
        <p:spPr bwMode="auto">
          <a:xfrm>
            <a:off x="1479143" y="3195058"/>
            <a:ext cx="64152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a:t>
            </a:r>
          </a:p>
        </p:txBody>
      </p:sp>
      <p:sp>
        <p:nvSpPr>
          <p:cNvPr id="654" name="Oval 116">
            <a:extLst>
              <a:ext uri="{FF2B5EF4-FFF2-40B4-BE49-F238E27FC236}">
                <a16:creationId xmlns:a16="http://schemas.microsoft.com/office/drawing/2014/main" id="{F054303E-8C36-96B9-B53D-2569FB9C833D}"/>
              </a:ext>
            </a:extLst>
          </p:cNvPr>
          <p:cNvSpPr>
            <a:spLocks noChangeArrowheads="1"/>
          </p:cNvSpPr>
          <p:nvPr/>
        </p:nvSpPr>
        <p:spPr bwMode="auto">
          <a:xfrm>
            <a:off x="2374191" y="3175054"/>
            <a:ext cx="665830" cy="425097"/>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655" name="Text Box 117">
            <a:extLst>
              <a:ext uri="{FF2B5EF4-FFF2-40B4-BE49-F238E27FC236}">
                <a16:creationId xmlns:a16="http://schemas.microsoft.com/office/drawing/2014/main" id="{DE6A3E3D-4433-ACE1-FF9A-95178A3D46DF}"/>
              </a:ext>
            </a:extLst>
          </p:cNvPr>
          <p:cNvSpPr txBox="1">
            <a:spLocks noChangeArrowheads="1"/>
          </p:cNvSpPr>
          <p:nvPr/>
        </p:nvSpPr>
        <p:spPr bwMode="auto">
          <a:xfrm>
            <a:off x="1373894" y="3653711"/>
            <a:ext cx="7623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uwxv</a:t>
            </a:r>
          </a:p>
        </p:txBody>
      </p:sp>
      <p:grpSp>
        <p:nvGrpSpPr>
          <p:cNvPr id="656" name="Group 118">
            <a:extLst>
              <a:ext uri="{FF2B5EF4-FFF2-40B4-BE49-F238E27FC236}">
                <a16:creationId xmlns:a16="http://schemas.microsoft.com/office/drawing/2014/main" id="{8F3598D9-186D-9DB8-7600-B888AE4B93A5}"/>
              </a:ext>
            </a:extLst>
          </p:cNvPr>
          <p:cNvGrpSpPr>
            <a:grpSpLocks/>
          </p:cNvGrpSpPr>
          <p:nvPr/>
        </p:nvGrpSpPr>
        <p:grpSpPr bwMode="auto">
          <a:xfrm>
            <a:off x="4873416" y="3639944"/>
            <a:ext cx="1544638" cy="400050"/>
            <a:chOff x="1851" y="2756"/>
            <a:chExt cx="973" cy="252"/>
          </a:xfrm>
        </p:grpSpPr>
        <p:sp>
          <p:nvSpPr>
            <p:cNvPr id="657" name="Text Box 119">
              <a:extLst>
                <a:ext uri="{FF2B5EF4-FFF2-40B4-BE49-F238E27FC236}">
                  <a16:creationId xmlns:a16="http://schemas.microsoft.com/office/drawing/2014/main" id="{F7DBDD4B-58FF-CF74-98BB-6355003947F1}"/>
                </a:ext>
              </a:extLst>
            </p:cNvPr>
            <p:cNvSpPr txBox="1">
              <a:spLocks noChangeArrowheads="1"/>
            </p:cNvSpPr>
            <p:nvPr/>
          </p:nvSpPr>
          <p:spPr bwMode="auto">
            <a:xfrm>
              <a:off x="2376" y="2756"/>
              <a:ext cx="44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14</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 </a:t>
              </a:r>
            </a:p>
          </p:txBody>
        </p:sp>
        <p:sp>
          <p:nvSpPr>
            <p:cNvPr id="658" name="Text Box 120">
              <a:extLst>
                <a:ext uri="{FF2B5EF4-FFF2-40B4-BE49-F238E27FC236}">
                  <a16:creationId xmlns:a16="http://schemas.microsoft.com/office/drawing/2014/main" id="{1AD05097-32DA-D82F-22AD-BC08812FE0C2}"/>
                </a:ext>
              </a:extLst>
            </p:cNvPr>
            <p:cNvSpPr txBox="1">
              <a:spLocks noChangeArrowheads="1"/>
            </p:cNvSpPr>
            <p:nvPr/>
          </p:nvSpPr>
          <p:spPr bwMode="auto">
            <a:xfrm>
              <a:off x="1851" y="2756"/>
              <a:ext cx="443"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10,</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59" name="Oval 121">
            <a:extLst>
              <a:ext uri="{FF2B5EF4-FFF2-40B4-BE49-F238E27FC236}">
                <a16:creationId xmlns:a16="http://schemas.microsoft.com/office/drawing/2014/main" id="{563C1C00-4C3B-9A49-8D9D-D844E17EC15E}"/>
              </a:ext>
            </a:extLst>
          </p:cNvPr>
          <p:cNvSpPr>
            <a:spLocks noChangeArrowheads="1"/>
          </p:cNvSpPr>
          <p:nvPr/>
        </p:nvSpPr>
        <p:spPr bwMode="auto">
          <a:xfrm>
            <a:off x="4848116" y="3652013"/>
            <a:ext cx="676583" cy="393367"/>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660" name="Text Box 122">
            <a:extLst>
              <a:ext uri="{FF2B5EF4-FFF2-40B4-BE49-F238E27FC236}">
                <a16:creationId xmlns:a16="http://schemas.microsoft.com/office/drawing/2014/main" id="{41C73267-355C-A0F5-6C50-80C9D4FFC0F3}"/>
              </a:ext>
            </a:extLst>
          </p:cNvPr>
          <p:cNvSpPr txBox="1">
            <a:spLocks noChangeArrowheads="1"/>
          </p:cNvSpPr>
          <p:nvPr/>
        </p:nvSpPr>
        <p:spPr bwMode="auto">
          <a:xfrm>
            <a:off x="1295811" y="4107137"/>
            <a:ext cx="89800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uwxvy</a:t>
            </a:r>
          </a:p>
        </p:txBody>
      </p:sp>
      <p:sp>
        <p:nvSpPr>
          <p:cNvPr id="661" name="Text Box 123">
            <a:extLst>
              <a:ext uri="{FF2B5EF4-FFF2-40B4-BE49-F238E27FC236}">
                <a16:creationId xmlns:a16="http://schemas.microsoft.com/office/drawing/2014/main" id="{0ED5AF75-B88F-1FBE-4504-BE09CD185E5F}"/>
              </a:ext>
            </a:extLst>
          </p:cNvPr>
          <p:cNvSpPr txBox="1">
            <a:spLocks noChangeArrowheads="1"/>
          </p:cNvSpPr>
          <p:nvPr/>
        </p:nvSpPr>
        <p:spPr bwMode="auto">
          <a:xfrm>
            <a:off x="5621287" y="4095635"/>
            <a:ext cx="707701"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12</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 </a:t>
            </a:r>
          </a:p>
        </p:txBody>
      </p:sp>
      <p:sp>
        <p:nvSpPr>
          <p:cNvPr id="662" name="Oval 124">
            <a:extLst>
              <a:ext uri="{FF2B5EF4-FFF2-40B4-BE49-F238E27FC236}">
                <a16:creationId xmlns:a16="http://schemas.microsoft.com/office/drawing/2014/main" id="{465B3606-97E5-F6C9-87DA-85F1EEFFE449}"/>
              </a:ext>
            </a:extLst>
          </p:cNvPr>
          <p:cNvSpPr>
            <a:spLocks noChangeArrowheads="1"/>
          </p:cNvSpPr>
          <p:nvPr/>
        </p:nvSpPr>
        <p:spPr bwMode="auto">
          <a:xfrm>
            <a:off x="5669111" y="4130222"/>
            <a:ext cx="707756" cy="389115"/>
          </a:xfrm>
          <a:prstGeom prst="ellipse">
            <a:avLst/>
          </a:prstGeom>
          <a:noFill/>
          <a:ln w="1905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663" name="Rectangle 125">
            <a:extLst>
              <a:ext uri="{FF2B5EF4-FFF2-40B4-BE49-F238E27FC236}">
                <a16:creationId xmlns:a16="http://schemas.microsoft.com/office/drawing/2014/main" id="{FB6EBB86-76AF-953B-FCBE-B36A3167D113}"/>
              </a:ext>
            </a:extLst>
          </p:cNvPr>
          <p:cNvSpPr>
            <a:spLocks noChangeArrowheads="1"/>
          </p:cNvSpPr>
          <p:nvPr/>
        </p:nvSpPr>
        <p:spPr bwMode="auto">
          <a:xfrm>
            <a:off x="2015862" y="4897311"/>
            <a:ext cx="9571086" cy="142104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algn="r" rtl="1" eaLnBrk="0" fontAlgn="base" hangingPunct="0">
              <a:lnSpc>
                <a:spcPct val="130000"/>
              </a:lnSpc>
              <a:spcAft>
                <a:spcPts val="600"/>
              </a:spcAft>
              <a:buClr>
                <a:srgbClr val="000099"/>
              </a:buClr>
              <a:buSzPct val="65000"/>
              <a:buFont typeface="Wingdings" charset="0"/>
              <a:buNone/>
            </a:pPr>
            <a:r>
              <a:rPr lang="fa-IR" b="1" dirty="0">
                <a:solidFill>
                  <a:srgbClr val="CC0000"/>
                </a:solidFill>
                <a:latin typeface="IRANSans(FaNum)" panose="02040503050201020203" pitchFamily="18" charset="-78"/>
                <a:ea typeface="ＭＳ Ｐゴシック" charset="0"/>
                <a:cs typeface="IRANSans(FaNum)" panose="02040503050201020203" pitchFamily="18" charset="-78"/>
              </a:rPr>
              <a:t>نکات:</a:t>
            </a:r>
            <a:endParaRPr lang="en-US" b="1" dirty="0">
              <a:solidFill>
                <a:srgbClr val="CC0000"/>
              </a:solidFill>
              <a:latin typeface="IRANSans(FaNum)" panose="02040503050201020203" pitchFamily="18" charset="-78"/>
              <a:ea typeface="ＭＳ Ｐゴシック" charset="0"/>
              <a:cs typeface="IRANSans(FaNum)" panose="02040503050201020203" pitchFamily="18" charset="-78"/>
            </a:endParaRPr>
          </a:p>
          <a:p>
            <a:pPr marL="144000" indent="-144000" algn="r" rtl="1" eaLnBrk="0" fontAlgn="base" hangingPunct="0">
              <a:lnSpc>
                <a:spcPct val="130000"/>
              </a:lnSpc>
              <a:spcAft>
                <a:spcPts val="600"/>
              </a:spcAft>
              <a:buClr>
                <a:srgbClr val="000099"/>
              </a:buClr>
              <a:buSzPct val="100000"/>
              <a:buFont typeface="Arial" panose="020B0604020202020204" pitchFamily="34" charset="0"/>
              <a:buChar char="•"/>
            </a:pPr>
            <a:r>
              <a:rPr lang="fa-IR" sz="1600" b="1" dirty="0">
                <a:solidFill>
                  <a:srgbClr val="000000"/>
                </a:solidFill>
                <a:latin typeface="IRANSans(FaNum)" panose="02040503050201020203" pitchFamily="18" charset="-78"/>
                <a:ea typeface="ＭＳ Ｐゴシック" charset="0"/>
                <a:cs typeface="IRANSans(FaNum)" panose="02040503050201020203" pitchFamily="18" charset="-78"/>
              </a:rPr>
              <a:t>ایجاد </a:t>
            </a:r>
            <a:r>
              <a:rPr lang="fa-IR" sz="1600" b="1" dirty="0">
                <a:solidFill>
                  <a:srgbClr val="000000"/>
                </a:solidFill>
                <a:latin typeface="IRANSans(FaNum)" panose="02040503050201020203" pitchFamily="18" charset="-78"/>
                <a:cs typeface="IRANSans(FaNum)" panose="02040503050201020203" pitchFamily="18" charset="-78"/>
              </a:rPr>
              <a:t>درخت مسیرهای با کم‌ترین هزینه با ردیابی (</a:t>
            </a:r>
            <a:r>
              <a:rPr lang="en-US" sz="1600" b="1" dirty="0">
                <a:solidFill>
                  <a:srgbClr val="000000"/>
                </a:solidFill>
                <a:latin typeface="IRANSans(FaNum)" panose="02040503050201020203" pitchFamily="18" charset="-78"/>
                <a:cs typeface="IRANSans(FaNum)" panose="02040503050201020203" pitchFamily="18" charset="-78"/>
              </a:rPr>
              <a:t>trace</a:t>
            </a:r>
            <a:r>
              <a:rPr lang="fa-IR" sz="1600" b="1" dirty="0">
                <a:solidFill>
                  <a:srgbClr val="000000"/>
                </a:solidFill>
                <a:latin typeface="IRANSans(FaNum)" panose="02040503050201020203" pitchFamily="18" charset="-78"/>
                <a:cs typeface="IRANSans(FaNum)" panose="02040503050201020203" pitchFamily="18" charset="-78"/>
              </a:rPr>
              <a:t>) گره‌های ماقبل انجام می‌شود.</a:t>
            </a:r>
            <a:endParaRPr lang="en-US" sz="1600" b="1" dirty="0">
              <a:solidFill>
                <a:srgbClr val="000000"/>
              </a:solidFill>
              <a:latin typeface="IRANSans(FaNum)" panose="02040503050201020203" pitchFamily="18" charset="-78"/>
              <a:ea typeface="ＭＳ Ｐゴシック" charset="0"/>
              <a:cs typeface="IRANSans(FaNum)" panose="02040503050201020203" pitchFamily="18" charset="-78"/>
            </a:endParaRPr>
          </a:p>
          <a:p>
            <a:pPr marL="144000" indent="-144000" algn="r" rtl="1" eaLnBrk="0" fontAlgn="base" hangingPunct="0">
              <a:lnSpc>
                <a:spcPct val="130000"/>
              </a:lnSpc>
              <a:spcAft>
                <a:spcPts val="600"/>
              </a:spcAft>
              <a:buClr>
                <a:srgbClr val="000099"/>
              </a:buClr>
              <a:buSzPct val="100000"/>
              <a:buFont typeface="Arial" panose="020B0604020202020204" pitchFamily="34" charset="0"/>
              <a:buChar char="•"/>
            </a:pPr>
            <a:r>
              <a:rPr lang="fa-IR" sz="1600" b="1" dirty="0">
                <a:solidFill>
                  <a:srgbClr val="000000"/>
                </a:solidFill>
                <a:latin typeface="IRANSans(FaNum)" panose="02040503050201020203" pitchFamily="18" charset="-78"/>
                <a:cs typeface="IRANSans(FaNum)" panose="02040503050201020203" pitchFamily="18" charset="-78"/>
              </a:rPr>
              <a:t>در صورت مساوی بودن هزینه انتخاب به صورت دلخواه می‌تواند انجام شود.</a:t>
            </a:r>
            <a:endParaRPr lang="en-US" sz="16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664" name="Line 126">
            <a:extLst>
              <a:ext uri="{FF2B5EF4-FFF2-40B4-BE49-F238E27FC236}">
                <a16:creationId xmlns:a16="http://schemas.microsoft.com/office/drawing/2014/main" id="{6C6C1B54-93D8-A5CE-9306-EEB86D95D03F}"/>
              </a:ext>
            </a:extLst>
          </p:cNvPr>
          <p:cNvSpPr>
            <a:spLocks noChangeShapeType="1"/>
          </p:cNvSpPr>
          <p:nvPr/>
        </p:nvSpPr>
        <p:spPr bwMode="auto">
          <a:xfrm>
            <a:off x="10492421" y="3450454"/>
            <a:ext cx="590550" cy="0"/>
          </a:xfrm>
          <a:prstGeom prst="line">
            <a:avLst/>
          </a:prstGeom>
          <a:noFill/>
          <a:ln w="3810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665" name="Line 127">
            <a:extLst>
              <a:ext uri="{FF2B5EF4-FFF2-40B4-BE49-F238E27FC236}">
                <a16:creationId xmlns:a16="http://schemas.microsoft.com/office/drawing/2014/main" id="{9D9C4B77-F715-B0B4-BA9D-65CEA198BE2A}"/>
              </a:ext>
            </a:extLst>
          </p:cNvPr>
          <p:cNvSpPr>
            <a:spLocks noChangeShapeType="1"/>
          </p:cNvSpPr>
          <p:nvPr/>
        </p:nvSpPr>
        <p:spPr bwMode="auto">
          <a:xfrm flipV="1">
            <a:off x="8799729" y="3440745"/>
            <a:ext cx="1463675" cy="1204912"/>
          </a:xfrm>
          <a:prstGeom prst="line">
            <a:avLst/>
          </a:prstGeom>
          <a:noFill/>
          <a:ln w="3810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666" name="Line 128">
            <a:extLst>
              <a:ext uri="{FF2B5EF4-FFF2-40B4-BE49-F238E27FC236}">
                <a16:creationId xmlns:a16="http://schemas.microsoft.com/office/drawing/2014/main" id="{CEDCA688-EAC2-6294-E421-7D8A80A29BCF}"/>
              </a:ext>
            </a:extLst>
          </p:cNvPr>
          <p:cNvSpPr>
            <a:spLocks noChangeShapeType="1"/>
          </p:cNvSpPr>
          <p:nvPr/>
        </p:nvSpPr>
        <p:spPr bwMode="auto">
          <a:xfrm>
            <a:off x="8761742" y="3539789"/>
            <a:ext cx="9525" cy="1047750"/>
          </a:xfrm>
          <a:prstGeom prst="line">
            <a:avLst/>
          </a:prstGeom>
          <a:noFill/>
          <a:ln w="3810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667" name="Line 129">
            <a:extLst>
              <a:ext uri="{FF2B5EF4-FFF2-40B4-BE49-F238E27FC236}">
                <a16:creationId xmlns:a16="http://schemas.microsoft.com/office/drawing/2014/main" id="{1F2F3A4E-CB3C-40F0-2546-626810459986}"/>
              </a:ext>
            </a:extLst>
          </p:cNvPr>
          <p:cNvSpPr>
            <a:spLocks noChangeShapeType="1"/>
          </p:cNvSpPr>
          <p:nvPr/>
        </p:nvSpPr>
        <p:spPr bwMode="auto">
          <a:xfrm flipV="1">
            <a:off x="7566827" y="1712852"/>
            <a:ext cx="1012825" cy="1628775"/>
          </a:xfrm>
          <a:prstGeom prst="line">
            <a:avLst/>
          </a:prstGeom>
          <a:noFill/>
          <a:ln w="3810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668" name="Line 130">
            <a:extLst>
              <a:ext uri="{FF2B5EF4-FFF2-40B4-BE49-F238E27FC236}">
                <a16:creationId xmlns:a16="http://schemas.microsoft.com/office/drawing/2014/main" id="{43851A06-F065-2DBC-E217-3A50CBE1A6C8}"/>
              </a:ext>
            </a:extLst>
          </p:cNvPr>
          <p:cNvSpPr>
            <a:spLocks noChangeShapeType="1"/>
          </p:cNvSpPr>
          <p:nvPr/>
        </p:nvSpPr>
        <p:spPr bwMode="auto">
          <a:xfrm flipV="1">
            <a:off x="7705570" y="3454900"/>
            <a:ext cx="944562" cy="0"/>
          </a:xfrm>
          <a:prstGeom prst="line">
            <a:avLst/>
          </a:prstGeom>
          <a:noFill/>
          <a:ln w="3810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669" name="Text Box 131">
            <a:extLst>
              <a:ext uri="{FF2B5EF4-FFF2-40B4-BE49-F238E27FC236}">
                <a16:creationId xmlns:a16="http://schemas.microsoft.com/office/drawing/2014/main" id="{3D1E3FC0-F4AB-0E44-040A-407B9EDC1721}"/>
              </a:ext>
            </a:extLst>
          </p:cNvPr>
          <p:cNvSpPr txBox="1">
            <a:spLocks noChangeArrowheads="1"/>
          </p:cNvSpPr>
          <p:nvPr/>
        </p:nvSpPr>
        <p:spPr bwMode="auto">
          <a:xfrm>
            <a:off x="1138922" y="4584970"/>
            <a:ext cx="102624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uwxvyz</a:t>
            </a:r>
          </a:p>
        </p:txBody>
      </p:sp>
      <p:cxnSp>
        <p:nvCxnSpPr>
          <p:cNvPr id="670" name="Straight Connector 669">
            <a:extLst>
              <a:ext uri="{FF2B5EF4-FFF2-40B4-BE49-F238E27FC236}">
                <a16:creationId xmlns:a16="http://schemas.microsoft.com/office/drawing/2014/main" id="{F2D0ED3F-0D1D-0520-4320-29BA6AF6C8C8}"/>
              </a:ext>
            </a:extLst>
          </p:cNvPr>
          <p:cNvCxnSpPr/>
          <p:nvPr/>
        </p:nvCxnSpPr>
        <p:spPr>
          <a:xfrm>
            <a:off x="668005" y="2233984"/>
            <a:ext cx="5645188" cy="0"/>
          </a:xfrm>
          <a:prstGeom prst="line">
            <a:avLst/>
          </a:prstGeom>
          <a:ln w="25400">
            <a:solidFill>
              <a:srgbClr val="0000A8"/>
            </a:solidFill>
          </a:ln>
        </p:spPr>
        <p:style>
          <a:lnRef idx="1">
            <a:schemeClr val="accent1"/>
          </a:lnRef>
          <a:fillRef idx="0">
            <a:schemeClr val="accent1"/>
          </a:fillRef>
          <a:effectRef idx="0">
            <a:schemeClr val="accent1"/>
          </a:effectRef>
          <a:fontRef idx="minor">
            <a:schemeClr val="tx1"/>
          </a:fontRef>
        </p:style>
      </p:cxnSp>
      <p:sp>
        <p:nvSpPr>
          <p:cNvPr id="671" name="TextBox 670">
            <a:extLst>
              <a:ext uri="{FF2B5EF4-FFF2-40B4-BE49-F238E27FC236}">
                <a16:creationId xmlns:a16="http://schemas.microsoft.com/office/drawing/2014/main" id="{9EB409D0-5188-A35B-7B71-D400FC81FC20}"/>
              </a:ext>
            </a:extLst>
          </p:cNvPr>
          <p:cNvSpPr txBox="1"/>
          <p:nvPr/>
        </p:nvSpPr>
        <p:spPr>
          <a:xfrm>
            <a:off x="2529460" y="1384347"/>
            <a:ext cx="370422" cy="369332"/>
          </a:xfrm>
          <a:prstGeom prst="rect">
            <a:avLst/>
          </a:prstGeom>
          <a:noFill/>
        </p:spPr>
        <p:txBody>
          <a:bodyPr wrap="square" rtlCol="0">
            <a:spAutoFit/>
          </a:bodyPr>
          <a:lstStyle/>
          <a:p>
            <a:r>
              <a:rPr lang="en-US" i="1" dirty="0">
                <a:solidFill>
                  <a:srgbClr val="FF0000"/>
                </a:solidFill>
              </a:rPr>
              <a:t>v</a:t>
            </a:r>
          </a:p>
        </p:txBody>
      </p:sp>
      <p:sp>
        <p:nvSpPr>
          <p:cNvPr id="672" name="TextBox 671">
            <a:extLst>
              <a:ext uri="{FF2B5EF4-FFF2-40B4-BE49-F238E27FC236}">
                <a16:creationId xmlns:a16="http://schemas.microsoft.com/office/drawing/2014/main" id="{D389C5F2-26C3-B70A-5063-98FC76FA243F}"/>
              </a:ext>
            </a:extLst>
          </p:cNvPr>
          <p:cNvSpPr txBox="1"/>
          <p:nvPr/>
        </p:nvSpPr>
        <p:spPr>
          <a:xfrm>
            <a:off x="3373839" y="1382288"/>
            <a:ext cx="370422" cy="369332"/>
          </a:xfrm>
          <a:prstGeom prst="rect">
            <a:avLst/>
          </a:prstGeom>
          <a:noFill/>
        </p:spPr>
        <p:txBody>
          <a:bodyPr wrap="square" rtlCol="0">
            <a:spAutoFit/>
          </a:bodyPr>
          <a:lstStyle/>
          <a:p>
            <a:r>
              <a:rPr lang="en-US" i="1" dirty="0">
                <a:solidFill>
                  <a:srgbClr val="FF0000"/>
                </a:solidFill>
              </a:rPr>
              <a:t>w</a:t>
            </a:r>
          </a:p>
        </p:txBody>
      </p:sp>
      <p:sp>
        <p:nvSpPr>
          <p:cNvPr id="673" name="TextBox 672">
            <a:extLst>
              <a:ext uri="{FF2B5EF4-FFF2-40B4-BE49-F238E27FC236}">
                <a16:creationId xmlns:a16="http://schemas.microsoft.com/office/drawing/2014/main" id="{74509ADE-7502-4FB0-D61F-4678DA704873}"/>
              </a:ext>
            </a:extLst>
          </p:cNvPr>
          <p:cNvSpPr txBox="1"/>
          <p:nvPr/>
        </p:nvSpPr>
        <p:spPr>
          <a:xfrm>
            <a:off x="4255287" y="1380228"/>
            <a:ext cx="370422" cy="369332"/>
          </a:xfrm>
          <a:prstGeom prst="rect">
            <a:avLst/>
          </a:prstGeom>
          <a:noFill/>
        </p:spPr>
        <p:txBody>
          <a:bodyPr wrap="square" rtlCol="0">
            <a:spAutoFit/>
          </a:bodyPr>
          <a:lstStyle/>
          <a:p>
            <a:r>
              <a:rPr lang="en-US" i="1" dirty="0">
                <a:solidFill>
                  <a:srgbClr val="FF0000"/>
                </a:solidFill>
              </a:rPr>
              <a:t>x</a:t>
            </a:r>
          </a:p>
        </p:txBody>
      </p:sp>
      <p:sp>
        <p:nvSpPr>
          <p:cNvPr id="674" name="TextBox 673">
            <a:extLst>
              <a:ext uri="{FF2B5EF4-FFF2-40B4-BE49-F238E27FC236}">
                <a16:creationId xmlns:a16="http://schemas.microsoft.com/office/drawing/2014/main" id="{1A0B89CC-111D-03ED-CA02-22BA04FDF55C}"/>
              </a:ext>
            </a:extLst>
          </p:cNvPr>
          <p:cNvSpPr txBox="1"/>
          <p:nvPr/>
        </p:nvSpPr>
        <p:spPr>
          <a:xfrm>
            <a:off x="5099667" y="1378168"/>
            <a:ext cx="370422" cy="369332"/>
          </a:xfrm>
          <a:prstGeom prst="rect">
            <a:avLst/>
          </a:prstGeom>
          <a:noFill/>
        </p:spPr>
        <p:txBody>
          <a:bodyPr wrap="square" rtlCol="0">
            <a:spAutoFit/>
          </a:bodyPr>
          <a:lstStyle/>
          <a:p>
            <a:r>
              <a:rPr lang="en-US" i="1" dirty="0">
                <a:solidFill>
                  <a:srgbClr val="FF0000"/>
                </a:solidFill>
              </a:rPr>
              <a:t>y</a:t>
            </a:r>
          </a:p>
        </p:txBody>
      </p:sp>
      <p:sp>
        <p:nvSpPr>
          <p:cNvPr id="675" name="TextBox 674">
            <a:extLst>
              <a:ext uri="{FF2B5EF4-FFF2-40B4-BE49-F238E27FC236}">
                <a16:creationId xmlns:a16="http://schemas.microsoft.com/office/drawing/2014/main" id="{CE3BDB73-9AFD-0C10-1014-30B0B129562B}"/>
              </a:ext>
            </a:extLst>
          </p:cNvPr>
          <p:cNvSpPr txBox="1"/>
          <p:nvPr/>
        </p:nvSpPr>
        <p:spPr>
          <a:xfrm>
            <a:off x="5968759" y="1376108"/>
            <a:ext cx="370422" cy="369332"/>
          </a:xfrm>
          <a:prstGeom prst="rect">
            <a:avLst/>
          </a:prstGeom>
          <a:noFill/>
        </p:spPr>
        <p:txBody>
          <a:bodyPr wrap="square" rtlCol="0">
            <a:spAutoFit/>
          </a:bodyPr>
          <a:lstStyle/>
          <a:p>
            <a:r>
              <a:rPr lang="en-US" i="1" dirty="0">
                <a:solidFill>
                  <a:srgbClr val="FF0000"/>
                </a:solidFill>
              </a:rPr>
              <a:t>z</a:t>
            </a:r>
          </a:p>
        </p:txBody>
      </p:sp>
      <p:grpSp>
        <p:nvGrpSpPr>
          <p:cNvPr id="676" name="Group 675">
            <a:extLst>
              <a:ext uri="{FF2B5EF4-FFF2-40B4-BE49-F238E27FC236}">
                <a16:creationId xmlns:a16="http://schemas.microsoft.com/office/drawing/2014/main" id="{072BE586-42D4-A2B1-D45D-C0B47CB7337F}"/>
              </a:ext>
            </a:extLst>
          </p:cNvPr>
          <p:cNvGrpSpPr/>
          <p:nvPr/>
        </p:nvGrpSpPr>
        <p:grpSpPr>
          <a:xfrm>
            <a:off x="1771136" y="1428236"/>
            <a:ext cx="1923534" cy="1652716"/>
            <a:chOff x="1771136" y="1428236"/>
            <a:chExt cx="1923534" cy="1652716"/>
          </a:xfrm>
        </p:grpSpPr>
        <p:sp>
          <p:nvSpPr>
            <p:cNvPr id="677" name="Oval 676">
              <a:extLst>
                <a:ext uri="{FF2B5EF4-FFF2-40B4-BE49-F238E27FC236}">
                  <a16:creationId xmlns:a16="http://schemas.microsoft.com/office/drawing/2014/main" id="{9A8BBDC2-F8FF-A6C6-53C0-96C868DAE503}"/>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78" name="Straight Arrow Connector 677">
              <a:extLst>
                <a:ext uri="{FF2B5EF4-FFF2-40B4-BE49-F238E27FC236}">
                  <a16:creationId xmlns:a16="http://schemas.microsoft.com/office/drawing/2014/main" id="{01771033-6C9E-064D-3AFC-9673FAAA1EC9}"/>
                </a:ext>
              </a:extLst>
            </p:cNvPr>
            <p:cNvCxnSpPr>
              <a:cxnSpLocks/>
            </p:cNvCxnSpPr>
            <p:nvPr/>
          </p:nvCxnSpPr>
          <p:spPr>
            <a:xfrm flipH="1">
              <a:off x="2007973" y="1686697"/>
              <a:ext cx="1414851" cy="11430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79" name="Oval 678">
              <a:extLst>
                <a:ext uri="{FF2B5EF4-FFF2-40B4-BE49-F238E27FC236}">
                  <a16:creationId xmlns:a16="http://schemas.microsoft.com/office/drawing/2014/main" id="{81922B17-E70E-584F-8008-F81D2B292BCE}"/>
                </a:ext>
              </a:extLst>
            </p:cNvPr>
            <p:cNvSpPr/>
            <p:nvPr/>
          </p:nvSpPr>
          <p:spPr>
            <a:xfrm>
              <a:off x="1771136" y="278542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80" name="Group 679">
            <a:extLst>
              <a:ext uri="{FF2B5EF4-FFF2-40B4-BE49-F238E27FC236}">
                <a16:creationId xmlns:a16="http://schemas.microsoft.com/office/drawing/2014/main" id="{FA76C62B-1A2D-3413-DD4E-E82FF58F5B98}"/>
              </a:ext>
            </a:extLst>
          </p:cNvPr>
          <p:cNvGrpSpPr/>
          <p:nvPr/>
        </p:nvGrpSpPr>
        <p:grpSpPr>
          <a:xfrm>
            <a:off x="1812326" y="1419997"/>
            <a:ext cx="2739080" cy="2146986"/>
            <a:chOff x="955590" y="1428236"/>
            <a:chExt cx="2739080" cy="2146986"/>
          </a:xfrm>
        </p:grpSpPr>
        <p:sp>
          <p:nvSpPr>
            <p:cNvPr id="681" name="Oval 680">
              <a:extLst>
                <a:ext uri="{FF2B5EF4-FFF2-40B4-BE49-F238E27FC236}">
                  <a16:creationId xmlns:a16="http://schemas.microsoft.com/office/drawing/2014/main" id="{DC38A761-2AEF-1966-6EB0-1AFE8FE0D04B}"/>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82" name="Straight Arrow Connector 681">
              <a:extLst>
                <a:ext uri="{FF2B5EF4-FFF2-40B4-BE49-F238E27FC236}">
                  <a16:creationId xmlns:a16="http://schemas.microsoft.com/office/drawing/2014/main" id="{C7C70848-E30C-06B3-0283-1D49342D9847}"/>
                </a:ext>
              </a:extLst>
            </p:cNvPr>
            <p:cNvCxnSpPr>
              <a:cxnSpLocks/>
              <a:endCxn id="683" idx="7"/>
            </p:cNvCxnSpPr>
            <p:nvPr/>
          </p:nvCxnSpPr>
          <p:spPr>
            <a:xfrm flipH="1">
              <a:off x="1224541" y="1686697"/>
              <a:ext cx="2198284" cy="163627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83" name="Oval 682">
              <a:extLst>
                <a:ext uri="{FF2B5EF4-FFF2-40B4-BE49-F238E27FC236}">
                  <a16:creationId xmlns:a16="http://schemas.microsoft.com/office/drawing/2014/main" id="{A1DC6815-E145-67CD-82CD-44DCC19710F8}"/>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84" name="Group 683">
            <a:extLst>
              <a:ext uri="{FF2B5EF4-FFF2-40B4-BE49-F238E27FC236}">
                <a16:creationId xmlns:a16="http://schemas.microsoft.com/office/drawing/2014/main" id="{BBF4B51E-89F6-0BC8-7254-EE96D9505BF5}"/>
              </a:ext>
            </a:extLst>
          </p:cNvPr>
          <p:cNvGrpSpPr/>
          <p:nvPr/>
        </p:nvGrpSpPr>
        <p:grpSpPr>
          <a:xfrm>
            <a:off x="1853514" y="1417939"/>
            <a:ext cx="990599" cy="2598007"/>
            <a:chOff x="955590" y="977215"/>
            <a:chExt cx="990599" cy="2598007"/>
          </a:xfrm>
        </p:grpSpPr>
        <p:sp>
          <p:nvSpPr>
            <p:cNvPr id="685" name="Oval 684">
              <a:extLst>
                <a:ext uri="{FF2B5EF4-FFF2-40B4-BE49-F238E27FC236}">
                  <a16:creationId xmlns:a16="http://schemas.microsoft.com/office/drawing/2014/main" id="{678F89F5-C2E5-89F7-7781-C4C52FF9CDF4}"/>
                </a:ext>
              </a:extLst>
            </p:cNvPr>
            <p:cNvSpPr/>
            <p:nvPr/>
          </p:nvSpPr>
          <p:spPr>
            <a:xfrm>
              <a:off x="1631093" y="97721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86" name="Straight Arrow Connector 685">
              <a:extLst>
                <a:ext uri="{FF2B5EF4-FFF2-40B4-BE49-F238E27FC236}">
                  <a16:creationId xmlns:a16="http://schemas.microsoft.com/office/drawing/2014/main" id="{28070589-D8DC-98EC-9D35-48D64765E8C4}"/>
                </a:ext>
              </a:extLst>
            </p:cNvPr>
            <p:cNvCxnSpPr>
              <a:cxnSpLocks/>
              <a:stCxn id="685" idx="4"/>
              <a:endCxn id="687" idx="0"/>
            </p:cNvCxnSpPr>
            <p:nvPr/>
          </p:nvCxnSpPr>
          <p:spPr>
            <a:xfrm flipH="1">
              <a:off x="1113138" y="1272747"/>
              <a:ext cx="675503" cy="200694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87" name="Oval 686">
              <a:extLst>
                <a:ext uri="{FF2B5EF4-FFF2-40B4-BE49-F238E27FC236}">
                  <a16:creationId xmlns:a16="http://schemas.microsoft.com/office/drawing/2014/main" id="{9B4F7ED3-3FD6-26F7-E711-468C38831848}"/>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88" name="Group 687">
            <a:extLst>
              <a:ext uri="{FF2B5EF4-FFF2-40B4-BE49-F238E27FC236}">
                <a16:creationId xmlns:a16="http://schemas.microsoft.com/office/drawing/2014/main" id="{11310F7F-897F-F5E5-775E-51F3612AABB7}"/>
              </a:ext>
            </a:extLst>
          </p:cNvPr>
          <p:cNvGrpSpPr/>
          <p:nvPr/>
        </p:nvGrpSpPr>
        <p:grpSpPr>
          <a:xfrm>
            <a:off x="1915299" y="1436471"/>
            <a:ext cx="3480486" cy="3049030"/>
            <a:chOff x="955590" y="526192"/>
            <a:chExt cx="3480486" cy="3049030"/>
          </a:xfrm>
        </p:grpSpPr>
        <p:sp>
          <p:nvSpPr>
            <p:cNvPr id="689" name="Oval 688">
              <a:extLst>
                <a:ext uri="{FF2B5EF4-FFF2-40B4-BE49-F238E27FC236}">
                  <a16:creationId xmlns:a16="http://schemas.microsoft.com/office/drawing/2014/main" id="{798C6DE5-08F7-A382-0783-412B307A6E45}"/>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90" name="Straight Arrow Connector 689">
              <a:extLst>
                <a:ext uri="{FF2B5EF4-FFF2-40B4-BE49-F238E27FC236}">
                  <a16:creationId xmlns:a16="http://schemas.microsoft.com/office/drawing/2014/main" id="{5C055189-8063-9151-D0E3-FCD31DC5AF91}"/>
                </a:ext>
              </a:extLst>
            </p:cNvPr>
            <p:cNvCxnSpPr>
              <a:cxnSpLocks/>
              <a:stCxn id="689" idx="3"/>
              <a:endCxn id="691" idx="7"/>
            </p:cNvCxnSpPr>
            <p:nvPr/>
          </p:nvCxnSpPr>
          <p:spPr>
            <a:xfrm flipH="1">
              <a:off x="1224541" y="778444"/>
              <a:ext cx="2942584" cy="254452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91" name="Oval 690">
              <a:extLst>
                <a:ext uri="{FF2B5EF4-FFF2-40B4-BE49-F238E27FC236}">
                  <a16:creationId xmlns:a16="http://schemas.microsoft.com/office/drawing/2014/main" id="{73EDA31A-0724-5BE2-1AC5-BED62960D8E3}"/>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92" name="Group 691">
            <a:extLst>
              <a:ext uri="{FF2B5EF4-FFF2-40B4-BE49-F238E27FC236}">
                <a16:creationId xmlns:a16="http://schemas.microsoft.com/office/drawing/2014/main" id="{6B87D7C3-76C4-F337-2030-EF6A42C1E003}"/>
              </a:ext>
            </a:extLst>
          </p:cNvPr>
          <p:cNvGrpSpPr/>
          <p:nvPr/>
        </p:nvGrpSpPr>
        <p:grpSpPr>
          <a:xfrm>
            <a:off x="1839100" y="1422055"/>
            <a:ext cx="4419599" cy="3537122"/>
            <a:chOff x="16477" y="526192"/>
            <a:chExt cx="4419599" cy="3537122"/>
          </a:xfrm>
        </p:grpSpPr>
        <p:sp>
          <p:nvSpPr>
            <p:cNvPr id="693" name="Oval 692">
              <a:extLst>
                <a:ext uri="{FF2B5EF4-FFF2-40B4-BE49-F238E27FC236}">
                  <a16:creationId xmlns:a16="http://schemas.microsoft.com/office/drawing/2014/main" id="{45BD450E-954E-9C20-8DA6-FE7D44759B19}"/>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94" name="Straight Arrow Connector 693">
              <a:extLst>
                <a:ext uri="{FF2B5EF4-FFF2-40B4-BE49-F238E27FC236}">
                  <a16:creationId xmlns:a16="http://schemas.microsoft.com/office/drawing/2014/main" id="{4C59ED4A-A74D-65D2-E846-5BE3377265FC}"/>
                </a:ext>
              </a:extLst>
            </p:cNvPr>
            <p:cNvCxnSpPr>
              <a:cxnSpLocks/>
              <a:stCxn id="693" idx="3"/>
              <a:endCxn id="695" idx="7"/>
            </p:cNvCxnSpPr>
            <p:nvPr/>
          </p:nvCxnSpPr>
          <p:spPr>
            <a:xfrm flipH="1">
              <a:off x="285428" y="778444"/>
              <a:ext cx="3881697" cy="303261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95" name="Oval 694">
              <a:extLst>
                <a:ext uri="{FF2B5EF4-FFF2-40B4-BE49-F238E27FC236}">
                  <a16:creationId xmlns:a16="http://schemas.microsoft.com/office/drawing/2014/main" id="{B6DC08F1-7548-1F80-5644-C0D9EB2FC007}"/>
                </a:ext>
              </a:extLst>
            </p:cNvPr>
            <p:cNvSpPr/>
            <p:nvPr/>
          </p:nvSpPr>
          <p:spPr>
            <a:xfrm>
              <a:off x="16477" y="376778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54374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41">
                                            <p:txEl>
                                              <p:pRg st="0" end="0"/>
                                            </p:txEl>
                                          </p:spTgt>
                                        </p:tgtEl>
                                        <p:attrNameLst>
                                          <p:attrName>style.visibility</p:attrName>
                                        </p:attrNameLst>
                                      </p:cBhvr>
                                      <p:to>
                                        <p:strVal val="visible"/>
                                      </p:to>
                                    </p:set>
                                    <p:animEffect transition="in" filter="fade">
                                      <p:cBhvr>
                                        <p:cTn id="13" dur="1000"/>
                                        <p:tgtEl>
                                          <p:spTgt spid="541">
                                            <p:txEl>
                                              <p:pRg st="0" end="0"/>
                                            </p:txEl>
                                          </p:spTgt>
                                        </p:tgtEl>
                                      </p:cBhvr>
                                    </p:animEffect>
                                    <p:anim calcmode="lin" valueType="num">
                                      <p:cBhvr>
                                        <p:cTn id="14" dur="1000" fill="hold"/>
                                        <p:tgtEl>
                                          <p:spTgt spid="541">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41">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632"/>
                                        </p:tgtEl>
                                        <p:attrNameLst>
                                          <p:attrName>style.visibility</p:attrName>
                                        </p:attrNameLst>
                                      </p:cBhvr>
                                      <p:to>
                                        <p:strVal val="visible"/>
                                      </p:to>
                                    </p:set>
                                    <p:animEffect transition="in" filter="wipe(left)">
                                      <p:cBhvr>
                                        <p:cTn id="20" dur="1000"/>
                                        <p:tgtEl>
                                          <p:spTgt spid="63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51"/>
                                        </p:tgtEl>
                                        <p:attrNameLst>
                                          <p:attrName>style.visibility</p:attrName>
                                        </p:attrNameLst>
                                      </p:cBhvr>
                                      <p:to>
                                        <p:strVal val="visible"/>
                                      </p:to>
                                    </p:set>
                                    <p:animEffect transition="in" filter="dissolve">
                                      <p:cBhvr>
                                        <p:cTn id="25" dur="500"/>
                                        <p:tgtEl>
                                          <p:spTgt spid="651"/>
                                        </p:tgtEl>
                                      </p:cBhvr>
                                    </p:animEffect>
                                  </p:childTnLst>
                                </p:cTn>
                              </p:par>
                            </p:childTnLst>
                          </p:cTn>
                        </p:par>
                        <p:par>
                          <p:cTn id="26" fill="hold">
                            <p:stCondLst>
                              <p:cond delay="500"/>
                            </p:stCondLst>
                            <p:childTnLst>
                              <p:par>
                                <p:cTn id="27" presetID="9" presetClass="entr" presetSubtype="0" fill="hold" nodeType="afterEffect">
                                  <p:stCondLst>
                                    <p:cond delay="0"/>
                                  </p:stCondLst>
                                  <p:childTnLst>
                                    <p:set>
                                      <p:cBhvr>
                                        <p:cTn id="28" dur="1" fill="hold">
                                          <p:stCondLst>
                                            <p:cond delay="0"/>
                                          </p:stCondLst>
                                        </p:cTn>
                                        <p:tgtEl>
                                          <p:spTgt spid="676"/>
                                        </p:tgtEl>
                                        <p:attrNameLst>
                                          <p:attrName>style.visibility</p:attrName>
                                        </p:attrNameLst>
                                      </p:cBhvr>
                                      <p:to>
                                        <p:strVal val="visible"/>
                                      </p:to>
                                    </p:set>
                                    <p:animEffect transition="in" filter="dissolve">
                                      <p:cBhvr>
                                        <p:cTn id="29" dur="1000"/>
                                        <p:tgtEl>
                                          <p:spTgt spid="676"/>
                                        </p:tgtEl>
                                      </p:cBhvr>
                                    </p:animEffect>
                                  </p:childTnLst>
                                </p:cTn>
                              </p:par>
                            </p:childTnLst>
                          </p:cTn>
                        </p:par>
                        <p:par>
                          <p:cTn id="30" fill="hold">
                            <p:stCondLst>
                              <p:cond delay="1500"/>
                            </p:stCondLst>
                            <p:childTnLst>
                              <p:par>
                                <p:cTn id="31" presetID="9" presetClass="entr" presetSubtype="0" fill="hold" grpId="0" nodeType="afterEffect">
                                  <p:stCondLst>
                                    <p:cond delay="0"/>
                                  </p:stCondLst>
                                  <p:childTnLst>
                                    <p:set>
                                      <p:cBhvr>
                                        <p:cTn id="32" dur="1" fill="hold">
                                          <p:stCondLst>
                                            <p:cond delay="0"/>
                                          </p:stCondLst>
                                        </p:cTn>
                                        <p:tgtEl>
                                          <p:spTgt spid="638"/>
                                        </p:tgtEl>
                                        <p:attrNameLst>
                                          <p:attrName>style.visibility</p:attrName>
                                        </p:attrNameLst>
                                      </p:cBhvr>
                                      <p:to>
                                        <p:strVal val="visible"/>
                                      </p:to>
                                    </p:set>
                                    <p:animEffect transition="in" filter="dissolve">
                                      <p:cBhvr>
                                        <p:cTn id="33" dur="500"/>
                                        <p:tgtEl>
                                          <p:spTgt spid="638"/>
                                        </p:tgtEl>
                                      </p:cBhvr>
                                    </p:animEffect>
                                  </p:childTnLst>
                                </p:cTn>
                              </p:par>
                            </p:childTnLst>
                          </p:cTn>
                        </p:par>
                        <p:par>
                          <p:cTn id="34" fill="hold">
                            <p:stCondLst>
                              <p:cond delay="2000"/>
                            </p:stCondLst>
                            <p:childTnLst>
                              <p:par>
                                <p:cTn id="35" presetID="9" presetClass="entr" presetSubtype="0" fill="hold" grpId="0" nodeType="afterEffect">
                                  <p:stCondLst>
                                    <p:cond delay="0"/>
                                  </p:stCondLst>
                                  <p:childTnLst>
                                    <p:set>
                                      <p:cBhvr>
                                        <p:cTn id="36" dur="1" fill="hold">
                                          <p:stCondLst>
                                            <p:cond delay="0"/>
                                          </p:stCondLst>
                                        </p:cTn>
                                        <p:tgtEl>
                                          <p:spTgt spid="668"/>
                                        </p:tgtEl>
                                        <p:attrNameLst>
                                          <p:attrName>style.visibility</p:attrName>
                                        </p:attrNameLst>
                                      </p:cBhvr>
                                      <p:to>
                                        <p:strVal val="visible"/>
                                      </p:to>
                                    </p:set>
                                    <p:animEffect transition="in" filter="dissolve">
                                      <p:cBhvr>
                                        <p:cTn id="37" dur="1000"/>
                                        <p:tgtEl>
                                          <p:spTgt spid="668"/>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639"/>
                                        </p:tgtEl>
                                        <p:attrNameLst>
                                          <p:attrName>style.visibility</p:attrName>
                                        </p:attrNameLst>
                                      </p:cBhvr>
                                      <p:to>
                                        <p:strVal val="visible"/>
                                      </p:to>
                                    </p:set>
                                    <p:animEffect transition="in" filter="wipe(left)">
                                      <p:cBhvr>
                                        <p:cTn id="42" dur="1000"/>
                                        <p:tgtEl>
                                          <p:spTgt spid="639"/>
                                        </p:tgtEl>
                                      </p:cBhvr>
                                    </p:animEffect>
                                  </p:childTnLst>
                                </p:cTn>
                              </p:par>
                              <p:par>
                                <p:cTn id="43" presetID="9" presetClass="exit" presetSubtype="0" fill="hold" nodeType="withEffect">
                                  <p:stCondLst>
                                    <p:cond delay="0"/>
                                  </p:stCondLst>
                                  <p:childTnLst>
                                    <p:animEffect transition="out" filter="dissolve">
                                      <p:cBhvr>
                                        <p:cTn id="44" dur="500"/>
                                        <p:tgtEl>
                                          <p:spTgt spid="676"/>
                                        </p:tgtEl>
                                      </p:cBhvr>
                                    </p:animEffect>
                                    <p:set>
                                      <p:cBhvr>
                                        <p:cTn id="45" dur="1" fill="hold">
                                          <p:stCondLst>
                                            <p:cond delay="499"/>
                                          </p:stCondLst>
                                        </p:cTn>
                                        <p:tgtEl>
                                          <p:spTgt spid="676"/>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grpId="0" nodeType="clickEffect">
                                  <p:stCondLst>
                                    <p:cond delay="0"/>
                                  </p:stCondLst>
                                  <p:childTnLst>
                                    <p:set>
                                      <p:cBhvr>
                                        <p:cTn id="49" dur="1" fill="hold">
                                          <p:stCondLst>
                                            <p:cond delay="0"/>
                                          </p:stCondLst>
                                        </p:cTn>
                                        <p:tgtEl>
                                          <p:spTgt spid="652"/>
                                        </p:tgtEl>
                                        <p:attrNameLst>
                                          <p:attrName>style.visibility</p:attrName>
                                        </p:attrNameLst>
                                      </p:cBhvr>
                                      <p:to>
                                        <p:strVal val="visible"/>
                                      </p:to>
                                    </p:set>
                                    <p:animEffect transition="in" filter="dissolve">
                                      <p:cBhvr>
                                        <p:cTn id="50" dur="500"/>
                                        <p:tgtEl>
                                          <p:spTgt spid="652"/>
                                        </p:tgtEl>
                                      </p:cBhvr>
                                    </p:animEffect>
                                  </p:childTnLst>
                                </p:cTn>
                              </p:par>
                            </p:childTnLst>
                          </p:cTn>
                        </p:par>
                        <p:par>
                          <p:cTn id="51" fill="hold">
                            <p:stCondLst>
                              <p:cond delay="500"/>
                            </p:stCondLst>
                            <p:childTnLst>
                              <p:par>
                                <p:cTn id="52" presetID="9" presetClass="entr" presetSubtype="0" fill="hold" nodeType="afterEffect">
                                  <p:stCondLst>
                                    <p:cond delay="0"/>
                                  </p:stCondLst>
                                  <p:childTnLst>
                                    <p:set>
                                      <p:cBhvr>
                                        <p:cTn id="53" dur="1" fill="hold">
                                          <p:stCondLst>
                                            <p:cond delay="0"/>
                                          </p:stCondLst>
                                        </p:cTn>
                                        <p:tgtEl>
                                          <p:spTgt spid="680"/>
                                        </p:tgtEl>
                                        <p:attrNameLst>
                                          <p:attrName>style.visibility</p:attrName>
                                        </p:attrNameLst>
                                      </p:cBhvr>
                                      <p:to>
                                        <p:strVal val="visible"/>
                                      </p:to>
                                    </p:set>
                                    <p:animEffect transition="in" filter="dissolve">
                                      <p:cBhvr>
                                        <p:cTn id="54" dur="1000"/>
                                        <p:tgtEl>
                                          <p:spTgt spid="680"/>
                                        </p:tgtEl>
                                      </p:cBhvr>
                                    </p:animEffect>
                                  </p:childTnLst>
                                </p:cTn>
                              </p:par>
                            </p:childTnLst>
                          </p:cTn>
                        </p:par>
                        <p:par>
                          <p:cTn id="55" fill="hold">
                            <p:stCondLst>
                              <p:cond delay="1500"/>
                            </p:stCondLst>
                            <p:childTnLst>
                              <p:par>
                                <p:cTn id="56" presetID="9" presetClass="entr" presetSubtype="0" fill="hold" grpId="0" nodeType="afterEffect">
                                  <p:stCondLst>
                                    <p:cond delay="0"/>
                                  </p:stCondLst>
                                  <p:childTnLst>
                                    <p:set>
                                      <p:cBhvr>
                                        <p:cTn id="57" dur="1" fill="hold">
                                          <p:stCondLst>
                                            <p:cond delay="0"/>
                                          </p:stCondLst>
                                        </p:cTn>
                                        <p:tgtEl>
                                          <p:spTgt spid="653"/>
                                        </p:tgtEl>
                                        <p:attrNameLst>
                                          <p:attrName>style.visibility</p:attrName>
                                        </p:attrNameLst>
                                      </p:cBhvr>
                                      <p:to>
                                        <p:strVal val="visible"/>
                                      </p:to>
                                    </p:set>
                                    <p:animEffect transition="in" filter="dissolve">
                                      <p:cBhvr>
                                        <p:cTn id="58" dur="500"/>
                                        <p:tgtEl>
                                          <p:spTgt spid="653"/>
                                        </p:tgtEl>
                                      </p:cBhvr>
                                    </p:animEffect>
                                  </p:childTnLst>
                                </p:cTn>
                              </p:par>
                            </p:childTnLst>
                          </p:cTn>
                        </p:par>
                        <p:par>
                          <p:cTn id="59" fill="hold">
                            <p:stCondLst>
                              <p:cond delay="2000"/>
                            </p:stCondLst>
                            <p:childTnLst>
                              <p:par>
                                <p:cTn id="60" presetID="9" presetClass="entr" presetSubtype="0" fill="hold" grpId="0" nodeType="afterEffect">
                                  <p:stCondLst>
                                    <p:cond delay="0"/>
                                  </p:stCondLst>
                                  <p:childTnLst>
                                    <p:set>
                                      <p:cBhvr>
                                        <p:cTn id="61" dur="1" fill="hold">
                                          <p:stCondLst>
                                            <p:cond delay="0"/>
                                          </p:stCondLst>
                                        </p:cTn>
                                        <p:tgtEl>
                                          <p:spTgt spid="667"/>
                                        </p:tgtEl>
                                        <p:attrNameLst>
                                          <p:attrName>style.visibility</p:attrName>
                                        </p:attrNameLst>
                                      </p:cBhvr>
                                      <p:to>
                                        <p:strVal val="visible"/>
                                      </p:to>
                                    </p:set>
                                    <p:animEffect transition="in" filter="dissolve">
                                      <p:cBhvr>
                                        <p:cTn id="62" dur="1000"/>
                                        <p:tgtEl>
                                          <p:spTgt spid="667"/>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645"/>
                                        </p:tgtEl>
                                        <p:attrNameLst>
                                          <p:attrName>style.visibility</p:attrName>
                                        </p:attrNameLst>
                                      </p:cBhvr>
                                      <p:to>
                                        <p:strVal val="visible"/>
                                      </p:to>
                                    </p:set>
                                    <p:animEffect transition="in" filter="wipe(left)">
                                      <p:cBhvr>
                                        <p:cTn id="67" dur="1000"/>
                                        <p:tgtEl>
                                          <p:spTgt spid="645"/>
                                        </p:tgtEl>
                                      </p:cBhvr>
                                    </p:animEffect>
                                  </p:childTnLst>
                                </p:cTn>
                              </p:par>
                              <p:par>
                                <p:cTn id="68" presetID="9" presetClass="exit" presetSubtype="0" fill="hold" nodeType="withEffect">
                                  <p:stCondLst>
                                    <p:cond delay="0"/>
                                  </p:stCondLst>
                                  <p:childTnLst>
                                    <p:animEffect transition="out" filter="dissolve">
                                      <p:cBhvr>
                                        <p:cTn id="69" dur="500"/>
                                        <p:tgtEl>
                                          <p:spTgt spid="680"/>
                                        </p:tgtEl>
                                      </p:cBhvr>
                                    </p:animEffect>
                                    <p:set>
                                      <p:cBhvr>
                                        <p:cTn id="70" dur="1" fill="hold">
                                          <p:stCondLst>
                                            <p:cond delay="499"/>
                                          </p:stCondLst>
                                        </p:cTn>
                                        <p:tgtEl>
                                          <p:spTgt spid="680"/>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9" presetClass="entr" presetSubtype="0" fill="hold" grpId="0" nodeType="clickEffect">
                                  <p:stCondLst>
                                    <p:cond delay="0"/>
                                  </p:stCondLst>
                                  <p:childTnLst>
                                    <p:set>
                                      <p:cBhvr>
                                        <p:cTn id="74" dur="1" fill="hold">
                                          <p:stCondLst>
                                            <p:cond delay="0"/>
                                          </p:stCondLst>
                                        </p:cTn>
                                        <p:tgtEl>
                                          <p:spTgt spid="654"/>
                                        </p:tgtEl>
                                        <p:attrNameLst>
                                          <p:attrName>style.visibility</p:attrName>
                                        </p:attrNameLst>
                                      </p:cBhvr>
                                      <p:to>
                                        <p:strVal val="visible"/>
                                      </p:to>
                                    </p:set>
                                    <p:animEffect transition="in" filter="dissolve">
                                      <p:cBhvr>
                                        <p:cTn id="75" dur="500"/>
                                        <p:tgtEl>
                                          <p:spTgt spid="654"/>
                                        </p:tgtEl>
                                      </p:cBhvr>
                                    </p:animEffect>
                                  </p:childTnLst>
                                </p:cTn>
                              </p:par>
                            </p:childTnLst>
                          </p:cTn>
                        </p:par>
                        <p:par>
                          <p:cTn id="76" fill="hold">
                            <p:stCondLst>
                              <p:cond delay="500"/>
                            </p:stCondLst>
                            <p:childTnLst>
                              <p:par>
                                <p:cTn id="77" presetID="9" presetClass="entr" presetSubtype="0" fill="hold" nodeType="afterEffect">
                                  <p:stCondLst>
                                    <p:cond delay="0"/>
                                  </p:stCondLst>
                                  <p:childTnLst>
                                    <p:set>
                                      <p:cBhvr>
                                        <p:cTn id="78" dur="1" fill="hold">
                                          <p:stCondLst>
                                            <p:cond delay="0"/>
                                          </p:stCondLst>
                                        </p:cTn>
                                        <p:tgtEl>
                                          <p:spTgt spid="684"/>
                                        </p:tgtEl>
                                        <p:attrNameLst>
                                          <p:attrName>style.visibility</p:attrName>
                                        </p:attrNameLst>
                                      </p:cBhvr>
                                      <p:to>
                                        <p:strVal val="visible"/>
                                      </p:to>
                                    </p:set>
                                    <p:animEffect transition="in" filter="dissolve">
                                      <p:cBhvr>
                                        <p:cTn id="79" dur="1000"/>
                                        <p:tgtEl>
                                          <p:spTgt spid="684"/>
                                        </p:tgtEl>
                                      </p:cBhvr>
                                    </p:animEffect>
                                  </p:childTnLst>
                                </p:cTn>
                              </p:par>
                            </p:childTnLst>
                          </p:cTn>
                        </p:par>
                        <p:par>
                          <p:cTn id="80" fill="hold">
                            <p:stCondLst>
                              <p:cond delay="1500"/>
                            </p:stCondLst>
                            <p:childTnLst>
                              <p:par>
                                <p:cTn id="81" presetID="9" presetClass="entr" presetSubtype="0" fill="hold" grpId="0" nodeType="afterEffect">
                                  <p:stCondLst>
                                    <p:cond delay="0"/>
                                  </p:stCondLst>
                                  <p:childTnLst>
                                    <p:set>
                                      <p:cBhvr>
                                        <p:cTn id="82" dur="1" fill="hold">
                                          <p:stCondLst>
                                            <p:cond delay="0"/>
                                          </p:stCondLst>
                                        </p:cTn>
                                        <p:tgtEl>
                                          <p:spTgt spid="655"/>
                                        </p:tgtEl>
                                        <p:attrNameLst>
                                          <p:attrName>style.visibility</p:attrName>
                                        </p:attrNameLst>
                                      </p:cBhvr>
                                      <p:to>
                                        <p:strVal val="visible"/>
                                      </p:to>
                                    </p:set>
                                    <p:animEffect transition="in" filter="dissolve">
                                      <p:cBhvr>
                                        <p:cTn id="83" dur="500"/>
                                        <p:tgtEl>
                                          <p:spTgt spid="655"/>
                                        </p:tgtEl>
                                      </p:cBhvr>
                                    </p:animEffect>
                                  </p:childTnLst>
                                </p:cTn>
                              </p:par>
                            </p:childTnLst>
                          </p:cTn>
                        </p:par>
                        <p:par>
                          <p:cTn id="84" fill="hold">
                            <p:stCondLst>
                              <p:cond delay="2000"/>
                            </p:stCondLst>
                            <p:childTnLst>
                              <p:par>
                                <p:cTn id="85" presetID="9" presetClass="entr" presetSubtype="0" fill="hold" grpId="0" nodeType="afterEffect">
                                  <p:stCondLst>
                                    <p:cond delay="0"/>
                                  </p:stCondLst>
                                  <p:childTnLst>
                                    <p:set>
                                      <p:cBhvr>
                                        <p:cTn id="86" dur="1" fill="hold">
                                          <p:stCondLst>
                                            <p:cond delay="0"/>
                                          </p:stCondLst>
                                        </p:cTn>
                                        <p:tgtEl>
                                          <p:spTgt spid="666"/>
                                        </p:tgtEl>
                                        <p:attrNameLst>
                                          <p:attrName>style.visibility</p:attrName>
                                        </p:attrNameLst>
                                      </p:cBhvr>
                                      <p:to>
                                        <p:strVal val="visible"/>
                                      </p:to>
                                    </p:set>
                                    <p:animEffect transition="in" filter="dissolve">
                                      <p:cBhvr>
                                        <p:cTn id="87" dur="1000"/>
                                        <p:tgtEl>
                                          <p:spTgt spid="666"/>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656"/>
                                        </p:tgtEl>
                                        <p:attrNameLst>
                                          <p:attrName>style.visibility</p:attrName>
                                        </p:attrNameLst>
                                      </p:cBhvr>
                                      <p:to>
                                        <p:strVal val="visible"/>
                                      </p:to>
                                    </p:set>
                                    <p:animEffect transition="in" filter="wipe(left)">
                                      <p:cBhvr>
                                        <p:cTn id="92" dur="1000"/>
                                        <p:tgtEl>
                                          <p:spTgt spid="656"/>
                                        </p:tgtEl>
                                      </p:cBhvr>
                                    </p:animEffect>
                                  </p:childTnLst>
                                </p:cTn>
                              </p:par>
                              <p:par>
                                <p:cTn id="93" presetID="9" presetClass="exit" presetSubtype="0" fill="hold" nodeType="withEffect">
                                  <p:stCondLst>
                                    <p:cond delay="0"/>
                                  </p:stCondLst>
                                  <p:childTnLst>
                                    <p:animEffect transition="out" filter="dissolve">
                                      <p:cBhvr>
                                        <p:cTn id="94" dur="500"/>
                                        <p:tgtEl>
                                          <p:spTgt spid="684"/>
                                        </p:tgtEl>
                                      </p:cBhvr>
                                    </p:animEffect>
                                    <p:set>
                                      <p:cBhvr>
                                        <p:cTn id="95" dur="1" fill="hold">
                                          <p:stCondLst>
                                            <p:cond delay="499"/>
                                          </p:stCondLst>
                                        </p:cTn>
                                        <p:tgtEl>
                                          <p:spTgt spid="684"/>
                                        </p:tgtEl>
                                        <p:attrNameLst>
                                          <p:attrName>style.visibility</p:attrName>
                                        </p:attrNameLst>
                                      </p:cBhvr>
                                      <p:to>
                                        <p:strVal val="hidden"/>
                                      </p:to>
                                    </p:set>
                                  </p:childTnLst>
                                </p:cTn>
                              </p:par>
                            </p:childTnLst>
                          </p:cTn>
                        </p:par>
                      </p:childTnLst>
                    </p:cTn>
                  </p:par>
                  <p:par>
                    <p:cTn id="96" fill="hold">
                      <p:stCondLst>
                        <p:cond delay="indefinite"/>
                      </p:stCondLst>
                      <p:childTnLst>
                        <p:par>
                          <p:cTn id="97" fill="hold">
                            <p:stCondLst>
                              <p:cond delay="0"/>
                            </p:stCondLst>
                            <p:childTnLst>
                              <p:par>
                                <p:cTn id="98" presetID="9" presetClass="entr" presetSubtype="0" fill="hold" grpId="0" nodeType="clickEffect">
                                  <p:stCondLst>
                                    <p:cond delay="0"/>
                                  </p:stCondLst>
                                  <p:childTnLst>
                                    <p:set>
                                      <p:cBhvr>
                                        <p:cTn id="99" dur="1" fill="hold">
                                          <p:stCondLst>
                                            <p:cond delay="0"/>
                                          </p:stCondLst>
                                        </p:cTn>
                                        <p:tgtEl>
                                          <p:spTgt spid="659"/>
                                        </p:tgtEl>
                                        <p:attrNameLst>
                                          <p:attrName>style.visibility</p:attrName>
                                        </p:attrNameLst>
                                      </p:cBhvr>
                                      <p:to>
                                        <p:strVal val="visible"/>
                                      </p:to>
                                    </p:set>
                                    <p:animEffect transition="in" filter="dissolve">
                                      <p:cBhvr>
                                        <p:cTn id="100" dur="500"/>
                                        <p:tgtEl>
                                          <p:spTgt spid="659"/>
                                        </p:tgtEl>
                                      </p:cBhvr>
                                    </p:animEffect>
                                  </p:childTnLst>
                                </p:cTn>
                              </p:par>
                            </p:childTnLst>
                          </p:cTn>
                        </p:par>
                        <p:par>
                          <p:cTn id="101" fill="hold">
                            <p:stCondLst>
                              <p:cond delay="500"/>
                            </p:stCondLst>
                            <p:childTnLst>
                              <p:par>
                                <p:cTn id="102" presetID="9" presetClass="entr" presetSubtype="0" fill="hold" nodeType="afterEffect">
                                  <p:stCondLst>
                                    <p:cond delay="0"/>
                                  </p:stCondLst>
                                  <p:childTnLst>
                                    <p:set>
                                      <p:cBhvr>
                                        <p:cTn id="103" dur="1" fill="hold">
                                          <p:stCondLst>
                                            <p:cond delay="0"/>
                                          </p:stCondLst>
                                        </p:cTn>
                                        <p:tgtEl>
                                          <p:spTgt spid="688"/>
                                        </p:tgtEl>
                                        <p:attrNameLst>
                                          <p:attrName>style.visibility</p:attrName>
                                        </p:attrNameLst>
                                      </p:cBhvr>
                                      <p:to>
                                        <p:strVal val="visible"/>
                                      </p:to>
                                    </p:set>
                                    <p:animEffect transition="in" filter="dissolve">
                                      <p:cBhvr>
                                        <p:cTn id="104" dur="1000"/>
                                        <p:tgtEl>
                                          <p:spTgt spid="688"/>
                                        </p:tgtEl>
                                      </p:cBhvr>
                                    </p:animEffect>
                                  </p:childTnLst>
                                </p:cTn>
                              </p:par>
                            </p:childTnLst>
                          </p:cTn>
                        </p:par>
                        <p:par>
                          <p:cTn id="105" fill="hold">
                            <p:stCondLst>
                              <p:cond delay="1500"/>
                            </p:stCondLst>
                            <p:childTnLst>
                              <p:par>
                                <p:cTn id="106" presetID="9" presetClass="entr" presetSubtype="0" fill="hold" grpId="0" nodeType="afterEffect">
                                  <p:stCondLst>
                                    <p:cond delay="0"/>
                                  </p:stCondLst>
                                  <p:childTnLst>
                                    <p:set>
                                      <p:cBhvr>
                                        <p:cTn id="107" dur="1" fill="hold">
                                          <p:stCondLst>
                                            <p:cond delay="0"/>
                                          </p:stCondLst>
                                        </p:cTn>
                                        <p:tgtEl>
                                          <p:spTgt spid="660"/>
                                        </p:tgtEl>
                                        <p:attrNameLst>
                                          <p:attrName>style.visibility</p:attrName>
                                        </p:attrNameLst>
                                      </p:cBhvr>
                                      <p:to>
                                        <p:strVal val="visible"/>
                                      </p:to>
                                    </p:set>
                                    <p:animEffect transition="in" filter="dissolve">
                                      <p:cBhvr>
                                        <p:cTn id="108" dur="500"/>
                                        <p:tgtEl>
                                          <p:spTgt spid="660"/>
                                        </p:tgtEl>
                                      </p:cBhvr>
                                    </p:animEffect>
                                  </p:childTnLst>
                                </p:cTn>
                              </p:par>
                            </p:childTnLst>
                          </p:cTn>
                        </p:par>
                        <p:par>
                          <p:cTn id="109" fill="hold">
                            <p:stCondLst>
                              <p:cond delay="2000"/>
                            </p:stCondLst>
                            <p:childTnLst>
                              <p:par>
                                <p:cTn id="110" presetID="9" presetClass="entr" presetSubtype="0" fill="hold" grpId="0" nodeType="afterEffect">
                                  <p:stCondLst>
                                    <p:cond delay="0"/>
                                  </p:stCondLst>
                                  <p:childTnLst>
                                    <p:set>
                                      <p:cBhvr>
                                        <p:cTn id="111" dur="1" fill="hold">
                                          <p:stCondLst>
                                            <p:cond delay="0"/>
                                          </p:stCondLst>
                                        </p:cTn>
                                        <p:tgtEl>
                                          <p:spTgt spid="665"/>
                                        </p:tgtEl>
                                        <p:attrNameLst>
                                          <p:attrName>style.visibility</p:attrName>
                                        </p:attrNameLst>
                                      </p:cBhvr>
                                      <p:to>
                                        <p:strVal val="visible"/>
                                      </p:to>
                                    </p:set>
                                    <p:animEffect transition="in" filter="dissolve">
                                      <p:cBhvr>
                                        <p:cTn id="112" dur="1000"/>
                                        <p:tgtEl>
                                          <p:spTgt spid="665"/>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8" fill="hold" grpId="0" nodeType="clickEffect">
                                  <p:stCondLst>
                                    <p:cond delay="0"/>
                                  </p:stCondLst>
                                  <p:childTnLst>
                                    <p:set>
                                      <p:cBhvr>
                                        <p:cTn id="116" dur="1" fill="hold">
                                          <p:stCondLst>
                                            <p:cond delay="0"/>
                                          </p:stCondLst>
                                        </p:cTn>
                                        <p:tgtEl>
                                          <p:spTgt spid="661"/>
                                        </p:tgtEl>
                                        <p:attrNameLst>
                                          <p:attrName>style.visibility</p:attrName>
                                        </p:attrNameLst>
                                      </p:cBhvr>
                                      <p:to>
                                        <p:strVal val="visible"/>
                                      </p:to>
                                    </p:set>
                                    <p:animEffect transition="in" filter="wipe(left)">
                                      <p:cBhvr>
                                        <p:cTn id="117" dur="1000"/>
                                        <p:tgtEl>
                                          <p:spTgt spid="661"/>
                                        </p:tgtEl>
                                      </p:cBhvr>
                                    </p:animEffect>
                                  </p:childTnLst>
                                </p:cTn>
                              </p:par>
                              <p:par>
                                <p:cTn id="118" presetID="9" presetClass="exit" presetSubtype="0" fill="hold" nodeType="withEffect">
                                  <p:stCondLst>
                                    <p:cond delay="0"/>
                                  </p:stCondLst>
                                  <p:childTnLst>
                                    <p:animEffect transition="out" filter="dissolve">
                                      <p:cBhvr>
                                        <p:cTn id="119" dur="500"/>
                                        <p:tgtEl>
                                          <p:spTgt spid="688"/>
                                        </p:tgtEl>
                                      </p:cBhvr>
                                    </p:animEffect>
                                    <p:set>
                                      <p:cBhvr>
                                        <p:cTn id="120" dur="1" fill="hold">
                                          <p:stCondLst>
                                            <p:cond delay="499"/>
                                          </p:stCondLst>
                                        </p:cTn>
                                        <p:tgtEl>
                                          <p:spTgt spid="688"/>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9" presetClass="entr" presetSubtype="0" fill="hold" grpId="0" nodeType="clickEffect">
                                  <p:stCondLst>
                                    <p:cond delay="0"/>
                                  </p:stCondLst>
                                  <p:childTnLst>
                                    <p:set>
                                      <p:cBhvr>
                                        <p:cTn id="124" dur="1" fill="hold">
                                          <p:stCondLst>
                                            <p:cond delay="0"/>
                                          </p:stCondLst>
                                        </p:cTn>
                                        <p:tgtEl>
                                          <p:spTgt spid="662"/>
                                        </p:tgtEl>
                                        <p:attrNameLst>
                                          <p:attrName>style.visibility</p:attrName>
                                        </p:attrNameLst>
                                      </p:cBhvr>
                                      <p:to>
                                        <p:strVal val="visible"/>
                                      </p:to>
                                    </p:set>
                                    <p:animEffect transition="in" filter="dissolve">
                                      <p:cBhvr>
                                        <p:cTn id="125" dur="500"/>
                                        <p:tgtEl>
                                          <p:spTgt spid="662"/>
                                        </p:tgtEl>
                                      </p:cBhvr>
                                    </p:animEffect>
                                  </p:childTnLst>
                                </p:cTn>
                              </p:par>
                            </p:childTnLst>
                          </p:cTn>
                        </p:par>
                        <p:par>
                          <p:cTn id="126" fill="hold">
                            <p:stCondLst>
                              <p:cond delay="500"/>
                            </p:stCondLst>
                            <p:childTnLst>
                              <p:par>
                                <p:cTn id="127" presetID="9" presetClass="entr" presetSubtype="0" fill="hold" nodeType="afterEffect">
                                  <p:stCondLst>
                                    <p:cond delay="0"/>
                                  </p:stCondLst>
                                  <p:childTnLst>
                                    <p:set>
                                      <p:cBhvr>
                                        <p:cTn id="128" dur="1" fill="hold">
                                          <p:stCondLst>
                                            <p:cond delay="0"/>
                                          </p:stCondLst>
                                        </p:cTn>
                                        <p:tgtEl>
                                          <p:spTgt spid="692"/>
                                        </p:tgtEl>
                                        <p:attrNameLst>
                                          <p:attrName>style.visibility</p:attrName>
                                        </p:attrNameLst>
                                      </p:cBhvr>
                                      <p:to>
                                        <p:strVal val="visible"/>
                                      </p:to>
                                    </p:set>
                                    <p:animEffect transition="in" filter="dissolve">
                                      <p:cBhvr>
                                        <p:cTn id="129" dur="1000"/>
                                        <p:tgtEl>
                                          <p:spTgt spid="692"/>
                                        </p:tgtEl>
                                      </p:cBhvr>
                                    </p:animEffect>
                                  </p:childTnLst>
                                </p:cTn>
                              </p:par>
                            </p:childTnLst>
                          </p:cTn>
                        </p:par>
                        <p:par>
                          <p:cTn id="130" fill="hold">
                            <p:stCondLst>
                              <p:cond delay="1500"/>
                            </p:stCondLst>
                            <p:childTnLst>
                              <p:par>
                                <p:cTn id="131" presetID="9" presetClass="entr" presetSubtype="0" fill="hold" grpId="0" nodeType="afterEffect">
                                  <p:stCondLst>
                                    <p:cond delay="0"/>
                                  </p:stCondLst>
                                  <p:childTnLst>
                                    <p:set>
                                      <p:cBhvr>
                                        <p:cTn id="132" dur="1" fill="hold">
                                          <p:stCondLst>
                                            <p:cond delay="0"/>
                                          </p:stCondLst>
                                        </p:cTn>
                                        <p:tgtEl>
                                          <p:spTgt spid="669"/>
                                        </p:tgtEl>
                                        <p:attrNameLst>
                                          <p:attrName>style.visibility</p:attrName>
                                        </p:attrNameLst>
                                      </p:cBhvr>
                                      <p:to>
                                        <p:strVal val="visible"/>
                                      </p:to>
                                    </p:set>
                                    <p:animEffect transition="in" filter="dissolve">
                                      <p:cBhvr>
                                        <p:cTn id="133" dur="500"/>
                                        <p:tgtEl>
                                          <p:spTgt spid="669"/>
                                        </p:tgtEl>
                                      </p:cBhvr>
                                    </p:animEffect>
                                  </p:childTnLst>
                                </p:cTn>
                              </p:par>
                            </p:childTnLst>
                          </p:cTn>
                        </p:par>
                        <p:par>
                          <p:cTn id="134" fill="hold">
                            <p:stCondLst>
                              <p:cond delay="2000"/>
                            </p:stCondLst>
                            <p:childTnLst>
                              <p:par>
                                <p:cTn id="135" presetID="9" presetClass="entr" presetSubtype="0" fill="hold" grpId="0" nodeType="afterEffect">
                                  <p:stCondLst>
                                    <p:cond delay="0"/>
                                  </p:stCondLst>
                                  <p:childTnLst>
                                    <p:set>
                                      <p:cBhvr>
                                        <p:cTn id="136" dur="1" fill="hold">
                                          <p:stCondLst>
                                            <p:cond delay="0"/>
                                          </p:stCondLst>
                                        </p:cTn>
                                        <p:tgtEl>
                                          <p:spTgt spid="664"/>
                                        </p:tgtEl>
                                        <p:attrNameLst>
                                          <p:attrName>style.visibility</p:attrName>
                                        </p:attrNameLst>
                                      </p:cBhvr>
                                      <p:to>
                                        <p:strVal val="visible"/>
                                      </p:to>
                                    </p:set>
                                    <p:animEffect transition="in" filter="dissolve">
                                      <p:cBhvr>
                                        <p:cTn id="137" dur="1000"/>
                                        <p:tgtEl>
                                          <p:spTgt spid="664"/>
                                        </p:tgtEl>
                                      </p:cBhvr>
                                    </p:animEffect>
                                  </p:childTnLst>
                                </p:cTn>
                              </p:par>
                            </p:childTnLst>
                          </p:cTn>
                        </p:par>
                      </p:childTnLst>
                    </p:cTn>
                  </p:par>
                  <p:par>
                    <p:cTn id="138" fill="hold">
                      <p:stCondLst>
                        <p:cond delay="indefinite"/>
                      </p:stCondLst>
                      <p:childTnLst>
                        <p:par>
                          <p:cTn id="139" fill="hold">
                            <p:stCondLst>
                              <p:cond delay="0"/>
                            </p:stCondLst>
                            <p:childTnLst>
                              <p:par>
                                <p:cTn id="140" presetID="9" presetClass="entr" presetSubtype="0" fill="hold" grpId="0" nodeType="clickEffect">
                                  <p:stCondLst>
                                    <p:cond delay="0"/>
                                  </p:stCondLst>
                                  <p:childTnLst>
                                    <p:set>
                                      <p:cBhvr>
                                        <p:cTn id="141" dur="1" fill="hold">
                                          <p:stCondLst>
                                            <p:cond delay="0"/>
                                          </p:stCondLst>
                                        </p:cTn>
                                        <p:tgtEl>
                                          <p:spTgt spid="663"/>
                                        </p:tgtEl>
                                        <p:attrNameLst>
                                          <p:attrName>style.visibility</p:attrName>
                                        </p:attrNameLst>
                                      </p:cBhvr>
                                      <p:to>
                                        <p:strVal val="visible"/>
                                      </p:to>
                                    </p:set>
                                    <p:animEffect transition="in" filter="dissolve">
                                      <p:cBhvr>
                                        <p:cTn id="142" dur="500"/>
                                        <p:tgtEl>
                                          <p:spTgt spid="663"/>
                                        </p:tgtEl>
                                      </p:cBhvr>
                                    </p:animEffect>
                                  </p:childTnLst>
                                </p:cTn>
                              </p:par>
                              <p:par>
                                <p:cTn id="143" presetID="9" presetClass="exit" presetSubtype="0" fill="hold" nodeType="withEffect">
                                  <p:stCondLst>
                                    <p:cond delay="0"/>
                                  </p:stCondLst>
                                  <p:childTnLst>
                                    <p:animEffect transition="out" filter="dissolve">
                                      <p:cBhvr>
                                        <p:cTn id="144" dur="500"/>
                                        <p:tgtEl>
                                          <p:spTgt spid="692"/>
                                        </p:tgtEl>
                                      </p:cBhvr>
                                    </p:animEffect>
                                    <p:set>
                                      <p:cBhvr>
                                        <p:cTn id="145" dur="1" fill="hold">
                                          <p:stCondLst>
                                            <p:cond delay="499"/>
                                          </p:stCondLst>
                                        </p:cTn>
                                        <p:tgtEl>
                                          <p:spTgt spid="69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8" grpId="0"/>
      <p:bldP spid="651" grpId="0" animBg="1"/>
      <p:bldP spid="652" grpId="0" animBg="1"/>
      <p:bldP spid="653" grpId="0"/>
      <p:bldP spid="654" grpId="0" animBg="1"/>
      <p:bldP spid="655" grpId="0"/>
      <p:bldP spid="659" grpId="0" animBg="1"/>
      <p:bldP spid="660" grpId="0"/>
      <p:bldP spid="661" grpId="0"/>
      <p:bldP spid="662" grpId="0" animBg="1"/>
      <p:bldP spid="663" grpId="0"/>
      <p:bldP spid="664" grpId="0" animBg="1"/>
      <p:bldP spid="665" grpId="0" animBg="1"/>
      <p:bldP spid="666" grpId="0" animBg="1"/>
      <p:bldP spid="667" grpId="0" animBg="1"/>
      <p:bldP spid="668" grpId="0" animBg="1"/>
      <p:bldP spid="66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mc:AlternateContent xmlns:mc="http://schemas.openxmlformats.org/markup-compatibility/2006" xmlns:a14="http://schemas.microsoft.com/office/drawing/2010/main">
        <mc:Choice Requires="a14">
          <p:sp>
            <p:nvSpPr>
              <p:cNvPr id="8" name="Content Placeholder 2">
                <a:extLst>
                  <a:ext uri="{FF2B5EF4-FFF2-40B4-BE49-F238E27FC236}">
                    <a16:creationId xmlns:a16="http://schemas.microsoft.com/office/drawing/2014/main" id="{9B3280E6-9053-1AFB-03F0-C1DA5C01219A}"/>
                  </a:ext>
                </a:extLst>
              </p:cNvPr>
              <p:cNvSpPr txBox="1">
                <a:spLocks/>
              </p:cNvSpPr>
              <p:nvPr/>
            </p:nvSpPr>
            <p:spPr>
              <a:xfrm>
                <a:off x="433754" y="1326255"/>
                <a:ext cx="11216191" cy="483556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2400" b="1" dirty="0">
                    <a:solidFill>
                      <a:srgbClr val="1F1FFF"/>
                    </a:solidFill>
                    <a:latin typeface="IRANSans(FaNum)" panose="02040503050201020203" pitchFamily="18" charset="-78"/>
                  </a:rPr>
                  <a:t>پیچیدگی الگوریتم: شبکه‌ای با </a:t>
                </a:r>
                <a14:m>
                  <m:oMath xmlns:m="http://schemas.openxmlformats.org/officeDocument/2006/math">
                    <m:r>
                      <a:rPr lang="en-US" sz="2400" b="1" i="1" smtClean="0">
                        <a:solidFill>
                          <a:srgbClr val="1F1FFF"/>
                        </a:solidFill>
                        <a:latin typeface="Cambria Math" panose="02040503050406030204" pitchFamily="18" charset="0"/>
                      </a:rPr>
                      <m:t>𝒏</m:t>
                    </m:r>
                  </m:oMath>
                </a14:m>
                <a:r>
                  <a:rPr lang="fa-IR" sz="2400" b="1" dirty="0">
                    <a:solidFill>
                      <a:srgbClr val="1F1FFF"/>
                    </a:solidFill>
                    <a:latin typeface="IRANSans(FaNum)" panose="02040503050201020203" pitchFamily="18" charset="-78"/>
                  </a:rPr>
                  <a:t> گره (</a:t>
                </a:r>
                <a14:m>
                  <m:oMath xmlns:m="http://schemas.openxmlformats.org/officeDocument/2006/math">
                    <m:r>
                      <a:rPr lang="en-US" sz="2400" b="1" i="1" smtClean="0">
                        <a:solidFill>
                          <a:srgbClr val="1F1FFF"/>
                        </a:solidFill>
                        <a:latin typeface="Cambria Math" panose="02040503050406030204" pitchFamily="18" charset="0"/>
                      </a:rPr>
                      <m:t>𝒏</m:t>
                    </m:r>
                    <m:r>
                      <a:rPr lang="en-US" sz="2400" b="1" i="1" smtClean="0">
                        <a:solidFill>
                          <a:srgbClr val="1F1FFF"/>
                        </a:solidFill>
                        <a:latin typeface="Cambria Math" panose="02040503050406030204" pitchFamily="18" charset="0"/>
                      </a:rPr>
                      <m:t>=</m:t>
                    </m:r>
                    <m:d>
                      <m:dPr>
                        <m:begChr m:val="|"/>
                        <m:endChr m:val="|"/>
                        <m:ctrlPr>
                          <a:rPr lang="en-US" sz="2400" b="1" i="1" smtClean="0">
                            <a:solidFill>
                              <a:srgbClr val="1F1FFF"/>
                            </a:solidFill>
                            <a:latin typeface="Cambria Math" panose="02040503050406030204" pitchFamily="18" charset="0"/>
                          </a:rPr>
                        </m:ctrlPr>
                      </m:dPr>
                      <m:e>
                        <m:r>
                          <a:rPr lang="en-US" sz="2400" b="1" i="1" smtClean="0">
                            <a:solidFill>
                              <a:srgbClr val="1F1FFF"/>
                            </a:solidFill>
                            <a:latin typeface="Cambria Math" panose="02040503050406030204" pitchFamily="18" charset="0"/>
                          </a:rPr>
                          <m:t>𝑵</m:t>
                        </m:r>
                      </m:e>
                    </m:d>
                  </m:oMath>
                </a14:m>
                <a:r>
                  <a:rPr lang="fa-IR" sz="2400" b="1" dirty="0">
                    <a:solidFill>
                      <a:srgbClr val="1F1FFF"/>
                    </a:solidFill>
                    <a:latin typeface="IRANSans(FaNum)" panose="02040503050201020203" pitchFamily="18" charset="-78"/>
                  </a:rPr>
                  <a:t>)</a:t>
                </a:r>
                <a:endParaRPr lang="en-US" sz="2400" b="1" dirty="0">
                  <a:solidFill>
                    <a:srgbClr val="1F1FFF"/>
                  </a:solidFill>
                  <a:latin typeface="IRANSans(FaNum)" panose="02040503050201020203" pitchFamily="18" charset="-78"/>
                </a:endParaRPr>
              </a:p>
              <a:p>
                <a:pPr marL="432000" lvl="1" indent="-144000">
                  <a:lnSpc>
                    <a:spcPct val="150000"/>
                  </a:lnSpc>
                  <a:spcBef>
                    <a:spcPts val="0"/>
                  </a:spcBef>
                  <a:spcAft>
                    <a:spcPts val="600"/>
                  </a:spcAft>
                </a:pPr>
                <a:r>
                  <a:rPr lang="fa-IR" sz="1800" b="1" dirty="0">
                    <a:solidFill>
                      <a:srgbClr val="C00000"/>
                    </a:solidFill>
                  </a:rPr>
                  <a:t>پیچیدگی محاسباتی:</a:t>
                </a:r>
              </a:p>
              <a:p>
                <a:pPr marL="864000" lvl="1" indent="-144000">
                  <a:lnSpc>
                    <a:spcPct val="150000"/>
                  </a:lnSpc>
                  <a:spcBef>
                    <a:spcPts val="0"/>
                  </a:spcBef>
                  <a:spcAft>
                    <a:spcPts val="600"/>
                  </a:spcAft>
                </a:pPr>
                <a14:m>
                  <m:oMath xmlns:m="http://schemas.openxmlformats.org/officeDocument/2006/math">
                    <m:r>
                      <a:rPr lang="en-US" sz="1800" b="1" i="1" smtClean="0">
                        <a:solidFill>
                          <a:srgbClr val="1F1FFF"/>
                        </a:solidFill>
                        <a:latin typeface="Cambria Math" panose="02040503050406030204" pitchFamily="18" charset="0"/>
                      </a:rPr>
                      <m:t>𝑶</m:t>
                    </m:r>
                    <m:r>
                      <a:rPr lang="en-US" sz="1800" b="1" i="1" smtClean="0">
                        <a:solidFill>
                          <a:srgbClr val="1F1FFF"/>
                        </a:solidFill>
                        <a:latin typeface="Cambria Math" panose="02040503050406030204" pitchFamily="18" charset="0"/>
                      </a:rPr>
                      <m:t>(</m:t>
                    </m:r>
                    <m:sSup>
                      <m:sSupPr>
                        <m:ctrlPr>
                          <a:rPr lang="en-US" sz="1800" b="1" i="1" smtClean="0">
                            <a:solidFill>
                              <a:srgbClr val="1F1FFF"/>
                            </a:solidFill>
                            <a:latin typeface="Cambria Math" panose="02040503050406030204" pitchFamily="18" charset="0"/>
                          </a:rPr>
                        </m:ctrlPr>
                      </m:sSupPr>
                      <m:e>
                        <m:r>
                          <a:rPr lang="en-US" sz="1800" b="1" i="1" smtClean="0">
                            <a:solidFill>
                              <a:srgbClr val="1F1FFF"/>
                            </a:solidFill>
                            <a:latin typeface="Cambria Math" panose="02040503050406030204" pitchFamily="18" charset="0"/>
                          </a:rPr>
                          <m:t>𝒏</m:t>
                        </m:r>
                      </m:e>
                      <m:sup>
                        <m:r>
                          <a:rPr lang="en-US" sz="1800" b="1" i="1" smtClean="0">
                            <a:solidFill>
                              <a:srgbClr val="1F1FFF"/>
                            </a:solidFill>
                            <a:latin typeface="Cambria Math" panose="02040503050406030204" pitchFamily="18" charset="0"/>
                          </a:rPr>
                          <m:t>𝟐</m:t>
                        </m:r>
                      </m:sup>
                    </m:sSup>
                    <m:r>
                      <a:rPr lang="en-US" sz="1800" b="1" i="1" smtClean="0">
                        <a:solidFill>
                          <a:srgbClr val="1F1FFF"/>
                        </a:solidFill>
                        <a:latin typeface="Cambria Math" panose="02040503050406030204" pitchFamily="18" charset="0"/>
                      </a:rPr>
                      <m:t>)</m:t>
                    </m:r>
                  </m:oMath>
                </a14:m>
                <a:r>
                  <a:rPr lang="fa-IR" sz="1800" b="1" dirty="0">
                    <a:solidFill>
                      <a:srgbClr val="1F1FFF"/>
                    </a:solidFill>
                  </a:rPr>
                  <a:t>: </a:t>
                </a:r>
                <a14:m>
                  <m:oMath xmlns:m="http://schemas.openxmlformats.org/officeDocument/2006/math">
                    <m:r>
                      <a:rPr lang="fa-IR" sz="1800" b="1" i="1" smtClean="0">
                        <a:solidFill>
                          <a:srgbClr val="1F1FFF"/>
                        </a:solidFill>
                        <a:latin typeface="Cambria Math" panose="02040503050406030204" pitchFamily="18" charset="0"/>
                      </a:rPr>
                      <m:t> </m:t>
                    </m:r>
                    <m:r>
                      <a:rPr lang="en-US" sz="1800" b="1" i="1" smtClean="0">
                        <a:solidFill>
                          <a:srgbClr val="1F1FFF"/>
                        </a:solidFill>
                        <a:latin typeface="Cambria Math" panose="02040503050406030204" pitchFamily="18" charset="0"/>
                      </a:rPr>
                      <m:t>𝒏</m:t>
                    </m:r>
                    <m:r>
                      <a:rPr lang="en-US" sz="1800" b="1" i="1" smtClean="0">
                        <a:solidFill>
                          <a:srgbClr val="1F1FFF"/>
                        </a:solidFill>
                        <a:latin typeface="Cambria Math" panose="02040503050406030204" pitchFamily="18" charset="0"/>
                      </a:rPr>
                      <m:t>−</m:t>
                    </m:r>
                    <m:r>
                      <a:rPr lang="en-US" sz="1800" b="1" i="1" smtClean="0">
                        <a:solidFill>
                          <a:srgbClr val="1F1FFF"/>
                        </a:solidFill>
                        <a:latin typeface="Cambria Math" panose="02040503050406030204" pitchFamily="18" charset="0"/>
                      </a:rPr>
                      <m:t>𝟏</m:t>
                    </m:r>
                  </m:oMath>
                </a14:m>
                <a:r>
                  <a:rPr lang="fa-IR" sz="1800" b="1" dirty="0">
                    <a:solidFill>
                      <a:srgbClr val="1F1FFF"/>
                    </a:solidFill>
                    <a:latin typeface="IRANSans(FaNum)" panose="02040503050201020203" pitchFamily="18" charset="-78"/>
                  </a:rPr>
                  <a:t> بار تکرار و در هر بار تکرار تمام گره‌هایی که در مجموعه </a:t>
                </a:r>
                <a14:m>
                  <m:oMath xmlns:m="http://schemas.openxmlformats.org/officeDocument/2006/math">
                    <m:sSup>
                      <m:sSupPr>
                        <m:ctrlPr>
                          <a:rPr lang="fa-IR" sz="1800" b="1" i="1" smtClean="0">
                            <a:solidFill>
                              <a:srgbClr val="1F1FFF"/>
                            </a:solidFill>
                            <a:latin typeface="Cambria Math" panose="02040503050406030204" pitchFamily="18" charset="0"/>
                          </a:rPr>
                        </m:ctrlPr>
                      </m:sSupPr>
                      <m:e>
                        <m:r>
                          <a:rPr lang="en-US" sz="1800" b="1" i="1" smtClean="0">
                            <a:solidFill>
                              <a:srgbClr val="1F1FFF"/>
                            </a:solidFill>
                            <a:latin typeface="Cambria Math" panose="02040503050406030204" pitchFamily="18" charset="0"/>
                          </a:rPr>
                          <m:t>𝑵</m:t>
                        </m:r>
                      </m:e>
                      <m:sup>
                        <m:r>
                          <a:rPr lang="en-US" sz="1800" b="1" i="1" smtClean="0">
                            <a:solidFill>
                              <a:srgbClr val="1F1FFF"/>
                            </a:solidFill>
                            <a:latin typeface="Cambria Math" panose="02040503050406030204" pitchFamily="18" charset="0"/>
                          </a:rPr>
                          <m:t>′</m:t>
                        </m:r>
                      </m:sup>
                    </m:sSup>
                  </m:oMath>
                </a14:m>
                <a:r>
                  <a:rPr lang="fa-IR" sz="1800" b="1" dirty="0">
                    <a:solidFill>
                      <a:srgbClr val="1F1FFF"/>
                    </a:solidFill>
                    <a:latin typeface="IRANSans(FaNum)" panose="02040503050201020203" pitchFamily="18" charset="-78"/>
                  </a:rPr>
                  <a:t> نیستند بررسی می‌شوند.</a:t>
                </a:r>
                <a:endParaRPr lang="en-US" sz="1800" b="1" dirty="0">
                  <a:solidFill>
                    <a:srgbClr val="1F1FFF"/>
                  </a:solidFill>
                  <a:latin typeface="IRANSans(FaNum)" panose="02040503050201020203" pitchFamily="18" charset="-78"/>
                </a:endParaRPr>
              </a:p>
              <a:p>
                <a:pPr marL="864000" lvl="1" indent="-144000">
                  <a:lnSpc>
                    <a:spcPct val="150000"/>
                  </a:lnSpc>
                  <a:spcBef>
                    <a:spcPts val="0"/>
                  </a:spcBef>
                  <a:spcAft>
                    <a:spcPts val="600"/>
                  </a:spcAft>
                </a:pPr>
                <a:r>
                  <a:rPr lang="fa-IR" sz="1800" b="1" dirty="0">
                    <a:solidFill>
                      <a:srgbClr val="1F1FFF"/>
                    </a:solidFill>
                    <a:latin typeface="IRANSans(FaNum)" panose="02040503050201020203" pitchFamily="18" charset="-78"/>
                  </a:rPr>
                  <a:t>امکان پیاده‌سازی‌های بسیار کارآمد با پیچیدگی </a:t>
                </a:r>
                <a14:m>
                  <m:oMath xmlns:m="http://schemas.openxmlformats.org/officeDocument/2006/math">
                    <m:r>
                      <a:rPr lang="en-US" sz="1800" b="1" i="1" smtClean="0">
                        <a:solidFill>
                          <a:srgbClr val="1F1FFF"/>
                        </a:solidFill>
                        <a:latin typeface="Cambria Math" panose="02040503050406030204" pitchFamily="18" charset="0"/>
                      </a:rPr>
                      <m:t>𝑶</m:t>
                    </m:r>
                    <m:r>
                      <a:rPr lang="en-US" sz="1800" b="1" i="1" smtClean="0">
                        <a:solidFill>
                          <a:srgbClr val="1F1FFF"/>
                        </a:solidFill>
                        <a:latin typeface="Cambria Math" panose="02040503050406030204" pitchFamily="18" charset="0"/>
                      </a:rPr>
                      <m:t>(</m:t>
                    </m:r>
                    <m:r>
                      <a:rPr lang="en-US" sz="1800" b="1" i="1" smtClean="0">
                        <a:solidFill>
                          <a:srgbClr val="1F1FFF"/>
                        </a:solidFill>
                        <a:latin typeface="Cambria Math" panose="02040503050406030204" pitchFamily="18" charset="0"/>
                      </a:rPr>
                      <m:t>𝒏</m:t>
                    </m:r>
                    <m:func>
                      <m:funcPr>
                        <m:ctrlPr>
                          <a:rPr lang="en-US" sz="1800" b="1" i="1" smtClean="0">
                            <a:solidFill>
                              <a:srgbClr val="1F1FFF"/>
                            </a:solidFill>
                            <a:latin typeface="Cambria Math" panose="02040503050406030204" pitchFamily="18" charset="0"/>
                          </a:rPr>
                        </m:ctrlPr>
                      </m:funcPr>
                      <m:fName>
                        <m:r>
                          <m:rPr>
                            <m:sty m:val="p"/>
                          </m:rPr>
                          <a:rPr lang="en-US" sz="1800" b="0" i="0" smtClean="0">
                            <a:solidFill>
                              <a:srgbClr val="1F1FFF"/>
                            </a:solidFill>
                            <a:latin typeface="Cambria Math" panose="02040503050406030204" pitchFamily="18" charset="0"/>
                          </a:rPr>
                          <m:t>log</m:t>
                        </m:r>
                      </m:fName>
                      <m:e>
                        <m:r>
                          <a:rPr lang="en-US" sz="1800" b="1" i="1" smtClean="0">
                            <a:solidFill>
                              <a:srgbClr val="1F1FFF"/>
                            </a:solidFill>
                            <a:latin typeface="Cambria Math" panose="02040503050406030204" pitchFamily="18" charset="0"/>
                          </a:rPr>
                          <m:t>𝒏</m:t>
                        </m:r>
                      </m:e>
                    </m:func>
                    <m:r>
                      <a:rPr lang="en-US" sz="1800" b="1" i="1" smtClean="0">
                        <a:solidFill>
                          <a:srgbClr val="1F1FFF"/>
                        </a:solidFill>
                        <a:latin typeface="Cambria Math" panose="02040503050406030204" pitchFamily="18" charset="0"/>
                      </a:rPr>
                      <m:t>)</m:t>
                    </m:r>
                  </m:oMath>
                </a14:m>
                <a:r>
                  <a:rPr lang="fa-IR" sz="1800" b="1" dirty="0">
                    <a:solidFill>
                      <a:srgbClr val="1F1FFF"/>
                    </a:solidFill>
                    <a:latin typeface="IRANSans(FaNum)" panose="02040503050201020203" pitchFamily="18" charset="-78"/>
                  </a:rPr>
                  <a:t> است.</a:t>
                </a:r>
              </a:p>
              <a:p>
                <a:pPr marL="432000" lvl="1" indent="-144000">
                  <a:lnSpc>
                    <a:spcPct val="150000"/>
                  </a:lnSpc>
                  <a:spcBef>
                    <a:spcPts val="1200"/>
                  </a:spcBef>
                  <a:spcAft>
                    <a:spcPts val="600"/>
                  </a:spcAft>
                </a:pPr>
                <a:r>
                  <a:rPr lang="fa-IR" sz="1800" b="1" dirty="0">
                    <a:solidFill>
                      <a:srgbClr val="C00000"/>
                    </a:solidFill>
                    <a:latin typeface="IRANSans(FaNum)" panose="02040503050201020203" pitchFamily="18" charset="-78"/>
                  </a:rPr>
                  <a:t>پیچیدگی پیام:</a:t>
                </a:r>
              </a:p>
              <a:p>
                <a:pPr marL="864000" lvl="1" indent="-144000">
                  <a:lnSpc>
                    <a:spcPct val="150000"/>
                  </a:lnSpc>
                  <a:spcBef>
                    <a:spcPts val="0"/>
                  </a:spcBef>
                  <a:spcAft>
                    <a:spcPts val="600"/>
                  </a:spcAft>
                </a:pPr>
                <a14:m>
                  <m:oMath xmlns:m="http://schemas.openxmlformats.org/officeDocument/2006/math">
                    <m:r>
                      <a:rPr lang="en-US" sz="1800" b="1" i="1">
                        <a:solidFill>
                          <a:srgbClr val="1F1FFF"/>
                        </a:solidFill>
                        <a:latin typeface="Cambria Math" panose="02040503050406030204" pitchFamily="18" charset="0"/>
                      </a:rPr>
                      <m:t>𝑶</m:t>
                    </m:r>
                    <m:r>
                      <a:rPr lang="en-US" sz="1800" b="1" i="1">
                        <a:solidFill>
                          <a:srgbClr val="1F1FFF"/>
                        </a:solidFill>
                        <a:latin typeface="Cambria Math" panose="02040503050406030204" pitchFamily="18" charset="0"/>
                      </a:rPr>
                      <m:t>(</m:t>
                    </m:r>
                    <m:sSup>
                      <m:sSupPr>
                        <m:ctrlPr>
                          <a:rPr lang="en-US" sz="1800" b="1" i="1">
                            <a:solidFill>
                              <a:srgbClr val="1F1FFF"/>
                            </a:solidFill>
                            <a:latin typeface="Cambria Math" panose="02040503050406030204" pitchFamily="18" charset="0"/>
                          </a:rPr>
                        </m:ctrlPr>
                      </m:sSupPr>
                      <m:e>
                        <m:r>
                          <a:rPr lang="en-US" sz="1800" b="1" i="1">
                            <a:solidFill>
                              <a:srgbClr val="1F1FFF"/>
                            </a:solidFill>
                            <a:latin typeface="Cambria Math" panose="02040503050406030204" pitchFamily="18" charset="0"/>
                          </a:rPr>
                          <m:t>𝒏</m:t>
                        </m:r>
                      </m:e>
                      <m:sup>
                        <m:r>
                          <a:rPr lang="en-US" sz="1800" b="1" i="1">
                            <a:solidFill>
                              <a:srgbClr val="1F1FFF"/>
                            </a:solidFill>
                            <a:latin typeface="Cambria Math" panose="02040503050406030204" pitchFamily="18" charset="0"/>
                          </a:rPr>
                          <m:t>𝟐</m:t>
                        </m:r>
                      </m:sup>
                    </m:sSup>
                    <m:r>
                      <a:rPr lang="en-US" sz="1800" b="1" i="1">
                        <a:solidFill>
                          <a:srgbClr val="1F1FFF"/>
                        </a:solidFill>
                        <a:latin typeface="Cambria Math" panose="02040503050406030204" pitchFamily="18" charset="0"/>
                      </a:rPr>
                      <m:t>)</m:t>
                    </m:r>
                  </m:oMath>
                </a14:m>
                <a:r>
                  <a:rPr lang="fa-IR" sz="1800" b="1" dirty="0">
                    <a:solidFill>
                      <a:srgbClr val="1F1FFF"/>
                    </a:solidFill>
                  </a:rPr>
                  <a:t>: هر مسیریاب باید وضعیت لینک‌های خود را به همه گره‌های همسایه خود اطلاع دهد و آن‌ها (گره‌های همسایه) نیز باید این اطلاعات برای گره‌های همسایه خود بازپخش کنند (الگوریتم سیل‌آسا).</a:t>
                </a:r>
                <a:endParaRPr lang="fa-IR" sz="1800" b="1" dirty="0">
                  <a:solidFill>
                    <a:srgbClr val="0000FF"/>
                  </a:solidFill>
                  <a:latin typeface="IRANSans(FaNum)" panose="02040503050201020203" pitchFamily="18" charset="-78"/>
                </a:endParaRPr>
              </a:p>
            </p:txBody>
          </p:sp>
        </mc:Choice>
        <mc:Fallback xmlns="">
          <p:sp>
            <p:nvSpPr>
              <p:cNvPr id="8" name="Content Placeholder 2">
                <a:extLst>
                  <a:ext uri="{FF2B5EF4-FFF2-40B4-BE49-F238E27FC236}">
                    <a16:creationId xmlns:a16="http://schemas.microsoft.com/office/drawing/2014/main" id="{9B3280E6-9053-1AFB-03F0-C1DA5C01219A}"/>
                  </a:ext>
                </a:extLst>
              </p:cNvPr>
              <p:cNvSpPr txBox="1">
                <a:spLocks noRot="1" noChangeAspect="1" noMove="1" noResize="1" noEditPoints="1" noAdjustHandles="1" noChangeArrowheads="1" noChangeShapeType="1" noTextEdit="1"/>
              </p:cNvSpPr>
              <p:nvPr/>
            </p:nvSpPr>
            <p:spPr>
              <a:xfrm>
                <a:off x="433754" y="1326255"/>
                <a:ext cx="11216191" cy="4835562"/>
              </a:xfrm>
              <a:prstGeom prst="rect">
                <a:avLst/>
              </a:prstGeom>
              <a:blipFill>
                <a:blip r:embed="rId4"/>
                <a:stretch>
                  <a:fillRect l="-870" r="-870"/>
                </a:stretch>
              </a:blipFill>
            </p:spPr>
            <p:txBody>
              <a:bodyPr/>
              <a:lstStyle/>
              <a:p>
                <a:r>
                  <a:rPr lang="en-US">
                    <a:noFill/>
                  </a:rPr>
                  <a:t> </a:t>
                </a:r>
              </a:p>
            </p:txBody>
          </p:sp>
        </mc:Fallback>
      </mc:AlternateContent>
    </p:spTree>
    <p:extLst>
      <p:ext uri="{BB962C8B-B14F-4D97-AF65-F5344CB8AC3E}">
        <p14:creationId xmlns:p14="http://schemas.microsoft.com/office/powerpoint/2010/main" val="216780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8">
                                            <p:txEl>
                                              <p:pRg st="1" end="1"/>
                                            </p:txEl>
                                          </p:spTgt>
                                        </p:tgtEl>
                                        <p:attrNameLst>
                                          <p:attrName>style.visibility</p:attrName>
                                        </p:attrNameLst>
                                      </p:cBhvr>
                                      <p:to>
                                        <p:strVal val="visible"/>
                                      </p:to>
                                    </p:set>
                                    <p:animEffect transition="in" filter="fade">
                                      <p:cBhvr>
                                        <p:cTn id="19" dur="1000"/>
                                        <p:tgtEl>
                                          <p:spTgt spid="8">
                                            <p:txEl>
                                              <p:pRg st="1" end="1"/>
                                            </p:txEl>
                                          </p:spTgt>
                                        </p:tgtEl>
                                      </p:cBhvr>
                                    </p:animEffect>
                                    <p:anim calcmode="lin" valueType="num">
                                      <p:cBhvr>
                                        <p:cTn id="20"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animEffect transition="in" filter="fade">
                                      <p:cBhvr>
                                        <p:cTn id="25" dur="1000"/>
                                        <p:tgtEl>
                                          <p:spTgt spid="8">
                                            <p:txEl>
                                              <p:pRg st="2" end="2"/>
                                            </p:txEl>
                                          </p:spTgt>
                                        </p:tgtEl>
                                      </p:cBhvr>
                                    </p:animEffect>
                                    <p:anim calcmode="lin" valueType="num">
                                      <p:cBhvr>
                                        <p:cTn id="26"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8">
                                            <p:txEl>
                                              <p:pRg st="3" end="3"/>
                                            </p:txEl>
                                          </p:spTgt>
                                        </p:tgtEl>
                                        <p:attrNameLst>
                                          <p:attrName>style.visibility</p:attrName>
                                        </p:attrNameLst>
                                      </p:cBhvr>
                                      <p:to>
                                        <p:strVal val="visible"/>
                                      </p:to>
                                    </p:set>
                                    <p:animEffect transition="in" filter="fade">
                                      <p:cBhvr>
                                        <p:cTn id="31" dur="1000"/>
                                        <p:tgtEl>
                                          <p:spTgt spid="8">
                                            <p:txEl>
                                              <p:pRg st="3" end="3"/>
                                            </p:txEl>
                                          </p:spTgt>
                                        </p:tgtEl>
                                      </p:cBhvr>
                                    </p:animEffect>
                                    <p:anim calcmode="lin" valueType="num">
                                      <p:cBhvr>
                                        <p:cTn id="32"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8">
                                            <p:txEl>
                                              <p:pRg st="4" end="4"/>
                                            </p:txEl>
                                          </p:spTgt>
                                        </p:tgtEl>
                                        <p:attrNameLst>
                                          <p:attrName>style.visibility</p:attrName>
                                        </p:attrNameLst>
                                      </p:cBhvr>
                                      <p:to>
                                        <p:strVal val="visible"/>
                                      </p:to>
                                    </p:set>
                                    <p:animEffect transition="in" filter="fade">
                                      <p:cBhvr>
                                        <p:cTn id="37" dur="1000"/>
                                        <p:tgtEl>
                                          <p:spTgt spid="8">
                                            <p:txEl>
                                              <p:pRg st="4" end="4"/>
                                            </p:txEl>
                                          </p:spTgt>
                                        </p:tgtEl>
                                      </p:cBhvr>
                                    </p:animEffect>
                                    <p:anim calcmode="lin" valueType="num">
                                      <p:cBhvr>
                                        <p:cTn id="38"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8">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fade">
                                      <p:cBhvr>
                                        <p:cTn id="43" dur="1000"/>
                                        <p:tgtEl>
                                          <p:spTgt spid="8">
                                            <p:txEl>
                                              <p:pRg st="5" end="5"/>
                                            </p:txEl>
                                          </p:spTgt>
                                        </p:tgtEl>
                                      </p:cBhvr>
                                    </p:animEffect>
                                    <p:anim calcmode="lin" valueType="num">
                                      <p:cBhvr>
                                        <p:cTn id="44" dur="1000" fill="hold"/>
                                        <p:tgtEl>
                                          <p:spTgt spid="8">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8">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وضعیت لینک دایکسترا (</a:t>
            </a:r>
            <a:r>
              <a:rPr lang="en-US" b="1" dirty="0">
                <a:solidFill>
                  <a:srgbClr val="C00000"/>
                </a:solidFill>
                <a:latin typeface="IRANSans(FaNum)" panose="02040503050201020203" pitchFamily="18" charset="-78"/>
              </a:rPr>
              <a:t>Dijkstra</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8" name="Content Placeholder 2">
            <a:extLst>
              <a:ext uri="{FF2B5EF4-FFF2-40B4-BE49-F238E27FC236}">
                <a16:creationId xmlns:a16="http://schemas.microsoft.com/office/drawing/2014/main" id="{9B3280E6-9053-1AFB-03F0-C1DA5C01219A}"/>
              </a:ext>
            </a:extLst>
          </p:cNvPr>
          <p:cNvSpPr txBox="1">
            <a:spLocks/>
          </p:cNvSpPr>
          <p:nvPr/>
        </p:nvSpPr>
        <p:spPr>
          <a:xfrm>
            <a:off x="433754" y="1258015"/>
            <a:ext cx="11216191" cy="2042706"/>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1F1FFF"/>
                </a:solidFill>
                <a:latin typeface="IRANSans(FaNum)" panose="02040503050201020203" pitchFamily="18" charset="-78"/>
              </a:rPr>
              <a:t>امکان تغییرات پی ‌در پی مسیر (نوسان):</a:t>
            </a:r>
            <a:endParaRPr lang="en-US" sz="2000" b="1" dirty="0">
              <a:solidFill>
                <a:srgbClr val="1F1FFF"/>
              </a:solidFill>
              <a:latin typeface="IRANSans(FaNum)" panose="02040503050201020203" pitchFamily="18" charset="-78"/>
            </a:endParaRPr>
          </a:p>
          <a:p>
            <a:pPr marL="432000" lvl="1" indent="-144000">
              <a:lnSpc>
                <a:spcPct val="125000"/>
              </a:lnSpc>
              <a:spcBef>
                <a:spcPts val="0"/>
              </a:spcBef>
              <a:spcAft>
                <a:spcPts val="600"/>
              </a:spcAft>
            </a:pPr>
            <a:r>
              <a:rPr lang="fa-IR" sz="1800" b="1" dirty="0">
                <a:solidFill>
                  <a:srgbClr val="C00000"/>
                </a:solidFill>
              </a:rPr>
              <a:t>زمانی که هزینه لینک‌ها به حجم ترافیک وابسته است، اما تغییرات پی در پی مسیر وجود دارد.</a:t>
            </a:r>
          </a:p>
          <a:p>
            <a:pPr marL="432000" lvl="1" indent="-144000">
              <a:lnSpc>
                <a:spcPct val="125000"/>
              </a:lnSpc>
              <a:spcBef>
                <a:spcPts val="0"/>
              </a:spcBef>
              <a:spcAft>
                <a:spcPts val="600"/>
              </a:spcAft>
            </a:pPr>
            <a:r>
              <a:rPr lang="fa-IR" sz="1800" b="1" dirty="0">
                <a:solidFill>
                  <a:srgbClr val="C00000"/>
                </a:solidFill>
              </a:rPr>
              <a:t>یک سناریو ساده:</a:t>
            </a:r>
          </a:p>
          <a:p>
            <a:pPr marL="864000" lvl="1" indent="-144000">
              <a:lnSpc>
                <a:spcPct val="125000"/>
              </a:lnSpc>
              <a:spcBef>
                <a:spcPts val="0"/>
              </a:spcBef>
              <a:spcAft>
                <a:spcPts val="600"/>
              </a:spcAft>
            </a:pPr>
            <a:r>
              <a:rPr lang="fa-IR" sz="1600" b="1" dirty="0">
                <a:solidFill>
                  <a:srgbClr val="1F1FFF"/>
                </a:solidFill>
                <a:latin typeface="IRANSans(FaNum)" panose="02040503050201020203" pitchFamily="18" charset="-78"/>
              </a:rPr>
              <a:t>مسیریابی به مقصد گره </a:t>
            </a:r>
            <a:r>
              <a:rPr lang="en-US" sz="1600" b="1" dirty="0">
                <a:solidFill>
                  <a:srgbClr val="1F1FFF"/>
                </a:solidFill>
                <a:latin typeface="IRANSans(FaNum)" panose="02040503050201020203" pitchFamily="18" charset="-78"/>
              </a:rPr>
              <a:t>a</a:t>
            </a:r>
            <a:r>
              <a:rPr lang="fa-IR" sz="1600" b="1" dirty="0">
                <a:solidFill>
                  <a:srgbClr val="1F1FFF"/>
                </a:solidFill>
                <a:latin typeface="IRANSans(FaNum)" panose="02040503050201020203" pitchFamily="18" charset="-78"/>
              </a:rPr>
              <a:t> را در نظر بگیرید. ترافیک وارد شده از گره‌های </a:t>
            </a:r>
            <a:r>
              <a:rPr lang="en-US" sz="1600" b="1" dirty="0">
                <a:solidFill>
                  <a:srgbClr val="1F1FFF"/>
                </a:solidFill>
                <a:latin typeface="IRANSans(FaNum)" panose="02040503050201020203" pitchFamily="18" charset="-78"/>
              </a:rPr>
              <a:t>b</a:t>
            </a:r>
            <a:r>
              <a:rPr lang="fa-IR" sz="1600" b="1" dirty="0">
                <a:solidFill>
                  <a:srgbClr val="1F1FFF"/>
                </a:solidFill>
                <a:latin typeface="IRANSans(FaNum)" panose="02040503050201020203" pitchFamily="18" charset="-78"/>
              </a:rPr>
              <a:t> و </a:t>
            </a:r>
            <a:r>
              <a:rPr lang="en-US" sz="1600" b="1" dirty="0">
                <a:solidFill>
                  <a:srgbClr val="1F1FFF"/>
                </a:solidFill>
                <a:latin typeface="IRANSans(FaNum)" panose="02040503050201020203" pitchFamily="18" charset="-78"/>
              </a:rPr>
              <a:t>d</a:t>
            </a:r>
            <a:r>
              <a:rPr lang="fa-IR" sz="1600" b="1" dirty="0">
                <a:solidFill>
                  <a:srgbClr val="1F1FFF"/>
                </a:solidFill>
                <a:latin typeface="IRANSans(FaNum)" panose="02040503050201020203" pitchFamily="18" charset="-78"/>
              </a:rPr>
              <a:t> برابر </a:t>
            </a:r>
            <a:r>
              <a:rPr lang="fa-IR" sz="1600" b="1" dirty="0">
                <a:solidFill>
                  <a:srgbClr val="1F1FFF"/>
                </a:solidFill>
                <a:latin typeface="Arial" panose="020B0604020202020204" pitchFamily="34" charset="0"/>
                <a:cs typeface="Arial" panose="020B0604020202020204" pitchFamily="34" charset="0"/>
              </a:rPr>
              <a:t>1</a:t>
            </a:r>
            <a:r>
              <a:rPr lang="fa-IR" sz="1600" b="1" dirty="0">
                <a:solidFill>
                  <a:srgbClr val="1F1FFF"/>
                </a:solidFill>
                <a:latin typeface="IRANSans(FaNum)" panose="02040503050201020203" pitchFamily="18" charset="-78"/>
              </a:rPr>
              <a:t> و از گره </a:t>
            </a:r>
            <a:r>
              <a:rPr lang="en-US" sz="1600" b="1" dirty="0">
                <a:solidFill>
                  <a:srgbClr val="1F1FFF"/>
                </a:solidFill>
                <a:latin typeface="IRANSans(FaNum)" panose="02040503050201020203" pitchFamily="18" charset="-78"/>
              </a:rPr>
              <a:t>c</a:t>
            </a:r>
            <a:r>
              <a:rPr lang="fa-IR" sz="1600" b="1" dirty="0">
                <a:solidFill>
                  <a:srgbClr val="1F1FFF"/>
                </a:solidFill>
                <a:latin typeface="IRANSans(FaNum)" panose="02040503050201020203" pitchFamily="18" charset="-78"/>
              </a:rPr>
              <a:t> برابر </a:t>
            </a:r>
            <a:r>
              <a:rPr lang="en-US" sz="1600" b="1" dirty="0">
                <a:solidFill>
                  <a:srgbClr val="1F1FFF"/>
                </a:solidFill>
                <a:latin typeface="IRANSans(FaNum)" panose="02040503050201020203" pitchFamily="18" charset="-78"/>
              </a:rPr>
              <a:t>e</a:t>
            </a:r>
            <a:r>
              <a:rPr lang="fa-IR" sz="1600" b="1" dirty="0">
                <a:solidFill>
                  <a:srgbClr val="1F1FFF"/>
                </a:solidFill>
                <a:latin typeface="IRANSans(FaNum)" panose="02040503050201020203" pitchFamily="18" charset="-78"/>
              </a:rPr>
              <a:t> (</a:t>
            </a:r>
            <a:r>
              <a:rPr lang="en-US" sz="1600" b="1" dirty="0">
                <a:solidFill>
                  <a:srgbClr val="1F1FFF"/>
                </a:solidFill>
                <a:latin typeface="IRANSans(FaNum)" panose="02040503050201020203" pitchFamily="18" charset="-78"/>
              </a:rPr>
              <a:t>e &lt; </a:t>
            </a:r>
            <a:r>
              <a:rPr lang="en-US" sz="1600" b="1" dirty="0">
                <a:solidFill>
                  <a:srgbClr val="1F1FFF"/>
                </a:solidFill>
                <a:latin typeface="Arial" panose="020B0604020202020204" pitchFamily="34" charset="0"/>
                <a:cs typeface="Arial" panose="020B0604020202020204" pitchFamily="34" charset="0"/>
              </a:rPr>
              <a:t>1</a:t>
            </a:r>
            <a:r>
              <a:rPr lang="fa-IR" sz="1600" b="1" dirty="0">
                <a:solidFill>
                  <a:srgbClr val="1F1FFF"/>
                </a:solidFill>
                <a:latin typeface="IRANSans(FaNum)" panose="02040503050201020203" pitchFamily="18" charset="-78"/>
              </a:rPr>
              <a:t>) است.</a:t>
            </a:r>
          </a:p>
          <a:p>
            <a:pPr marL="864000" lvl="1" indent="-144000">
              <a:lnSpc>
                <a:spcPct val="125000"/>
              </a:lnSpc>
              <a:spcBef>
                <a:spcPts val="0"/>
              </a:spcBef>
              <a:spcAft>
                <a:spcPts val="600"/>
              </a:spcAft>
            </a:pPr>
            <a:r>
              <a:rPr lang="fa-IR" sz="1600" b="1" dirty="0">
                <a:solidFill>
                  <a:srgbClr val="1F1FFF"/>
                </a:solidFill>
                <a:latin typeface="IRANSans(FaNum)" panose="02040503050201020203" pitchFamily="18" charset="-78"/>
              </a:rPr>
              <a:t>هزینه لینک‌ها جهت‌دار و وابسته به حجم ترافیکی هستند.</a:t>
            </a:r>
          </a:p>
        </p:txBody>
      </p:sp>
      <p:sp>
        <p:nvSpPr>
          <p:cNvPr id="9" name="Freeform 5">
            <a:extLst>
              <a:ext uri="{FF2B5EF4-FFF2-40B4-BE49-F238E27FC236}">
                <a16:creationId xmlns:a16="http://schemas.microsoft.com/office/drawing/2014/main" id="{B5265D56-7C45-6048-06AC-77353332C0CC}"/>
              </a:ext>
            </a:extLst>
          </p:cNvPr>
          <p:cNvSpPr>
            <a:spLocks/>
          </p:cNvSpPr>
          <p:nvPr/>
        </p:nvSpPr>
        <p:spPr bwMode="auto">
          <a:xfrm>
            <a:off x="435928" y="3597561"/>
            <a:ext cx="1971675" cy="1355725"/>
          </a:xfrm>
          <a:custGeom>
            <a:avLst/>
            <a:gdLst>
              <a:gd name="T0" fmla="*/ 2147483647 w 1242"/>
              <a:gd name="T1" fmla="*/ 2147483647 h 854"/>
              <a:gd name="T2" fmla="*/ 2147483647 w 1242"/>
              <a:gd name="T3" fmla="*/ 2147483647 h 854"/>
              <a:gd name="T4" fmla="*/ 2147483647 w 1242"/>
              <a:gd name="T5" fmla="*/ 2147483647 h 854"/>
              <a:gd name="T6" fmla="*/ 2147483647 w 1242"/>
              <a:gd name="T7" fmla="*/ 2147483647 h 854"/>
              <a:gd name="T8" fmla="*/ 2147483647 w 1242"/>
              <a:gd name="T9" fmla="*/ 2147483647 h 854"/>
              <a:gd name="T10" fmla="*/ 2147483647 w 1242"/>
              <a:gd name="T11" fmla="*/ 2147483647 h 854"/>
              <a:gd name="T12" fmla="*/ 2147483647 w 1242"/>
              <a:gd name="T13" fmla="*/ 2147483647 h 854"/>
              <a:gd name="T14" fmla="*/ 2147483647 w 1242"/>
              <a:gd name="T15" fmla="*/ 2147483647 h 854"/>
              <a:gd name="T16" fmla="*/ 2147483647 w 1242"/>
              <a:gd name="T17" fmla="*/ 2147483647 h 854"/>
              <a:gd name="T18" fmla="*/ 2147483647 w 1242"/>
              <a:gd name="T19" fmla="*/ 214748364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2"/>
              <a:gd name="T31" fmla="*/ 0 h 854"/>
              <a:gd name="T32" fmla="*/ 1242 w 1242"/>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2" h="854">
                <a:moveTo>
                  <a:pt x="1" y="381"/>
                </a:moveTo>
                <a:cubicBezTo>
                  <a:pt x="0" y="296"/>
                  <a:pt x="88" y="222"/>
                  <a:pt x="169" y="162"/>
                </a:cubicBezTo>
                <a:cubicBezTo>
                  <a:pt x="250" y="102"/>
                  <a:pt x="378" y="40"/>
                  <a:pt x="487" y="18"/>
                </a:cubicBezTo>
                <a:cubicBezTo>
                  <a:pt x="616" y="6"/>
                  <a:pt x="685" y="0"/>
                  <a:pt x="823" y="30"/>
                </a:cubicBezTo>
                <a:cubicBezTo>
                  <a:pt x="961" y="60"/>
                  <a:pt x="1121" y="165"/>
                  <a:pt x="1183" y="261"/>
                </a:cubicBezTo>
                <a:cubicBezTo>
                  <a:pt x="1242" y="357"/>
                  <a:pt x="1219" y="523"/>
                  <a:pt x="1177" y="609"/>
                </a:cubicBezTo>
                <a:cubicBezTo>
                  <a:pt x="1135" y="695"/>
                  <a:pt x="1049" y="742"/>
                  <a:pt x="928" y="780"/>
                </a:cubicBezTo>
                <a:cubicBezTo>
                  <a:pt x="807" y="818"/>
                  <a:pt x="573" y="854"/>
                  <a:pt x="448" y="837"/>
                </a:cubicBezTo>
                <a:cubicBezTo>
                  <a:pt x="323" y="820"/>
                  <a:pt x="252" y="751"/>
                  <a:pt x="178" y="675"/>
                </a:cubicBezTo>
                <a:cubicBezTo>
                  <a:pt x="104" y="599"/>
                  <a:pt x="2" y="466"/>
                  <a:pt x="1" y="381"/>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sp>
        <p:nvSpPr>
          <p:cNvPr id="11" name="Freeform 6">
            <a:extLst>
              <a:ext uri="{FF2B5EF4-FFF2-40B4-BE49-F238E27FC236}">
                <a16:creationId xmlns:a16="http://schemas.microsoft.com/office/drawing/2014/main" id="{041B6C9C-192F-DC0C-0CEB-4EF0B732147E}"/>
              </a:ext>
            </a:extLst>
          </p:cNvPr>
          <p:cNvSpPr>
            <a:spLocks/>
          </p:cNvSpPr>
          <p:nvPr/>
        </p:nvSpPr>
        <p:spPr bwMode="auto">
          <a:xfrm>
            <a:off x="837565" y="3935698"/>
            <a:ext cx="390525" cy="2095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12" name="Group 7">
            <a:extLst>
              <a:ext uri="{FF2B5EF4-FFF2-40B4-BE49-F238E27FC236}">
                <a16:creationId xmlns:a16="http://schemas.microsoft.com/office/drawing/2014/main" id="{2D75DF56-4937-46D3-E10C-F0B907024ADE}"/>
              </a:ext>
            </a:extLst>
          </p:cNvPr>
          <p:cNvGrpSpPr>
            <a:grpSpLocks/>
          </p:cNvGrpSpPr>
          <p:nvPr/>
        </p:nvGrpSpPr>
        <p:grpSpPr bwMode="auto">
          <a:xfrm>
            <a:off x="1143953" y="3618198"/>
            <a:ext cx="501650" cy="400050"/>
            <a:chOff x="1747" y="3190"/>
            <a:chExt cx="316" cy="252"/>
          </a:xfrm>
        </p:grpSpPr>
        <p:sp>
          <p:nvSpPr>
            <p:cNvPr id="13" name="Oval 8">
              <a:extLst>
                <a:ext uri="{FF2B5EF4-FFF2-40B4-BE49-F238E27FC236}">
                  <a16:creationId xmlns:a16="http://schemas.microsoft.com/office/drawing/2014/main" id="{59061F0A-1561-02F6-27DA-0CEEC327A8C1}"/>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4" name="Line 9">
              <a:extLst>
                <a:ext uri="{FF2B5EF4-FFF2-40B4-BE49-F238E27FC236}">
                  <a16:creationId xmlns:a16="http://schemas.microsoft.com/office/drawing/2014/main" id="{2262C952-5145-3625-DD74-E2DACCF53A2E}"/>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5" name="Line 10">
              <a:extLst>
                <a:ext uri="{FF2B5EF4-FFF2-40B4-BE49-F238E27FC236}">
                  <a16:creationId xmlns:a16="http://schemas.microsoft.com/office/drawing/2014/main" id="{B4CD4AA1-24ED-235E-DBA2-0442D57C516E}"/>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6" name="Rectangle 11">
              <a:extLst>
                <a:ext uri="{FF2B5EF4-FFF2-40B4-BE49-F238E27FC236}">
                  <a16:creationId xmlns:a16="http://schemas.microsoft.com/office/drawing/2014/main" id="{C7108B10-6D5E-7DE2-E2C4-7CF56723F778}"/>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17" name="Oval 12">
              <a:extLst>
                <a:ext uri="{FF2B5EF4-FFF2-40B4-BE49-F238E27FC236}">
                  <a16:creationId xmlns:a16="http://schemas.microsoft.com/office/drawing/2014/main" id="{E642F51B-81F2-8BCC-E9A7-B1EEBB658BC1}"/>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18" name="Group 13">
              <a:extLst>
                <a:ext uri="{FF2B5EF4-FFF2-40B4-BE49-F238E27FC236}">
                  <a16:creationId xmlns:a16="http://schemas.microsoft.com/office/drawing/2014/main" id="{8010985B-74D2-1A40-0050-EBE7C99B63EA}"/>
                </a:ext>
              </a:extLst>
            </p:cNvPr>
            <p:cNvGrpSpPr>
              <a:grpSpLocks/>
            </p:cNvGrpSpPr>
            <p:nvPr/>
          </p:nvGrpSpPr>
          <p:grpSpPr bwMode="auto">
            <a:xfrm>
              <a:off x="1799" y="3190"/>
              <a:ext cx="194" cy="252"/>
              <a:chOff x="2960" y="2425"/>
              <a:chExt cx="197" cy="252"/>
            </a:xfrm>
          </p:grpSpPr>
          <p:sp>
            <p:nvSpPr>
              <p:cNvPr id="19" name="Rectangle 14">
                <a:extLst>
                  <a:ext uri="{FF2B5EF4-FFF2-40B4-BE49-F238E27FC236}">
                    <a16:creationId xmlns:a16="http://schemas.microsoft.com/office/drawing/2014/main" id="{25C540C8-F188-3BC4-6F4D-CB8005AE942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0" name="Text Box 15">
                <a:extLst>
                  <a:ext uri="{FF2B5EF4-FFF2-40B4-BE49-F238E27FC236}">
                    <a16:creationId xmlns:a16="http://schemas.microsoft.com/office/drawing/2014/main" id="{97E9BCDB-2B3F-15F0-DB70-A773E7C96EC1}"/>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21" name="Group 16">
            <a:extLst>
              <a:ext uri="{FF2B5EF4-FFF2-40B4-BE49-F238E27FC236}">
                <a16:creationId xmlns:a16="http://schemas.microsoft.com/office/drawing/2014/main" id="{C2D21A74-643A-4804-00A7-644E94E1D1D8}"/>
              </a:ext>
            </a:extLst>
          </p:cNvPr>
          <p:cNvGrpSpPr>
            <a:grpSpLocks/>
          </p:cNvGrpSpPr>
          <p:nvPr/>
        </p:nvGrpSpPr>
        <p:grpSpPr bwMode="auto">
          <a:xfrm>
            <a:off x="496253" y="4023011"/>
            <a:ext cx="501650" cy="400050"/>
            <a:chOff x="2221" y="3571"/>
            <a:chExt cx="316" cy="252"/>
          </a:xfrm>
        </p:grpSpPr>
        <p:sp>
          <p:nvSpPr>
            <p:cNvPr id="22" name="Oval 17">
              <a:extLst>
                <a:ext uri="{FF2B5EF4-FFF2-40B4-BE49-F238E27FC236}">
                  <a16:creationId xmlns:a16="http://schemas.microsoft.com/office/drawing/2014/main" id="{5082059C-A97E-C624-3332-3271E9C91973}"/>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3" name="Line 18">
              <a:extLst>
                <a:ext uri="{FF2B5EF4-FFF2-40B4-BE49-F238E27FC236}">
                  <a16:creationId xmlns:a16="http://schemas.microsoft.com/office/drawing/2014/main" id="{450B3C9D-CBAD-FA76-8A79-802C58C06CA9}"/>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4" name="Line 19">
              <a:extLst>
                <a:ext uri="{FF2B5EF4-FFF2-40B4-BE49-F238E27FC236}">
                  <a16:creationId xmlns:a16="http://schemas.microsoft.com/office/drawing/2014/main" id="{D6E9F283-EE87-A262-6A39-5DD1D5B63E7B}"/>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5" name="Rectangle 20">
              <a:extLst>
                <a:ext uri="{FF2B5EF4-FFF2-40B4-BE49-F238E27FC236}">
                  <a16:creationId xmlns:a16="http://schemas.microsoft.com/office/drawing/2014/main" id="{039004DC-3240-2905-00A9-2851993D4EBD}"/>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26" name="Oval 21">
              <a:extLst>
                <a:ext uri="{FF2B5EF4-FFF2-40B4-BE49-F238E27FC236}">
                  <a16:creationId xmlns:a16="http://schemas.microsoft.com/office/drawing/2014/main" id="{5F43851E-3969-5A94-598A-FF49EC3CFBD9}"/>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27" name="Group 22">
              <a:extLst>
                <a:ext uri="{FF2B5EF4-FFF2-40B4-BE49-F238E27FC236}">
                  <a16:creationId xmlns:a16="http://schemas.microsoft.com/office/drawing/2014/main" id="{D82CBB78-5F11-D464-34DC-770A46EDE44C}"/>
                </a:ext>
              </a:extLst>
            </p:cNvPr>
            <p:cNvGrpSpPr>
              <a:grpSpLocks/>
            </p:cNvGrpSpPr>
            <p:nvPr/>
          </p:nvGrpSpPr>
          <p:grpSpPr bwMode="auto">
            <a:xfrm>
              <a:off x="2283" y="3571"/>
              <a:ext cx="206" cy="252"/>
              <a:chOff x="2954" y="2425"/>
              <a:chExt cx="209" cy="252"/>
            </a:xfrm>
          </p:grpSpPr>
          <p:sp>
            <p:nvSpPr>
              <p:cNvPr id="28" name="Rectangle 23">
                <a:extLst>
                  <a:ext uri="{FF2B5EF4-FFF2-40B4-BE49-F238E27FC236}">
                    <a16:creationId xmlns:a16="http://schemas.microsoft.com/office/drawing/2014/main" id="{C99B7039-76BA-EA03-371F-36752B3BDC61}"/>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9" name="Text Box 24">
                <a:extLst>
                  <a:ext uri="{FF2B5EF4-FFF2-40B4-BE49-F238E27FC236}">
                    <a16:creationId xmlns:a16="http://schemas.microsoft.com/office/drawing/2014/main" id="{ABB0E49C-EA6E-0AE0-FE15-314875F03FA6}"/>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30" name="Group 25">
            <a:extLst>
              <a:ext uri="{FF2B5EF4-FFF2-40B4-BE49-F238E27FC236}">
                <a16:creationId xmlns:a16="http://schemas.microsoft.com/office/drawing/2014/main" id="{97179006-EB5B-CBEE-D219-893A738ADADB}"/>
              </a:ext>
            </a:extLst>
          </p:cNvPr>
          <p:cNvGrpSpPr>
            <a:grpSpLocks/>
          </p:cNvGrpSpPr>
          <p:nvPr/>
        </p:nvGrpSpPr>
        <p:grpSpPr bwMode="auto">
          <a:xfrm>
            <a:off x="1131253" y="4484973"/>
            <a:ext cx="500062" cy="400050"/>
            <a:chOff x="2903" y="2884"/>
            <a:chExt cx="315" cy="252"/>
          </a:xfrm>
        </p:grpSpPr>
        <p:grpSp>
          <p:nvGrpSpPr>
            <p:cNvPr id="31" name="Group 26">
              <a:extLst>
                <a:ext uri="{FF2B5EF4-FFF2-40B4-BE49-F238E27FC236}">
                  <a16:creationId xmlns:a16="http://schemas.microsoft.com/office/drawing/2014/main" id="{4C07C103-CD4C-D504-9F70-C8649EDB5317}"/>
                </a:ext>
              </a:extLst>
            </p:cNvPr>
            <p:cNvGrpSpPr>
              <a:grpSpLocks/>
            </p:cNvGrpSpPr>
            <p:nvPr/>
          </p:nvGrpSpPr>
          <p:grpSpPr bwMode="auto">
            <a:xfrm>
              <a:off x="2903" y="2938"/>
              <a:ext cx="315" cy="144"/>
              <a:chOff x="2903" y="2938"/>
              <a:chExt cx="315" cy="144"/>
            </a:xfrm>
          </p:grpSpPr>
          <p:sp>
            <p:nvSpPr>
              <p:cNvPr id="35" name="Oval 27">
                <a:extLst>
                  <a:ext uri="{FF2B5EF4-FFF2-40B4-BE49-F238E27FC236}">
                    <a16:creationId xmlns:a16="http://schemas.microsoft.com/office/drawing/2014/main" id="{9D6EE70A-3D23-7C50-BDEC-1854BD271B5D}"/>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 name="Line 28">
                <a:extLst>
                  <a:ext uri="{FF2B5EF4-FFF2-40B4-BE49-F238E27FC236}">
                    <a16:creationId xmlns:a16="http://schemas.microsoft.com/office/drawing/2014/main" id="{BDD4FB8A-359B-658F-7A41-A0BAA74AA49C}"/>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7" name="Line 29">
                <a:extLst>
                  <a:ext uri="{FF2B5EF4-FFF2-40B4-BE49-F238E27FC236}">
                    <a16:creationId xmlns:a16="http://schemas.microsoft.com/office/drawing/2014/main" id="{64197AB8-F723-AF59-C7A7-F122FEAA7A39}"/>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 name="Rectangle 30">
                <a:extLst>
                  <a:ext uri="{FF2B5EF4-FFF2-40B4-BE49-F238E27FC236}">
                    <a16:creationId xmlns:a16="http://schemas.microsoft.com/office/drawing/2014/main" id="{17CD8874-07D4-7421-C272-55947D4221D4}"/>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9" name="Oval 31">
                <a:extLst>
                  <a:ext uri="{FF2B5EF4-FFF2-40B4-BE49-F238E27FC236}">
                    <a16:creationId xmlns:a16="http://schemas.microsoft.com/office/drawing/2014/main" id="{0A6840D8-DDFB-8431-E88B-03E14E7A577C}"/>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32" name="Group 32">
              <a:extLst>
                <a:ext uri="{FF2B5EF4-FFF2-40B4-BE49-F238E27FC236}">
                  <a16:creationId xmlns:a16="http://schemas.microsoft.com/office/drawing/2014/main" id="{5BA5D37A-1C57-D2FC-1E68-6F915D8CD679}"/>
                </a:ext>
              </a:extLst>
            </p:cNvPr>
            <p:cNvGrpSpPr>
              <a:grpSpLocks/>
            </p:cNvGrpSpPr>
            <p:nvPr/>
          </p:nvGrpSpPr>
          <p:grpSpPr bwMode="auto">
            <a:xfrm>
              <a:off x="2963" y="2884"/>
              <a:ext cx="185" cy="252"/>
              <a:chOff x="2964" y="2425"/>
              <a:chExt cx="188" cy="252"/>
            </a:xfrm>
          </p:grpSpPr>
          <p:sp>
            <p:nvSpPr>
              <p:cNvPr id="33" name="Rectangle 33">
                <a:extLst>
                  <a:ext uri="{FF2B5EF4-FFF2-40B4-BE49-F238E27FC236}">
                    <a16:creationId xmlns:a16="http://schemas.microsoft.com/office/drawing/2014/main" id="{B0D20E00-F39A-5A5D-2FF0-C22557319410}"/>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4" name="Text Box 34">
                <a:extLst>
                  <a:ext uri="{FF2B5EF4-FFF2-40B4-BE49-F238E27FC236}">
                    <a16:creationId xmlns:a16="http://schemas.microsoft.com/office/drawing/2014/main" id="{26773523-EF62-A3F4-B940-40BD27AA5E77}"/>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40" name="Group 35">
            <a:extLst>
              <a:ext uri="{FF2B5EF4-FFF2-40B4-BE49-F238E27FC236}">
                <a16:creationId xmlns:a16="http://schemas.microsoft.com/office/drawing/2014/main" id="{67BF3FCB-C021-DF46-2616-63798A4EBD2E}"/>
              </a:ext>
            </a:extLst>
          </p:cNvPr>
          <p:cNvGrpSpPr>
            <a:grpSpLocks/>
          </p:cNvGrpSpPr>
          <p:nvPr/>
        </p:nvGrpSpPr>
        <p:grpSpPr bwMode="auto">
          <a:xfrm>
            <a:off x="1785303" y="4037298"/>
            <a:ext cx="501650" cy="400050"/>
            <a:chOff x="2217" y="2884"/>
            <a:chExt cx="316" cy="252"/>
          </a:xfrm>
        </p:grpSpPr>
        <p:sp>
          <p:nvSpPr>
            <p:cNvPr id="41" name="Oval 36">
              <a:extLst>
                <a:ext uri="{FF2B5EF4-FFF2-40B4-BE49-F238E27FC236}">
                  <a16:creationId xmlns:a16="http://schemas.microsoft.com/office/drawing/2014/main" id="{370D5EE4-5181-8BD2-4C9C-D468F695EEFB}"/>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 name="Line 37">
              <a:extLst>
                <a:ext uri="{FF2B5EF4-FFF2-40B4-BE49-F238E27FC236}">
                  <a16:creationId xmlns:a16="http://schemas.microsoft.com/office/drawing/2014/main" id="{33FC0523-819A-E553-9B91-DCB71838355B}"/>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3" name="Line 38">
              <a:extLst>
                <a:ext uri="{FF2B5EF4-FFF2-40B4-BE49-F238E27FC236}">
                  <a16:creationId xmlns:a16="http://schemas.microsoft.com/office/drawing/2014/main" id="{0C9FECFC-8188-6C5C-0879-A02F948EFF6E}"/>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 name="Rectangle 39">
              <a:extLst>
                <a:ext uri="{FF2B5EF4-FFF2-40B4-BE49-F238E27FC236}">
                  <a16:creationId xmlns:a16="http://schemas.microsoft.com/office/drawing/2014/main" id="{17564AC4-0BAB-7D86-D75E-3C9AF3BB7C1A}"/>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5" name="Oval 40">
              <a:extLst>
                <a:ext uri="{FF2B5EF4-FFF2-40B4-BE49-F238E27FC236}">
                  <a16:creationId xmlns:a16="http://schemas.microsoft.com/office/drawing/2014/main" id="{5127F838-23A1-A235-3DC2-5931AAD901D3}"/>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6" name="Group 41">
              <a:extLst>
                <a:ext uri="{FF2B5EF4-FFF2-40B4-BE49-F238E27FC236}">
                  <a16:creationId xmlns:a16="http://schemas.microsoft.com/office/drawing/2014/main" id="{E2C0B40E-29EE-8713-6DDB-F078FACFAFDD}"/>
                </a:ext>
              </a:extLst>
            </p:cNvPr>
            <p:cNvGrpSpPr>
              <a:grpSpLocks/>
            </p:cNvGrpSpPr>
            <p:nvPr/>
          </p:nvGrpSpPr>
          <p:grpSpPr bwMode="auto">
            <a:xfrm>
              <a:off x="2276" y="2884"/>
              <a:ext cx="206" cy="252"/>
              <a:chOff x="2954" y="2425"/>
              <a:chExt cx="209" cy="252"/>
            </a:xfrm>
          </p:grpSpPr>
          <p:sp>
            <p:nvSpPr>
              <p:cNvPr id="47" name="Rectangle 42">
                <a:extLst>
                  <a:ext uri="{FF2B5EF4-FFF2-40B4-BE49-F238E27FC236}">
                    <a16:creationId xmlns:a16="http://schemas.microsoft.com/office/drawing/2014/main" id="{306CBD6C-4307-A7DE-80E8-173A5B2A6A3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8" name="Text Box 43">
                <a:extLst>
                  <a:ext uri="{FF2B5EF4-FFF2-40B4-BE49-F238E27FC236}">
                    <a16:creationId xmlns:a16="http://schemas.microsoft.com/office/drawing/2014/main" id="{75A33D3C-9101-38EB-6A52-CFB576FFDEBF}"/>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49" name="Text Box 44">
            <a:extLst>
              <a:ext uri="{FF2B5EF4-FFF2-40B4-BE49-F238E27FC236}">
                <a16:creationId xmlns:a16="http://schemas.microsoft.com/office/drawing/2014/main" id="{1D5E2E23-DCEF-DEEE-CFAF-FAB87C21D621}"/>
              </a:ext>
            </a:extLst>
          </p:cNvPr>
          <p:cNvSpPr txBox="1">
            <a:spLocks noChangeArrowheads="1"/>
          </p:cNvSpPr>
          <p:nvPr/>
        </p:nvSpPr>
        <p:spPr bwMode="auto">
          <a:xfrm>
            <a:off x="839153" y="3789648"/>
            <a:ext cx="28257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1</a:t>
            </a:r>
          </a:p>
        </p:txBody>
      </p:sp>
      <p:sp>
        <p:nvSpPr>
          <p:cNvPr id="50" name="Freeform 45">
            <a:extLst>
              <a:ext uri="{FF2B5EF4-FFF2-40B4-BE49-F238E27FC236}">
                <a16:creationId xmlns:a16="http://schemas.microsoft.com/office/drawing/2014/main" id="{BDA4A1CF-3EE1-EFA3-EC76-24F487FD335E}"/>
              </a:ext>
            </a:extLst>
          </p:cNvPr>
          <p:cNvSpPr>
            <a:spLocks/>
          </p:cNvSpPr>
          <p:nvPr/>
        </p:nvSpPr>
        <p:spPr bwMode="auto">
          <a:xfrm flipH="1">
            <a:off x="1523365" y="3935698"/>
            <a:ext cx="338138" cy="204788"/>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1" name="Freeform 46">
            <a:extLst>
              <a:ext uri="{FF2B5EF4-FFF2-40B4-BE49-F238E27FC236}">
                <a16:creationId xmlns:a16="http://schemas.microsoft.com/office/drawing/2014/main" id="{233AB8E0-7A2C-D4BE-6930-72C5002DB0C4}"/>
              </a:ext>
            </a:extLst>
          </p:cNvPr>
          <p:cNvSpPr>
            <a:spLocks/>
          </p:cNvSpPr>
          <p:nvPr/>
        </p:nvSpPr>
        <p:spPr bwMode="auto">
          <a:xfrm flipH="1" flipV="1">
            <a:off x="1537653" y="4350036"/>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 name="Freeform 47">
            <a:extLst>
              <a:ext uri="{FF2B5EF4-FFF2-40B4-BE49-F238E27FC236}">
                <a16:creationId xmlns:a16="http://schemas.microsoft.com/office/drawing/2014/main" id="{682FF00E-2C93-2DF3-7465-ED5222255E2C}"/>
              </a:ext>
            </a:extLst>
          </p:cNvPr>
          <p:cNvSpPr>
            <a:spLocks/>
          </p:cNvSpPr>
          <p:nvPr/>
        </p:nvSpPr>
        <p:spPr bwMode="auto">
          <a:xfrm flipV="1">
            <a:off x="899478" y="4340511"/>
            <a:ext cx="323850" cy="2476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3" name="Text Box 48">
            <a:extLst>
              <a:ext uri="{FF2B5EF4-FFF2-40B4-BE49-F238E27FC236}">
                <a16:creationId xmlns:a16="http://schemas.microsoft.com/office/drawing/2014/main" id="{C778E272-3B21-72E4-F006-7D1EFF2B3399}"/>
              </a:ext>
            </a:extLst>
          </p:cNvPr>
          <p:cNvSpPr txBox="1">
            <a:spLocks noChangeArrowheads="1"/>
          </p:cNvSpPr>
          <p:nvPr/>
        </p:nvSpPr>
        <p:spPr bwMode="auto">
          <a:xfrm>
            <a:off x="1682134" y="3799173"/>
            <a:ext cx="45557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1+e</a:t>
            </a:r>
          </a:p>
        </p:txBody>
      </p:sp>
      <p:sp>
        <p:nvSpPr>
          <p:cNvPr id="54" name="Text Box 49">
            <a:extLst>
              <a:ext uri="{FF2B5EF4-FFF2-40B4-BE49-F238E27FC236}">
                <a16:creationId xmlns:a16="http://schemas.microsoft.com/office/drawing/2014/main" id="{9322FA0A-44C1-4FCB-B271-635DB30FC41B}"/>
              </a:ext>
            </a:extLst>
          </p:cNvPr>
          <p:cNvSpPr txBox="1">
            <a:spLocks noChangeArrowheads="1"/>
          </p:cNvSpPr>
          <p:nvPr/>
        </p:nvSpPr>
        <p:spPr bwMode="auto">
          <a:xfrm>
            <a:off x="1674178" y="4389723"/>
            <a:ext cx="28257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e</a:t>
            </a:r>
          </a:p>
        </p:txBody>
      </p:sp>
      <p:sp>
        <p:nvSpPr>
          <p:cNvPr id="55" name="Text Box 50">
            <a:extLst>
              <a:ext uri="{FF2B5EF4-FFF2-40B4-BE49-F238E27FC236}">
                <a16:creationId xmlns:a16="http://schemas.microsoft.com/office/drawing/2014/main" id="{C04E9BD4-BD6B-6D75-62FE-08BB62041D02}"/>
              </a:ext>
            </a:extLst>
          </p:cNvPr>
          <p:cNvSpPr txBox="1">
            <a:spLocks noChangeArrowheads="1"/>
          </p:cNvSpPr>
          <p:nvPr/>
        </p:nvSpPr>
        <p:spPr bwMode="auto">
          <a:xfrm>
            <a:off x="802640" y="4413536"/>
            <a:ext cx="28257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0</a:t>
            </a:r>
          </a:p>
        </p:txBody>
      </p:sp>
      <p:sp>
        <p:nvSpPr>
          <p:cNvPr id="56" name="Line 51">
            <a:extLst>
              <a:ext uri="{FF2B5EF4-FFF2-40B4-BE49-F238E27FC236}">
                <a16:creationId xmlns:a16="http://schemas.microsoft.com/office/drawing/2014/main" id="{1C085126-FF68-57B5-C2E8-EFDE2078987F}"/>
              </a:ext>
            </a:extLst>
          </p:cNvPr>
          <p:cNvSpPr>
            <a:spLocks noChangeShapeType="1"/>
          </p:cNvSpPr>
          <p:nvPr/>
        </p:nvSpPr>
        <p:spPr bwMode="auto">
          <a:xfrm flipV="1">
            <a:off x="1370965" y="4807236"/>
            <a:ext cx="0" cy="400050"/>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sp>
        <p:nvSpPr>
          <p:cNvPr id="57" name="Line 53">
            <a:extLst>
              <a:ext uri="{FF2B5EF4-FFF2-40B4-BE49-F238E27FC236}">
                <a16:creationId xmlns:a16="http://schemas.microsoft.com/office/drawing/2014/main" id="{688FA45C-DDAF-1824-1BE9-EE6D69844A40}"/>
              </a:ext>
            </a:extLst>
          </p:cNvPr>
          <p:cNvSpPr>
            <a:spLocks noChangeShapeType="1"/>
          </p:cNvSpPr>
          <p:nvPr/>
        </p:nvSpPr>
        <p:spPr bwMode="auto">
          <a:xfrm flipH="1" flipV="1">
            <a:off x="551815" y="4340511"/>
            <a:ext cx="4763" cy="338137"/>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sp>
        <p:nvSpPr>
          <p:cNvPr id="58" name="Line 55">
            <a:extLst>
              <a:ext uri="{FF2B5EF4-FFF2-40B4-BE49-F238E27FC236}">
                <a16:creationId xmlns:a16="http://schemas.microsoft.com/office/drawing/2014/main" id="{3A16924A-36BD-1825-96D3-61579754B741}"/>
              </a:ext>
            </a:extLst>
          </p:cNvPr>
          <p:cNvSpPr>
            <a:spLocks noChangeShapeType="1"/>
          </p:cNvSpPr>
          <p:nvPr/>
        </p:nvSpPr>
        <p:spPr bwMode="auto">
          <a:xfrm flipV="1">
            <a:off x="2071053" y="4373848"/>
            <a:ext cx="0" cy="428625"/>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grpSp>
        <p:nvGrpSpPr>
          <p:cNvPr id="59" name="Group 58">
            <a:extLst>
              <a:ext uri="{FF2B5EF4-FFF2-40B4-BE49-F238E27FC236}">
                <a16:creationId xmlns:a16="http://schemas.microsoft.com/office/drawing/2014/main" id="{BF1700E0-70DA-CE4A-B6F8-9C84B307F7F9}"/>
              </a:ext>
            </a:extLst>
          </p:cNvPr>
          <p:cNvGrpSpPr/>
          <p:nvPr/>
        </p:nvGrpSpPr>
        <p:grpSpPr>
          <a:xfrm>
            <a:off x="297498" y="4416076"/>
            <a:ext cx="2047875" cy="894715"/>
            <a:chOff x="297498" y="4320540"/>
            <a:chExt cx="2047875" cy="894715"/>
          </a:xfrm>
        </p:grpSpPr>
        <p:sp>
          <p:nvSpPr>
            <p:cNvPr id="60" name="Text Box 52">
              <a:extLst>
                <a:ext uri="{FF2B5EF4-FFF2-40B4-BE49-F238E27FC236}">
                  <a16:creationId xmlns:a16="http://schemas.microsoft.com/office/drawing/2014/main" id="{E1B58B6E-6405-0B0F-7FFD-430A7B44D90E}"/>
                </a:ext>
              </a:extLst>
            </p:cNvPr>
            <p:cNvSpPr txBox="1">
              <a:spLocks noChangeArrowheads="1"/>
            </p:cNvSpPr>
            <p:nvPr/>
          </p:nvSpPr>
          <p:spPr bwMode="auto">
            <a:xfrm>
              <a:off x="1116330" y="4848542"/>
              <a:ext cx="311150" cy="3667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1" name="Text Box 54">
              <a:extLst>
                <a:ext uri="{FF2B5EF4-FFF2-40B4-BE49-F238E27FC236}">
                  <a16:creationId xmlns:a16="http://schemas.microsoft.com/office/drawing/2014/main" id="{6E8AD3BA-D49D-4C21-2356-899C5EEB84AE}"/>
                </a:ext>
              </a:extLst>
            </p:cNvPr>
            <p:cNvSpPr txBox="1">
              <a:spLocks noChangeArrowheads="1"/>
            </p:cNvSpPr>
            <p:nvPr/>
          </p:nvSpPr>
          <p:spPr bwMode="auto">
            <a:xfrm>
              <a:off x="297498" y="4320540"/>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2" name="Text Box 56">
              <a:extLst>
                <a:ext uri="{FF2B5EF4-FFF2-40B4-BE49-F238E27FC236}">
                  <a16:creationId xmlns:a16="http://schemas.microsoft.com/office/drawing/2014/main" id="{33234A63-941C-1299-73E8-DEFF0E0E9A47}"/>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sp>
        <p:nvSpPr>
          <p:cNvPr id="63" name="Freeform 57">
            <a:extLst>
              <a:ext uri="{FF2B5EF4-FFF2-40B4-BE49-F238E27FC236}">
                <a16:creationId xmlns:a16="http://schemas.microsoft.com/office/drawing/2014/main" id="{AAC8C33C-E1E4-3E31-9520-BD5363D9B868}"/>
              </a:ext>
            </a:extLst>
          </p:cNvPr>
          <p:cNvSpPr>
            <a:spLocks/>
          </p:cNvSpPr>
          <p:nvPr/>
        </p:nvSpPr>
        <p:spPr bwMode="auto">
          <a:xfrm flipH="1" flipV="1">
            <a:off x="1442403" y="4307173"/>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8" name="Freeform 58">
            <a:extLst>
              <a:ext uri="{FF2B5EF4-FFF2-40B4-BE49-F238E27FC236}">
                <a16:creationId xmlns:a16="http://schemas.microsoft.com/office/drawing/2014/main" id="{53545D1B-AEEE-1746-EC6A-86D09A8787C3}"/>
              </a:ext>
            </a:extLst>
          </p:cNvPr>
          <p:cNvSpPr>
            <a:spLocks/>
          </p:cNvSpPr>
          <p:nvPr/>
        </p:nvSpPr>
        <p:spPr bwMode="auto">
          <a:xfrm flipH="1">
            <a:off x="989965" y="4316698"/>
            <a:ext cx="304800" cy="2190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9" name="Text Box 59">
            <a:extLst>
              <a:ext uri="{FF2B5EF4-FFF2-40B4-BE49-F238E27FC236}">
                <a16:creationId xmlns:a16="http://schemas.microsoft.com/office/drawing/2014/main" id="{F3181259-7759-F145-425D-A6EB2D9EF583}"/>
              </a:ext>
            </a:extLst>
          </p:cNvPr>
          <p:cNvSpPr txBox="1">
            <a:spLocks noChangeArrowheads="1"/>
          </p:cNvSpPr>
          <p:nvPr/>
        </p:nvSpPr>
        <p:spPr bwMode="auto">
          <a:xfrm>
            <a:off x="1088390" y="4194461"/>
            <a:ext cx="28257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0</a:t>
            </a:r>
          </a:p>
        </p:txBody>
      </p:sp>
      <p:sp>
        <p:nvSpPr>
          <p:cNvPr id="450" name="Text Box 60">
            <a:extLst>
              <a:ext uri="{FF2B5EF4-FFF2-40B4-BE49-F238E27FC236}">
                <a16:creationId xmlns:a16="http://schemas.microsoft.com/office/drawing/2014/main" id="{4DAD82D2-945A-3E2C-76D7-DA83F2AC8C02}"/>
              </a:ext>
            </a:extLst>
          </p:cNvPr>
          <p:cNvSpPr txBox="1">
            <a:spLocks noChangeArrowheads="1"/>
          </p:cNvSpPr>
          <p:nvPr/>
        </p:nvSpPr>
        <p:spPr bwMode="auto">
          <a:xfrm>
            <a:off x="1431290" y="4186523"/>
            <a:ext cx="28257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0</a:t>
            </a:r>
          </a:p>
        </p:txBody>
      </p:sp>
      <p:sp>
        <p:nvSpPr>
          <p:cNvPr id="451" name="Text Box 211">
            <a:extLst>
              <a:ext uri="{FF2B5EF4-FFF2-40B4-BE49-F238E27FC236}">
                <a16:creationId xmlns:a16="http://schemas.microsoft.com/office/drawing/2014/main" id="{47A2DFC8-8059-1E7B-83C1-D6F880586490}"/>
              </a:ext>
            </a:extLst>
          </p:cNvPr>
          <p:cNvSpPr txBox="1">
            <a:spLocks noChangeArrowheads="1"/>
          </p:cNvSpPr>
          <p:nvPr/>
        </p:nvSpPr>
        <p:spPr bwMode="auto">
          <a:xfrm>
            <a:off x="892441" y="5396919"/>
            <a:ext cx="938077" cy="361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1" eaLnBrk="0" fontAlgn="base" latinLnBrk="0" hangingPunct="0">
              <a:lnSpc>
                <a:spcPct val="12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rPr>
              <a:t>حالت اولیه</a:t>
            </a:r>
            <a:endParaRPr kumimoji="0" lang="en-US" sz="16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endParaRPr>
          </a:p>
        </p:txBody>
      </p:sp>
      <p:grpSp>
        <p:nvGrpSpPr>
          <p:cNvPr id="452" name="Group 298">
            <a:extLst>
              <a:ext uri="{FF2B5EF4-FFF2-40B4-BE49-F238E27FC236}">
                <a16:creationId xmlns:a16="http://schemas.microsoft.com/office/drawing/2014/main" id="{C1F7DD79-209E-64CA-E27A-BC34F4292AD6}"/>
              </a:ext>
            </a:extLst>
          </p:cNvPr>
          <p:cNvGrpSpPr>
            <a:grpSpLocks/>
          </p:cNvGrpSpPr>
          <p:nvPr/>
        </p:nvGrpSpPr>
        <p:grpSpPr bwMode="auto">
          <a:xfrm>
            <a:off x="2985455" y="3553748"/>
            <a:ext cx="2651124" cy="2630488"/>
            <a:chOff x="1533" y="2639"/>
            <a:chExt cx="1670" cy="1657"/>
          </a:xfrm>
        </p:grpSpPr>
        <p:sp>
          <p:nvSpPr>
            <p:cNvPr id="453" name="Freeform 61">
              <a:extLst>
                <a:ext uri="{FF2B5EF4-FFF2-40B4-BE49-F238E27FC236}">
                  <a16:creationId xmlns:a16="http://schemas.microsoft.com/office/drawing/2014/main" id="{BFF6F7B3-BE0A-8233-D263-E8BAF380BC92}"/>
                </a:ext>
              </a:extLst>
            </p:cNvPr>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54" name="Freeform 62">
              <a:extLst>
                <a:ext uri="{FF2B5EF4-FFF2-40B4-BE49-F238E27FC236}">
                  <a16:creationId xmlns:a16="http://schemas.microsoft.com/office/drawing/2014/main" id="{303FA7D2-425C-953C-2052-9B1053ACC0DC}"/>
                </a:ext>
              </a:extLst>
            </p:cNvPr>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55" name="Group 63">
              <a:extLst>
                <a:ext uri="{FF2B5EF4-FFF2-40B4-BE49-F238E27FC236}">
                  <a16:creationId xmlns:a16="http://schemas.microsoft.com/office/drawing/2014/main" id="{774A6E22-D8C9-8E5D-FF8C-372E0ACD7F3D}"/>
                </a:ext>
              </a:extLst>
            </p:cNvPr>
            <p:cNvGrpSpPr>
              <a:grpSpLocks/>
            </p:cNvGrpSpPr>
            <p:nvPr/>
          </p:nvGrpSpPr>
          <p:grpSpPr bwMode="auto">
            <a:xfrm>
              <a:off x="2203" y="2652"/>
              <a:ext cx="316" cy="252"/>
              <a:chOff x="1747" y="3190"/>
              <a:chExt cx="316" cy="252"/>
            </a:xfrm>
          </p:grpSpPr>
          <p:sp>
            <p:nvSpPr>
              <p:cNvPr id="493" name="Oval 64">
                <a:extLst>
                  <a:ext uri="{FF2B5EF4-FFF2-40B4-BE49-F238E27FC236}">
                    <a16:creationId xmlns:a16="http://schemas.microsoft.com/office/drawing/2014/main" id="{B3E11843-8E8E-F4E2-40EA-916C49063E1F}"/>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94" name="Line 65">
                <a:extLst>
                  <a:ext uri="{FF2B5EF4-FFF2-40B4-BE49-F238E27FC236}">
                    <a16:creationId xmlns:a16="http://schemas.microsoft.com/office/drawing/2014/main" id="{7AB51E8A-0C62-A3E9-66CB-7D5827F32CED}"/>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95" name="Line 66">
                <a:extLst>
                  <a:ext uri="{FF2B5EF4-FFF2-40B4-BE49-F238E27FC236}">
                    <a16:creationId xmlns:a16="http://schemas.microsoft.com/office/drawing/2014/main" id="{A76108B7-FB39-9FC7-00DD-ABC00885ED71}"/>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96" name="Rectangle 67">
                <a:extLst>
                  <a:ext uri="{FF2B5EF4-FFF2-40B4-BE49-F238E27FC236}">
                    <a16:creationId xmlns:a16="http://schemas.microsoft.com/office/drawing/2014/main" id="{0AC25C3A-6F15-BA70-C445-62AD259DF0E2}"/>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97" name="Oval 68">
                <a:extLst>
                  <a:ext uri="{FF2B5EF4-FFF2-40B4-BE49-F238E27FC236}">
                    <a16:creationId xmlns:a16="http://schemas.microsoft.com/office/drawing/2014/main" id="{D6EF3A25-B5F2-32AF-BB8B-1FDB9320160C}"/>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98" name="Group 69">
                <a:extLst>
                  <a:ext uri="{FF2B5EF4-FFF2-40B4-BE49-F238E27FC236}">
                    <a16:creationId xmlns:a16="http://schemas.microsoft.com/office/drawing/2014/main" id="{200BD9E2-0DFA-A423-813E-4EDB8E43A1EB}"/>
                  </a:ext>
                </a:extLst>
              </p:cNvPr>
              <p:cNvGrpSpPr>
                <a:grpSpLocks/>
              </p:cNvGrpSpPr>
              <p:nvPr/>
            </p:nvGrpSpPr>
            <p:grpSpPr bwMode="auto">
              <a:xfrm>
                <a:off x="1799" y="3190"/>
                <a:ext cx="194" cy="252"/>
                <a:chOff x="2960" y="2425"/>
                <a:chExt cx="197" cy="252"/>
              </a:xfrm>
            </p:grpSpPr>
            <p:sp>
              <p:nvSpPr>
                <p:cNvPr id="499" name="Rectangle 70">
                  <a:extLst>
                    <a:ext uri="{FF2B5EF4-FFF2-40B4-BE49-F238E27FC236}">
                      <a16:creationId xmlns:a16="http://schemas.microsoft.com/office/drawing/2014/main" id="{CBB9A68A-091B-696F-FB40-2E36A3D28E8B}"/>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00" name="Text Box 71">
                  <a:extLst>
                    <a:ext uri="{FF2B5EF4-FFF2-40B4-BE49-F238E27FC236}">
                      <a16:creationId xmlns:a16="http://schemas.microsoft.com/office/drawing/2014/main" id="{FB42556A-D1BC-059D-4663-8884B3306D17}"/>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456" name="Group 72">
              <a:extLst>
                <a:ext uri="{FF2B5EF4-FFF2-40B4-BE49-F238E27FC236}">
                  <a16:creationId xmlns:a16="http://schemas.microsoft.com/office/drawing/2014/main" id="{16633963-DF7B-4F7C-5A0F-B1840A87C9DA}"/>
                </a:ext>
              </a:extLst>
            </p:cNvPr>
            <p:cNvGrpSpPr>
              <a:grpSpLocks/>
            </p:cNvGrpSpPr>
            <p:nvPr/>
          </p:nvGrpSpPr>
          <p:grpSpPr bwMode="auto">
            <a:xfrm>
              <a:off x="1795" y="2907"/>
              <a:ext cx="316" cy="252"/>
              <a:chOff x="2221" y="3571"/>
              <a:chExt cx="316" cy="252"/>
            </a:xfrm>
          </p:grpSpPr>
          <p:sp>
            <p:nvSpPr>
              <p:cNvPr id="485" name="Oval 73">
                <a:extLst>
                  <a:ext uri="{FF2B5EF4-FFF2-40B4-BE49-F238E27FC236}">
                    <a16:creationId xmlns:a16="http://schemas.microsoft.com/office/drawing/2014/main" id="{589091DE-D24B-3697-5893-6EDA0AA06D9D}"/>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86" name="Line 74">
                <a:extLst>
                  <a:ext uri="{FF2B5EF4-FFF2-40B4-BE49-F238E27FC236}">
                    <a16:creationId xmlns:a16="http://schemas.microsoft.com/office/drawing/2014/main" id="{66C6E0C0-B6F8-DBA8-BEA9-CA94316E6455}"/>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87" name="Line 75">
                <a:extLst>
                  <a:ext uri="{FF2B5EF4-FFF2-40B4-BE49-F238E27FC236}">
                    <a16:creationId xmlns:a16="http://schemas.microsoft.com/office/drawing/2014/main" id="{9775AFC8-56AE-810E-FD41-1A54D875AACA}"/>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88" name="Rectangle 76">
                <a:extLst>
                  <a:ext uri="{FF2B5EF4-FFF2-40B4-BE49-F238E27FC236}">
                    <a16:creationId xmlns:a16="http://schemas.microsoft.com/office/drawing/2014/main" id="{5FA81327-691A-6D16-8283-019AED2F0435}"/>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89" name="Oval 77">
                <a:extLst>
                  <a:ext uri="{FF2B5EF4-FFF2-40B4-BE49-F238E27FC236}">
                    <a16:creationId xmlns:a16="http://schemas.microsoft.com/office/drawing/2014/main" id="{BC482873-DF9D-D777-4958-6667A159591B}"/>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90" name="Group 78">
                <a:extLst>
                  <a:ext uri="{FF2B5EF4-FFF2-40B4-BE49-F238E27FC236}">
                    <a16:creationId xmlns:a16="http://schemas.microsoft.com/office/drawing/2014/main" id="{378D6260-285A-9449-3101-ED8180667F4A}"/>
                  </a:ext>
                </a:extLst>
              </p:cNvPr>
              <p:cNvGrpSpPr>
                <a:grpSpLocks/>
              </p:cNvGrpSpPr>
              <p:nvPr/>
            </p:nvGrpSpPr>
            <p:grpSpPr bwMode="auto">
              <a:xfrm>
                <a:off x="2283" y="3571"/>
                <a:ext cx="206" cy="252"/>
                <a:chOff x="2954" y="2425"/>
                <a:chExt cx="209" cy="252"/>
              </a:xfrm>
            </p:grpSpPr>
            <p:sp>
              <p:nvSpPr>
                <p:cNvPr id="491" name="Rectangle 79">
                  <a:extLst>
                    <a:ext uri="{FF2B5EF4-FFF2-40B4-BE49-F238E27FC236}">
                      <a16:creationId xmlns:a16="http://schemas.microsoft.com/office/drawing/2014/main" id="{7F9CEE1A-249B-1B10-A511-124D85C76EC8}"/>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92" name="Text Box 80">
                  <a:extLst>
                    <a:ext uri="{FF2B5EF4-FFF2-40B4-BE49-F238E27FC236}">
                      <a16:creationId xmlns:a16="http://schemas.microsoft.com/office/drawing/2014/main" id="{E8793B92-0C49-C68A-D4B1-A13C89D21C89}"/>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457" name="Group 81">
              <a:extLst>
                <a:ext uri="{FF2B5EF4-FFF2-40B4-BE49-F238E27FC236}">
                  <a16:creationId xmlns:a16="http://schemas.microsoft.com/office/drawing/2014/main" id="{DED30EEE-C3D2-6E5A-8FC4-69169055089F}"/>
                </a:ext>
              </a:extLst>
            </p:cNvPr>
            <p:cNvGrpSpPr>
              <a:grpSpLocks/>
            </p:cNvGrpSpPr>
            <p:nvPr/>
          </p:nvGrpSpPr>
          <p:grpSpPr bwMode="auto">
            <a:xfrm>
              <a:off x="2195" y="3198"/>
              <a:ext cx="315" cy="252"/>
              <a:chOff x="2903" y="2884"/>
              <a:chExt cx="315" cy="252"/>
            </a:xfrm>
          </p:grpSpPr>
          <p:grpSp>
            <p:nvGrpSpPr>
              <p:cNvPr id="476" name="Group 82">
                <a:extLst>
                  <a:ext uri="{FF2B5EF4-FFF2-40B4-BE49-F238E27FC236}">
                    <a16:creationId xmlns:a16="http://schemas.microsoft.com/office/drawing/2014/main" id="{22367E6C-B713-2944-50DB-459D8ED07B4F}"/>
                  </a:ext>
                </a:extLst>
              </p:cNvPr>
              <p:cNvGrpSpPr>
                <a:grpSpLocks/>
              </p:cNvGrpSpPr>
              <p:nvPr/>
            </p:nvGrpSpPr>
            <p:grpSpPr bwMode="auto">
              <a:xfrm>
                <a:off x="2903" y="2938"/>
                <a:ext cx="315" cy="144"/>
                <a:chOff x="2903" y="2938"/>
                <a:chExt cx="315" cy="144"/>
              </a:xfrm>
            </p:grpSpPr>
            <p:sp>
              <p:nvSpPr>
                <p:cNvPr id="480" name="Oval 83">
                  <a:extLst>
                    <a:ext uri="{FF2B5EF4-FFF2-40B4-BE49-F238E27FC236}">
                      <a16:creationId xmlns:a16="http://schemas.microsoft.com/office/drawing/2014/main" id="{6389C6F2-882C-C359-FBEC-76A9507020C0}"/>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81" name="Line 84">
                  <a:extLst>
                    <a:ext uri="{FF2B5EF4-FFF2-40B4-BE49-F238E27FC236}">
                      <a16:creationId xmlns:a16="http://schemas.microsoft.com/office/drawing/2014/main" id="{90CFE80F-E3A7-FD86-59E9-225BB24905FD}"/>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82" name="Line 85">
                  <a:extLst>
                    <a:ext uri="{FF2B5EF4-FFF2-40B4-BE49-F238E27FC236}">
                      <a16:creationId xmlns:a16="http://schemas.microsoft.com/office/drawing/2014/main" id="{0B2D6E95-53EA-BD01-615D-9846A6778BC8}"/>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83" name="Rectangle 86">
                  <a:extLst>
                    <a:ext uri="{FF2B5EF4-FFF2-40B4-BE49-F238E27FC236}">
                      <a16:creationId xmlns:a16="http://schemas.microsoft.com/office/drawing/2014/main" id="{00A5A6D4-DB39-88F4-8460-32FD7ECACFCE}"/>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84" name="Oval 87">
                  <a:extLst>
                    <a:ext uri="{FF2B5EF4-FFF2-40B4-BE49-F238E27FC236}">
                      <a16:creationId xmlns:a16="http://schemas.microsoft.com/office/drawing/2014/main" id="{7A11DABA-F2D1-52F5-2A6C-F0B0F5FC518D}"/>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477" name="Group 88">
                <a:extLst>
                  <a:ext uri="{FF2B5EF4-FFF2-40B4-BE49-F238E27FC236}">
                    <a16:creationId xmlns:a16="http://schemas.microsoft.com/office/drawing/2014/main" id="{383D2075-5294-57C7-0984-077BAE98B4A6}"/>
                  </a:ext>
                </a:extLst>
              </p:cNvPr>
              <p:cNvGrpSpPr>
                <a:grpSpLocks/>
              </p:cNvGrpSpPr>
              <p:nvPr/>
            </p:nvGrpSpPr>
            <p:grpSpPr bwMode="auto">
              <a:xfrm>
                <a:off x="2963" y="2884"/>
                <a:ext cx="185" cy="252"/>
                <a:chOff x="2964" y="2425"/>
                <a:chExt cx="188" cy="252"/>
              </a:xfrm>
            </p:grpSpPr>
            <p:sp>
              <p:nvSpPr>
                <p:cNvPr id="478" name="Rectangle 89">
                  <a:extLst>
                    <a:ext uri="{FF2B5EF4-FFF2-40B4-BE49-F238E27FC236}">
                      <a16:creationId xmlns:a16="http://schemas.microsoft.com/office/drawing/2014/main" id="{8A345290-E8A5-B616-0D86-C4D7AA3D4E25}"/>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79" name="Text Box 90">
                  <a:extLst>
                    <a:ext uri="{FF2B5EF4-FFF2-40B4-BE49-F238E27FC236}">
                      <a16:creationId xmlns:a16="http://schemas.microsoft.com/office/drawing/2014/main" id="{C8EF8537-12D1-6599-1A12-57D91893F1D3}"/>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458" name="Group 91">
              <a:extLst>
                <a:ext uri="{FF2B5EF4-FFF2-40B4-BE49-F238E27FC236}">
                  <a16:creationId xmlns:a16="http://schemas.microsoft.com/office/drawing/2014/main" id="{F7006600-F502-88FF-D9A5-9C358CC1306F}"/>
                </a:ext>
              </a:extLst>
            </p:cNvPr>
            <p:cNvGrpSpPr>
              <a:grpSpLocks/>
            </p:cNvGrpSpPr>
            <p:nvPr/>
          </p:nvGrpSpPr>
          <p:grpSpPr bwMode="auto">
            <a:xfrm>
              <a:off x="2607" y="2916"/>
              <a:ext cx="316" cy="252"/>
              <a:chOff x="2217" y="2884"/>
              <a:chExt cx="316" cy="252"/>
            </a:xfrm>
          </p:grpSpPr>
          <p:sp>
            <p:nvSpPr>
              <p:cNvPr id="468" name="Oval 92">
                <a:extLst>
                  <a:ext uri="{FF2B5EF4-FFF2-40B4-BE49-F238E27FC236}">
                    <a16:creationId xmlns:a16="http://schemas.microsoft.com/office/drawing/2014/main" id="{C96402ED-3142-F50C-0B0D-85027BC64A36}"/>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9" name="Line 93">
                <a:extLst>
                  <a:ext uri="{FF2B5EF4-FFF2-40B4-BE49-F238E27FC236}">
                    <a16:creationId xmlns:a16="http://schemas.microsoft.com/office/drawing/2014/main" id="{D1707BC8-1E57-B4AF-8F0D-C5C9380A211F}"/>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70" name="Line 94">
                <a:extLst>
                  <a:ext uri="{FF2B5EF4-FFF2-40B4-BE49-F238E27FC236}">
                    <a16:creationId xmlns:a16="http://schemas.microsoft.com/office/drawing/2014/main" id="{41EEA8D1-ED87-91DB-804C-5F69EAB2F5AA}"/>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71" name="Rectangle 95">
                <a:extLst>
                  <a:ext uri="{FF2B5EF4-FFF2-40B4-BE49-F238E27FC236}">
                    <a16:creationId xmlns:a16="http://schemas.microsoft.com/office/drawing/2014/main" id="{E3265FFE-D4AE-954B-4DE1-8E21C922CD5E}"/>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72" name="Oval 96">
                <a:extLst>
                  <a:ext uri="{FF2B5EF4-FFF2-40B4-BE49-F238E27FC236}">
                    <a16:creationId xmlns:a16="http://schemas.microsoft.com/office/drawing/2014/main" id="{3F75D894-980E-5EA9-0323-3D959D4C056A}"/>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73" name="Group 97">
                <a:extLst>
                  <a:ext uri="{FF2B5EF4-FFF2-40B4-BE49-F238E27FC236}">
                    <a16:creationId xmlns:a16="http://schemas.microsoft.com/office/drawing/2014/main" id="{9861FE36-116F-6C7F-F424-252E54F7AE55}"/>
                  </a:ext>
                </a:extLst>
              </p:cNvPr>
              <p:cNvGrpSpPr>
                <a:grpSpLocks/>
              </p:cNvGrpSpPr>
              <p:nvPr/>
            </p:nvGrpSpPr>
            <p:grpSpPr bwMode="auto">
              <a:xfrm>
                <a:off x="2276" y="2884"/>
                <a:ext cx="206" cy="252"/>
                <a:chOff x="2954" y="2425"/>
                <a:chExt cx="209" cy="252"/>
              </a:xfrm>
            </p:grpSpPr>
            <p:sp>
              <p:nvSpPr>
                <p:cNvPr id="474" name="Rectangle 98">
                  <a:extLst>
                    <a:ext uri="{FF2B5EF4-FFF2-40B4-BE49-F238E27FC236}">
                      <a16:creationId xmlns:a16="http://schemas.microsoft.com/office/drawing/2014/main" id="{334A1616-F886-FBB5-1590-C84C105AD6A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75" name="Text Box 99">
                  <a:extLst>
                    <a:ext uri="{FF2B5EF4-FFF2-40B4-BE49-F238E27FC236}">
                      <a16:creationId xmlns:a16="http://schemas.microsoft.com/office/drawing/2014/main" id="{9EFE4D55-B1BE-F18F-D5B0-0820CA322B65}"/>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459" name="Freeform 101">
              <a:extLst>
                <a:ext uri="{FF2B5EF4-FFF2-40B4-BE49-F238E27FC236}">
                  <a16:creationId xmlns:a16="http://schemas.microsoft.com/office/drawing/2014/main" id="{DC5C28B6-3432-613C-74B5-906FD0DE1C42}"/>
                </a:ext>
              </a:extLst>
            </p:cNvPr>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0" name="Freeform 102">
              <a:extLst>
                <a:ext uri="{FF2B5EF4-FFF2-40B4-BE49-F238E27FC236}">
                  <a16:creationId xmlns:a16="http://schemas.microsoft.com/office/drawing/2014/main" id="{059EFF3F-4A36-5FC8-8A70-AEDB30F56072}"/>
                </a:ext>
              </a:extLst>
            </p:cNvPr>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1" name="Freeform 103">
              <a:extLst>
                <a:ext uri="{FF2B5EF4-FFF2-40B4-BE49-F238E27FC236}">
                  <a16:creationId xmlns:a16="http://schemas.microsoft.com/office/drawing/2014/main" id="{441C681F-BFDD-1078-FA88-047CC00AB2CD}"/>
                </a:ext>
              </a:extLst>
            </p:cNvPr>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2" name="Freeform 107">
              <a:extLst>
                <a:ext uri="{FF2B5EF4-FFF2-40B4-BE49-F238E27FC236}">
                  <a16:creationId xmlns:a16="http://schemas.microsoft.com/office/drawing/2014/main" id="{7C0ADA0C-9FC0-3F59-405C-1CC14599A014}"/>
                </a:ext>
              </a:extLst>
            </p:cNvPr>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3" name="Freeform 108">
              <a:extLst>
                <a:ext uri="{FF2B5EF4-FFF2-40B4-BE49-F238E27FC236}">
                  <a16:creationId xmlns:a16="http://schemas.microsoft.com/office/drawing/2014/main" id="{DD11F101-A89C-DCAC-7332-98D458605EA5}"/>
                </a:ext>
              </a:extLst>
            </p:cNvPr>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4" name="Text Box 212">
              <a:extLst>
                <a:ext uri="{FF2B5EF4-FFF2-40B4-BE49-F238E27FC236}">
                  <a16:creationId xmlns:a16="http://schemas.microsoft.com/office/drawing/2014/main" id="{55E339C8-1241-D28B-C81D-0F878F9D3DF0}"/>
                </a:ext>
              </a:extLst>
            </p:cNvPr>
            <p:cNvSpPr txBox="1">
              <a:spLocks noChangeArrowheads="1"/>
            </p:cNvSpPr>
            <p:nvPr/>
          </p:nvSpPr>
          <p:spPr bwMode="auto">
            <a:xfrm>
              <a:off x="1533" y="3709"/>
              <a:ext cx="1670" cy="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1" eaLnBrk="0" fontAlgn="base" latinLnBrk="0" hangingPunct="0">
                <a:lnSpc>
                  <a:spcPct val="13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rPr>
                <a:t>با داشتن این هزینه‌ها،</a:t>
              </a:r>
            </a:p>
            <a:p>
              <a:pPr marL="0" marR="0" lvl="0" indent="0" algn="ctr" defTabSz="914400" rtl="1" eaLnBrk="0" fontAlgn="base" latinLnBrk="0" hangingPunct="0">
                <a:lnSpc>
                  <a:spcPct val="13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rPr>
                <a:t>پیدا کردن مسیر جدید ...</a:t>
              </a:r>
            </a:p>
            <a:p>
              <a:pPr marL="0" marR="0" lvl="0" indent="0" algn="ctr" defTabSz="914400" rtl="1" eaLnBrk="0" fontAlgn="base" latinLnBrk="0" hangingPunct="0">
                <a:lnSpc>
                  <a:spcPct val="130000"/>
                </a:lnSpc>
                <a:spcBef>
                  <a:spcPct val="0"/>
                </a:spcBef>
                <a:spcAft>
                  <a:spcPct val="0"/>
                </a:spcAft>
                <a:buClrTx/>
                <a:buSzTx/>
                <a:buFontTx/>
                <a:buNone/>
                <a:tabLst/>
                <a:defRPr/>
              </a:pPr>
              <a:r>
                <a:rPr lang="fa-IR" sz="1400" b="1" kern="0" dirty="0">
                  <a:solidFill>
                    <a:srgbClr val="000099"/>
                  </a:solidFill>
                  <a:latin typeface="IRANSans(FaNum)" panose="02040503050201020203" pitchFamily="18" charset="-78"/>
                  <a:cs typeface="IRANSans(FaNum)" panose="02040503050201020203" pitchFamily="18" charset="-78"/>
                </a:rPr>
                <a:t>هزینه‌های جدید را نتیجه می‌دهد.</a:t>
              </a:r>
              <a:endParaRPr kumimoji="0" lang="en-US"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endParaRPr>
            </a:p>
          </p:txBody>
        </p:sp>
        <p:sp>
          <p:nvSpPr>
            <p:cNvPr id="465" name="Line 215">
              <a:extLst>
                <a:ext uri="{FF2B5EF4-FFF2-40B4-BE49-F238E27FC236}">
                  <a16:creationId xmlns:a16="http://schemas.microsoft.com/office/drawing/2014/main" id="{09927412-8860-FD0C-BD05-FB844BDF21BB}"/>
                </a:ext>
              </a:extLst>
            </p:cNvPr>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6" name="Line 216">
              <a:extLst>
                <a:ext uri="{FF2B5EF4-FFF2-40B4-BE49-F238E27FC236}">
                  <a16:creationId xmlns:a16="http://schemas.microsoft.com/office/drawing/2014/main" id="{B8AA8730-74E3-3AC0-5DBA-D03EACE864A1}"/>
                </a:ext>
              </a:extLst>
            </p:cNvPr>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7" name="Line 217">
              <a:extLst>
                <a:ext uri="{FF2B5EF4-FFF2-40B4-BE49-F238E27FC236}">
                  <a16:creationId xmlns:a16="http://schemas.microsoft.com/office/drawing/2014/main" id="{76EA854D-C70E-A3C0-3249-E9ACE47776D3}"/>
                </a:ext>
              </a:extLst>
            </p:cNvPr>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sp>
        <p:nvSpPr>
          <p:cNvPr id="501" name="Freeform 288">
            <a:extLst>
              <a:ext uri="{FF2B5EF4-FFF2-40B4-BE49-F238E27FC236}">
                <a16:creationId xmlns:a16="http://schemas.microsoft.com/office/drawing/2014/main" id="{CE7EDA79-F8EE-CC8C-83EF-9BE2922C8966}"/>
              </a:ext>
            </a:extLst>
          </p:cNvPr>
          <p:cNvSpPr>
            <a:spLocks/>
          </p:cNvSpPr>
          <p:nvPr/>
        </p:nvSpPr>
        <p:spPr bwMode="auto">
          <a:xfrm>
            <a:off x="1399540" y="3794411"/>
            <a:ext cx="609600" cy="828675"/>
          </a:xfrm>
          <a:custGeom>
            <a:avLst/>
            <a:gdLst>
              <a:gd name="T0" fmla="*/ 0 w 384"/>
              <a:gd name="T1" fmla="*/ 2147483647 h 522"/>
              <a:gd name="T2" fmla="*/ 2147483647 w 384"/>
              <a:gd name="T3" fmla="*/ 2147483647 h 522"/>
              <a:gd name="T4" fmla="*/ 2147483647 w 384"/>
              <a:gd name="T5" fmla="*/ 0 h 522"/>
              <a:gd name="T6" fmla="*/ 0 60000 65536"/>
              <a:gd name="T7" fmla="*/ 0 60000 65536"/>
              <a:gd name="T8" fmla="*/ 0 60000 65536"/>
              <a:gd name="T9" fmla="*/ 0 w 384"/>
              <a:gd name="T10" fmla="*/ 0 h 522"/>
              <a:gd name="T11" fmla="*/ 384 w 384"/>
              <a:gd name="T12" fmla="*/ 522 h 522"/>
            </a:gdLst>
            <a:ahLst/>
            <a:cxnLst>
              <a:cxn ang="T6">
                <a:pos x="T0" y="T1"/>
              </a:cxn>
              <a:cxn ang="T7">
                <a:pos x="T2" y="T3"/>
              </a:cxn>
              <a:cxn ang="T8">
                <a:pos x="T4" y="T5"/>
              </a:cxn>
            </a:cxnLst>
            <a:rect l="T9" t="T10" r="T11" b="T12"/>
            <a:pathLst>
              <a:path w="384" h="522">
                <a:moveTo>
                  <a:pt x="0" y="522"/>
                </a:moveTo>
                <a:lnTo>
                  <a:pt x="384" y="249"/>
                </a:lnTo>
                <a:lnTo>
                  <a:pt x="12" y="0"/>
                </a:lnTo>
              </a:path>
            </a:pathLst>
          </a:custGeom>
          <a:noFill/>
          <a:ln w="57150" cap="flat" cmpd="sng">
            <a:solidFill>
              <a:srgbClr val="CC0000"/>
            </a:solidFill>
            <a:prstDash val="solid"/>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ea typeface="ＭＳ Ｐゴシック" charset="0"/>
            </a:endParaRPr>
          </a:p>
        </p:txBody>
      </p:sp>
      <p:sp>
        <p:nvSpPr>
          <p:cNvPr id="502" name="Line 289">
            <a:extLst>
              <a:ext uri="{FF2B5EF4-FFF2-40B4-BE49-F238E27FC236}">
                <a16:creationId xmlns:a16="http://schemas.microsoft.com/office/drawing/2014/main" id="{1D88F602-278A-DB1E-4C1B-25727D8DC0EE}"/>
              </a:ext>
            </a:extLst>
          </p:cNvPr>
          <p:cNvSpPr>
            <a:spLocks noChangeShapeType="1"/>
          </p:cNvSpPr>
          <p:nvPr/>
        </p:nvSpPr>
        <p:spPr bwMode="auto">
          <a:xfrm flipV="1">
            <a:off x="761365" y="3875373"/>
            <a:ext cx="447675" cy="242888"/>
          </a:xfrm>
          <a:prstGeom prst="line">
            <a:avLst/>
          </a:prstGeom>
          <a:noFill/>
          <a:ln w="57150">
            <a:solidFill>
              <a:srgbClr val="CC0000"/>
            </a:solidFill>
            <a:round/>
            <a:headEnd/>
            <a:tailEnd type="triangle" w="med" len="med"/>
          </a:ln>
          <a:extLst>
            <a:ext uri="{909E8E84-426E-40dd-AFC4-6F175D3DCCD1}">
              <a14:hiddenFill xmlns="" xmlns:a14="http://schemas.microsoft.com/office/drawing/2010/main">
                <a:noFill/>
              </a14:hiddenFill>
            </a:ext>
          </a:extLst>
        </p:spPr>
        <p:txBody>
          <a:bodyPr wrap="none"/>
          <a:lstStyle/>
          <a:p>
            <a:pPr eaLnBrk="0" fontAlgn="base" hangingPunct="0">
              <a:spcBef>
                <a:spcPct val="0"/>
              </a:spcBef>
              <a:spcAft>
                <a:spcPct val="0"/>
              </a:spcAft>
            </a:pPr>
            <a:endParaRPr lang="en-US" dirty="0">
              <a:solidFill>
                <a:srgbClr val="000000"/>
              </a:solidFill>
              <a:ea typeface="ＭＳ Ｐゴシック" charset="0"/>
            </a:endParaRPr>
          </a:p>
        </p:txBody>
      </p:sp>
      <p:sp>
        <p:nvSpPr>
          <p:cNvPr id="503" name="Freeform 290">
            <a:extLst>
              <a:ext uri="{FF2B5EF4-FFF2-40B4-BE49-F238E27FC236}">
                <a16:creationId xmlns:a16="http://schemas.microsoft.com/office/drawing/2014/main" id="{7D57CDF5-D3B9-BD00-8EBA-BBABA54E65C6}"/>
              </a:ext>
            </a:extLst>
          </p:cNvPr>
          <p:cNvSpPr>
            <a:spLocks/>
          </p:cNvSpPr>
          <p:nvPr/>
        </p:nvSpPr>
        <p:spPr bwMode="auto">
          <a:xfrm>
            <a:off x="3695065" y="3755358"/>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04" name="Group 291">
            <a:extLst>
              <a:ext uri="{FF2B5EF4-FFF2-40B4-BE49-F238E27FC236}">
                <a16:creationId xmlns:a16="http://schemas.microsoft.com/office/drawing/2014/main" id="{62D3B7BF-9C55-C88C-A4A2-0E8C1A8BDF72}"/>
              </a:ext>
            </a:extLst>
          </p:cNvPr>
          <p:cNvGrpSpPr>
            <a:grpSpLocks/>
          </p:cNvGrpSpPr>
          <p:nvPr/>
        </p:nvGrpSpPr>
        <p:grpSpPr bwMode="auto">
          <a:xfrm>
            <a:off x="3520440" y="3741071"/>
            <a:ext cx="1430338" cy="966787"/>
            <a:chOff x="1870" y="2772"/>
            <a:chExt cx="901" cy="609"/>
          </a:xfrm>
        </p:grpSpPr>
        <p:sp>
          <p:nvSpPr>
            <p:cNvPr id="505" name="Text Box 292">
              <a:extLst>
                <a:ext uri="{FF2B5EF4-FFF2-40B4-BE49-F238E27FC236}">
                  <a16:creationId xmlns:a16="http://schemas.microsoft.com/office/drawing/2014/main" id="{57DA2DD9-7859-CDAB-C994-E859A7079EDD}"/>
                </a:ext>
              </a:extLst>
            </p:cNvPr>
            <p:cNvSpPr txBox="1">
              <a:spLocks noChangeArrowheads="1"/>
            </p:cNvSpPr>
            <p:nvPr/>
          </p:nvSpPr>
          <p:spPr bwMode="auto">
            <a:xfrm>
              <a:off x="1870" y="2772"/>
              <a:ext cx="305"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2+e</a:t>
              </a:r>
            </a:p>
          </p:txBody>
        </p:sp>
        <p:sp>
          <p:nvSpPr>
            <p:cNvPr id="506" name="Text Box 293">
              <a:extLst>
                <a:ext uri="{FF2B5EF4-FFF2-40B4-BE49-F238E27FC236}">
                  <a16:creationId xmlns:a16="http://schemas.microsoft.com/office/drawing/2014/main" id="{6C8E710D-C002-CB31-BF09-AB2282ED43F7}"/>
                </a:ext>
              </a:extLst>
            </p:cNvPr>
            <p:cNvSpPr txBox="1">
              <a:spLocks noChangeArrowheads="1"/>
            </p:cNvSpPr>
            <p:nvPr/>
          </p:nvSpPr>
          <p:spPr bwMode="auto">
            <a:xfrm>
              <a:off x="2593" y="2793"/>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507" name="Text Box 294">
              <a:extLst>
                <a:ext uri="{FF2B5EF4-FFF2-40B4-BE49-F238E27FC236}">
                  <a16:creationId xmlns:a16="http://schemas.microsoft.com/office/drawing/2014/main" id="{25BD4F46-7BD5-3B5F-FF97-7F5AD9809151}"/>
                </a:ext>
              </a:extLst>
            </p:cNvPr>
            <p:cNvSpPr txBox="1">
              <a:spLocks noChangeArrowheads="1"/>
            </p:cNvSpPr>
            <p:nvPr/>
          </p:nvSpPr>
          <p:spPr bwMode="auto">
            <a:xfrm>
              <a:off x="2501" y="3189"/>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508" name="Text Box 295">
              <a:extLst>
                <a:ext uri="{FF2B5EF4-FFF2-40B4-BE49-F238E27FC236}">
                  <a16:creationId xmlns:a16="http://schemas.microsoft.com/office/drawing/2014/main" id="{D96549EF-D895-D907-595D-DD76AD5E9E6E}"/>
                </a:ext>
              </a:extLst>
            </p:cNvPr>
            <p:cNvSpPr txBox="1">
              <a:spLocks noChangeArrowheads="1"/>
            </p:cNvSpPr>
            <p:nvPr/>
          </p:nvSpPr>
          <p:spPr bwMode="auto">
            <a:xfrm>
              <a:off x="1987" y="3153"/>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510" name="Text Box 296">
              <a:extLst>
                <a:ext uri="{FF2B5EF4-FFF2-40B4-BE49-F238E27FC236}">
                  <a16:creationId xmlns:a16="http://schemas.microsoft.com/office/drawing/2014/main" id="{40D697CE-1FA3-546D-D316-24D38E30C083}"/>
                </a:ext>
              </a:extLst>
            </p:cNvPr>
            <p:cNvSpPr txBox="1">
              <a:spLocks noChangeArrowheads="1"/>
            </p:cNvSpPr>
            <p:nvPr/>
          </p:nvSpPr>
          <p:spPr bwMode="auto">
            <a:xfrm>
              <a:off x="2135" y="3009"/>
              <a:ext cx="305"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1+e</a:t>
              </a:r>
            </a:p>
          </p:txBody>
        </p:sp>
        <p:sp>
          <p:nvSpPr>
            <p:cNvPr id="511" name="Text Box 297">
              <a:extLst>
                <a:ext uri="{FF2B5EF4-FFF2-40B4-BE49-F238E27FC236}">
                  <a16:creationId xmlns:a16="http://schemas.microsoft.com/office/drawing/2014/main" id="{1B6DD8AB-18E1-1C33-96DC-9CA3D494220B}"/>
                </a:ext>
              </a:extLst>
            </p:cNvPr>
            <p:cNvSpPr txBox="1">
              <a:spLocks noChangeArrowheads="1"/>
            </p:cNvSpPr>
            <p:nvPr/>
          </p:nvSpPr>
          <p:spPr bwMode="auto">
            <a:xfrm>
              <a:off x="2380" y="3003"/>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a:t>
              </a:r>
            </a:p>
          </p:txBody>
        </p:sp>
      </p:grpSp>
      <p:grpSp>
        <p:nvGrpSpPr>
          <p:cNvPr id="512" name="Group 299">
            <a:extLst>
              <a:ext uri="{FF2B5EF4-FFF2-40B4-BE49-F238E27FC236}">
                <a16:creationId xmlns:a16="http://schemas.microsoft.com/office/drawing/2014/main" id="{DDF69A7D-360C-9D53-6297-E1DE292C138D}"/>
              </a:ext>
            </a:extLst>
          </p:cNvPr>
          <p:cNvGrpSpPr>
            <a:grpSpLocks/>
          </p:cNvGrpSpPr>
          <p:nvPr/>
        </p:nvGrpSpPr>
        <p:grpSpPr bwMode="auto">
          <a:xfrm>
            <a:off x="6266179" y="3551524"/>
            <a:ext cx="2519363" cy="2600326"/>
            <a:chOff x="1568" y="2639"/>
            <a:chExt cx="1587" cy="1638"/>
          </a:xfrm>
        </p:grpSpPr>
        <p:sp>
          <p:nvSpPr>
            <p:cNvPr id="513" name="Freeform 300">
              <a:extLst>
                <a:ext uri="{FF2B5EF4-FFF2-40B4-BE49-F238E27FC236}">
                  <a16:creationId xmlns:a16="http://schemas.microsoft.com/office/drawing/2014/main" id="{D54C7B0C-001C-5DBF-676E-71A57B1F20A7}"/>
                </a:ext>
              </a:extLst>
            </p:cNvPr>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14" name="Freeform 301">
              <a:extLst>
                <a:ext uri="{FF2B5EF4-FFF2-40B4-BE49-F238E27FC236}">
                  <a16:creationId xmlns:a16="http://schemas.microsoft.com/office/drawing/2014/main" id="{8426DE5A-9346-B804-0108-5761D9D9412A}"/>
                </a:ext>
              </a:extLst>
            </p:cNvPr>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515" name="Group 302">
              <a:extLst>
                <a:ext uri="{FF2B5EF4-FFF2-40B4-BE49-F238E27FC236}">
                  <a16:creationId xmlns:a16="http://schemas.microsoft.com/office/drawing/2014/main" id="{27295E72-C280-57B6-0E22-2DE72310F753}"/>
                </a:ext>
              </a:extLst>
            </p:cNvPr>
            <p:cNvGrpSpPr>
              <a:grpSpLocks/>
            </p:cNvGrpSpPr>
            <p:nvPr/>
          </p:nvGrpSpPr>
          <p:grpSpPr bwMode="auto">
            <a:xfrm>
              <a:off x="2203" y="2652"/>
              <a:ext cx="316" cy="252"/>
              <a:chOff x="1747" y="3190"/>
              <a:chExt cx="316" cy="252"/>
            </a:xfrm>
          </p:grpSpPr>
          <p:sp>
            <p:nvSpPr>
              <p:cNvPr id="553" name="Oval 303">
                <a:extLst>
                  <a:ext uri="{FF2B5EF4-FFF2-40B4-BE49-F238E27FC236}">
                    <a16:creationId xmlns:a16="http://schemas.microsoft.com/office/drawing/2014/main" id="{4821CD18-F6DE-F0E5-8ED5-E737341CEAD4}"/>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54" name="Line 304">
                <a:extLst>
                  <a:ext uri="{FF2B5EF4-FFF2-40B4-BE49-F238E27FC236}">
                    <a16:creationId xmlns:a16="http://schemas.microsoft.com/office/drawing/2014/main" id="{D3AA6113-B584-231A-CD5A-E5C853441A2E}"/>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55" name="Line 305">
                <a:extLst>
                  <a:ext uri="{FF2B5EF4-FFF2-40B4-BE49-F238E27FC236}">
                    <a16:creationId xmlns:a16="http://schemas.microsoft.com/office/drawing/2014/main" id="{93051A99-CCD5-5BC0-81EE-3771A1365210}"/>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56" name="Rectangle 306">
                <a:extLst>
                  <a:ext uri="{FF2B5EF4-FFF2-40B4-BE49-F238E27FC236}">
                    <a16:creationId xmlns:a16="http://schemas.microsoft.com/office/drawing/2014/main" id="{5794F056-B3C0-6D94-E02C-C327B267BF4A}"/>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557" name="Oval 307">
                <a:extLst>
                  <a:ext uri="{FF2B5EF4-FFF2-40B4-BE49-F238E27FC236}">
                    <a16:creationId xmlns:a16="http://schemas.microsoft.com/office/drawing/2014/main" id="{104F2222-000F-6042-21F5-8C16180CB00F}"/>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558" name="Group 308">
                <a:extLst>
                  <a:ext uri="{FF2B5EF4-FFF2-40B4-BE49-F238E27FC236}">
                    <a16:creationId xmlns:a16="http://schemas.microsoft.com/office/drawing/2014/main" id="{B926929B-283C-B35C-AB00-72E3D71E3189}"/>
                  </a:ext>
                </a:extLst>
              </p:cNvPr>
              <p:cNvGrpSpPr>
                <a:grpSpLocks/>
              </p:cNvGrpSpPr>
              <p:nvPr/>
            </p:nvGrpSpPr>
            <p:grpSpPr bwMode="auto">
              <a:xfrm>
                <a:off x="1799" y="3190"/>
                <a:ext cx="194" cy="252"/>
                <a:chOff x="2960" y="2425"/>
                <a:chExt cx="197" cy="252"/>
              </a:xfrm>
            </p:grpSpPr>
            <p:sp>
              <p:nvSpPr>
                <p:cNvPr id="559" name="Rectangle 309">
                  <a:extLst>
                    <a:ext uri="{FF2B5EF4-FFF2-40B4-BE49-F238E27FC236}">
                      <a16:creationId xmlns:a16="http://schemas.microsoft.com/office/drawing/2014/main" id="{8C2538F7-EE85-1EC8-A0A1-ACB19F63D38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60" name="Text Box 310">
                  <a:extLst>
                    <a:ext uri="{FF2B5EF4-FFF2-40B4-BE49-F238E27FC236}">
                      <a16:creationId xmlns:a16="http://schemas.microsoft.com/office/drawing/2014/main" id="{FA335879-46BE-30DD-0E6B-6B5EEB8B36FB}"/>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516" name="Group 311">
              <a:extLst>
                <a:ext uri="{FF2B5EF4-FFF2-40B4-BE49-F238E27FC236}">
                  <a16:creationId xmlns:a16="http://schemas.microsoft.com/office/drawing/2014/main" id="{52FDC0D2-9A53-EB08-1E1D-62B77FEBAAE7}"/>
                </a:ext>
              </a:extLst>
            </p:cNvPr>
            <p:cNvGrpSpPr>
              <a:grpSpLocks/>
            </p:cNvGrpSpPr>
            <p:nvPr/>
          </p:nvGrpSpPr>
          <p:grpSpPr bwMode="auto">
            <a:xfrm>
              <a:off x="1795" y="2907"/>
              <a:ext cx="316" cy="252"/>
              <a:chOff x="2221" y="3571"/>
              <a:chExt cx="316" cy="252"/>
            </a:xfrm>
          </p:grpSpPr>
          <p:sp>
            <p:nvSpPr>
              <p:cNvPr id="545" name="Oval 312">
                <a:extLst>
                  <a:ext uri="{FF2B5EF4-FFF2-40B4-BE49-F238E27FC236}">
                    <a16:creationId xmlns:a16="http://schemas.microsoft.com/office/drawing/2014/main" id="{85C37C24-A9BB-342B-D8C1-2D6B99F6E3AD}"/>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46" name="Line 313">
                <a:extLst>
                  <a:ext uri="{FF2B5EF4-FFF2-40B4-BE49-F238E27FC236}">
                    <a16:creationId xmlns:a16="http://schemas.microsoft.com/office/drawing/2014/main" id="{7EBFE3A5-F7AF-255C-A894-849069C421DF}"/>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47" name="Line 314">
                <a:extLst>
                  <a:ext uri="{FF2B5EF4-FFF2-40B4-BE49-F238E27FC236}">
                    <a16:creationId xmlns:a16="http://schemas.microsoft.com/office/drawing/2014/main" id="{AEC626C9-CAD0-8D33-E8DB-29C0A21F615A}"/>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48" name="Rectangle 315">
                <a:extLst>
                  <a:ext uri="{FF2B5EF4-FFF2-40B4-BE49-F238E27FC236}">
                    <a16:creationId xmlns:a16="http://schemas.microsoft.com/office/drawing/2014/main" id="{402B8653-931B-0F3C-14B8-D9AD0A036FD1}"/>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549" name="Oval 316">
                <a:extLst>
                  <a:ext uri="{FF2B5EF4-FFF2-40B4-BE49-F238E27FC236}">
                    <a16:creationId xmlns:a16="http://schemas.microsoft.com/office/drawing/2014/main" id="{A12B3CD6-C012-7765-045C-65ADF794BC91}"/>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550" name="Group 317">
                <a:extLst>
                  <a:ext uri="{FF2B5EF4-FFF2-40B4-BE49-F238E27FC236}">
                    <a16:creationId xmlns:a16="http://schemas.microsoft.com/office/drawing/2014/main" id="{5861FB82-8449-82E9-BCB4-23528DAE5542}"/>
                  </a:ext>
                </a:extLst>
              </p:cNvPr>
              <p:cNvGrpSpPr>
                <a:grpSpLocks/>
              </p:cNvGrpSpPr>
              <p:nvPr/>
            </p:nvGrpSpPr>
            <p:grpSpPr bwMode="auto">
              <a:xfrm>
                <a:off x="2283" y="3571"/>
                <a:ext cx="206" cy="252"/>
                <a:chOff x="2954" y="2425"/>
                <a:chExt cx="209" cy="252"/>
              </a:xfrm>
            </p:grpSpPr>
            <p:sp>
              <p:nvSpPr>
                <p:cNvPr id="551" name="Rectangle 318">
                  <a:extLst>
                    <a:ext uri="{FF2B5EF4-FFF2-40B4-BE49-F238E27FC236}">
                      <a16:creationId xmlns:a16="http://schemas.microsoft.com/office/drawing/2014/main" id="{8716AD18-986B-47DE-6F8D-88F8ECAAEAB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52" name="Text Box 319">
                  <a:extLst>
                    <a:ext uri="{FF2B5EF4-FFF2-40B4-BE49-F238E27FC236}">
                      <a16:creationId xmlns:a16="http://schemas.microsoft.com/office/drawing/2014/main" id="{7CD4FFE6-CE3E-3238-0AFB-340D82D08A65}"/>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517" name="Group 320">
              <a:extLst>
                <a:ext uri="{FF2B5EF4-FFF2-40B4-BE49-F238E27FC236}">
                  <a16:creationId xmlns:a16="http://schemas.microsoft.com/office/drawing/2014/main" id="{0BF53143-1DC5-C6C1-F0FC-DA3D2EAAFA06}"/>
                </a:ext>
              </a:extLst>
            </p:cNvPr>
            <p:cNvGrpSpPr>
              <a:grpSpLocks/>
            </p:cNvGrpSpPr>
            <p:nvPr/>
          </p:nvGrpSpPr>
          <p:grpSpPr bwMode="auto">
            <a:xfrm>
              <a:off x="2195" y="3198"/>
              <a:ext cx="315" cy="252"/>
              <a:chOff x="2903" y="2884"/>
              <a:chExt cx="315" cy="252"/>
            </a:xfrm>
          </p:grpSpPr>
          <p:grpSp>
            <p:nvGrpSpPr>
              <p:cNvPr id="536" name="Group 321">
                <a:extLst>
                  <a:ext uri="{FF2B5EF4-FFF2-40B4-BE49-F238E27FC236}">
                    <a16:creationId xmlns:a16="http://schemas.microsoft.com/office/drawing/2014/main" id="{8B8002F4-EFD0-8E0F-3489-4ED2E05D578F}"/>
                  </a:ext>
                </a:extLst>
              </p:cNvPr>
              <p:cNvGrpSpPr>
                <a:grpSpLocks/>
              </p:cNvGrpSpPr>
              <p:nvPr/>
            </p:nvGrpSpPr>
            <p:grpSpPr bwMode="auto">
              <a:xfrm>
                <a:off x="2903" y="2938"/>
                <a:ext cx="315" cy="144"/>
                <a:chOff x="2903" y="2938"/>
                <a:chExt cx="315" cy="144"/>
              </a:xfrm>
            </p:grpSpPr>
            <p:sp>
              <p:nvSpPr>
                <p:cNvPr id="540" name="Oval 322">
                  <a:extLst>
                    <a:ext uri="{FF2B5EF4-FFF2-40B4-BE49-F238E27FC236}">
                      <a16:creationId xmlns:a16="http://schemas.microsoft.com/office/drawing/2014/main" id="{37901375-1D0E-B459-2285-16FFB58119DC}"/>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41" name="Line 323">
                  <a:extLst>
                    <a:ext uri="{FF2B5EF4-FFF2-40B4-BE49-F238E27FC236}">
                      <a16:creationId xmlns:a16="http://schemas.microsoft.com/office/drawing/2014/main" id="{891DAB61-5EB5-51AB-DB3E-16D58FA0BAAE}"/>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42" name="Line 324">
                  <a:extLst>
                    <a:ext uri="{FF2B5EF4-FFF2-40B4-BE49-F238E27FC236}">
                      <a16:creationId xmlns:a16="http://schemas.microsoft.com/office/drawing/2014/main" id="{08B12F75-2A1E-1B0D-C4B5-209C44AE15A2}"/>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43" name="Rectangle 325">
                  <a:extLst>
                    <a:ext uri="{FF2B5EF4-FFF2-40B4-BE49-F238E27FC236}">
                      <a16:creationId xmlns:a16="http://schemas.microsoft.com/office/drawing/2014/main" id="{E5A3370E-7315-3688-4FEA-EB413313A670}"/>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544" name="Oval 326">
                  <a:extLst>
                    <a:ext uri="{FF2B5EF4-FFF2-40B4-BE49-F238E27FC236}">
                      <a16:creationId xmlns:a16="http://schemas.microsoft.com/office/drawing/2014/main" id="{E2C7D9E2-6ED8-8E8C-35D6-C607FD3F6648}"/>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537" name="Group 327">
                <a:extLst>
                  <a:ext uri="{FF2B5EF4-FFF2-40B4-BE49-F238E27FC236}">
                    <a16:creationId xmlns:a16="http://schemas.microsoft.com/office/drawing/2014/main" id="{0A767CE9-FCB5-69CA-D67D-4C79B3E95BB6}"/>
                  </a:ext>
                </a:extLst>
              </p:cNvPr>
              <p:cNvGrpSpPr>
                <a:grpSpLocks/>
              </p:cNvGrpSpPr>
              <p:nvPr/>
            </p:nvGrpSpPr>
            <p:grpSpPr bwMode="auto">
              <a:xfrm>
                <a:off x="2963" y="2884"/>
                <a:ext cx="185" cy="252"/>
                <a:chOff x="2964" y="2425"/>
                <a:chExt cx="188" cy="252"/>
              </a:xfrm>
            </p:grpSpPr>
            <p:sp>
              <p:nvSpPr>
                <p:cNvPr id="538" name="Rectangle 328">
                  <a:extLst>
                    <a:ext uri="{FF2B5EF4-FFF2-40B4-BE49-F238E27FC236}">
                      <a16:creationId xmlns:a16="http://schemas.microsoft.com/office/drawing/2014/main" id="{41F8D447-09B0-64A2-D310-85B63419BC2B}"/>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39" name="Text Box 329">
                  <a:extLst>
                    <a:ext uri="{FF2B5EF4-FFF2-40B4-BE49-F238E27FC236}">
                      <a16:creationId xmlns:a16="http://schemas.microsoft.com/office/drawing/2014/main" id="{3BA4933A-D023-3188-396D-22202B643C28}"/>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518" name="Group 330">
              <a:extLst>
                <a:ext uri="{FF2B5EF4-FFF2-40B4-BE49-F238E27FC236}">
                  <a16:creationId xmlns:a16="http://schemas.microsoft.com/office/drawing/2014/main" id="{CD0E2BD1-0620-CFB1-DEC6-16AB523F76AC}"/>
                </a:ext>
              </a:extLst>
            </p:cNvPr>
            <p:cNvGrpSpPr>
              <a:grpSpLocks/>
            </p:cNvGrpSpPr>
            <p:nvPr/>
          </p:nvGrpSpPr>
          <p:grpSpPr bwMode="auto">
            <a:xfrm>
              <a:off x="2607" y="2916"/>
              <a:ext cx="316" cy="252"/>
              <a:chOff x="2217" y="2884"/>
              <a:chExt cx="316" cy="252"/>
            </a:xfrm>
          </p:grpSpPr>
          <p:sp>
            <p:nvSpPr>
              <p:cNvPr id="528" name="Oval 331">
                <a:extLst>
                  <a:ext uri="{FF2B5EF4-FFF2-40B4-BE49-F238E27FC236}">
                    <a16:creationId xmlns:a16="http://schemas.microsoft.com/office/drawing/2014/main" id="{15EBC5BA-5CCD-0363-9247-DDE6A2ECED25}"/>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9" name="Line 332">
                <a:extLst>
                  <a:ext uri="{FF2B5EF4-FFF2-40B4-BE49-F238E27FC236}">
                    <a16:creationId xmlns:a16="http://schemas.microsoft.com/office/drawing/2014/main" id="{BA14A2B4-D8C4-BA41-49C3-552538C54648}"/>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30" name="Line 333">
                <a:extLst>
                  <a:ext uri="{FF2B5EF4-FFF2-40B4-BE49-F238E27FC236}">
                    <a16:creationId xmlns:a16="http://schemas.microsoft.com/office/drawing/2014/main" id="{7C6231E2-60DC-0437-28BE-0F1108BED94C}"/>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31" name="Rectangle 334">
                <a:extLst>
                  <a:ext uri="{FF2B5EF4-FFF2-40B4-BE49-F238E27FC236}">
                    <a16:creationId xmlns:a16="http://schemas.microsoft.com/office/drawing/2014/main" id="{045FCBA5-6389-7282-97FA-351B8D148D07}"/>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532" name="Oval 335">
                <a:extLst>
                  <a:ext uri="{FF2B5EF4-FFF2-40B4-BE49-F238E27FC236}">
                    <a16:creationId xmlns:a16="http://schemas.microsoft.com/office/drawing/2014/main" id="{B8E5D43F-8D8F-D7CD-3EFA-523C09429EF1}"/>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533" name="Group 336">
                <a:extLst>
                  <a:ext uri="{FF2B5EF4-FFF2-40B4-BE49-F238E27FC236}">
                    <a16:creationId xmlns:a16="http://schemas.microsoft.com/office/drawing/2014/main" id="{35518C2E-C0D7-CED6-D657-D60E631C101C}"/>
                  </a:ext>
                </a:extLst>
              </p:cNvPr>
              <p:cNvGrpSpPr>
                <a:grpSpLocks/>
              </p:cNvGrpSpPr>
              <p:nvPr/>
            </p:nvGrpSpPr>
            <p:grpSpPr bwMode="auto">
              <a:xfrm>
                <a:off x="2276" y="2884"/>
                <a:ext cx="206" cy="252"/>
                <a:chOff x="2954" y="2425"/>
                <a:chExt cx="209" cy="252"/>
              </a:xfrm>
            </p:grpSpPr>
            <p:sp>
              <p:nvSpPr>
                <p:cNvPr id="534" name="Rectangle 337">
                  <a:extLst>
                    <a:ext uri="{FF2B5EF4-FFF2-40B4-BE49-F238E27FC236}">
                      <a16:creationId xmlns:a16="http://schemas.microsoft.com/office/drawing/2014/main" id="{B2273331-1A44-C514-0608-52DAFE5A516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35" name="Text Box 338">
                  <a:extLst>
                    <a:ext uri="{FF2B5EF4-FFF2-40B4-BE49-F238E27FC236}">
                      <a16:creationId xmlns:a16="http://schemas.microsoft.com/office/drawing/2014/main" id="{B5B7967B-0852-2211-BAC9-FBA960F65F94}"/>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519" name="Freeform 339">
              <a:extLst>
                <a:ext uri="{FF2B5EF4-FFF2-40B4-BE49-F238E27FC236}">
                  <a16:creationId xmlns:a16="http://schemas.microsoft.com/office/drawing/2014/main" id="{B3208300-1736-1F63-BA96-E76F72C6112D}"/>
                </a:ext>
              </a:extLst>
            </p:cNvPr>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0" name="Freeform 340">
              <a:extLst>
                <a:ext uri="{FF2B5EF4-FFF2-40B4-BE49-F238E27FC236}">
                  <a16:creationId xmlns:a16="http://schemas.microsoft.com/office/drawing/2014/main" id="{C3F44112-F3CD-D367-6F06-1773352C0D98}"/>
                </a:ext>
              </a:extLst>
            </p:cNvPr>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1" name="Freeform 341">
              <a:extLst>
                <a:ext uri="{FF2B5EF4-FFF2-40B4-BE49-F238E27FC236}">
                  <a16:creationId xmlns:a16="http://schemas.microsoft.com/office/drawing/2014/main" id="{BAAF695C-A93E-8B64-3E24-187E283E45E6}"/>
                </a:ext>
              </a:extLst>
            </p:cNvPr>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2" name="Freeform 342">
              <a:extLst>
                <a:ext uri="{FF2B5EF4-FFF2-40B4-BE49-F238E27FC236}">
                  <a16:creationId xmlns:a16="http://schemas.microsoft.com/office/drawing/2014/main" id="{134358DF-0E94-0F42-5239-95DF9DB773B4}"/>
                </a:ext>
              </a:extLst>
            </p:cNvPr>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3" name="Freeform 343">
              <a:extLst>
                <a:ext uri="{FF2B5EF4-FFF2-40B4-BE49-F238E27FC236}">
                  <a16:creationId xmlns:a16="http://schemas.microsoft.com/office/drawing/2014/main" id="{27A80F9B-916B-B42C-56CB-633E5AB02C41}"/>
                </a:ext>
              </a:extLst>
            </p:cNvPr>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4" name="Text Box 344">
              <a:extLst>
                <a:ext uri="{FF2B5EF4-FFF2-40B4-BE49-F238E27FC236}">
                  <a16:creationId xmlns:a16="http://schemas.microsoft.com/office/drawing/2014/main" id="{7F2CF2A0-5D4A-1D21-EE89-45A8E54CC5AC}"/>
                </a:ext>
              </a:extLst>
            </p:cNvPr>
            <p:cNvSpPr txBox="1">
              <a:spLocks noChangeArrowheads="1"/>
            </p:cNvSpPr>
            <p:nvPr/>
          </p:nvSpPr>
          <p:spPr bwMode="auto">
            <a:xfrm>
              <a:off x="1568" y="3690"/>
              <a:ext cx="1587" cy="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1" eaLnBrk="0" fontAlgn="base" latinLnBrk="0" hangingPunct="0">
                <a:lnSpc>
                  <a:spcPct val="13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rPr>
                <a:t>با داشتن این هزینه‌ها،</a:t>
              </a:r>
            </a:p>
            <a:p>
              <a:pPr marL="0" marR="0" lvl="0" indent="0" algn="ctr" defTabSz="914400" rtl="1" eaLnBrk="0" fontAlgn="base" latinLnBrk="0" hangingPunct="0">
                <a:lnSpc>
                  <a:spcPct val="13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rPr>
                <a:t>پیدا کردن مسیر جدید ...</a:t>
              </a:r>
            </a:p>
            <a:p>
              <a:pPr marL="0" marR="0" lvl="0" indent="0" algn="ctr" defTabSz="914400" rtl="1" eaLnBrk="0" fontAlgn="base" latinLnBrk="0" hangingPunct="0">
                <a:lnSpc>
                  <a:spcPct val="130000"/>
                </a:lnSpc>
                <a:spcBef>
                  <a:spcPct val="0"/>
                </a:spcBef>
                <a:spcAft>
                  <a:spcPct val="0"/>
                </a:spcAft>
                <a:buClrTx/>
                <a:buSzTx/>
                <a:buFontTx/>
                <a:buNone/>
                <a:tabLst/>
                <a:defRPr/>
              </a:pPr>
              <a:r>
                <a:rPr lang="fa-IR" sz="1400" b="1" kern="0" dirty="0">
                  <a:solidFill>
                    <a:srgbClr val="000099"/>
                  </a:solidFill>
                  <a:latin typeface="IRANSans(FaNum)" panose="02040503050201020203" pitchFamily="18" charset="-78"/>
                  <a:cs typeface="IRANSans(FaNum)" panose="02040503050201020203" pitchFamily="18" charset="-78"/>
                </a:rPr>
                <a:t>هزینه‌های جدید را نتیجه می‌دهد.</a:t>
              </a:r>
              <a:endParaRPr kumimoji="0" lang="en-US"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endParaRPr>
            </a:p>
          </p:txBody>
        </p:sp>
        <p:sp>
          <p:nvSpPr>
            <p:cNvPr id="525" name="Line 345">
              <a:extLst>
                <a:ext uri="{FF2B5EF4-FFF2-40B4-BE49-F238E27FC236}">
                  <a16:creationId xmlns:a16="http://schemas.microsoft.com/office/drawing/2014/main" id="{216E304E-5213-1DCD-F4D3-610C1020BDE0}"/>
                </a:ext>
              </a:extLst>
            </p:cNvPr>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6" name="Line 346">
              <a:extLst>
                <a:ext uri="{FF2B5EF4-FFF2-40B4-BE49-F238E27FC236}">
                  <a16:creationId xmlns:a16="http://schemas.microsoft.com/office/drawing/2014/main" id="{A70BD5FC-E943-1876-1B5A-962F4202010C}"/>
                </a:ext>
              </a:extLst>
            </p:cNvPr>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27" name="Line 347">
              <a:extLst>
                <a:ext uri="{FF2B5EF4-FFF2-40B4-BE49-F238E27FC236}">
                  <a16:creationId xmlns:a16="http://schemas.microsoft.com/office/drawing/2014/main" id="{ED2240E4-8782-8E08-C71A-010E47627436}"/>
                </a:ext>
              </a:extLst>
            </p:cNvPr>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sp>
        <p:nvSpPr>
          <p:cNvPr id="561" name="Freeform 228">
            <a:extLst>
              <a:ext uri="{FF2B5EF4-FFF2-40B4-BE49-F238E27FC236}">
                <a16:creationId xmlns:a16="http://schemas.microsoft.com/office/drawing/2014/main" id="{D36B57E2-9120-F8C7-37B2-C224BE187444}"/>
              </a:ext>
            </a:extLst>
          </p:cNvPr>
          <p:cNvSpPr>
            <a:spLocks/>
          </p:cNvSpPr>
          <p:nvPr/>
        </p:nvSpPr>
        <p:spPr bwMode="auto">
          <a:xfrm>
            <a:off x="6926580" y="3686461"/>
            <a:ext cx="1181100" cy="952500"/>
          </a:xfrm>
          <a:custGeom>
            <a:avLst/>
            <a:gdLst>
              <a:gd name="T0" fmla="*/ 0 w 744"/>
              <a:gd name="T1" fmla="*/ 2147483647 h 600"/>
              <a:gd name="T2" fmla="*/ 2147483647 w 744"/>
              <a:gd name="T3" fmla="*/ 2147483647 h 600"/>
              <a:gd name="T4" fmla="*/ 2147483647 w 744"/>
              <a:gd name="T5" fmla="*/ 2147483647 h 600"/>
              <a:gd name="T6" fmla="*/ 2147483647 w 744"/>
              <a:gd name="T7" fmla="*/ 2147483647 h 600"/>
              <a:gd name="T8" fmla="*/ 2147483647 w 744"/>
              <a:gd name="T9" fmla="*/ 0 h 600"/>
              <a:gd name="T10" fmla="*/ 0 60000 65536"/>
              <a:gd name="T11" fmla="*/ 0 60000 65536"/>
              <a:gd name="T12" fmla="*/ 0 60000 65536"/>
              <a:gd name="T13" fmla="*/ 0 60000 65536"/>
              <a:gd name="T14" fmla="*/ 0 60000 65536"/>
              <a:gd name="T15" fmla="*/ 0 w 744"/>
              <a:gd name="T16" fmla="*/ 0 h 600"/>
              <a:gd name="T17" fmla="*/ 744 w 744"/>
              <a:gd name="T18" fmla="*/ 600 h 600"/>
            </a:gdLst>
            <a:ahLst/>
            <a:cxnLst>
              <a:cxn ang="T10">
                <a:pos x="T0" y="T1"/>
              </a:cxn>
              <a:cxn ang="T11">
                <a:pos x="T2" y="T3"/>
              </a:cxn>
              <a:cxn ang="T12">
                <a:pos x="T4" y="T5"/>
              </a:cxn>
              <a:cxn ang="T13">
                <a:pos x="T6" y="T7"/>
              </a:cxn>
              <a:cxn ang="T14">
                <a:pos x="T8" y="T9"/>
              </a:cxn>
            </a:cxnLst>
            <a:rect l="T15" t="T16" r="T17" b="T18"/>
            <a:pathLst>
              <a:path w="744" h="600">
                <a:moveTo>
                  <a:pt x="0" y="294"/>
                </a:moveTo>
                <a:lnTo>
                  <a:pt x="387" y="600"/>
                </a:lnTo>
                <a:lnTo>
                  <a:pt x="744" y="304"/>
                </a:lnTo>
                <a:lnTo>
                  <a:pt x="429" y="66"/>
                </a:lnTo>
                <a:lnTo>
                  <a:pt x="354" y="0"/>
                </a:lnTo>
              </a:path>
            </a:pathLst>
          </a:custGeom>
          <a:noFill/>
          <a:ln w="57150" cap="flat" cmpd="sng">
            <a:solidFill>
              <a:srgbClr val="CC0000"/>
            </a:solidFill>
            <a:prstDash val="solid"/>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62" name="Group 348">
            <a:extLst>
              <a:ext uri="{FF2B5EF4-FFF2-40B4-BE49-F238E27FC236}">
                <a16:creationId xmlns:a16="http://schemas.microsoft.com/office/drawing/2014/main" id="{F35EBFE3-1A36-490E-21D1-6BECF83DF29B}"/>
              </a:ext>
            </a:extLst>
          </p:cNvPr>
          <p:cNvGrpSpPr>
            <a:grpSpLocks/>
          </p:cNvGrpSpPr>
          <p:nvPr/>
        </p:nvGrpSpPr>
        <p:grpSpPr bwMode="auto">
          <a:xfrm>
            <a:off x="6844030" y="3764248"/>
            <a:ext cx="1493838" cy="990600"/>
            <a:chOff x="-186" y="1184"/>
            <a:chExt cx="941" cy="624"/>
          </a:xfrm>
        </p:grpSpPr>
        <p:sp>
          <p:nvSpPr>
            <p:cNvPr id="563" name="Text Box 270">
              <a:extLst>
                <a:ext uri="{FF2B5EF4-FFF2-40B4-BE49-F238E27FC236}">
                  <a16:creationId xmlns:a16="http://schemas.microsoft.com/office/drawing/2014/main" id="{4792C29B-F211-152D-27CD-64852311424C}"/>
                </a:ext>
              </a:extLst>
            </p:cNvPr>
            <p:cNvSpPr txBox="1">
              <a:spLocks noChangeArrowheads="1"/>
            </p:cNvSpPr>
            <p:nvPr/>
          </p:nvSpPr>
          <p:spPr bwMode="auto">
            <a:xfrm>
              <a:off x="-186" y="1199"/>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564" name="Text Box 274">
              <a:extLst>
                <a:ext uri="{FF2B5EF4-FFF2-40B4-BE49-F238E27FC236}">
                  <a16:creationId xmlns:a16="http://schemas.microsoft.com/office/drawing/2014/main" id="{214EBDCA-BE10-D8B0-9485-5E5713374828}"/>
                </a:ext>
              </a:extLst>
            </p:cNvPr>
            <p:cNvSpPr txBox="1">
              <a:spLocks noChangeArrowheads="1"/>
            </p:cNvSpPr>
            <p:nvPr/>
          </p:nvSpPr>
          <p:spPr bwMode="auto">
            <a:xfrm>
              <a:off x="450" y="1184"/>
              <a:ext cx="305"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2+e</a:t>
              </a:r>
            </a:p>
          </p:txBody>
        </p:sp>
        <p:sp>
          <p:nvSpPr>
            <p:cNvPr id="565" name="Text Box 275">
              <a:extLst>
                <a:ext uri="{FF2B5EF4-FFF2-40B4-BE49-F238E27FC236}">
                  <a16:creationId xmlns:a16="http://schemas.microsoft.com/office/drawing/2014/main" id="{AAA9D281-D7EC-66EE-9879-189C661E5D37}"/>
                </a:ext>
              </a:extLst>
            </p:cNvPr>
            <p:cNvSpPr txBox="1">
              <a:spLocks noChangeArrowheads="1"/>
            </p:cNvSpPr>
            <p:nvPr/>
          </p:nvSpPr>
          <p:spPr bwMode="auto">
            <a:xfrm>
              <a:off x="340" y="1616"/>
              <a:ext cx="305"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1+e</a:t>
              </a:r>
            </a:p>
          </p:txBody>
        </p:sp>
        <p:sp>
          <p:nvSpPr>
            <p:cNvPr id="566" name="Text Box 276">
              <a:extLst>
                <a:ext uri="{FF2B5EF4-FFF2-40B4-BE49-F238E27FC236}">
                  <a16:creationId xmlns:a16="http://schemas.microsoft.com/office/drawing/2014/main" id="{0AB108A3-DE91-1722-3DB1-4F946E063BA2}"/>
                </a:ext>
              </a:extLst>
            </p:cNvPr>
            <p:cNvSpPr txBox="1">
              <a:spLocks noChangeArrowheads="1"/>
            </p:cNvSpPr>
            <p:nvPr/>
          </p:nvSpPr>
          <p:spPr bwMode="auto">
            <a:xfrm>
              <a:off x="-132" y="1580"/>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567" name="Text Box 279">
              <a:extLst>
                <a:ext uri="{FF2B5EF4-FFF2-40B4-BE49-F238E27FC236}">
                  <a16:creationId xmlns:a16="http://schemas.microsoft.com/office/drawing/2014/main" id="{80E4E6F1-AB8A-C430-6973-3A867BF975B8}"/>
                </a:ext>
              </a:extLst>
            </p:cNvPr>
            <p:cNvSpPr txBox="1">
              <a:spLocks noChangeArrowheads="1"/>
            </p:cNvSpPr>
            <p:nvPr/>
          </p:nvSpPr>
          <p:spPr bwMode="auto">
            <a:xfrm>
              <a:off x="79" y="1436"/>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568" name="Text Box 280">
              <a:extLst>
                <a:ext uri="{FF2B5EF4-FFF2-40B4-BE49-F238E27FC236}">
                  <a16:creationId xmlns:a16="http://schemas.microsoft.com/office/drawing/2014/main" id="{06055317-5F2E-AF10-96EE-52EBB7EB0569}"/>
                </a:ext>
              </a:extLst>
            </p:cNvPr>
            <p:cNvSpPr txBox="1">
              <a:spLocks noChangeArrowheads="1"/>
            </p:cNvSpPr>
            <p:nvPr/>
          </p:nvSpPr>
          <p:spPr bwMode="auto">
            <a:xfrm>
              <a:off x="261" y="1430"/>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grpSp>
      <p:grpSp>
        <p:nvGrpSpPr>
          <p:cNvPr id="569" name="Group 349">
            <a:extLst>
              <a:ext uri="{FF2B5EF4-FFF2-40B4-BE49-F238E27FC236}">
                <a16:creationId xmlns:a16="http://schemas.microsoft.com/office/drawing/2014/main" id="{2BC87DD5-B605-1315-F22A-049A0EA4679A}"/>
              </a:ext>
            </a:extLst>
          </p:cNvPr>
          <p:cNvGrpSpPr>
            <a:grpSpLocks/>
          </p:cNvGrpSpPr>
          <p:nvPr/>
        </p:nvGrpSpPr>
        <p:grpSpPr bwMode="auto">
          <a:xfrm>
            <a:off x="9389431" y="3600738"/>
            <a:ext cx="2519361" cy="2613025"/>
            <a:chOff x="1565" y="2639"/>
            <a:chExt cx="1587" cy="1646"/>
          </a:xfrm>
        </p:grpSpPr>
        <p:sp>
          <p:nvSpPr>
            <p:cNvPr id="570" name="Freeform 350">
              <a:extLst>
                <a:ext uri="{FF2B5EF4-FFF2-40B4-BE49-F238E27FC236}">
                  <a16:creationId xmlns:a16="http://schemas.microsoft.com/office/drawing/2014/main" id="{5C028811-1282-3063-D880-91B21C533BEC}"/>
                </a:ext>
              </a:extLst>
            </p:cNvPr>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71" name="Freeform 351">
              <a:extLst>
                <a:ext uri="{FF2B5EF4-FFF2-40B4-BE49-F238E27FC236}">
                  <a16:creationId xmlns:a16="http://schemas.microsoft.com/office/drawing/2014/main" id="{F2A5F525-31F8-D350-36BC-0814D0A66039}"/>
                </a:ext>
              </a:extLst>
            </p:cNvPr>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572" name="Group 352">
              <a:extLst>
                <a:ext uri="{FF2B5EF4-FFF2-40B4-BE49-F238E27FC236}">
                  <a16:creationId xmlns:a16="http://schemas.microsoft.com/office/drawing/2014/main" id="{A60CCDD6-195B-493D-E8DD-D2D2384C7194}"/>
                </a:ext>
              </a:extLst>
            </p:cNvPr>
            <p:cNvGrpSpPr>
              <a:grpSpLocks/>
            </p:cNvGrpSpPr>
            <p:nvPr/>
          </p:nvGrpSpPr>
          <p:grpSpPr bwMode="auto">
            <a:xfrm>
              <a:off x="2203" y="2652"/>
              <a:ext cx="316" cy="252"/>
              <a:chOff x="1747" y="3190"/>
              <a:chExt cx="316" cy="252"/>
            </a:xfrm>
          </p:grpSpPr>
          <p:sp>
            <p:nvSpPr>
              <p:cNvPr id="610" name="Oval 353">
                <a:extLst>
                  <a:ext uri="{FF2B5EF4-FFF2-40B4-BE49-F238E27FC236}">
                    <a16:creationId xmlns:a16="http://schemas.microsoft.com/office/drawing/2014/main" id="{5E520ACB-BDE1-34F3-7B8A-238DF14EF7C4}"/>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11" name="Line 354">
                <a:extLst>
                  <a:ext uri="{FF2B5EF4-FFF2-40B4-BE49-F238E27FC236}">
                    <a16:creationId xmlns:a16="http://schemas.microsoft.com/office/drawing/2014/main" id="{555C7319-ED91-6A19-55A3-05F869B046B3}"/>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12" name="Line 355">
                <a:extLst>
                  <a:ext uri="{FF2B5EF4-FFF2-40B4-BE49-F238E27FC236}">
                    <a16:creationId xmlns:a16="http://schemas.microsoft.com/office/drawing/2014/main" id="{68F9C4CD-BD0D-3C7B-6725-68DECA735337}"/>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13" name="Rectangle 356">
                <a:extLst>
                  <a:ext uri="{FF2B5EF4-FFF2-40B4-BE49-F238E27FC236}">
                    <a16:creationId xmlns:a16="http://schemas.microsoft.com/office/drawing/2014/main" id="{4486DD06-E91F-EB0B-FEEA-08C394BEE96E}"/>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614" name="Oval 357">
                <a:extLst>
                  <a:ext uri="{FF2B5EF4-FFF2-40B4-BE49-F238E27FC236}">
                    <a16:creationId xmlns:a16="http://schemas.microsoft.com/office/drawing/2014/main" id="{9BA97005-F75F-3C1B-35BF-D53B666101FC}"/>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615" name="Group 358">
                <a:extLst>
                  <a:ext uri="{FF2B5EF4-FFF2-40B4-BE49-F238E27FC236}">
                    <a16:creationId xmlns:a16="http://schemas.microsoft.com/office/drawing/2014/main" id="{9DDD7475-3315-5237-C609-7FD33DE95882}"/>
                  </a:ext>
                </a:extLst>
              </p:cNvPr>
              <p:cNvGrpSpPr>
                <a:grpSpLocks/>
              </p:cNvGrpSpPr>
              <p:nvPr/>
            </p:nvGrpSpPr>
            <p:grpSpPr bwMode="auto">
              <a:xfrm>
                <a:off x="1799" y="3190"/>
                <a:ext cx="194" cy="252"/>
                <a:chOff x="2960" y="2425"/>
                <a:chExt cx="197" cy="252"/>
              </a:xfrm>
            </p:grpSpPr>
            <p:sp>
              <p:nvSpPr>
                <p:cNvPr id="616" name="Rectangle 359">
                  <a:extLst>
                    <a:ext uri="{FF2B5EF4-FFF2-40B4-BE49-F238E27FC236}">
                      <a16:creationId xmlns:a16="http://schemas.microsoft.com/office/drawing/2014/main" id="{72AF5CA0-3735-45B2-FD6E-11C2C79F22D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17" name="Text Box 360">
                  <a:extLst>
                    <a:ext uri="{FF2B5EF4-FFF2-40B4-BE49-F238E27FC236}">
                      <a16:creationId xmlns:a16="http://schemas.microsoft.com/office/drawing/2014/main" id="{0860B35D-E8D6-4889-7F82-5CD138FAC7C4}"/>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573" name="Group 361">
              <a:extLst>
                <a:ext uri="{FF2B5EF4-FFF2-40B4-BE49-F238E27FC236}">
                  <a16:creationId xmlns:a16="http://schemas.microsoft.com/office/drawing/2014/main" id="{A8EF2DC5-AF5A-7B5D-E088-D2D6A721323B}"/>
                </a:ext>
              </a:extLst>
            </p:cNvPr>
            <p:cNvGrpSpPr>
              <a:grpSpLocks/>
            </p:cNvGrpSpPr>
            <p:nvPr/>
          </p:nvGrpSpPr>
          <p:grpSpPr bwMode="auto">
            <a:xfrm>
              <a:off x="1795" y="2907"/>
              <a:ext cx="316" cy="252"/>
              <a:chOff x="2221" y="3571"/>
              <a:chExt cx="316" cy="252"/>
            </a:xfrm>
          </p:grpSpPr>
          <p:sp>
            <p:nvSpPr>
              <p:cNvPr id="602" name="Oval 362">
                <a:extLst>
                  <a:ext uri="{FF2B5EF4-FFF2-40B4-BE49-F238E27FC236}">
                    <a16:creationId xmlns:a16="http://schemas.microsoft.com/office/drawing/2014/main" id="{177F7C11-E61F-D208-BA76-1DC1932BF9DA}"/>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03" name="Line 363">
                <a:extLst>
                  <a:ext uri="{FF2B5EF4-FFF2-40B4-BE49-F238E27FC236}">
                    <a16:creationId xmlns:a16="http://schemas.microsoft.com/office/drawing/2014/main" id="{114A0B45-C191-2E5D-E7DE-6FDE80B8BE49}"/>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04" name="Line 364">
                <a:extLst>
                  <a:ext uri="{FF2B5EF4-FFF2-40B4-BE49-F238E27FC236}">
                    <a16:creationId xmlns:a16="http://schemas.microsoft.com/office/drawing/2014/main" id="{B2D54C90-EC74-CF00-D60D-4E1B175D600D}"/>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05" name="Rectangle 365">
                <a:extLst>
                  <a:ext uri="{FF2B5EF4-FFF2-40B4-BE49-F238E27FC236}">
                    <a16:creationId xmlns:a16="http://schemas.microsoft.com/office/drawing/2014/main" id="{83AF175B-B2C1-1BD9-7737-D64F3CFD1450}"/>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606" name="Oval 366">
                <a:extLst>
                  <a:ext uri="{FF2B5EF4-FFF2-40B4-BE49-F238E27FC236}">
                    <a16:creationId xmlns:a16="http://schemas.microsoft.com/office/drawing/2014/main" id="{567D6D6F-03AD-3837-4685-6990FC355616}"/>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607" name="Group 367">
                <a:extLst>
                  <a:ext uri="{FF2B5EF4-FFF2-40B4-BE49-F238E27FC236}">
                    <a16:creationId xmlns:a16="http://schemas.microsoft.com/office/drawing/2014/main" id="{7602A0D8-C3F1-66B9-06CE-206CD6AE4181}"/>
                  </a:ext>
                </a:extLst>
              </p:cNvPr>
              <p:cNvGrpSpPr>
                <a:grpSpLocks/>
              </p:cNvGrpSpPr>
              <p:nvPr/>
            </p:nvGrpSpPr>
            <p:grpSpPr bwMode="auto">
              <a:xfrm>
                <a:off x="2283" y="3571"/>
                <a:ext cx="206" cy="252"/>
                <a:chOff x="2954" y="2425"/>
                <a:chExt cx="209" cy="252"/>
              </a:xfrm>
            </p:grpSpPr>
            <p:sp>
              <p:nvSpPr>
                <p:cNvPr id="608" name="Rectangle 368">
                  <a:extLst>
                    <a:ext uri="{FF2B5EF4-FFF2-40B4-BE49-F238E27FC236}">
                      <a16:creationId xmlns:a16="http://schemas.microsoft.com/office/drawing/2014/main" id="{FED9F156-2942-E1EE-2C4C-11FBBAB77CA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09" name="Text Box 369">
                  <a:extLst>
                    <a:ext uri="{FF2B5EF4-FFF2-40B4-BE49-F238E27FC236}">
                      <a16:creationId xmlns:a16="http://schemas.microsoft.com/office/drawing/2014/main" id="{9A4DEDDD-63E6-10FB-16E9-49F869119934}"/>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574" name="Group 370">
              <a:extLst>
                <a:ext uri="{FF2B5EF4-FFF2-40B4-BE49-F238E27FC236}">
                  <a16:creationId xmlns:a16="http://schemas.microsoft.com/office/drawing/2014/main" id="{B760363A-0498-A45B-9DEC-37EE40EE99F2}"/>
                </a:ext>
              </a:extLst>
            </p:cNvPr>
            <p:cNvGrpSpPr>
              <a:grpSpLocks/>
            </p:cNvGrpSpPr>
            <p:nvPr/>
          </p:nvGrpSpPr>
          <p:grpSpPr bwMode="auto">
            <a:xfrm>
              <a:off x="2195" y="3198"/>
              <a:ext cx="315" cy="252"/>
              <a:chOff x="2903" y="2884"/>
              <a:chExt cx="315" cy="252"/>
            </a:xfrm>
          </p:grpSpPr>
          <p:grpSp>
            <p:nvGrpSpPr>
              <p:cNvPr id="593" name="Group 371">
                <a:extLst>
                  <a:ext uri="{FF2B5EF4-FFF2-40B4-BE49-F238E27FC236}">
                    <a16:creationId xmlns:a16="http://schemas.microsoft.com/office/drawing/2014/main" id="{DC33AF97-B488-52AA-A670-003C7FD2702C}"/>
                  </a:ext>
                </a:extLst>
              </p:cNvPr>
              <p:cNvGrpSpPr>
                <a:grpSpLocks/>
              </p:cNvGrpSpPr>
              <p:nvPr/>
            </p:nvGrpSpPr>
            <p:grpSpPr bwMode="auto">
              <a:xfrm>
                <a:off x="2903" y="2938"/>
                <a:ext cx="315" cy="144"/>
                <a:chOff x="2903" y="2938"/>
                <a:chExt cx="315" cy="144"/>
              </a:xfrm>
            </p:grpSpPr>
            <p:sp>
              <p:nvSpPr>
                <p:cNvPr id="597" name="Oval 372">
                  <a:extLst>
                    <a:ext uri="{FF2B5EF4-FFF2-40B4-BE49-F238E27FC236}">
                      <a16:creationId xmlns:a16="http://schemas.microsoft.com/office/drawing/2014/main" id="{8C2A6E51-C1CB-C91F-CA6D-A19AF6B4B6CC}"/>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98" name="Line 373">
                  <a:extLst>
                    <a:ext uri="{FF2B5EF4-FFF2-40B4-BE49-F238E27FC236}">
                      <a16:creationId xmlns:a16="http://schemas.microsoft.com/office/drawing/2014/main" id="{C773A537-E7BB-D355-1419-7C7979F47002}"/>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99" name="Line 374">
                  <a:extLst>
                    <a:ext uri="{FF2B5EF4-FFF2-40B4-BE49-F238E27FC236}">
                      <a16:creationId xmlns:a16="http://schemas.microsoft.com/office/drawing/2014/main" id="{A5773B86-BDE5-53FE-74F0-E0DB207B6246}"/>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00" name="Rectangle 375">
                  <a:extLst>
                    <a:ext uri="{FF2B5EF4-FFF2-40B4-BE49-F238E27FC236}">
                      <a16:creationId xmlns:a16="http://schemas.microsoft.com/office/drawing/2014/main" id="{3F7BF666-89CA-2AE4-5D17-7C3E5B2FEE40}"/>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601" name="Oval 376">
                  <a:extLst>
                    <a:ext uri="{FF2B5EF4-FFF2-40B4-BE49-F238E27FC236}">
                      <a16:creationId xmlns:a16="http://schemas.microsoft.com/office/drawing/2014/main" id="{C3F8FBC7-A1DF-C0B6-F06A-BEB0E3BB5976}"/>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594" name="Group 377">
                <a:extLst>
                  <a:ext uri="{FF2B5EF4-FFF2-40B4-BE49-F238E27FC236}">
                    <a16:creationId xmlns:a16="http://schemas.microsoft.com/office/drawing/2014/main" id="{04876657-3238-E309-B065-CCA2F3D39B04}"/>
                  </a:ext>
                </a:extLst>
              </p:cNvPr>
              <p:cNvGrpSpPr>
                <a:grpSpLocks/>
              </p:cNvGrpSpPr>
              <p:nvPr/>
            </p:nvGrpSpPr>
            <p:grpSpPr bwMode="auto">
              <a:xfrm>
                <a:off x="2963" y="2884"/>
                <a:ext cx="185" cy="252"/>
                <a:chOff x="2964" y="2425"/>
                <a:chExt cx="188" cy="252"/>
              </a:xfrm>
            </p:grpSpPr>
            <p:sp>
              <p:nvSpPr>
                <p:cNvPr id="595" name="Rectangle 378">
                  <a:extLst>
                    <a:ext uri="{FF2B5EF4-FFF2-40B4-BE49-F238E27FC236}">
                      <a16:creationId xmlns:a16="http://schemas.microsoft.com/office/drawing/2014/main" id="{77998842-85E5-1F87-4548-ABF7635E72D5}"/>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96" name="Text Box 379">
                  <a:extLst>
                    <a:ext uri="{FF2B5EF4-FFF2-40B4-BE49-F238E27FC236}">
                      <a16:creationId xmlns:a16="http://schemas.microsoft.com/office/drawing/2014/main" id="{0349962A-1828-8B5F-59AA-87CC2878D9CD}"/>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575" name="Group 380">
              <a:extLst>
                <a:ext uri="{FF2B5EF4-FFF2-40B4-BE49-F238E27FC236}">
                  <a16:creationId xmlns:a16="http://schemas.microsoft.com/office/drawing/2014/main" id="{986869CA-7916-2F20-32E0-0663863711E2}"/>
                </a:ext>
              </a:extLst>
            </p:cNvPr>
            <p:cNvGrpSpPr>
              <a:grpSpLocks/>
            </p:cNvGrpSpPr>
            <p:nvPr/>
          </p:nvGrpSpPr>
          <p:grpSpPr bwMode="auto">
            <a:xfrm>
              <a:off x="2607" y="2916"/>
              <a:ext cx="316" cy="252"/>
              <a:chOff x="2217" y="2884"/>
              <a:chExt cx="316" cy="252"/>
            </a:xfrm>
          </p:grpSpPr>
          <p:sp>
            <p:nvSpPr>
              <p:cNvPr id="585" name="Oval 381">
                <a:extLst>
                  <a:ext uri="{FF2B5EF4-FFF2-40B4-BE49-F238E27FC236}">
                    <a16:creationId xmlns:a16="http://schemas.microsoft.com/office/drawing/2014/main" id="{BB0A3B8C-0A2F-E4D4-B566-4B89FAF30F25}"/>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86" name="Line 382">
                <a:extLst>
                  <a:ext uri="{FF2B5EF4-FFF2-40B4-BE49-F238E27FC236}">
                    <a16:creationId xmlns:a16="http://schemas.microsoft.com/office/drawing/2014/main" id="{01DBB2DC-E260-6A72-E8B6-95830B5A315A}"/>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87" name="Line 383">
                <a:extLst>
                  <a:ext uri="{FF2B5EF4-FFF2-40B4-BE49-F238E27FC236}">
                    <a16:creationId xmlns:a16="http://schemas.microsoft.com/office/drawing/2014/main" id="{E363EBB4-D099-D702-A6B6-297BB51EE398}"/>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88" name="Rectangle 384">
                <a:extLst>
                  <a:ext uri="{FF2B5EF4-FFF2-40B4-BE49-F238E27FC236}">
                    <a16:creationId xmlns:a16="http://schemas.microsoft.com/office/drawing/2014/main" id="{8B0AAC8C-E89F-0AA5-FF8D-6935BFEFEE5B}"/>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589" name="Oval 385">
                <a:extLst>
                  <a:ext uri="{FF2B5EF4-FFF2-40B4-BE49-F238E27FC236}">
                    <a16:creationId xmlns:a16="http://schemas.microsoft.com/office/drawing/2014/main" id="{67941189-CAAA-9732-54B0-8B6263222FAA}"/>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590" name="Group 386">
                <a:extLst>
                  <a:ext uri="{FF2B5EF4-FFF2-40B4-BE49-F238E27FC236}">
                    <a16:creationId xmlns:a16="http://schemas.microsoft.com/office/drawing/2014/main" id="{552FBD69-EF5D-AAD0-22FE-E2D63F70C173}"/>
                  </a:ext>
                </a:extLst>
              </p:cNvPr>
              <p:cNvGrpSpPr>
                <a:grpSpLocks/>
              </p:cNvGrpSpPr>
              <p:nvPr/>
            </p:nvGrpSpPr>
            <p:grpSpPr bwMode="auto">
              <a:xfrm>
                <a:off x="2276" y="2884"/>
                <a:ext cx="206" cy="252"/>
                <a:chOff x="2954" y="2425"/>
                <a:chExt cx="209" cy="252"/>
              </a:xfrm>
            </p:grpSpPr>
            <p:sp>
              <p:nvSpPr>
                <p:cNvPr id="591" name="Rectangle 387">
                  <a:extLst>
                    <a:ext uri="{FF2B5EF4-FFF2-40B4-BE49-F238E27FC236}">
                      <a16:creationId xmlns:a16="http://schemas.microsoft.com/office/drawing/2014/main" id="{01DAEC45-97E6-69F8-054D-A8B0A187998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92" name="Text Box 388">
                  <a:extLst>
                    <a:ext uri="{FF2B5EF4-FFF2-40B4-BE49-F238E27FC236}">
                      <a16:creationId xmlns:a16="http://schemas.microsoft.com/office/drawing/2014/main" id="{9D3B4418-C569-9CA7-5306-79A97C4255B5}"/>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576" name="Freeform 389">
              <a:extLst>
                <a:ext uri="{FF2B5EF4-FFF2-40B4-BE49-F238E27FC236}">
                  <a16:creationId xmlns:a16="http://schemas.microsoft.com/office/drawing/2014/main" id="{51576D26-8FCF-BC5A-306A-D306071EB018}"/>
                </a:ext>
              </a:extLst>
            </p:cNvPr>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77" name="Freeform 390">
              <a:extLst>
                <a:ext uri="{FF2B5EF4-FFF2-40B4-BE49-F238E27FC236}">
                  <a16:creationId xmlns:a16="http://schemas.microsoft.com/office/drawing/2014/main" id="{E56A41AA-D616-EDA5-F5D8-9CE3C7282BBE}"/>
                </a:ext>
              </a:extLst>
            </p:cNvPr>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78" name="Freeform 391">
              <a:extLst>
                <a:ext uri="{FF2B5EF4-FFF2-40B4-BE49-F238E27FC236}">
                  <a16:creationId xmlns:a16="http://schemas.microsoft.com/office/drawing/2014/main" id="{1F6B5BE8-0E20-DB75-44FC-2B68DA3D0772}"/>
                </a:ext>
              </a:extLst>
            </p:cNvPr>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79" name="Freeform 392">
              <a:extLst>
                <a:ext uri="{FF2B5EF4-FFF2-40B4-BE49-F238E27FC236}">
                  <a16:creationId xmlns:a16="http://schemas.microsoft.com/office/drawing/2014/main" id="{EA364EF2-B944-D8E3-4E91-105CD82BB69A}"/>
                </a:ext>
              </a:extLst>
            </p:cNvPr>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80" name="Freeform 393">
              <a:extLst>
                <a:ext uri="{FF2B5EF4-FFF2-40B4-BE49-F238E27FC236}">
                  <a16:creationId xmlns:a16="http://schemas.microsoft.com/office/drawing/2014/main" id="{A98E6857-D247-09FE-4B2B-CE49098A018C}"/>
                </a:ext>
              </a:extLst>
            </p:cNvPr>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81" name="Text Box 394">
              <a:extLst>
                <a:ext uri="{FF2B5EF4-FFF2-40B4-BE49-F238E27FC236}">
                  <a16:creationId xmlns:a16="http://schemas.microsoft.com/office/drawing/2014/main" id="{C86F28EE-B43E-E740-A438-07F8B4642118}"/>
                </a:ext>
              </a:extLst>
            </p:cNvPr>
            <p:cNvSpPr txBox="1">
              <a:spLocks noChangeArrowheads="1"/>
            </p:cNvSpPr>
            <p:nvPr/>
          </p:nvSpPr>
          <p:spPr bwMode="auto">
            <a:xfrm>
              <a:off x="1565" y="3698"/>
              <a:ext cx="1587" cy="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1" eaLnBrk="0" fontAlgn="base" latinLnBrk="0" hangingPunct="0">
                <a:lnSpc>
                  <a:spcPct val="13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rPr>
                <a:t>با داشتن این هزینه‌ها،</a:t>
              </a:r>
            </a:p>
            <a:p>
              <a:pPr marL="0" marR="0" lvl="0" indent="0" algn="ctr" defTabSz="914400" rtl="1" eaLnBrk="0" fontAlgn="base" latinLnBrk="0" hangingPunct="0">
                <a:lnSpc>
                  <a:spcPct val="13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rPr>
                <a:t>پیدا کردن مسیر جدید ...</a:t>
              </a:r>
            </a:p>
            <a:p>
              <a:pPr marL="0" marR="0" lvl="0" indent="0" algn="ctr" defTabSz="914400" rtl="1" eaLnBrk="0" fontAlgn="base" latinLnBrk="0" hangingPunct="0">
                <a:lnSpc>
                  <a:spcPct val="130000"/>
                </a:lnSpc>
                <a:spcBef>
                  <a:spcPct val="0"/>
                </a:spcBef>
                <a:spcAft>
                  <a:spcPct val="0"/>
                </a:spcAft>
                <a:buClrTx/>
                <a:buSzTx/>
                <a:buFontTx/>
                <a:buNone/>
                <a:tabLst/>
                <a:defRPr/>
              </a:pPr>
              <a:r>
                <a:rPr lang="fa-IR" sz="1400" b="1" kern="0" dirty="0">
                  <a:solidFill>
                    <a:srgbClr val="000099"/>
                  </a:solidFill>
                  <a:latin typeface="IRANSans(FaNum)" panose="02040503050201020203" pitchFamily="18" charset="-78"/>
                  <a:cs typeface="IRANSans(FaNum)" panose="02040503050201020203" pitchFamily="18" charset="-78"/>
                </a:rPr>
                <a:t>هزینه‌های جدید را نتیجه می‌دهد.</a:t>
              </a:r>
              <a:endParaRPr kumimoji="0" lang="en-US" sz="1400" b="1" i="0" u="none" strike="noStrike" kern="0" cap="none" spc="0" normalizeH="0" baseline="0" noProof="0" dirty="0">
                <a:ln>
                  <a:noFill/>
                </a:ln>
                <a:solidFill>
                  <a:srgbClr val="000099"/>
                </a:solidFill>
                <a:effectLst/>
                <a:uLnTx/>
                <a:uFillTx/>
                <a:latin typeface="IRANSans(FaNum)" panose="02040503050201020203" pitchFamily="18" charset="-78"/>
                <a:cs typeface="IRANSans(FaNum)" panose="02040503050201020203" pitchFamily="18" charset="-78"/>
              </a:endParaRPr>
            </a:p>
          </p:txBody>
        </p:sp>
        <p:sp>
          <p:nvSpPr>
            <p:cNvPr id="582" name="Line 395">
              <a:extLst>
                <a:ext uri="{FF2B5EF4-FFF2-40B4-BE49-F238E27FC236}">
                  <a16:creationId xmlns:a16="http://schemas.microsoft.com/office/drawing/2014/main" id="{64AEBB07-B0D1-103C-884F-C1FC1EE53988}"/>
                </a:ext>
              </a:extLst>
            </p:cNvPr>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83" name="Line 396">
              <a:extLst>
                <a:ext uri="{FF2B5EF4-FFF2-40B4-BE49-F238E27FC236}">
                  <a16:creationId xmlns:a16="http://schemas.microsoft.com/office/drawing/2014/main" id="{868145A5-E5C8-0686-00B2-52C34A5D3C83}"/>
                </a:ext>
              </a:extLst>
            </p:cNvPr>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584" name="Line 397">
              <a:extLst>
                <a:ext uri="{FF2B5EF4-FFF2-40B4-BE49-F238E27FC236}">
                  <a16:creationId xmlns:a16="http://schemas.microsoft.com/office/drawing/2014/main" id="{634567EF-88EF-D651-EC08-FA030BE3E8F7}"/>
                </a:ext>
              </a:extLst>
            </p:cNvPr>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sp>
        <p:nvSpPr>
          <p:cNvPr id="618" name="Freeform 398">
            <a:extLst>
              <a:ext uri="{FF2B5EF4-FFF2-40B4-BE49-F238E27FC236}">
                <a16:creationId xmlns:a16="http://schemas.microsoft.com/office/drawing/2014/main" id="{7CBE5C76-B30E-5AA5-E1B4-79622CD55D00}"/>
              </a:ext>
            </a:extLst>
          </p:cNvPr>
          <p:cNvSpPr>
            <a:spLocks/>
          </p:cNvSpPr>
          <p:nvPr/>
        </p:nvSpPr>
        <p:spPr bwMode="auto">
          <a:xfrm>
            <a:off x="10048240" y="3802348"/>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619" name="Group 399">
            <a:extLst>
              <a:ext uri="{FF2B5EF4-FFF2-40B4-BE49-F238E27FC236}">
                <a16:creationId xmlns:a16="http://schemas.microsoft.com/office/drawing/2014/main" id="{AA8D211A-B261-C8CE-65D8-36F7658B6CE7}"/>
              </a:ext>
            </a:extLst>
          </p:cNvPr>
          <p:cNvGrpSpPr>
            <a:grpSpLocks/>
          </p:cNvGrpSpPr>
          <p:nvPr/>
        </p:nvGrpSpPr>
        <p:grpSpPr bwMode="auto">
          <a:xfrm>
            <a:off x="9873615" y="3788061"/>
            <a:ext cx="1430338" cy="966787"/>
            <a:chOff x="1870" y="2772"/>
            <a:chExt cx="901" cy="609"/>
          </a:xfrm>
        </p:grpSpPr>
        <p:sp>
          <p:nvSpPr>
            <p:cNvPr id="620" name="Text Box 400">
              <a:extLst>
                <a:ext uri="{FF2B5EF4-FFF2-40B4-BE49-F238E27FC236}">
                  <a16:creationId xmlns:a16="http://schemas.microsoft.com/office/drawing/2014/main" id="{477D4A01-093A-60EB-6B78-F5B4D05CF428}"/>
                </a:ext>
              </a:extLst>
            </p:cNvPr>
            <p:cNvSpPr txBox="1">
              <a:spLocks noChangeArrowheads="1"/>
            </p:cNvSpPr>
            <p:nvPr/>
          </p:nvSpPr>
          <p:spPr bwMode="auto">
            <a:xfrm>
              <a:off x="1870" y="2772"/>
              <a:ext cx="305"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2+e</a:t>
              </a:r>
            </a:p>
          </p:txBody>
        </p:sp>
        <p:sp>
          <p:nvSpPr>
            <p:cNvPr id="621" name="Text Box 401">
              <a:extLst>
                <a:ext uri="{FF2B5EF4-FFF2-40B4-BE49-F238E27FC236}">
                  <a16:creationId xmlns:a16="http://schemas.microsoft.com/office/drawing/2014/main" id="{6B9875BD-69C6-31B8-5F68-8C489D1E8B75}"/>
                </a:ext>
              </a:extLst>
            </p:cNvPr>
            <p:cNvSpPr txBox="1">
              <a:spLocks noChangeArrowheads="1"/>
            </p:cNvSpPr>
            <p:nvPr/>
          </p:nvSpPr>
          <p:spPr bwMode="auto">
            <a:xfrm>
              <a:off x="2593" y="2793"/>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622" name="Text Box 402">
              <a:extLst>
                <a:ext uri="{FF2B5EF4-FFF2-40B4-BE49-F238E27FC236}">
                  <a16:creationId xmlns:a16="http://schemas.microsoft.com/office/drawing/2014/main" id="{25F20788-88E9-4767-058A-02346455AEE9}"/>
                </a:ext>
              </a:extLst>
            </p:cNvPr>
            <p:cNvSpPr txBox="1">
              <a:spLocks noChangeArrowheads="1"/>
            </p:cNvSpPr>
            <p:nvPr/>
          </p:nvSpPr>
          <p:spPr bwMode="auto">
            <a:xfrm>
              <a:off x="2501" y="3189"/>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623" name="Text Box 403">
              <a:extLst>
                <a:ext uri="{FF2B5EF4-FFF2-40B4-BE49-F238E27FC236}">
                  <a16:creationId xmlns:a16="http://schemas.microsoft.com/office/drawing/2014/main" id="{4FDBAB49-292F-02A1-4773-10B53DC0BC07}"/>
                </a:ext>
              </a:extLst>
            </p:cNvPr>
            <p:cNvSpPr txBox="1">
              <a:spLocks noChangeArrowheads="1"/>
            </p:cNvSpPr>
            <p:nvPr/>
          </p:nvSpPr>
          <p:spPr bwMode="auto">
            <a:xfrm>
              <a:off x="1987" y="3153"/>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624" name="Text Box 404">
              <a:extLst>
                <a:ext uri="{FF2B5EF4-FFF2-40B4-BE49-F238E27FC236}">
                  <a16:creationId xmlns:a16="http://schemas.microsoft.com/office/drawing/2014/main" id="{B2AAD3EE-7CFE-F8C2-14EB-A1E69829E60D}"/>
                </a:ext>
              </a:extLst>
            </p:cNvPr>
            <p:cNvSpPr txBox="1">
              <a:spLocks noChangeArrowheads="1"/>
            </p:cNvSpPr>
            <p:nvPr/>
          </p:nvSpPr>
          <p:spPr bwMode="auto">
            <a:xfrm>
              <a:off x="2135" y="3009"/>
              <a:ext cx="305"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1+e</a:t>
              </a:r>
            </a:p>
          </p:txBody>
        </p:sp>
        <p:sp>
          <p:nvSpPr>
            <p:cNvPr id="625" name="Text Box 405">
              <a:extLst>
                <a:ext uri="{FF2B5EF4-FFF2-40B4-BE49-F238E27FC236}">
                  <a16:creationId xmlns:a16="http://schemas.microsoft.com/office/drawing/2014/main" id="{1960FAE0-D355-794F-75D3-0445E4DCD715}"/>
                </a:ext>
              </a:extLst>
            </p:cNvPr>
            <p:cNvSpPr txBox="1">
              <a:spLocks noChangeArrowheads="1"/>
            </p:cNvSpPr>
            <p:nvPr/>
          </p:nvSpPr>
          <p:spPr bwMode="auto">
            <a:xfrm>
              <a:off x="2380" y="3003"/>
              <a:ext cx="178" cy="1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a:t>
              </a:r>
            </a:p>
          </p:txBody>
        </p:sp>
      </p:grpSp>
      <p:grpSp>
        <p:nvGrpSpPr>
          <p:cNvPr id="626" name="Group 625">
            <a:extLst>
              <a:ext uri="{FF2B5EF4-FFF2-40B4-BE49-F238E27FC236}">
                <a16:creationId xmlns:a16="http://schemas.microsoft.com/office/drawing/2014/main" id="{77794511-E5AF-2141-1D17-C758480DC507}"/>
              </a:ext>
            </a:extLst>
          </p:cNvPr>
          <p:cNvGrpSpPr/>
          <p:nvPr/>
        </p:nvGrpSpPr>
        <p:grpSpPr>
          <a:xfrm>
            <a:off x="3365818" y="4368451"/>
            <a:ext cx="1854835" cy="769620"/>
            <a:chOff x="490538" y="4465955"/>
            <a:chExt cx="1854835" cy="769620"/>
          </a:xfrm>
        </p:grpSpPr>
        <p:sp>
          <p:nvSpPr>
            <p:cNvPr id="627" name="Text Box 52">
              <a:extLst>
                <a:ext uri="{FF2B5EF4-FFF2-40B4-BE49-F238E27FC236}">
                  <a16:creationId xmlns:a16="http://schemas.microsoft.com/office/drawing/2014/main" id="{FD830ED4-AD3F-4780-BAE3-71BE88E98CA7}"/>
                </a:ext>
              </a:extLst>
            </p:cNvPr>
            <p:cNvSpPr txBox="1">
              <a:spLocks noChangeArrowheads="1"/>
            </p:cNvSpPr>
            <p:nvPr/>
          </p:nvSpPr>
          <p:spPr bwMode="auto">
            <a:xfrm>
              <a:off x="1167130" y="4868862"/>
              <a:ext cx="311150" cy="3667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28" name="Text Box 54">
              <a:extLst>
                <a:ext uri="{FF2B5EF4-FFF2-40B4-BE49-F238E27FC236}">
                  <a16:creationId xmlns:a16="http://schemas.microsoft.com/office/drawing/2014/main" id="{2BAAFEBC-315C-1AF2-00D2-3298BD970B3E}"/>
                </a:ext>
              </a:extLst>
            </p:cNvPr>
            <p:cNvSpPr txBox="1">
              <a:spLocks noChangeArrowheads="1"/>
            </p:cNvSpPr>
            <p:nvPr/>
          </p:nvSpPr>
          <p:spPr bwMode="auto">
            <a:xfrm>
              <a:off x="490538" y="4472940"/>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29" name="Text Box 56">
              <a:extLst>
                <a:ext uri="{FF2B5EF4-FFF2-40B4-BE49-F238E27FC236}">
                  <a16:creationId xmlns:a16="http://schemas.microsoft.com/office/drawing/2014/main" id="{01DB5F62-7939-C571-67B1-5848A79253F7}"/>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630" name="Group 629">
            <a:extLst>
              <a:ext uri="{FF2B5EF4-FFF2-40B4-BE49-F238E27FC236}">
                <a16:creationId xmlns:a16="http://schemas.microsoft.com/office/drawing/2014/main" id="{C5D86370-E305-A832-47E1-FB74C6912DE7}"/>
              </a:ext>
            </a:extLst>
          </p:cNvPr>
          <p:cNvGrpSpPr/>
          <p:nvPr/>
        </p:nvGrpSpPr>
        <p:grpSpPr>
          <a:xfrm>
            <a:off x="6576378" y="4388771"/>
            <a:ext cx="1854835" cy="769620"/>
            <a:chOff x="490538" y="4465955"/>
            <a:chExt cx="1854835" cy="769620"/>
          </a:xfrm>
        </p:grpSpPr>
        <p:sp>
          <p:nvSpPr>
            <p:cNvPr id="631" name="Text Box 52">
              <a:extLst>
                <a:ext uri="{FF2B5EF4-FFF2-40B4-BE49-F238E27FC236}">
                  <a16:creationId xmlns:a16="http://schemas.microsoft.com/office/drawing/2014/main" id="{1C74245D-55FA-94FA-99D4-ECBED2F38CD8}"/>
                </a:ext>
              </a:extLst>
            </p:cNvPr>
            <p:cNvSpPr txBox="1">
              <a:spLocks noChangeArrowheads="1"/>
            </p:cNvSpPr>
            <p:nvPr/>
          </p:nvSpPr>
          <p:spPr bwMode="auto">
            <a:xfrm>
              <a:off x="1167130" y="4868862"/>
              <a:ext cx="311150" cy="3667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32" name="Text Box 54">
              <a:extLst>
                <a:ext uri="{FF2B5EF4-FFF2-40B4-BE49-F238E27FC236}">
                  <a16:creationId xmlns:a16="http://schemas.microsoft.com/office/drawing/2014/main" id="{DCCDED37-5F18-A73B-1B54-B8457891D9A7}"/>
                </a:ext>
              </a:extLst>
            </p:cNvPr>
            <p:cNvSpPr txBox="1">
              <a:spLocks noChangeArrowheads="1"/>
            </p:cNvSpPr>
            <p:nvPr/>
          </p:nvSpPr>
          <p:spPr bwMode="auto">
            <a:xfrm>
              <a:off x="490538" y="4472940"/>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33" name="Text Box 56">
              <a:extLst>
                <a:ext uri="{FF2B5EF4-FFF2-40B4-BE49-F238E27FC236}">
                  <a16:creationId xmlns:a16="http://schemas.microsoft.com/office/drawing/2014/main" id="{7C543A99-8C0B-040E-D34C-C6FA18E8F6AE}"/>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634" name="Group 633">
            <a:extLst>
              <a:ext uri="{FF2B5EF4-FFF2-40B4-BE49-F238E27FC236}">
                <a16:creationId xmlns:a16="http://schemas.microsoft.com/office/drawing/2014/main" id="{43DF36B1-AC34-5D87-B2BE-7AC07D7AC9B1}"/>
              </a:ext>
            </a:extLst>
          </p:cNvPr>
          <p:cNvGrpSpPr/>
          <p:nvPr/>
        </p:nvGrpSpPr>
        <p:grpSpPr>
          <a:xfrm>
            <a:off x="9705658" y="4409091"/>
            <a:ext cx="1854835" cy="769620"/>
            <a:chOff x="490538" y="4465955"/>
            <a:chExt cx="1854835" cy="769620"/>
          </a:xfrm>
        </p:grpSpPr>
        <p:sp>
          <p:nvSpPr>
            <p:cNvPr id="635" name="Text Box 52">
              <a:extLst>
                <a:ext uri="{FF2B5EF4-FFF2-40B4-BE49-F238E27FC236}">
                  <a16:creationId xmlns:a16="http://schemas.microsoft.com/office/drawing/2014/main" id="{31FD097B-97FB-B4F8-2F15-A2F746B578AD}"/>
                </a:ext>
              </a:extLst>
            </p:cNvPr>
            <p:cNvSpPr txBox="1">
              <a:spLocks noChangeArrowheads="1"/>
            </p:cNvSpPr>
            <p:nvPr/>
          </p:nvSpPr>
          <p:spPr bwMode="auto">
            <a:xfrm>
              <a:off x="1167130" y="4868862"/>
              <a:ext cx="311150" cy="3667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36" name="Text Box 54">
              <a:extLst>
                <a:ext uri="{FF2B5EF4-FFF2-40B4-BE49-F238E27FC236}">
                  <a16:creationId xmlns:a16="http://schemas.microsoft.com/office/drawing/2014/main" id="{B6D81901-C427-266E-1FFA-512C112C2617}"/>
                </a:ext>
              </a:extLst>
            </p:cNvPr>
            <p:cNvSpPr txBox="1">
              <a:spLocks noChangeArrowheads="1"/>
            </p:cNvSpPr>
            <p:nvPr/>
          </p:nvSpPr>
          <p:spPr bwMode="auto">
            <a:xfrm>
              <a:off x="490538" y="4472940"/>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637" name="Text Box 56">
              <a:extLst>
                <a:ext uri="{FF2B5EF4-FFF2-40B4-BE49-F238E27FC236}">
                  <a16:creationId xmlns:a16="http://schemas.microsoft.com/office/drawing/2014/main" id="{15C56591-0340-4766-7C79-103506F4F61F}"/>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spTree>
    <p:extLst>
      <p:ext uri="{BB962C8B-B14F-4D97-AF65-F5344CB8AC3E}">
        <p14:creationId xmlns:p14="http://schemas.microsoft.com/office/powerpoint/2010/main" val="2960584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8">
                                            <p:txEl>
                                              <p:pRg st="1" end="1"/>
                                            </p:txEl>
                                          </p:spTgt>
                                        </p:tgtEl>
                                        <p:attrNameLst>
                                          <p:attrName>style.visibility</p:attrName>
                                        </p:attrNameLst>
                                      </p:cBhvr>
                                      <p:to>
                                        <p:strVal val="visible"/>
                                      </p:to>
                                    </p:set>
                                    <p:animEffect transition="in" filter="fade">
                                      <p:cBhvr>
                                        <p:cTn id="19" dur="1000"/>
                                        <p:tgtEl>
                                          <p:spTgt spid="8">
                                            <p:txEl>
                                              <p:pRg st="1" end="1"/>
                                            </p:txEl>
                                          </p:spTgt>
                                        </p:tgtEl>
                                      </p:cBhvr>
                                    </p:animEffect>
                                    <p:anim calcmode="lin" valueType="num">
                                      <p:cBhvr>
                                        <p:cTn id="20"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9"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dissolve">
                                      <p:cBhvr>
                                        <p:cTn id="25" dur="500"/>
                                        <p:tgtEl>
                                          <p:spTgt spid="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dissolve">
                                      <p:cBhvr>
                                        <p:cTn id="28" dur="500"/>
                                        <p:tgtEl>
                                          <p:spTgt spid="11"/>
                                        </p:tgtEl>
                                      </p:cBhvr>
                                    </p:animEffect>
                                  </p:childTnLst>
                                </p:cTn>
                              </p:par>
                              <p:par>
                                <p:cTn id="29" presetID="9" presetClass="entr" presetSubtype="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dissolve">
                                      <p:cBhvr>
                                        <p:cTn id="31" dur="500"/>
                                        <p:tgtEl>
                                          <p:spTgt spid="12"/>
                                        </p:tgtEl>
                                      </p:cBhvr>
                                    </p:animEffect>
                                  </p:childTnLst>
                                </p:cTn>
                              </p:par>
                              <p:par>
                                <p:cTn id="32" presetID="9" presetClass="entr" presetSubtype="0" fill="hold"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dissolve">
                                      <p:cBhvr>
                                        <p:cTn id="34" dur="500"/>
                                        <p:tgtEl>
                                          <p:spTgt spid="21"/>
                                        </p:tgtEl>
                                      </p:cBhvr>
                                    </p:animEffect>
                                  </p:childTnLst>
                                </p:cTn>
                              </p:par>
                              <p:par>
                                <p:cTn id="35" presetID="9" presetClass="entr" presetSubtype="0" fill="hold" nodeType="with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dissolve">
                                      <p:cBhvr>
                                        <p:cTn id="37" dur="500"/>
                                        <p:tgtEl>
                                          <p:spTgt spid="30"/>
                                        </p:tgtEl>
                                      </p:cBhvr>
                                    </p:animEffect>
                                  </p:childTnLst>
                                </p:cTn>
                              </p:par>
                              <p:par>
                                <p:cTn id="38" presetID="9" presetClass="entr" presetSubtype="0" fill="hold" nodeType="withEffect">
                                  <p:stCondLst>
                                    <p:cond delay="0"/>
                                  </p:stCondLst>
                                  <p:childTnLst>
                                    <p:set>
                                      <p:cBhvr>
                                        <p:cTn id="39" dur="1" fill="hold">
                                          <p:stCondLst>
                                            <p:cond delay="0"/>
                                          </p:stCondLst>
                                        </p:cTn>
                                        <p:tgtEl>
                                          <p:spTgt spid="40"/>
                                        </p:tgtEl>
                                        <p:attrNameLst>
                                          <p:attrName>style.visibility</p:attrName>
                                        </p:attrNameLst>
                                      </p:cBhvr>
                                      <p:to>
                                        <p:strVal val="visible"/>
                                      </p:to>
                                    </p:set>
                                    <p:animEffect transition="in" filter="dissolve">
                                      <p:cBhvr>
                                        <p:cTn id="40" dur="500"/>
                                        <p:tgtEl>
                                          <p:spTgt spid="40"/>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49"/>
                                        </p:tgtEl>
                                        <p:attrNameLst>
                                          <p:attrName>style.visibility</p:attrName>
                                        </p:attrNameLst>
                                      </p:cBhvr>
                                      <p:to>
                                        <p:strVal val="visible"/>
                                      </p:to>
                                    </p:set>
                                    <p:animEffect transition="in" filter="dissolve">
                                      <p:cBhvr>
                                        <p:cTn id="43" dur="500"/>
                                        <p:tgtEl>
                                          <p:spTgt spid="49"/>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50"/>
                                        </p:tgtEl>
                                        <p:attrNameLst>
                                          <p:attrName>style.visibility</p:attrName>
                                        </p:attrNameLst>
                                      </p:cBhvr>
                                      <p:to>
                                        <p:strVal val="visible"/>
                                      </p:to>
                                    </p:set>
                                    <p:animEffect transition="in" filter="dissolve">
                                      <p:cBhvr>
                                        <p:cTn id="46" dur="500"/>
                                        <p:tgtEl>
                                          <p:spTgt spid="50"/>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51"/>
                                        </p:tgtEl>
                                        <p:attrNameLst>
                                          <p:attrName>style.visibility</p:attrName>
                                        </p:attrNameLst>
                                      </p:cBhvr>
                                      <p:to>
                                        <p:strVal val="visible"/>
                                      </p:to>
                                    </p:set>
                                    <p:animEffect transition="in" filter="dissolve">
                                      <p:cBhvr>
                                        <p:cTn id="49" dur="500"/>
                                        <p:tgtEl>
                                          <p:spTgt spid="51"/>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52"/>
                                        </p:tgtEl>
                                        <p:attrNameLst>
                                          <p:attrName>style.visibility</p:attrName>
                                        </p:attrNameLst>
                                      </p:cBhvr>
                                      <p:to>
                                        <p:strVal val="visible"/>
                                      </p:to>
                                    </p:set>
                                    <p:animEffect transition="in" filter="dissolve">
                                      <p:cBhvr>
                                        <p:cTn id="52" dur="500"/>
                                        <p:tgtEl>
                                          <p:spTgt spid="52"/>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53"/>
                                        </p:tgtEl>
                                        <p:attrNameLst>
                                          <p:attrName>style.visibility</p:attrName>
                                        </p:attrNameLst>
                                      </p:cBhvr>
                                      <p:to>
                                        <p:strVal val="visible"/>
                                      </p:to>
                                    </p:set>
                                    <p:animEffect transition="in" filter="dissolve">
                                      <p:cBhvr>
                                        <p:cTn id="55" dur="500"/>
                                        <p:tgtEl>
                                          <p:spTgt spid="53"/>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54"/>
                                        </p:tgtEl>
                                        <p:attrNameLst>
                                          <p:attrName>style.visibility</p:attrName>
                                        </p:attrNameLst>
                                      </p:cBhvr>
                                      <p:to>
                                        <p:strVal val="visible"/>
                                      </p:to>
                                    </p:set>
                                    <p:animEffect transition="in" filter="dissolve">
                                      <p:cBhvr>
                                        <p:cTn id="58" dur="500"/>
                                        <p:tgtEl>
                                          <p:spTgt spid="54"/>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55"/>
                                        </p:tgtEl>
                                        <p:attrNameLst>
                                          <p:attrName>style.visibility</p:attrName>
                                        </p:attrNameLst>
                                      </p:cBhvr>
                                      <p:to>
                                        <p:strVal val="visible"/>
                                      </p:to>
                                    </p:set>
                                    <p:animEffect transition="in" filter="dissolve">
                                      <p:cBhvr>
                                        <p:cTn id="61" dur="500"/>
                                        <p:tgtEl>
                                          <p:spTgt spid="55"/>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56"/>
                                        </p:tgtEl>
                                        <p:attrNameLst>
                                          <p:attrName>style.visibility</p:attrName>
                                        </p:attrNameLst>
                                      </p:cBhvr>
                                      <p:to>
                                        <p:strVal val="visible"/>
                                      </p:to>
                                    </p:set>
                                    <p:animEffect transition="in" filter="dissolve">
                                      <p:cBhvr>
                                        <p:cTn id="64" dur="500"/>
                                        <p:tgtEl>
                                          <p:spTgt spid="56"/>
                                        </p:tgtEl>
                                      </p:cBhvr>
                                    </p:animEffect>
                                  </p:childTnLst>
                                </p:cTn>
                              </p:par>
                              <p:par>
                                <p:cTn id="65" presetID="9" presetClass="entr" presetSubtype="0" fill="hold" grpId="0" nodeType="withEffect">
                                  <p:stCondLst>
                                    <p:cond delay="0"/>
                                  </p:stCondLst>
                                  <p:childTnLst>
                                    <p:set>
                                      <p:cBhvr>
                                        <p:cTn id="66" dur="1" fill="hold">
                                          <p:stCondLst>
                                            <p:cond delay="0"/>
                                          </p:stCondLst>
                                        </p:cTn>
                                        <p:tgtEl>
                                          <p:spTgt spid="57"/>
                                        </p:tgtEl>
                                        <p:attrNameLst>
                                          <p:attrName>style.visibility</p:attrName>
                                        </p:attrNameLst>
                                      </p:cBhvr>
                                      <p:to>
                                        <p:strVal val="visible"/>
                                      </p:to>
                                    </p:set>
                                    <p:animEffect transition="in" filter="dissolve">
                                      <p:cBhvr>
                                        <p:cTn id="67" dur="500"/>
                                        <p:tgtEl>
                                          <p:spTgt spid="57"/>
                                        </p:tgtEl>
                                      </p:cBhvr>
                                    </p:animEffect>
                                  </p:childTnLst>
                                </p:cTn>
                              </p:par>
                              <p:par>
                                <p:cTn id="68" presetID="9" presetClass="entr" presetSubtype="0" fill="hold" grpId="0" nodeType="withEffect">
                                  <p:stCondLst>
                                    <p:cond delay="0"/>
                                  </p:stCondLst>
                                  <p:childTnLst>
                                    <p:set>
                                      <p:cBhvr>
                                        <p:cTn id="69" dur="1" fill="hold">
                                          <p:stCondLst>
                                            <p:cond delay="0"/>
                                          </p:stCondLst>
                                        </p:cTn>
                                        <p:tgtEl>
                                          <p:spTgt spid="58"/>
                                        </p:tgtEl>
                                        <p:attrNameLst>
                                          <p:attrName>style.visibility</p:attrName>
                                        </p:attrNameLst>
                                      </p:cBhvr>
                                      <p:to>
                                        <p:strVal val="visible"/>
                                      </p:to>
                                    </p:set>
                                    <p:animEffect transition="in" filter="dissolve">
                                      <p:cBhvr>
                                        <p:cTn id="70" dur="500"/>
                                        <p:tgtEl>
                                          <p:spTgt spid="58"/>
                                        </p:tgtEl>
                                      </p:cBhvr>
                                    </p:animEffect>
                                  </p:childTnLst>
                                </p:cTn>
                              </p:par>
                              <p:par>
                                <p:cTn id="71" presetID="9" presetClass="entr" presetSubtype="0" fill="hold" nodeType="withEffect">
                                  <p:stCondLst>
                                    <p:cond delay="0"/>
                                  </p:stCondLst>
                                  <p:childTnLst>
                                    <p:set>
                                      <p:cBhvr>
                                        <p:cTn id="72" dur="1" fill="hold">
                                          <p:stCondLst>
                                            <p:cond delay="0"/>
                                          </p:stCondLst>
                                        </p:cTn>
                                        <p:tgtEl>
                                          <p:spTgt spid="59"/>
                                        </p:tgtEl>
                                        <p:attrNameLst>
                                          <p:attrName>style.visibility</p:attrName>
                                        </p:attrNameLst>
                                      </p:cBhvr>
                                      <p:to>
                                        <p:strVal val="visible"/>
                                      </p:to>
                                    </p:set>
                                    <p:animEffect transition="in" filter="dissolve">
                                      <p:cBhvr>
                                        <p:cTn id="73" dur="500"/>
                                        <p:tgtEl>
                                          <p:spTgt spid="59"/>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63"/>
                                        </p:tgtEl>
                                        <p:attrNameLst>
                                          <p:attrName>style.visibility</p:attrName>
                                        </p:attrNameLst>
                                      </p:cBhvr>
                                      <p:to>
                                        <p:strVal val="visible"/>
                                      </p:to>
                                    </p:set>
                                    <p:animEffect transition="in" filter="dissolve">
                                      <p:cBhvr>
                                        <p:cTn id="76" dur="500"/>
                                        <p:tgtEl>
                                          <p:spTgt spid="63"/>
                                        </p:tgtEl>
                                      </p:cBhvr>
                                    </p:animEffect>
                                  </p:childTnLst>
                                </p:cTn>
                              </p:par>
                              <p:par>
                                <p:cTn id="77" presetID="9" presetClass="entr" presetSubtype="0" fill="hold" grpId="0" nodeType="withEffect">
                                  <p:stCondLst>
                                    <p:cond delay="0"/>
                                  </p:stCondLst>
                                  <p:childTnLst>
                                    <p:set>
                                      <p:cBhvr>
                                        <p:cTn id="78" dur="1" fill="hold">
                                          <p:stCondLst>
                                            <p:cond delay="0"/>
                                          </p:stCondLst>
                                        </p:cTn>
                                        <p:tgtEl>
                                          <p:spTgt spid="448"/>
                                        </p:tgtEl>
                                        <p:attrNameLst>
                                          <p:attrName>style.visibility</p:attrName>
                                        </p:attrNameLst>
                                      </p:cBhvr>
                                      <p:to>
                                        <p:strVal val="visible"/>
                                      </p:to>
                                    </p:set>
                                    <p:animEffect transition="in" filter="dissolve">
                                      <p:cBhvr>
                                        <p:cTn id="79" dur="500"/>
                                        <p:tgtEl>
                                          <p:spTgt spid="448"/>
                                        </p:tgtEl>
                                      </p:cBhvr>
                                    </p:animEffect>
                                  </p:childTnLst>
                                </p:cTn>
                              </p:par>
                              <p:par>
                                <p:cTn id="80" presetID="9" presetClass="entr" presetSubtype="0" fill="hold" grpId="0" nodeType="withEffect">
                                  <p:stCondLst>
                                    <p:cond delay="0"/>
                                  </p:stCondLst>
                                  <p:childTnLst>
                                    <p:set>
                                      <p:cBhvr>
                                        <p:cTn id="81" dur="1" fill="hold">
                                          <p:stCondLst>
                                            <p:cond delay="0"/>
                                          </p:stCondLst>
                                        </p:cTn>
                                        <p:tgtEl>
                                          <p:spTgt spid="449"/>
                                        </p:tgtEl>
                                        <p:attrNameLst>
                                          <p:attrName>style.visibility</p:attrName>
                                        </p:attrNameLst>
                                      </p:cBhvr>
                                      <p:to>
                                        <p:strVal val="visible"/>
                                      </p:to>
                                    </p:set>
                                    <p:animEffect transition="in" filter="dissolve">
                                      <p:cBhvr>
                                        <p:cTn id="82" dur="500"/>
                                        <p:tgtEl>
                                          <p:spTgt spid="449"/>
                                        </p:tgtEl>
                                      </p:cBhvr>
                                    </p:animEffect>
                                  </p:childTnLst>
                                </p:cTn>
                              </p:par>
                              <p:par>
                                <p:cTn id="83" presetID="9" presetClass="entr" presetSubtype="0" fill="hold" grpId="0" nodeType="withEffect">
                                  <p:stCondLst>
                                    <p:cond delay="0"/>
                                  </p:stCondLst>
                                  <p:childTnLst>
                                    <p:set>
                                      <p:cBhvr>
                                        <p:cTn id="84" dur="1" fill="hold">
                                          <p:stCondLst>
                                            <p:cond delay="0"/>
                                          </p:stCondLst>
                                        </p:cTn>
                                        <p:tgtEl>
                                          <p:spTgt spid="450"/>
                                        </p:tgtEl>
                                        <p:attrNameLst>
                                          <p:attrName>style.visibility</p:attrName>
                                        </p:attrNameLst>
                                      </p:cBhvr>
                                      <p:to>
                                        <p:strVal val="visible"/>
                                      </p:to>
                                    </p:set>
                                    <p:animEffect transition="in" filter="dissolve">
                                      <p:cBhvr>
                                        <p:cTn id="85" dur="500"/>
                                        <p:tgtEl>
                                          <p:spTgt spid="450"/>
                                        </p:tgtEl>
                                      </p:cBhvr>
                                    </p:animEffect>
                                  </p:childTnLst>
                                </p:cTn>
                              </p:par>
                              <p:par>
                                <p:cTn id="86" presetID="9" presetClass="entr" presetSubtype="0" fill="hold" grpId="0" nodeType="withEffect">
                                  <p:stCondLst>
                                    <p:cond delay="0"/>
                                  </p:stCondLst>
                                  <p:childTnLst>
                                    <p:set>
                                      <p:cBhvr>
                                        <p:cTn id="87" dur="1" fill="hold">
                                          <p:stCondLst>
                                            <p:cond delay="0"/>
                                          </p:stCondLst>
                                        </p:cTn>
                                        <p:tgtEl>
                                          <p:spTgt spid="451"/>
                                        </p:tgtEl>
                                        <p:attrNameLst>
                                          <p:attrName>style.visibility</p:attrName>
                                        </p:attrNameLst>
                                      </p:cBhvr>
                                      <p:to>
                                        <p:strVal val="visible"/>
                                      </p:to>
                                    </p:set>
                                    <p:animEffect transition="in" filter="dissolve">
                                      <p:cBhvr>
                                        <p:cTn id="88" dur="500"/>
                                        <p:tgtEl>
                                          <p:spTgt spid="451"/>
                                        </p:tgtEl>
                                      </p:cBhvr>
                                    </p:animEffect>
                                  </p:childTnLst>
                                </p:cTn>
                              </p:par>
                              <p:par>
                                <p:cTn id="89" presetID="9" presetClass="entr" presetSubtype="0" fill="hold" grpId="0" nodeType="withEffect">
                                  <p:stCondLst>
                                    <p:cond delay="0"/>
                                  </p:stCondLst>
                                  <p:childTnLst>
                                    <p:set>
                                      <p:cBhvr>
                                        <p:cTn id="90" dur="1" fill="hold">
                                          <p:stCondLst>
                                            <p:cond delay="0"/>
                                          </p:stCondLst>
                                        </p:cTn>
                                        <p:tgtEl>
                                          <p:spTgt spid="501"/>
                                        </p:tgtEl>
                                        <p:attrNameLst>
                                          <p:attrName>style.visibility</p:attrName>
                                        </p:attrNameLst>
                                      </p:cBhvr>
                                      <p:to>
                                        <p:strVal val="visible"/>
                                      </p:to>
                                    </p:set>
                                    <p:animEffect transition="in" filter="dissolve">
                                      <p:cBhvr>
                                        <p:cTn id="91" dur="500"/>
                                        <p:tgtEl>
                                          <p:spTgt spid="501"/>
                                        </p:tgtEl>
                                      </p:cBhvr>
                                    </p:animEffect>
                                  </p:childTnLst>
                                </p:cTn>
                              </p:par>
                              <p:par>
                                <p:cTn id="92" presetID="9" presetClass="entr" presetSubtype="0" fill="hold" grpId="0" nodeType="withEffect">
                                  <p:stCondLst>
                                    <p:cond delay="0"/>
                                  </p:stCondLst>
                                  <p:childTnLst>
                                    <p:set>
                                      <p:cBhvr>
                                        <p:cTn id="93" dur="1" fill="hold">
                                          <p:stCondLst>
                                            <p:cond delay="0"/>
                                          </p:stCondLst>
                                        </p:cTn>
                                        <p:tgtEl>
                                          <p:spTgt spid="502"/>
                                        </p:tgtEl>
                                        <p:attrNameLst>
                                          <p:attrName>style.visibility</p:attrName>
                                        </p:attrNameLst>
                                      </p:cBhvr>
                                      <p:to>
                                        <p:strVal val="visible"/>
                                      </p:to>
                                    </p:set>
                                    <p:animEffect transition="in" filter="dissolve">
                                      <p:cBhvr>
                                        <p:cTn id="94" dur="500"/>
                                        <p:tgtEl>
                                          <p:spTgt spid="502"/>
                                        </p:tgtEl>
                                      </p:cBhvr>
                                    </p:animEffect>
                                  </p:childTnLst>
                                </p:cTn>
                              </p:par>
                            </p:childTnLst>
                          </p:cTn>
                        </p:par>
                        <p:par>
                          <p:cTn id="95" fill="hold">
                            <p:stCondLst>
                              <p:cond delay="3500"/>
                            </p:stCondLst>
                            <p:childTnLst>
                              <p:par>
                                <p:cTn id="96" presetID="42" presetClass="entr" presetSubtype="0" fill="hold" nodeType="afterEffect">
                                  <p:stCondLst>
                                    <p:cond delay="0"/>
                                  </p:stCondLst>
                                  <p:childTnLst>
                                    <p:set>
                                      <p:cBhvr>
                                        <p:cTn id="97" dur="1" fill="hold">
                                          <p:stCondLst>
                                            <p:cond delay="0"/>
                                          </p:stCondLst>
                                        </p:cTn>
                                        <p:tgtEl>
                                          <p:spTgt spid="8">
                                            <p:txEl>
                                              <p:pRg st="2" end="2"/>
                                            </p:txEl>
                                          </p:spTgt>
                                        </p:tgtEl>
                                        <p:attrNameLst>
                                          <p:attrName>style.visibility</p:attrName>
                                        </p:attrNameLst>
                                      </p:cBhvr>
                                      <p:to>
                                        <p:strVal val="visible"/>
                                      </p:to>
                                    </p:set>
                                    <p:animEffect transition="in" filter="fade">
                                      <p:cBhvr>
                                        <p:cTn id="98" dur="1000"/>
                                        <p:tgtEl>
                                          <p:spTgt spid="8">
                                            <p:txEl>
                                              <p:pRg st="2" end="2"/>
                                            </p:txEl>
                                          </p:spTgt>
                                        </p:tgtEl>
                                      </p:cBhvr>
                                    </p:animEffect>
                                    <p:anim calcmode="lin" valueType="num">
                                      <p:cBhvr>
                                        <p:cTn id="99"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100"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par>
                          <p:cTn id="101" fill="hold">
                            <p:stCondLst>
                              <p:cond delay="4500"/>
                            </p:stCondLst>
                            <p:childTnLst>
                              <p:par>
                                <p:cTn id="102" presetID="42" presetClass="entr" presetSubtype="0" fill="hold" nodeType="afterEffect">
                                  <p:stCondLst>
                                    <p:cond delay="0"/>
                                  </p:stCondLst>
                                  <p:childTnLst>
                                    <p:set>
                                      <p:cBhvr>
                                        <p:cTn id="103" dur="1" fill="hold">
                                          <p:stCondLst>
                                            <p:cond delay="0"/>
                                          </p:stCondLst>
                                        </p:cTn>
                                        <p:tgtEl>
                                          <p:spTgt spid="8">
                                            <p:txEl>
                                              <p:pRg st="3" end="3"/>
                                            </p:txEl>
                                          </p:spTgt>
                                        </p:tgtEl>
                                        <p:attrNameLst>
                                          <p:attrName>style.visibility</p:attrName>
                                        </p:attrNameLst>
                                      </p:cBhvr>
                                      <p:to>
                                        <p:strVal val="visible"/>
                                      </p:to>
                                    </p:set>
                                    <p:animEffect transition="in" filter="fade">
                                      <p:cBhvr>
                                        <p:cTn id="104" dur="1000"/>
                                        <p:tgtEl>
                                          <p:spTgt spid="8">
                                            <p:txEl>
                                              <p:pRg st="3" end="3"/>
                                            </p:txEl>
                                          </p:spTgt>
                                        </p:tgtEl>
                                      </p:cBhvr>
                                    </p:animEffect>
                                    <p:anim calcmode="lin" valueType="num">
                                      <p:cBhvr>
                                        <p:cTn id="105"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106"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par>
                          <p:cTn id="107" fill="hold">
                            <p:stCondLst>
                              <p:cond delay="5500"/>
                            </p:stCondLst>
                            <p:childTnLst>
                              <p:par>
                                <p:cTn id="108" presetID="42" presetClass="entr" presetSubtype="0" fill="hold" nodeType="afterEffect">
                                  <p:stCondLst>
                                    <p:cond delay="0"/>
                                  </p:stCondLst>
                                  <p:childTnLst>
                                    <p:set>
                                      <p:cBhvr>
                                        <p:cTn id="109" dur="1" fill="hold">
                                          <p:stCondLst>
                                            <p:cond delay="0"/>
                                          </p:stCondLst>
                                        </p:cTn>
                                        <p:tgtEl>
                                          <p:spTgt spid="8">
                                            <p:txEl>
                                              <p:pRg st="4" end="4"/>
                                            </p:txEl>
                                          </p:spTgt>
                                        </p:tgtEl>
                                        <p:attrNameLst>
                                          <p:attrName>style.visibility</p:attrName>
                                        </p:attrNameLst>
                                      </p:cBhvr>
                                      <p:to>
                                        <p:strVal val="visible"/>
                                      </p:to>
                                    </p:set>
                                    <p:animEffect transition="in" filter="fade">
                                      <p:cBhvr>
                                        <p:cTn id="110" dur="1000"/>
                                        <p:tgtEl>
                                          <p:spTgt spid="8">
                                            <p:txEl>
                                              <p:pRg st="4" end="4"/>
                                            </p:txEl>
                                          </p:spTgt>
                                        </p:tgtEl>
                                      </p:cBhvr>
                                    </p:animEffect>
                                    <p:anim calcmode="lin" valueType="num">
                                      <p:cBhvr>
                                        <p:cTn id="111"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112" dur="1000" fill="hold"/>
                                        <p:tgtEl>
                                          <p:spTgt spid="8">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nodeType="clickEffect">
                                  <p:stCondLst>
                                    <p:cond delay="0"/>
                                  </p:stCondLst>
                                  <p:childTnLst>
                                    <p:set>
                                      <p:cBhvr>
                                        <p:cTn id="116" dur="1" fill="hold">
                                          <p:stCondLst>
                                            <p:cond delay="0"/>
                                          </p:stCondLst>
                                        </p:cTn>
                                        <p:tgtEl>
                                          <p:spTgt spid="452"/>
                                        </p:tgtEl>
                                        <p:attrNameLst>
                                          <p:attrName>style.visibility</p:attrName>
                                        </p:attrNameLst>
                                      </p:cBhvr>
                                      <p:to>
                                        <p:strVal val="visible"/>
                                      </p:to>
                                    </p:set>
                                    <p:animEffect transition="in" filter="dissolve">
                                      <p:cBhvr>
                                        <p:cTn id="117" dur="500"/>
                                        <p:tgtEl>
                                          <p:spTgt spid="452"/>
                                        </p:tgtEl>
                                      </p:cBhvr>
                                    </p:animEffect>
                                  </p:childTnLst>
                                </p:cTn>
                              </p:par>
                              <p:par>
                                <p:cTn id="118" presetID="9" presetClass="entr" presetSubtype="0" fill="hold" nodeType="withEffect">
                                  <p:stCondLst>
                                    <p:cond delay="0"/>
                                  </p:stCondLst>
                                  <p:childTnLst>
                                    <p:set>
                                      <p:cBhvr>
                                        <p:cTn id="119" dur="1" fill="hold">
                                          <p:stCondLst>
                                            <p:cond delay="0"/>
                                          </p:stCondLst>
                                        </p:cTn>
                                        <p:tgtEl>
                                          <p:spTgt spid="626"/>
                                        </p:tgtEl>
                                        <p:attrNameLst>
                                          <p:attrName>style.visibility</p:attrName>
                                        </p:attrNameLst>
                                      </p:cBhvr>
                                      <p:to>
                                        <p:strVal val="visible"/>
                                      </p:to>
                                    </p:set>
                                    <p:animEffect transition="in" filter="dissolve">
                                      <p:cBhvr>
                                        <p:cTn id="120" dur="500"/>
                                        <p:tgtEl>
                                          <p:spTgt spid="626"/>
                                        </p:tgtEl>
                                      </p:cBhvr>
                                    </p:animEffect>
                                  </p:childTnLst>
                                </p:cTn>
                              </p:par>
                            </p:childTnLst>
                          </p:cTn>
                        </p:par>
                      </p:childTnLst>
                    </p:cTn>
                  </p:par>
                  <p:par>
                    <p:cTn id="121" fill="hold">
                      <p:stCondLst>
                        <p:cond delay="indefinite"/>
                      </p:stCondLst>
                      <p:childTnLst>
                        <p:par>
                          <p:cTn id="122" fill="hold">
                            <p:stCondLst>
                              <p:cond delay="0"/>
                            </p:stCondLst>
                            <p:childTnLst>
                              <p:par>
                                <p:cTn id="123" presetID="9" presetClass="entr" presetSubtype="0" fill="hold" grpId="0" nodeType="clickEffect">
                                  <p:stCondLst>
                                    <p:cond delay="0"/>
                                  </p:stCondLst>
                                  <p:childTnLst>
                                    <p:set>
                                      <p:cBhvr>
                                        <p:cTn id="124" dur="1" fill="hold">
                                          <p:stCondLst>
                                            <p:cond delay="0"/>
                                          </p:stCondLst>
                                        </p:cTn>
                                        <p:tgtEl>
                                          <p:spTgt spid="503"/>
                                        </p:tgtEl>
                                        <p:attrNameLst>
                                          <p:attrName>style.visibility</p:attrName>
                                        </p:attrNameLst>
                                      </p:cBhvr>
                                      <p:to>
                                        <p:strVal val="visible"/>
                                      </p:to>
                                    </p:set>
                                    <p:animEffect transition="in" filter="dissolve">
                                      <p:cBhvr>
                                        <p:cTn id="125" dur="500"/>
                                        <p:tgtEl>
                                          <p:spTgt spid="503"/>
                                        </p:tgtEl>
                                      </p:cBhvr>
                                    </p:animEffect>
                                  </p:childTnLst>
                                </p:cTn>
                              </p:par>
                            </p:childTnLst>
                          </p:cTn>
                        </p:par>
                      </p:childTnLst>
                    </p:cTn>
                  </p:par>
                  <p:par>
                    <p:cTn id="126" fill="hold">
                      <p:stCondLst>
                        <p:cond delay="indefinite"/>
                      </p:stCondLst>
                      <p:childTnLst>
                        <p:par>
                          <p:cTn id="127" fill="hold">
                            <p:stCondLst>
                              <p:cond delay="0"/>
                            </p:stCondLst>
                            <p:childTnLst>
                              <p:par>
                                <p:cTn id="128" presetID="9" presetClass="entr" presetSubtype="0" fill="hold" nodeType="clickEffect">
                                  <p:stCondLst>
                                    <p:cond delay="0"/>
                                  </p:stCondLst>
                                  <p:childTnLst>
                                    <p:set>
                                      <p:cBhvr>
                                        <p:cTn id="129" dur="1" fill="hold">
                                          <p:stCondLst>
                                            <p:cond delay="0"/>
                                          </p:stCondLst>
                                        </p:cTn>
                                        <p:tgtEl>
                                          <p:spTgt spid="504"/>
                                        </p:tgtEl>
                                        <p:attrNameLst>
                                          <p:attrName>style.visibility</p:attrName>
                                        </p:attrNameLst>
                                      </p:cBhvr>
                                      <p:to>
                                        <p:strVal val="visible"/>
                                      </p:to>
                                    </p:set>
                                    <p:animEffect transition="in" filter="dissolve">
                                      <p:cBhvr>
                                        <p:cTn id="130" dur="500"/>
                                        <p:tgtEl>
                                          <p:spTgt spid="504"/>
                                        </p:tgtEl>
                                      </p:cBhvr>
                                    </p:animEffect>
                                  </p:childTnLst>
                                </p:cTn>
                              </p:par>
                            </p:childTnLst>
                          </p:cTn>
                        </p:par>
                      </p:childTnLst>
                    </p:cTn>
                  </p:par>
                  <p:par>
                    <p:cTn id="131" fill="hold">
                      <p:stCondLst>
                        <p:cond delay="indefinite"/>
                      </p:stCondLst>
                      <p:childTnLst>
                        <p:par>
                          <p:cTn id="132" fill="hold">
                            <p:stCondLst>
                              <p:cond delay="0"/>
                            </p:stCondLst>
                            <p:childTnLst>
                              <p:par>
                                <p:cTn id="133" presetID="9" presetClass="entr" presetSubtype="0" fill="hold" nodeType="clickEffect">
                                  <p:stCondLst>
                                    <p:cond delay="0"/>
                                  </p:stCondLst>
                                  <p:childTnLst>
                                    <p:set>
                                      <p:cBhvr>
                                        <p:cTn id="134" dur="1" fill="hold">
                                          <p:stCondLst>
                                            <p:cond delay="0"/>
                                          </p:stCondLst>
                                        </p:cTn>
                                        <p:tgtEl>
                                          <p:spTgt spid="512"/>
                                        </p:tgtEl>
                                        <p:attrNameLst>
                                          <p:attrName>style.visibility</p:attrName>
                                        </p:attrNameLst>
                                      </p:cBhvr>
                                      <p:to>
                                        <p:strVal val="visible"/>
                                      </p:to>
                                    </p:set>
                                    <p:animEffect transition="in" filter="dissolve">
                                      <p:cBhvr>
                                        <p:cTn id="135" dur="500"/>
                                        <p:tgtEl>
                                          <p:spTgt spid="512"/>
                                        </p:tgtEl>
                                      </p:cBhvr>
                                    </p:animEffect>
                                  </p:childTnLst>
                                </p:cTn>
                              </p:par>
                              <p:par>
                                <p:cTn id="136" presetID="9" presetClass="entr" presetSubtype="0" fill="hold" nodeType="withEffect">
                                  <p:stCondLst>
                                    <p:cond delay="0"/>
                                  </p:stCondLst>
                                  <p:childTnLst>
                                    <p:set>
                                      <p:cBhvr>
                                        <p:cTn id="137" dur="1" fill="hold">
                                          <p:stCondLst>
                                            <p:cond delay="0"/>
                                          </p:stCondLst>
                                        </p:cTn>
                                        <p:tgtEl>
                                          <p:spTgt spid="630"/>
                                        </p:tgtEl>
                                        <p:attrNameLst>
                                          <p:attrName>style.visibility</p:attrName>
                                        </p:attrNameLst>
                                      </p:cBhvr>
                                      <p:to>
                                        <p:strVal val="visible"/>
                                      </p:to>
                                    </p:set>
                                    <p:animEffect transition="in" filter="dissolve">
                                      <p:cBhvr>
                                        <p:cTn id="138" dur="500"/>
                                        <p:tgtEl>
                                          <p:spTgt spid="630"/>
                                        </p:tgtEl>
                                      </p:cBhvr>
                                    </p:animEffect>
                                  </p:childTnLst>
                                </p:cTn>
                              </p:par>
                            </p:childTnLst>
                          </p:cTn>
                        </p:par>
                      </p:childTnLst>
                    </p:cTn>
                  </p:par>
                  <p:par>
                    <p:cTn id="139" fill="hold">
                      <p:stCondLst>
                        <p:cond delay="indefinite"/>
                      </p:stCondLst>
                      <p:childTnLst>
                        <p:par>
                          <p:cTn id="140" fill="hold">
                            <p:stCondLst>
                              <p:cond delay="0"/>
                            </p:stCondLst>
                            <p:childTnLst>
                              <p:par>
                                <p:cTn id="141" presetID="9" presetClass="entr" presetSubtype="0" fill="hold" grpId="0" nodeType="clickEffect">
                                  <p:stCondLst>
                                    <p:cond delay="0"/>
                                  </p:stCondLst>
                                  <p:childTnLst>
                                    <p:set>
                                      <p:cBhvr>
                                        <p:cTn id="142" dur="1" fill="hold">
                                          <p:stCondLst>
                                            <p:cond delay="0"/>
                                          </p:stCondLst>
                                        </p:cTn>
                                        <p:tgtEl>
                                          <p:spTgt spid="561"/>
                                        </p:tgtEl>
                                        <p:attrNameLst>
                                          <p:attrName>style.visibility</p:attrName>
                                        </p:attrNameLst>
                                      </p:cBhvr>
                                      <p:to>
                                        <p:strVal val="visible"/>
                                      </p:to>
                                    </p:set>
                                    <p:animEffect transition="in" filter="dissolve">
                                      <p:cBhvr>
                                        <p:cTn id="143" dur="500"/>
                                        <p:tgtEl>
                                          <p:spTgt spid="561"/>
                                        </p:tgtEl>
                                      </p:cBhvr>
                                    </p:animEffect>
                                  </p:childTnLst>
                                </p:cTn>
                              </p:par>
                            </p:childTnLst>
                          </p:cTn>
                        </p:par>
                      </p:childTnLst>
                    </p:cTn>
                  </p:par>
                  <p:par>
                    <p:cTn id="144" fill="hold">
                      <p:stCondLst>
                        <p:cond delay="indefinite"/>
                      </p:stCondLst>
                      <p:childTnLst>
                        <p:par>
                          <p:cTn id="145" fill="hold">
                            <p:stCondLst>
                              <p:cond delay="0"/>
                            </p:stCondLst>
                            <p:childTnLst>
                              <p:par>
                                <p:cTn id="146" presetID="9" presetClass="entr" presetSubtype="0" fill="hold" nodeType="clickEffect">
                                  <p:stCondLst>
                                    <p:cond delay="0"/>
                                  </p:stCondLst>
                                  <p:childTnLst>
                                    <p:set>
                                      <p:cBhvr>
                                        <p:cTn id="147" dur="1" fill="hold">
                                          <p:stCondLst>
                                            <p:cond delay="0"/>
                                          </p:stCondLst>
                                        </p:cTn>
                                        <p:tgtEl>
                                          <p:spTgt spid="562"/>
                                        </p:tgtEl>
                                        <p:attrNameLst>
                                          <p:attrName>style.visibility</p:attrName>
                                        </p:attrNameLst>
                                      </p:cBhvr>
                                      <p:to>
                                        <p:strVal val="visible"/>
                                      </p:to>
                                    </p:set>
                                    <p:animEffect transition="in" filter="dissolve">
                                      <p:cBhvr>
                                        <p:cTn id="148" dur="500"/>
                                        <p:tgtEl>
                                          <p:spTgt spid="562"/>
                                        </p:tgtEl>
                                      </p:cBhvr>
                                    </p:animEffect>
                                  </p:childTnLst>
                                </p:cTn>
                              </p:par>
                            </p:childTnLst>
                          </p:cTn>
                        </p:par>
                      </p:childTnLst>
                    </p:cTn>
                  </p:par>
                  <p:par>
                    <p:cTn id="149" fill="hold">
                      <p:stCondLst>
                        <p:cond delay="indefinite"/>
                      </p:stCondLst>
                      <p:childTnLst>
                        <p:par>
                          <p:cTn id="150" fill="hold">
                            <p:stCondLst>
                              <p:cond delay="0"/>
                            </p:stCondLst>
                            <p:childTnLst>
                              <p:par>
                                <p:cTn id="151" presetID="9" presetClass="entr" presetSubtype="0" fill="hold" nodeType="clickEffect">
                                  <p:stCondLst>
                                    <p:cond delay="0"/>
                                  </p:stCondLst>
                                  <p:childTnLst>
                                    <p:set>
                                      <p:cBhvr>
                                        <p:cTn id="152" dur="1" fill="hold">
                                          <p:stCondLst>
                                            <p:cond delay="0"/>
                                          </p:stCondLst>
                                        </p:cTn>
                                        <p:tgtEl>
                                          <p:spTgt spid="569"/>
                                        </p:tgtEl>
                                        <p:attrNameLst>
                                          <p:attrName>style.visibility</p:attrName>
                                        </p:attrNameLst>
                                      </p:cBhvr>
                                      <p:to>
                                        <p:strVal val="visible"/>
                                      </p:to>
                                    </p:set>
                                    <p:animEffect transition="in" filter="dissolve">
                                      <p:cBhvr>
                                        <p:cTn id="153" dur="500"/>
                                        <p:tgtEl>
                                          <p:spTgt spid="569"/>
                                        </p:tgtEl>
                                      </p:cBhvr>
                                    </p:animEffect>
                                  </p:childTnLst>
                                </p:cTn>
                              </p:par>
                              <p:par>
                                <p:cTn id="154" presetID="9" presetClass="entr" presetSubtype="0" fill="hold" nodeType="withEffect">
                                  <p:stCondLst>
                                    <p:cond delay="0"/>
                                  </p:stCondLst>
                                  <p:childTnLst>
                                    <p:set>
                                      <p:cBhvr>
                                        <p:cTn id="155" dur="1" fill="hold">
                                          <p:stCondLst>
                                            <p:cond delay="0"/>
                                          </p:stCondLst>
                                        </p:cTn>
                                        <p:tgtEl>
                                          <p:spTgt spid="634"/>
                                        </p:tgtEl>
                                        <p:attrNameLst>
                                          <p:attrName>style.visibility</p:attrName>
                                        </p:attrNameLst>
                                      </p:cBhvr>
                                      <p:to>
                                        <p:strVal val="visible"/>
                                      </p:to>
                                    </p:set>
                                    <p:animEffect transition="in" filter="dissolve">
                                      <p:cBhvr>
                                        <p:cTn id="156" dur="500"/>
                                        <p:tgtEl>
                                          <p:spTgt spid="634"/>
                                        </p:tgtEl>
                                      </p:cBhvr>
                                    </p:animEffect>
                                  </p:childTnLst>
                                </p:cTn>
                              </p:par>
                            </p:childTnLst>
                          </p:cTn>
                        </p:par>
                        <p:par>
                          <p:cTn id="157" fill="hold">
                            <p:stCondLst>
                              <p:cond delay="500"/>
                            </p:stCondLst>
                            <p:childTnLst>
                              <p:par>
                                <p:cTn id="158" presetID="9" presetClass="entr" presetSubtype="0" fill="hold" grpId="0" nodeType="afterEffect">
                                  <p:stCondLst>
                                    <p:cond delay="0"/>
                                  </p:stCondLst>
                                  <p:childTnLst>
                                    <p:set>
                                      <p:cBhvr>
                                        <p:cTn id="159" dur="1" fill="hold">
                                          <p:stCondLst>
                                            <p:cond delay="0"/>
                                          </p:stCondLst>
                                        </p:cTn>
                                        <p:tgtEl>
                                          <p:spTgt spid="618"/>
                                        </p:tgtEl>
                                        <p:attrNameLst>
                                          <p:attrName>style.visibility</p:attrName>
                                        </p:attrNameLst>
                                      </p:cBhvr>
                                      <p:to>
                                        <p:strVal val="visible"/>
                                      </p:to>
                                    </p:set>
                                    <p:animEffect transition="in" filter="dissolve">
                                      <p:cBhvr>
                                        <p:cTn id="160" dur="500"/>
                                        <p:tgtEl>
                                          <p:spTgt spid="618"/>
                                        </p:tgtEl>
                                      </p:cBhvr>
                                    </p:animEffect>
                                  </p:childTnLst>
                                </p:cTn>
                              </p:par>
                            </p:childTnLst>
                          </p:cTn>
                        </p:par>
                        <p:par>
                          <p:cTn id="161" fill="hold">
                            <p:stCondLst>
                              <p:cond delay="1000"/>
                            </p:stCondLst>
                            <p:childTnLst>
                              <p:par>
                                <p:cTn id="162" presetID="9" presetClass="entr" presetSubtype="0" fill="hold" nodeType="afterEffect">
                                  <p:stCondLst>
                                    <p:cond delay="0"/>
                                  </p:stCondLst>
                                  <p:childTnLst>
                                    <p:set>
                                      <p:cBhvr>
                                        <p:cTn id="163" dur="1" fill="hold">
                                          <p:stCondLst>
                                            <p:cond delay="0"/>
                                          </p:stCondLst>
                                        </p:cTn>
                                        <p:tgtEl>
                                          <p:spTgt spid="619"/>
                                        </p:tgtEl>
                                        <p:attrNameLst>
                                          <p:attrName>style.visibility</p:attrName>
                                        </p:attrNameLst>
                                      </p:cBhvr>
                                      <p:to>
                                        <p:strVal val="visible"/>
                                      </p:to>
                                    </p:set>
                                    <p:animEffect transition="in" filter="dissolve">
                                      <p:cBhvr>
                                        <p:cTn id="164" dur="500"/>
                                        <p:tgtEl>
                                          <p:spTgt spid="6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animBg="1"/>
      <p:bldP spid="49" grpId="0"/>
      <p:bldP spid="50" grpId="0" animBg="1"/>
      <p:bldP spid="51" grpId="0" animBg="1"/>
      <p:bldP spid="52" grpId="0" animBg="1"/>
      <p:bldP spid="53" grpId="0"/>
      <p:bldP spid="54" grpId="0"/>
      <p:bldP spid="55" grpId="0"/>
      <p:bldP spid="56" grpId="0" animBg="1"/>
      <p:bldP spid="57" grpId="0" animBg="1"/>
      <p:bldP spid="58" grpId="0" animBg="1"/>
      <p:bldP spid="63" grpId="0" animBg="1"/>
      <p:bldP spid="448" grpId="0" animBg="1"/>
      <p:bldP spid="449" grpId="0"/>
      <p:bldP spid="450" grpId="0"/>
      <p:bldP spid="451" grpId="0"/>
      <p:bldP spid="501" grpId="0" animBg="1"/>
      <p:bldP spid="502" grpId="0" animBg="1"/>
      <p:bldP spid="503" grpId="0" animBg="1"/>
      <p:bldP spid="561" grpId="0" animBg="1"/>
      <p:bldP spid="61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8" name="Content Placeholder 2">
            <a:extLst>
              <a:ext uri="{FF2B5EF4-FFF2-40B4-BE49-F238E27FC236}">
                <a16:creationId xmlns:a16="http://schemas.microsoft.com/office/drawing/2014/main" id="{9B3280E6-9053-1AFB-03F0-C1DA5C01219A}"/>
              </a:ext>
            </a:extLst>
          </p:cNvPr>
          <p:cNvSpPr txBox="1">
            <a:spLocks/>
          </p:cNvSpPr>
          <p:nvPr/>
        </p:nvSpPr>
        <p:spPr>
          <a:xfrm>
            <a:off x="719504" y="1315165"/>
            <a:ext cx="11216191" cy="68274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400" b="1" dirty="0">
                <a:solidFill>
                  <a:srgbClr val="1F1FFF"/>
                </a:solidFill>
                <a:latin typeface="IRANSans(FaNum)" panose="02040503050201020203" pitchFamily="18" charset="-78"/>
              </a:rPr>
              <a:t>بر مبنای رابطه </a:t>
            </a:r>
            <a:r>
              <a:rPr lang="en-US" sz="2400" b="1" dirty="0">
                <a:solidFill>
                  <a:srgbClr val="1F1FFF"/>
                </a:solidFill>
                <a:latin typeface="IRANSans(FaNum)" panose="02040503050201020203" pitchFamily="18" charset="-78"/>
              </a:rPr>
              <a:t>Bellman-Ford</a:t>
            </a:r>
            <a:r>
              <a:rPr lang="fa-IR" sz="2400" b="1" dirty="0">
                <a:solidFill>
                  <a:srgbClr val="1F1FFF"/>
                </a:solidFill>
                <a:latin typeface="IRANSans(FaNum)" panose="02040503050201020203" pitchFamily="18" charset="-78"/>
              </a:rPr>
              <a:t> یا برنامه‌ریزی پویا (</a:t>
            </a:r>
            <a:r>
              <a:rPr lang="en-US" sz="2400" b="1" dirty="0">
                <a:solidFill>
                  <a:srgbClr val="1F1FFF"/>
                </a:solidFill>
                <a:latin typeface="IRANSans(FaNum)" panose="02040503050201020203" pitchFamily="18" charset="-78"/>
              </a:rPr>
              <a:t>dynamic programming</a:t>
            </a:r>
            <a:r>
              <a:rPr lang="fa-IR" sz="2400" b="1" dirty="0">
                <a:solidFill>
                  <a:srgbClr val="1F1FFF"/>
                </a:solidFill>
                <a:latin typeface="IRANSans(FaNum)" panose="02040503050201020203" pitchFamily="18" charset="-78"/>
              </a:rPr>
              <a:t>)</a:t>
            </a:r>
            <a:endParaRPr lang="en-US" sz="2400" b="1" dirty="0">
              <a:solidFill>
                <a:srgbClr val="1F1FFF"/>
              </a:solidFill>
              <a:latin typeface="IRANSans(FaNum)" panose="02040503050201020203" pitchFamily="18" charset="-78"/>
            </a:endParaRPr>
          </a:p>
        </p:txBody>
      </p:sp>
      <p:grpSp>
        <p:nvGrpSpPr>
          <p:cNvPr id="642" name="Group 641">
            <a:extLst>
              <a:ext uri="{FF2B5EF4-FFF2-40B4-BE49-F238E27FC236}">
                <a16:creationId xmlns:a16="http://schemas.microsoft.com/office/drawing/2014/main" id="{2EF831F2-F530-856C-3297-6ADD80C4E0F3}"/>
              </a:ext>
            </a:extLst>
          </p:cNvPr>
          <p:cNvGrpSpPr/>
          <p:nvPr/>
        </p:nvGrpSpPr>
        <p:grpSpPr>
          <a:xfrm>
            <a:off x="433754" y="2055996"/>
            <a:ext cx="11216191" cy="2375328"/>
            <a:chOff x="433754" y="2055996"/>
            <a:chExt cx="11216191" cy="2375328"/>
          </a:xfrm>
        </p:grpSpPr>
        <p:sp>
          <p:nvSpPr>
            <p:cNvPr id="639" name="Rectangle 638">
              <a:extLst>
                <a:ext uri="{FF2B5EF4-FFF2-40B4-BE49-F238E27FC236}">
                  <a16:creationId xmlns:a16="http://schemas.microsoft.com/office/drawing/2014/main" id="{0DF616ED-2422-7711-BAFE-1235F88F1585}"/>
                </a:ext>
              </a:extLst>
            </p:cNvPr>
            <p:cNvSpPr/>
            <p:nvPr/>
          </p:nvSpPr>
          <p:spPr>
            <a:xfrm>
              <a:off x="433754" y="2302278"/>
              <a:ext cx="11216191" cy="2129046"/>
            </a:xfrm>
            <a:prstGeom prst="rect">
              <a:avLst/>
            </a:prstGeom>
            <a:noFill/>
            <a:ln w="31750">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0" name="Rectangle 639">
              <a:extLst>
                <a:ext uri="{FF2B5EF4-FFF2-40B4-BE49-F238E27FC236}">
                  <a16:creationId xmlns:a16="http://schemas.microsoft.com/office/drawing/2014/main" id="{3FF94E4D-6C42-076F-5022-D65543F7073C}"/>
                </a:ext>
              </a:extLst>
            </p:cNvPr>
            <p:cNvSpPr/>
            <p:nvPr/>
          </p:nvSpPr>
          <p:spPr>
            <a:xfrm>
              <a:off x="8496300" y="2055996"/>
              <a:ext cx="2805750" cy="500009"/>
            </a:xfrm>
            <a:prstGeom prst="rect">
              <a:avLst/>
            </a:prstGeom>
            <a:solidFill>
              <a:schemeClr val="accent1">
                <a:lumMod val="40000"/>
                <a:lumOff val="60000"/>
              </a:schemeClr>
            </a:solidFill>
            <a:ln w="31750">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rtl="1"/>
              <a:r>
                <a:rPr lang="fa-IR" b="1" dirty="0">
                  <a:solidFill>
                    <a:srgbClr val="0000C8"/>
                  </a:solidFill>
                  <a:latin typeface="IRANSans(FaNum)" panose="02040503050201020203" pitchFamily="18" charset="-78"/>
                  <a:cs typeface="IRANSans(FaNum)" panose="02040503050201020203" pitchFamily="18" charset="-78"/>
                </a:rPr>
                <a:t>رابطه </a:t>
              </a:r>
              <a:r>
                <a:rPr lang="en-US" b="1" dirty="0">
                  <a:solidFill>
                    <a:srgbClr val="0000C8"/>
                  </a:solidFill>
                  <a:latin typeface="IRANSans(FaNum)" panose="02040503050201020203" pitchFamily="18" charset="-78"/>
                  <a:cs typeface="IRANSans(FaNum)" panose="02040503050201020203" pitchFamily="18" charset="-78"/>
                </a:rPr>
                <a:t>Bellman-Ford</a:t>
              </a:r>
            </a:p>
          </p:txBody>
        </p:sp>
      </p:grpSp>
      <mc:AlternateContent xmlns:mc="http://schemas.openxmlformats.org/markup-compatibility/2006" xmlns:a14="http://schemas.microsoft.com/office/drawing/2010/main">
        <mc:Choice Requires="a14">
          <p:sp>
            <p:nvSpPr>
              <p:cNvPr id="641" name="TextBox 640">
                <a:extLst>
                  <a:ext uri="{FF2B5EF4-FFF2-40B4-BE49-F238E27FC236}">
                    <a16:creationId xmlns:a16="http://schemas.microsoft.com/office/drawing/2014/main" id="{B7FB24E3-F60C-B5E3-D884-85870B3776DB}"/>
                  </a:ext>
                </a:extLst>
              </p:cNvPr>
              <p:cNvSpPr txBox="1"/>
              <p:nvPr/>
            </p:nvSpPr>
            <p:spPr>
              <a:xfrm>
                <a:off x="703385" y="2621378"/>
                <a:ext cx="10755640" cy="1644104"/>
              </a:xfrm>
              <a:prstGeom prst="rect">
                <a:avLst/>
              </a:prstGeom>
              <a:noFill/>
            </p:spPr>
            <p:txBody>
              <a:bodyPr wrap="square" rtlCol="0">
                <a:spAutoFit/>
              </a:bodyPr>
              <a:lstStyle/>
              <a:p>
                <a:pPr algn="r" rtl="1">
                  <a:lnSpc>
                    <a:spcPct val="150000"/>
                  </a:lnSpc>
                </a:pPr>
                <a:r>
                  <a:rPr lang="fa-IR" b="1" dirty="0">
                    <a:latin typeface="IRANSans(FaNum)" panose="02040503050201020203" pitchFamily="18" charset="-78"/>
                    <a:cs typeface="IRANSans(FaNum)" panose="02040503050201020203" pitchFamily="18" charset="-78"/>
                  </a:rPr>
                  <a:t>در نظر بگیرید </a:t>
                </a:r>
                <a14:m>
                  <m:oMath xmlns:m="http://schemas.openxmlformats.org/officeDocument/2006/math">
                    <m:sSub>
                      <m:sSubPr>
                        <m:ctrlPr>
                          <a:rPr lang="en-US" b="1" i="1" smtClean="0">
                            <a:latin typeface="Cambria Math" panose="02040503050406030204" pitchFamily="18" charset="0"/>
                            <a:cs typeface="IRANSans(FaNum)" panose="02040503050201020203" pitchFamily="18" charset="-78"/>
                          </a:rPr>
                        </m:ctrlPr>
                      </m:sSubPr>
                      <m:e>
                        <m:r>
                          <a:rPr lang="en-US" b="1" i="1" smtClean="0">
                            <a:latin typeface="Cambria Math" panose="02040503050406030204" pitchFamily="18" charset="0"/>
                            <a:cs typeface="IRANSans(FaNum)" panose="02040503050201020203" pitchFamily="18" charset="-78"/>
                          </a:rPr>
                          <m:t>𝑫</m:t>
                        </m:r>
                      </m:e>
                      <m:sub>
                        <m:r>
                          <a:rPr lang="en-US" b="1" i="1" smtClean="0">
                            <a:latin typeface="Cambria Math" panose="02040503050406030204" pitchFamily="18" charset="0"/>
                            <a:cs typeface="IRANSans(FaNum)" panose="02040503050201020203" pitchFamily="18" charset="-78"/>
                          </a:rPr>
                          <m:t>𝒙</m:t>
                        </m:r>
                      </m:sub>
                    </m:sSub>
                    <m:r>
                      <a:rPr lang="en-US" b="1" i="1" smtClean="0">
                        <a:latin typeface="Cambria Math" panose="02040503050406030204" pitchFamily="18" charset="0"/>
                        <a:cs typeface="IRANSans(FaNum)" panose="02040503050201020203" pitchFamily="18" charset="-78"/>
                      </a:rPr>
                      <m:t>(</m:t>
                    </m:r>
                    <m:r>
                      <a:rPr lang="en-US" b="1" i="1" smtClean="0">
                        <a:latin typeface="Cambria Math" panose="02040503050406030204" pitchFamily="18" charset="0"/>
                        <a:cs typeface="IRANSans(FaNum)" panose="02040503050201020203" pitchFamily="18" charset="-78"/>
                      </a:rPr>
                      <m:t>𝒚</m:t>
                    </m:r>
                    <m:r>
                      <a:rPr lang="en-US" b="1" i="1" smtClean="0">
                        <a:latin typeface="Cambria Math" panose="02040503050406030204" pitchFamily="18" charset="0"/>
                        <a:cs typeface="IRANSans(FaNum)" panose="02040503050201020203" pitchFamily="18" charset="-78"/>
                      </a:rPr>
                      <m:t>)</m:t>
                    </m:r>
                  </m:oMath>
                </a14:m>
                <a:r>
                  <a:rPr lang="fa-IR" b="1" dirty="0">
                    <a:latin typeface="IRANSans(FaNum)" panose="02040503050201020203" pitchFamily="18" charset="-78"/>
                    <a:cs typeface="IRANSans(FaNum)" panose="02040503050201020203" pitchFamily="18" charset="-78"/>
                  </a:rPr>
                  <a:t> هزینه مسیر با کم‌ترین هزینه از گره </a:t>
                </a:r>
                <a14:m>
                  <m:oMath xmlns:m="http://schemas.openxmlformats.org/officeDocument/2006/math">
                    <m:r>
                      <a:rPr lang="en-US" b="1" i="1" smtClean="0">
                        <a:latin typeface="Cambria Math" panose="02040503050406030204" pitchFamily="18" charset="0"/>
                        <a:cs typeface="IRANSans(FaNum)" panose="02040503050201020203" pitchFamily="18" charset="-78"/>
                      </a:rPr>
                      <m:t>𝒙</m:t>
                    </m:r>
                  </m:oMath>
                </a14:m>
                <a:r>
                  <a:rPr lang="fa-IR" b="1" dirty="0">
                    <a:latin typeface="IRANSans(FaNum)" panose="02040503050201020203" pitchFamily="18" charset="-78"/>
                    <a:cs typeface="IRANSans(FaNum)" panose="02040503050201020203" pitchFamily="18" charset="-78"/>
                  </a:rPr>
                  <a:t> به گره </a:t>
                </a:r>
                <a14:m>
                  <m:oMath xmlns:m="http://schemas.openxmlformats.org/officeDocument/2006/math">
                    <m:r>
                      <a:rPr lang="en-US" b="1" i="1" smtClean="0">
                        <a:latin typeface="Cambria Math" panose="02040503050406030204" pitchFamily="18" charset="0"/>
                        <a:cs typeface="IRANSans(FaNum)" panose="02040503050201020203" pitchFamily="18" charset="-78"/>
                      </a:rPr>
                      <m:t>𝒚</m:t>
                    </m:r>
                  </m:oMath>
                </a14:m>
                <a:r>
                  <a:rPr lang="fa-IR" b="1" dirty="0">
                    <a:latin typeface="IRANSans(FaNum)" panose="02040503050201020203" pitchFamily="18" charset="-78"/>
                    <a:cs typeface="IRANSans(FaNum)" panose="02040503050201020203" pitchFamily="18" charset="-78"/>
                  </a:rPr>
                  <a:t> است:</a:t>
                </a:r>
              </a:p>
              <a:p>
                <a:pPr algn="r" rtl="1">
                  <a:lnSpc>
                    <a:spcPct val="150000"/>
                  </a:lnSpc>
                </a:pPr>
                <a:r>
                  <a:rPr lang="fa-IR" b="1" dirty="0">
                    <a:latin typeface="IRANSans(FaNum)" panose="02040503050201020203" pitchFamily="18" charset="-78"/>
                    <a:cs typeface="IRANSans(FaNum)" panose="02040503050201020203" pitchFamily="18" charset="-78"/>
                  </a:rPr>
                  <a:t>آنگاه:</a:t>
                </a:r>
              </a:p>
              <a:p>
                <a:pPr algn="ctr">
                  <a:lnSpc>
                    <a:spcPct val="150000"/>
                  </a:lnSpc>
                </a:pPr>
                <a14:m>
                  <m:oMathPara xmlns:m="http://schemas.openxmlformats.org/officeDocument/2006/math">
                    <m:oMathParaPr>
                      <m:jc m:val="centerGroup"/>
                    </m:oMathParaPr>
                    <m:oMath xmlns:m="http://schemas.openxmlformats.org/officeDocument/2006/math">
                      <m:sSub>
                        <m:sSubPr>
                          <m:ctrlPr>
                            <a:rPr lang="en-US" sz="2400" b="1" i="1" smtClean="0">
                              <a:latin typeface="Cambria Math" panose="02040503050406030204" pitchFamily="18" charset="0"/>
                              <a:cs typeface="IRANSans(FaNum)" panose="02040503050201020203" pitchFamily="18" charset="-78"/>
                            </a:rPr>
                          </m:ctrlPr>
                        </m:sSubPr>
                        <m:e>
                          <m:r>
                            <a:rPr lang="en-US" sz="2400" b="1" i="1" smtClean="0">
                              <a:latin typeface="Cambria Math" panose="02040503050406030204" pitchFamily="18" charset="0"/>
                              <a:cs typeface="IRANSans(FaNum)" panose="02040503050201020203" pitchFamily="18" charset="-78"/>
                            </a:rPr>
                            <m:t>𝑫</m:t>
                          </m:r>
                        </m:e>
                        <m:sub>
                          <m:r>
                            <a:rPr lang="en-US" sz="2400" b="1" i="1" smtClean="0">
                              <a:latin typeface="Cambria Math" panose="02040503050406030204" pitchFamily="18" charset="0"/>
                              <a:cs typeface="IRANSans(FaNum)" panose="02040503050201020203" pitchFamily="18" charset="-78"/>
                            </a:rPr>
                            <m:t>𝒙</m:t>
                          </m:r>
                        </m:sub>
                      </m:sSub>
                      <m:d>
                        <m:dPr>
                          <m:ctrlPr>
                            <a:rPr lang="en-US" sz="2400" b="1" i="1" smtClean="0">
                              <a:latin typeface="Cambria Math" panose="02040503050406030204" pitchFamily="18" charset="0"/>
                              <a:cs typeface="IRANSans(FaNum)" panose="02040503050201020203" pitchFamily="18" charset="-78"/>
                            </a:rPr>
                          </m:ctrlPr>
                        </m:dPr>
                        <m:e>
                          <m:r>
                            <a:rPr lang="en-US" sz="2400" b="1" i="1" smtClean="0">
                              <a:latin typeface="Cambria Math" panose="02040503050406030204" pitchFamily="18" charset="0"/>
                              <a:cs typeface="IRANSans(FaNum)" panose="02040503050201020203" pitchFamily="18" charset="-78"/>
                            </a:rPr>
                            <m:t>𝒚</m:t>
                          </m:r>
                        </m:e>
                      </m:d>
                      <m:r>
                        <a:rPr lang="en-US" sz="2400" b="1" i="1">
                          <a:latin typeface="Cambria Math" panose="02040503050406030204" pitchFamily="18" charset="0"/>
                          <a:cs typeface="IRANSans(FaNum)" panose="02040503050201020203" pitchFamily="18" charset="-78"/>
                        </a:rPr>
                        <m:t>= </m:t>
                      </m:r>
                      <m:func>
                        <m:funcPr>
                          <m:ctrlPr>
                            <a:rPr lang="en-US" sz="2400" b="1" i="1">
                              <a:latin typeface="Cambria Math" panose="02040503050406030204" pitchFamily="18" charset="0"/>
                              <a:cs typeface="IRANSans(FaNum)" panose="02040503050201020203" pitchFamily="18" charset="-78"/>
                            </a:rPr>
                          </m:ctrlPr>
                        </m:funcPr>
                        <m:fName>
                          <m:limLow>
                            <m:limLowPr>
                              <m:ctrlPr>
                                <a:rPr lang="en-US" sz="2400" b="1" i="1">
                                  <a:latin typeface="Cambria Math" panose="02040503050406030204" pitchFamily="18" charset="0"/>
                                  <a:cs typeface="IRANSans(FaNum)" panose="02040503050201020203" pitchFamily="18" charset="-78"/>
                                </a:rPr>
                              </m:ctrlPr>
                            </m:limLowPr>
                            <m:e>
                              <m:r>
                                <m:rPr>
                                  <m:sty m:val="p"/>
                                </m:rPr>
                                <a:rPr lang="en-US" sz="2400">
                                  <a:latin typeface="Cambria Math" panose="02040503050406030204" pitchFamily="18" charset="0"/>
                                  <a:cs typeface="IRANSans(FaNum)" panose="02040503050201020203" pitchFamily="18" charset="-78"/>
                                </a:rPr>
                                <m:t>min</m:t>
                              </m:r>
                            </m:e>
                            <m:lim>
                              <m:r>
                                <a:rPr lang="en-US" sz="2400" b="1" i="1">
                                  <a:latin typeface="Cambria Math" panose="02040503050406030204" pitchFamily="18" charset="0"/>
                                  <a:cs typeface="IRANSans(FaNum)" panose="02040503050201020203" pitchFamily="18" charset="-78"/>
                                </a:rPr>
                                <m:t>𝒗</m:t>
                              </m:r>
                            </m:lim>
                          </m:limLow>
                        </m:fName>
                        <m:e>
                          <m:r>
                            <a:rPr lang="en-US" sz="2400" b="1" i="1">
                              <a:latin typeface="Cambria Math" panose="02040503050406030204" pitchFamily="18" charset="0"/>
                              <a:cs typeface="IRANSans(FaNum)" panose="02040503050201020203" pitchFamily="18" charset="-78"/>
                            </a:rPr>
                            <m:t>{</m:t>
                          </m:r>
                          <m:sSub>
                            <m:sSubPr>
                              <m:ctrlPr>
                                <a:rPr lang="en-US" sz="2400" b="1" i="1">
                                  <a:latin typeface="Cambria Math" panose="02040503050406030204" pitchFamily="18" charset="0"/>
                                  <a:cs typeface="IRANSans(FaNum)" panose="02040503050201020203" pitchFamily="18" charset="-78"/>
                                </a:rPr>
                              </m:ctrlPr>
                            </m:sSubPr>
                            <m:e>
                              <m:r>
                                <a:rPr lang="en-US" sz="2400" b="1" i="1">
                                  <a:latin typeface="Cambria Math" panose="02040503050406030204" pitchFamily="18" charset="0"/>
                                  <a:cs typeface="IRANSans(FaNum)" panose="02040503050201020203" pitchFamily="18" charset="-78"/>
                                </a:rPr>
                                <m:t>𝑪</m:t>
                              </m:r>
                            </m:e>
                            <m:sub>
                              <m:r>
                                <a:rPr lang="en-US" sz="2400" b="1" i="1">
                                  <a:latin typeface="Cambria Math" panose="02040503050406030204" pitchFamily="18" charset="0"/>
                                  <a:cs typeface="IRANSans(FaNum)" panose="02040503050201020203" pitchFamily="18" charset="-78"/>
                                </a:rPr>
                                <m:t>𝒙</m:t>
                              </m:r>
                              <m:r>
                                <a:rPr lang="en-US" sz="2400" b="1" i="1">
                                  <a:latin typeface="Cambria Math" panose="02040503050406030204" pitchFamily="18" charset="0"/>
                                  <a:cs typeface="IRANSans(FaNum)" panose="02040503050201020203" pitchFamily="18" charset="-78"/>
                                </a:rPr>
                                <m:t>,</m:t>
                              </m:r>
                              <m:r>
                                <a:rPr lang="en-US" sz="2400" b="1" i="1" smtClean="0">
                                  <a:latin typeface="Cambria Math" panose="02040503050406030204" pitchFamily="18" charset="0"/>
                                  <a:cs typeface="IRANSans(FaNum)" panose="02040503050201020203" pitchFamily="18" charset="-78"/>
                                </a:rPr>
                                <m:t>𝒗</m:t>
                              </m:r>
                            </m:sub>
                          </m:sSub>
                          <m:r>
                            <a:rPr lang="en-US" sz="2400" b="1" i="1">
                              <a:latin typeface="Cambria Math" panose="02040503050406030204" pitchFamily="18" charset="0"/>
                              <a:cs typeface="IRANSans(FaNum)" panose="02040503050201020203" pitchFamily="18" charset="-78"/>
                            </a:rPr>
                            <m:t>+</m:t>
                          </m:r>
                          <m:sSub>
                            <m:sSubPr>
                              <m:ctrlPr>
                                <a:rPr lang="en-US" sz="2400" b="1" i="1">
                                  <a:latin typeface="Cambria Math" panose="02040503050406030204" pitchFamily="18" charset="0"/>
                                  <a:cs typeface="IRANSans(FaNum)" panose="02040503050201020203" pitchFamily="18" charset="-78"/>
                                </a:rPr>
                              </m:ctrlPr>
                            </m:sSubPr>
                            <m:e>
                              <m:r>
                                <a:rPr lang="en-US" sz="2400" b="1" i="1">
                                  <a:latin typeface="Cambria Math" panose="02040503050406030204" pitchFamily="18" charset="0"/>
                                  <a:cs typeface="IRANSans(FaNum)" panose="02040503050201020203" pitchFamily="18" charset="-78"/>
                                </a:rPr>
                                <m:t>𝑫</m:t>
                              </m:r>
                            </m:e>
                            <m:sub>
                              <m:r>
                                <a:rPr lang="en-US" sz="2400" b="1" i="1">
                                  <a:latin typeface="Cambria Math" panose="02040503050406030204" pitchFamily="18" charset="0"/>
                                  <a:cs typeface="IRANSans(FaNum)" panose="02040503050201020203" pitchFamily="18" charset="-78"/>
                                </a:rPr>
                                <m:t>𝒗</m:t>
                              </m:r>
                            </m:sub>
                          </m:sSub>
                          <m:r>
                            <a:rPr lang="en-US" sz="2400" b="1" i="1">
                              <a:latin typeface="Cambria Math" panose="02040503050406030204" pitchFamily="18" charset="0"/>
                              <a:cs typeface="IRANSans(FaNum)" panose="02040503050201020203" pitchFamily="18" charset="-78"/>
                            </a:rPr>
                            <m:t>(</m:t>
                          </m:r>
                          <m:r>
                            <a:rPr lang="en-US" sz="2400" b="1" i="1">
                              <a:latin typeface="Cambria Math" panose="02040503050406030204" pitchFamily="18" charset="0"/>
                              <a:cs typeface="IRANSans(FaNum)" panose="02040503050201020203" pitchFamily="18" charset="-78"/>
                            </a:rPr>
                            <m:t>𝒚</m:t>
                          </m:r>
                          <m:r>
                            <a:rPr lang="en-US" sz="2400" b="1" i="1">
                              <a:latin typeface="Cambria Math" panose="02040503050406030204" pitchFamily="18" charset="0"/>
                              <a:cs typeface="IRANSans(FaNum)" panose="02040503050201020203" pitchFamily="18" charset="-78"/>
                            </a:rPr>
                            <m:t>)}</m:t>
                          </m:r>
                        </m:e>
                      </m:func>
                    </m:oMath>
                  </m:oMathPara>
                </a14:m>
                <a:endParaRPr lang="en-US" sz="2400" b="1" dirty="0">
                  <a:latin typeface="IRANSans(FaNum)" panose="02040503050201020203" pitchFamily="18" charset="-78"/>
                  <a:cs typeface="IRANSans(FaNum)" panose="02040503050201020203" pitchFamily="18" charset="-78"/>
                </a:endParaRPr>
              </a:p>
            </p:txBody>
          </p:sp>
        </mc:Choice>
        <mc:Fallback xmlns="">
          <p:sp>
            <p:nvSpPr>
              <p:cNvPr id="641" name="TextBox 640">
                <a:extLst>
                  <a:ext uri="{FF2B5EF4-FFF2-40B4-BE49-F238E27FC236}">
                    <a16:creationId xmlns:a16="http://schemas.microsoft.com/office/drawing/2014/main" id="{B7FB24E3-F60C-B5E3-D884-85870B3776DB}"/>
                  </a:ext>
                </a:extLst>
              </p:cNvPr>
              <p:cNvSpPr txBox="1">
                <a:spLocks noRot="1" noChangeAspect="1" noMove="1" noResize="1" noEditPoints="1" noAdjustHandles="1" noChangeArrowheads="1" noChangeShapeType="1" noTextEdit="1"/>
              </p:cNvSpPr>
              <p:nvPr/>
            </p:nvSpPr>
            <p:spPr>
              <a:xfrm>
                <a:off x="703385" y="2621378"/>
                <a:ext cx="10755640" cy="1644104"/>
              </a:xfrm>
              <a:prstGeom prst="rect">
                <a:avLst/>
              </a:prstGeom>
              <a:blipFill>
                <a:blip r:embed="rId4"/>
                <a:stretch>
                  <a:fillRect r="-453"/>
                </a:stretch>
              </a:blipFill>
            </p:spPr>
            <p:txBody>
              <a:bodyPr/>
              <a:lstStyle/>
              <a:p>
                <a:r>
                  <a:rPr lang="en-US">
                    <a:noFill/>
                  </a:rPr>
                  <a:t> </a:t>
                </a:r>
              </a:p>
            </p:txBody>
          </p:sp>
        </mc:Fallback>
      </mc:AlternateContent>
      <p:grpSp>
        <p:nvGrpSpPr>
          <p:cNvPr id="643" name="Group 642">
            <a:extLst>
              <a:ext uri="{FF2B5EF4-FFF2-40B4-BE49-F238E27FC236}">
                <a16:creationId xmlns:a16="http://schemas.microsoft.com/office/drawing/2014/main" id="{8519F5C9-105C-C64E-3DC5-3A5CA6337003}"/>
              </a:ext>
            </a:extLst>
          </p:cNvPr>
          <p:cNvGrpSpPr/>
          <p:nvPr/>
        </p:nvGrpSpPr>
        <p:grpSpPr>
          <a:xfrm>
            <a:off x="5723776" y="4137385"/>
            <a:ext cx="3926075" cy="1962031"/>
            <a:chOff x="5295002" y="4749453"/>
            <a:chExt cx="3926075" cy="1962031"/>
          </a:xfrm>
        </p:grpSpPr>
        <mc:AlternateContent xmlns:mc="http://schemas.openxmlformats.org/markup-compatibility/2006" xmlns:a14="http://schemas.microsoft.com/office/drawing/2010/main">
          <mc:Choice Requires="a14">
            <p:sp>
              <p:nvSpPr>
                <p:cNvPr id="644" name="Text Box 7">
                  <a:extLst>
                    <a:ext uri="{FF2B5EF4-FFF2-40B4-BE49-F238E27FC236}">
                      <a16:creationId xmlns:a16="http://schemas.microsoft.com/office/drawing/2014/main" id="{FFCA2F2B-05B6-4DF1-E7C7-7C89A5CDBEF5}"/>
                    </a:ext>
                  </a:extLst>
                </p:cNvPr>
                <p:cNvSpPr txBox="1">
                  <a:spLocks noChangeArrowheads="1"/>
                </p:cNvSpPr>
                <p:nvPr/>
              </p:nvSpPr>
              <p:spPr bwMode="auto">
                <a:xfrm>
                  <a:off x="5295002" y="6372930"/>
                  <a:ext cx="3926075" cy="338554"/>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a:r>
                    <a:rPr lang="fa-IR" sz="1600" b="1" dirty="0">
                      <a:latin typeface="IRANSans(FaNum)" panose="02040503050201020203" pitchFamily="18" charset="-78"/>
                      <a:cs typeface="IRANSans(FaNum)" panose="02040503050201020203" pitchFamily="18" charset="-78"/>
                    </a:rPr>
                    <a:t>هزینه لینک مستقیم از گره </a:t>
                  </a:r>
                  <a14:m>
                    <m:oMath xmlns:m="http://schemas.openxmlformats.org/officeDocument/2006/math">
                      <m:r>
                        <a:rPr lang="en-US" sz="1600" b="1" i="1" dirty="0" smtClean="0">
                          <a:latin typeface="Cambria Math" panose="02040503050406030204" pitchFamily="18" charset="0"/>
                          <a:cs typeface="IRANSans(FaNum)" panose="02040503050201020203" pitchFamily="18" charset="-78"/>
                        </a:rPr>
                        <m:t>𝒙</m:t>
                      </m:r>
                    </m:oMath>
                  </a14:m>
                  <a:r>
                    <a:rPr lang="fa-IR" sz="1600" b="1" dirty="0">
                      <a:latin typeface="IRANSans(FaNum)" panose="02040503050201020203" pitchFamily="18" charset="-78"/>
                      <a:cs typeface="IRANSans(FaNum)" panose="02040503050201020203" pitchFamily="18" charset="-78"/>
                    </a:rPr>
                    <a:t> به گره همسایه </a:t>
                  </a:r>
                  <a14:m>
                    <m:oMath xmlns:m="http://schemas.openxmlformats.org/officeDocument/2006/math">
                      <m:r>
                        <a:rPr lang="en-US" sz="1600" b="1" i="1" dirty="0" smtClean="0">
                          <a:latin typeface="Cambria Math" panose="02040503050406030204" pitchFamily="18" charset="0"/>
                          <a:cs typeface="IRANSans(FaNum)" panose="02040503050201020203" pitchFamily="18" charset="-78"/>
                        </a:rPr>
                        <m:t>𝒗</m:t>
                      </m:r>
                    </m:oMath>
                  </a14:m>
                  <a:r>
                    <a:rPr lang="fa-IR" sz="1600" b="1" dirty="0">
                      <a:latin typeface="IRANSans(FaNum)" panose="02040503050201020203" pitchFamily="18" charset="-78"/>
                      <a:cs typeface="IRANSans(FaNum)" panose="02040503050201020203" pitchFamily="18" charset="-78"/>
                    </a:rPr>
                    <a:t> </a:t>
                  </a:r>
                  <a:endParaRPr lang="en-US" sz="1600" b="1" dirty="0">
                    <a:latin typeface="IRANSans(FaNum)" panose="02040503050201020203" pitchFamily="18" charset="-78"/>
                    <a:cs typeface="IRANSans(FaNum)" panose="02040503050201020203" pitchFamily="18" charset="-78"/>
                  </a:endParaRPr>
                </a:p>
              </p:txBody>
            </p:sp>
          </mc:Choice>
          <mc:Fallback xmlns="">
            <p:sp>
              <p:nvSpPr>
                <p:cNvPr id="644" name="Text Box 7">
                  <a:extLst>
                    <a:ext uri="{FF2B5EF4-FFF2-40B4-BE49-F238E27FC236}">
                      <a16:creationId xmlns:a16="http://schemas.microsoft.com/office/drawing/2014/main" id="{FFCA2F2B-05B6-4DF1-E7C7-7C89A5CDBEF5}"/>
                    </a:ext>
                  </a:extLst>
                </p:cNvPr>
                <p:cNvSpPr txBox="1">
                  <a:spLocks noRot="1" noChangeAspect="1" noMove="1" noResize="1" noEditPoints="1" noAdjustHandles="1" noChangeArrowheads="1" noChangeShapeType="1" noTextEdit="1"/>
                </p:cNvSpPr>
                <p:nvPr/>
              </p:nvSpPr>
              <p:spPr bwMode="auto">
                <a:xfrm>
                  <a:off x="5295002" y="6372930"/>
                  <a:ext cx="3926075" cy="338554"/>
                </a:xfrm>
                <a:prstGeom prst="rect">
                  <a:avLst/>
                </a:prstGeom>
                <a:blipFill>
                  <a:blip r:embed="rId5"/>
                  <a:stretch>
                    <a:fillRect t="-1786" r="-776" b="-25000"/>
                  </a:stretch>
                </a:blip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noFill/>
                    </a:rPr>
                    <a:t> </a:t>
                  </a:r>
                </a:p>
              </p:txBody>
            </p:sp>
          </mc:Fallback>
        </mc:AlternateContent>
        <p:cxnSp>
          <p:nvCxnSpPr>
            <p:cNvPr id="645" name="Straight Connector 644">
              <a:extLst>
                <a:ext uri="{FF2B5EF4-FFF2-40B4-BE49-F238E27FC236}">
                  <a16:creationId xmlns:a16="http://schemas.microsoft.com/office/drawing/2014/main" id="{CABFB162-8EFD-C187-E480-1618F4833C51}"/>
                </a:ext>
              </a:extLst>
            </p:cNvPr>
            <p:cNvCxnSpPr>
              <a:cxnSpLocks/>
            </p:cNvCxnSpPr>
            <p:nvPr/>
          </p:nvCxnSpPr>
          <p:spPr>
            <a:xfrm flipV="1">
              <a:off x="5901847" y="4749453"/>
              <a:ext cx="0" cy="1620000"/>
            </a:xfrm>
            <a:prstGeom prst="line">
              <a:avLst/>
            </a:prstGeom>
            <a:ln w="12700">
              <a:solidFill>
                <a:srgbClr val="C00000"/>
              </a:solidFill>
              <a:prstDash val="sysDash"/>
              <a:headEnd type="none"/>
              <a:tailEnd type="arrow"/>
            </a:ln>
          </p:spPr>
          <p:style>
            <a:lnRef idx="1">
              <a:schemeClr val="accent1"/>
            </a:lnRef>
            <a:fillRef idx="0">
              <a:schemeClr val="accent1"/>
            </a:fillRef>
            <a:effectRef idx="0">
              <a:schemeClr val="accent1"/>
            </a:effectRef>
            <a:fontRef idx="minor">
              <a:schemeClr val="tx1"/>
            </a:fontRef>
          </p:style>
        </p:cxnSp>
      </p:grpSp>
      <p:grpSp>
        <p:nvGrpSpPr>
          <p:cNvPr id="646" name="Group 645">
            <a:extLst>
              <a:ext uri="{FF2B5EF4-FFF2-40B4-BE49-F238E27FC236}">
                <a16:creationId xmlns:a16="http://schemas.microsoft.com/office/drawing/2014/main" id="{CEA5A1AD-71B3-09FC-EF27-F1BD52BD03DE}"/>
              </a:ext>
            </a:extLst>
          </p:cNvPr>
          <p:cNvGrpSpPr/>
          <p:nvPr/>
        </p:nvGrpSpPr>
        <p:grpSpPr>
          <a:xfrm>
            <a:off x="6775610" y="4161226"/>
            <a:ext cx="4846199" cy="1277569"/>
            <a:chOff x="5373735" y="4749453"/>
            <a:chExt cx="4846199" cy="1277569"/>
          </a:xfrm>
        </p:grpSpPr>
        <mc:AlternateContent xmlns:mc="http://schemas.openxmlformats.org/markup-compatibility/2006" xmlns:a14="http://schemas.microsoft.com/office/drawing/2010/main">
          <mc:Choice Requires="a14">
            <p:sp>
              <p:nvSpPr>
                <p:cNvPr id="647" name="Text Box 7">
                  <a:extLst>
                    <a:ext uri="{FF2B5EF4-FFF2-40B4-BE49-F238E27FC236}">
                      <a16:creationId xmlns:a16="http://schemas.microsoft.com/office/drawing/2014/main" id="{FBE074A5-1E4B-5E49-5901-11AE89E90522}"/>
                    </a:ext>
                  </a:extLst>
                </p:cNvPr>
                <p:cNvSpPr txBox="1">
                  <a:spLocks noChangeArrowheads="1"/>
                </p:cNvSpPr>
                <p:nvPr/>
              </p:nvSpPr>
              <p:spPr bwMode="auto">
                <a:xfrm>
                  <a:off x="5373735" y="5688468"/>
                  <a:ext cx="4846199" cy="338554"/>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a:r>
                    <a:rPr lang="fa-IR" sz="1600" b="1" dirty="0">
                      <a:latin typeface="IRANSans(FaNum)" panose="02040503050201020203" pitchFamily="18" charset="-78"/>
                      <a:cs typeface="IRANSans(FaNum)" panose="02040503050201020203" pitchFamily="18" charset="-78"/>
                    </a:rPr>
                    <a:t>تخمین هزینه مسیر با کم‌ترین هزینه از گره </a:t>
                  </a:r>
                  <a14:m>
                    <m:oMath xmlns:m="http://schemas.openxmlformats.org/officeDocument/2006/math">
                      <m:r>
                        <a:rPr lang="en-US" sz="1600" b="1" i="1" dirty="0" smtClean="0">
                          <a:latin typeface="Cambria Math" panose="02040503050406030204" pitchFamily="18" charset="0"/>
                          <a:cs typeface="IRANSans(FaNum)" panose="02040503050201020203" pitchFamily="18" charset="-78"/>
                        </a:rPr>
                        <m:t>𝒗</m:t>
                      </m:r>
                    </m:oMath>
                  </a14:m>
                  <a:r>
                    <a:rPr lang="fa-IR" sz="1600" b="1" dirty="0">
                      <a:latin typeface="IRANSans(FaNum)" panose="02040503050201020203" pitchFamily="18" charset="-78"/>
                      <a:cs typeface="IRANSans(FaNum)" panose="02040503050201020203" pitchFamily="18" charset="-78"/>
                    </a:rPr>
                    <a:t> به گره مقصد </a:t>
                  </a:r>
                  <a14:m>
                    <m:oMath xmlns:m="http://schemas.openxmlformats.org/officeDocument/2006/math">
                      <m:r>
                        <a:rPr lang="en-US" sz="1600" b="1" i="1" dirty="0" smtClean="0">
                          <a:latin typeface="Cambria Math" panose="02040503050406030204" pitchFamily="18" charset="0"/>
                          <a:cs typeface="IRANSans(FaNum)" panose="02040503050201020203" pitchFamily="18" charset="-78"/>
                        </a:rPr>
                        <m:t>𝒚</m:t>
                      </m:r>
                    </m:oMath>
                  </a14:m>
                  <a:endParaRPr lang="en-US" sz="1600" b="1" dirty="0">
                    <a:latin typeface="IRANSans(FaNum)" panose="02040503050201020203" pitchFamily="18" charset="-78"/>
                    <a:cs typeface="IRANSans(FaNum)" panose="02040503050201020203" pitchFamily="18" charset="-78"/>
                  </a:endParaRPr>
                </a:p>
              </p:txBody>
            </p:sp>
          </mc:Choice>
          <mc:Fallback xmlns="">
            <p:sp>
              <p:nvSpPr>
                <p:cNvPr id="647" name="Text Box 7">
                  <a:extLst>
                    <a:ext uri="{FF2B5EF4-FFF2-40B4-BE49-F238E27FC236}">
                      <a16:creationId xmlns:a16="http://schemas.microsoft.com/office/drawing/2014/main" id="{FBE074A5-1E4B-5E49-5901-11AE89E90522}"/>
                    </a:ext>
                  </a:extLst>
                </p:cNvPr>
                <p:cNvSpPr txBox="1">
                  <a:spLocks noRot="1" noChangeAspect="1" noMove="1" noResize="1" noEditPoints="1" noAdjustHandles="1" noChangeArrowheads="1" noChangeShapeType="1" noTextEdit="1"/>
                </p:cNvSpPr>
                <p:nvPr/>
              </p:nvSpPr>
              <p:spPr bwMode="auto">
                <a:xfrm>
                  <a:off x="5373735" y="5688468"/>
                  <a:ext cx="4846199" cy="338554"/>
                </a:xfrm>
                <a:prstGeom prst="rect">
                  <a:avLst/>
                </a:prstGeom>
                <a:blipFill>
                  <a:blip r:embed="rId6"/>
                  <a:stretch>
                    <a:fillRect t="-1818" r="-755" b="-27273"/>
                  </a:stretch>
                </a:blip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noFill/>
                    </a:rPr>
                    <a:t> </a:t>
                  </a:r>
                </a:p>
              </p:txBody>
            </p:sp>
          </mc:Fallback>
        </mc:AlternateContent>
        <p:cxnSp>
          <p:nvCxnSpPr>
            <p:cNvPr id="648" name="Straight Connector 647">
              <a:extLst>
                <a:ext uri="{FF2B5EF4-FFF2-40B4-BE49-F238E27FC236}">
                  <a16:creationId xmlns:a16="http://schemas.microsoft.com/office/drawing/2014/main" id="{5B4F504C-C9A5-DC14-62CF-9D64E9ED252A}"/>
                </a:ext>
              </a:extLst>
            </p:cNvPr>
            <p:cNvCxnSpPr>
              <a:cxnSpLocks/>
            </p:cNvCxnSpPr>
            <p:nvPr/>
          </p:nvCxnSpPr>
          <p:spPr>
            <a:xfrm flipV="1">
              <a:off x="5901847" y="4749453"/>
              <a:ext cx="0" cy="936000"/>
            </a:xfrm>
            <a:prstGeom prst="line">
              <a:avLst/>
            </a:prstGeom>
            <a:ln w="12700">
              <a:solidFill>
                <a:srgbClr val="C00000"/>
              </a:solidFill>
              <a:prstDash val="sysDash"/>
              <a:headEnd type="none"/>
              <a:tailEnd type="arrow"/>
            </a:ln>
          </p:spPr>
          <p:style>
            <a:lnRef idx="1">
              <a:schemeClr val="accent1"/>
            </a:lnRef>
            <a:fillRef idx="0">
              <a:schemeClr val="accent1"/>
            </a:fillRef>
            <a:effectRef idx="0">
              <a:schemeClr val="accent1"/>
            </a:effectRef>
            <a:fontRef idx="minor">
              <a:schemeClr val="tx1"/>
            </a:fontRef>
          </p:style>
        </p:cxnSp>
      </p:grpSp>
      <p:grpSp>
        <p:nvGrpSpPr>
          <p:cNvPr id="649" name="Group 648">
            <a:extLst>
              <a:ext uri="{FF2B5EF4-FFF2-40B4-BE49-F238E27FC236}">
                <a16:creationId xmlns:a16="http://schemas.microsoft.com/office/drawing/2014/main" id="{FE1CD23B-799B-8E33-4400-ACB76CE50497}"/>
              </a:ext>
            </a:extLst>
          </p:cNvPr>
          <p:cNvGrpSpPr/>
          <p:nvPr/>
        </p:nvGrpSpPr>
        <p:grpSpPr>
          <a:xfrm>
            <a:off x="2326749" y="4246006"/>
            <a:ext cx="3719288" cy="872223"/>
            <a:chOff x="2468429" y="4749453"/>
            <a:chExt cx="3719288" cy="872223"/>
          </a:xfrm>
        </p:grpSpPr>
        <mc:AlternateContent xmlns:mc="http://schemas.openxmlformats.org/markup-compatibility/2006" xmlns:a14="http://schemas.microsoft.com/office/drawing/2010/main">
          <mc:Choice Requires="a14">
            <p:sp>
              <p:nvSpPr>
                <p:cNvPr id="650" name="Text Box 7">
                  <a:extLst>
                    <a:ext uri="{FF2B5EF4-FFF2-40B4-BE49-F238E27FC236}">
                      <a16:creationId xmlns:a16="http://schemas.microsoft.com/office/drawing/2014/main" id="{32A5C06A-B7B8-8B3E-C01D-4541BF2CA48F}"/>
                    </a:ext>
                  </a:extLst>
                </p:cNvPr>
                <p:cNvSpPr txBox="1">
                  <a:spLocks noChangeArrowheads="1"/>
                </p:cNvSpPr>
                <p:nvPr/>
              </p:nvSpPr>
              <p:spPr bwMode="auto">
                <a:xfrm>
                  <a:off x="2468429" y="5283122"/>
                  <a:ext cx="3719288" cy="338554"/>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a:r>
                    <a:rPr lang="fa-IR" sz="1600" b="1" dirty="0">
                      <a:latin typeface="IRANSans(FaNum)" panose="02040503050201020203" pitchFamily="18" charset="-78"/>
                      <a:cs typeface="IRANSans(FaNum)" panose="02040503050201020203" pitchFamily="18" charset="-78"/>
                    </a:rPr>
                    <a:t>حداقل‌گیری بین تمام همسایه‌های (</a:t>
                  </a:r>
                  <a14:m>
                    <m:oMath xmlns:m="http://schemas.openxmlformats.org/officeDocument/2006/math">
                      <m:r>
                        <a:rPr lang="en-US" sz="1600" b="1" i="1" dirty="0" smtClean="0">
                          <a:latin typeface="Cambria Math" panose="02040503050406030204" pitchFamily="18" charset="0"/>
                          <a:cs typeface="IRANSans(FaNum)" panose="02040503050201020203" pitchFamily="18" charset="-78"/>
                        </a:rPr>
                        <m:t>𝒗</m:t>
                      </m:r>
                    </m:oMath>
                  </a14:m>
                  <a:r>
                    <a:rPr lang="fa-IR" sz="1600" b="1" dirty="0">
                      <a:latin typeface="IRANSans(FaNum)" panose="02040503050201020203" pitchFamily="18" charset="-78"/>
                      <a:cs typeface="IRANSans(FaNum)" panose="02040503050201020203" pitchFamily="18" charset="-78"/>
                    </a:rPr>
                    <a:t>) گره </a:t>
                  </a:r>
                  <a14:m>
                    <m:oMath xmlns:m="http://schemas.openxmlformats.org/officeDocument/2006/math">
                      <m:r>
                        <a:rPr lang="en-US" sz="1600" b="1" i="1" smtClean="0">
                          <a:latin typeface="Cambria Math" panose="02040503050406030204" pitchFamily="18" charset="0"/>
                          <a:cs typeface="IRANSans(FaNum)" panose="02040503050201020203" pitchFamily="18" charset="-78"/>
                        </a:rPr>
                        <m:t>𝒙</m:t>
                      </m:r>
                    </m:oMath>
                  </a14:m>
                  <a:endParaRPr lang="en-US" sz="1600" b="1" dirty="0">
                    <a:latin typeface="IRANSans(FaNum)" panose="02040503050201020203" pitchFamily="18" charset="-78"/>
                    <a:cs typeface="IRANSans(FaNum)" panose="02040503050201020203" pitchFamily="18" charset="-78"/>
                  </a:endParaRPr>
                </a:p>
              </p:txBody>
            </p:sp>
          </mc:Choice>
          <mc:Fallback xmlns="">
            <p:sp>
              <p:nvSpPr>
                <p:cNvPr id="650" name="Text Box 7">
                  <a:extLst>
                    <a:ext uri="{FF2B5EF4-FFF2-40B4-BE49-F238E27FC236}">
                      <a16:creationId xmlns:a16="http://schemas.microsoft.com/office/drawing/2014/main" id="{32A5C06A-B7B8-8B3E-C01D-4541BF2CA48F}"/>
                    </a:ext>
                  </a:extLst>
                </p:cNvPr>
                <p:cNvSpPr txBox="1">
                  <a:spLocks noRot="1" noChangeAspect="1" noMove="1" noResize="1" noEditPoints="1" noAdjustHandles="1" noChangeArrowheads="1" noChangeShapeType="1" noTextEdit="1"/>
                </p:cNvSpPr>
                <p:nvPr/>
              </p:nvSpPr>
              <p:spPr bwMode="auto">
                <a:xfrm>
                  <a:off x="2468429" y="5283122"/>
                  <a:ext cx="3719288" cy="338554"/>
                </a:xfrm>
                <a:prstGeom prst="rect">
                  <a:avLst/>
                </a:prstGeom>
                <a:blipFill>
                  <a:blip r:embed="rId7"/>
                  <a:stretch>
                    <a:fillRect t="-1786" r="-820" b="-25000"/>
                  </a:stretch>
                </a:blip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noFill/>
                    </a:rPr>
                    <a:t> </a:t>
                  </a:r>
                </a:p>
              </p:txBody>
            </p:sp>
          </mc:Fallback>
        </mc:AlternateContent>
        <p:cxnSp>
          <p:nvCxnSpPr>
            <p:cNvPr id="651" name="Straight Connector 650">
              <a:extLst>
                <a:ext uri="{FF2B5EF4-FFF2-40B4-BE49-F238E27FC236}">
                  <a16:creationId xmlns:a16="http://schemas.microsoft.com/office/drawing/2014/main" id="{F162F2A1-7043-5130-4472-0BAD9DC4599B}"/>
                </a:ext>
              </a:extLst>
            </p:cNvPr>
            <p:cNvCxnSpPr>
              <a:cxnSpLocks/>
            </p:cNvCxnSpPr>
            <p:nvPr/>
          </p:nvCxnSpPr>
          <p:spPr>
            <a:xfrm flipV="1">
              <a:off x="5901847" y="4749453"/>
              <a:ext cx="0" cy="540000"/>
            </a:xfrm>
            <a:prstGeom prst="line">
              <a:avLst/>
            </a:prstGeom>
            <a:ln w="12700">
              <a:solidFill>
                <a:srgbClr val="C00000"/>
              </a:solidFill>
              <a:prstDash val="sysDash"/>
              <a:headEnd type="none"/>
              <a:tailEnd type="arrow"/>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61935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9" presetClass="entr" presetSubtype="0" fill="hold" nodeType="after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par>
                          <p:cTn id="20" fill="hold">
                            <p:stCondLst>
                              <p:cond delay="2500"/>
                            </p:stCondLst>
                            <p:childTnLst>
                              <p:par>
                                <p:cTn id="21" presetID="53" presetClass="entr" presetSubtype="16" fill="hold" grpId="0" nodeType="afterEffect">
                                  <p:stCondLst>
                                    <p:cond delay="0"/>
                                  </p:stCondLst>
                                  <p:childTnLst>
                                    <p:set>
                                      <p:cBhvr>
                                        <p:cTn id="22" dur="1" fill="hold">
                                          <p:stCondLst>
                                            <p:cond delay="0"/>
                                          </p:stCondLst>
                                        </p:cTn>
                                        <p:tgtEl>
                                          <p:spTgt spid="641"/>
                                        </p:tgtEl>
                                        <p:attrNameLst>
                                          <p:attrName>style.visibility</p:attrName>
                                        </p:attrNameLst>
                                      </p:cBhvr>
                                      <p:to>
                                        <p:strVal val="visible"/>
                                      </p:to>
                                    </p:set>
                                    <p:anim calcmode="lin" valueType="num">
                                      <p:cBhvr>
                                        <p:cTn id="23" dur="500" fill="hold"/>
                                        <p:tgtEl>
                                          <p:spTgt spid="641"/>
                                        </p:tgtEl>
                                        <p:attrNameLst>
                                          <p:attrName>ppt_w</p:attrName>
                                        </p:attrNameLst>
                                      </p:cBhvr>
                                      <p:tavLst>
                                        <p:tav tm="0">
                                          <p:val>
                                            <p:fltVal val="0"/>
                                          </p:val>
                                        </p:tav>
                                        <p:tav tm="100000">
                                          <p:val>
                                            <p:strVal val="#ppt_w"/>
                                          </p:val>
                                        </p:tav>
                                      </p:tavLst>
                                    </p:anim>
                                    <p:anim calcmode="lin" valueType="num">
                                      <p:cBhvr>
                                        <p:cTn id="24" dur="500" fill="hold"/>
                                        <p:tgtEl>
                                          <p:spTgt spid="641"/>
                                        </p:tgtEl>
                                        <p:attrNameLst>
                                          <p:attrName>ppt_h</p:attrName>
                                        </p:attrNameLst>
                                      </p:cBhvr>
                                      <p:tavLst>
                                        <p:tav tm="0">
                                          <p:val>
                                            <p:fltVal val="0"/>
                                          </p:val>
                                        </p:tav>
                                        <p:tav tm="100000">
                                          <p:val>
                                            <p:strVal val="#ppt_h"/>
                                          </p:val>
                                        </p:tav>
                                      </p:tavLst>
                                    </p:anim>
                                    <p:animEffect transition="in" filter="fade">
                                      <p:cBhvr>
                                        <p:cTn id="25" dur="500"/>
                                        <p:tgtEl>
                                          <p:spTgt spid="6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43"/>
                                        </p:tgtEl>
                                        <p:attrNameLst>
                                          <p:attrName>style.visibility</p:attrName>
                                        </p:attrNameLst>
                                      </p:cBhvr>
                                      <p:to>
                                        <p:strVal val="visible"/>
                                      </p:to>
                                    </p:set>
                                    <p:animEffect transition="in" filter="dissolve">
                                      <p:cBhvr>
                                        <p:cTn id="30" dur="500"/>
                                        <p:tgtEl>
                                          <p:spTgt spid="643"/>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46"/>
                                        </p:tgtEl>
                                        <p:attrNameLst>
                                          <p:attrName>style.visibility</p:attrName>
                                        </p:attrNameLst>
                                      </p:cBhvr>
                                      <p:to>
                                        <p:strVal val="visible"/>
                                      </p:to>
                                    </p:set>
                                    <p:animEffect transition="in" filter="dissolve">
                                      <p:cBhvr>
                                        <p:cTn id="35" dur="500"/>
                                        <p:tgtEl>
                                          <p:spTgt spid="64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49"/>
                                        </p:tgtEl>
                                        <p:attrNameLst>
                                          <p:attrName>style.visibility</p:attrName>
                                        </p:attrNameLst>
                                      </p:cBhvr>
                                      <p:to>
                                        <p:strVal val="visible"/>
                                      </p:to>
                                    </p:set>
                                    <p:animEffect transition="in" filter="dissolve">
                                      <p:cBhvr>
                                        <p:cTn id="40" dur="500"/>
                                        <p:tgtEl>
                                          <p:spTgt spid="6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mc:AlternateContent xmlns:mc="http://schemas.openxmlformats.org/markup-compatibility/2006" xmlns:a14="http://schemas.microsoft.com/office/drawing/2010/main">
        <mc:Choice Requires="a14">
          <p:sp>
            <p:nvSpPr>
              <p:cNvPr id="8" name="Content Placeholder 2">
                <a:extLst>
                  <a:ext uri="{FF2B5EF4-FFF2-40B4-BE49-F238E27FC236}">
                    <a16:creationId xmlns:a16="http://schemas.microsoft.com/office/drawing/2014/main" id="{9B3280E6-9053-1AFB-03F0-C1DA5C01219A}"/>
                  </a:ext>
                </a:extLst>
              </p:cNvPr>
              <p:cNvSpPr txBox="1">
                <a:spLocks/>
              </p:cNvSpPr>
              <p:nvPr/>
            </p:nvSpPr>
            <p:spPr>
              <a:xfrm>
                <a:off x="565917" y="1327369"/>
                <a:ext cx="11216191" cy="41508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1800" b="1" dirty="0">
                    <a:solidFill>
                      <a:srgbClr val="1F1FFF"/>
                    </a:solidFill>
                    <a:latin typeface="IRANSans(FaNum)" panose="02040503050201020203" pitchFamily="18" charset="-78"/>
                  </a:rPr>
                  <a:t>مثال: فرض کنید که همسایه‌های گره </a:t>
                </a:r>
                <a14:m>
                  <m:oMath xmlns:m="http://schemas.openxmlformats.org/officeDocument/2006/math">
                    <m:r>
                      <a:rPr lang="en-US" sz="1800" b="1" i="1" dirty="0" smtClean="0">
                        <a:solidFill>
                          <a:srgbClr val="1F1FFF"/>
                        </a:solidFill>
                        <a:latin typeface="Cambria Math" panose="02040503050406030204" pitchFamily="18" charset="0"/>
                      </a:rPr>
                      <m:t>𝒖</m:t>
                    </m:r>
                  </m:oMath>
                </a14:m>
                <a:r>
                  <a:rPr lang="fa-IR" sz="1800" b="1" dirty="0">
                    <a:solidFill>
                      <a:srgbClr val="1F1FFF"/>
                    </a:solidFill>
                    <a:latin typeface="IRANSans(FaNum)" panose="02040503050201020203" pitchFamily="18" charset="-78"/>
                  </a:rPr>
                  <a:t> (گره‌های </a:t>
                </a:r>
                <a14:m>
                  <m:oMath xmlns:m="http://schemas.openxmlformats.org/officeDocument/2006/math">
                    <m:r>
                      <a:rPr lang="en-US" sz="1800" b="1" i="1" dirty="0" smtClean="0">
                        <a:solidFill>
                          <a:srgbClr val="1F1FFF"/>
                        </a:solidFill>
                        <a:latin typeface="Cambria Math" panose="02040503050406030204" pitchFamily="18" charset="0"/>
                      </a:rPr>
                      <m:t>𝒙</m:t>
                    </m:r>
                  </m:oMath>
                </a14:m>
                <a:r>
                  <a:rPr lang="fa-IR" sz="1800" b="1" dirty="0">
                    <a:solidFill>
                      <a:srgbClr val="1F1FFF"/>
                    </a:solidFill>
                    <a:latin typeface="IRANSans(FaNum)" panose="02040503050201020203" pitchFamily="18" charset="-78"/>
                  </a:rPr>
                  <a:t>، </a:t>
                </a:r>
                <a14:m>
                  <m:oMath xmlns:m="http://schemas.openxmlformats.org/officeDocument/2006/math">
                    <m:r>
                      <a:rPr lang="en-US" sz="1800" b="1" i="1" dirty="0" smtClean="0">
                        <a:solidFill>
                          <a:srgbClr val="1F1FFF"/>
                        </a:solidFill>
                        <a:latin typeface="Cambria Math" panose="02040503050406030204" pitchFamily="18" charset="0"/>
                      </a:rPr>
                      <m:t>𝒚</m:t>
                    </m:r>
                  </m:oMath>
                </a14:m>
                <a:r>
                  <a:rPr lang="fa-IR" sz="1800" b="1" dirty="0">
                    <a:solidFill>
                      <a:srgbClr val="1F1FFF"/>
                    </a:solidFill>
                    <a:latin typeface="IRANSans(FaNum)" panose="02040503050201020203" pitchFamily="18" charset="-78"/>
                  </a:rPr>
                  <a:t> و </a:t>
                </a:r>
                <a14:m>
                  <m:oMath xmlns:m="http://schemas.openxmlformats.org/officeDocument/2006/math">
                    <m:r>
                      <a:rPr lang="en-US" sz="1800" b="1" i="1" dirty="0" smtClean="0">
                        <a:solidFill>
                          <a:srgbClr val="1F1FFF"/>
                        </a:solidFill>
                        <a:latin typeface="Cambria Math" panose="02040503050406030204" pitchFamily="18" charset="0"/>
                      </a:rPr>
                      <m:t>𝒘</m:t>
                    </m:r>
                  </m:oMath>
                </a14:m>
                <a:r>
                  <a:rPr lang="fa-IR" sz="1800" b="1" dirty="0">
                    <a:solidFill>
                      <a:srgbClr val="1F1FFF"/>
                    </a:solidFill>
                    <a:latin typeface="IRANSans(FaNum)" panose="02040503050201020203" pitchFamily="18" charset="-78"/>
                  </a:rPr>
                  <a:t>) هزینه به گره مقصد </a:t>
                </a:r>
                <a14:m>
                  <m:oMath xmlns:m="http://schemas.openxmlformats.org/officeDocument/2006/math">
                    <m:r>
                      <a:rPr lang="en-US" sz="1800" b="1" i="1" dirty="0" smtClean="0">
                        <a:solidFill>
                          <a:srgbClr val="1F1FFF"/>
                        </a:solidFill>
                        <a:latin typeface="Cambria Math" panose="02040503050406030204" pitchFamily="18" charset="0"/>
                      </a:rPr>
                      <m:t>𝒛</m:t>
                    </m:r>
                  </m:oMath>
                </a14:m>
                <a:r>
                  <a:rPr lang="fa-IR" sz="1800" b="1" dirty="0">
                    <a:solidFill>
                      <a:srgbClr val="1F1FFF"/>
                    </a:solidFill>
                    <a:latin typeface="IRANSans(FaNum)" panose="02040503050201020203" pitchFamily="18" charset="-78"/>
                  </a:rPr>
                  <a:t> را می‌دانند:</a:t>
                </a:r>
                <a:endParaRPr lang="en-US" sz="1800" b="1" dirty="0">
                  <a:solidFill>
                    <a:srgbClr val="1F1FFF"/>
                  </a:solidFill>
                  <a:latin typeface="IRANSans(FaNum)" panose="02040503050201020203" pitchFamily="18" charset="-78"/>
                </a:endParaRPr>
              </a:p>
            </p:txBody>
          </p:sp>
        </mc:Choice>
        <mc:Fallback xmlns="">
          <p:sp>
            <p:nvSpPr>
              <p:cNvPr id="8" name="Content Placeholder 2">
                <a:extLst>
                  <a:ext uri="{FF2B5EF4-FFF2-40B4-BE49-F238E27FC236}">
                    <a16:creationId xmlns:a16="http://schemas.microsoft.com/office/drawing/2014/main" id="{9B3280E6-9053-1AFB-03F0-C1DA5C01219A}"/>
                  </a:ext>
                </a:extLst>
              </p:cNvPr>
              <p:cNvSpPr txBox="1">
                <a:spLocks noRot="1" noChangeAspect="1" noMove="1" noResize="1" noEditPoints="1" noAdjustHandles="1" noChangeArrowheads="1" noChangeShapeType="1" noTextEdit="1"/>
              </p:cNvSpPr>
              <p:nvPr/>
            </p:nvSpPr>
            <p:spPr>
              <a:xfrm>
                <a:off x="565917" y="1327369"/>
                <a:ext cx="11216191" cy="415082"/>
              </a:xfrm>
              <a:prstGeom prst="rect">
                <a:avLst/>
              </a:prstGeom>
              <a:blipFill>
                <a:blip r:embed="rId4"/>
                <a:stretch>
                  <a:fillRect r="-435" b="-27941"/>
                </a:stretch>
              </a:blipFill>
            </p:spPr>
            <p:txBody>
              <a:bodyPr/>
              <a:lstStyle/>
              <a:p>
                <a:r>
                  <a:rPr lang="en-US">
                    <a:noFill/>
                  </a:rPr>
                  <a:t> </a:t>
                </a:r>
              </a:p>
            </p:txBody>
          </p:sp>
        </mc:Fallback>
      </mc:AlternateContent>
      <p:sp>
        <p:nvSpPr>
          <p:cNvPr id="9" name="Freeform 4">
            <a:extLst>
              <a:ext uri="{FF2B5EF4-FFF2-40B4-BE49-F238E27FC236}">
                <a16:creationId xmlns:a16="http://schemas.microsoft.com/office/drawing/2014/main" id="{02965ED5-9B42-3F4A-F46A-049AD82D9940}"/>
              </a:ext>
            </a:extLst>
          </p:cNvPr>
          <p:cNvSpPr>
            <a:spLocks/>
          </p:cNvSpPr>
          <p:nvPr/>
        </p:nvSpPr>
        <p:spPr bwMode="auto">
          <a:xfrm>
            <a:off x="1718119" y="2450989"/>
            <a:ext cx="3571875" cy="2236788"/>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 name="Freeform 5">
            <a:extLst>
              <a:ext uri="{FF2B5EF4-FFF2-40B4-BE49-F238E27FC236}">
                <a16:creationId xmlns:a16="http://schemas.microsoft.com/office/drawing/2014/main" id="{6ECA09AB-0F74-40E2-D6D1-C6C0028677A8}"/>
              </a:ext>
            </a:extLst>
          </p:cNvPr>
          <p:cNvSpPr>
            <a:spLocks/>
          </p:cNvSpPr>
          <p:nvPr/>
        </p:nvSpPr>
        <p:spPr bwMode="auto">
          <a:xfrm>
            <a:off x="2227769" y="3304714"/>
            <a:ext cx="542925" cy="295275"/>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 name="Oval 6">
            <a:extLst>
              <a:ext uri="{FF2B5EF4-FFF2-40B4-BE49-F238E27FC236}">
                <a16:creationId xmlns:a16="http://schemas.microsoft.com/office/drawing/2014/main" id="{BCB199C0-5115-EFEE-E429-DE0480F9F363}"/>
              </a:ext>
            </a:extLst>
          </p:cNvPr>
          <p:cNvSpPr>
            <a:spLocks noChangeArrowheads="1"/>
          </p:cNvSpPr>
          <p:nvPr/>
        </p:nvSpPr>
        <p:spPr bwMode="auto">
          <a:xfrm>
            <a:off x="1815019" y="3688889"/>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 name="Line 7">
            <a:extLst>
              <a:ext uri="{FF2B5EF4-FFF2-40B4-BE49-F238E27FC236}">
                <a16:creationId xmlns:a16="http://schemas.microsoft.com/office/drawing/2014/main" id="{B439C1D8-7782-65A1-BD2D-872A6AE51B78}"/>
              </a:ext>
            </a:extLst>
          </p:cNvPr>
          <p:cNvSpPr>
            <a:spLocks noChangeShapeType="1"/>
          </p:cNvSpPr>
          <p:nvPr/>
        </p:nvSpPr>
        <p:spPr bwMode="auto">
          <a:xfrm>
            <a:off x="1815019" y="36777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 name="Line 8">
            <a:extLst>
              <a:ext uri="{FF2B5EF4-FFF2-40B4-BE49-F238E27FC236}">
                <a16:creationId xmlns:a16="http://schemas.microsoft.com/office/drawing/2014/main" id="{F81020BD-14DC-9928-7ED9-A8698A1B6F7A}"/>
              </a:ext>
            </a:extLst>
          </p:cNvPr>
          <p:cNvSpPr>
            <a:spLocks noChangeShapeType="1"/>
          </p:cNvSpPr>
          <p:nvPr/>
        </p:nvSpPr>
        <p:spPr bwMode="auto">
          <a:xfrm>
            <a:off x="2311907" y="36777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 name="Rectangle 9">
            <a:extLst>
              <a:ext uri="{FF2B5EF4-FFF2-40B4-BE49-F238E27FC236}">
                <a16:creationId xmlns:a16="http://schemas.microsoft.com/office/drawing/2014/main" id="{C33A0FC1-9AB6-B8AE-A07E-D4E8B85569F2}"/>
              </a:ext>
            </a:extLst>
          </p:cNvPr>
          <p:cNvSpPr>
            <a:spLocks noChangeArrowheads="1"/>
          </p:cNvSpPr>
          <p:nvPr/>
        </p:nvSpPr>
        <p:spPr bwMode="auto">
          <a:xfrm>
            <a:off x="1815019" y="3677776"/>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 name="Oval 10">
            <a:extLst>
              <a:ext uri="{FF2B5EF4-FFF2-40B4-BE49-F238E27FC236}">
                <a16:creationId xmlns:a16="http://schemas.microsoft.com/office/drawing/2014/main" id="{AFC7EB16-699D-71AA-9DD6-C638C75AE896}"/>
              </a:ext>
            </a:extLst>
          </p:cNvPr>
          <p:cNvSpPr>
            <a:spLocks noChangeArrowheads="1"/>
          </p:cNvSpPr>
          <p:nvPr/>
        </p:nvSpPr>
        <p:spPr bwMode="auto">
          <a:xfrm>
            <a:off x="1810257" y="3584114"/>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 name="Oval 26">
            <a:extLst>
              <a:ext uri="{FF2B5EF4-FFF2-40B4-BE49-F238E27FC236}">
                <a16:creationId xmlns:a16="http://schemas.microsoft.com/office/drawing/2014/main" id="{5AFF5B78-CAF9-E4F6-96DE-471D6091883B}"/>
              </a:ext>
            </a:extLst>
          </p:cNvPr>
          <p:cNvSpPr>
            <a:spLocks noChangeArrowheads="1"/>
          </p:cNvSpPr>
          <p:nvPr/>
        </p:nvSpPr>
        <p:spPr bwMode="auto">
          <a:xfrm>
            <a:off x="3661282" y="4298489"/>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 name="Line 27">
            <a:extLst>
              <a:ext uri="{FF2B5EF4-FFF2-40B4-BE49-F238E27FC236}">
                <a16:creationId xmlns:a16="http://schemas.microsoft.com/office/drawing/2014/main" id="{EB75AFF1-C781-B823-B9CD-E61240FC2D17}"/>
              </a:ext>
            </a:extLst>
          </p:cNvPr>
          <p:cNvSpPr>
            <a:spLocks noChangeShapeType="1"/>
          </p:cNvSpPr>
          <p:nvPr/>
        </p:nvSpPr>
        <p:spPr bwMode="auto">
          <a:xfrm>
            <a:off x="3661282" y="42873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 name="Line 28">
            <a:extLst>
              <a:ext uri="{FF2B5EF4-FFF2-40B4-BE49-F238E27FC236}">
                <a16:creationId xmlns:a16="http://schemas.microsoft.com/office/drawing/2014/main" id="{B516CD2B-44A6-CA5D-89EC-C8A23EE04B4A}"/>
              </a:ext>
            </a:extLst>
          </p:cNvPr>
          <p:cNvSpPr>
            <a:spLocks noChangeShapeType="1"/>
          </p:cNvSpPr>
          <p:nvPr/>
        </p:nvSpPr>
        <p:spPr bwMode="auto">
          <a:xfrm>
            <a:off x="4158169" y="42873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Rectangle 29">
            <a:extLst>
              <a:ext uri="{FF2B5EF4-FFF2-40B4-BE49-F238E27FC236}">
                <a16:creationId xmlns:a16="http://schemas.microsoft.com/office/drawing/2014/main" id="{C78C7F73-DC87-F617-9AF9-2C5F214E6AE5}"/>
              </a:ext>
            </a:extLst>
          </p:cNvPr>
          <p:cNvSpPr>
            <a:spLocks noChangeArrowheads="1"/>
          </p:cNvSpPr>
          <p:nvPr/>
        </p:nvSpPr>
        <p:spPr bwMode="auto">
          <a:xfrm>
            <a:off x="3661282" y="4287376"/>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 name="Oval 30">
            <a:extLst>
              <a:ext uri="{FF2B5EF4-FFF2-40B4-BE49-F238E27FC236}">
                <a16:creationId xmlns:a16="http://schemas.microsoft.com/office/drawing/2014/main" id="{7F4BDA76-2726-193A-8F79-DF73196A1AB6}"/>
              </a:ext>
            </a:extLst>
          </p:cNvPr>
          <p:cNvSpPr>
            <a:spLocks noChangeArrowheads="1"/>
          </p:cNvSpPr>
          <p:nvPr/>
        </p:nvSpPr>
        <p:spPr bwMode="auto">
          <a:xfrm>
            <a:off x="3656519" y="4193714"/>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Oval 31">
            <a:extLst>
              <a:ext uri="{FF2B5EF4-FFF2-40B4-BE49-F238E27FC236}">
                <a16:creationId xmlns:a16="http://schemas.microsoft.com/office/drawing/2014/main" id="{1D32FCFD-49FF-0BE8-0BB1-635A230D3AB5}"/>
              </a:ext>
            </a:extLst>
          </p:cNvPr>
          <p:cNvSpPr>
            <a:spLocks noChangeArrowheads="1"/>
          </p:cNvSpPr>
          <p:nvPr/>
        </p:nvSpPr>
        <p:spPr bwMode="auto">
          <a:xfrm>
            <a:off x="4558219" y="375715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Line 32">
            <a:extLst>
              <a:ext uri="{FF2B5EF4-FFF2-40B4-BE49-F238E27FC236}">
                <a16:creationId xmlns:a16="http://schemas.microsoft.com/office/drawing/2014/main" id="{C347CDDE-4B50-B64F-DA75-44399C53370D}"/>
              </a:ext>
            </a:extLst>
          </p:cNvPr>
          <p:cNvSpPr>
            <a:spLocks noChangeShapeType="1"/>
          </p:cNvSpPr>
          <p:nvPr/>
        </p:nvSpPr>
        <p:spPr bwMode="auto">
          <a:xfrm>
            <a:off x="4558219" y="3746039"/>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33">
            <a:extLst>
              <a:ext uri="{FF2B5EF4-FFF2-40B4-BE49-F238E27FC236}">
                <a16:creationId xmlns:a16="http://schemas.microsoft.com/office/drawing/2014/main" id="{CABA8AA2-0BBA-5CCC-8A6A-DCA6DB473FAC}"/>
              </a:ext>
            </a:extLst>
          </p:cNvPr>
          <p:cNvSpPr>
            <a:spLocks noChangeShapeType="1"/>
          </p:cNvSpPr>
          <p:nvPr/>
        </p:nvSpPr>
        <p:spPr bwMode="auto">
          <a:xfrm>
            <a:off x="5055107" y="3746039"/>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Rectangle 34">
            <a:extLst>
              <a:ext uri="{FF2B5EF4-FFF2-40B4-BE49-F238E27FC236}">
                <a16:creationId xmlns:a16="http://schemas.microsoft.com/office/drawing/2014/main" id="{3A4F20F8-D772-52FE-4C94-E5B75C6ED7E9}"/>
              </a:ext>
            </a:extLst>
          </p:cNvPr>
          <p:cNvSpPr>
            <a:spLocks noChangeArrowheads="1"/>
          </p:cNvSpPr>
          <p:nvPr/>
        </p:nvSpPr>
        <p:spPr bwMode="auto">
          <a:xfrm>
            <a:off x="4558219" y="3746039"/>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Oval 35">
            <a:extLst>
              <a:ext uri="{FF2B5EF4-FFF2-40B4-BE49-F238E27FC236}">
                <a16:creationId xmlns:a16="http://schemas.microsoft.com/office/drawing/2014/main" id="{E8858ACE-A8E1-A3E1-DE1A-27766820FEB9}"/>
              </a:ext>
            </a:extLst>
          </p:cNvPr>
          <p:cNvSpPr>
            <a:spLocks noChangeArrowheads="1"/>
          </p:cNvSpPr>
          <p:nvPr/>
        </p:nvSpPr>
        <p:spPr bwMode="auto">
          <a:xfrm>
            <a:off x="4553457" y="365237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Freeform 36">
            <a:extLst>
              <a:ext uri="{FF2B5EF4-FFF2-40B4-BE49-F238E27FC236}">
                <a16:creationId xmlns:a16="http://schemas.microsoft.com/office/drawing/2014/main" id="{22C9CF42-F56F-EF5C-276C-FE711ABE8912}"/>
              </a:ext>
            </a:extLst>
          </p:cNvPr>
          <p:cNvSpPr>
            <a:spLocks/>
          </p:cNvSpPr>
          <p:nvPr/>
        </p:nvSpPr>
        <p:spPr bwMode="auto">
          <a:xfrm>
            <a:off x="3908932" y="3347576"/>
            <a:ext cx="1588" cy="828675"/>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Freeform 37">
            <a:extLst>
              <a:ext uri="{FF2B5EF4-FFF2-40B4-BE49-F238E27FC236}">
                <a16:creationId xmlns:a16="http://schemas.microsoft.com/office/drawing/2014/main" id="{219795C1-41A1-E083-3E72-6D6A64F6365F}"/>
              </a:ext>
            </a:extLst>
          </p:cNvPr>
          <p:cNvSpPr>
            <a:spLocks/>
          </p:cNvSpPr>
          <p:nvPr/>
        </p:nvSpPr>
        <p:spPr bwMode="auto">
          <a:xfrm>
            <a:off x="2808794" y="3357101"/>
            <a:ext cx="1588" cy="852488"/>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Freeform 38">
            <a:extLst>
              <a:ext uri="{FF2B5EF4-FFF2-40B4-BE49-F238E27FC236}">
                <a16:creationId xmlns:a16="http://schemas.microsoft.com/office/drawing/2014/main" id="{BCD548E7-6742-F130-7CB9-001B195BC219}"/>
              </a:ext>
            </a:extLst>
          </p:cNvPr>
          <p:cNvSpPr>
            <a:spLocks/>
          </p:cNvSpPr>
          <p:nvPr/>
        </p:nvSpPr>
        <p:spPr bwMode="auto">
          <a:xfrm>
            <a:off x="3070732" y="3333289"/>
            <a:ext cx="800100" cy="9525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Freeform 39">
            <a:extLst>
              <a:ext uri="{FF2B5EF4-FFF2-40B4-BE49-F238E27FC236}">
                <a16:creationId xmlns:a16="http://schemas.microsoft.com/office/drawing/2014/main" id="{22E39BE5-7C54-2A0B-98A3-5C14D924EBD7}"/>
              </a:ext>
            </a:extLst>
          </p:cNvPr>
          <p:cNvSpPr>
            <a:spLocks/>
          </p:cNvSpPr>
          <p:nvPr/>
        </p:nvSpPr>
        <p:spPr bwMode="auto">
          <a:xfrm>
            <a:off x="4161344" y="3885739"/>
            <a:ext cx="581025" cy="428625"/>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Freeform 40">
            <a:extLst>
              <a:ext uri="{FF2B5EF4-FFF2-40B4-BE49-F238E27FC236}">
                <a16:creationId xmlns:a16="http://schemas.microsoft.com/office/drawing/2014/main" id="{C9FD0DD5-2C34-2B93-80AD-F3B299CDEFA7}"/>
              </a:ext>
            </a:extLst>
          </p:cNvPr>
          <p:cNvSpPr>
            <a:spLocks/>
          </p:cNvSpPr>
          <p:nvPr/>
        </p:nvSpPr>
        <p:spPr bwMode="auto">
          <a:xfrm>
            <a:off x="3080257" y="4333414"/>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Freeform 41">
            <a:extLst>
              <a:ext uri="{FF2B5EF4-FFF2-40B4-BE49-F238E27FC236}">
                <a16:creationId xmlns:a16="http://schemas.microsoft.com/office/drawing/2014/main" id="{23BF8F22-9857-7A4B-C947-3984E30EF68D}"/>
              </a:ext>
            </a:extLst>
          </p:cNvPr>
          <p:cNvSpPr>
            <a:spLocks/>
          </p:cNvSpPr>
          <p:nvPr/>
        </p:nvSpPr>
        <p:spPr bwMode="auto">
          <a:xfrm>
            <a:off x="2142044" y="3819064"/>
            <a:ext cx="438150" cy="41910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Freeform 42">
            <a:extLst>
              <a:ext uri="{FF2B5EF4-FFF2-40B4-BE49-F238E27FC236}">
                <a16:creationId xmlns:a16="http://schemas.microsoft.com/office/drawing/2014/main" id="{6514A849-3E3D-B9CA-388A-20C33E92ACEE}"/>
              </a:ext>
            </a:extLst>
          </p:cNvPr>
          <p:cNvSpPr>
            <a:spLocks/>
          </p:cNvSpPr>
          <p:nvPr/>
        </p:nvSpPr>
        <p:spPr bwMode="auto">
          <a:xfrm>
            <a:off x="3070732" y="3238039"/>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Freeform 43">
            <a:extLst>
              <a:ext uri="{FF2B5EF4-FFF2-40B4-BE49-F238E27FC236}">
                <a16:creationId xmlns:a16="http://schemas.microsoft.com/office/drawing/2014/main" id="{EB415489-2251-9C2B-ADEE-892152305287}"/>
              </a:ext>
            </a:extLst>
          </p:cNvPr>
          <p:cNvSpPr>
            <a:spLocks/>
          </p:cNvSpPr>
          <p:nvPr/>
        </p:nvSpPr>
        <p:spPr bwMode="auto">
          <a:xfrm>
            <a:off x="4142294" y="3233276"/>
            <a:ext cx="628650" cy="423863"/>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Freeform 44">
            <a:extLst>
              <a:ext uri="{FF2B5EF4-FFF2-40B4-BE49-F238E27FC236}">
                <a16:creationId xmlns:a16="http://schemas.microsoft.com/office/drawing/2014/main" id="{CFB86DEF-9852-7EFE-B3A0-8D30F96EBBF9}"/>
              </a:ext>
            </a:extLst>
          </p:cNvPr>
          <p:cNvSpPr>
            <a:spLocks/>
          </p:cNvSpPr>
          <p:nvPr/>
        </p:nvSpPr>
        <p:spPr bwMode="auto">
          <a:xfrm>
            <a:off x="2051557" y="2552239"/>
            <a:ext cx="1762125" cy="1023938"/>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6" name="Group 45">
            <a:extLst>
              <a:ext uri="{FF2B5EF4-FFF2-40B4-BE49-F238E27FC236}">
                <a16:creationId xmlns:a16="http://schemas.microsoft.com/office/drawing/2014/main" id="{BE8D7AB5-2534-9CC0-4DC8-145F64ED57C4}"/>
              </a:ext>
            </a:extLst>
          </p:cNvPr>
          <p:cNvGrpSpPr>
            <a:grpSpLocks/>
          </p:cNvGrpSpPr>
          <p:nvPr/>
        </p:nvGrpSpPr>
        <p:grpSpPr bwMode="auto">
          <a:xfrm>
            <a:off x="1892807" y="3501564"/>
            <a:ext cx="325438" cy="396875"/>
            <a:chOff x="2954" y="2425"/>
            <a:chExt cx="208" cy="250"/>
          </a:xfrm>
        </p:grpSpPr>
        <p:sp>
          <p:nvSpPr>
            <p:cNvPr id="37" name="Rectangle 46">
              <a:extLst>
                <a:ext uri="{FF2B5EF4-FFF2-40B4-BE49-F238E27FC236}">
                  <a16:creationId xmlns:a16="http://schemas.microsoft.com/office/drawing/2014/main" id="{BE358E2F-4640-06CF-1F0F-C8BEEC27DD5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Text Box 47">
              <a:extLst>
                <a:ext uri="{FF2B5EF4-FFF2-40B4-BE49-F238E27FC236}">
                  <a16:creationId xmlns:a16="http://schemas.microsoft.com/office/drawing/2014/main" id="{F93DD43F-D99D-69D6-51B2-78CE3D7B655C}"/>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9" name="Group 48">
            <a:extLst>
              <a:ext uri="{FF2B5EF4-FFF2-40B4-BE49-F238E27FC236}">
                <a16:creationId xmlns:a16="http://schemas.microsoft.com/office/drawing/2014/main" id="{E8F63FCE-4ADE-17F1-9C5B-5A0E7B208A6F}"/>
              </a:ext>
            </a:extLst>
          </p:cNvPr>
          <p:cNvGrpSpPr>
            <a:grpSpLocks/>
          </p:cNvGrpSpPr>
          <p:nvPr/>
        </p:nvGrpSpPr>
        <p:grpSpPr bwMode="auto">
          <a:xfrm>
            <a:off x="3756532" y="4111164"/>
            <a:ext cx="311150" cy="396875"/>
            <a:chOff x="2958" y="2425"/>
            <a:chExt cx="199" cy="250"/>
          </a:xfrm>
        </p:grpSpPr>
        <p:sp>
          <p:nvSpPr>
            <p:cNvPr id="40" name="Rectangle 49">
              <a:extLst>
                <a:ext uri="{FF2B5EF4-FFF2-40B4-BE49-F238E27FC236}">
                  <a16:creationId xmlns:a16="http://schemas.microsoft.com/office/drawing/2014/main" id="{DCBD80CD-4399-DE6D-58EB-EC8567CF3337}"/>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Text Box 50">
              <a:extLst>
                <a:ext uri="{FF2B5EF4-FFF2-40B4-BE49-F238E27FC236}">
                  <a16:creationId xmlns:a16="http://schemas.microsoft.com/office/drawing/2014/main" id="{B3C30D5D-33E5-BFE7-86DA-A9AA4F27EFB7}"/>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2" name="Group 60">
            <a:extLst>
              <a:ext uri="{FF2B5EF4-FFF2-40B4-BE49-F238E27FC236}">
                <a16:creationId xmlns:a16="http://schemas.microsoft.com/office/drawing/2014/main" id="{B865091C-584E-0086-2393-EB78FF2AE6DA}"/>
              </a:ext>
            </a:extLst>
          </p:cNvPr>
          <p:cNvGrpSpPr>
            <a:grpSpLocks/>
          </p:cNvGrpSpPr>
          <p:nvPr/>
        </p:nvGrpSpPr>
        <p:grpSpPr bwMode="auto">
          <a:xfrm>
            <a:off x="4651882" y="3520614"/>
            <a:ext cx="336550" cy="457200"/>
            <a:chOff x="2949" y="2395"/>
            <a:chExt cx="214" cy="288"/>
          </a:xfrm>
        </p:grpSpPr>
        <p:sp>
          <p:nvSpPr>
            <p:cNvPr id="43" name="Rectangle 61">
              <a:extLst>
                <a:ext uri="{FF2B5EF4-FFF2-40B4-BE49-F238E27FC236}">
                  <a16:creationId xmlns:a16="http://schemas.microsoft.com/office/drawing/2014/main" id="{3EF3E543-9C89-2583-516B-EBE25897696B}"/>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Text Box 62">
              <a:extLst>
                <a:ext uri="{FF2B5EF4-FFF2-40B4-BE49-F238E27FC236}">
                  <a16:creationId xmlns:a16="http://schemas.microsoft.com/office/drawing/2014/main" id="{F6FB5DD7-A95F-D1AF-7065-1A0C30B400F6}"/>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45" name="Text Box 63">
            <a:extLst>
              <a:ext uri="{FF2B5EF4-FFF2-40B4-BE49-F238E27FC236}">
                <a16:creationId xmlns:a16="http://schemas.microsoft.com/office/drawing/2014/main" id="{69195127-49C4-B611-76E2-BE591C1AF174}"/>
              </a:ext>
            </a:extLst>
          </p:cNvPr>
          <p:cNvSpPr txBox="1">
            <a:spLocks noChangeArrowheads="1"/>
          </p:cNvSpPr>
          <p:nvPr/>
        </p:nvSpPr>
        <p:spPr bwMode="auto">
          <a:xfrm>
            <a:off x="2219832" y="3222164"/>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Text Box 64">
            <a:extLst>
              <a:ext uri="{FF2B5EF4-FFF2-40B4-BE49-F238E27FC236}">
                <a16:creationId xmlns:a16="http://schemas.microsoft.com/office/drawing/2014/main" id="{C8ADEDA2-E294-C92A-52C4-1629E5908E9F}"/>
              </a:ext>
            </a:extLst>
          </p:cNvPr>
          <p:cNvSpPr txBox="1">
            <a:spLocks noChangeArrowheads="1"/>
          </p:cNvSpPr>
          <p:nvPr/>
        </p:nvSpPr>
        <p:spPr bwMode="auto">
          <a:xfrm>
            <a:off x="2772282" y="3569826"/>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Text Box 65">
            <a:extLst>
              <a:ext uri="{FF2B5EF4-FFF2-40B4-BE49-F238E27FC236}">
                <a16:creationId xmlns:a16="http://schemas.microsoft.com/office/drawing/2014/main" id="{BEADC10F-9126-03C5-EBF4-F1D0676FDE44}"/>
              </a:ext>
            </a:extLst>
          </p:cNvPr>
          <p:cNvSpPr txBox="1">
            <a:spLocks noChangeArrowheads="1"/>
          </p:cNvSpPr>
          <p:nvPr/>
        </p:nvSpPr>
        <p:spPr bwMode="auto">
          <a:xfrm>
            <a:off x="2081719" y="3907964"/>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Text Box 66">
            <a:extLst>
              <a:ext uri="{FF2B5EF4-FFF2-40B4-BE49-F238E27FC236}">
                <a16:creationId xmlns:a16="http://schemas.microsoft.com/office/drawing/2014/main" id="{34F36687-8926-ADEB-195B-430214CFA2E1}"/>
              </a:ext>
            </a:extLst>
          </p:cNvPr>
          <p:cNvSpPr txBox="1">
            <a:spLocks noChangeArrowheads="1"/>
          </p:cNvSpPr>
          <p:nvPr/>
        </p:nvSpPr>
        <p:spPr bwMode="auto">
          <a:xfrm>
            <a:off x="3381882" y="3717464"/>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Text Box 67">
            <a:extLst>
              <a:ext uri="{FF2B5EF4-FFF2-40B4-BE49-F238E27FC236}">
                <a16:creationId xmlns:a16="http://schemas.microsoft.com/office/drawing/2014/main" id="{F976B813-F6CC-69CB-8031-22D3CB811890}"/>
              </a:ext>
            </a:extLst>
          </p:cNvPr>
          <p:cNvSpPr txBox="1">
            <a:spLocks noChangeArrowheads="1"/>
          </p:cNvSpPr>
          <p:nvPr/>
        </p:nvSpPr>
        <p:spPr bwMode="auto">
          <a:xfrm>
            <a:off x="3281869" y="4279439"/>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Text Box 68">
            <a:extLst>
              <a:ext uri="{FF2B5EF4-FFF2-40B4-BE49-F238E27FC236}">
                <a16:creationId xmlns:a16="http://schemas.microsoft.com/office/drawing/2014/main" id="{1CF4AAED-E6BC-5F8A-052E-98154955AF96}"/>
              </a:ext>
            </a:extLst>
          </p:cNvPr>
          <p:cNvSpPr txBox="1">
            <a:spLocks noChangeArrowheads="1"/>
          </p:cNvSpPr>
          <p:nvPr/>
        </p:nvSpPr>
        <p:spPr bwMode="auto">
          <a:xfrm>
            <a:off x="3853369" y="3598401"/>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Text Box 69">
            <a:extLst>
              <a:ext uri="{FF2B5EF4-FFF2-40B4-BE49-F238E27FC236}">
                <a16:creationId xmlns:a16="http://schemas.microsoft.com/office/drawing/2014/main" id="{DE356833-0CC6-26D9-21EE-55B401E01595}"/>
              </a:ext>
            </a:extLst>
          </p:cNvPr>
          <p:cNvSpPr txBox="1">
            <a:spLocks noChangeArrowheads="1"/>
          </p:cNvSpPr>
          <p:nvPr/>
        </p:nvSpPr>
        <p:spPr bwMode="auto">
          <a:xfrm>
            <a:off x="4424869" y="4017501"/>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Text Box 70">
            <a:extLst>
              <a:ext uri="{FF2B5EF4-FFF2-40B4-BE49-F238E27FC236}">
                <a16:creationId xmlns:a16="http://schemas.microsoft.com/office/drawing/2014/main" id="{4FA09448-2AB7-5472-7294-814D2496A5F3}"/>
              </a:ext>
            </a:extLst>
          </p:cNvPr>
          <p:cNvSpPr txBox="1">
            <a:spLocks noChangeArrowheads="1"/>
          </p:cNvSpPr>
          <p:nvPr/>
        </p:nvSpPr>
        <p:spPr bwMode="auto">
          <a:xfrm>
            <a:off x="4382007" y="3165014"/>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Text Box 71">
            <a:extLst>
              <a:ext uri="{FF2B5EF4-FFF2-40B4-BE49-F238E27FC236}">
                <a16:creationId xmlns:a16="http://schemas.microsoft.com/office/drawing/2014/main" id="{E837958E-30E9-987C-035B-F88A4A8785C7}"/>
              </a:ext>
            </a:extLst>
          </p:cNvPr>
          <p:cNvSpPr txBox="1">
            <a:spLocks noChangeArrowheads="1"/>
          </p:cNvSpPr>
          <p:nvPr/>
        </p:nvSpPr>
        <p:spPr bwMode="auto">
          <a:xfrm>
            <a:off x="3215194" y="2926889"/>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 name="Text Box 72">
            <a:extLst>
              <a:ext uri="{FF2B5EF4-FFF2-40B4-BE49-F238E27FC236}">
                <a16:creationId xmlns:a16="http://schemas.microsoft.com/office/drawing/2014/main" id="{338E106D-F300-1078-CF81-FBA393A813A6}"/>
              </a:ext>
            </a:extLst>
          </p:cNvPr>
          <p:cNvSpPr txBox="1">
            <a:spLocks noChangeArrowheads="1"/>
          </p:cNvSpPr>
          <p:nvPr/>
        </p:nvSpPr>
        <p:spPr bwMode="auto">
          <a:xfrm>
            <a:off x="2657982" y="2503026"/>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 name="Group 54">
            <a:extLst>
              <a:ext uri="{FF2B5EF4-FFF2-40B4-BE49-F238E27FC236}">
                <a16:creationId xmlns:a16="http://schemas.microsoft.com/office/drawing/2014/main" id="{853D5B7F-F0B1-7E8A-95F4-112C48E3C575}"/>
              </a:ext>
            </a:extLst>
          </p:cNvPr>
          <p:cNvGrpSpPr/>
          <p:nvPr/>
        </p:nvGrpSpPr>
        <p:grpSpPr>
          <a:xfrm>
            <a:off x="6720417" y="2102369"/>
            <a:ext cx="4305922" cy="1924810"/>
            <a:chOff x="6467193" y="2228981"/>
            <a:chExt cx="4305922" cy="1924810"/>
          </a:xfrm>
        </p:grpSpPr>
        <mc:AlternateContent xmlns:mc="http://schemas.openxmlformats.org/markup-compatibility/2006" xmlns:a14="http://schemas.microsoft.com/office/drawing/2010/main">
          <mc:Choice Requires="a14">
            <p:sp>
              <p:nvSpPr>
                <p:cNvPr id="56" name="Text Box 74">
                  <a:extLst>
                    <a:ext uri="{FF2B5EF4-FFF2-40B4-BE49-F238E27FC236}">
                      <a16:creationId xmlns:a16="http://schemas.microsoft.com/office/drawing/2014/main" id="{83DFDA99-6654-D052-4E32-149AD33C8A2C}"/>
                    </a:ext>
                  </a:extLst>
                </p:cNvPr>
                <p:cNvSpPr txBox="1">
                  <a:spLocks noChangeArrowheads="1"/>
                </p:cNvSpPr>
                <p:nvPr/>
              </p:nvSpPr>
              <p:spPr bwMode="auto">
                <a:xfrm>
                  <a:off x="6467193" y="2803678"/>
                  <a:ext cx="4305922" cy="1350113"/>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10000"/>
                    </a:lnSpc>
                    <a:spcBef>
                      <a:spcPct val="0"/>
                    </a:spcBef>
                    <a:spcAft>
                      <a:spcPct val="0"/>
                    </a:spcAft>
                    <a:buClrTx/>
                    <a:buSzTx/>
                    <a:buFontTx/>
                    <a:buNone/>
                    <a:tabLst/>
                    <a:defRPr/>
                  </a:pPr>
                  <a14:m>
                    <m:oMathPara xmlns:m="http://schemas.openxmlformats.org/officeDocument/2006/math">
                      <m:oMathParaPr>
                        <m:jc m:val="centerGroup"/>
                      </m:oMathParaPr>
                      <m:oMath xmlns:m="http://schemas.openxmlformats.org/officeDocument/2006/math">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𝑫</m:t>
                        </m:r>
                        <m:r>
                          <a:rPr kumimoji="0" lang="en-US" sz="2400" b="1" i="1" u="none" strike="noStrike" kern="0" cap="none" spc="0" normalizeH="0" baseline="-25000" noProof="0" dirty="0">
                            <a:ln>
                              <a:noFill/>
                            </a:ln>
                            <a:solidFill>
                              <a:srgbClr val="000000"/>
                            </a:solidFill>
                            <a:effectLst/>
                            <a:uLnTx/>
                            <a:uFillTx/>
                            <a:latin typeface="Cambria Math" panose="02040503050406030204" pitchFamily="18" charset="0"/>
                            <a:ea typeface="ＭＳ Ｐゴシック" charset="0"/>
                          </a:rPr>
                          <m:t>𝒖</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𝒛</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 = </m:t>
                        </m:r>
                        <m:r>
                          <a:rPr kumimoji="0" lang="en-US" sz="2400" b="1" i="0"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𝐦𝐢𝐧</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 </m:t>
                        </m:r>
                        <m:sSub>
                          <m:sSubPr>
                            <m:ctrlP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ctrlPr>
                          </m:sSubPr>
                          <m:e>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𝒄</m:t>
                            </m:r>
                          </m:e>
                          <m:sub>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𝒖</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𝒗</m:t>
                            </m:r>
                          </m:sub>
                        </m:sSub>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sSub>
                          <m:sSubPr>
                            <m:ctrlP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ctrlPr>
                          </m:sSubPr>
                          <m:e>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𝑫</m:t>
                            </m:r>
                          </m:e>
                          <m:sub>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𝒗</m:t>
                            </m:r>
                          </m:sub>
                        </m:sSub>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𝒛</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m:t>
                        </m:r>
                      </m:oMath>
                    </m:oMathPara>
                  </a14:m>
                  <a:endParaRPr kumimoji="0" lang="en-US" sz="2400" b="1" i="1" u="none" strike="noStrike" kern="0" cap="none" spc="0" normalizeH="0" baseline="0" noProof="0" dirty="0">
                    <a:ln>
                      <a:noFill/>
                    </a:ln>
                    <a:solidFill>
                      <a:srgbClr val="000000"/>
                    </a:solidFill>
                    <a:effectLst/>
                    <a:uLnTx/>
                    <a:uFillTx/>
                    <a:ea typeface="ＭＳ Ｐゴシック" charset="0"/>
                  </a:endParaRPr>
                </a:p>
                <a:p>
                  <a:pPr marL="0" marR="0" lvl="0" indent="0" defTabSz="914400" eaLnBrk="0" fontAlgn="base" latinLnBrk="0" hangingPunct="0">
                    <a:lnSpc>
                      <a:spcPct val="110000"/>
                    </a:lnSpc>
                    <a:spcBef>
                      <a:spcPct val="0"/>
                    </a:spcBef>
                    <a:spcAft>
                      <a:spcPct val="0"/>
                    </a:spcAft>
                    <a:buClrTx/>
                    <a:buSzTx/>
                    <a:buFontTx/>
                    <a:buNone/>
                    <a:tabLst/>
                    <a:defRPr/>
                  </a:pPr>
                  <a:r>
                    <a:rPr kumimoji="0" lang="en-US" sz="2400" b="1" i="1" u="none" strike="noStrike" kern="0" cap="none" spc="0" normalizeH="0" baseline="0" noProof="0" dirty="0">
                      <a:ln>
                        <a:noFill/>
                      </a:ln>
                      <a:solidFill>
                        <a:srgbClr val="000000"/>
                      </a:solidFill>
                      <a:effectLst/>
                      <a:uLnTx/>
                      <a:uFillTx/>
                      <a:ea typeface="ＭＳ Ｐゴシック" charset="0"/>
                    </a:rPr>
                    <a:t>                    </a:t>
                  </a:r>
                  <a14:m>
                    <m:oMath xmlns:m="http://schemas.openxmlformats.org/officeDocument/2006/math">
                      <m:sSub>
                        <m:sSubPr>
                          <m:ctrlP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ctrlPr>
                        </m:sSubPr>
                        <m:e>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𝒄</m:t>
                          </m:r>
                        </m:e>
                        <m:sub>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𝒖</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𝒙</m:t>
                          </m:r>
                        </m:sub>
                      </m:sSub>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sSub>
                        <m:sSubPr>
                          <m:ctrlP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ctrlPr>
                        </m:sSubPr>
                        <m:e>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𝑫</m:t>
                          </m:r>
                        </m:e>
                        <m:sub>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𝒙</m:t>
                          </m:r>
                        </m:sub>
                      </m:sSub>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𝒛</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m:t>
                      </m:r>
                    </m:oMath>
                  </a14:m>
                  <a:endParaRPr kumimoji="0" lang="en-US" sz="2400" b="1" i="1" u="none" strike="noStrike" kern="0" cap="none" spc="0" normalizeH="0" baseline="0" noProof="0" dirty="0">
                    <a:ln>
                      <a:noFill/>
                    </a:ln>
                    <a:solidFill>
                      <a:srgbClr val="000000"/>
                    </a:solidFill>
                    <a:effectLst/>
                    <a:uLnTx/>
                    <a:uFillTx/>
                    <a:ea typeface="ＭＳ Ｐゴシック" charset="0"/>
                  </a:endParaRPr>
                </a:p>
                <a:p>
                  <a:pPr marL="0" marR="0" lvl="0" indent="0" defTabSz="914400" eaLnBrk="0" fontAlgn="base" latinLnBrk="0" hangingPunct="0">
                    <a:lnSpc>
                      <a:spcPct val="110000"/>
                    </a:lnSpc>
                    <a:spcBef>
                      <a:spcPct val="0"/>
                    </a:spcBef>
                    <a:spcAft>
                      <a:spcPct val="0"/>
                    </a:spcAft>
                    <a:buClrTx/>
                    <a:buSzTx/>
                    <a:buFontTx/>
                    <a:buNone/>
                    <a:tabLst/>
                    <a:defRPr/>
                  </a:pPr>
                  <a:r>
                    <a:rPr kumimoji="0" lang="en-US" sz="2400" b="1" i="1" u="none" strike="noStrike" kern="0" cap="none" spc="0" normalizeH="0" baseline="0" noProof="0" dirty="0">
                      <a:ln>
                        <a:noFill/>
                      </a:ln>
                      <a:solidFill>
                        <a:srgbClr val="000000"/>
                      </a:solidFill>
                      <a:effectLst/>
                      <a:uLnTx/>
                      <a:uFillTx/>
                      <a:ea typeface="ＭＳ Ｐゴシック" charset="0"/>
                    </a:rPr>
                    <a:t>                    </a:t>
                  </a:r>
                  <a14:m>
                    <m:oMath xmlns:m="http://schemas.openxmlformats.org/officeDocument/2006/math">
                      <m:sSub>
                        <m:sSubPr>
                          <m:ctrlP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ctrlPr>
                        </m:sSubPr>
                        <m:e>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𝒄</m:t>
                          </m:r>
                        </m:e>
                        <m:sub>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𝒖</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𝒘</m:t>
                          </m:r>
                        </m:sub>
                      </m:sSub>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sSub>
                        <m:sSubPr>
                          <m:ctrlP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ctrlPr>
                        </m:sSubPr>
                        <m:e>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𝑫</m:t>
                          </m:r>
                        </m:e>
                        <m:sub>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𝒘</m:t>
                          </m:r>
                        </m:sub>
                      </m:sSub>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𝒛</m:t>
                      </m:r>
                      <m:r>
                        <a:rPr kumimoji="0" lang="en-US" sz="2400" b="1" i="1" u="none" strike="noStrike" kern="0" cap="none" spc="0" normalizeH="0" baseline="0" noProof="0" dirty="0">
                          <a:ln>
                            <a:noFill/>
                          </a:ln>
                          <a:solidFill>
                            <a:srgbClr val="000000"/>
                          </a:solidFill>
                          <a:effectLst/>
                          <a:uLnTx/>
                          <a:uFillTx/>
                          <a:latin typeface="Cambria Math" panose="02040503050406030204" pitchFamily="18" charset="0"/>
                          <a:ea typeface="ＭＳ Ｐゴシック" charset="0"/>
                        </a:rPr>
                        <m:t>) }</m:t>
                      </m:r>
                    </m:oMath>
                  </a14:m>
                  <a:endParaRPr kumimoji="0" lang="en-US" sz="2400" b="1" i="0" u="none" strike="noStrike" kern="0" cap="none" spc="0" normalizeH="0" baseline="0" noProof="0" dirty="0">
                    <a:ln>
                      <a:noFill/>
                    </a:ln>
                    <a:solidFill>
                      <a:srgbClr val="000000"/>
                    </a:solidFill>
                    <a:effectLst/>
                    <a:uLnTx/>
                    <a:uFillTx/>
                    <a:ea typeface="ＭＳ Ｐゴシック" charset="0"/>
                  </a:endParaRPr>
                </a:p>
              </p:txBody>
            </p:sp>
          </mc:Choice>
          <mc:Fallback xmlns="">
            <p:sp>
              <p:nvSpPr>
                <p:cNvPr id="56" name="Text Box 74">
                  <a:extLst>
                    <a:ext uri="{FF2B5EF4-FFF2-40B4-BE49-F238E27FC236}">
                      <a16:creationId xmlns:a16="http://schemas.microsoft.com/office/drawing/2014/main" id="{83DFDA99-6654-D052-4E32-149AD33C8A2C}"/>
                    </a:ext>
                  </a:extLst>
                </p:cNvPr>
                <p:cNvSpPr txBox="1">
                  <a:spLocks noRot="1" noChangeAspect="1" noMove="1" noResize="1" noEditPoints="1" noAdjustHandles="1" noChangeArrowheads="1" noChangeShapeType="1" noTextEdit="1"/>
                </p:cNvSpPr>
                <p:nvPr/>
              </p:nvSpPr>
              <p:spPr bwMode="auto">
                <a:xfrm>
                  <a:off x="6467193" y="2803678"/>
                  <a:ext cx="4305922" cy="1350113"/>
                </a:xfrm>
                <a:prstGeom prst="rect">
                  <a:avLst/>
                </a:prstGeom>
                <a:blipFill>
                  <a:blip r:embed="rId5"/>
                  <a:stretch>
                    <a:fillRect b="-4054"/>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p:sp>
          <p:nvSpPr>
            <p:cNvPr id="57" name="Text Box 76">
              <a:extLst>
                <a:ext uri="{FF2B5EF4-FFF2-40B4-BE49-F238E27FC236}">
                  <a16:creationId xmlns:a16="http://schemas.microsoft.com/office/drawing/2014/main" id="{7481E772-DD32-99E3-3EB7-B47AB9DB6F96}"/>
                </a:ext>
              </a:extLst>
            </p:cNvPr>
            <p:cNvSpPr txBox="1">
              <a:spLocks noChangeArrowheads="1"/>
            </p:cNvSpPr>
            <p:nvPr/>
          </p:nvSpPr>
          <p:spPr bwMode="auto">
            <a:xfrm>
              <a:off x="7991653" y="2228981"/>
              <a:ext cx="229421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fa-IR" sz="1800" b="1" i="0" u="none" strike="noStrike" kern="0" cap="none" spc="0" normalizeH="0" baseline="0" noProof="0" dirty="0">
                  <a:ln>
                    <a:noFill/>
                  </a:ln>
                  <a:solidFill>
                    <a:srgbClr val="000000"/>
                  </a:solidFill>
                  <a:effectLst/>
                  <a:uLnTx/>
                  <a:uFillTx/>
                  <a:latin typeface="IRANSans(FaNum)" panose="02040503050201020203" pitchFamily="18" charset="-78"/>
                  <a:cs typeface="IRANSans(FaNum)" panose="02040503050201020203" pitchFamily="18" charset="-78"/>
                </a:rPr>
                <a:t>رابطه </a:t>
              </a:r>
              <a:r>
                <a:rPr kumimoji="0" lang="en-US" sz="1800" b="1" i="0" u="none" strike="noStrike" kern="0" cap="none" spc="0" normalizeH="0" baseline="0" noProof="0" dirty="0">
                  <a:ln>
                    <a:noFill/>
                  </a:ln>
                  <a:solidFill>
                    <a:srgbClr val="000000"/>
                  </a:solidFill>
                  <a:effectLst/>
                  <a:uLnTx/>
                  <a:uFillTx/>
                  <a:latin typeface="IRANSans(FaNum)" panose="02040503050201020203" pitchFamily="18" charset="-78"/>
                  <a:cs typeface="IRANSans(FaNum)" panose="02040503050201020203" pitchFamily="18" charset="-78"/>
                </a:rPr>
                <a:t>Bellman-Ford</a:t>
              </a:r>
              <a:r>
                <a:rPr kumimoji="0" lang="fa-IR" sz="1800" b="1" i="0" u="none" strike="noStrike" kern="0" cap="none" spc="0" normalizeH="0" baseline="0" noProof="0" dirty="0">
                  <a:ln>
                    <a:noFill/>
                  </a:ln>
                  <a:solidFill>
                    <a:srgbClr val="000000"/>
                  </a:solidFill>
                  <a:effectLst/>
                  <a:uLnTx/>
                  <a:uFillTx/>
                  <a:latin typeface="IRANSans(FaNum)" panose="02040503050201020203" pitchFamily="18" charset="-78"/>
                  <a:cs typeface="IRANSans(FaNum)" panose="02040503050201020203" pitchFamily="18" charset="-78"/>
                </a:rPr>
                <a:t>:</a:t>
              </a:r>
              <a:endParaRPr kumimoji="0" lang="en-US" sz="1800" b="1" i="0" u="none" strike="noStrike" kern="0" cap="none" spc="0" normalizeH="0" baseline="0" noProof="0" dirty="0">
                <a:ln>
                  <a:noFill/>
                </a:ln>
                <a:solidFill>
                  <a:srgbClr val="000000"/>
                </a:solidFill>
                <a:effectLst/>
                <a:uLnTx/>
                <a:uFillTx/>
                <a:latin typeface="IRANSans(FaNum)" panose="02040503050201020203" pitchFamily="18" charset="-78"/>
                <a:cs typeface="IRANSans(FaNum)" panose="02040503050201020203" pitchFamily="18" charset="-78"/>
              </a:endParaRPr>
            </a:p>
          </p:txBody>
        </p:sp>
      </p:grpSp>
      <p:sp>
        <p:nvSpPr>
          <p:cNvPr id="58" name="Oval 57">
            <a:extLst>
              <a:ext uri="{FF2B5EF4-FFF2-40B4-BE49-F238E27FC236}">
                <a16:creationId xmlns:a16="http://schemas.microsoft.com/office/drawing/2014/main" id="{AD9C4A36-0E27-D3F2-6B64-25F085BCCE4C}"/>
              </a:ext>
            </a:extLst>
          </p:cNvPr>
          <p:cNvSpPr/>
          <p:nvPr/>
        </p:nvSpPr>
        <p:spPr>
          <a:xfrm>
            <a:off x="1743822" y="3380675"/>
            <a:ext cx="613776"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9" name="Group 58">
            <a:extLst>
              <a:ext uri="{FF2B5EF4-FFF2-40B4-BE49-F238E27FC236}">
                <a16:creationId xmlns:a16="http://schemas.microsoft.com/office/drawing/2014/main" id="{E39F622C-E5C3-9B57-97B4-A65DAF50DFE3}"/>
              </a:ext>
            </a:extLst>
          </p:cNvPr>
          <p:cNvGrpSpPr/>
          <p:nvPr/>
        </p:nvGrpSpPr>
        <p:grpSpPr>
          <a:xfrm>
            <a:off x="975108" y="2115547"/>
            <a:ext cx="1733217" cy="1077238"/>
            <a:chOff x="721884" y="2242159"/>
            <a:chExt cx="1733217" cy="1077238"/>
          </a:xfrm>
        </p:grpSpPr>
        <p:sp>
          <p:nvSpPr>
            <p:cNvPr id="60" name="Freeform 16">
              <a:extLst>
                <a:ext uri="{FF2B5EF4-FFF2-40B4-BE49-F238E27FC236}">
                  <a16:creationId xmlns:a16="http://schemas.microsoft.com/office/drawing/2014/main" id="{7988B73B-4421-184F-1937-2DB40E765A50}"/>
                </a:ext>
              </a:extLst>
            </p:cNvPr>
            <p:cNvSpPr/>
            <p:nvPr/>
          </p:nvSpPr>
          <p:spPr>
            <a:xfrm>
              <a:off x="851770" y="2630466"/>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93F42FF1-B247-7935-B361-50165B9AFF63}"/>
                </a:ext>
              </a:extLst>
            </p:cNvPr>
            <p:cNvGrpSpPr/>
            <p:nvPr/>
          </p:nvGrpSpPr>
          <p:grpSpPr>
            <a:xfrm>
              <a:off x="721884" y="2242159"/>
              <a:ext cx="1481496" cy="389568"/>
              <a:chOff x="721884" y="2242159"/>
              <a:chExt cx="1481496" cy="389568"/>
            </a:xfrm>
          </p:grpSpPr>
          <p:sp>
            <p:nvSpPr>
              <p:cNvPr id="62" name="Rectangle 61">
                <a:extLst>
                  <a:ext uri="{FF2B5EF4-FFF2-40B4-BE49-F238E27FC236}">
                    <a16:creationId xmlns:a16="http://schemas.microsoft.com/office/drawing/2014/main" id="{9A8F6B83-30E4-A7D9-1297-AC63A418A7B4}"/>
                  </a:ext>
                </a:extLst>
              </p:cNvPr>
              <p:cNvSpPr/>
              <p:nvPr/>
            </p:nvSpPr>
            <p:spPr>
              <a:xfrm>
                <a:off x="851770" y="224215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89EF368F-1786-8266-27E5-24A8278336BF}"/>
                      </a:ext>
                    </a:extLst>
                  </p:cNvPr>
                  <p:cNvSpPr txBox="1"/>
                  <p:nvPr/>
                </p:nvSpPr>
                <p:spPr>
                  <a:xfrm>
                    <a:off x="721884" y="2262395"/>
                    <a:ext cx="1481496" cy="369332"/>
                  </a:xfrm>
                  <a:prstGeom prst="rect">
                    <a:avLst/>
                  </a:prstGeom>
                  <a:noFill/>
                </p:spPr>
                <p:txBody>
                  <a:bodyPr wrap="none" rtlCol="0">
                    <a:spAutoFit/>
                  </a:bodyPr>
                  <a:lstStyle/>
                  <a:p>
                    <a:pPr marL="123825" lvl="0" eaLnBrk="0" fontAlgn="base" hangingPunct="0">
                      <a:spcBef>
                        <a:spcPct val="0"/>
                      </a:spcBef>
                      <a:spcAft>
                        <a:spcPct val="0"/>
                      </a:spcAft>
                      <a:defRPr/>
                    </a:pPr>
                    <a14:m>
                      <m:oMathPara xmlns:m="http://schemas.openxmlformats.org/officeDocument/2006/math">
                        <m:oMathParaPr>
                          <m:jc m:val="centerGroup"/>
                        </m:oMathParaPr>
                        <m:oMath xmlns:m="http://schemas.openxmlformats.org/officeDocument/2006/math">
                          <m:r>
                            <a:rPr lang="en-US" b="1" i="1" kern="0" dirty="0" smtClean="0">
                              <a:solidFill>
                                <a:srgbClr val="000000"/>
                              </a:solidFill>
                              <a:latin typeface="Cambria Math" panose="02040503050406030204" pitchFamily="18" charset="0"/>
                              <a:ea typeface="ＭＳ Ｐゴシック" charset="0"/>
                            </a:rPr>
                            <m:t>𝑫</m:t>
                          </m:r>
                          <m:r>
                            <a:rPr lang="en-US" b="1" i="1" kern="0" baseline="-25000" dirty="0">
                              <a:solidFill>
                                <a:srgbClr val="000000"/>
                              </a:solidFill>
                              <a:latin typeface="Cambria Math" panose="02040503050406030204" pitchFamily="18" charset="0"/>
                              <a:ea typeface="ＭＳ Ｐゴシック" charset="0"/>
                            </a:rPr>
                            <m:t>𝒗</m:t>
                          </m:r>
                          <m:r>
                            <a:rPr lang="en-US" b="1" i="1" kern="0" dirty="0">
                              <a:solidFill>
                                <a:srgbClr val="000000"/>
                              </a:solidFill>
                              <a:latin typeface="Cambria Math" panose="02040503050406030204" pitchFamily="18" charset="0"/>
                              <a:ea typeface="ＭＳ Ｐゴシック" charset="0"/>
                            </a:rPr>
                            <m:t>(</m:t>
                          </m:r>
                          <m:r>
                            <a:rPr lang="en-US" b="1" i="1" kern="0" dirty="0">
                              <a:solidFill>
                                <a:srgbClr val="000000"/>
                              </a:solidFill>
                              <a:latin typeface="Cambria Math" panose="02040503050406030204" pitchFamily="18" charset="0"/>
                              <a:ea typeface="ＭＳ Ｐゴシック" charset="0"/>
                            </a:rPr>
                            <m:t>𝒛</m:t>
                          </m:r>
                          <m:r>
                            <a:rPr lang="en-US" b="1" i="1" kern="0" dirty="0">
                              <a:solidFill>
                                <a:srgbClr val="000000"/>
                              </a:solidFill>
                              <a:latin typeface="Cambria Math" panose="02040503050406030204" pitchFamily="18" charset="0"/>
                              <a:ea typeface="ＭＳ Ｐゴシック" charset="0"/>
                            </a:rPr>
                            <m:t>) = </m:t>
                          </m:r>
                          <m:r>
                            <a:rPr lang="en-US" b="1" i="1" kern="0" dirty="0">
                              <a:solidFill>
                                <a:srgbClr val="000000"/>
                              </a:solidFill>
                              <a:latin typeface="Cambria Math" panose="02040503050406030204" pitchFamily="18" charset="0"/>
                              <a:ea typeface="ＭＳ Ｐゴシック" charset="0"/>
                            </a:rPr>
                            <m:t>𝟓</m:t>
                          </m:r>
                        </m:oMath>
                      </m:oMathPara>
                    </a14:m>
                    <a:endParaRPr lang="en-US" b="1" kern="0" dirty="0">
                      <a:solidFill>
                        <a:srgbClr val="000000"/>
                      </a:solidFill>
                    </a:endParaRPr>
                  </a:p>
                </p:txBody>
              </p:sp>
            </mc:Choice>
            <mc:Fallback xmlns="">
              <p:sp>
                <p:nvSpPr>
                  <p:cNvPr id="63" name="TextBox 62">
                    <a:extLst>
                      <a:ext uri="{FF2B5EF4-FFF2-40B4-BE49-F238E27FC236}">
                        <a16:creationId xmlns:a16="http://schemas.microsoft.com/office/drawing/2014/main" id="{89EF368F-1786-8266-27E5-24A8278336BF}"/>
                      </a:ext>
                    </a:extLst>
                  </p:cNvPr>
                  <p:cNvSpPr txBox="1">
                    <a:spLocks noRot="1" noChangeAspect="1" noMove="1" noResize="1" noEditPoints="1" noAdjustHandles="1" noChangeArrowheads="1" noChangeShapeType="1" noTextEdit="1"/>
                  </p:cNvSpPr>
                  <p:nvPr/>
                </p:nvSpPr>
                <p:spPr>
                  <a:xfrm>
                    <a:off x="721884" y="2262395"/>
                    <a:ext cx="1481496" cy="369332"/>
                  </a:xfrm>
                  <a:prstGeom prst="rect">
                    <a:avLst/>
                  </a:prstGeom>
                  <a:blipFill>
                    <a:blip r:embed="rId6"/>
                    <a:stretch>
                      <a:fillRect b="-13115"/>
                    </a:stretch>
                  </a:blipFill>
                </p:spPr>
                <p:txBody>
                  <a:bodyPr/>
                  <a:lstStyle/>
                  <a:p>
                    <a:r>
                      <a:rPr lang="en-US">
                        <a:noFill/>
                      </a:rPr>
                      <a:t> </a:t>
                    </a:r>
                  </a:p>
                </p:txBody>
              </p:sp>
            </mc:Fallback>
          </mc:AlternateContent>
        </p:grpSp>
      </p:grpSp>
      <p:grpSp>
        <p:nvGrpSpPr>
          <p:cNvPr id="448" name="Group 447">
            <a:extLst>
              <a:ext uri="{FF2B5EF4-FFF2-40B4-BE49-F238E27FC236}">
                <a16:creationId xmlns:a16="http://schemas.microsoft.com/office/drawing/2014/main" id="{58660A66-874A-09E1-5AA6-ED57D665126C}"/>
              </a:ext>
            </a:extLst>
          </p:cNvPr>
          <p:cNvGrpSpPr/>
          <p:nvPr/>
        </p:nvGrpSpPr>
        <p:grpSpPr>
          <a:xfrm>
            <a:off x="2568257" y="3033601"/>
            <a:ext cx="501650" cy="396875"/>
            <a:chOff x="836555" y="3112712"/>
            <a:chExt cx="501650" cy="396875"/>
          </a:xfrm>
        </p:grpSpPr>
        <p:grpSp>
          <p:nvGrpSpPr>
            <p:cNvPr id="449" name="Group 448">
              <a:extLst>
                <a:ext uri="{FF2B5EF4-FFF2-40B4-BE49-F238E27FC236}">
                  <a16:creationId xmlns:a16="http://schemas.microsoft.com/office/drawing/2014/main" id="{0B026E10-AD30-A2A8-D0F7-8732A36C12AE}"/>
                </a:ext>
              </a:extLst>
            </p:cNvPr>
            <p:cNvGrpSpPr/>
            <p:nvPr/>
          </p:nvGrpSpPr>
          <p:grpSpPr>
            <a:xfrm>
              <a:off x="836555" y="3205962"/>
              <a:ext cx="501650" cy="233363"/>
              <a:chOff x="2303158" y="3229713"/>
              <a:chExt cx="501650" cy="233363"/>
            </a:xfrm>
          </p:grpSpPr>
          <p:sp>
            <p:nvSpPr>
              <p:cNvPr id="453" name="Oval 16">
                <a:extLst>
                  <a:ext uri="{FF2B5EF4-FFF2-40B4-BE49-F238E27FC236}">
                    <a16:creationId xmlns:a16="http://schemas.microsoft.com/office/drawing/2014/main" id="{947C8DE1-67BC-02F6-3256-606E0AE9C02E}"/>
                  </a:ext>
                </a:extLst>
              </p:cNvPr>
              <p:cNvSpPr>
                <a:spLocks noChangeArrowheads="1"/>
              </p:cNvSpPr>
              <p:nvPr/>
            </p:nvSpPr>
            <p:spPr bwMode="auto">
              <a:xfrm>
                <a:off x="2307920" y="3334488"/>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4" name="Line 17">
                <a:extLst>
                  <a:ext uri="{FF2B5EF4-FFF2-40B4-BE49-F238E27FC236}">
                    <a16:creationId xmlns:a16="http://schemas.microsoft.com/office/drawing/2014/main" id="{7E99B519-2887-5B84-0F3D-BCBF7AB8A24B}"/>
                  </a:ext>
                </a:extLst>
              </p:cNvPr>
              <p:cNvSpPr>
                <a:spLocks noChangeShapeType="1"/>
              </p:cNvSpPr>
              <p:nvPr/>
            </p:nvSpPr>
            <p:spPr bwMode="auto">
              <a:xfrm>
                <a:off x="2307920" y="33233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5" name="Line 18">
                <a:extLst>
                  <a:ext uri="{FF2B5EF4-FFF2-40B4-BE49-F238E27FC236}">
                    <a16:creationId xmlns:a16="http://schemas.microsoft.com/office/drawing/2014/main" id="{D3EDE71C-4F5C-726A-FF8B-43EE3257555F}"/>
                  </a:ext>
                </a:extLst>
              </p:cNvPr>
              <p:cNvSpPr>
                <a:spLocks noChangeShapeType="1"/>
              </p:cNvSpPr>
              <p:nvPr/>
            </p:nvSpPr>
            <p:spPr bwMode="auto">
              <a:xfrm>
                <a:off x="2804808" y="33233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Rectangle 19">
                <a:extLst>
                  <a:ext uri="{FF2B5EF4-FFF2-40B4-BE49-F238E27FC236}">
                    <a16:creationId xmlns:a16="http://schemas.microsoft.com/office/drawing/2014/main" id="{15FDE597-B78A-218E-EF88-5F1C62604C48}"/>
                  </a:ext>
                </a:extLst>
              </p:cNvPr>
              <p:cNvSpPr>
                <a:spLocks noChangeArrowheads="1"/>
              </p:cNvSpPr>
              <p:nvPr/>
            </p:nvSpPr>
            <p:spPr bwMode="auto">
              <a:xfrm>
                <a:off x="2307920" y="3323376"/>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7" name="Oval 20">
                <a:extLst>
                  <a:ext uri="{FF2B5EF4-FFF2-40B4-BE49-F238E27FC236}">
                    <a16:creationId xmlns:a16="http://schemas.microsoft.com/office/drawing/2014/main" id="{D97F9B2F-AB58-ADC8-0F1E-66E0B13FF571}"/>
                  </a:ext>
                </a:extLst>
              </p:cNvPr>
              <p:cNvSpPr>
                <a:spLocks noChangeArrowheads="1"/>
              </p:cNvSpPr>
              <p:nvPr/>
            </p:nvSpPr>
            <p:spPr bwMode="auto">
              <a:xfrm>
                <a:off x="2303158" y="3229713"/>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0" name="Group 57">
              <a:extLst>
                <a:ext uri="{FF2B5EF4-FFF2-40B4-BE49-F238E27FC236}">
                  <a16:creationId xmlns:a16="http://schemas.microsoft.com/office/drawing/2014/main" id="{ED12D4E3-6C43-7E30-2ABF-314427F6A794}"/>
                </a:ext>
              </a:extLst>
            </p:cNvPr>
            <p:cNvGrpSpPr>
              <a:grpSpLocks/>
            </p:cNvGrpSpPr>
            <p:nvPr/>
          </p:nvGrpSpPr>
          <p:grpSpPr bwMode="auto">
            <a:xfrm>
              <a:off x="929455" y="3112712"/>
              <a:ext cx="311150" cy="396875"/>
              <a:chOff x="2958" y="2425"/>
              <a:chExt cx="199" cy="250"/>
            </a:xfrm>
          </p:grpSpPr>
          <p:sp>
            <p:nvSpPr>
              <p:cNvPr id="451" name="Rectangle 58">
                <a:extLst>
                  <a:ext uri="{FF2B5EF4-FFF2-40B4-BE49-F238E27FC236}">
                    <a16:creationId xmlns:a16="http://schemas.microsoft.com/office/drawing/2014/main" id="{B63F31F8-5B61-1F08-8BBD-760A713C17AA}"/>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Text Box 59">
                <a:extLst>
                  <a:ext uri="{FF2B5EF4-FFF2-40B4-BE49-F238E27FC236}">
                    <a16:creationId xmlns:a16="http://schemas.microsoft.com/office/drawing/2014/main" id="{E65C4F0D-B0BD-EB4F-1BEE-5CFE02924793}"/>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8" name="Group 457">
            <a:extLst>
              <a:ext uri="{FF2B5EF4-FFF2-40B4-BE49-F238E27FC236}">
                <a16:creationId xmlns:a16="http://schemas.microsoft.com/office/drawing/2014/main" id="{45337379-94A9-24F7-BCD4-A11509B2654E}"/>
              </a:ext>
            </a:extLst>
          </p:cNvPr>
          <p:cNvGrpSpPr/>
          <p:nvPr/>
        </p:nvGrpSpPr>
        <p:grpSpPr>
          <a:xfrm>
            <a:off x="3970906" y="2086197"/>
            <a:ext cx="1726438" cy="1074921"/>
            <a:chOff x="3717682" y="2212809"/>
            <a:chExt cx="1726438" cy="1074921"/>
          </a:xfrm>
        </p:grpSpPr>
        <p:sp>
          <p:nvSpPr>
            <p:cNvPr id="459" name="Freeform 181">
              <a:extLst>
                <a:ext uri="{FF2B5EF4-FFF2-40B4-BE49-F238E27FC236}">
                  <a16:creationId xmlns:a16="http://schemas.microsoft.com/office/drawing/2014/main" id="{27B4F81B-ADFB-D64A-0953-92BABC9A401D}"/>
                </a:ext>
              </a:extLst>
            </p:cNvPr>
            <p:cNvSpPr/>
            <p:nvPr/>
          </p:nvSpPr>
          <p:spPr>
            <a:xfrm flipH="1">
              <a:off x="3717682" y="2598799"/>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0" name="Group 459">
              <a:extLst>
                <a:ext uri="{FF2B5EF4-FFF2-40B4-BE49-F238E27FC236}">
                  <a16:creationId xmlns:a16="http://schemas.microsoft.com/office/drawing/2014/main" id="{403123D9-8C2E-D28C-1958-FCEC54A9AC24}"/>
                </a:ext>
              </a:extLst>
            </p:cNvPr>
            <p:cNvGrpSpPr/>
            <p:nvPr/>
          </p:nvGrpSpPr>
          <p:grpSpPr>
            <a:xfrm>
              <a:off x="3933770" y="2212809"/>
              <a:ext cx="1510350" cy="389379"/>
              <a:chOff x="5257869" y="2420627"/>
              <a:chExt cx="1510350" cy="389379"/>
            </a:xfrm>
          </p:grpSpPr>
          <p:sp>
            <p:nvSpPr>
              <p:cNvPr id="461" name="Rectangle 460">
                <a:extLst>
                  <a:ext uri="{FF2B5EF4-FFF2-40B4-BE49-F238E27FC236}">
                    <a16:creationId xmlns:a16="http://schemas.microsoft.com/office/drawing/2014/main" id="{AA7A79C0-6158-805D-23D2-1B1227157505}"/>
                  </a:ext>
                </a:extLst>
              </p:cNvPr>
              <p:cNvSpPr/>
              <p:nvPr/>
            </p:nvSpPr>
            <p:spPr>
              <a:xfrm>
                <a:off x="5402893" y="242169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mc:AlternateContent xmlns:mc="http://schemas.openxmlformats.org/markup-compatibility/2006" xmlns:a14="http://schemas.microsoft.com/office/drawing/2010/main">
            <mc:Choice Requires="a14">
              <p:sp>
                <p:nvSpPr>
                  <p:cNvPr id="462" name="TextBox 461">
                    <a:extLst>
                      <a:ext uri="{FF2B5EF4-FFF2-40B4-BE49-F238E27FC236}">
                        <a16:creationId xmlns:a16="http://schemas.microsoft.com/office/drawing/2014/main" id="{313CD365-FBF4-B3D3-7E90-A57137CD94C5}"/>
                      </a:ext>
                    </a:extLst>
                  </p:cNvPr>
                  <p:cNvSpPr txBox="1"/>
                  <p:nvPr/>
                </p:nvSpPr>
                <p:spPr>
                  <a:xfrm>
                    <a:off x="5257869" y="2420627"/>
                    <a:ext cx="1510350" cy="369332"/>
                  </a:xfrm>
                  <a:prstGeom prst="rect">
                    <a:avLst/>
                  </a:prstGeom>
                  <a:noFill/>
                </p:spPr>
                <p:txBody>
                  <a:bodyPr wrap="none" rtlCol="0">
                    <a:spAutoFit/>
                  </a:bodyPr>
                  <a:lstStyle/>
                  <a:p>
                    <a:pPr marL="123825" lvl="0" eaLnBrk="0" fontAlgn="base" hangingPunct="0">
                      <a:spcBef>
                        <a:spcPct val="0"/>
                      </a:spcBef>
                      <a:spcAft>
                        <a:spcPct val="0"/>
                      </a:spcAft>
                      <a:defRPr/>
                    </a:pPr>
                    <a14:m>
                      <m:oMathPara xmlns:m="http://schemas.openxmlformats.org/officeDocument/2006/math">
                        <m:oMathParaPr>
                          <m:jc m:val="centerGroup"/>
                        </m:oMathParaPr>
                        <m:oMath xmlns:m="http://schemas.openxmlformats.org/officeDocument/2006/math">
                          <m:r>
                            <a:rPr lang="en-US" b="1" i="1" kern="0" dirty="0" smtClean="0">
                              <a:solidFill>
                                <a:srgbClr val="000000"/>
                              </a:solidFill>
                              <a:latin typeface="Cambria Math" panose="02040503050406030204" pitchFamily="18" charset="0"/>
                              <a:ea typeface="ＭＳ Ｐゴシック" charset="0"/>
                            </a:rPr>
                            <m:t>𝑫</m:t>
                          </m:r>
                          <m:r>
                            <a:rPr lang="en-US" b="1" i="1" kern="0" baseline="-25000" dirty="0">
                              <a:solidFill>
                                <a:srgbClr val="000000"/>
                              </a:solidFill>
                              <a:latin typeface="Cambria Math" panose="02040503050406030204" pitchFamily="18" charset="0"/>
                              <a:ea typeface="ＭＳ Ｐゴシック" charset="0"/>
                            </a:rPr>
                            <m:t>𝒘</m:t>
                          </m:r>
                          <m:r>
                            <a:rPr lang="en-US" b="1" i="1" kern="0" dirty="0">
                              <a:solidFill>
                                <a:srgbClr val="000000"/>
                              </a:solidFill>
                              <a:latin typeface="Cambria Math" panose="02040503050406030204" pitchFamily="18" charset="0"/>
                              <a:ea typeface="ＭＳ Ｐゴシック" charset="0"/>
                            </a:rPr>
                            <m:t>(</m:t>
                          </m:r>
                          <m:r>
                            <a:rPr lang="en-US" b="1" i="1" kern="0" dirty="0">
                              <a:solidFill>
                                <a:srgbClr val="000000"/>
                              </a:solidFill>
                              <a:latin typeface="Cambria Math" panose="02040503050406030204" pitchFamily="18" charset="0"/>
                              <a:ea typeface="ＭＳ Ｐゴシック" charset="0"/>
                            </a:rPr>
                            <m:t>𝒛</m:t>
                          </m:r>
                          <m:r>
                            <a:rPr lang="en-US" b="1" i="1" kern="0" dirty="0">
                              <a:solidFill>
                                <a:srgbClr val="000000"/>
                              </a:solidFill>
                              <a:latin typeface="Cambria Math" panose="02040503050406030204" pitchFamily="18" charset="0"/>
                              <a:ea typeface="ＭＳ Ｐゴシック" charset="0"/>
                            </a:rPr>
                            <m:t>) = </m:t>
                          </m:r>
                          <m:r>
                            <a:rPr lang="en-US" b="1" i="1" kern="0" dirty="0">
                              <a:solidFill>
                                <a:srgbClr val="000000"/>
                              </a:solidFill>
                              <a:latin typeface="Cambria Math" panose="02040503050406030204" pitchFamily="18" charset="0"/>
                              <a:ea typeface="ＭＳ Ｐゴシック" charset="0"/>
                            </a:rPr>
                            <m:t>𝟑</m:t>
                          </m:r>
                        </m:oMath>
                      </m:oMathPara>
                    </a14:m>
                    <a:endParaRPr lang="en-US" b="1" kern="0" dirty="0">
                      <a:solidFill>
                        <a:srgbClr val="000000"/>
                      </a:solidFill>
                      <a:ea typeface="ＭＳ Ｐゴシック" charset="0"/>
                    </a:endParaRPr>
                  </a:p>
                </p:txBody>
              </p:sp>
            </mc:Choice>
            <mc:Fallback xmlns="">
              <p:sp>
                <p:nvSpPr>
                  <p:cNvPr id="462" name="TextBox 461">
                    <a:extLst>
                      <a:ext uri="{FF2B5EF4-FFF2-40B4-BE49-F238E27FC236}">
                        <a16:creationId xmlns:a16="http://schemas.microsoft.com/office/drawing/2014/main" id="{313CD365-FBF4-B3D3-7E90-A57137CD94C5}"/>
                      </a:ext>
                    </a:extLst>
                  </p:cNvPr>
                  <p:cNvSpPr txBox="1">
                    <a:spLocks noRot="1" noChangeAspect="1" noMove="1" noResize="1" noEditPoints="1" noAdjustHandles="1" noChangeArrowheads="1" noChangeShapeType="1" noTextEdit="1"/>
                  </p:cNvSpPr>
                  <p:nvPr/>
                </p:nvSpPr>
                <p:spPr>
                  <a:xfrm>
                    <a:off x="5257869" y="2420627"/>
                    <a:ext cx="1510350" cy="369332"/>
                  </a:xfrm>
                  <a:prstGeom prst="rect">
                    <a:avLst/>
                  </a:prstGeom>
                  <a:blipFill>
                    <a:blip r:embed="rId7"/>
                    <a:stretch>
                      <a:fillRect b="-13115"/>
                    </a:stretch>
                  </a:blipFill>
                </p:spPr>
                <p:txBody>
                  <a:bodyPr/>
                  <a:lstStyle/>
                  <a:p>
                    <a:r>
                      <a:rPr lang="en-US">
                        <a:noFill/>
                      </a:rPr>
                      <a:t> </a:t>
                    </a:r>
                  </a:p>
                </p:txBody>
              </p:sp>
            </mc:Fallback>
          </mc:AlternateContent>
        </p:grpSp>
      </p:grpSp>
      <p:grpSp>
        <p:nvGrpSpPr>
          <p:cNvPr id="463" name="Group 462">
            <a:extLst>
              <a:ext uri="{FF2B5EF4-FFF2-40B4-BE49-F238E27FC236}">
                <a16:creationId xmlns:a16="http://schemas.microsoft.com/office/drawing/2014/main" id="{CE4E328B-3999-CF9B-C262-9354DE41A6EA}"/>
              </a:ext>
            </a:extLst>
          </p:cNvPr>
          <p:cNvGrpSpPr/>
          <p:nvPr/>
        </p:nvGrpSpPr>
        <p:grpSpPr>
          <a:xfrm>
            <a:off x="3645407" y="2996739"/>
            <a:ext cx="500062" cy="396875"/>
            <a:chOff x="3392183" y="3123351"/>
            <a:chExt cx="500062" cy="396875"/>
          </a:xfrm>
        </p:grpSpPr>
        <p:sp>
          <p:nvSpPr>
            <p:cNvPr id="464" name="Oval 21">
              <a:extLst>
                <a:ext uri="{FF2B5EF4-FFF2-40B4-BE49-F238E27FC236}">
                  <a16:creationId xmlns:a16="http://schemas.microsoft.com/office/drawing/2014/main" id="{31DE8DEE-9BD7-18DD-AAA6-1FCD2A59DE22}"/>
                </a:ext>
              </a:extLst>
            </p:cNvPr>
            <p:cNvSpPr>
              <a:spLocks noChangeArrowheads="1"/>
            </p:cNvSpPr>
            <p:nvPr/>
          </p:nvSpPr>
          <p:spPr bwMode="auto">
            <a:xfrm>
              <a:off x="3392183" y="3328138"/>
              <a:ext cx="495300"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Line 22">
              <a:extLst>
                <a:ext uri="{FF2B5EF4-FFF2-40B4-BE49-F238E27FC236}">
                  <a16:creationId xmlns:a16="http://schemas.microsoft.com/office/drawing/2014/main" id="{D6374D32-1683-1691-78A0-2323709680AD}"/>
                </a:ext>
              </a:extLst>
            </p:cNvPr>
            <p:cNvSpPr>
              <a:spLocks noChangeShapeType="1"/>
            </p:cNvSpPr>
            <p:nvPr/>
          </p:nvSpPr>
          <p:spPr bwMode="auto">
            <a:xfrm>
              <a:off x="3392183" y="331702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6" name="Line 23">
              <a:extLst>
                <a:ext uri="{FF2B5EF4-FFF2-40B4-BE49-F238E27FC236}">
                  <a16:creationId xmlns:a16="http://schemas.microsoft.com/office/drawing/2014/main" id="{4E628993-4288-8E0C-629B-979768EBC45A}"/>
                </a:ext>
              </a:extLst>
            </p:cNvPr>
            <p:cNvSpPr>
              <a:spLocks noChangeShapeType="1"/>
            </p:cNvSpPr>
            <p:nvPr/>
          </p:nvSpPr>
          <p:spPr bwMode="auto">
            <a:xfrm>
              <a:off x="3887483" y="331702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Rectangle 24">
              <a:extLst>
                <a:ext uri="{FF2B5EF4-FFF2-40B4-BE49-F238E27FC236}">
                  <a16:creationId xmlns:a16="http://schemas.microsoft.com/office/drawing/2014/main" id="{ECECEF93-14AB-61BA-D703-867F290EFD2D}"/>
                </a:ext>
              </a:extLst>
            </p:cNvPr>
            <p:cNvSpPr>
              <a:spLocks noChangeArrowheads="1"/>
            </p:cNvSpPr>
            <p:nvPr/>
          </p:nvSpPr>
          <p:spPr bwMode="auto">
            <a:xfrm>
              <a:off x="3392183" y="3317026"/>
              <a:ext cx="490538"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Oval 25">
              <a:extLst>
                <a:ext uri="{FF2B5EF4-FFF2-40B4-BE49-F238E27FC236}">
                  <a16:creationId xmlns:a16="http://schemas.microsoft.com/office/drawing/2014/main" id="{D59B53B6-3119-52E8-A454-A87D4AA06FB3}"/>
                </a:ext>
              </a:extLst>
            </p:cNvPr>
            <p:cNvSpPr>
              <a:spLocks noChangeArrowheads="1"/>
            </p:cNvSpPr>
            <p:nvPr/>
          </p:nvSpPr>
          <p:spPr bwMode="auto">
            <a:xfrm>
              <a:off x="3396945" y="3228126"/>
              <a:ext cx="495300"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69" name="Group 54">
              <a:extLst>
                <a:ext uri="{FF2B5EF4-FFF2-40B4-BE49-F238E27FC236}">
                  <a16:creationId xmlns:a16="http://schemas.microsoft.com/office/drawing/2014/main" id="{E3443354-219A-1DA7-3D26-13524FBDF572}"/>
                </a:ext>
              </a:extLst>
            </p:cNvPr>
            <p:cNvGrpSpPr>
              <a:grpSpLocks/>
            </p:cNvGrpSpPr>
            <p:nvPr/>
          </p:nvGrpSpPr>
          <p:grpSpPr bwMode="auto">
            <a:xfrm>
              <a:off x="3466795" y="3123351"/>
              <a:ext cx="368300" cy="396875"/>
              <a:chOff x="2941" y="2413"/>
              <a:chExt cx="235" cy="250"/>
            </a:xfrm>
          </p:grpSpPr>
          <p:sp>
            <p:nvSpPr>
              <p:cNvPr id="470" name="Rectangle 55">
                <a:extLst>
                  <a:ext uri="{FF2B5EF4-FFF2-40B4-BE49-F238E27FC236}">
                    <a16:creationId xmlns:a16="http://schemas.microsoft.com/office/drawing/2014/main" id="{7A87EC9C-EC4A-967E-2756-6E58E2D69315}"/>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Text Box 56">
                <a:extLst>
                  <a:ext uri="{FF2B5EF4-FFF2-40B4-BE49-F238E27FC236}">
                    <a16:creationId xmlns:a16="http://schemas.microsoft.com/office/drawing/2014/main" id="{EDF313C5-2E2F-4D2C-9F08-C951A43D6F97}"/>
                  </a:ext>
                </a:extLst>
              </p:cNvPr>
              <p:cNvSpPr txBox="1">
                <a:spLocks noChangeArrowheads="1"/>
              </p:cNvSpPr>
              <p:nvPr/>
            </p:nvSpPr>
            <p:spPr bwMode="auto">
              <a:xfrm>
                <a:off x="2941" y="2413"/>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72" name="Group 471">
            <a:extLst>
              <a:ext uri="{FF2B5EF4-FFF2-40B4-BE49-F238E27FC236}">
                <a16:creationId xmlns:a16="http://schemas.microsoft.com/office/drawing/2014/main" id="{CFE31486-601E-AC5E-01EE-21F9521DFF52}"/>
              </a:ext>
            </a:extLst>
          </p:cNvPr>
          <p:cNvGrpSpPr/>
          <p:nvPr/>
        </p:nvGrpSpPr>
        <p:grpSpPr>
          <a:xfrm>
            <a:off x="1073556" y="4245568"/>
            <a:ext cx="1719876" cy="1084951"/>
            <a:chOff x="820332" y="4372180"/>
            <a:chExt cx="1719876" cy="1084951"/>
          </a:xfrm>
        </p:grpSpPr>
        <p:sp>
          <p:nvSpPr>
            <p:cNvPr id="473" name="Freeform 189">
              <a:extLst>
                <a:ext uri="{FF2B5EF4-FFF2-40B4-BE49-F238E27FC236}">
                  <a16:creationId xmlns:a16="http://schemas.microsoft.com/office/drawing/2014/main" id="{96B96C1C-E062-8CD4-0FB1-1502FB83BF63}"/>
                </a:ext>
              </a:extLst>
            </p:cNvPr>
            <p:cNvSpPr/>
            <p:nvPr/>
          </p:nvSpPr>
          <p:spPr>
            <a:xfrm flipV="1">
              <a:off x="936877" y="4372180"/>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74" name="Group 473">
              <a:extLst>
                <a:ext uri="{FF2B5EF4-FFF2-40B4-BE49-F238E27FC236}">
                  <a16:creationId xmlns:a16="http://schemas.microsoft.com/office/drawing/2014/main" id="{6EAE9910-6678-1070-5520-629139E87A1E}"/>
                </a:ext>
              </a:extLst>
            </p:cNvPr>
            <p:cNvGrpSpPr/>
            <p:nvPr/>
          </p:nvGrpSpPr>
          <p:grpSpPr>
            <a:xfrm>
              <a:off x="820332" y="5057126"/>
              <a:ext cx="1476686" cy="400005"/>
              <a:chOff x="268130" y="4576176"/>
              <a:chExt cx="1476686" cy="400005"/>
            </a:xfrm>
          </p:grpSpPr>
          <p:sp>
            <p:nvSpPr>
              <p:cNvPr id="475" name="Rectangle 474">
                <a:extLst>
                  <a:ext uri="{FF2B5EF4-FFF2-40B4-BE49-F238E27FC236}">
                    <a16:creationId xmlns:a16="http://schemas.microsoft.com/office/drawing/2014/main" id="{1D9F242F-3751-2A1F-5C11-7F6DC3E846C5}"/>
                  </a:ext>
                </a:extLst>
              </p:cNvPr>
              <p:cNvSpPr/>
              <p:nvPr/>
            </p:nvSpPr>
            <p:spPr>
              <a:xfrm>
                <a:off x="398223" y="4576176"/>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mc:AlternateContent xmlns:mc="http://schemas.openxmlformats.org/markup-compatibility/2006" xmlns:a14="http://schemas.microsoft.com/office/drawing/2010/main">
            <mc:Choice Requires="a14">
              <p:sp>
                <p:nvSpPr>
                  <p:cNvPr id="476" name="TextBox 475">
                    <a:extLst>
                      <a:ext uri="{FF2B5EF4-FFF2-40B4-BE49-F238E27FC236}">
                        <a16:creationId xmlns:a16="http://schemas.microsoft.com/office/drawing/2014/main" id="{7BBC78D8-F849-5313-1EF4-9D8CAB2CE110}"/>
                      </a:ext>
                    </a:extLst>
                  </p:cNvPr>
                  <p:cNvSpPr txBox="1"/>
                  <p:nvPr/>
                </p:nvSpPr>
                <p:spPr>
                  <a:xfrm>
                    <a:off x="268130" y="4606849"/>
                    <a:ext cx="1476686" cy="369332"/>
                  </a:xfrm>
                  <a:prstGeom prst="rect">
                    <a:avLst/>
                  </a:prstGeom>
                  <a:noFill/>
                </p:spPr>
                <p:txBody>
                  <a:bodyPr wrap="none" rtlCol="0">
                    <a:spAutoFit/>
                  </a:bodyPr>
                  <a:lstStyle/>
                  <a:p>
                    <a:pPr marL="123825" lvl="0" eaLnBrk="0" fontAlgn="base" hangingPunct="0">
                      <a:spcBef>
                        <a:spcPct val="0"/>
                      </a:spcBef>
                      <a:spcAft>
                        <a:spcPct val="0"/>
                      </a:spcAft>
                      <a:defRPr/>
                    </a:pPr>
                    <a14:m>
                      <m:oMathPara xmlns:m="http://schemas.openxmlformats.org/officeDocument/2006/math">
                        <m:oMathParaPr>
                          <m:jc m:val="centerGroup"/>
                        </m:oMathParaPr>
                        <m:oMath xmlns:m="http://schemas.openxmlformats.org/officeDocument/2006/math">
                          <m:r>
                            <a:rPr lang="en-US" b="1" i="1" kern="0" dirty="0" smtClean="0">
                              <a:solidFill>
                                <a:srgbClr val="000000"/>
                              </a:solidFill>
                              <a:latin typeface="Cambria Math" panose="02040503050406030204" pitchFamily="18" charset="0"/>
                              <a:ea typeface="ＭＳ Ｐゴシック" charset="0"/>
                            </a:rPr>
                            <m:t>𝑫</m:t>
                          </m:r>
                          <m:r>
                            <a:rPr lang="en-US" b="1" i="1" kern="0" baseline="-25000" dirty="0">
                              <a:solidFill>
                                <a:srgbClr val="000000"/>
                              </a:solidFill>
                              <a:latin typeface="Cambria Math" panose="02040503050406030204" pitchFamily="18" charset="0"/>
                              <a:ea typeface="ＭＳ Ｐゴシック" charset="0"/>
                            </a:rPr>
                            <m:t>𝒙</m:t>
                          </m:r>
                          <m:r>
                            <a:rPr lang="en-US" b="1" i="1" kern="0" dirty="0">
                              <a:solidFill>
                                <a:srgbClr val="000000"/>
                              </a:solidFill>
                              <a:latin typeface="Cambria Math" panose="02040503050406030204" pitchFamily="18" charset="0"/>
                              <a:ea typeface="ＭＳ Ｐゴシック" charset="0"/>
                            </a:rPr>
                            <m:t>(</m:t>
                          </m:r>
                          <m:r>
                            <a:rPr lang="en-US" b="1" i="1" kern="0" dirty="0">
                              <a:solidFill>
                                <a:srgbClr val="000000"/>
                              </a:solidFill>
                              <a:latin typeface="Cambria Math" panose="02040503050406030204" pitchFamily="18" charset="0"/>
                              <a:ea typeface="ＭＳ Ｐゴシック" charset="0"/>
                            </a:rPr>
                            <m:t>𝒛</m:t>
                          </m:r>
                          <m:r>
                            <a:rPr lang="en-US" b="1" i="1" kern="0" dirty="0">
                              <a:solidFill>
                                <a:srgbClr val="000000"/>
                              </a:solidFill>
                              <a:latin typeface="Cambria Math" panose="02040503050406030204" pitchFamily="18" charset="0"/>
                              <a:ea typeface="ＭＳ Ｐゴシック" charset="0"/>
                            </a:rPr>
                            <m:t>) = </m:t>
                          </m:r>
                          <m:r>
                            <a:rPr lang="en-US" b="1" i="1" kern="0" dirty="0">
                              <a:solidFill>
                                <a:srgbClr val="000000"/>
                              </a:solidFill>
                              <a:latin typeface="Cambria Math" panose="02040503050406030204" pitchFamily="18" charset="0"/>
                              <a:ea typeface="ＭＳ Ｐゴシック" charset="0"/>
                            </a:rPr>
                            <m:t>𝟑</m:t>
                          </m:r>
                        </m:oMath>
                      </m:oMathPara>
                    </a14:m>
                    <a:endParaRPr lang="en-US" b="1" kern="0" dirty="0">
                      <a:solidFill>
                        <a:srgbClr val="000000"/>
                      </a:solidFill>
                    </a:endParaRPr>
                  </a:p>
                </p:txBody>
              </p:sp>
            </mc:Choice>
            <mc:Fallback xmlns="">
              <p:sp>
                <p:nvSpPr>
                  <p:cNvPr id="476" name="TextBox 475">
                    <a:extLst>
                      <a:ext uri="{FF2B5EF4-FFF2-40B4-BE49-F238E27FC236}">
                        <a16:creationId xmlns:a16="http://schemas.microsoft.com/office/drawing/2014/main" id="{7BBC78D8-F849-5313-1EF4-9D8CAB2CE110}"/>
                      </a:ext>
                    </a:extLst>
                  </p:cNvPr>
                  <p:cNvSpPr txBox="1">
                    <a:spLocks noRot="1" noChangeAspect="1" noMove="1" noResize="1" noEditPoints="1" noAdjustHandles="1" noChangeArrowheads="1" noChangeShapeType="1" noTextEdit="1"/>
                  </p:cNvSpPr>
                  <p:nvPr/>
                </p:nvSpPr>
                <p:spPr>
                  <a:xfrm>
                    <a:off x="268130" y="4606849"/>
                    <a:ext cx="1476686" cy="369332"/>
                  </a:xfrm>
                  <a:prstGeom prst="rect">
                    <a:avLst/>
                  </a:prstGeom>
                  <a:blipFill>
                    <a:blip r:embed="rId8"/>
                    <a:stretch>
                      <a:fillRect b="-13333"/>
                    </a:stretch>
                  </a:blipFill>
                </p:spPr>
                <p:txBody>
                  <a:bodyPr/>
                  <a:lstStyle/>
                  <a:p>
                    <a:r>
                      <a:rPr lang="en-US">
                        <a:noFill/>
                      </a:rPr>
                      <a:t> </a:t>
                    </a:r>
                  </a:p>
                </p:txBody>
              </p:sp>
            </mc:Fallback>
          </mc:AlternateContent>
        </p:grpSp>
      </p:grpSp>
      <p:grpSp>
        <p:nvGrpSpPr>
          <p:cNvPr id="477" name="Group 476">
            <a:extLst>
              <a:ext uri="{FF2B5EF4-FFF2-40B4-BE49-F238E27FC236}">
                <a16:creationId xmlns:a16="http://schemas.microsoft.com/office/drawing/2014/main" id="{099312AD-26C4-9B83-BFA9-5D9B13E19726}"/>
              </a:ext>
            </a:extLst>
          </p:cNvPr>
          <p:cNvGrpSpPr/>
          <p:nvPr/>
        </p:nvGrpSpPr>
        <p:grpSpPr>
          <a:xfrm>
            <a:off x="2562732" y="4058776"/>
            <a:ext cx="501650" cy="457200"/>
            <a:chOff x="2309508" y="4185388"/>
            <a:chExt cx="501650" cy="457200"/>
          </a:xfrm>
        </p:grpSpPr>
        <p:sp>
          <p:nvSpPr>
            <p:cNvPr id="478" name="Oval 11">
              <a:extLst>
                <a:ext uri="{FF2B5EF4-FFF2-40B4-BE49-F238E27FC236}">
                  <a16:creationId xmlns:a16="http://schemas.microsoft.com/office/drawing/2014/main" id="{2466E1E9-9AB3-EDBF-6EF2-AE65B1B5B102}"/>
                </a:ext>
              </a:extLst>
            </p:cNvPr>
            <p:cNvSpPr>
              <a:spLocks noChangeArrowheads="1"/>
            </p:cNvSpPr>
            <p:nvPr/>
          </p:nvSpPr>
          <p:spPr bwMode="auto">
            <a:xfrm>
              <a:off x="2314270" y="4429863"/>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12">
              <a:extLst>
                <a:ext uri="{FF2B5EF4-FFF2-40B4-BE49-F238E27FC236}">
                  <a16:creationId xmlns:a16="http://schemas.microsoft.com/office/drawing/2014/main" id="{609D923A-D2EF-14BA-7155-874136781818}"/>
                </a:ext>
              </a:extLst>
            </p:cNvPr>
            <p:cNvSpPr>
              <a:spLocks noChangeShapeType="1"/>
            </p:cNvSpPr>
            <p:nvPr/>
          </p:nvSpPr>
          <p:spPr bwMode="auto">
            <a:xfrm>
              <a:off x="2314270" y="4418751"/>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13">
              <a:extLst>
                <a:ext uri="{FF2B5EF4-FFF2-40B4-BE49-F238E27FC236}">
                  <a16:creationId xmlns:a16="http://schemas.microsoft.com/office/drawing/2014/main" id="{FBAFA185-9E18-8254-79DA-AF14C710D7DF}"/>
                </a:ext>
              </a:extLst>
            </p:cNvPr>
            <p:cNvSpPr>
              <a:spLocks noChangeShapeType="1"/>
            </p:cNvSpPr>
            <p:nvPr/>
          </p:nvSpPr>
          <p:spPr bwMode="auto">
            <a:xfrm>
              <a:off x="2811158" y="4418751"/>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Rectangle 14">
              <a:extLst>
                <a:ext uri="{FF2B5EF4-FFF2-40B4-BE49-F238E27FC236}">
                  <a16:creationId xmlns:a16="http://schemas.microsoft.com/office/drawing/2014/main" id="{C0A6FE9C-1DC6-DD89-D83A-1F3C54062421}"/>
                </a:ext>
              </a:extLst>
            </p:cNvPr>
            <p:cNvSpPr>
              <a:spLocks noChangeArrowheads="1"/>
            </p:cNvSpPr>
            <p:nvPr/>
          </p:nvSpPr>
          <p:spPr bwMode="auto">
            <a:xfrm>
              <a:off x="2314270" y="4418751"/>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Oval 15">
              <a:extLst>
                <a:ext uri="{FF2B5EF4-FFF2-40B4-BE49-F238E27FC236}">
                  <a16:creationId xmlns:a16="http://schemas.microsoft.com/office/drawing/2014/main" id="{707CF427-33D3-B390-25EC-CE71DB122023}"/>
                </a:ext>
              </a:extLst>
            </p:cNvPr>
            <p:cNvSpPr>
              <a:spLocks noChangeArrowheads="1"/>
            </p:cNvSpPr>
            <p:nvPr/>
          </p:nvSpPr>
          <p:spPr bwMode="auto">
            <a:xfrm>
              <a:off x="2309508" y="4325088"/>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83" name="Group 51">
              <a:extLst>
                <a:ext uri="{FF2B5EF4-FFF2-40B4-BE49-F238E27FC236}">
                  <a16:creationId xmlns:a16="http://schemas.microsoft.com/office/drawing/2014/main" id="{57ED618C-8FC0-0D35-6F4A-00130BBF3E65}"/>
                </a:ext>
              </a:extLst>
            </p:cNvPr>
            <p:cNvGrpSpPr>
              <a:grpSpLocks/>
            </p:cNvGrpSpPr>
            <p:nvPr/>
          </p:nvGrpSpPr>
          <p:grpSpPr bwMode="auto">
            <a:xfrm>
              <a:off x="2409520" y="4185388"/>
              <a:ext cx="336550" cy="457200"/>
              <a:chOff x="2951" y="2395"/>
              <a:chExt cx="213" cy="288"/>
            </a:xfrm>
          </p:grpSpPr>
          <p:sp>
            <p:nvSpPr>
              <p:cNvPr id="484" name="Rectangle 52">
                <a:extLst>
                  <a:ext uri="{FF2B5EF4-FFF2-40B4-BE49-F238E27FC236}">
                    <a16:creationId xmlns:a16="http://schemas.microsoft.com/office/drawing/2014/main" id="{7642E769-27BD-40D0-6611-9B487EEBB89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5" name="Text Box 53">
                <a:extLst>
                  <a:ext uri="{FF2B5EF4-FFF2-40B4-BE49-F238E27FC236}">
                    <a16:creationId xmlns:a16="http://schemas.microsoft.com/office/drawing/2014/main" id="{E15E6164-FB81-88A4-94ED-3F2549E7F085}"/>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mc:AlternateContent xmlns:mc="http://schemas.openxmlformats.org/markup-compatibility/2006" xmlns:a14="http://schemas.microsoft.com/office/drawing/2010/main">
        <mc:Choice Requires="a14">
          <p:sp>
            <p:nvSpPr>
              <p:cNvPr id="486" name="Text Box 74">
                <a:extLst>
                  <a:ext uri="{FF2B5EF4-FFF2-40B4-BE49-F238E27FC236}">
                    <a16:creationId xmlns:a16="http://schemas.microsoft.com/office/drawing/2014/main" id="{D991A5F2-6AEA-06FB-0315-02A3A9281745}"/>
                  </a:ext>
                </a:extLst>
              </p:cNvPr>
              <p:cNvSpPr txBox="1">
                <a:spLocks noChangeArrowheads="1"/>
              </p:cNvSpPr>
              <p:nvPr/>
            </p:nvSpPr>
            <p:spPr bwMode="auto">
              <a:xfrm>
                <a:off x="7455695" y="4025206"/>
                <a:ext cx="2893741" cy="127958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10000"/>
                  </a:lnSpc>
                  <a:spcBef>
                    <a:spcPct val="0"/>
                  </a:spcBef>
                  <a:spcAft>
                    <a:spcPct val="0"/>
                  </a:spcAft>
                  <a:buClrTx/>
                  <a:buSzTx/>
                  <a:buFontTx/>
                  <a:buNone/>
                  <a:tabLst/>
                  <a:defRPr/>
                </a:pPr>
                <a14:m>
                  <m:oMathPara xmlns:m="http://schemas.openxmlformats.org/officeDocument/2006/math">
                    <m:oMathParaPr>
                      <m:jc m:val="centerGroup"/>
                    </m:oMathParaPr>
                    <m:oMath xmlns:m="http://schemas.openxmlformats.org/officeDocument/2006/math">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 </m:t>
                      </m:r>
                      <m:r>
                        <a:rPr kumimoji="0" lang="en-US" sz="2400" b="1" i="0"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𝐦𝐢𝐧</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𝟐</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 + </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𝟓</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oMath>
                  </m:oMathPara>
                </a14:m>
                <a:endParaRPr kumimoji="0" lang="en-US" sz="2400" b="1" i="0" u="none" strike="noStrike" kern="0" cap="none" spc="0" normalizeH="0" baseline="0" noProof="0" dirty="0">
                  <a:ln>
                    <a:noFill/>
                  </a:ln>
                  <a:solidFill>
                    <a:srgbClr val="000000"/>
                  </a:solidFill>
                  <a:effectLst/>
                  <a:uLnTx/>
                  <a:uFillTx/>
                  <a:ea typeface="ＭＳ Ｐゴシック" charset="0"/>
                </a:endParaRPr>
              </a:p>
              <a:p>
                <a:pPr marL="0" marR="0" lvl="0" indent="0" defTabSz="914400" eaLnBrk="0" fontAlgn="base" latinLnBrk="0" hangingPunct="0">
                  <a:lnSpc>
                    <a:spcPct val="11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ea typeface="ＭＳ Ｐゴシック" charset="0"/>
                  </a:rPr>
                  <a:t>           </a:t>
                </a:r>
                <a14:m>
                  <m:oMath xmlns:m="http://schemas.openxmlformats.org/officeDocument/2006/math">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𝟏</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 + </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𝟑</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m:t>
                    </m:r>
                  </m:oMath>
                </a14:m>
                <a:endParaRPr kumimoji="0" lang="en-US" sz="2400" b="1" i="0" u="none" strike="noStrike" kern="0" cap="none" spc="0" normalizeH="0" baseline="0" noProof="0" dirty="0">
                  <a:ln>
                    <a:noFill/>
                  </a:ln>
                  <a:solidFill>
                    <a:srgbClr val="000000"/>
                  </a:solidFill>
                  <a:effectLst/>
                  <a:uLnTx/>
                  <a:uFillTx/>
                  <a:ea typeface="ＭＳ Ｐゴシック" charset="0"/>
                </a:endParaRPr>
              </a:p>
              <a:p>
                <a:pPr marL="0" marR="0" lvl="0" indent="0" defTabSz="914400" eaLnBrk="0" fontAlgn="base" latinLnBrk="0" hangingPunct="0">
                  <a:lnSpc>
                    <a:spcPct val="11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ea typeface="ＭＳ Ｐゴシック" charset="0"/>
                  </a:rPr>
                  <a:t>           </a:t>
                </a:r>
                <a14:m>
                  <m:oMath xmlns:m="http://schemas.openxmlformats.org/officeDocument/2006/math">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𝟓</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 + </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𝟑</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  = </m:t>
                    </m:r>
                    <m:r>
                      <a:rPr kumimoji="0" lang="en-US" sz="2400" b="1" i="1" u="none" strike="noStrike" kern="0" cap="none" spc="0" normalizeH="0" baseline="0" noProof="0" dirty="0" smtClean="0">
                        <a:ln>
                          <a:noFill/>
                        </a:ln>
                        <a:solidFill>
                          <a:srgbClr val="000000"/>
                        </a:solidFill>
                        <a:effectLst/>
                        <a:uLnTx/>
                        <a:uFillTx/>
                        <a:latin typeface="Cambria Math" panose="02040503050406030204" pitchFamily="18" charset="0"/>
                        <a:ea typeface="ＭＳ Ｐゴシック" charset="0"/>
                      </a:rPr>
                      <m:t>𝟒</m:t>
                    </m:r>
                  </m:oMath>
                </a14:m>
                <a:endParaRPr kumimoji="0" lang="en-US" sz="2400" b="1" i="0" u="none" strike="noStrike" kern="0" cap="none" spc="0" normalizeH="0" baseline="0" noProof="0" dirty="0">
                  <a:ln>
                    <a:noFill/>
                  </a:ln>
                  <a:solidFill>
                    <a:srgbClr val="000000"/>
                  </a:solidFill>
                  <a:effectLst/>
                  <a:uLnTx/>
                  <a:uFillTx/>
                  <a:ea typeface="ＭＳ Ｐゴシック" charset="0"/>
                </a:endParaRPr>
              </a:p>
            </p:txBody>
          </p:sp>
        </mc:Choice>
        <mc:Fallback xmlns="">
          <p:sp>
            <p:nvSpPr>
              <p:cNvPr id="486" name="Text Box 74">
                <a:extLst>
                  <a:ext uri="{FF2B5EF4-FFF2-40B4-BE49-F238E27FC236}">
                    <a16:creationId xmlns:a16="http://schemas.microsoft.com/office/drawing/2014/main" id="{D991A5F2-6AEA-06FB-0315-02A3A9281745}"/>
                  </a:ext>
                </a:extLst>
              </p:cNvPr>
              <p:cNvSpPr txBox="1">
                <a:spLocks noRot="1" noChangeAspect="1" noMove="1" noResize="1" noEditPoints="1" noAdjustHandles="1" noChangeArrowheads="1" noChangeShapeType="1" noTextEdit="1"/>
              </p:cNvSpPr>
              <p:nvPr/>
            </p:nvSpPr>
            <p:spPr bwMode="auto">
              <a:xfrm>
                <a:off x="7455695" y="4025206"/>
                <a:ext cx="2893741" cy="1279581"/>
              </a:xfrm>
              <a:prstGeom prst="rect">
                <a:avLst/>
              </a:prstGeom>
              <a:blipFill>
                <a:blip r:embed="rId9"/>
                <a:stretch>
                  <a:fillRect b="-6667"/>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p:grpSp>
        <p:nvGrpSpPr>
          <p:cNvPr id="487" name="Group 486">
            <a:extLst>
              <a:ext uri="{FF2B5EF4-FFF2-40B4-BE49-F238E27FC236}">
                <a16:creationId xmlns:a16="http://schemas.microsoft.com/office/drawing/2014/main" id="{9C3F4428-8B1F-C6D5-F021-861F873528F8}"/>
              </a:ext>
            </a:extLst>
          </p:cNvPr>
          <p:cNvGrpSpPr/>
          <p:nvPr/>
        </p:nvGrpSpPr>
        <p:grpSpPr>
          <a:xfrm>
            <a:off x="6255075" y="2633307"/>
            <a:ext cx="5326925" cy="3505252"/>
            <a:chOff x="5880106" y="2745287"/>
            <a:chExt cx="5326925" cy="3505252"/>
          </a:xfrm>
        </p:grpSpPr>
        <mc:AlternateContent xmlns:mc="http://schemas.openxmlformats.org/markup-compatibility/2006" xmlns:a14="http://schemas.microsoft.com/office/drawing/2010/main">
          <mc:Choice Requires="a14">
            <p:sp>
              <p:nvSpPr>
                <p:cNvPr id="488" name="Text Box 75">
                  <a:extLst>
                    <a:ext uri="{FF2B5EF4-FFF2-40B4-BE49-F238E27FC236}">
                      <a16:creationId xmlns:a16="http://schemas.microsoft.com/office/drawing/2014/main" id="{F1622FCA-1EF0-F87C-FBE3-6C425112CE19}"/>
                    </a:ext>
                  </a:extLst>
                </p:cNvPr>
                <p:cNvSpPr txBox="1">
                  <a:spLocks noChangeArrowheads="1"/>
                </p:cNvSpPr>
                <p:nvPr/>
              </p:nvSpPr>
              <p:spPr bwMode="auto">
                <a:xfrm>
                  <a:off x="5880106" y="5465709"/>
                  <a:ext cx="5326925" cy="784830"/>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eaLnBrk="0" fontAlgn="base" hangingPunct="0">
                    <a:lnSpc>
                      <a:spcPct val="125000"/>
                    </a:lnSpc>
                    <a:spcBef>
                      <a:spcPct val="0"/>
                    </a:spcBef>
                    <a:spcAft>
                      <a:spcPct val="0"/>
                    </a:spcAft>
                  </a:pPr>
                  <a:r>
                    <a:rPr lang="fa-IR" sz="1800" b="1" dirty="0">
                      <a:solidFill>
                        <a:srgbClr val="000000"/>
                      </a:solidFill>
                      <a:latin typeface="IRANSans(FaNum)" panose="02040503050201020203" pitchFamily="18" charset="-78"/>
                      <a:cs typeface="IRANSans(FaNum)" panose="02040503050201020203" pitchFamily="18" charset="-78"/>
                    </a:rPr>
                    <a:t>گره‌ای که از طریق آن مسیر با تخمین کم‌ترین هزینه به مقصد </a:t>
                  </a:r>
                  <a14:m>
                    <m:oMath xmlns:m="http://schemas.openxmlformats.org/officeDocument/2006/math">
                      <m:r>
                        <a:rPr lang="en-US" sz="1800" b="1" i="1" dirty="0" smtClean="0">
                          <a:solidFill>
                            <a:srgbClr val="000000"/>
                          </a:solidFill>
                          <a:latin typeface="Cambria Math" panose="02040503050406030204" pitchFamily="18" charset="0"/>
                          <a:cs typeface="IRANSans(FaNum)" panose="02040503050201020203" pitchFamily="18" charset="-78"/>
                        </a:rPr>
                        <m:t>𝒛</m:t>
                      </m:r>
                    </m:oMath>
                  </a14:m>
                  <a:r>
                    <a:rPr lang="fa-IR" sz="1800" b="1" dirty="0">
                      <a:solidFill>
                        <a:srgbClr val="000000"/>
                      </a:solidFill>
                      <a:latin typeface="IRANSans(FaNum)" panose="02040503050201020203" pitchFamily="18" charset="-78"/>
                      <a:cs typeface="IRANSans(FaNum)" panose="02040503050201020203" pitchFamily="18" charset="-78"/>
                    </a:rPr>
                    <a:t> بدست می‌آید به عنوان گام بعدی انتخاب می‌شود.</a:t>
                  </a:r>
                  <a:endParaRPr lang="en-US" sz="1800" b="1" dirty="0">
                    <a:solidFill>
                      <a:srgbClr val="000000"/>
                    </a:solidFill>
                    <a:latin typeface="IRANSans(FaNum)" panose="02040503050201020203" pitchFamily="18" charset="-78"/>
                    <a:cs typeface="IRANSans(FaNum)" panose="02040503050201020203" pitchFamily="18" charset="-78"/>
                  </a:endParaRPr>
                </a:p>
              </p:txBody>
            </p:sp>
          </mc:Choice>
          <mc:Fallback xmlns="">
            <p:sp>
              <p:nvSpPr>
                <p:cNvPr id="488" name="Text Box 75">
                  <a:extLst>
                    <a:ext uri="{FF2B5EF4-FFF2-40B4-BE49-F238E27FC236}">
                      <a16:creationId xmlns:a16="http://schemas.microsoft.com/office/drawing/2014/main" id="{F1622FCA-1EF0-F87C-FBE3-6C425112CE19}"/>
                    </a:ext>
                  </a:extLst>
                </p:cNvPr>
                <p:cNvSpPr txBox="1">
                  <a:spLocks noRot="1" noChangeAspect="1" noMove="1" noResize="1" noEditPoints="1" noAdjustHandles="1" noChangeArrowheads="1" noChangeShapeType="1" noTextEdit="1"/>
                </p:cNvSpPr>
                <p:nvPr/>
              </p:nvSpPr>
              <p:spPr bwMode="auto">
                <a:xfrm>
                  <a:off x="5880106" y="5465709"/>
                  <a:ext cx="5326925" cy="784830"/>
                </a:xfrm>
                <a:prstGeom prst="rect">
                  <a:avLst/>
                </a:prstGeom>
                <a:blipFill>
                  <a:blip r:embed="rId10"/>
                  <a:stretch>
                    <a:fillRect l="-572" r="-1030" b="-11628"/>
                  </a:stretch>
                </a:blip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noFill/>
                    </a:rPr>
                    <a:t> </a:t>
                  </a:r>
                </a:p>
              </p:txBody>
            </p:sp>
          </mc:Fallback>
        </mc:AlternateContent>
        <p:grpSp>
          <p:nvGrpSpPr>
            <p:cNvPr id="489" name="Group 488">
              <a:extLst>
                <a:ext uri="{FF2B5EF4-FFF2-40B4-BE49-F238E27FC236}">
                  <a16:creationId xmlns:a16="http://schemas.microsoft.com/office/drawing/2014/main" id="{4844E5BC-690E-0BB7-D632-16A3A64F90A2}"/>
                </a:ext>
              </a:extLst>
            </p:cNvPr>
            <p:cNvGrpSpPr/>
            <p:nvPr/>
          </p:nvGrpSpPr>
          <p:grpSpPr>
            <a:xfrm>
              <a:off x="6488964" y="2745287"/>
              <a:ext cx="3541908" cy="2725277"/>
              <a:chOff x="6488964" y="2745287"/>
              <a:chExt cx="3541908" cy="2725277"/>
            </a:xfrm>
          </p:grpSpPr>
          <p:sp>
            <p:nvSpPr>
              <p:cNvPr id="490" name="Oval 489">
                <a:extLst>
                  <a:ext uri="{FF2B5EF4-FFF2-40B4-BE49-F238E27FC236}">
                    <a16:creationId xmlns:a16="http://schemas.microsoft.com/office/drawing/2014/main" id="{F029591A-70B3-137F-F4C6-E8E8D35AE13F}"/>
                  </a:ext>
                </a:extLst>
              </p:cNvPr>
              <p:cNvSpPr/>
              <p:nvPr/>
            </p:nvSpPr>
            <p:spPr>
              <a:xfrm>
                <a:off x="6488964" y="2745287"/>
                <a:ext cx="972000"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1" name="Oval 490">
                <a:extLst>
                  <a:ext uri="{FF2B5EF4-FFF2-40B4-BE49-F238E27FC236}">
                    <a16:creationId xmlns:a16="http://schemas.microsoft.com/office/drawing/2014/main" id="{12512BDC-4852-2876-19E0-F449A676EED7}"/>
                  </a:ext>
                </a:extLst>
              </p:cNvPr>
              <p:cNvSpPr/>
              <p:nvPr/>
            </p:nvSpPr>
            <p:spPr>
              <a:xfrm>
                <a:off x="9156138" y="4856788"/>
                <a:ext cx="874734"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2" name="Oval 491">
                <a:extLst>
                  <a:ext uri="{FF2B5EF4-FFF2-40B4-BE49-F238E27FC236}">
                    <a16:creationId xmlns:a16="http://schemas.microsoft.com/office/drawing/2014/main" id="{AEDEFF66-AA54-01B8-FAC9-3861BD0B0B16}"/>
                  </a:ext>
                </a:extLst>
              </p:cNvPr>
              <p:cNvSpPr/>
              <p:nvPr/>
            </p:nvSpPr>
            <p:spPr>
              <a:xfrm>
                <a:off x="7905816" y="3265245"/>
                <a:ext cx="2052000" cy="46800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extLst>
      <p:ext uri="{BB962C8B-B14F-4D97-AF65-F5344CB8AC3E}">
        <p14:creationId xmlns:p14="http://schemas.microsoft.com/office/powerpoint/2010/main" val="1151899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9" presetClass="entr" presetSubtype="0" fill="hold" grpId="0" nodeType="afterEffect">
                                  <p:stCondLst>
                                    <p:cond delay="500"/>
                                  </p:stCondLst>
                                  <p:childTnLst>
                                    <p:set>
                                      <p:cBhvr>
                                        <p:cTn id="18" dur="1" fill="hold">
                                          <p:stCondLst>
                                            <p:cond delay="0"/>
                                          </p:stCondLst>
                                        </p:cTn>
                                        <p:tgtEl>
                                          <p:spTgt spid="58"/>
                                        </p:tgtEl>
                                        <p:attrNameLst>
                                          <p:attrName>style.visibility</p:attrName>
                                        </p:attrNameLst>
                                      </p:cBhvr>
                                      <p:to>
                                        <p:strVal val="visible"/>
                                      </p:to>
                                    </p:set>
                                    <p:animEffect transition="in" filter="dissolve">
                                      <p:cBhvr>
                                        <p:cTn id="19" dur="500"/>
                                        <p:tgtEl>
                                          <p:spTgt spid="5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59"/>
                                        </p:tgtEl>
                                        <p:attrNameLst>
                                          <p:attrName>style.visibility</p:attrName>
                                        </p:attrNameLst>
                                      </p:cBhvr>
                                      <p:to>
                                        <p:strVal val="visible"/>
                                      </p:to>
                                    </p:set>
                                    <p:animEffect transition="in" filter="wipe(down)">
                                      <p:cBhvr>
                                        <p:cTn id="24" dur="500"/>
                                        <p:tgtEl>
                                          <p:spTgt spid="5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472"/>
                                        </p:tgtEl>
                                        <p:attrNameLst>
                                          <p:attrName>style.visibility</p:attrName>
                                        </p:attrNameLst>
                                      </p:cBhvr>
                                      <p:to>
                                        <p:strVal val="visible"/>
                                      </p:to>
                                    </p:set>
                                    <p:animEffect transition="in" filter="wipe(up)">
                                      <p:cBhvr>
                                        <p:cTn id="29" dur="500"/>
                                        <p:tgtEl>
                                          <p:spTgt spid="47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458"/>
                                        </p:tgtEl>
                                        <p:attrNameLst>
                                          <p:attrName>style.visibility</p:attrName>
                                        </p:attrNameLst>
                                      </p:cBhvr>
                                      <p:to>
                                        <p:strVal val="visible"/>
                                      </p:to>
                                    </p:set>
                                    <p:animEffect transition="in" filter="wipe(down)">
                                      <p:cBhvr>
                                        <p:cTn id="34" dur="500"/>
                                        <p:tgtEl>
                                          <p:spTgt spid="458"/>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dissolve">
                                      <p:cBhvr>
                                        <p:cTn id="39" dur="500"/>
                                        <p:tgtEl>
                                          <p:spTgt spid="55"/>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grpId="0" nodeType="clickEffect">
                                  <p:stCondLst>
                                    <p:cond delay="0"/>
                                  </p:stCondLst>
                                  <p:childTnLst>
                                    <p:set>
                                      <p:cBhvr>
                                        <p:cTn id="43" dur="1" fill="hold">
                                          <p:stCondLst>
                                            <p:cond delay="0"/>
                                          </p:stCondLst>
                                        </p:cTn>
                                        <p:tgtEl>
                                          <p:spTgt spid="486"/>
                                        </p:tgtEl>
                                        <p:attrNameLst>
                                          <p:attrName>style.visibility</p:attrName>
                                        </p:attrNameLst>
                                      </p:cBhvr>
                                      <p:to>
                                        <p:strVal val="visible"/>
                                      </p:to>
                                    </p:set>
                                    <p:animEffect transition="in" filter="dissolve">
                                      <p:cBhvr>
                                        <p:cTn id="44" dur="500"/>
                                        <p:tgtEl>
                                          <p:spTgt spid="486"/>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487"/>
                                        </p:tgtEl>
                                        <p:attrNameLst>
                                          <p:attrName>style.visibility</p:attrName>
                                        </p:attrNameLst>
                                      </p:cBhvr>
                                      <p:to>
                                        <p:strVal val="visible"/>
                                      </p:to>
                                    </p:set>
                                    <p:animEffect transition="in" filter="dissolve">
                                      <p:cBhvr>
                                        <p:cTn id="49" dur="500"/>
                                        <p:tgtEl>
                                          <p:spTgt spid="4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486"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19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mc:AlternateContent xmlns:mc="http://schemas.openxmlformats.org/markup-compatibility/2006" xmlns:a14="http://schemas.microsoft.com/office/drawing/2010/main">
        <mc:Choice Requires="a14">
          <p:sp>
            <p:nvSpPr>
              <p:cNvPr id="8" name="Content Placeholder 2">
                <a:extLst>
                  <a:ext uri="{FF2B5EF4-FFF2-40B4-BE49-F238E27FC236}">
                    <a16:creationId xmlns:a16="http://schemas.microsoft.com/office/drawing/2014/main" id="{9B3280E6-9053-1AFB-03F0-C1DA5C01219A}"/>
                  </a:ext>
                </a:extLst>
              </p:cNvPr>
              <p:cNvSpPr txBox="1">
                <a:spLocks/>
              </p:cNvSpPr>
              <p:nvPr/>
            </p:nvSpPr>
            <p:spPr>
              <a:xfrm>
                <a:off x="565917" y="1327369"/>
                <a:ext cx="11216191" cy="4587766"/>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ایده کلیدی:</a:t>
                </a:r>
              </a:p>
              <a:p>
                <a:pPr marL="432000" indent="-144000">
                  <a:lnSpc>
                    <a:spcPct val="150000"/>
                  </a:lnSpc>
                  <a:spcBef>
                    <a:spcPts val="0"/>
                  </a:spcBef>
                  <a:spcAft>
                    <a:spcPts val="600"/>
                  </a:spcAft>
                </a:pPr>
                <a:r>
                  <a:rPr lang="fa-IR" sz="1800" b="1" dirty="0">
                    <a:solidFill>
                      <a:srgbClr val="1F1FFF"/>
                    </a:solidFill>
                    <a:latin typeface="IRANSans(FaNum)" panose="02040503050201020203" pitchFamily="18" charset="-78"/>
                  </a:rPr>
                  <a:t>هر گره بردار فاصله تخمین‌زده خود را به همه همسایه‌هایش ارسال می‌کند.</a:t>
                </a:r>
              </a:p>
              <a:p>
                <a:pPr marL="432000" indent="-144000">
                  <a:lnSpc>
                    <a:spcPct val="150000"/>
                  </a:lnSpc>
                  <a:spcBef>
                    <a:spcPts val="0"/>
                  </a:spcBef>
                  <a:spcAft>
                    <a:spcPts val="600"/>
                  </a:spcAft>
                </a:pPr>
                <a:r>
                  <a:rPr lang="fa-IR" sz="1800" b="1" dirty="0">
                    <a:solidFill>
                      <a:srgbClr val="1F1FFF"/>
                    </a:solidFill>
                    <a:latin typeface="IRANSans(FaNum)" panose="02040503050201020203" pitchFamily="18" charset="-78"/>
                  </a:rPr>
                  <a:t>زمانی که گره </a:t>
                </a:r>
                <a:r>
                  <a:rPr lang="en-US" sz="1800" b="1" dirty="0">
                    <a:solidFill>
                      <a:srgbClr val="1F1FFF"/>
                    </a:solidFill>
                    <a:latin typeface="IRANSans(FaNum)" panose="02040503050201020203" pitchFamily="18" charset="-78"/>
                  </a:rPr>
                  <a:t>x</a:t>
                </a:r>
                <a:r>
                  <a:rPr lang="fa-IR" sz="1800" b="1" dirty="0">
                    <a:solidFill>
                      <a:srgbClr val="1F1FFF"/>
                    </a:solidFill>
                    <a:latin typeface="IRANSans(FaNum)" panose="02040503050201020203" pitchFamily="18" charset="-78"/>
                  </a:rPr>
                  <a:t> یک بردار فاصله تخمین‌زده شده جدید را از یکی از گره‌های همسایه خود دریافت می‌کند، بر اساس رابطه </a:t>
                </a:r>
                <a:r>
                  <a:rPr lang="en-US" sz="1800" b="1" dirty="0">
                    <a:solidFill>
                      <a:srgbClr val="1F1FFF"/>
                    </a:solidFill>
                    <a:latin typeface="IRANSans(FaNum)" panose="02040503050201020203" pitchFamily="18" charset="-78"/>
                  </a:rPr>
                  <a:t>bellman-Ford</a:t>
                </a:r>
                <a:r>
                  <a:rPr lang="fa-IR" sz="1800" b="1" dirty="0">
                    <a:solidFill>
                      <a:srgbClr val="1F1FFF"/>
                    </a:solidFill>
                    <a:latin typeface="IRANSans(FaNum)" panose="02040503050201020203" pitchFamily="18" charset="-78"/>
                  </a:rPr>
                  <a:t> بردار فاصله تخمین‌زده جدید خود را حساب می‌کند.</a:t>
                </a:r>
              </a:p>
              <a:p>
                <a:pPr marL="288000" indent="0" algn="ctr" rtl="0">
                  <a:lnSpc>
                    <a:spcPct val="150000"/>
                  </a:lnSpc>
                  <a:spcBef>
                    <a:spcPts val="0"/>
                  </a:spcBef>
                  <a:spcAft>
                    <a:spcPts val="600"/>
                  </a:spcAft>
                  <a:buNone/>
                </a:pPr>
                <a14:m>
                  <m:oMath xmlns:m="http://schemas.openxmlformats.org/officeDocument/2006/math">
                    <m:sSub>
                      <m:sSubPr>
                        <m:ctrlPr>
                          <a:rPr lang="en-US" sz="2000" b="1" i="1">
                            <a:latin typeface="Cambria Math" panose="02040503050406030204" pitchFamily="18" charset="0"/>
                          </a:rPr>
                        </m:ctrlPr>
                      </m:sSubPr>
                      <m:e>
                        <m:r>
                          <a:rPr lang="en-US" sz="2000" b="1" i="1">
                            <a:latin typeface="Cambria Math" panose="02040503050406030204" pitchFamily="18" charset="0"/>
                          </a:rPr>
                          <m:t>𝑫</m:t>
                        </m:r>
                      </m:e>
                      <m:sub>
                        <m:r>
                          <a:rPr lang="en-US" sz="2000" b="1" i="1">
                            <a:latin typeface="Cambria Math" panose="02040503050406030204" pitchFamily="18" charset="0"/>
                          </a:rPr>
                          <m:t>𝒙</m:t>
                        </m:r>
                      </m:sub>
                    </m:sSub>
                    <m:d>
                      <m:dPr>
                        <m:ctrlPr>
                          <a:rPr lang="en-US" sz="2000" b="1" i="1">
                            <a:latin typeface="Cambria Math" panose="02040503050406030204" pitchFamily="18" charset="0"/>
                          </a:rPr>
                        </m:ctrlPr>
                      </m:dPr>
                      <m:e>
                        <m:r>
                          <a:rPr lang="en-US" sz="2000" b="1" i="1">
                            <a:latin typeface="Cambria Math" panose="02040503050406030204" pitchFamily="18" charset="0"/>
                          </a:rPr>
                          <m:t>𝒚</m:t>
                        </m:r>
                      </m:e>
                    </m:d>
                    <m:r>
                      <a:rPr lang="en-US" sz="2000" b="1" i="1" smtClean="0">
                        <a:latin typeface="Cambria Math" panose="02040503050406030204" pitchFamily="18" charset="0"/>
                        <a:ea typeface="Cambria Math" panose="02040503050406030204" pitchFamily="18" charset="0"/>
                      </a:rPr>
                      <m:t>←</m:t>
                    </m:r>
                    <m:r>
                      <a:rPr lang="en-US" sz="2000" b="1" i="1">
                        <a:latin typeface="Cambria Math" panose="02040503050406030204" pitchFamily="18" charset="0"/>
                      </a:rPr>
                      <m:t> </m:t>
                    </m:r>
                    <m:func>
                      <m:funcPr>
                        <m:ctrlPr>
                          <a:rPr lang="en-US" sz="2000" b="1" i="1">
                            <a:latin typeface="Cambria Math" panose="02040503050406030204" pitchFamily="18" charset="0"/>
                          </a:rPr>
                        </m:ctrlPr>
                      </m:funcPr>
                      <m:fName>
                        <m:limLow>
                          <m:limLowPr>
                            <m:ctrlPr>
                              <a:rPr lang="en-US" sz="2000" b="1" i="1">
                                <a:latin typeface="Cambria Math" panose="02040503050406030204" pitchFamily="18" charset="0"/>
                              </a:rPr>
                            </m:ctrlPr>
                          </m:limLowPr>
                          <m:e>
                            <m:r>
                              <m:rPr>
                                <m:sty m:val="p"/>
                              </m:rPr>
                              <a:rPr lang="en-US" sz="2000">
                                <a:latin typeface="Cambria Math" panose="02040503050406030204" pitchFamily="18" charset="0"/>
                              </a:rPr>
                              <m:t>min</m:t>
                            </m:r>
                          </m:e>
                          <m:lim>
                            <m:r>
                              <a:rPr lang="en-US" sz="2000" b="1" i="1">
                                <a:latin typeface="Cambria Math" panose="02040503050406030204" pitchFamily="18" charset="0"/>
                              </a:rPr>
                              <m:t>𝒗</m:t>
                            </m:r>
                          </m:lim>
                        </m:limLow>
                      </m:fName>
                      <m:e>
                        <m:d>
                          <m:dPr>
                            <m:begChr m:val="{"/>
                            <m:endChr m:val="}"/>
                            <m:ctrlPr>
                              <a:rPr lang="en-US" sz="2000" b="1" i="1">
                                <a:latin typeface="Cambria Math" panose="02040503050406030204" pitchFamily="18" charset="0"/>
                              </a:rPr>
                            </m:ctrlPr>
                          </m:dPr>
                          <m:e>
                            <m:sSub>
                              <m:sSubPr>
                                <m:ctrlPr>
                                  <a:rPr lang="en-US" sz="2000" b="1" i="1">
                                    <a:latin typeface="Cambria Math" panose="02040503050406030204" pitchFamily="18" charset="0"/>
                                  </a:rPr>
                                </m:ctrlPr>
                              </m:sSubPr>
                              <m:e>
                                <m:r>
                                  <a:rPr lang="en-US" sz="2000" b="1" i="1">
                                    <a:latin typeface="Cambria Math" panose="02040503050406030204" pitchFamily="18" charset="0"/>
                                  </a:rPr>
                                  <m:t>𝑪</m:t>
                                </m:r>
                              </m:e>
                              <m:sub>
                                <m:r>
                                  <a:rPr lang="en-US" sz="2000" b="1" i="1">
                                    <a:latin typeface="Cambria Math" panose="02040503050406030204" pitchFamily="18" charset="0"/>
                                  </a:rPr>
                                  <m:t>𝒙</m:t>
                                </m:r>
                                <m:r>
                                  <a:rPr lang="en-US" sz="2000" b="1" i="1">
                                    <a:latin typeface="Cambria Math" panose="02040503050406030204" pitchFamily="18" charset="0"/>
                                  </a:rPr>
                                  <m:t>,</m:t>
                                </m:r>
                                <m:r>
                                  <a:rPr lang="en-US" sz="2000" b="1" i="1">
                                    <a:latin typeface="Cambria Math" panose="02040503050406030204" pitchFamily="18" charset="0"/>
                                  </a:rPr>
                                  <m:t>𝒗</m:t>
                                </m:r>
                              </m:sub>
                            </m:sSub>
                            <m:r>
                              <a:rPr lang="en-US" sz="2000" b="1" i="1">
                                <a:latin typeface="Cambria Math" panose="02040503050406030204" pitchFamily="18" charset="0"/>
                              </a:rPr>
                              <m:t>+</m:t>
                            </m:r>
                            <m:sSub>
                              <m:sSubPr>
                                <m:ctrlPr>
                                  <a:rPr lang="en-US" sz="2000" b="1" i="1">
                                    <a:latin typeface="Cambria Math" panose="02040503050406030204" pitchFamily="18" charset="0"/>
                                  </a:rPr>
                                </m:ctrlPr>
                              </m:sSubPr>
                              <m:e>
                                <m:r>
                                  <a:rPr lang="en-US" sz="2000" b="1" i="1">
                                    <a:latin typeface="Cambria Math" panose="02040503050406030204" pitchFamily="18" charset="0"/>
                                  </a:rPr>
                                  <m:t>𝑫</m:t>
                                </m:r>
                              </m:e>
                              <m:sub>
                                <m:r>
                                  <a:rPr lang="en-US" sz="2000" b="1" i="1">
                                    <a:latin typeface="Cambria Math" panose="02040503050406030204" pitchFamily="18" charset="0"/>
                                  </a:rPr>
                                  <m:t>𝒗</m:t>
                                </m:r>
                              </m:sub>
                            </m:sSub>
                            <m:d>
                              <m:dPr>
                                <m:ctrlPr>
                                  <a:rPr lang="en-US" sz="2000" b="1" i="1">
                                    <a:latin typeface="Cambria Math" panose="02040503050406030204" pitchFamily="18" charset="0"/>
                                  </a:rPr>
                                </m:ctrlPr>
                              </m:dPr>
                              <m:e>
                                <m:r>
                                  <a:rPr lang="en-US" sz="2000" b="1" i="1">
                                    <a:latin typeface="Cambria Math" panose="02040503050406030204" pitchFamily="18" charset="0"/>
                                  </a:rPr>
                                  <m:t>𝒚</m:t>
                                </m:r>
                              </m:e>
                            </m:d>
                          </m:e>
                        </m:d>
                        <m:r>
                          <a:rPr lang="en-US" sz="2000" b="1" i="1" smtClean="0">
                            <a:latin typeface="Cambria Math" panose="02040503050406030204" pitchFamily="18" charset="0"/>
                          </a:rPr>
                          <m:t>  </m:t>
                        </m:r>
                        <m:r>
                          <a:rPr lang="en-US" sz="2000" b="1" i="0" smtClean="0">
                            <a:latin typeface="Cambria Math" panose="02040503050406030204" pitchFamily="18" charset="0"/>
                          </a:rPr>
                          <m:t>𝐟𝐨𝐫</m:t>
                        </m:r>
                        <m:r>
                          <a:rPr lang="en-US" sz="2000" b="1" i="0" smtClean="0">
                            <a:latin typeface="Cambria Math" panose="02040503050406030204" pitchFamily="18" charset="0"/>
                          </a:rPr>
                          <m:t> </m:t>
                        </m:r>
                        <m:r>
                          <a:rPr lang="en-US" sz="2000" b="1" i="0" smtClean="0">
                            <a:latin typeface="Cambria Math" panose="02040503050406030204" pitchFamily="18" charset="0"/>
                          </a:rPr>
                          <m:t>𝐞𝐚𝐜𝐡</m:t>
                        </m:r>
                        <m:r>
                          <a:rPr lang="en-US" sz="2000" b="1" i="0" smtClean="0">
                            <a:latin typeface="Cambria Math" panose="02040503050406030204" pitchFamily="18" charset="0"/>
                          </a:rPr>
                          <m:t> </m:t>
                        </m:r>
                        <m:r>
                          <a:rPr lang="en-US" sz="2000" b="1" i="0" smtClean="0">
                            <a:latin typeface="Cambria Math" panose="02040503050406030204" pitchFamily="18" charset="0"/>
                          </a:rPr>
                          <m:t>𝐧𝐨𝐝𝐞</m:t>
                        </m:r>
                        <m:r>
                          <a:rPr lang="en-US" sz="2000" b="1" i="0" smtClean="0">
                            <a:latin typeface="Cambria Math" panose="02040503050406030204" pitchFamily="18" charset="0"/>
                          </a:rPr>
                          <m:t> </m:t>
                        </m:r>
                        <m:r>
                          <a:rPr lang="en-US" sz="2000" b="1" i="1" smtClean="0">
                            <a:latin typeface="Cambria Math" panose="02040503050406030204" pitchFamily="18" charset="0"/>
                          </a:rPr>
                          <m:t>𝒚</m:t>
                        </m:r>
                        <m:r>
                          <a:rPr lang="en-US" sz="2000" b="1" i="1" smtClean="0">
                            <a:latin typeface="Cambria Math" panose="02040503050406030204" pitchFamily="18" charset="0"/>
                            <a:ea typeface="Cambria Math" panose="02040503050406030204" pitchFamily="18" charset="0"/>
                          </a:rPr>
                          <m:t>∈</m:t>
                        </m:r>
                        <m:r>
                          <a:rPr lang="en-US" sz="2000" b="1" i="1" smtClean="0">
                            <a:latin typeface="Cambria Math" panose="02040503050406030204" pitchFamily="18" charset="0"/>
                            <a:ea typeface="Cambria Math" panose="02040503050406030204" pitchFamily="18" charset="0"/>
                          </a:rPr>
                          <m:t>𝑵</m:t>
                        </m:r>
                      </m:e>
                    </m:func>
                  </m:oMath>
                </a14:m>
                <a:r>
                  <a:rPr lang="en-US" sz="2000" b="1" dirty="0">
                    <a:solidFill>
                      <a:srgbClr val="1F1FFF"/>
                    </a:solidFill>
                    <a:latin typeface="IRANSans(FaNum)" panose="02040503050201020203" pitchFamily="18" charset="-78"/>
                  </a:rPr>
                  <a:t> </a:t>
                </a:r>
                <a:endParaRPr lang="fa-IR" sz="2000" b="1" dirty="0">
                  <a:solidFill>
                    <a:srgbClr val="1F1FFF"/>
                  </a:solidFill>
                  <a:latin typeface="IRANSans(FaNum)" panose="02040503050201020203" pitchFamily="18" charset="-78"/>
                </a:endParaRPr>
              </a:p>
              <a:p>
                <a:pPr marL="432000" indent="-144000">
                  <a:lnSpc>
                    <a:spcPct val="150000"/>
                  </a:lnSpc>
                  <a:spcBef>
                    <a:spcPts val="0"/>
                  </a:spcBef>
                  <a:spcAft>
                    <a:spcPts val="600"/>
                  </a:spcAft>
                </a:pPr>
                <a:r>
                  <a:rPr lang="fa-IR" sz="1800" b="1" dirty="0">
                    <a:solidFill>
                      <a:srgbClr val="1F1FFF"/>
                    </a:solidFill>
                    <a:latin typeface="IRANSans(FaNum)" panose="02040503050201020203" pitchFamily="18" charset="-78"/>
                  </a:rPr>
                  <a:t>در شرایط طبیعی، بردار فاصله تخمین‌زده شده </a:t>
                </a:r>
                <a14:m>
                  <m:oMath xmlns:m="http://schemas.openxmlformats.org/officeDocument/2006/math">
                    <m:sSub>
                      <m:sSubPr>
                        <m:ctrlPr>
                          <a:rPr lang="en-US" sz="1800" b="1" i="1">
                            <a:solidFill>
                              <a:srgbClr val="1F1FFF"/>
                            </a:solidFill>
                            <a:latin typeface="Cambria Math" panose="02040503050406030204" pitchFamily="18" charset="0"/>
                          </a:rPr>
                        </m:ctrlPr>
                      </m:sSubPr>
                      <m:e>
                        <m:r>
                          <a:rPr lang="en-US" sz="1800" b="1" i="1">
                            <a:solidFill>
                              <a:srgbClr val="1F1FFF"/>
                            </a:solidFill>
                            <a:latin typeface="Cambria Math" panose="02040503050406030204" pitchFamily="18" charset="0"/>
                          </a:rPr>
                          <m:t>𝑫</m:t>
                        </m:r>
                      </m:e>
                      <m:sub>
                        <m:r>
                          <a:rPr lang="en-US" sz="1800" b="1" i="1">
                            <a:solidFill>
                              <a:srgbClr val="1F1FFF"/>
                            </a:solidFill>
                            <a:latin typeface="Cambria Math" panose="02040503050406030204" pitchFamily="18" charset="0"/>
                          </a:rPr>
                          <m:t>𝒙</m:t>
                        </m:r>
                      </m:sub>
                    </m:sSub>
                    <m:d>
                      <m:dPr>
                        <m:ctrlPr>
                          <a:rPr lang="en-US" sz="1800" b="1" i="1">
                            <a:solidFill>
                              <a:srgbClr val="1F1FFF"/>
                            </a:solidFill>
                            <a:latin typeface="Cambria Math" panose="02040503050406030204" pitchFamily="18" charset="0"/>
                          </a:rPr>
                        </m:ctrlPr>
                      </m:dPr>
                      <m:e>
                        <m:r>
                          <a:rPr lang="en-US" sz="1800" b="1" i="1">
                            <a:solidFill>
                              <a:srgbClr val="1F1FFF"/>
                            </a:solidFill>
                            <a:latin typeface="Cambria Math" panose="02040503050406030204" pitchFamily="18" charset="0"/>
                          </a:rPr>
                          <m:t>𝒚</m:t>
                        </m:r>
                      </m:e>
                    </m:d>
                  </m:oMath>
                </a14:m>
                <a:r>
                  <a:rPr lang="fa-IR" sz="1800" b="1" dirty="0">
                    <a:solidFill>
                      <a:srgbClr val="1F1FFF"/>
                    </a:solidFill>
                    <a:latin typeface="IRANSans(FaNum)" panose="02040503050201020203" pitchFamily="18" charset="-78"/>
                  </a:rPr>
                  <a:t> به حداقل هزینه واقعی </a:t>
                </a:r>
                <a14:m>
                  <m:oMath xmlns:m="http://schemas.openxmlformats.org/officeDocument/2006/math">
                    <m:sSub>
                      <m:sSubPr>
                        <m:ctrlPr>
                          <a:rPr lang="en-US" sz="1800" b="1" i="1">
                            <a:solidFill>
                              <a:srgbClr val="1F1FFF"/>
                            </a:solidFill>
                            <a:latin typeface="Cambria Math" panose="02040503050406030204" pitchFamily="18" charset="0"/>
                          </a:rPr>
                        </m:ctrlPr>
                      </m:sSubPr>
                      <m:e>
                        <m:r>
                          <a:rPr lang="en-US" sz="1800" b="1" i="1" smtClean="0">
                            <a:solidFill>
                              <a:srgbClr val="1F1FFF"/>
                            </a:solidFill>
                            <a:latin typeface="Cambria Math" panose="02040503050406030204" pitchFamily="18" charset="0"/>
                          </a:rPr>
                          <m:t>𝒅</m:t>
                        </m:r>
                      </m:e>
                      <m:sub>
                        <m:r>
                          <a:rPr lang="en-US" sz="1800" b="1" i="1">
                            <a:solidFill>
                              <a:srgbClr val="1F1FFF"/>
                            </a:solidFill>
                            <a:latin typeface="Cambria Math" panose="02040503050406030204" pitchFamily="18" charset="0"/>
                          </a:rPr>
                          <m:t>𝒙</m:t>
                        </m:r>
                      </m:sub>
                    </m:sSub>
                    <m:d>
                      <m:dPr>
                        <m:ctrlPr>
                          <a:rPr lang="en-US" sz="1800" b="1" i="1">
                            <a:solidFill>
                              <a:srgbClr val="1F1FFF"/>
                            </a:solidFill>
                            <a:latin typeface="Cambria Math" panose="02040503050406030204" pitchFamily="18" charset="0"/>
                          </a:rPr>
                        </m:ctrlPr>
                      </m:dPr>
                      <m:e>
                        <m:r>
                          <a:rPr lang="en-US" sz="1800" b="1" i="1">
                            <a:solidFill>
                              <a:srgbClr val="1F1FFF"/>
                            </a:solidFill>
                            <a:latin typeface="Cambria Math" panose="02040503050406030204" pitchFamily="18" charset="0"/>
                          </a:rPr>
                          <m:t>𝒚</m:t>
                        </m:r>
                      </m:e>
                    </m:d>
                  </m:oMath>
                </a14:m>
                <a:r>
                  <a:rPr lang="fa-IR" sz="1800" b="1" dirty="0">
                    <a:solidFill>
                      <a:srgbClr val="1F1FFF"/>
                    </a:solidFill>
                    <a:latin typeface="IRANSans(FaNum)" panose="02040503050201020203" pitchFamily="18" charset="-78"/>
                  </a:rPr>
                  <a:t> همگرا می‌شود.</a:t>
                </a:r>
                <a:endParaRPr lang="en-US" sz="1800" b="1" dirty="0">
                  <a:solidFill>
                    <a:srgbClr val="1F1FFF"/>
                  </a:solidFill>
                  <a:latin typeface="IRANSans(FaNum)" panose="02040503050201020203" pitchFamily="18" charset="-78"/>
                </a:endParaRPr>
              </a:p>
            </p:txBody>
          </p:sp>
        </mc:Choice>
        <mc:Fallback xmlns="">
          <p:sp>
            <p:nvSpPr>
              <p:cNvPr id="8" name="Content Placeholder 2">
                <a:extLst>
                  <a:ext uri="{FF2B5EF4-FFF2-40B4-BE49-F238E27FC236}">
                    <a16:creationId xmlns:a16="http://schemas.microsoft.com/office/drawing/2014/main" id="{9B3280E6-9053-1AFB-03F0-C1DA5C01219A}"/>
                  </a:ext>
                </a:extLst>
              </p:cNvPr>
              <p:cNvSpPr txBox="1">
                <a:spLocks noRot="1" noChangeAspect="1" noMove="1" noResize="1" noEditPoints="1" noAdjustHandles="1" noChangeArrowheads="1" noChangeShapeType="1" noTextEdit="1"/>
              </p:cNvSpPr>
              <p:nvPr/>
            </p:nvSpPr>
            <p:spPr>
              <a:xfrm>
                <a:off x="565917" y="1327369"/>
                <a:ext cx="11216191" cy="4587766"/>
              </a:xfrm>
              <a:prstGeom prst="rect">
                <a:avLst/>
              </a:prstGeom>
              <a:blipFill>
                <a:blip r:embed="rId4"/>
                <a:stretch>
                  <a:fillRect l="-924" r="-543"/>
                </a:stretch>
              </a:blipFill>
            </p:spPr>
            <p:txBody>
              <a:bodyPr/>
              <a:lstStyle/>
              <a:p>
                <a:r>
                  <a:rPr lang="en-US">
                    <a:noFill/>
                  </a:rPr>
                  <a:t> </a:t>
                </a:r>
              </a:p>
            </p:txBody>
          </p:sp>
        </mc:Fallback>
      </mc:AlternateContent>
    </p:spTree>
    <p:extLst>
      <p:ext uri="{BB962C8B-B14F-4D97-AF65-F5344CB8AC3E}">
        <p14:creationId xmlns:p14="http://schemas.microsoft.com/office/powerpoint/2010/main" val="4282566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8">
                                            <p:txEl>
                                              <p:pRg st="1" end="1"/>
                                            </p:txEl>
                                          </p:spTgt>
                                        </p:tgtEl>
                                        <p:attrNameLst>
                                          <p:attrName>style.visibility</p:attrName>
                                        </p:attrNameLst>
                                      </p:cBhvr>
                                      <p:to>
                                        <p:strVal val="visible"/>
                                      </p:to>
                                    </p:set>
                                    <p:animEffect transition="in" filter="fade">
                                      <p:cBhvr>
                                        <p:cTn id="19" dur="1000"/>
                                        <p:tgtEl>
                                          <p:spTgt spid="8">
                                            <p:txEl>
                                              <p:pRg st="1" end="1"/>
                                            </p:txEl>
                                          </p:spTgt>
                                        </p:tgtEl>
                                      </p:cBhvr>
                                    </p:animEffect>
                                    <p:anim calcmode="lin" valueType="num">
                                      <p:cBhvr>
                                        <p:cTn id="20"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animEffect transition="in" filter="fade">
                                      <p:cBhvr>
                                        <p:cTn id="25" dur="1000"/>
                                        <p:tgtEl>
                                          <p:spTgt spid="8">
                                            <p:txEl>
                                              <p:pRg st="2" end="2"/>
                                            </p:txEl>
                                          </p:spTgt>
                                        </p:tgtEl>
                                      </p:cBhvr>
                                    </p:animEffect>
                                    <p:anim calcmode="lin" valueType="num">
                                      <p:cBhvr>
                                        <p:cTn id="26"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8">
                                            <p:txEl>
                                              <p:pRg st="3" end="3"/>
                                            </p:txEl>
                                          </p:spTgt>
                                        </p:tgtEl>
                                        <p:attrNameLst>
                                          <p:attrName>style.visibility</p:attrName>
                                        </p:attrNameLst>
                                      </p:cBhvr>
                                      <p:to>
                                        <p:strVal val="visible"/>
                                      </p:to>
                                    </p:set>
                                    <p:animEffect transition="in" filter="fade">
                                      <p:cBhvr>
                                        <p:cTn id="31" dur="1000"/>
                                        <p:tgtEl>
                                          <p:spTgt spid="8">
                                            <p:txEl>
                                              <p:pRg st="3" end="3"/>
                                            </p:txEl>
                                          </p:spTgt>
                                        </p:tgtEl>
                                      </p:cBhvr>
                                    </p:animEffect>
                                    <p:anim calcmode="lin" valueType="num">
                                      <p:cBhvr>
                                        <p:cTn id="32"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8" name="Content Placeholder 2">
            <a:extLst>
              <a:ext uri="{FF2B5EF4-FFF2-40B4-BE49-F238E27FC236}">
                <a16:creationId xmlns:a16="http://schemas.microsoft.com/office/drawing/2014/main" id="{9B3280E6-9053-1AFB-03F0-C1DA5C01219A}"/>
              </a:ext>
            </a:extLst>
          </p:cNvPr>
          <p:cNvSpPr txBox="1">
            <a:spLocks/>
          </p:cNvSpPr>
          <p:nvPr/>
        </p:nvSpPr>
        <p:spPr>
          <a:xfrm>
            <a:off x="455977" y="1793713"/>
            <a:ext cx="5220000" cy="1824855"/>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1800" b="1" dirty="0">
                <a:solidFill>
                  <a:srgbClr val="C00000"/>
                </a:solidFill>
                <a:latin typeface="IRANSans(FaNum)" panose="02040503050201020203" pitchFamily="18" charset="-78"/>
              </a:rPr>
              <a:t>محاسبات تکرار شونده و غیرهمزمان: هر تکرار محلی بر ناشی از تغییرات زیر است:</a:t>
            </a:r>
          </a:p>
          <a:p>
            <a:pPr marL="432000" indent="-144000">
              <a:lnSpc>
                <a:spcPct val="150000"/>
              </a:lnSpc>
              <a:spcBef>
                <a:spcPts val="0"/>
              </a:spcBef>
              <a:spcAft>
                <a:spcPts val="600"/>
              </a:spcAft>
            </a:pPr>
            <a:r>
              <a:rPr lang="fa-IR" sz="1600" b="1" dirty="0">
                <a:solidFill>
                  <a:srgbClr val="1F1FFF"/>
                </a:solidFill>
                <a:latin typeface="IRANSans(FaNum)" panose="02040503050201020203" pitchFamily="18" charset="-78"/>
              </a:rPr>
              <a:t>تغییر در هزینه لینک محلی</a:t>
            </a:r>
          </a:p>
          <a:p>
            <a:pPr marL="432000" indent="-144000">
              <a:lnSpc>
                <a:spcPct val="150000"/>
              </a:lnSpc>
              <a:spcBef>
                <a:spcPts val="0"/>
              </a:spcBef>
              <a:spcAft>
                <a:spcPts val="600"/>
              </a:spcAft>
            </a:pPr>
            <a:r>
              <a:rPr lang="fa-IR" sz="1600" b="1" dirty="0">
                <a:solidFill>
                  <a:srgbClr val="1F1FFF"/>
                </a:solidFill>
                <a:latin typeface="IRANSans(FaNum)" panose="02040503050201020203" pitchFamily="18" charset="-78"/>
              </a:rPr>
              <a:t>دریافت پیام به روز رسانی از گره همسایه</a:t>
            </a:r>
            <a:endParaRPr lang="en-US" sz="1600" b="1" dirty="0">
              <a:solidFill>
                <a:srgbClr val="1F1FFF"/>
              </a:solidFill>
              <a:latin typeface="IRANSans(FaNum)" panose="02040503050201020203" pitchFamily="18" charset="-78"/>
            </a:endParaRPr>
          </a:p>
        </p:txBody>
      </p:sp>
      <p:sp>
        <p:nvSpPr>
          <p:cNvPr id="9" name="Text Box 4">
            <a:extLst>
              <a:ext uri="{FF2B5EF4-FFF2-40B4-BE49-F238E27FC236}">
                <a16:creationId xmlns:a16="http://schemas.microsoft.com/office/drawing/2014/main" id="{19AC20D4-8A37-72CB-A4D5-DAE89CB5F3BD}"/>
              </a:ext>
            </a:extLst>
          </p:cNvPr>
          <p:cNvSpPr txBox="1">
            <a:spLocks noChangeArrowheads="1"/>
          </p:cNvSpPr>
          <p:nvPr/>
        </p:nvSpPr>
        <p:spPr bwMode="auto">
          <a:xfrm>
            <a:off x="6582292" y="2244869"/>
            <a:ext cx="4968000" cy="84023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rtl="1">
              <a:lnSpc>
                <a:spcPct val="140000"/>
              </a:lnSpc>
            </a:pPr>
            <a:r>
              <a:rPr lang="fa-IR" sz="1800" b="1" dirty="0">
                <a:solidFill>
                  <a:srgbClr val="FF0000"/>
                </a:solidFill>
                <a:latin typeface="IRANSans(FaNum)" panose="02040503050201020203" pitchFamily="18" charset="-78"/>
                <a:cs typeface="IRANSans(FaNum)" panose="02040503050201020203" pitchFamily="18" charset="-78"/>
              </a:rPr>
              <a:t>انتظار: </a:t>
            </a:r>
            <a:r>
              <a:rPr lang="fa-IR" sz="1800" b="1" dirty="0">
                <a:solidFill>
                  <a:srgbClr val="1F1FFF"/>
                </a:solidFill>
                <a:latin typeface="IRANSans(FaNum)" panose="02040503050201020203" pitchFamily="18" charset="-78"/>
                <a:cs typeface="IRANSans(FaNum)" panose="02040503050201020203" pitchFamily="18" charset="-78"/>
              </a:rPr>
              <a:t>انتظار برای تشخیص تغییر در هزینه لینک محلی یا دریافت پیام به روز رسانی بردار فاصله از گره همسایه</a:t>
            </a:r>
            <a:endParaRPr lang="en-US" sz="2000" dirty="0">
              <a:solidFill>
                <a:srgbClr val="1F1FFF"/>
              </a:solidFill>
              <a:latin typeface="Times New Roman" charset="0"/>
            </a:endParaRPr>
          </a:p>
        </p:txBody>
      </p:sp>
      <p:sp>
        <p:nvSpPr>
          <p:cNvPr id="11" name="Text Box 8">
            <a:extLst>
              <a:ext uri="{FF2B5EF4-FFF2-40B4-BE49-F238E27FC236}">
                <a16:creationId xmlns:a16="http://schemas.microsoft.com/office/drawing/2014/main" id="{D9ACF99E-8EC9-4882-AAED-F112F98BD07E}"/>
              </a:ext>
            </a:extLst>
          </p:cNvPr>
          <p:cNvSpPr txBox="1">
            <a:spLocks noChangeArrowheads="1"/>
          </p:cNvSpPr>
          <p:nvPr/>
        </p:nvSpPr>
        <p:spPr bwMode="auto">
          <a:xfrm>
            <a:off x="7111243" y="1372724"/>
            <a:ext cx="462210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a:r>
              <a:rPr lang="fa-IR" b="1" dirty="0">
                <a:solidFill>
                  <a:srgbClr val="1F1FFF"/>
                </a:solidFill>
                <a:latin typeface="IRANSans(FaNum)" panose="02040503050201020203" pitchFamily="18" charset="-78"/>
                <a:cs typeface="IRANSans(FaNum)" panose="02040503050201020203" pitchFamily="18" charset="-78"/>
              </a:rPr>
              <a:t>هر گره حلقه زیر را اجرا می‌کند:</a:t>
            </a:r>
            <a:endParaRPr lang="en-US" b="1" dirty="0">
              <a:solidFill>
                <a:srgbClr val="1F1FFF"/>
              </a:solidFill>
              <a:latin typeface="IRANSans(FaNum)" panose="02040503050201020203" pitchFamily="18" charset="-78"/>
              <a:cs typeface="IRANSans(FaNum)" panose="02040503050201020203" pitchFamily="18" charset="-78"/>
            </a:endParaRPr>
          </a:p>
        </p:txBody>
      </p:sp>
      <p:grpSp>
        <p:nvGrpSpPr>
          <p:cNvPr id="12" name="Group 11">
            <a:extLst>
              <a:ext uri="{FF2B5EF4-FFF2-40B4-BE49-F238E27FC236}">
                <a16:creationId xmlns:a16="http://schemas.microsoft.com/office/drawing/2014/main" id="{0BC46741-8E89-295F-D491-1013382922FC}"/>
              </a:ext>
            </a:extLst>
          </p:cNvPr>
          <p:cNvGrpSpPr/>
          <p:nvPr/>
        </p:nvGrpSpPr>
        <p:grpSpPr>
          <a:xfrm>
            <a:off x="6579751" y="3096327"/>
            <a:ext cx="4968000" cy="1470091"/>
            <a:chOff x="1118044" y="3093788"/>
            <a:chExt cx="4968000" cy="1470091"/>
          </a:xfrm>
        </p:grpSpPr>
        <p:sp>
          <p:nvSpPr>
            <p:cNvPr id="13" name="Line 5">
              <a:extLst>
                <a:ext uri="{FF2B5EF4-FFF2-40B4-BE49-F238E27FC236}">
                  <a16:creationId xmlns:a16="http://schemas.microsoft.com/office/drawing/2014/main" id="{96D816CA-1D2E-8E2B-7306-E7F7C4155B5A}"/>
                </a:ext>
              </a:extLst>
            </p:cNvPr>
            <p:cNvSpPr>
              <a:spLocks noChangeShapeType="1"/>
            </p:cNvSpPr>
            <p:nvPr/>
          </p:nvSpPr>
          <p:spPr bwMode="auto">
            <a:xfrm>
              <a:off x="3601463" y="3093788"/>
              <a:ext cx="0" cy="396000"/>
            </a:xfrm>
            <a:prstGeom prst="line">
              <a:avLst/>
            </a:prstGeom>
            <a:noFill/>
            <a:ln w="19050">
              <a:solidFill>
                <a:srgbClr val="C0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4" name="Text Box 4">
              <a:extLst>
                <a:ext uri="{FF2B5EF4-FFF2-40B4-BE49-F238E27FC236}">
                  <a16:creationId xmlns:a16="http://schemas.microsoft.com/office/drawing/2014/main" id="{095A6290-57BC-1B9D-E9E3-4A74F6F20167}"/>
                </a:ext>
              </a:extLst>
            </p:cNvPr>
            <p:cNvSpPr txBox="1">
              <a:spLocks noChangeArrowheads="1"/>
            </p:cNvSpPr>
            <p:nvPr/>
          </p:nvSpPr>
          <p:spPr bwMode="auto">
            <a:xfrm>
              <a:off x="1118044" y="3335851"/>
              <a:ext cx="4968000" cy="1228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rtl="1">
                <a:lnSpc>
                  <a:spcPct val="140000"/>
                </a:lnSpc>
              </a:pPr>
              <a:r>
                <a:rPr lang="fa-IR" sz="1800" b="1" dirty="0">
                  <a:solidFill>
                    <a:srgbClr val="FF0000"/>
                  </a:solidFill>
                  <a:latin typeface="IRANSans(FaNum)" panose="02040503050201020203" pitchFamily="18" charset="-78"/>
                  <a:cs typeface="IRANSans(FaNum)" panose="02040503050201020203" pitchFamily="18" charset="-78"/>
                </a:rPr>
                <a:t>محاسبه مجدد: </a:t>
              </a:r>
              <a:r>
                <a:rPr lang="fa-IR" sz="1800" b="1" dirty="0">
                  <a:solidFill>
                    <a:srgbClr val="1F1FFF"/>
                  </a:solidFill>
                  <a:latin typeface="IRANSans(FaNum)" panose="02040503050201020203" pitchFamily="18" charset="-78"/>
                  <a:cs typeface="IRANSans(FaNum)" panose="02040503050201020203" pitchFamily="18" charset="-78"/>
                </a:rPr>
                <a:t>محاسبه مجدد تخمین بردار فاصله براساس جدول بردار فاصله گره‌های همسایه و هزینه‌های لینک مستقیم به آن‌ها</a:t>
              </a:r>
              <a:endParaRPr lang="en-US" sz="2000" dirty="0">
                <a:solidFill>
                  <a:srgbClr val="1F1FFF"/>
                </a:solidFill>
                <a:latin typeface="Times New Roman" charset="0"/>
              </a:endParaRPr>
            </a:p>
          </p:txBody>
        </p:sp>
      </p:grpSp>
      <p:grpSp>
        <p:nvGrpSpPr>
          <p:cNvPr id="15" name="Group 14">
            <a:extLst>
              <a:ext uri="{FF2B5EF4-FFF2-40B4-BE49-F238E27FC236}">
                <a16:creationId xmlns:a16="http://schemas.microsoft.com/office/drawing/2014/main" id="{9F3EDEB7-E914-F9BE-3FDC-B345EE1E31BE}"/>
              </a:ext>
            </a:extLst>
          </p:cNvPr>
          <p:cNvGrpSpPr/>
          <p:nvPr/>
        </p:nvGrpSpPr>
        <p:grpSpPr>
          <a:xfrm>
            <a:off x="6621267" y="4514838"/>
            <a:ext cx="4968000" cy="1487616"/>
            <a:chOff x="1165407" y="4428075"/>
            <a:chExt cx="4832200" cy="1487616"/>
          </a:xfrm>
        </p:grpSpPr>
        <p:sp>
          <p:nvSpPr>
            <p:cNvPr id="16" name="Line 6">
              <a:extLst>
                <a:ext uri="{FF2B5EF4-FFF2-40B4-BE49-F238E27FC236}">
                  <a16:creationId xmlns:a16="http://schemas.microsoft.com/office/drawing/2014/main" id="{16F597E6-129D-6255-A498-145D5D5B8E08}"/>
                </a:ext>
              </a:extLst>
            </p:cNvPr>
            <p:cNvSpPr>
              <a:spLocks noChangeShapeType="1"/>
            </p:cNvSpPr>
            <p:nvPr/>
          </p:nvSpPr>
          <p:spPr bwMode="auto">
            <a:xfrm>
              <a:off x="3578268" y="4428075"/>
              <a:ext cx="0" cy="396000"/>
            </a:xfrm>
            <a:prstGeom prst="line">
              <a:avLst/>
            </a:prstGeom>
            <a:noFill/>
            <a:ln w="19050">
              <a:solidFill>
                <a:srgbClr val="C0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7" name="Text Box 4">
              <a:extLst>
                <a:ext uri="{FF2B5EF4-FFF2-40B4-BE49-F238E27FC236}">
                  <a16:creationId xmlns:a16="http://schemas.microsoft.com/office/drawing/2014/main" id="{D2AA2A34-27C5-B5D7-3246-6E96AEF8B9B0}"/>
                </a:ext>
              </a:extLst>
            </p:cNvPr>
            <p:cNvSpPr txBox="1">
              <a:spLocks noChangeArrowheads="1"/>
            </p:cNvSpPr>
            <p:nvPr/>
          </p:nvSpPr>
          <p:spPr bwMode="auto">
            <a:xfrm>
              <a:off x="1165407" y="4687663"/>
              <a:ext cx="4832200" cy="1228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rtl="1">
                <a:lnSpc>
                  <a:spcPct val="140000"/>
                </a:lnSpc>
              </a:pPr>
              <a:r>
                <a:rPr lang="fa-IR" sz="1800" b="1" dirty="0">
                  <a:solidFill>
                    <a:srgbClr val="FF0000"/>
                  </a:solidFill>
                  <a:latin typeface="IRANSans(FaNum)" panose="02040503050201020203" pitchFamily="18" charset="-78"/>
                  <a:cs typeface="IRANSans(FaNum)" panose="02040503050201020203" pitchFamily="18" charset="-78"/>
                </a:rPr>
                <a:t>اعلان به همسایه‌ها: </a:t>
              </a:r>
              <a:r>
                <a:rPr lang="fa-IR" sz="1800" b="1" dirty="0">
                  <a:solidFill>
                    <a:srgbClr val="1F1FFF"/>
                  </a:solidFill>
                  <a:latin typeface="IRANSans(FaNum)" panose="02040503050201020203" pitchFamily="18" charset="-78"/>
                  <a:cs typeface="IRANSans(FaNum)" panose="02040503050201020203" pitchFamily="18" charset="-78"/>
                </a:rPr>
                <a:t>در صورتی که هزینه مسیر به یکی از گره‌های مقصد تغییر کند، به روز رسانی‌ها باید به همه گره‌های همسایه اعلان ‌شود.</a:t>
              </a:r>
              <a:endParaRPr lang="en-US" sz="1800" dirty="0">
                <a:solidFill>
                  <a:srgbClr val="1F1FFF"/>
                </a:solidFill>
                <a:latin typeface="+mn-lt"/>
              </a:endParaRPr>
            </a:p>
          </p:txBody>
        </p:sp>
      </p:grpSp>
      <p:cxnSp>
        <p:nvCxnSpPr>
          <p:cNvPr id="18" name="Straight Connector 17">
            <a:extLst>
              <a:ext uri="{FF2B5EF4-FFF2-40B4-BE49-F238E27FC236}">
                <a16:creationId xmlns:a16="http://schemas.microsoft.com/office/drawing/2014/main" id="{52E29393-8044-BBC3-22DB-2257D62ABBE2}"/>
              </a:ext>
            </a:extLst>
          </p:cNvPr>
          <p:cNvCxnSpPr/>
          <p:nvPr/>
        </p:nvCxnSpPr>
        <p:spPr>
          <a:xfrm flipV="1">
            <a:off x="9048948" y="5967783"/>
            <a:ext cx="0" cy="36000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7C9D0442-8EE9-E31D-63D5-7EFBFB8448D7}"/>
              </a:ext>
            </a:extLst>
          </p:cNvPr>
          <p:cNvCxnSpPr/>
          <p:nvPr/>
        </p:nvCxnSpPr>
        <p:spPr>
          <a:xfrm>
            <a:off x="9056691" y="2051656"/>
            <a:ext cx="0" cy="338203"/>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4C51EE9-E2F1-770C-6522-7CAD6C4D3B4E}"/>
              </a:ext>
            </a:extLst>
          </p:cNvPr>
          <p:cNvCxnSpPr/>
          <p:nvPr/>
        </p:nvCxnSpPr>
        <p:spPr>
          <a:xfrm>
            <a:off x="6104675" y="6320491"/>
            <a:ext cx="295200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766CCAD-7DD1-1AA2-13A9-9B49570D034E}"/>
              </a:ext>
            </a:extLst>
          </p:cNvPr>
          <p:cNvCxnSpPr/>
          <p:nvPr/>
        </p:nvCxnSpPr>
        <p:spPr>
          <a:xfrm>
            <a:off x="6112359" y="2055764"/>
            <a:ext cx="295200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6699718-268F-7238-4B57-4FBC89057A0D}"/>
              </a:ext>
            </a:extLst>
          </p:cNvPr>
          <p:cNvCxnSpPr>
            <a:cxnSpLocks/>
          </p:cNvCxnSpPr>
          <p:nvPr/>
        </p:nvCxnSpPr>
        <p:spPr>
          <a:xfrm>
            <a:off x="6110137" y="2044281"/>
            <a:ext cx="0" cy="428400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453406" y="3606153"/>
            <a:ext cx="5220000" cy="253388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1800" b="1" dirty="0">
                <a:solidFill>
                  <a:srgbClr val="C00000"/>
                </a:solidFill>
                <a:latin typeface="IRANSans(FaNum)" panose="02040503050201020203" pitchFamily="18" charset="-78"/>
              </a:rPr>
              <a:t>توزیع‌شده و خودتوقفی: هر گره زمانی که بردار فاصله‌اش تغییر کند، آن را به همسایه‌هاش ارسال می‌کند:</a:t>
            </a:r>
          </a:p>
          <a:p>
            <a:pPr marL="432000" indent="-144000">
              <a:lnSpc>
                <a:spcPct val="150000"/>
              </a:lnSpc>
              <a:spcBef>
                <a:spcPts val="0"/>
              </a:spcBef>
              <a:spcAft>
                <a:spcPts val="600"/>
              </a:spcAft>
            </a:pPr>
            <a:r>
              <a:rPr lang="fa-IR" sz="1600" b="1" dirty="0">
                <a:solidFill>
                  <a:srgbClr val="1F1FFF"/>
                </a:solidFill>
                <a:latin typeface="IRANSans(FaNum)" panose="02040503050201020203" pitchFamily="18" charset="-78"/>
              </a:rPr>
              <a:t>سپس در صورت لزوم همسایه‌ها به همسایه‌هایشان اطلاع می‌دهند.</a:t>
            </a:r>
          </a:p>
          <a:p>
            <a:pPr marL="432000" indent="-144000">
              <a:lnSpc>
                <a:spcPct val="150000"/>
              </a:lnSpc>
              <a:spcBef>
                <a:spcPts val="0"/>
              </a:spcBef>
              <a:spcAft>
                <a:spcPts val="600"/>
              </a:spcAft>
            </a:pPr>
            <a:r>
              <a:rPr lang="fa-IR" sz="1600" b="1" dirty="0">
                <a:solidFill>
                  <a:srgbClr val="1F1FFF"/>
                </a:solidFill>
                <a:latin typeface="IRANSans(FaNum)" panose="02040503050201020203" pitchFamily="18" charset="-78"/>
              </a:rPr>
              <a:t>یک گره اگر هیچ پیام اطلاع‌رسانی دریافت نکند، هیچ اقدامی هم انجام نمی‌دهد.</a:t>
            </a:r>
            <a:endParaRPr lang="en-US" sz="16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3016804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1000"/>
                                        <p:tgtEl>
                                          <p:spTgt spid="11"/>
                                        </p:tgtEl>
                                      </p:cBhvr>
                                    </p:animEffect>
                                    <p:anim calcmode="lin" valueType="num">
                                      <p:cBhvr>
                                        <p:cTn id="14" dur="1000" fill="hold"/>
                                        <p:tgtEl>
                                          <p:spTgt spid="11"/>
                                        </p:tgtEl>
                                        <p:attrNameLst>
                                          <p:attrName>ppt_x</p:attrName>
                                        </p:attrNameLst>
                                      </p:cBhvr>
                                      <p:tavLst>
                                        <p:tav tm="0">
                                          <p:val>
                                            <p:strVal val="#ppt_x"/>
                                          </p:val>
                                        </p:tav>
                                        <p:tav tm="100000">
                                          <p:val>
                                            <p:strVal val="#ppt_x"/>
                                          </p:val>
                                        </p:tav>
                                      </p:tavLst>
                                    </p:anim>
                                    <p:anim calcmode="lin" valueType="num">
                                      <p:cBhvr>
                                        <p:cTn id="1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dissolve">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dissolv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up)">
                                      <p:cBhvr>
                                        <p:cTn id="35" dur="500"/>
                                        <p:tgtEl>
                                          <p:spTgt spid="18"/>
                                        </p:tgtEl>
                                      </p:cBhvr>
                                    </p:animEffect>
                                  </p:childTnLst>
                                </p:cTn>
                              </p:par>
                            </p:childTnLst>
                          </p:cTn>
                        </p:par>
                        <p:par>
                          <p:cTn id="36" fill="hold">
                            <p:stCondLst>
                              <p:cond delay="500"/>
                            </p:stCondLst>
                            <p:childTnLst>
                              <p:par>
                                <p:cTn id="37" presetID="22" presetClass="entr" presetSubtype="2" fill="hold"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wipe(right)">
                                      <p:cBhvr>
                                        <p:cTn id="39" dur="500"/>
                                        <p:tgtEl>
                                          <p:spTgt spid="20"/>
                                        </p:tgtEl>
                                      </p:cBhvr>
                                    </p:animEffect>
                                  </p:childTnLst>
                                </p:cTn>
                              </p:par>
                            </p:childTnLst>
                          </p:cTn>
                        </p:par>
                        <p:par>
                          <p:cTn id="40" fill="hold">
                            <p:stCondLst>
                              <p:cond delay="1000"/>
                            </p:stCondLst>
                            <p:childTnLst>
                              <p:par>
                                <p:cTn id="41" presetID="22" presetClass="entr" presetSubtype="4" fill="hold"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wipe(down)">
                                      <p:cBhvr>
                                        <p:cTn id="43" dur="500"/>
                                        <p:tgtEl>
                                          <p:spTgt spid="22"/>
                                        </p:tgtEl>
                                      </p:cBhvr>
                                    </p:animEffect>
                                  </p:childTnLst>
                                </p:cTn>
                              </p:par>
                            </p:childTnLst>
                          </p:cTn>
                        </p:par>
                        <p:par>
                          <p:cTn id="44" fill="hold">
                            <p:stCondLst>
                              <p:cond delay="1500"/>
                            </p:stCondLst>
                            <p:childTnLst>
                              <p:par>
                                <p:cTn id="45" presetID="22" presetClass="entr" presetSubtype="8" fill="hold"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left)">
                                      <p:cBhvr>
                                        <p:cTn id="47" dur="500"/>
                                        <p:tgtEl>
                                          <p:spTgt spid="21"/>
                                        </p:tgtEl>
                                      </p:cBhvr>
                                    </p:animEffect>
                                  </p:childTnLst>
                                </p:cTn>
                              </p:par>
                            </p:childTnLst>
                          </p:cTn>
                        </p:par>
                        <p:par>
                          <p:cTn id="48" fill="hold">
                            <p:stCondLst>
                              <p:cond delay="2000"/>
                            </p:stCondLst>
                            <p:childTnLst>
                              <p:par>
                                <p:cTn id="49" presetID="22" presetClass="entr" presetSubtype="1" fill="hold" nodeType="after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wipe(up)">
                                      <p:cBhvr>
                                        <p:cTn id="51" dur="500"/>
                                        <p:tgtEl>
                                          <p:spTgt spid="19"/>
                                        </p:tgtEl>
                                      </p:cBhvr>
                                    </p:animEffect>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8">
                                            <p:txEl>
                                              <p:pRg st="0" end="0"/>
                                            </p:txEl>
                                          </p:spTgt>
                                        </p:tgtEl>
                                        <p:attrNameLst>
                                          <p:attrName>style.visibility</p:attrName>
                                        </p:attrNameLst>
                                      </p:cBhvr>
                                      <p:to>
                                        <p:strVal val="visible"/>
                                      </p:to>
                                    </p:set>
                                    <p:animEffect transition="in" filter="fade">
                                      <p:cBhvr>
                                        <p:cTn id="56" dur="1000"/>
                                        <p:tgtEl>
                                          <p:spTgt spid="8">
                                            <p:txEl>
                                              <p:pRg st="0" end="0"/>
                                            </p:txEl>
                                          </p:spTgt>
                                        </p:tgtEl>
                                      </p:cBhvr>
                                    </p:animEffect>
                                    <p:anim calcmode="lin" valueType="num">
                                      <p:cBhvr>
                                        <p:cTn id="57"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58"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59" fill="hold">
                            <p:stCondLst>
                              <p:cond delay="1000"/>
                            </p:stCondLst>
                            <p:childTnLst>
                              <p:par>
                                <p:cTn id="60" presetID="42" presetClass="entr" presetSubtype="0" fill="hold" nodeType="afterEffect">
                                  <p:stCondLst>
                                    <p:cond delay="0"/>
                                  </p:stCondLst>
                                  <p:childTnLst>
                                    <p:set>
                                      <p:cBhvr>
                                        <p:cTn id="61" dur="1" fill="hold">
                                          <p:stCondLst>
                                            <p:cond delay="0"/>
                                          </p:stCondLst>
                                        </p:cTn>
                                        <p:tgtEl>
                                          <p:spTgt spid="8">
                                            <p:txEl>
                                              <p:pRg st="1" end="1"/>
                                            </p:txEl>
                                          </p:spTgt>
                                        </p:tgtEl>
                                        <p:attrNameLst>
                                          <p:attrName>style.visibility</p:attrName>
                                        </p:attrNameLst>
                                      </p:cBhvr>
                                      <p:to>
                                        <p:strVal val="visible"/>
                                      </p:to>
                                    </p:set>
                                    <p:animEffect transition="in" filter="fade">
                                      <p:cBhvr>
                                        <p:cTn id="62" dur="1000"/>
                                        <p:tgtEl>
                                          <p:spTgt spid="8">
                                            <p:txEl>
                                              <p:pRg st="1" end="1"/>
                                            </p:txEl>
                                          </p:spTgt>
                                        </p:tgtEl>
                                      </p:cBhvr>
                                    </p:animEffect>
                                    <p:anim calcmode="lin" valueType="num">
                                      <p:cBhvr>
                                        <p:cTn id="63"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64"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par>
                          <p:cTn id="65" fill="hold">
                            <p:stCondLst>
                              <p:cond delay="2000"/>
                            </p:stCondLst>
                            <p:childTnLst>
                              <p:par>
                                <p:cTn id="66" presetID="42" presetClass="entr" presetSubtype="0" fill="hold" nodeType="afterEffect">
                                  <p:stCondLst>
                                    <p:cond delay="0"/>
                                  </p:stCondLst>
                                  <p:childTnLst>
                                    <p:set>
                                      <p:cBhvr>
                                        <p:cTn id="67" dur="1" fill="hold">
                                          <p:stCondLst>
                                            <p:cond delay="0"/>
                                          </p:stCondLst>
                                        </p:cTn>
                                        <p:tgtEl>
                                          <p:spTgt spid="8">
                                            <p:txEl>
                                              <p:pRg st="2" end="2"/>
                                            </p:txEl>
                                          </p:spTgt>
                                        </p:tgtEl>
                                        <p:attrNameLst>
                                          <p:attrName>style.visibility</p:attrName>
                                        </p:attrNameLst>
                                      </p:cBhvr>
                                      <p:to>
                                        <p:strVal val="visible"/>
                                      </p:to>
                                    </p:set>
                                    <p:animEffect transition="in" filter="fade">
                                      <p:cBhvr>
                                        <p:cTn id="68" dur="1000"/>
                                        <p:tgtEl>
                                          <p:spTgt spid="8">
                                            <p:txEl>
                                              <p:pRg st="2" end="2"/>
                                            </p:txEl>
                                          </p:spTgt>
                                        </p:tgtEl>
                                      </p:cBhvr>
                                    </p:animEffect>
                                    <p:anim calcmode="lin" valueType="num">
                                      <p:cBhvr>
                                        <p:cTn id="69"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70"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par>
                          <p:cTn id="71" fill="hold">
                            <p:stCondLst>
                              <p:cond delay="3000"/>
                            </p:stCondLst>
                            <p:childTnLst>
                              <p:par>
                                <p:cTn id="72" presetID="42" presetClass="entr" presetSubtype="0" fill="hold" nodeType="afterEffect">
                                  <p:stCondLst>
                                    <p:cond delay="0"/>
                                  </p:stCondLst>
                                  <p:childTnLst>
                                    <p:set>
                                      <p:cBhvr>
                                        <p:cTn id="73" dur="1" fill="hold">
                                          <p:stCondLst>
                                            <p:cond delay="0"/>
                                          </p:stCondLst>
                                        </p:cTn>
                                        <p:tgtEl>
                                          <p:spTgt spid="23">
                                            <p:txEl>
                                              <p:pRg st="0" end="0"/>
                                            </p:txEl>
                                          </p:spTgt>
                                        </p:tgtEl>
                                        <p:attrNameLst>
                                          <p:attrName>style.visibility</p:attrName>
                                        </p:attrNameLst>
                                      </p:cBhvr>
                                      <p:to>
                                        <p:strVal val="visible"/>
                                      </p:to>
                                    </p:set>
                                    <p:animEffect transition="in" filter="fade">
                                      <p:cBhvr>
                                        <p:cTn id="74" dur="1000"/>
                                        <p:tgtEl>
                                          <p:spTgt spid="23">
                                            <p:txEl>
                                              <p:pRg st="0" end="0"/>
                                            </p:txEl>
                                          </p:spTgt>
                                        </p:tgtEl>
                                      </p:cBhvr>
                                    </p:animEffect>
                                    <p:anim calcmode="lin" valueType="num">
                                      <p:cBhvr>
                                        <p:cTn id="75"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76" dur="10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4000"/>
                            </p:stCondLst>
                            <p:childTnLst>
                              <p:par>
                                <p:cTn id="78" presetID="42" presetClass="entr" presetSubtype="0" fill="hold" nodeType="afterEffect">
                                  <p:stCondLst>
                                    <p:cond delay="0"/>
                                  </p:stCondLst>
                                  <p:childTnLst>
                                    <p:set>
                                      <p:cBhvr>
                                        <p:cTn id="79" dur="1" fill="hold">
                                          <p:stCondLst>
                                            <p:cond delay="0"/>
                                          </p:stCondLst>
                                        </p:cTn>
                                        <p:tgtEl>
                                          <p:spTgt spid="23">
                                            <p:txEl>
                                              <p:pRg st="1" end="1"/>
                                            </p:txEl>
                                          </p:spTgt>
                                        </p:tgtEl>
                                        <p:attrNameLst>
                                          <p:attrName>style.visibility</p:attrName>
                                        </p:attrNameLst>
                                      </p:cBhvr>
                                      <p:to>
                                        <p:strVal val="visible"/>
                                      </p:to>
                                    </p:set>
                                    <p:animEffect transition="in" filter="fade">
                                      <p:cBhvr>
                                        <p:cTn id="80" dur="1000"/>
                                        <p:tgtEl>
                                          <p:spTgt spid="23">
                                            <p:txEl>
                                              <p:pRg st="1" end="1"/>
                                            </p:txEl>
                                          </p:spTgt>
                                        </p:tgtEl>
                                      </p:cBhvr>
                                    </p:animEffect>
                                    <p:anim calcmode="lin" valueType="num">
                                      <p:cBhvr>
                                        <p:cTn id="81" dur="1000" fill="hold"/>
                                        <p:tgtEl>
                                          <p:spTgt spid="23">
                                            <p:txEl>
                                              <p:pRg st="1" end="1"/>
                                            </p:txEl>
                                          </p:spTgt>
                                        </p:tgtEl>
                                        <p:attrNameLst>
                                          <p:attrName>ppt_x</p:attrName>
                                        </p:attrNameLst>
                                      </p:cBhvr>
                                      <p:tavLst>
                                        <p:tav tm="0">
                                          <p:val>
                                            <p:strVal val="#ppt_x"/>
                                          </p:val>
                                        </p:tav>
                                        <p:tav tm="100000">
                                          <p:val>
                                            <p:strVal val="#ppt_x"/>
                                          </p:val>
                                        </p:tav>
                                      </p:tavLst>
                                    </p:anim>
                                    <p:anim calcmode="lin" valueType="num">
                                      <p:cBhvr>
                                        <p:cTn id="82" dur="1000" fill="hold"/>
                                        <p:tgtEl>
                                          <p:spTgt spid="23">
                                            <p:txEl>
                                              <p:pRg st="1" end="1"/>
                                            </p:txEl>
                                          </p:spTgt>
                                        </p:tgtEl>
                                        <p:attrNameLst>
                                          <p:attrName>ppt_y</p:attrName>
                                        </p:attrNameLst>
                                      </p:cBhvr>
                                      <p:tavLst>
                                        <p:tav tm="0">
                                          <p:val>
                                            <p:strVal val="#ppt_y+.1"/>
                                          </p:val>
                                        </p:tav>
                                        <p:tav tm="100000">
                                          <p:val>
                                            <p:strVal val="#ppt_y"/>
                                          </p:val>
                                        </p:tav>
                                      </p:tavLst>
                                    </p:anim>
                                  </p:childTnLst>
                                </p:cTn>
                              </p:par>
                            </p:childTnLst>
                          </p:cTn>
                        </p:par>
                        <p:par>
                          <p:cTn id="83" fill="hold">
                            <p:stCondLst>
                              <p:cond delay="5000"/>
                            </p:stCondLst>
                            <p:childTnLst>
                              <p:par>
                                <p:cTn id="84" presetID="42" presetClass="entr" presetSubtype="0" fill="hold" nodeType="afterEffect">
                                  <p:stCondLst>
                                    <p:cond delay="0"/>
                                  </p:stCondLst>
                                  <p:childTnLst>
                                    <p:set>
                                      <p:cBhvr>
                                        <p:cTn id="85" dur="1" fill="hold">
                                          <p:stCondLst>
                                            <p:cond delay="0"/>
                                          </p:stCondLst>
                                        </p:cTn>
                                        <p:tgtEl>
                                          <p:spTgt spid="23">
                                            <p:txEl>
                                              <p:pRg st="2" end="2"/>
                                            </p:txEl>
                                          </p:spTgt>
                                        </p:tgtEl>
                                        <p:attrNameLst>
                                          <p:attrName>style.visibility</p:attrName>
                                        </p:attrNameLst>
                                      </p:cBhvr>
                                      <p:to>
                                        <p:strVal val="visible"/>
                                      </p:to>
                                    </p:set>
                                    <p:animEffect transition="in" filter="fade">
                                      <p:cBhvr>
                                        <p:cTn id="86" dur="1000"/>
                                        <p:tgtEl>
                                          <p:spTgt spid="23">
                                            <p:txEl>
                                              <p:pRg st="2" end="2"/>
                                            </p:txEl>
                                          </p:spTgt>
                                        </p:tgtEl>
                                      </p:cBhvr>
                                    </p:animEffect>
                                    <p:anim calcmode="lin" valueType="num">
                                      <p:cBhvr>
                                        <p:cTn id="87" dur="1000" fill="hold"/>
                                        <p:tgtEl>
                                          <p:spTgt spid="23">
                                            <p:txEl>
                                              <p:pRg st="2" end="2"/>
                                            </p:txEl>
                                          </p:spTgt>
                                        </p:tgtEl>
                                        <p:attrNameLst>
                                          <p:attrName>ppt_x</p:attrName>
                                        </p:attrNameLst>
                                      </p:cBhvr>
                                      <p:tavLst>
                                        <p:tav tm="0">
                                          <p:val>
                                            <p:strVal val="#ppt_x"/>
                                          </p:val>
                                        </p:tav>
                                        <p:tav tm="100000">
                                          <p:val>
                                            <p:strVal val="#ppt_x"/>
                                          </p:val>
                                        </p:tav>
                                      </p:tavLst>
                                    </p:anim>
                                    <p:anim calcmode="lin" valueType="num">
                                      <p:cBhvr>
                                        <p:cTn id="88" dur="1000" fill="hold"/>
                                        <p:tgtEl>
                                          <p:spTgt spid="23">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a:t>
            </a:r>
            <a:endParaRPr lang="en-US" sz="1800" b="1" dirty="0">
              <a:solidFill>
                <a:srgbClr val="1F1FFF"/>
              </a:solidFill>
              <a:latin typeface="IRANSans(FaNum)" panose="02040503050201020203" pitchFamily="18" charset="-78"/>
            </a:endParaRPr>
          </a:p>
        </p:txBody>
      </p:sp>
      <p:grpSp>
        <p:nvGrpSpPr>
          <p:cNvPr id="24" name="Group 23">
            <a:extLst>
              <a:ext uri="{FF2B5EF4-FFF2-40B4-BE49-F238E27FC236}">
                <a16:creationId xmlns:a16="http://schemas.microsoft.com/office/drawing/2014/main" id="{2F78EC26-5778-4E3F-09D5-D1458674C5D4}"/>
              </a:ext>
            </a:extLst>
          </p:cNvPr>
          <p:cNvGrpSpPr/>
          <p:nvPr/>
        </p:nvGrpSpPr>
        <p:grpSpPr>
          <a:xfrm>
            <a:off x="2822712" y="1186982"/>
            <a:ext cx="1552644" cy="2620631"/>
            <a:chOff x="3216002" y="1012723"/>
            <a:chExt cx="1552644" cy="2620631"/>
          </a:xfrm>
        </p:grpSpPr>
        <p:sp>
          <p:nvSpPr>
            <p:cNvPr id="25" name="Freeform 358">
              <a:extLst>
                <a:ext uri="{FF2B5EF4-FFF2-40B4-BE49-F238E27FC236}">
                  <a16:creationId xmlns:a16="http://schemas.microsoft.com/office/drawing/2014/main" id="{631884E6-17A1-AE5B-2489-4DCA363A66D4}"/>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25">
              <a:extLst>
                <a:ext uri="{FF2B5EF4-FFF2-40B4-BE49-F238E27FC236}">
                  <a16:creationId xmlns:a16="http://schemas.microsoft.com/office/drawing/2014/main" id="{580C977F-53F9-58A3-01D2-8B14159EE30A}"/>
                </a:ext>
              </a:extLst>
            </p:cNvPr>
            <p:cNvGrpSpPr/>
            <p:nvPr/>
          </p:nvGrpSpPr>
          <p:grpSpPr>
            <a:xfrm>
              <a:off x="3216002" y="1012723"/>
              <a:ext cx="1130292" cy="2620631"/>
              <a:chOff x="3216002" y="1012723"/>
              <a:chExt cx="1130292" cy="2620631"/>
            </a:xfrm>
          </p:grpSpPr>
          <p:sp>
            <p:nvSpPr>
              <p:cNvPr id="27" name="Rectangle 26">
                <a:extLst>
                  <a:ext uri="{FF2B5EF4-FFF2-40B4-BE49-F238E27FC236}">
                    <a16:creationId xmlns:a16="http://schemas.microsoft.com/office/drawing/2014/main" id="{03227054-C51B-33DF-FF79-56BBB836E97C}"/>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Group 27">
                <a:extLst>
                  <a:ext uri="{FF2B5EF4-FFF2-40B4-BE49-F238E27FC236}">
                    <a16:creationId xmlns:a16="http://schemas.microsoft.com/office/drawing/2014/main" id="{E20A9F2D-444E-0701-1674-9D546E2EE52D}"/>
                  </a:ext>
                </a:extLst>
              </p:cNvPr>
              <p:cNvGrpSpPr/>
              <p:nvPr/>
            </p:nvGrpSpPr>
            <p:grpSpPr>
              <a:xfrm>
                <a:off x="3216002" y="1017253"/>
                <a:ext cx="1130292" cy="2616101"/>
                <a:chOff x="9472118" y="702026"/>
                <a:chExt cx="1130292" cy="2616101"/>
              </a:xfrm>
            </p:grpSpPr>
            <p:sp>
              <p:nvSpPr>
                <p:cNvPr id="29" name="Rectangle 28">
                  <a:extLst>
                    <a:ext uri="{FF2B5EF4-FFF2-40B4-BE49-F238E27FC236}">
                      <a16:creationId xmlns:a16="http://schemas.microsoft.com/office/drawing/2014/main" id="{9FC60640-92C9-4EC0-56EB-1BDD9D9A09ED}"/>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TextBox 29">
                  <a:extLst>
                    <a:ext uri="{FF2B5EF4-FFF2-40B4-BE49-F238E27FC236}">
                      <a16:creationId xmlns:a16="http://schemas.microsoft.com/office/drawing/2014/main" id="{AF2B9B09-F817-1B3B-ED87-D4CE00EA3BAC}"/>
                    </a:ext>
                  </a:extLst>
                </p:cNvPr>
                <p:cNvSpPr txBox="1"/>
                <p:nvPr/>
              </p:nvSpPr>
              <p:spPr>
                <a:xfrm>
                  <a:off x="9472118" y="702026"/>
                  <a:ext cx="1117197" cy="2616101"/>
                </a:xfrm>
                <a:prstGeom prst="rect">
                  <a:avLst/>
                </a:prstGeom>
                <a:noFill/>
              </p:spPr>
              <p:txBody>
                <a:bodyPr wrap="square" rtlCol="0">
                  <a:spAutoFit/>
                </a:bodyPr>
                <a:lstStyle/>
                <a:p>
                  <a:pPr algn="ctr"/>
                  <a:r>
                    <a:rPr lang="en-US" sz="2000" dirty="0">
                      <a:solidFill>
                        <a:schemeClr val="bg1"/>
                      </a:solidFill>
                    </a:rPr>
                    <a:t>DV in a: </a:t>
                  </a:r>
                  <a:r>
                    <a:rPr lang="en-US" sz="1600" dirty="0"/>
                    <a:t>D</a:t>
                  </a:r>
                  <a:r>
                    <a:rPr lang="en-US" sz="1600" baseline="-25000" dirty="0"/>
                    <a:t>a</a:t>
                  </a:r>
                  <a:r>
                    <a:rPr lang="en-US" sz="1600" dirty="0"/>
                    <a:t>(a)=0</a:t>
                  </a:r>
                </a:p>
                <a:p>
                  <a:pPr algn="ctr"/>
                  <a:r>
                    <a:rPr lang="en-US" sz="1600" dirty="0"/>
                    <a:t>D</a:t>
                  </a:r>
                  <a:r>
                    <a:rPr lang="en-US" sz="1600" baseline="-25000" dirty="0"/>
                    <a:t>a</a:t>
                  </a:r>
                  <a:r>
                    <a:rPr lang="en-US" sz="1600" dirty="0"/>
                    <a:t>(b) = 8</a:t>
                  </a:r>
                  <a:endParaRPr lang="en-US" sz="1600" dirty="0">
                    <a:cs typeface="Arial" charset="0"/>
                  </a:endParaRPr>
                </a:p>
                <a:p>
                  <a:pPr algn="ctr"/>
                  <a:r>
                    <a:rPr lang="en-US" sz="1600" dirty="0"/>
                    <a:t>D</a:t>
                  </a:r>
                  <a:r>
                    <a:rPr lang="en-US" sz="1600" baseline="-25000" dirty="0"/>
                    <a:t>a</a:t>
                  </a:r>
                  <a:r>
                    <a:rPr lang="en-US" sz="1600" dirty="0"/>
                    <a:t>(c) =</a:t>
                  </a:r>
                  <a:r>
                    <a:rPr lang="en-US" sz="1600" dirty="0">
                      <a:cs typeface="Arial" charset="0"/>
                    </a:rPr>
                    <a:t> ∞</a:t>
                  </a:r>
                </a:p>
                <a:p>
                  <a:pPr algn="ctr"/>
                  <a:r>
                    <a:rPr lang="en-US" sz="1600" dirty="0"/>
                    <a:t>D</a:t>
                  </a:r>
                  <a:r>
                    <a:rPr lang="en-US" sz="1600" baseline="-25000" dirty="0"/>
                    <a:t>a</a:t>
                  </a:r>
                  <a:r>
                    <a:rPr lang="en-US" sz="1600" dirty="0"/>
                    <a:t>(d) =</a:t>
                  </a:r>
                  <a:r>
                    <a:rPr lang="en-US" sz="1600" dirty="0">
                      <a:cs typeface="Arial" charset="0"/>
                    </a:rPr>
                    <a:t> 1</a:t>
                  </a:r>
                </a:p>
                <a:p>
                  <a:pPr algn="ctr"/>
                  <a:r>
                    <a:rPr lang="en-US" sz="1600" dirty="0"/>
                    <a:t>D</a:t>
                  </a:r>
                  <a:r>
                    <a:rPr lang="en-US" sz="1600" baseline="-25000" dirty="0"/>
                    <a:t>a</a:t>
                  </a:r>
                  <a:r>
                    <a:rPr lang="en-US" sz="1600" dirty="0"/>
                    <a:t>(e) =</a:t>
                  </a:r>
                  <a:r>
                    <a:rPr lang="en-US" sz="1600" dirty="0">
                      <a:cs typeface="Arial" charset="0"/>
                    </a:rPr>
                    <a:t> ∞</a:t>
                  </a:r>
                </a:p>
                <a:p>
                  <a:pPr algn="ctr"/>
                  <a:r>
                    <a:rPr lang="en-US" sz="1600" dirty="0"/>
                    <a:t>D</a:t>
                  </a:r>
                  <a:r>
                    <a:rPr lang="en-US" sz="1600" baseline="-25000" dirty="0"/>
                    <a:t>a</a:t>
                  </a:r>
                  <a:r>
                    <a:rPr lang="en-US" sz="1600" dirty="0"/>
                    <a:t>(f) =</a:t>
                  </a:r>
                  <a:r>
                    <a:rPr lang="en-US" sz="1600" dirty="0">
                      <a:cs typeface="Arial" charset="0"/>
                    </a:rPr>
                    <a:t> ∞</a:t>
                  </a:r>
                </a:p>
                <a:p>
                  <a:pPr algn="ctr"/>
                  <a:r>
                    <a:rPr lang="en-US" sz="1600" dirty="0"/>
                    <a:t>D</a:t>
                  </a:r>
                  <a:r>
                    <a:rPr lang="en-US" sz="1600" baseline="-25000" dirty="0"/>
                    <a:t>a</a:t>
                  </a:r>
                  <a:r>
                    <a:rPr lang="en-US" sz="1600" dirty="0"/>
                    <a:t>(g) =</a:t>
                  </a:r>
                  <a:r>
                    <a:rPr lang="en-US" sz="1600" dirty="0">
                      <a:cs typeface="Arial" charset="0"/>
                    </a:rPr>
                    <a:t> ∞</a:t>
                  </a:r>
                </a:p>
                <a:p>
                  <a:pPr algn="ctr"/>
                  <a:r>
                    <a:rPr lang="en-US" sz="1600" dirty="0"/>
                    <a:t>D</a:t>
                  </a:r>
                  <a:r>
                    <a:rPr lang="en-US" sz="1600" baseline="-25000" dirty="0"/>
                    <a:t>a</a:t>
                  </a:r>
                  <a:r>
                    <a:rPr lang="en-US" sz="1600" dirty="0"/>
                    <a:t>(h) =</a:t>
                  </a:r>
                  <a:r>
                    <a:rPr lang="en-US" sz="1600" dirty="0">
                      <a:cs typeface="Arial" charset="0"/>
                    </a:rPr>
                    <a:t> ∞</a:t>
                  </a:r>
                </a:p>
                <a:p>
                  <a:pPr algn="ctr"/>
                  <a:r>
                    <a:rPr lang="en-US" sz="1600" dirty="0"/>
                    <a:t>D</a:t>
                  </a:r>
                  <a:r>
                    <a:rPr lang="en-US" sz="1600" baseline="-25000" dirty="0"/>
                    <a:t>a</a:t>
                  </a:r>
                  <a:r>
                    <a:rPr lang="en-US" sz="1600" dirty="0"/>
                    <a:t>(i) =</a:t>
                  </a:r>
                  <a:r>
                    <a:rPr lang="en-US" sz="1600" dirty="0">
                      <a:cs typeface="Arial" charset="0"/>
                    </a:rPr>
                    <a:t> ∞</a:t>
                  </a:r>
                  <a:endParaRPr lang="en-US" sz="1600" dirty="0"/>
                </a:p>
              </p:txBody>
            </p:sp>
            <p:cxnSp>
              <p:nvCxnSpPr>
                <p:cNvPr id="31" name="Straight Connector 30">
                  <a:extLst>
                    <a:ext uri="{FF2B5EF4-FFF2-40B4-BE49-F238E27FC236}">
                      <a16:creationId xmlns:a16="http://schemas.microsoft.com/office/drawing/2014/main" id="{4B9AC289-544E-767D-D6FC-234B88D0E78C}"/>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BB5ACC3C-C602-DA28-A608-0E29B915F02F}"/>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cxnSp>
        <p:nvCxnSpPr>
          <p:cNvPr id="33" name="Straight Connector 32">
            <a:extLst>
              <a:ext uri="{FF2B5EF4-FFF2-40B4-BE49-F238E27FC236}">
                <a16:creationId xmlns:a16="http://schemas.microsoft.com/office/drawing/2014/main" id="{546C95A5-FC67-38BE-D762-A2994ADBB6FE}"/>
              </a:ext>
            </a:extLst>
          </p:cNvPr>
          <p:cNvCxnSpPr>
            <a:cxnSpLocks/>
            <a:stCxn id="35" idx="2"/>
            <a:endCxn id="35" idx="0"/>
          </p:cNvCxnSpPr>
          <p:nvPr/>
        </p:nvCxnSpPr>
        <p:spPr>
          <a:xfrm flipV="1">
            <a:off x="6530326" y="2185392"/>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646BDE4-3C49-A25F-6343-5CEB7ECBF456}"/>
              </a:ext>
            </a:extLst>
          </p:cNvPr>
          <p:cNvCxnSpPr>
            <a:cxnSpLocks/>
            <a:stCxn id="35" idx="1"/>
            <a:endCxn id="35" idx="3"/>
          </p:cNvCxnSpPr>
          <p:nvPr/>
        </p:nvCxnSpPr>
        <p:spPr>
          <a:xfrm>
            <a:off x="4598770" y="4116947"/>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0A666596-B06E-B6E8-B0BF-B1C67EA860AE}"/>
              </a:ext>
            </a:extLst>
          </p:cNvPr>
          <p:cNvSpPr/>
          <p:nvPr/>
        </p:nvSpPr>
        <p:spPr>
          <a:xfrm>
            <a:off x="4598770" y="2185392"/>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Rectangle 35">
            <a:extLst>
              <a:ext uri="{FF2B5EF4-FFF2-40B4-BE49-F238E27FC236}">
                <a16:creationId xmlns:a16="http://schemas.microsoft.com/office/drawing/2014/main" id="{E4EBB2CA-941B-06E2-46DA-05982DA3D7F4}"/>
              </a:ext>
            </a:extLst>
          </p:cNvPr>
          <p:cNvSpPr/>
          <p:nvPr/>
        </p:nvSpPr>
        <p:spPr>
          <a:xfrm>
            <a:off x="8380337" y="2256742"/>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37" name="Group 36">
            <a:extLst>
              <a:ext uri="{FF2B5EF4-FFF2-40B4-BE49-F238E27FC236}">
                <a16:creationId xmlns:a16="http://schemas.microsoft.com/office/drawing/2014/main" id="{0B6B472A-EB8D-F4C6-9492-D50DF5C5180C}"/>
              </a:ext>
            </a:extLst>
          </p:cNvPr>
          <p:cNvGrpSpPr/>
          <p:nvPr/>
        </p:nvGrpSpPr>
        <p:grpSpPr>
          <a:xfrm>
            <a:off x="4333785" y="5828485"/>
            <a:ext cx="4395351" cy="404576"/>
            <a:chOff x="4333785" y="5772213"/>
            <a:chExt cx="4395351" cy="404576"/>
          </a:xfrm>
        </p:grpSpPr>
        <p:grpSp>
          <p:nvGrpSpPr>
            <p:cNvPr id="38" name="Group 37">
              <a:extLst>
                <a:ext uri="{FF2B5EF4-FFF2-40B4-BE49-F238E27FC236}">
                  <a16:creationId xmlns:a16="http://schemas.microsoft.com/office/drawing/2014/main" id="{9A96FB37-67A5-FD4E-181B-9DB6655E26B6}"/>
                </a:ext>
              </a:extLst>
            </p:cNvPr>
            <p:cNvGrpSpPr/>
            <p:nvPr/>
          </p:nvGrpSpPr>
          <p:grpSpPr>
            <a:xfrm>
              <a:off x="4333785" y="5772213"/>
              <a:ext cx="531821" cy="369069"/>
              <a:chOff x="1348328" y="2475647"/>
              <a:chExt cx="603916" cy="419100"/>
            </a:xfrm>
          </p:grpSpPr>
          <p:grpSp>
            <p:nvGrpSpPr>
              <p:cNvPr id="59" name="Group 58">
                <a:extLst>
                  <a:ext uri="{FF2B5EF4-FFF2-40B4-BE49-F238E27FC236}">
                    <a16:creationId xmlns:a16="http://schemas.microsoft.com/office/drawing/2014/main" id="{59BBC7C5-942E-35FF-965A-22C83292783B}"/>
                  </a:ext>
                </a:extLst>
              </p:cNvPr>
              <p:cNvGrpSpPr/>
              <p:nvPr/>
            </p:nvGrpSpPr>
            <p:grpSpPr>
              <a:xfrm>
                <a:off x="1348328" y="2555748"/>
                <a:ext cx="603916" cy="308999"/>
                <a:chOff x="5278570" y="2983486"/>
                <a:chExt cx="501650" cy="233363"/>
              </a:xfrm>
            </p:grpSpPr>
            <p:sp>
              <p:nvSpPr>
                <p:cNvPr id="63" name="Oval 5">
                  <a:extLst>
                    <a:ext uri="{FF2B5EF4-FFF2-40B4-BE49-F238E27FC236}">
                      <a16:creationId xmlns:a16="http://schemas.microsoft.com/office/drawing/2014/main" id="{AF461953-6860-85BD-99A6-37EB150D85B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Line 6">
                  <a:extLst>
                    <a:ext uri="{FF2B5EF4-FFF2-40B4-BE49-F238E27FC236}">
                      <a16:creationId xmlns:a16="http://schemas.microsoft.com/office/drawing/2014/main" id="{1544226A-1BC8-4583-2165-2E710DA4B0A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Line 7">
                  <a:extLst>
                    <a:ext uri="{FF2B5EF4-FFF2-40B4-BE49-F238E27FC236}">
                      <a16:creationId xmlns:a16="http://schemas.microsoft.com/office/drawing/2014/main" id="{3B7BB74F-2310-6713-1546-B19A5FBF039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Rectangle 8">
                  <a:extLst>
                    <a:ext uri="{FF2B5EF4-FFF2-40B4-BE49-F238E27FC236}">
                      <a16:creationId xmlns:a16="http://schemas.microsoft.com/office/drawing/2014/main" id="{F03D4C97-6EB7-3D5B-246B-EE68D22D3E4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1" name="Oval 9">
                  <a:extLst>
                    <a:ext uri="{FF2B5EF4-FFF2-40B4-BE49-F238E27FC236}">
                      <a16:creationId xmlns:a16="http://schemas.microsoft.com/office/drawing/2014/main" id="{FC2A5671-9D8C-18D7-4607-3CD82AC00F9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 name="Group 44">
                <a:extLst>
                  <a:ext uri="{FF2B5EF4-FFF2-40B4-BE49-F238E27FC236}">
                    <a16:creationId xmlns:a16="http://schemas.microsoft.com/office/drawing/2014/main" id="{E31AC6DD-BFD5-1837-AB5D-DB2114E0F4A2}"/>
                  </a:ext>
                </a:extLst>
              </p:cNvPr>
              <p:cNvGrpSpPr>
                <a:grpSpLocks/>
              </p:cNvGrpSpPr>
              <p:nvPr/>
            </p:nvGrpSpPr>
            <p:grpSpPr bwMode="auto">
              <a:xfrm>
                <a:off x="1456374" y="2475647"/>
                <a:ext cx="355165" cy="419100"/>
                <a:chOff x="2944" y="2405"/>
                <a:chExt cx="227" cy="264"/>
              </a:xfrm>
            </p:grpSpPr>
            <p:sp>
              <p:nvSpPr>
                <p:cNvPr id="61" name="Rectangle 45">
                  <a:extLst>
                    <a:ext uri="{FF2B5EF4-FFF2-40B4-BE49-F238E27FC236}">
                      <a16:creationId xmlns:a16="http://schemas.microsoft.com/office/drawing/2014/main" id="{01DB4FCB-AAA0-883D-400F-AD5FFE822D4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 name="Text Box 46">
                  <a:extLst>
                    <a:ext uri="{FF2B5EF4-FFF2-40B4-BE49-F238E27FC236}">
                      <a16:creationId xmlns:a16="http://schemas.microsoft.com/office/drawing/2014/main" id="{092CED43-12B7-3C74-13CC-6D8F418CB934}"/>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9" name="Group 38">
              <a:extLst>
                <a:ext uri="{FF2B5EF4-FFF2-40B4-BE49-F238E27FC236}">
                  <a16:creationId xmlns:a16="http://schemas.microsoft.com/office/drawing/2014/main" id="{7671DC61-0E31-F95A-31B1-6F44A73DC309}"/>
                </a:ext>
              </a:extLst>
            </p:cNvPr>
            <p:cNvGrpSpPr/>
            <p:nvPr/>
          </p:nvGrpSpPr>
          <p:grpSpPr>
            <a:xfrm>
              <a:off x="6263949" y="5807720"/>
              <a:ext cx="531821" cy="369069"/>
              <a:chOff x="1348328" y="2507397"/>
              <a:chExt cx="603916" cy="419100"/>
            </a:xfrm>
          </p:grpSpPr>
          <p:grpSp>
            <p:nvGrpSpPr>
              <p:cNvPr id="50" name="Group 49">
                <a:extLst>
                  <a:ext uri="{FF2B5EF4-FFF2-40B4-BE49-F238E27FC236}">
                    <a16:creationId xmlns:a16="http://schemas.microsoft.com/office/drawing/2014/main" id="{CD7DD07C-4690-707D-5624-05B212A5BF96}"/>
                  </a:ext>
                </a:extLst>
              </p:cNvPr>
              <p:cNvGrpSpPr/>
              <p:nvPr/>
            </p:nvGrpSpPr>
            <p:grpSpPr>
              <a:xfrm>
                <a:off x="1348328" y="2555748"/>
                <a:ext cx="603916" cy="308999"/>
                <a:chOff x="5278570" y="2983486"/>
                <a:chExt cx="501650" cy="233363"/>
              </a:xfrm>
            </p:grpSpPr>
            <p:sp>
              <p:nvSpPr>
                <p:cNvPr id="54" name="Oval 5">
                  <a:extLst>
                    <a:ext uri="{FF2B5EF4-FFF2-40B4-BE49-F238E27FC236}">
                      <a16:creationId xmlns:a16="http://schemas.microsoft.com/office/drawing/2014/main" id="{1411F7E5-1740-0E25-166F-479B66FF9D1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Line 6">
                  <a:extLst>
                    <a:ext uri="{FF2B5EF4-FFF2-40B4-BE49-F238E27FC236}">
                      <a16:creationId xmlns:a16="http://schemas.microsoft.com/office/drawing/2014/main" id="{4F7F9BE4-7E7F-BB2B-D339-A525324E020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Line 7">
                  <a:extLst>
                    <a:ext uri="{FF2B5EF4-FFF2-40B4-BE49-F238E27FC236}">
                      <a16:creationId xmlns:a16="http://schemas.microsoft.com/office/drawing/2014/main" id="{B85EB69A-C1D8-5FBD-2BE8-B03ACD74472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Rectangle 8">
                  <a:extLst>
                    <a:ext uri="{FF2B5EF4-FFF2-40B4-BE49-F238E27FC236}">
                      <a16:creationId xmlns:a16="http://schemas.microsoft.com/office/drawing/2014/main" id="{2A2A17C6-34F8-CD9C-D3B2-302CA6490A1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Oval 9">
                  <a:extLst>
                    <a:ext uri="{FF2B5EF4-FFF2-40B4-BE49-F238E27FC236}">
                      <a16:creationId xmlns:a16="http://schemas.microsoft.com/office/drawing/2014/main" id="{B27485D0-A443-E3EE-BF29-9CAB84BA96E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 name="Group 44">
                <a:extLst>
                  <a:ext uri="{FF2B5EF4-FFF2-40B4-BE49-F238E27FC236}">
                    <a16:creationId xmlns:a16="http://schemas.microsoft.com/office/drawing/2014/main" id="{9F175689-4B99-5171-ECCC-0255BD7D4857}"/>
                  </a:ext>
                </a:extLst>
              </p:cNvPr>
              <p:cNvGrpSpPr>
                <a:grpSpLocks/>
              </p:cNvGrpSpPr>
              <p:nvPr/>
            </p:nvGrpSpPr>
            <p:grpSpPr bwMode="auto">
              <a:xfrm>
                <a:off x="1456374" y="2507397"/>
                <a:ext cx="355165" cy="419100"/>
                <a:chOff x="2944" y="2425"/>
                <a:chExt cx="227" cy="264"/>
              </a:xfrm>
            </p:grpSpPr>
            <p:sp>
              <p:nvSpPr>
                <p:cNvPr id="52" name="Rectangle 45">
                  <a:extLst>
                    <a:ext uri="{FF2B5EF4-FFF2-40B4-BE49-F238E27FC236}">
                      <a16:creationId xmlns:a16="http://schemas.microsoft.com/office/drawing/2014/main" id="{1A89A858-3DA8-7C96-F416-84A98976DB5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Text Box 46">
                  <a:extLst>
                    <a:ext uri="{FF2B5EF4-FFF2-40B4-BE49-F238E27FC236}">
                      <a16:creationId xmlns:a16="http://schemas.microsoft.com/office/drawing/2014/main" id="{8837CFF7-E00F-1735-AE56-B6D4E7F198E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 name="Group 39">
              <a:extLst>
                <a:ext uri="{FF2B5EF4-FFF2-40B4-BE49-F238E27FC236}">
                  <a16:creationId xmlns:a16="http://schemas.microsoft.com/office/drawing/2014/main" id="{6E5A28F4-FA83-D9C8-012F-FBB90ABFF40B}"/>
                </a:ext>
              </a:extLst>
            </p:cNvPr>
            <p:cNvGrpSpPr/>
            <p:nvPr/>
          </p:nvGrpSpPr>
          <p:grpSpPr>
            <a:xfrm>
              <a:off x="8197315" y="5805271"/>
              <a:ext cx="531821" cy="369069"/>
              <a:chOff x="1348328" y="2507397"/>
              <a:chExt cx="603916" cy="419100"/>
            </a:xfrm>
          </p:grpSpPr>
          <p:grpSp>
            <p:nvGrpSpPr>
              <p:cNvPr id="41" name="Group 40">
                <a:extLst>
                  <a:ext uri="{FF2B5EF4-FFF2-40B4-BE49-F238E27FC236}">
                    <a16:creationId xmlns:a16="http://schemas.microsoft.com/office/drawing/2014/main" id="{721AE9AA-E0B9-660E-EBDC-D852EF6600EF}"/>
                  </a:ext>
                </a:extLst>
              </p:cNvPr>
              <p:cNvGrpSpPr/>
              <p:nvPr/>
            </p:nvGrpSpPr>
            <p:grpSpPr>
              <a:xfrm>
                <a:off x="1348328" y="2555748"/>
                <a:ext cx="603916" cy="308999"/>
                <a:chOff x="5278570" y="2983486"/>
                <a:chExt cx="501650" cy="233363"/>
              </a:xfrm>
            </p:grpSpPr>
            <p:sp>
              <p:nvSpPr>
                <p:cNvPr id="45" name="Oval 5">
                  <a:extLst>
                    <a:ext uri="{FF2B5EF4-FFF2-40B4-BE49-F238E27FC236}">
                      <a16:creationId xmlns:a16="http://schemas.microsoft.com/office/drawing/2014/main" id="{589380D1-6FF5-6495-A1D5-96ECE6C629F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Line 6">
                  <a:extLst>
                    <a:ext uri="{FF2B5EF4-FFF2-40B4-BE49-F238E27FC236}">
                      <a16:creationId xmlns:a16="http://schemas.microsoft.com/office/drawing/2014/main" id="{98578083-171F-EFDA-EA1D-61BF22047276}"/>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Line 7">
                  <a:extLst>
                    <a:ext uri="{FF2B5EF4-FFF2-40B4-BE49-F238E27FC236}">
                      <a16:creationId xmlns:a16="http://schemas.microsoft.com/office/drawing/2014/main" id="{2C6209CA-CCDE-9225-8736-106906FC026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Rectangle 8">
                  <a:extLst>
                    <a:ext uri="{FF2B5EF4-FFF2-40B4-BE49-F238E27FC236}">
                      <a16:creationId xmlns:a16="http://schemas.microsoft.com/office/drawing/2014/main" id="{4CACC289-5AA0-8594-2844-68DD9DAE626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Oval 9">
                  <a:extLst>
                    <a:ext uri="{FF2B5EF4-FFF2-40B4-BE49-F238E27FC236}">
                      <a16:creationId xmlns:a16="http://schemas.microsoft.com/office/drawing/2014/main" id="{7B54966D-B056-99B4-0B51-4CCA2C887E2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2" name="Group 44">
                <a:extLst>
                  <a:ext uri="{FF2B5EF4-FFF2-40B4-BE49-F238E27FC236}">
                    <a16:creationId xmlns:a16="http://schemas.microsoft.com/office/drawing/2014/main" id="{DF3B0810-F0E9-B25D-9D33-A10CFBEC2E47}"/>
                  </a:ext>
                </a:extLst>
              </p:cNvPr>
              <p:cNvGrpSpPr>
                <a:grpSpLocks/>
              </p:cNvGrpSpPr>
              <p:nvPr/>
            </p:nvGrpSpPr>
            <p:grpSpPr bwMode="auto">
              <a:xfrm>
                <a:off x="1500196" y="2507397"/>
                <a:ext cx="267548" cy="419100"/>
                <a:chOff x="2972" y="2425"/>
                <a:chExt cx="171" cy="264"/>
              </a:xfrm>
            </p:grpSpPr>
            <p:sp>
              <p:nvSpPr>
                <p:cNvPr id="43" name="Rectangle 45">
                  <a:extLst>
                    <a:ext uri="{FF2B5EF4-FFF2-40B4-BE49-F238E27FC236}">
                      <a16:creationId xmlns:a16="http://schemas.microsoft.com/office/drawing/2014/main" id="{DADA95D8-B69C-68D9-F944-CC5AFF2F385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Text Box 46">
                  <a:extLst>
                    <a:ext uri="{FF2B5EF4-FFF2-40B4-BE49-F238E27FC236}">
                      <a16:creationId xmlns:a16="http://schemas.microsoft.com/office/drawing/2014/main" id="{6FC24402-E1BB-F765-0EA1-6F2493339E07}"/>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52" name="TextBox 451">
            <a:extLst>
              <a:ext uri="{FF2B5EF4-FFF2-40B4-BE49-F238E27FC236}">
                <a16:creationId xmlns:a16="http://schemas.microsoft.com/office/drawing/2014/main" id="{49951ABC-891D-A76E-5C4C-2A4056108119}"/>
              </a:ext>
            </a:extLst>
          </p:cNvPr>
          <p:cNvSpPr txBox="1"/>
          <p:nvPr/>
        </p:nvSpPr>
        <p:spPr>
          <a:xfrm>
            <a:off x="4305782" y="2926794"/>
            <a:ext cx="301686" cy="338554"/>
          </a:xfrm>
          <a:prstGeom prst="rect">
            <a:avLst/>
          </a:prstGeom>
          <a:noFill/>
        </p:spPr>
        <p:txBody>
          <a:bodyPr wrap="square" rtlCol="0">
            <a:spAutoFit/>
          </a:bodyPr>
          <a:lstStyle/>
          <a:p>
            <a:r>
              <a:rPr lang="en-US" sz="1600" dirty="0"/>
              <a:t>1</a:t>
            </a:r>
          </a:p>
        </p:txBody>
      </p:sp>
      <p:sp>
        <p:nvSpPr>
          <p:cNvPr id="453" name="TextBox 452">
            <a:extLst>
              <a:ext uri="{FF2B5EF4-FFF2-40B4-BE49-F238E27FC236}">
                <a16:creationId xmlns:a16="http://schemas.microsoft.com/office/drawing/2014/main" id="{747F2359-BCF1-6AC5-83D5-4E226FD9C486}"/>
              </a:ext>
            </a:extLst>
          </p:cNvPr>
          <p:cNvSpPr txBox="1"/>
          <p:nvPr/>
        </p:nvSpPr>
        <p:spPr>
          <a:xfrm>
            <a:off x="6217534" y="2917149"/>
            <a:ext cx="288862" cy="338554"/>
          </a:xfrm>
          <a:prstGeom prst="rect">
            <a:avLst/>
          </a:prstGeom>
          <a:noFill/>
        </p:spPr>
        <p:txBody>
          <a:bodyPr wrap="none" rtlCol="0">
            <a:spAutoFit/>
          </a:bodyPr>
          <a:lstStyle/>
          <a:p>
            <a:r>
              <a:rPr lang="en-US" sz="1600" dirty="0"/>
              <a:t>1</a:t>
            </a:r>
          </a:p>
        </p:txBody>
      </p:sp>
      <p:sp>
        <p:nvSpPr>
          <p:cNvPr id="454" name="TextBox 453">
            <a:extLst>
              <a:ext uri="{FF2B5EF4-FFF2-40B4-BE49-F238E27FC236}">
                <a16:creationId xmlns:a16="http://schemas.microsoft.com/office/drawing/2014/main" id="{2ED3430F-53FC-4737-AD0D-C1F3ED238674}"/>
              </a:ext>
            </a:extLst>
          </p:cNvPr>
          <p:cNvSpPr txBox="1"/>
          <p:nvPr/>
        </p:nvSpPr>
        <p:spPr>
          <a:xfrm>
            <a:off x="4296138" y="4942718"/>
            <a:ext cx="301686" cy="338554"/>
          </a:xfrm>
          <a:prstGeom prst="rect">
            <a:avLst/>
          </a:prstGeom>
          <a:noFill/>
        </p:spPr>
        <p:txBody>
          <a:bodyPr wrap="square" rtlCol="0">
            <a:spAutoFit/>
          </a:bodyPr>
          <a:lstStyle/>
          <a:p>
            <a:r>
              <a:rPr lang="en-US" sz="1600" dirty="0"/>
              <a:t>1</a:t>
            </a:r>
          </a:p>
        </p:txBody>
      </p:sp>
      <p:sp>
        <p:nvSpPr>
          <p:cNvPr id="455" name="TextBox 454">
            <a:extLst>
              <a:ext uri="{FF2B5EF4-FFF2-40B4-BE49-F238E27FC236}">
                <a16:creationId xmlns:a16="http://schemas.microsoft.com/office/drawing/2014/main" id="{1AB97251-6598-F0DE-EDFB-17C3D54D4DB2}"/>
              </a:ext>
            </a:extLst>
          </p:cNvPr>
          <p:cNvSpPr txBox="1"/>
          <p:nvPr/>
        </p:nvSpPr>
        <p:spPr>
          <a:xfrm>
            <a:off x="6231040" y="4944648"/>
            <a:ext cx="288862" cy="338554"/>
          </a:xfrm>
          <a:prstGeom prst="rect">
            <a:avLst/>
          </a:prstGeom>
          <a:noFill/>
        </p:spPr>
        <p:txBody>
          <a:bodyPr wrap="none" rtlCol="0">
            <a:spAutoFit/>
          </a:bodyPr>
          <a:lstStyle/>
          <a:p>
            <a:r>
              <a:rPr lang="en-US" sz="1600" dirty="0"/>
              <a:t>1</a:t>
            </a:r>
          </a:p>
        </p:txBody>
      </p:sp>
      <p:sp>
        <p:nvSpPr>
          <p:cNvPr id="456" name="TextBox 455">
            <a:extLst>
              <a:ext uri="{FF2B5EF4-FFF2-40B4-BE49-F238E27FC236}">
                <a16:creationId xmlns:a16="http://schemas.microsoft.com/office/drawing/2014/main" id="{6841A8B3-9F8D-9CF5-A4AF-1D2F8F3C0D58}"/>
              </a:ext>
            </a:extLst>
          </p:cNvPr>
          <p:cNvSpPr txBox="1"/>
          <p:nvPr/>
        </p:nvSpPr>
        <p:spPr>
          <a:xfrm>
            <a:off x="8154365" y="4946578"/>
            <a:ext cx="288862" cy="338554"/>
          </a:xfrm>
          <a:prstGeom prst="rect">
            <a:avLst/>
          </a:prstGeom>
          <a:noFill/>
        </p:spPr>
        <p:txBody>
          <a:bodyPr wrap="none" rtlCol="0">
            <a:spAutoFit/>
          </a:bodyPr>
          <a:lstStyle/>
          <a:p>
            <a:r>
              <a:rPr lang="en-US" sz="1600" dirty="0"/>
              <a:t>1</a:t>
            </a:r>
          </a:p>
        </p:txBody>
      </p:sp>
      <p:sp>
        <p:nvSpPr>
          <p:cNvPr id="457" name="TextBox 456">
            <a:extLst>
              <a:ext uri="{FF2B5EF4-FFF2-40B4-BE49-F238E27FC236}">
                <a16:creationId xmlns:a16="http://schemas.microsoft.com/office/drawing/2014/main" id="{70752C14-3605-EA07-D92E-F6AE118E40D9}"/>
              </a:ext>
            </a:extLst>
          </p:cNvPr>
          <p:cNvSpPr txBox="1"/>
          <p:nvPr/>
        </p:nvSpPr>
        <p:spPr>
          <a:xfrm>
            <a:off x="5442030" y="4086192"/>
            <a:ext cx="301686" cy="338554"/>
          </a:xfrm>
          <a:prstGeom prst="rect">
            <a:avLst/>
          </a:prstGeom>
          <a:noFill/>
        </p:spPr>
        <p:txBody>
          <a:bodyPr wrap="square" rtlCol="0">
            <a:spAutoFit/>
          </a:bodyPr>
          <a:lstStyle/>
          <a:p>
            <a:r>
              <a:rPr lang="en-US" sz="1600" dirty="0"/>
              <a:t>1</a:t>
            </a:r>
          </a:p>
        </p:txBody>
      </p:sp>
      <p:sp>
        <p:nvSpPr>
          <p:cNvPr id="458" name="TextBox 457">
            <a:extLst>
              <a:ext uri="{FF2B5EF4-FFF2-40B4-BE49-F238E27FC236}">
                <a16:creationId xmlns:a16="http://schemas.microsoft.com/office/drawing/2014/main" id="{C73FB77E-A483-91C0-8460-4F8EFE7D30E8}"/>
              </a:ext>
            </a:extLst>
          </p:cNvPr>
          <p:cNvSpPr txBox="1"/>
          <p:nvPr/>
        </p:nvSpPr>
        <p:spPr>
          <a:xfrm>
            <a:off x="7353782" y="4076547"/>
            <a:ext cx="288862" cy="338554"/>
          </a:xfrm>
          <a:prstGeom prst="rect">
            <a:avLst/>
          </a:prstGeom>
          <a:noFill/>
        </p:spPr>
        <p:txBody>
          <a:bodyPr wrap="none" rtlCol="0">
            <a:spAutoFit/>
          </a:bodyPr>
          <a:lstStyle/>
          <a:p>
            <a:r>
              <a:rPr lang="en-US" sz="1600" dirty="0"/>
              <a:t>1</a:t>
            </a:r>
          </a:p>
        </p:txBody>
      </p:sp>
      <p:sp>
        <p:nvSpPr>
          <p:cNvPr id="459" name="TextBox 458">
            <a:extLst>
              <a:ext uri="{FF2B5EF4-FFF2-40B4-BE49-F238E27FC236}">
                <a16:creationId xmlns:a16="http://schemas.microsoft.com/office/drawing/2014/main" id="{87B6C2A6-A9D9-9D4B-9F12-67B3FAB2969E}"/>
              </a:ext>
            </a:extLst>
          </p:cNvPr>
          <p:cNvSpPr txBox="1"/>
          <p:nvPr/>
        </p:nvSpPr>
        <p:spPr>
          <a:xfrm>
            <a:off x="5443958" y="6009519"/>
            <a:ext cx="301686" cy="338554"/>
          </a:xfrm>
          <a:prstGeom prst="rect">
            <a:avLst/>
          </a:prstGeom>
          <a:noFill/>
        </p:spPr>
        <p:txBody>
          <a:bodyPr wrap="square" rtlCol="0">
            <a:spAutoFit/>
          </a:bodyPr>
          <a:lstStyle/>
          <a:p>
            <a:r>
              <a:rPr lang="en-US" sz="1600" dirty="0"/>
              <a:t>1</a:t>
            </a:r>
          </a:p>
        </p:txBody>
      </p:sp>
      <p:sp>
        <p:nvSpPr>
          <p:cNvPr id="460" name="TextBox 459">
            <a:extLst>
              <a:ext uri="{FF2B5EF4-FFF2-40B4-BE49-F238E27FC236}">
                <a16:creationId xmlns:a16="http://schemas.microsoft.com/office/drawing/2014/main" id="{52B2EB16-3A48-01B0-C298-67822BA6336F}"/>
              </a:ext>
            </a:extLst>
          </p:cNvPr>
          <p:cNvSpPr txBox="1"/>
          <p:nvPr/>
        </p:nvSpPr>
        <p:spPr>
          <a:xfrm>
            <a:off x="7355710" y="5999874"/>
            <a:ext cx="288862" cy="338554"/>
          </a:xfrm>
          <a:prstGeom prst="rect">
            <a:avLst/>
          </a:prstGeom>
          <a:noFill/>
        </p:spPr>
        <p:txBody>
          <a:bodyPr wrap="none" rtlCol="0">
            <a:spAutoFit/>
          </a:bodyPr>
          <a:lstStyle/>
          <a:p>
            <a:r>
              <a:rPr lang="en-US" sz="1600" dirty="0"/>
              <a:t>1</a:t>
            </a:r>
          </a:p>
        </p:txBody>
      </p:sp>
      <p:sp>
        <p:nvSpPr>
          <p:cNvPr id="461" name="TextBox 460">
            <a:extLst>
              <a:ext uri="{FF2B5EF4-FFF2-40B4-BE49-F238E27FC236}">
                <a16:creationId xmlns:a16="http://schemas.microsoft.com/office/drawing/2014/main" id="{B87A9FF0-D4AF-0A47-A946-928734BC3CBA}"/>
              </a:ext>
            </a:extLst>
          </p:cNvPr>
          <p:cNvSpPr txBox="1"/>
          <p:nvPr/>
        </p:nvSpPr>
        <p:spPr>
          <a:xfrm>
            <a:off x="5445886" y="2180228"/>
            <a:ext cx="301686" cy="338554"/>
          </a:xfrm>
          <a:prstGeom prst="rect">
            <a:avLst/>
          </a:prstGeom>
          <a:noFill/>
        </p:spPr>
        <p:txBody>
          <a:bodyPr wrap="square" rtlCol="0">
            <a:spAutoFit/>
          </a:bodyPr>
          <a:lstStyle/>
          <a:p>
            <a:r>
              <a:rPr lang="en-US" sz="1600" dirty="0"/>
              <a:t>8</a:t>
            </a:r>
          </a:p>
        </p:txBody>
      </p:sp>
      <p:sp>
        <p:nvSpPr>
          <p:cNvPr id="462" name="TextBox 461">
            <a:extLst>
              <a:ext uri="{FF2B5EF4-FFF2-40B4-BE49-F238E27FC236}">
                <a16:creationId xmlns:a16="http://schemas.microsoft.com/office/drawing/2014/main" id="{77EEF0B9-08F5-E66A-2E37-CE7389DFDD9B}"/>
              </a:ext>
            </a:extLst>
          </p:cNvPr>
          <p:cNvSpPr txBox="1"/>
          <p:nvPr/>
        </p:nvSpPr>
        <p:spPr>
          <a:xfrm>
            <a:off x="7357638" y="2170583"/>
            <a:ext cx="288862" cy="338554"/>
          </a:xfrm>
          <a:prstGeom prst="rect">
            <a:avLst/>
          </a:prstGeom>
          <a:noFill/>
        </p:spPr>
        <p:txBody>
          <a:bodyPr wrap="none" rtlCol="0">
            <a:spAutoFit/>
          </a:bodyPr>
          <a:lstStyle/>
          <a:p>
            <a:r>
              <a:rPr lang="en-US" sz="1600" dirty="0"/>
              <a:t>1</a:t>
            </a:r>
          </a:p>
        </p:txBody>
      </p:sp>
      <p:grpSp>
        <p:nvGrpSpPr>
          <p:cNvPr id="463" name="Group 462">
            <a:extLst>
              <a:ext uri="{FF2B5EF4-FFF2-40B4-BE49-F238E27FC236}">
                <a16:creationId xmlns:a16="http://schemas.microsoft.com/office/drawing/2014/main" id="{C53DD5AA-0A5D-2F87-FC9D-2BEE96BF2F9E}"/>
              </a:ext>
            </a:extLst>
          </p:cNvPr>
          <p:cNvGrpSpPr/>
          <p:nvPr/>
        </p:nvGrpSpPr>
        <p:grpSpPr>
          <a:xfrm>
            <a:off x="584365" y="1915415"/>
            <a:ext cx="736099" cy="1229581"/>
            <a:chOff x="10030307" y="3444875"/>
            <a:chExt cx="736099" cy="1229581"/>
          </a:xfrm>
        </p:grpSpPr>
        <p:sp>
          <p:nvSpPr>
            <p:cNvPr id="464" name="TextBox 463">
              <a:extLst>
                <a:ext uri="{FF2B5EF4-FFF2-40B4-BE49-F238E27FC236}">
                  <a16:creationId xmlns:a16="http://schemas.microsoft.com/office/drawing/2014/main" id="{6FF64B99-5460-39BD-6E67-ECE10860386C}"/>
                </a:ext>
              </a:extLst>
            </p:cNvPr>
            <p:cNvSpPr txBox="1"/>
            <p:nvPr/>
          </p:nvSpPr>
          <p:spPr>
            <a:xfrm>
              <a:off x="10030307" y="4089681"/>
              <a:ext cx="736099" cy="584775"/>
            </a:xfrm>
            <a:prstGeom prst="rect">
              <a:avLst/>
            </a:prstGeom>
            <a:noFill/>
          </p:spPr>
          <p:txBody>
            <a:bodyPr wrap="none" rtlCol="0">
              <a:spAutoFit/>
            </a:bodyPr>
            <a:lstStyle/>
            <a:p>
              <a:r>
                <a:rPr lang="en-US" sz="3200" dirty="0"/>
                <a:t>t=0</a:t>
              </a:r>
            </a:p>
          </p:txBody>
        </p:sp>
        <p:grpSp>
          <p:nvGrpSpPr>
            <p:cNvPr id="465" name="Group 464">
              <a:extLst>
                <a:ext uri="{FF2B5EF4-FFF2-40B4-BE49-F238E27FC236}">
                  <a16:creationId xmlns:a16="http://schemas.microsoft.com/office/drawing/2014/main" id="{2FD3E31A-B4CA-F518-D7F3-E8C065D326AE}"/>
                </a:ext>
              </a:extLst>
            </p:cNvPr>
            <p:cNvGrpSpPr/>
            <p:nvPr/>
          </p:nvGrpSpPr>
          <p:grpSpPr>
            <a:xfrm>
              <a:off x="10034588" y="3444875"/>
              <a:ext cx="682627" cy="682625"/>
              <a:chOff x="10034588" y="3444875"/>
              <a:chExt cx="682627" cy="682625"/>
            </a:xfrm>
          </p:grpSpPr>
          <p:sp>
            <p:nvSpPr>
              <p:cNvPr id="466" name="Oval 465">
                <a:extLst>
                  <a:ext uri="{FF2B5EF4-FFF2-40B4-BE49-F238E27FC236}">
                    <a16:creationId xmlns:a16="http://schemas.microsoft.com/office/drawing/2014/main" id="{D3E5D168-FDD1-7AB5-4D41-D5D789B1BCE5}"/>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67" name="Straight Connector 466">
                <a:extLst>
                  <a:ext uri="{FF2B5EF4-FFF2-40B4-BE49-F238E27FC236}">
                    <a16:creationId xmlns:a16="http://schemas.microsoft.com/office/drawing/2014/main" id="{43AB8CA9-4D99-2791-70D3-CC09B863B05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FEBC4B0-72C8-CFDF-E967-4DDA176CC9CB}"/>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CAC738B4-D238-C549-0454-BBF1BF8F675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51D25E04-C83E-BC37-2819-6F94A8731BA3}"/>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FBE0225F-5AE9-5DDC-9389-F5FEE5F36BA2}"/>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AD73DF1A-0BEC-3808-B486-360D1471E46E}"/>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25C724D1-D792-C4EE-E6D5-A77CDBAC02F6}"/>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4C6F3A4-6E49-D4EA-18E2-D0F40F178B39}"/>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55FABD39-9867-0533-5237-A00F2F178917}"/>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3D4DB524-E8B7-39BD-C2BE-F9328410B5E2}"/>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DC8DAB5D-AA12-262B-C22E-E23AFF15B488}"/>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FA8679F4-BC73-AF4B-00E0-CD7ABC01C5D7}"/>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479" name="Oval 478">
                <a:extLst>
                  <a:ext uri="{FF2B5EF4-FFF2-40B4-BE49-F238E27FC236}">
                    <a16:creationId xmlns:a16="http://schemas.microsoft.com/office/drawing/2014/main" id="{DF575FE9-4D6D-29CF-D79A-500E50DDB055}"/>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0" name="Straight Connector 479">
                <a:extLst>
                  <a:ext uri="{FF2B5EF4-FFF2-40B4-BE49-F238E27FC236}">
                    <a16:creationId xmlns:a16="http://schemas.microsoft.com/office/drawing/2014/main" id="{30E44078-CE84-3B69-1033-615D8C498FC0}"/>
                  </a:ext>
                </a:extLst>
              </p:cNvPr>
              <p:cNvCxnSpPr>
                <a:cxnSpLocks/>
              </p:cNvCxnSpPr>
              <p:nvPr/>
            </p:nvCxnSpPr>
            <p:spPr>
              <a:xfrm>
                <a:off x="10372725" y="3548510"/>
                <a:ext cx="0" cy="207515"/>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481" name="TextBox 480">
            <a:extLst>
              <a:ext uri="{FF2B5EF4-FFF2-40B4-BE49-F238E27FC236}">
                <a16:creationId xmlns:a16="http://schemas.microsoft.com/office/drawing/2014/main" id="{092FBFCD-3F56-3E94-65D4-FCAC430E5694}"/>
              </a:ext>
            </a:extLst>
          </p:cNvPr>
          <p:cNvSpPr txBox="1"/>
          <p:nvPr/>
        </p:nvSpPr>
        <p:spPr>
          <a:xfrm flipH="1">
            <a:off x="427284" y="3331908"/>
            <a:ext cx="2195814" cy="1089529"/>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t>All nodes have distance estimates to nearest neighbors (only)</a:t>
            </a:r>
          </a:p>
        </p:txBody>
      </p:sp>
      <p:grpSp>
        <p:nvGrpSpPr>
          <p:cNvPr id="482" name="Group 481">
            <a:extLst>
              <a:ext uri="{FF2B5EF4-FFF2-40B4-BE49-F238E27FC236}">
                <a16:creationId xmlns:a16="http://schemas.microsoft.com/office/drawing/2014/main" id="{2D907509-EB50-FDFC-7EB8-207ECE7C2A48}"/>
              </a:ext>
            </a:extLst>
          </p:cNvPr>
          <p:cNvGrpSpPr/>
          <p:nvPr/>
        </p:nvGrpSpPr>
        <p:grpSpPr>
          <a:xfrm>
            <a:off x="5663694" y="2349989"/>
            <a:ext cx="5624685" cy="2298788"/>
            <a:chOff x="5663694" y="2293717"/>
            <a:chExt cx="5624685" cy="2298788"/>
          </a:xfrm>
        </p:grpSpPr>
        <p:sp>
          <p:nvSpPr>
            <p:cNvPr id="483" name="TextBox 482">
              <a:extLst>
                <a:ext uri="{FF2B5EF4-FFF2-40B4-BE49-F238E27FC236}">
                  <a16:creationId xmlns:a16="http://schemas.microsoft.com/office/drawing/2014/main" id="{EC43B3E6-9731-9B55-7BAE-9FA2A66D795F}"/>
                </a:ext>
              </a:extLst>
            </p:cNvPr>
            <p:cNvSpPr txBox="1"/>
            <p:nvPr/>
          </p:nvSpPr>
          <p:spPr>
            <a:xfrm>
              <a:off x="9259747" y="3669175"/>
              <a:ext cx="2028632" cy="923330"/>
            </a:xfrm>
            <a:prstGeom prst="rect">
              <a:avLst/>
            </a:prstGeom>
            <a:noFill/>
          </p:spPr>
          <p:txBody>
            <a:bodyPr wrap="none" rtlCol="0">
              <a:spAutoFit/>
            </a:bodyPr>
            <a:lstStyle/>
            <a:p>
              <a:r>
                <a:rPr lang="en-US" dirty="0"/>
                <a:t>A few asymmetries:</a:t>
              </a:r>
            </a:p>
            <a:p>
              <a:pPr marL="285750" indent="-285750">
                <a:buClr>
                  <a:srgbClr val="0000A8"/>
                </a:buClr>
                <a:buFont typeface="Wingdings" pitchFamily="2" charset="2"/>
                <a:buChar char="§"/>
              </a:pPr>
              <a:r>
                <a:rPr lang="en-US" dirty="0"/>
                <a:t>missing link</a:t>
              </a:r>
            </a:p>
            <a:p>
              <a:pPr marL="285750" indent="-285750">
                <a:buClr>
                  <a:srgbClr val="0000A8"/>
                </a:buClr>
                <a:buFont typeface="Wingdings" pitchFamily="2" charset="2"/>
                <a:buChar char="§"/>
              </a:pPr>
              <a:r>
                <a:rPr lang="en-US" dirty="0"/>
                <a:t>larger cost</a:t>
              </a:r>
            </a:p>
          </p:txBody>
        </p:sp>
        <p:cxnSp>
          <p:nvCxnSpPr>
            <p:cNvPr id="484" name="Straight Arrow Connector 483">
              <a:extLst>
                <a:ext uri="{FF2B5EF4-FFF2-40B4-BE49-F238E27FC236}">
                  <a16:creationId xmlns:a16="http://schemas.microsoft.com/office/drawing/2014/main" id="{4E41578D-C634-5981-57F3-E7C4DCD577CD}"/>
                </a:ext>
              </a:extLst>
            </p:cNvPr>
            <p:cNvCxnSpPr/>
            <p:nvPr/>
          </p:nvCxnSpPr>
          <p:spPr>
            <a:xfrm flipH="1" flipV="1">
              <a:off x="8414795" y="3032568"/>
              <a:ext cx="995423" cy="1111169"/>
            </a:xfrm>
            <a:prstGeom prst="straightConnector1">
              <a:avLst/>
            </a:prstGeom>
            <a:ln>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485" name="Straight Arrow Connector 484">
              <a:extLst>
                <a:ext uri="{FF2B5EF4-FFF2-40B4-BE49-F238E27FC236}">
                  <a16:creationId xmlns:a16="http://schemas.microsoft.com/office/drawing/2014/main" id="{09B3CF43-4D37-A8C4-DD2C-0BE8AAE7359E}"/>
                </a:ext>
              </a:extLst>
            </p:cNvPr>
            <p:cNvCxnSpPr>
              <a:cxnSpLocks/>
            </p:cNvCxnSpPr>
            <p:nvPr/>
          </p:nvCxnSpPr>
          <p:spPr>
            <a:xfrm flipH="1" flipV="1">
              <a:off x="5663694" y="2293717"/>
              <a:ext cx="3726112" cy="2091470"/>
            </a:xfrm>
            <a:prstGeom prst="straightConnector1">
              <a:avLst/>
            </a:prstGeom>
            <a:ln>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486" name="Right Arrow 1031">
            <a:extLst>
              <a:ext uri="{FF2B5EF4-FFF2-40B4-BE49-F238E27FC236}">
                <a16:creationId xmlns:a16="http://schemas.microsoft.com/office/drawing/2014/main" id="{95E961EF-E77A-3C95-624A-7E3A54FA2EB2}"/>
              </a:ext>
            </a:extLst>
          </p:cNvPr>
          <p:cNvSpPr/>
          <p:nvPr/>
        </p:nvSpPr>
        <p:spPr>
          <a:xfrm rot="5400000">
            <a:off x="4399933" y="261757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7" name="Right Arrow 266">
            <a:extLst>
              <a:ext uri="{FF2B5EF4-FFF2-40B4-BE49-F238E27FC236}">
                <a16:creationId xmlns:a16="http://schemas.microsoft.com/office/drawing/2014/main" id="{12C6C736-3641-FD54-7A78-05CCE7BC1832}"/>
              </a:ext>
            </a:extLst>
          </p:cNvPr>
          <p:cNvSpPr/>
          <p:nvPr/>
        </p:nvSpPr>
        <p:spPr>
          <a:xfrm rot="16200000">
            <a:off x="4395017" y="352706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8" name="Right Arrow 267">
            <a:extLst>
              <a:ext uri="{FF2B5EF4-FFF2-40B4-BE49-F238E27FC236}">
                <a16:creationId xmlns:a16="http://schemas.microsoft.com/office/drawing/2014/main" id="{C16D6636-DDB1-5D24-8887-88DEF8779329}"/>
              </a:ext>
            </a:extLst>
          </p:cNvPr>
          <p:cNvSpPr/>
          <p:nvPr/>
        </p:nvSpPr>
        <p:spPr>
          <a:xfrm rot="5400000">
            <a:off x="6302474" y="2602829"/>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9" name="Right Arrow 268">
            <a:extLst>
              <a:ext uri="{FF2B5EF4-FFF2-40B4-BE49-F238E27FC236}">
                <a16:creationId xmlns:a16="http://schemas.microsoft.com/office/drawing/2014/main" id="{E3532856-939D-118F-62D2-A93B207DF2D4}"/>
              </a:ext>
            </a:extLst>
          </p:cNvPr>
          <p:cNvSpPr/>
          <p:nvPr/>
        </p:nvSpPr>
        <p:spPr>
          <a:xfrm rot="16200000">
            <a:off x="6297558" y="3512313"/>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0" name="Right Arrow 269">
            <a:extLst>
              <a:ext uri="{FF2B5EF4-FFF2-40B4-BE49-F238E27FC236}">
                <a16:creationId xmlns:a16="http://schemas.microsoft.com/office/drawing/2014/main" id="{9960F8FC-CCAF-003E-C62F-9485C150C5F7}"/>
              </a:ext>
            </a:extLst>
          </p:cNvPr>
          <p:cNvSpPr/>
          <p:nvPr/>
        </p:nvSpPr>
        <p:spPr>
          <a:xfrm rot="5400000">
            <a:off x="4370435" y="45152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1" name="Right Arrow 270">
            <a:extLst>
              <a:ext uri="{FF2B5EF4-FFF2-40B4-BE49-F238E27FC236}">
                <a16:creationId xmlns:a16="http://schemas.microsoft.com/office/drawing/2014/main" id="{CE9262C4-27D3-1FFF-6BA7-7F57CCFD5FCD}"/>
              </a:ext>
            </a:extLst>
          </p:cNvPr>
          <p:cNvSpPr/>
          <p:nvPr/>
        </p:nvSpPr>
        <p:spPr>
          <a:xfrm rot="16200000">
            <a:off x="4365519" y="542469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2" name="Right Arrow 271">
            <a:extLst>
              <a:ext uri="{FF2B5EF4-FFF2-40B4-BE49-F238E27FC236}">
                <a16:creationId xmlns:a16="http://schemas.microsoft.com/office/drawing/2014/main" id="{38702EE2-8BC3-BBAA-FAF3-7C0B92FECF4E}"/>
              </a:ext>
            </a:extLst>
          </p:cNvPr>
          <p:cNvSpPr/>
          <p:nvPr/>
        </p:nvSpPr>
        <p:spPr>
          <a:xfrm rot="5400000">
            <a:off x="6312308" y="45102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3" name="Right Arrow 272">
            <a:extLst>
              <a:ext uri="{FF2B5EF4-FFF2-40B4-BE49-F238E27FC236}">
                <a16:creationId xmlns:a16="http://schemas.microsoft.com/office/drawing/2014/main" id="{8246B7EB-4C88-F8F5-95E4-08CC3806934B}"/>
              </a:ext>
            </a:extLst>
          </p:cNvPr>
          <p:cNvSpPr/>
          <p:nvPr/>
        </p:nvSpPr>
        <p:spPr>
          <a:xfrm rot="16200000">
            <a:off x="6307392" y="541977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4" name="Right Arrow 273">
            <a:extLst>
              <a:ext uri="{FF2B5EF4-FFF2-40B4-BE49-F238E27FC236}">
                <a16:creationId xmlns:a16="http://schemas.microsoft.com/office/drawing/2014/main" id="{8E1AC40F-D6D3-A189-5CD6-3E89AD805FDD}"/>
              </a:ext>
            </a:extLst>
          </p:cNvPr>
          <p:cNvSpPr/>
          <p:nvPr/>
        </p:nvSpPr>
        <p:spPr>
          <a:xfrm rot="5400000">
            <a:off x="8254181" y="450538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5" name="Right Arrow 274">
            <a:extLst>
              <a:ext uri="{FF2B5EF4-FFF2-40B4-BE49-F238E27FC236}">
                <a16:creationId xmlns:a16="http://schemas.microsoft.com/office/drawing/2014/main" id="{819D643C-51FE-C765-D19A-3DFE6BDEEE0D}"/>
              </a:ext>
            </a:extLst>
          </p:cNvPr>
          <p:cNvSpPr/>
          <p:nvPr/>
        </p:nvSpPr>
        <p:spPr>
          <a:xfrm rot="16200000">
            <a:off x="8249265" y="541486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6" name="Right Arrow 278">
            <a:extLst>
              <a:ext uri="{FF2B5EF4-FFF2-40B4-BE49-F238E27FC236}">
                <a16:creationId xmlns:a16="http://schemas.microsoft.com/office/drawing/2014/main" id="{3B0948BD-DC34-5C74-3D6E-968969376999}"/>
              </a:ext>
            </a:extLst>
          </p:cNvPr>
          <p:cNvSpPr/>
          <p:nvPr/>
        </p:nvSpPr>
        <p:spPr>
          <a:xfrm rot="10800000">
            <a:off x="7582395" y="588593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7" name="Right Arrow 279">
            <a:extLst>
              <a:ext uri="{FF2B5EF4-FFF2-40B4-BE49-F238E27FC236}">
                <a16:creationId xmlns:a16="http://schemas.microsoft.com/office/drawing/2014/main" id="{0138B1E8-26FB-4703-6550-337E607F526D}"/>
              </a:ext>
            </a:extLst>
          </p:cNvPr>
          <p:cNvSpPr/>
          <p:nvPr/>
        </p:nvSpPr>
        <p:spPr>
          <a:xfrm>
            <a:off x="6819704" y="5890854"/>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8" name="Group 497">
            <a:extLst>
              <a:ext uri="{FF2B5EF4-FFF2-40B4-BE49-F238E27FC236}">
                <a16:creationId xmlns:a16="http://schemas.microsoft.com/office/drawing/2014/main" id="{DC32DDA6-C650-A561-42BC-A5C0D1C29B13}"/>
              </a:ext>
            </a:extLst>
          </p:cNvPr>
          <p:cNvGrpSpPr/>
          <p:nvPr/>
        </p:nvGrpSpPr>
        <p:grpSpPr>
          <a:xfrm>
            <a:off x="4336458" y="3890062"/>
            <a:ext cx="4395351" cy="404576"/>
            <a:chOff x="4333785" y="5772213"/>
            <a:chExt cx="4395351" cy="404576"/>
          </a:xfrm>
        </p:grpSpPr>
        <p:grpSp>
          <p:nvGrpSpPr>
            <p:cNvPr id="499" name="Group 498">
              <a:extLst>
                <a:ext uri="{FF2B5EF4-FFF2-40B4-BE49-F238E27FC236}">
                  <a16:creationId xmlns:a16="http://schemas.microsoft.com/office/drawing/2014/main" id="{0521ECE0-6925-E9E8-5183-46B8E5A6A91D}"/>
                </a:ext>
              </a:extLst>
            </p:cNvPr>
            <p:cNvGrpSpPr/>
            <p:nvPr/>
          </p:nvGrpSpPr>
          <p:grpSpPr>
            <a:xfrm>
              <a:off x="4333785" y="5772213"/>
              <a:ext cx="531821" cy="369069"/>
              <a:chOff x="1348328" y="2475647"/>
              <a:chExt cx="603916" cy="419100"/>
            </a:xfrm>
          </p:grpSpPr>
          <p:grpSp>
            <p:nvGrpSpPr>
              <p:cNvPr id="521" name="Group 520">
                <a:extLst>
                  <a:ext uri="{FF2B5EF4-FFF2-40B4-BE49-F238E27FC236}">
                    <a16:creationId xmlns:a16="http://schemas.microsoft.com/office/drawing/2014/main" id="{445D33BB-FDD7-EFDB-80E5-F3F94F5BCF44}"/>
                  </a:ext>
                </a:extLst>
              </p:cNvPr>
              <p:cNvGrpSpPr/>
              <p:nvPr/>
            </p:nvGrpSpPr>
            <p:grpSpPr>
              <a:xfrm>
                <a:off x="1348328" y="2555748"/>
                <a:ext cx="603916" cy="308999"/>
                <a:chOff x="5278570" y="2983486"/>
                <a:chExt cx="501650" cy="233363"/>
              </a:xfrm>
            </p:grpSpPr>
            <p:sp>
              <p:nvSpPr>
                <p:cNvPr id="525" name="Oval 5">
                  <a:extLst>
                    <a:ext uri="{FF2B5EF4-FFF2-40B4-BE49-F238E27FC236}">
                      <a16:creationId xmlns:a16="http://schemas.microsoft.com/office/drawing/2014/main" id="{BED2700F-D172-0026-33CA-71A9D0F08B1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6" name="Line 6">
                  <a:extLst>
                    <a:ext uri="{FF2B5EF4-FFF2-40B4-BE49-F238E27FC236}">
                      <a16:creationId xmlns:a16="http://schemas.microsoft.com/office/drawing/2014/main" id="{90E27B2C-23A0-EF37-EBEB-26E299850A6E}"/>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7" name="Line 7">
                  <a:extLst>
                    <a:ext uri="{FF2B5EF4-FFF2-40B4-BE49-F238E27FC236}">
                      <a16:creationId xmlns:a16="http://schemas.microsoft.com/office/drawing/2014/main" id="{F8259202-8E27-B26C-EF69-6935ED43B19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8" name="Rectangle 8">
                  <a:extLst>
                    <a:ext uri="{FF2B5EF4-FFF2-40B4-BE49-F238E27FC236}">
                      <a16:creationId xmlns:a16="http://schemas.microsoft.com/office/drawing/2014/main" id="{F319E579-C7E9-327F-79D3-4AB982D0988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Oval 9">
                  <a:extLst>
                    <a:ext uri="{FF2B5EF4-FFF2-40B4-BE49-F238E27FC236}">
                      <a16:creationId xmlns:a16="http://schemas.microsoft.com/office/drawing/2014/main" id="{08717207-4D52-8B19-0E8E-77F2848F572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22" name="Group 44">
                <a:extLst>
                  <a:ext uri="{FF2B5EF4-FFF2-40B4-BE49-F238E27FC236}">
                    <a16:creationId xmlns:a16="http://schemas.microsoft.com/office/drawing/2014/main" id="{E40B6422-403D-E417-EC89-CC7ACC23C019}"/>
                  </a:ext>
                </a:extLst>
              </p:cNvPr>
              <p:cNvGrpSpPr>
                <a:grpSpLocks/>
              </p:cNvGrpSpPr>
              <p:nvPr/>
            </p:nvGrpSpPr>
            <p:grpSpPr bwMode="auto">
              <a:xfrm>
                <a:off x="1456374" y="2475647"/>
                <a:ext cx="355165" cy="419100"/>
                <a:chOff x="2944" y="2405"/>
                <a:chExt cx="227" cy="264"/>
              </a:xfrm>
            </p:grpSpPr>
            <p:sp>
              <p:nvSpPr>
                <p:cNvPr id="523" name="Rectangle 45">
                  <a:extLst>
                    <a:ext uri="{FF2B5EF4-FFF2-40B4-BE49-F238E27FC236}">
                      <a16:creationId xmlns:a16="http://schemas.microsoft.com/office/drawing/2014/main" id="{C08E87DA-4DF9-5069-BDC5-A12B3E05A36B}"/>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Text Box 46">
                  <a:extLst>
                    <a:ext uri="{FF2B5EF4-FFF2-40B4-BE49-F238E27FC236}">
                      <a16:creationId xmlns:a16="http://schemas.microsoft.com/office/drawing/2014/main" id="{493B4324-C935-C395-A991-DB49E5122798}"/>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00" name="Group 499">
              <a:extLst>
                <a:ext uri="{FF2B5EF4-FFF2-40B4-BE49-F238E27FC236}">
                  <a16:creationId xmlns:a16="http://schemas.microsoft.com/office/drawing/2014/main" id="{93D8417A-24ED-8E15-3B00-E65A245F747A}"/>
                </a:ext>
              </a:extLst>
            </p:cNvPr>
            <p:cNvGrpSpPr/>
            <p:nvPr/>
          </p:nvGrpSpPr>
          <p:grpSpPr>
            <a:xfrm>
              <a:off x="6263949" y="5807720"/>
              <a:ext cx="531821" cy="369069"/>
              <a:chOff x="1348328" y="2507397"/>
              <a:chExt cx="603916" cy="419100"/>
            </a:xfrm>
          </p:grpSpPr>
          <p:grpSp>
            <p:nvGrpSpPr>
              <p:cNvPr id="512" name="Group 511">
                <a:extLst>
                  <a:ext uri="{FF2B5EF4-FFF2-40B4-BE49-F238E27FC236}">
                    <a16:creationId xmlns:a16="http://schemas.microsoft.com/office/drawing/2014/main" id="{79CCF504-196C-C971-FA32-02816B1F1EC8}"/>
                  </a:ext>
                </a:extLst>
              </p:cNvPr>
              <p:cNvGrpSpPr/>
              <p:nvPr/>
            </p:nvGrpSpPr>
            <p:grpSpPr>
              <a:xfrm>
                <a:off x="1348328" y="2555748"/>
                <a:ext cx="603916" cy="308999"/>
                <a:chOff x="5278570" y="2983486"/>
                <a:chExt cx="501650" cy="233363"/>
              </a:xfrm>
            </p:grpSpPr>
            <p:sp>
              <p:nvSpPr>
                <p:cNvPr id="516" name="Oval 5">
                  <a:extLst>
                    <a:ext uri="{FF2B5EF4-FFF2-40B4-BE49-F238E27FC236}">
                      <a16:creationId xmlns:a16="http://schemas.microsoft.com/office/drawing/2014/main" id="{7FC75A24-6E1B-D4ED-C49B-90084FE69FF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Line 6">
                  <a:extLst>
                    <a:ext uri="{FF2B5EF4-FFF2-40B4-BE49-F238E27FC236}">
                      <a16:creationId xmlns:a16="http://schemas.microsoft.com/office/drawing/2014/main" id="{4EEC1878-3194-0E09-7E43-FDC8F74419E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Line 7">
                  <a:extLst>
                    <a:ext uri="{FF2B5EF4-FFF2-40B4-BE49-F238E27FC236}">
                      <a16:creationId xmlns:a16="http://schemas.microsoft.com/office/drawing/2014/main" id="{80E92770-E4A8-7388-484E-64DEAF31426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8">
                  <a:extLst>
                    <a:ext uri="{FF2B5EF4-FFF2-40B4-BE49-F238E27FC236}">
                      <a16:creationId xmlns:a16="http://schemas.microsoft.com/office/drawing/2014/main" id="{609CBCFC-908B-52C0-FD22-FCA7236DA5F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0" name="Oval 9">
                  <a:extLst>
                    <a:ext uri="{FF2B5EF4-FFF2-40B4-BE49-F238E27FC236}">
                      <a16:creationId xmlns:a16="http://schemas.microsoft.com/office/drawing/2014/main" id="{E4054A6E-9403-15BD-51F5-8B8452AF395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3" name="Group 44">
                <a:extLst>
                  <a:ext uri="{FF2B5EF4-FFF2-40B4-BE49-F238E27FC236}">
                    <a16:creationId xmlns:a16="http://schemas.microsoft.com/office/drawing/2014/main" id="{926B8166-2069-C5F7-5A5A-7257AD61AAFD}"/>
                  </a:ext>
                </a:extLst>
              </p:cNvPr>
              <p:cNvGrpSpPr>
                <a:grpSpLocks/>
              </p:cNvGrpSpPr>
              <p:nvPr/>
            </p:nvGrpSpPr>
            <p:grpSpPr bwMode="auto">
              <a:xfrm>
                <a:off x="1456374" y="2507397"/>
                <a:ext cx="355165" cy="419100"/>
                <a:chOff x="2944" y="2425"/>
                <a:chExt cx="227" cy="264"/>
              </a:xfrm>
            </p:grpSpPr>
            <p:sp>
              <p:nvSpPr>
                <p:cNvPr id="514" name="Rectangle 45">
                  <a:extLst>
                    <a:ext uri="{FF2B5EF4-FFF2-40B4-BE49-F238E27FC236}">
                      <a16:creationId xmlns:a16="http://schemas.microsoft.com/office/drawing/2014/main" id="{63679EAB-D538-F421-C090-D1D4589B71B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5" name="Text Box 46">
                  <a:extLst>
                    <a:ext uri="{FF2B5EF4-FFF2-40B4-BE49-F238E27FC236}">
                      <a16:creationId xmlns:a16="http://schemas.microsoft.com/office/drawing/2014/main" id="{95B37FAB-990E-3A57-8D59-F6102DBF9CF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01" name="Group 500">
              <a:extLst>
                <a:ext uri="{FF2B5EF4-FFF2-40B4-BE49-F238E27FC236}">
                  <a16:creationId xmlns:a16="http://schemas.microsoft.com/office/drawing/2014/main" id="{4820A268-77BE-2E80-062A-168F1A67DE99}"/>
                </a:ext>
              </a:extLst>
            </p:cNvPr>
            <p:cNvGrpSpPr/>
            <p:nvPr/>
          </p:nvGrpSpPr>
          <p:grpSpPr>
            <a:xfrm>
              <a:off x="8197315" y="5805271"/>
              <a:ext cx="531821" cy="369069"/>
              <a:chOff x="1348328" y="2507397"/>
              <a:chExt cx="603916" cy="419100"/>
            </a:xfrm>
          </p:grpSpPr>
          <p:grpSp>
            <p:nvGrpSpPr>
              <p:cNvPr id="502" name="Group 501">
                <a:extLst>
                  <a:ext uri="{FF2B5EF4-FFF2-40B4-BE49-F238E27FC236}">
                    <a16:creationId xmlns:a16="http://schemas.microsoft.com/office/drawing/2014/main" id="{D1DD596A-FBD8-27CB-C425-D3ECA56C123D}"/>
                  </a:ext>
                </a:extLst>
              </p:cNvPr>
              <p:cNvGrpSpPr/>
              <p:nvPr/>
            </p:nvGrpSpPr>
            <p:grpSpPr>
              <a:xfrm>
                <a:off x="1348328" y="2555748"/>
                <a:ext cx="603916" cy="308999"/>
                <a:chOff x="5278570" y="2983486"/>
                <a:chExt cx="501650" cy="233363"/>
              </a:xfrm>
            </p:grpSpPr>
            <p:sp>
              <p:nvSpPr>
                <p:cNvPr id="506" name="Oval 5">
                  <a:extLst>
                    <a:ext uri="{FF2B5EF4-FFF2-40B4-BE49-F238E27FC236}">
                      <a16:creationId xmlns:a16="http://schemas.microsoft.com/office/drawing/2014/main" id="{417E67A7-98DC-460C-8D48-72EAD27C86C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7" name="Line 6">
                  <a:extLst>
                    <a:ext uri="{FF2B5EF4-FFF2-40B4-BE49-F238E27FC236}">
                      <a16:creationId xmlns:a16="http://schemas.microsoft.com/office/drawing/2014/main" id="{C08280BB-D14A-1E11-461B-D7F7A96BA35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Line 7">
                  <a:extLst>
                    <a:ext uri="{FF2B5EF4-FFF2-40B4-BE49-F238E27FC236}">
                      <a16:creationId xmlns:a16="http://schemas.microsoft.com/office/drawing/2014/main" id="{D7541F30-00A4-A39C-6C9A-165C2FE2621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Rectangle 8">
                  <a:extLst>
                    <a:ext uri="{FF2B5EF4-FFF2-40B4-BE49-F238E27FC236}">
                      <a16:creationId xmlns:a16="http://schemas.microsoft.com/office/drawing/2014/main" id="{5FF8214E-F922-9A4F-A96A-10863FEEABA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Oval 9">
                  <a:extLst>
                    <a:ext uri="{FF2B5EF4-FFF2-40B4-BE49-F238E27FC236}">
                      <a16:creationId xmlns:a16="http://schemas.microsoft.com/office/drawing/2014/main" id="{EE93AB45-133C-724D-B006-29F66952684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3" name="Group 44">
                <a:extLst>
                  <a:ext uri="{FF2B5EF4-FFF2-40B4-BE49-F238E27FC236}">
                    <a16:creationId xmlns:a16="http://schemas.microsoft.com/office/drawing/2014/main" id="{8BE0BB91-FB2D-0B95-B276-FB0A0962B7B4}"/>
                  </a:ext>
                </a:extLst>
              </p:cNvPr>
              <p:cNvGrpSpPr>
                <a:grpSpLocks/>
              </p:cNvGrpSpPr>
              <p:nvPr/>
            </p:nvGrpSpPr>
            <p:grpSpPr bwMode="auto">
              <a:xfrm>
                <a:off x="1492372" y="2507397"/>
                <a:ext cx="283194" cy="419100"/>
                <a:chOff x="2967" y="2425"/>
                <a:chExt cx="181" cy="264"/>
              </a:xfrm>
            </p:grpSpPr>
            <p:sp>
              <p:nvSpPr>
                <p:cNvPr id="504" name="Rectangle 45">
                  <a:extLst>
                    <a:ext uri="{FF2B5EF4-FFF2-40B4-BE49-F238E27FC236}">
                      <a16:creationId xmlns:a16="http://schemas.microsoft.com/office/drawing/2014/main" id="{53B975C6-A5BF-AA8E-45B2-784C4B0E349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5" name="Text Box 46">
                  <a:extLst>
                    <a:ext uri="{FF2B5EF4-FFF2-40B4-BE49-F238E27FC236}">
                      <a16:creationId xmlns:a16="http://schemas.microsoft.com/office/drawing/2014/main" id="{50646A3D-852F-E49B-1271-E624527149EA}"/>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30" name="Group 529">
            <a:extLst>
              <a:ext uri="{FF2B5EF4-FFF2-40B4-BE49-F238E27FC236}">
                <a16:creationId xmlns:a16="http://schemas.microsoft.com/office/drawing/2014/main" id="{426DC77A-89BE-EE8F-0550-F7B1640BBD2D}"/>
              </a:ext>
            </a:extLst>
          </p:cNvPr>
          <p:cNvGrpSpPr/>
          <p:nvPr/>
        </p:nvGrpSpPr>
        <p:grpSpPr>
          <a:xfrm>
            <a:off x="4333785" y="1962335"/>
            <a:ext cx="4395351" cy="404576"/>
            <a:chOff x="4333785" y="5772213"/>
            <a:chExt cx="4395351" cy="404576"/>
          </a:xfrm>
        </p:grpSpPr>
        <p:grpSp>
          <p:nvGrpSpPr>
            <p:cNvPr id="531" name="Group 530">
              <a:extLst>
                <a:ext uri="{FF2B5EF4-FFF2-40B4-BE49-F238E27FC236}">
                  <a16:creationId xmlns:a16="http://schemas.microsoft.com/office/drawing/2014/main" id="{29DC8BBF-2C86-DAD6-5DD5-D00C36E62682}"/>
                </a:ext>
              </a:extLst>
            </p:cNvPr>
            <p:cNvGrpSpPr/>
            <p:nvPr/>
          </p:nvGrpSpPr>
          <p:grpSpPr>
            <a:xfrm>
              <a:off x="4333785" y="5772213"/>
              <a:ext cx="531821" cy="369069"/>
              <a:chOff x="1348328" y="2475647"/>
              <a:chExt cx="603916" cy="419100"/>
            </a:xfrm>
          </p:grpSpPr>
          <p:grpSp>
            <p:nvGrpSpPr>
              <p:cNvPr id="552" name="Group 551">
                <a:extLst>
                  <a:ext uri="{FF2B5EF4-FFF2-40B4-BE49-F238E27FC236}">
                    <a16:creationId xmlns:a16="http://schemas.microsoft.com/office/drawing/2014/main" id="{C34E49CB-D05D-05BE-CE6C-E702ECD89A61}"/>
                  </a:ext>
                </a:extLst>
              </p:cNvPr>
              <p:cNvGrpSpPr/>
              <p:nvPr/>
            </p:nvGrpSpPr>
            <p:grpSpPr>
              <a:xfrm>
                <a:off x="1348328" y="2555748"/>
                <a:ext cx="603916" cy="308999"/>
                <a:chOff x="5278570" y="2983486"/>
                <a:chExt cx="501650" cy="233363"/>
              </a:xfrm>
            </p:grpSpPr>
            <p:sp>
              <p:nvSpPr>
                <p:cNvPr id="556" name="Oval 5">
                  <a:extLst>
                    <a:ext uri="{FF2B5EF4-FFF2-40B4-BE49-F238E27FC236}">
                      <a16:creationId xmlns:a16="http://schemas.microsoft.com/office/drawing/2014/main" id="{B270615D-1AB4-B07E-31A2-2E28CDE90A7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Line 6">
                  <a:extLst>
                    <a:ext uri="{FF2B5EF4-FFF2-40B4-BE49-F238E27FC236}">
                      <a16:creationId xmlns:a16="http://schemas.microsoft.com/office/drawing/2014/main" id="{DAA8FF32-A976-19B9-FE3F-2A06313AE64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Line 7">
                  <a:extLst>
                    <a:ext uri="{FF2B5EF4-FFF2-40B4-BE49-F238E27FC236}">
                      <a16:creationId xmlns:a16="http://schemas.microsoft.com/office/drawing/2014/main" id="{2C4CE4B3-E6FB-03F6-6130-0CF9B97C72E5}"/>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Rectangle 8">
                  <a:extLst>
                    <a:ext uri="{FF2B5EF4-FFF2-40B4-BE49-F238E27FC236}">
                      <a16:creationId xmlns:a16="http://schemas.microsoft.com/office/drawing/2014/main" id="{0EEF8C25-514D-9C1A-CA4E-147B944ABBB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0" name="Oval 9">
                  <a:extLst>
                    <a:ext uri="{FF2B5EF4-FFF2-40B4-BE49-F238E27FC236}">
                      <a16:creationId xmlns:a16="http://schemas.microsoft.com/office/drawing/2014/main" id="{342A63A0-F682-EECE-36F3-1C36EE1406A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53" name="Group 44">
                <a:extLst>
                  <a:ext uri="{FF2B5EF4-FFF2-40B4-BE49-F238E27FC236}">
                    <a16:creationId xmlns:a16="http://schemas.microsoft.com/office/drawing/2014/main" id="{5B5D49C0-23AF-B0BE-3568-F556E123827C}"/>
                  </a:ext>
                </a:extLst>
              </p:cNvPr>
              <p:cNvGrpSpPr>
                <a:grpSpLocks/>
              </p:cNvGrpSpPr>
              <p:nvPr/>
            </p:nvGrpSpPr>
            <p:grpSpPr bwMode="auto">
              <a:xfrm>
                <a:off x="1456374" y="2475647"/>
                <a:ext cx="355165" cy="419100"/>
                <a:chOff x="2944" y="2405"/>
                <a:chExt cx="227" cy="264"/>
              </a:xfrm>
            </p:grpSpPr>
            <p:sp>
              <p:nvSpPr>
                <p:cNvPr id="554" name="Rectangle 45">
                  <a:extLst>
                    <a:ext uri="{FF2B5EF4-FFF2-40B4-BE49-F238E27FC236}">
                      <a16:creationId xmlns:a16="http://schemas.microsoft.com/office/drawing/2014/main" id="{FE84711B-EA3A-2257-BE0B-C2540285F7C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Text Box 46">
                  <a:extLst>
                    <a:ext uri="{FF2B5EF4-FFF2-40B4-BE49-F238E27FC236}">
                      <a16:creationId xmlns:a16="http://schemas.microsoft.com/office/drawing/2014/main" id="{9B790ED2-B5B8-2C8B-04C4-08739DC2AC1F}"/>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32" name="Group 531">
              <a:extLst>
                <a:ext uri="{FF2B5EF4-FFF2-40B4-BE49-F238E27FC236}">
                  <a16:creationId xmlns:a16="http://schemas.microsoft.com/office/drawing/2014/main" id="{09602C3D-D17F-D1B8-1860-0C51B4BF91A6}"/>
                </a:ext>
              </a:extLst>
            </p:cNvPr>
            <p:cNvGrpSpPr/>
            <p:nvPr/>
          </p:nvGrpSpPr>
          <p:grpSpPr>
            <a:xfrm>
              <a:off x="6263949" y="5807720"/>
              <a:ext cx="531821" cy="369069"/>
              <a:chOff x="1348328" y="2507397"/>
              <a:chExt cx="603916" cy="419100"/>
            </a:xfrm>
          </p:grpSpPr>
          <p:grpSp>
            <p:nvGrpSpPr>
              <p:cNvPr id="543" name="Group 542">
                <a:extLst>
                  <a:ext uri="{FF2B5EF4-FFF2-40B4-BE49-F238E27FC236}">
                    <a16:creationId xmlns:a16="http://schemas.microsoft.com/office/drawing/2014/main" id="{06541675-AD28-2A9F-D084-6884DBC6641B}"/>
                  </a:ext>
                </a:extLst>
              </p:cNvPr>
              <p:cNvGrpSpPr/>
              <p:nvPr/>
            </p:nvGrpSpPr>
            <p:grpSpPr>
              <a:xfrm>
                <a:off x="1348328" y="2555748"/>
                <a:ext cx="603916" cy="308999"/>
                <a:chOff x="5278570" y="2983486"/>
                <a:chExt cx="501650" cy="233363"/>
              </a:xfrm>
            </p:grpSpPr>
            <p:sp>
              <p:nvSpPr>
                <p:cNvPr id="547" name="Oval 5">
                  <a:extLst>
                    <a:ext uri="{FF2B5EF4-FFF2-40B4-BE49-F238E27FC236}">
                      <a16:creationId xmlns:a16="http://schemas.microsoft.com/office/drawing/2014/main" id="{E9583AF2-F372-D702-9607-F2F3249D6CC2}"/>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8" name="Line 6">
                  <a:extLst>
                    <a:ext uri="{FF2B5EF4-FFF2-40B4-BE49-F238E27FC236}">
                      <a16:creationId xmlns:a16="http://schemas.microsoft.com/office/drawing/2014/main" id="{65C87F33-A9A1-11C4-F7C2-17ACD1D0E12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Line 7">
                  <a:extLst>
                    <a:ext uri="{FF2B5EF4-FFF2-40B4-BE49-F238E27FC236}">
                      <a16:creationId xmlns:a16="http://schemas.microsoft.com/office/drawing/2014/main" id="{675C0293-C830-11BA-5E7B-F015EC03A83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Rectangle 8">
                  <a:extLst>
                    <a:ext uri="{FF2B5EF4-FFF2-40B4-BE49-F238E27FC236}">
                      <a16:creationId xmlns:a16="http://schemas.microsoft.com/office/drawing/2014/main" id="{85E88982-DF59-8CF6-124D-3284668E965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Oval 9">
                  <a:extLst>
                    <a:ext uri="{FF2B5EF4-FFF2-40B4-BE49-F238E27FC236}">
                      <a16:creationId xmlns:a16="http://schemas.microsoft.com/office/drawing/2014/main" id="{4FA36824-9252-DE53-048C-1EA1CC1F452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44" name="Group 44">
                <a:extLst>
                  <a:ext uri="{FF2B5EF4-FFF2-40B4-BE49-F238E27FC236}">
                    <a16:creationId xmlns:a16="http://schemas.microsoft.com/office/drawing/2014/main" id="{E09243E2-FFF8-0C4B-20C9-12023407BDA2}"/>
                  </a:ext>
                </a:extLst>
              </p:cNvPr>
              <p:cNvGrpSpPr>
                <a:grpSpLocks/>
              </p:cNvGrpSpPr>
              <p:nvPr/>
            </p:nvGrpSpPr>
            <p:grpSpPr bwMode="auto">
              <a:xfrm>
                <a:off x="1456374" y="2507397"/>
                <a:ext cx="355165" cy="419100"/>
                <a:chOff x="2944" y="2425"/>
                <a:chExt cx="227" cy="264"/>
              </a:xfrm>
            </p:grpSpPr>
            <p:sp>
              <p:nvSpPr>
                <p:cNvPr id="545" name="Rectangle 45">
                  <a:extLst>
                    <a:ext uri="{FF2B5EF4-FFF2-40B4-BE49-F238E27FC236}">
                      <a16:creationId xmlns:a16="http://schemas.microsoft.com/office/drawing/2014/main" id="{335DC5E8-B653-2D6C-261A-B0FDBAD1694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46">
                  <a:extLst>
                    <a:ext uri="{FF2B5EF4-FFF2-40B4-BE49-F238E27FC236}">
                      <a16:creationId xmlns:a16="http://schemas.microsoft.com/office/drawing/2014/main" id="{7A95B4A3-8B89-78E4-01CF-AD099852AB6C}"/>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33" name="Group 532">
              <a:extLst>
                <a:ext uri="{FF2B5EF4-FFF2-40B4-BE49-F238E27FC236}">
                  <a16:creationId xmlns:a16="http://schemas.microsoft.com/office/drawing/2014/main" id="{F9863B4D-70F9-9AF3-9EDE-4C5ECE16F7A9}"/>
                </a:ext>
              </a:extLst>
            </p:cNvPr>
            <p:cNvGrpSpPr/>
            <p:nvPr/>
          </p:nvGrpSpPr>
          <p:grpSpPr>
            <a:xfrm>
              <a:off x="8197315" y="5805271"/>
              <a:ext cx="531821" cy="369069"/>
              <a:chOff x="1348328" y="2507397"/>
              <a:chExt cx="603916" cy="419100"/>
            </a:xfrm>
          </p:grpSpPr>
          <p:grpSp>
            <p:nvGrpSpPr>
              <p:cNvPr id="534" name="Group 533">
                <a:extLst>
                  <a:ext uri="{FF2B5EF4-FFF2-40B4-BE49-F238E27FC236}">
                    <a16:creationId xmlns:a16="http://schemas.microsoft.com/office/drawing/2014/main" id="{E320E685-AA55-D04F-B581-1F481A95C734}"/>
                  </a:ext>
                </a:extLst>
              </p:cNvPr>
              <p:cNvGrpSpPr/>
              <p:nvPr/>
            </p:nvGrpSpPr>
            <p:grpSpPr>
              <a:xfrm>
                <a:off x="1348328" y="2555748"/>
                <a:ext cx="603916" cy="308999"/>
                <a:chOff x="5278570" y="2983486"/>
                <a:chExt cx="501650" cy="233363"/>
              </a:xfrm>
            </p:grpSpPr>
            <p:sp>
              <p:nvSpPr>
                <p:cNvPr id="538" name="Oval 5">
                  <a:extLst>
                    <a:ext uri="{FF2B5EF4-FFF2-40B4-BE49-F238E27FC236}">
                      <a16:creationId xmlns:a16="http://schemas.microsoft.com/office/drawing/2014/main" id="{F522FAC8-F00D-509F-2FB0-010EAD3FB85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6">
                  <a:extLst>
                    <a:ext uri="{FF2B5EF4-FFF2-40B4-BE49-F238E27FC236}">
                      <a16:creationId xmlns:a16="http://schemas.microsoft.com/office/drawing/2014/main" id="{E96BBB99-F727-C7E2-6CD8-E87D1DB8A67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7">
                  <a:extLst>
                    <a:ext uri="{FF2B5EF4-FFF2-40B4-BE49-F238E27FC236}">
                      <a16:creationId xmlns:a16="http://schemas.microsoft.com/office/drawing/2014/main" id="{57B2B603-0B03-3EC8-C925-03B14422596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Rectangle 8">
                  <a:extLst>
                    <a:ext uri="{FF2B5EF4-FFF2-40B4-BE49-F238E27FC236}">
                      <a16:creationId xmlns:a16="http://schemas.microsoft.com/office/drawing/2014/main" id="{3FF1817D-F01C-0E48-8C76-BD3F4C74266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Oval 9">
                  <a:extLst>
                    <a:ext uri="{FF2B5EF4-FFF2-40B4-BE49-F238E27FC236}">
                      <a16:creationId xmlns:a16="http://schemas.microsoft.com/office/drawing/2014/main" id="{9D8FCD9C-2107-F0B5-F612-7D248B891B2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5" name="Group 44">
                <a:extLst>
                  <a:ext uri="{FF2B5EF4-FFF2-40B4-BE49-F238E27FC236}">
                    <a16:creationId xmlns:a16="http://schemas.microsoft.com/office/drawing/2014/main" id="{568E56D4-EC8D-824D-F959-1E331892182F}"/>
                  </a:ext>
                </a:extLst>
              </p:cNvPr>
              <p:cNvGrpSpPr>
                <a:grpSpLocks/>
              </p:cNvGrpSpPr>
              <p:nvPr/>
            </p:nvGrpSpPr>
            <p:grpSpPr bwMode="auto">
              <a:xfrm>
                <a:off x="1464202" y="2507397"/>
                <a:ext cx="341084" cy="419100"/>
                <a:chOff x="2949" y="2425"/>
                <a:chExt cx="218" cy="264"/>
              </a:xfrm>
            </p:grpSpPr>
            <p:sp>
              <p:nvSpPr>
                <p:cNvPr id="536" name="Rectangle 45">
                  <a:extLst>
                    <a:ext uri="{FF2B5EF4-FFF2-40B4-BE49-F238E27FC236}">
                      <a16:creationId xmlns:a16="http://schemas.microsoft.com/office/drawing/2014/main" id="{435527DD-9188-17D1-F242-31D119B5F2C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6">
                  <a:extLst>
                    <a:ext uri="{FF2B5EF4-FFF2-40B4-BE49-F238E27FC236}">
                      <a16:creationId xmlns:a16="http://schemas.microsoft.com/office/drawing/2014/main" id="{1C9868DE-93C3-4DCA-9067-BA994B3519A6}"/>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61" name="Right Arrow 345">
            <a:extLst>
              <a:ext uri="{FF2B5EF4-FFF2-40B4-BE49-F238E27FC236}">
                <a16:creationId xmlns:a16="http://schemas.microsoft.com/office/drawing/2014/main" id="{388B5EDC-24EF-11F3-5416-C6850889A400}"/>
              </a:ext>
            </a:extLst>
          </p:cNvPr>
          <p:cNvSpPr/>
          <p:nvPr/>
        </p:nvSpPr>
        <p:spPr>
          <a:xfrm rot="10800000">
            <a:off x="5660017" y="589930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2" name="Right Arrow 346">
            <a:extLst>
              <a:ext uri="{FF2B5EF4-FFF2-40B4-BE49-F238E27FC236}">
                <a16:creationId xmlns:a16="http://schemas.microsoft.com/office/drawing/2014/main" id="{7B239EA1-0A06-7075-3D02-8E0A03815C43}"/>
              </a:ext>
            </a:extLst>
          </p:cNvPr>
          <p:cNvSpPr/>
          <p:nvPr/>
        </p:nvSpPr>
        <p:spPr>
          <a:xfrm>
            <a:off x="4897326" y="590422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3" name="Right Arrow 347">
            <a:extLst>
              <a:ext uri="{FF2B5EF4-FFF2-40B4-BE49-F238E27FC236}">
                <a16:creationId xmlns:a16="http://schemas.microsoft.com/office/drawing/2014/main" id="{AA1694F2-25DC-6ADD-BDEB-8C085E342751}"/>
              </a:ext>
            </a:extLst>
          </p:cNvPr>
          <p:cNvSpPr/>
          <p:nvPr/>
        </p:nvSpPr>
        <p:spPr>
          <a:xfrm rot="10800000">
            <a:off x="5651998" y="39608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4" name="Right Arrow 348">
            <a:extLst>
              <a:ext uri="{FF2B5EF4-FFF2-40B4-BE49-F238E27FC236}">
                <a16:creationId xmlns:a16="http://schemas.microsoft.com/office/drawing/2014/main" id="{5E471A03-79AE-6AF4-D99F-85211142DD55}"/>
              </a:ext>
            </a:extLst>
          </p:cNvPr>
          <p:cNvSpPr/>
          <p:nvPr/>
        </p:nvSpPr>
        <p:spPr>
          <a:xfrm>
            <a:off x="4905348" y="39658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5" name="Right Arrow 349">
            <a:extLst>
              <a:ext uri="{FF2B5EF4-FFF2-40B4-BE49-F238E27FC236}">
                <a16:creationId xmlns:a16="http://schemas.microsoft.com/office/drawing/2014/main" id="{60541B78-E1D9-199A-51C7-3ACE71ADBCC7}"/>
              </a:ext>
            </a:extLst>
          </p:cNvPr>
          <p:cNvSpPr/>
          <p:nvPr/>
        </p:nvSpPr>
        <p:spPr>
          <a:xfrm rot="10800000">
            <a:off x="5660020" y="202246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6" name="Right Arrow 350">
            <a:extLst>
              <a:ext uri="{FF2B5EF4-FFF2-40B4-BE49-F238E27FC236}">
                <a16:creationId xmlns:a16="http://schemas.microsoft.com/office/drawing/2014/main" id="{6895336D-4E9F-7C10-764A-C6D8B4AE3159}"/>
              </a:ext>
            </a:extLst>
          </p:cNvPr>
          <p:cNvSpPr/>
          <p:nvPr/>
        </p:nvSpPr>
        <p:spPr>
          <a:xfrm>
            <a:off x="4924064" y="204341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7" name="Right Arrow 351">
            <a:extLst>
              <a:ext uri="{FF2B5EF4-FFF2-40B4-BE49-F238E27FC236}">
                <a16:creationId xmlns:a16="http://schemas.microsoft.com/office/drawing/2014/main" id="{009ADF88-8A35-9FC5-0A67-3AED03E27955}"/>
              </a:ext>
            </a:extLst>
          </p:cNvPr>
          <p:cNvSpPr/>
          <p:nvPr/>
        </p:nvSpPr>
        <p:spPr>
          <a:xfrm rot="10800000">
            <a:off x="7582399" y="2025134"/>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8" name="Right Arrow 352">
            <a:extLst>
              <a:ext uri="{FF2B5EF4-FFF2-40B4-BE49-F238E27FC236}">
                <a16:creationId xmlns:a16="http://schemas.microsoft.com/office/drawing/2014/main" id="{7579B5DC-E4EC-F920-7EE7-0192B641FF0C}"/>
              </a:ext>
            </a:extLst>
          </p:cNvPr>
          <p:cNvSpPr/>
          <p:nvPr/>
        </p:nvSpPr>
        <p:spPr>
          <a:xfrm>
            <a:off x="6819708" y="203005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9" name="Right Arrow 353">
            <a:extLst>
              <a:ext uri="{FF2B5EF4-FFF2-40B4-BE49-F238E27FC236}">
                <a16:creationId xmlns:a16="http://schemas.microsoft.com/office/drawing/2014/main" id="{517B03A4-19C2-BE5C-B98D-75A49F308CD4}"/>
              </a:ext>
            </a:extLst>
          </p:cNvPr>
          <p:cNvSpPr/>
          <p:nvPr/>
        </p:nvSpPr>
        <p:spPr>
          <a:xfrm rot="10800000">
            <a:off x="7595769" y="396355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0" name="Right Arrow 354">
            <a:extLst>
              <a:ext uri="{FF2B5EF4-FFF2-40B4-BE49-F238E27FC236}">
                <a16:creationId xmlns:a16="http://schemas.microsoft.com/office/drawing/2014/main" id="{8A15BE27-3ED6-EC1B-6BF2-848AC9074E75}"/>
              </a:ext>
            </a:extLst>
          </p:cNvPr>
          <p:cNvSpPr/>
          <p:nvPr/>
        </p:nvSpPr>
        <p:spPr>
          <a:xfrm>
            <a:off x="6833078" y="396847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1" name="TextBox 570">
            <a:extLst>
              <a:ext uri="{FF2B5EF4-FFF2-40B4-BE49-F238E27FC236}">
                <a16:creationId xmlns:a16="http://schemas.microsoft.com/office/drawing/2014/main" id="{85D93D9E-461E-3E8E-897C-63BA05BE77F5}"/>
              </a:ext>
            </a:extLst>
          </p:cNvPr>
          <p:cNvSpPr txBox="1"/>
          <p:nvPr/>
        </p:nvSpPr>
        <p:spPr>
          <a:xfrm flipH="1">
            <a:off x="435306" y="4431841"/>
            <a:ext cx="2195814" cy="1089529"/>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t>All nodes send their local distance vector to their neighbors</a:t>
            </a:r>
          </a:p>
        </p:txBody>
      </p:sp>
    </p:spTree>
    <p:extLst>
      <p:ext uri="{BB962C8B-B14F-4D97-AF65-F5344CB8AC3E}">
        <p14:creationId xmlns:p14="http://schemas.microsoft.com/office/powerpoint/2010/main" val="2802993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482"/>
                                        </p:tgtEl>
                                        <p:attrNameLst>
                                          <p:attrName>style.visibility</p:attrName>
                                        </p:attrNameLst>
                                      </p:cBhvr>
                                      <p:to>
                                        <p:strVal val="visible"/>
                                      </p:to>
                                    </p:set>
                                    <p:animEffect transition="in" filter="dissolve">
                                      <p:cBhvr>
                                        <p:cTn id="20" dur="1000"/>
                                        <p:tgtEl>
                                          <p:spTgt spid="48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571"/>
                                        </p:tgtEl>
                                        <p:attrNameLst>
                                          <p:attrName>style.visibility</p:attrName>
                                        </p:attrNameLst>
                                      </p:cBhvr>
                                      <p:to>
                                        <p:strVal val="visible"/>
                                      </p:to>
                                    </p:set>
                                    <p:animEffect transition="in" filter="dissolve">
                                      <p:cBhvr>
                                        <p:cTn id="25" dur="500"/>
                                        <p:tgtEl>
                                          <p:spTgt spid="571"/>
                                        </p:tgtEl>
                                      </p:cBhvr>
                                    </p:animEffect>
                                  </p:childTnLst>
                                </p:cTn>
                              </p:par>
                              <p:par>
                                <p:cTn id="26" presetID="9" presetClass="exit" presetSubtype="0" fill="hold" nodeType="withEffect">
                                  <p:stCondLst>
                                    <p:cond delay="0"/>
                                  </p:stCondLst>
                                  <p:childTnLst>
                                    <p:animEffect transition="out" filter="dissolve">
                                      <p:cBhvr>
                                        <p:cTn id="27" dur="500"/>
                                        <p:tgtEl>
                                          <p:spTgt spid="482"/>
                                        </p:tgtEl>
                                      </p:cBhvr>
                                    </p:animEffect>
                                    <p:set>
                                      <p:cBhvr>
                                        <p:cTn id="28" dur="1" fill="hold">
                                          <p:stCondLst>
                                            <p:cond delay="499"/>
                                          </p:stCondLst>
                                        </p:cTn>
                                        <p:tgtEl>
                                          <p:spTgt spid="482"/>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486"/>
                                        </p:tgtEl>
                                        <p:attrNameLst>
                                          <p:attrName>style.visibility</p:attrName>
                                        </p:attrNameLst>
                                      </p:cBhvr>
                                      <p:to>
                                        <p:strVal val="visible"/>
                                      </p:to>
                                    </p:set>
                                    <p:animEffect transition="in" filter="wipe(up)">
                                      <p:cBhvr>
                                        <p:cTn id="36" dur="500"/>
                                        <p:tgtEl>
                                          <p:spTgt spid="486"/>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566"/>
                                        </p:tgtEl>
                                        <p:attrNameLst>
                                          <p:attrName>style.visibility</p:attrName>
                                        </p:attrNameLst>
                                      </p:cBhvr>
                                      <p:to>
                                        <p:strVal val="visible"/>
                                      </p:to>
                                    </p:set>
                                    <p:animEffect transition="in" filter="wipe(left)">
                                      <p:cBhvr>
                                        <p:cTn id="39" dur="500"/>
                                        <p:tgtEl>
                                          <p:spTgt spid="566"/>
                                        </p:tgtEl>
                                      </p:cBhvr>
                                    </p:animEffect>
                                  </p:childTnLst>
                                </p:cTn>
                              </p:par>
                            </p:childTnLst>
                          </p:cTn>
                        </p:par>
                        <p:par>
                          <p:cTn id="40" fill="hold">
                            <p:stCondLst>
                              <p:cond delay="500"/>
                            </p:stCondLst>
                            <p:childTnLst>
                              <p:par>
                                <p:cTn id="41" presetID="22" presetClass="entr" presetSubtype="2" fill="hold" grpId="0" nodeType="afterEffect">
                                  <p:stCondLst>
                                    <p:cond delay="0"/>
                                  </p:stCondLst>
                                  <p:childTnLst>
                                    <p:set>
                                      <p:cBhvr>
                                        <p:cTn id="42" dur="1" fill="hold">
                                          <p:stCondLst>
                                            <p:cond delay="0"/>
                                          </p:stCondLst>
                                        </p:cTn>
                                        <p:tgtEl>
                                          <p:spTgt spid="565"/>
                                        </p:tgtEl>
                                        <p:attrNameLst>
                                          <p:attrName>style.visibility</p:attrName>
                                        </p:attrNameLst>
                                      </p:cBhvr>
                                      <p:to>
                                        <p:strVal val="visible"/>
                                      </p:to>
                                    </p:set>
                                    <p:animEffect transition="in" filter="wipe(right)">
                                      <p:cBhvr>
                                        <p:cTn id="43" dur="500"/>
                                        <p:tgtEl>
                                          <p:spTgt spid="565"/>
                                        </p:tgtEl>
                                      </p:cBhvr>
                                    </p:animEffect>
                                  </p:childTnLst>
                                </p:cTn>
                              </p:par>
                              <p:par>
                                <p:cTn id="44" presetID="22" presetClass="entr" presetSubtype="1" fill="hold" grpId="0" nodeType="withEffect">
                                  <p:stCondLst>
                                    <p:cond delay="0"/>
                                  </p:stCondLst>
                                  <p:childTnLst>
                                    <p:set>
                                      <p:cBhvr>
                                        <p:cTn id="45" dur="1" fill="hold">
                                          <p:stCondLst>
                                            <p:cond delay="0"/>
                                          </p:stCondLst>
                                        </p:cTn>
                                        <p:tgtEl>
                                          <p:spTgt spid="488"/>
                                        </p:tgtEl>
                                        <p:attrNameLst>
                                          <p:attrName>style.visibility</p:attrName>
                                        </p:attrNameLst>
                                      </p:cBhvr>
                                      <p:to>
                                        <p:strVal val="visible"/>
                                      </p:to>
                                    </p:set>
                                    <p:animEffect transition="in" filter="wipe(up)">
                                      <p:cBhvr>
                                        <p:cTn id="46" dur="500"/>
                                        <p:tgtEl>
                                          <p:spTgt spid="488"/>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568"/>
                                        </p:tgtEl>
                                        <p:attrNameLst>
                                          <p:attrName>style.visibility</p:attrName>
                                        </p:attrNameLst>
                                      </p:cBhvr>
                                      <p:to>
                                        <p:strVal val="visible"/>
                                      </p:to>
                                    </p:set>
                                    <p:animEffect transition="in" filter="wipe(left)">
                                      <p:cBhvr>
                                        <p:cTn id="49" dur="500"/>
                                        <p:tgtEl>
                                          <p:spTgt spid="568"/>
                                        </p:tgtEl>
                                      </p:cBhvr>
                                    </p:animEffect>
                                  </p:childTnLst>
                                </p:cTn>
                              </p:par>
                            </p:childTnLst>
                          </p:cTn>
                        </p:par>
                        <p:par>
                          <p:cTn id="50" fill="hold">
                            <p:stCondLst>
                              <p:cond delay="1000"/>
                            </p:stCondLst>
                            <p:childTnLst>
                              <p:par>
                                <p:cTn id="51" presetID="22" presetClass="entr" presetSubtype="2" fill="hold" grpId="0" nodeType="afterEffect">
                                  <p:stCondLst>
                                    <p:cond delay="0"/>
                                  </p:stCondLst>
                                  <p:childTnLst>
                                    <p:set>
                                      <p:cBhvr>
                                        <p:cTn id="52" dur="1" fill="hold">
                                          <p:stCondLst>
                                            <p:cond delay="0"/>
                                          </p:stCondLst>
                                        </p:cTn>
                                        <p:tgtEl>
                                          <p:spTgt spid="567"/>
                                        </p:tgtEl>
                                        <p:attrNameLst>
                                          <p:attrName>style.visibility</p:attrName>
                                        </p:attrNameLst>
                                      </p:cBhvr>
                                      <p:to>
                                        <p:strVal val="visible"/>
                                      </p:to>
                                    </p:set>
                                    <p:animEffect transition="in" filter="wipe(right)">
                                      <p:cBhvr>
                                        <p:cTn id="53" dur="500"/>
                                        <p:tgtEl>
                                          <p:spTgt spid="567"/>
                                        </p:tgtEl>
                                      </p:cBhvr>
                                    </p:animEffect>
                                  </p:childTnLst>
                                </p:cTn>
                              </p:par>
                            </p:childTnLst>
                          </p:cTn>
                        </p:par>
                        <p:par>
                          <p:cTn id="54" fill="hold">
                            <p:stCondLst>
                              <p:cond delay="1500"/>
                            </p:stCondLst>
                            <p:childTnLst>
                              <p:par>
                                <p:cTn id="55" presetID="22" presetClass="entr" presetSubtype="4" fill="hold" grpId="0" nodeType="afterEffect">
                                  <p:stCondLst>
                                    <p:cond delay="0"/>
                                  </p:stCondLst>
                                  <p:childTnLst>
                                    <p:set>
                                      <p:cBhvr>
                                        <p:cTn id="56" dur="1" fill="hold">
                                          <p:stCondLst>
                                            <p:cond delay="0"/>
                                          </p:stCondLst>
                                        </p:cTn>
                                        <p:tgtEl>
                                          <p:spTgt spid="487"/>
                                        </p:tgtEl>
                                        <p:attrNameLst>
                                          <p:attrName>style.visibility</p:attrName>
                                        </p:attrNameLst>
                                      </p:cBhvr>
                                      <p:to>
                                        <p:strVal val="visible"/>
                                      </p:to>
                                    </p:set>
                                    <p:animEffect transition="in" filter="wipe(down)">
                                      <p:cBhvr>
                                        <p:cTn id="57" dur="500"/>
                                        <p:tgtEl>
                                          <p:spTgt spid="487"/>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564"/>
                                        </p:tgtEl>
                                        <p:attrNameLst>
                                          <p:attrName>style.visibility</p:attrName>
                                        </p:attrNameLst>
                                      </p:cBhvr>
                                      <p:to>
                                        <p:strVal val="visible"/>
                                      </p:to>
                                    </p:set>
                                    <p:animEffect transition="in" filter="wipe(left)">
                                      <p:cBhvr>
                                        <p:cTn id="60" dur="500"/>
                                        <p:tgtEl>
                                          <p:spTgt spid="564"/>
                                        </p:tgtEl>
                                      </p:cBhvr>
                                    </p:animEffect>
                                  </p:childTnLst>
                                </p:cTn>
                              </p:par>
                              <p:par>
                                <p:cTn id="61" presetID="22" presetClass="entr" presetSubtype="1" fill="hold" grpId="0" nodeType="withEffect">
                                  <p:stCondLst>
                                    <p:cond delay="0"/>
                                  </p:stCondLst>
                                  <p:childTnLst>
                                    <p:set>
                                      <p:cBhvr>
                                        <p:cTn id="62" dur="1" fill="hold">
                                          <p:stCondLst>
                                            <p:cond delay="0"/>
                                          </p:stCondLst>
                                        </p:cTn>
                                        <p:tgtEl>
                                          <p:spTgt spid="490"/>
                                        </p:tgtEl>
                                        <p:attrNameLst>
                                          <p:attrName>style.visibility</p:attrName>
                                        </p:attrNameLst>
                                      </p:cBhvr>
                                      <p:to>
                                        <p:strVal val="visible"/>
                                      </p:to>
                                    </p:set>
                                    <p:animEffect transition="in" filter="wipe(up)">
                                      <p:cBhvr>
                                        <p:cTn id="63" dur="500"/>
                                        <p:tgtEl>
                                          <p:spTgt spid="490"/>
                                        </p:tgtEl>
                                      </p:cBhvr>
                                    </p:animEffect>
                                  </p:childTnLst>
                                </p:cTn>
                              </p:par>
                            </p:childTnLst>
                          </p:cTn>
                        </p:par>
                        <p:par>
                          <p:cTn id="64" fill="hold">
                            <p:stCondLst>
                              <p:cond delay="2000"/>
                            </p:stCondLst>
                            <p:childTnLst>
                              <p:par>
                                <p:cTn id="65" presetID="22" presetClass="entr" presetSubtype="2" fill="hold" grpId="0" nodeType="afterEffect">
                                  <p:stCondLst>
                                    <p:cond delay="0"/>
                                  </p:stCondLst>
                                  <p:childTnLst>
                                    <p:set>
                                      <p:cBhvr>
                                        <p:cTn id="66" dur="1" fill="hold">
                                          <p:stCondLst>
                                            <p:cond delay="0"/>
                                          </p:stCondLst>
                                        </p:cTn>
                                        <p:tgtEl>
                                          <p:spTgt spid="563"/>
                                        </p:tgtEl>
                                        <p:attrNameLst>
                                          <p:attrName>style.visibility</p:attrName>
                                        </p:attrNameLst>
                                      </p:cBhvr>
                                      <p:to>
                                        <p:strVal val="visible"/>
                                      </p:to>
                                    </p:set>
                                    <p:animEffect transition="in" filter="wipe(right)">
                                      <p:cBhvr>
                                        <p:cTn id="67" dur="500"/>
                                        <p:tgtEl>
                                          <p:spTgt spid="563"/>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489"/>
                                        </p:tgtEl>
                                        <p:attrNameLst>
                                          <p:attrName>style.visibility</p:attrName>
                                        </p:attrNameLst>
                                      </p:cBhvr>
                                      <p:to>
                                        <p:strVal val="visible"/>
                                      </p:to>
                                    </p:set>
                                    <p:animEffect transition="in" filter="wipe(down)">
                                      <p:cBhvr>
                                        <p:cTn id="70" dur="500"/>
                                        <p:tgtEl>
                                          <p:spTgt spid="489"/>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570"/>
                                        </p:tgtEl>
                                        <p:attrNameLst>
                                          <p:attrName>style.visibility</p:attrName>
                                        </p:attrNameLst>
                                      </p:cBhvr>
                                      <p:to>
                                        <p:strVal val="visible"/>
                                      </p:to>
                                    </p:set>
                                    <p:animEffect transition="in" filter="wipe(left)">
                                      <p:cBhvr>
                                        <p:cTn id="73" dur="500"/>
                                        <p:tgtEl>
                                          <p:spTgt spid="570"/>
                                        </p:tgtEl>
                                      </p:cBhvr>
                                    </p:animEffect>
                                  </p:childTnLst>
                                </p:cTn>
                              </p:par>
                              <p:par>
                                <p:cTn id="74" presetID="22" presetClass="entr" presetSubtype="1" fill="hold" grpId="0" nodeType="withEffect">
                                  <p:stCondLst>
                                    <p:cond delay="0"/>
                                  </p:stCondLst>
                                  <p:childTnLst>
                                    <p:set>
                                      <p:cBhvr>
                                        <p:cTn id="75" dur="1" fill="hold">
                                          <p:stCondLst>
                                            <p:cond delay="0"/>
                                          </p:stCondLst>
                                        </p:cTn>
                                        <p:tgtEl>
                                          <p:spTgt spid="492"/>
                                        </p:tgtEl>
                                        <p:attrNameLst>
                                          <p:attrName>style.visibility</p:attrName>
                                        </p:attrNameLst>
                                      </p:cBhvr>
                                      <p:to>
                                        <p:strVal val="visible"/>
                                      </p:to>
                                    </p:set>
                                    <p:animEffect transition="in" filter="wipe(up)">
                                      <p:cBhvr>
                                        <p:cTn id="76" dur="500"/>
                                        <p:tgtEl>
                                          <p:spTgt spid="492"/>
                                        </p:tgtEl>
                                      </p:cBhvr>
                                    </p:animEffect>
                                  </p:childTnLst>
                                </p:cTn>
                              </p:par>
                            </p:childTnLst>
                          </p:cTn>
                        </p:par>
                        <p:par>
                          <p:cTn id="77" fill="hold">
                            <p:stCondLst>
                              <p:cond delay="2500"/>
                            </p:stCondLst>
                            <p:childTnLst>
                              <p:par>
                                <p:cTn id="78" presetID="22" presetClass="entr" presetSubtype="2" fill="hold" grpId="0" nodeType="afterEffect">
                                  <p:stCondLst>
                                    <p:cond delay="0"/>
                                  </p:stCondLst>
                                  <p:childTnLst>
                                    <p:set>
                                      <p:cBhvr>
                                        <p:cTn id="79" dur="1" fill="hold">
                                          <p:stCondLst>
                                            <p:cond delay="0"/>
                                          </p:stCondLst>
                                        </p:cTn>
                                        <p:tgtEl>
                                          <p:spTgt spid="569"/>
                                        </p:tgtEl>
                                        <p:attrNameLst>
                                          <p:attrName>style.visibility</p:attrName>
                                        </p:attrNameLst>
                                      </p:cBhvr>
                                      <p:to>
                                        <p:strVal val="visible"/>
                                      </p:to>
                                    </p:set>
                                    <p:animEffect transition="in" filter="wipe(right)">
                                      <p:cBhvr>
                                        <p:cTn id="80" dur="500"/>
                                        <p:tgtEl>
                                          <p:spTgt spid="569"/>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494"/>
                                        </p:tgtEl>
                                        <p:attrNameLst>
                                          <p:attrName>style.visibility</p:attrName>
                                        </p:attrNameLst>
                                      </p:cBhvr>
                                      <p:to>
                                        <p:strVal val="visible"/>
                                      </p:to>
                                    </p:set>
                                    <p:animEffect transition="in" filter="wipe(up)">
                                      <p:cBhvr>
                                        <p:cTn id="83" dur="500"/>
                                        <p:tgtEl>
                                          <p:spTgt spid="494"/>
                                        </p:tgtEl>
                                      </p:cBhvr>
                                    </p:animEffect>
                                  </p:childTnLst>
                                </p:cTn>
                              </p:par>
                            </p:childTnLst>
                          </p:cTn>
                        </p:par>
                        <p:par>
                          <p:cTn id="84" fill="hold">
                            <p:stCondLst>
                              <p:cond delay="3000"/>
                            </p:stCondLst>
                            <p:childTnLst>
                              <p:par>
                                <p:cTn id="85" presetID="22" presetClass="entr" presetSubtype="4" fill="hold" grpId="0" nodeType="afterEffect">
                                  <p:stCondLst>
                                    <p:cond delay="0"/>
                                  </p:stCondLst>
                                  <p:childTnLst>
                                    <p:set>
                                      <p:cBhvr>
                                        <p:cTn id="86" dur="1" fill="hold">
                                          <p:stCondLst>
                                            <p:cond delay="0"/>
                                          </p:stCondLst>
                                        </p:cTn>
                                        <p:tgtEl>
                                          <p:spTgt spid="491"/>
                                        </p:tgtEl>
                                        <p:attrNameLst>
                                          <p:attrName>style.visibility</p:attrName>
                                        </p:attrNameLst>
                                      </p:cBhvr>
                                      <p:to>
                                        <p:strVal val="visible"/>
                                      </p:to>
                                    </p:set>
                                    <p:animEffect transition="in" filter="wipe(down)">
                                      <p:cBhvr>
                                        <p:cTn id="87" dur="500"/>
                                        <p:tgtEl>
                                          <p:spTgt spid="491"/>
                                        </p:tgtEl>
                                      </p:cBhvr>
                                    </p:animEffect>
                                  </p:childTnLst>
                                </p:cTn>
                              </p:par>
                              <p:par>
                                <p:cTn id="88" presetID="22" presetClass="entr" presetSubtype="8" fill="hold" grpId="0" nodeType="withEffect">
                                  <p:stCondLst>
                                    <p:cond delay="0"/>
                                  </p:stCondLst>
                                  <p:childTnLst>
                                    <p:set>
                                      <p:cBhvr>
                                        <p:cTn id="89" dur="1" fill="hold">
                                          <p:stCondLst>
                                            <p:cond delay="0"/>
                                          </p:stCondLst>
                                        </p:cTn>
                                        <p:tgtEl>
                                          <p:spTgt spid="562"/>
                                        </p:tgtEl>
                                        <p:attrNameLst>
                                          <p:attrName>style.visibility</p:attrName>
                                        </p:attrNameLst>
                                      </p:cBhvr>
                                      <p:to>
                                        <p:strVal val="visible"/>
                                      </p:to>
                                    </p:set>
                                    <p:animEffect transition="in" filter="wipe(left)">
                                      <p:cBhvr>
                                        <p:cTn id="90" dur="500"/>
                                        <p:tgtEl>
                                          <p:spTgt spid="562"/>
                                        </p:tgtEl>
                                      </p:cBhvr>
                                    </p:animEffect>
                                  </p:childTnLst>
                                </p:cTn>
                              </p:par>
                            </p:childTnLst>
                          </p:cTn>
                        </p:par>
                        <p:par>
                          <p:cTn id="91" fill="hold">
                            <p:stCondLst>
                              <p:cond delay="3500"/>
                            </p:stCondLst>
                            <p:childTnLst>
                              <p:par>
                                <p:cTn id="92" presetID="22" presetClass="entr" presetSubtype="2" fill="hold" grpId="0" nodeType="afterEffect">
                                  <p:stCondLst>
                                    <p:cond delay="0"/>
                                  </p:stCondLst>
                                  <p:childTnLst>
                                    <p:set>
                                      <p:cBhvr>
                                        <p:cTn id="93" dur="1" fill="hold">
                                          <p:stCondLst>
                                            <p:cond delay="0"/>
                                          </p:stCondLst>
                                        </p:cTn>
                                        <p:tgtEl>
                                          <p:spTgt spid="561"/>
                                        </p:tgtEl>
                                        <p:attrNameLst>
                                          <p:attrName>style.visibility</p:attrName>
                                        </p:attrNameLst>
                                      </p:cBhvr>
                                      <p:to>
                                        <p:strVal val="visible"/>
                                      </p:to>
                                    </p:set>
                                    <p:animEffect transition="in" filter="wipe(right)">
                                      <p:cBhvr>
                                        <p:cTn id="94" dur="500"/>
                                        <p:tgtEl>
                                          <p:spTgt spid="561"/>
                                        </p:tgtEl>
                                      </p:cBhvr>
                                    </p:animEffect>
                                  </p:childTnLst>
                                </p:cTn>
                              </p:par>
                              <p:par>
                                <p:cTn id="95" presetID="22" presetClass="entr" presetSubtype="4" fill="hold" grpId="0" nodeType="withEffect">
                                  <p:stCondLst>
                                    <p:cond delay="0"/>
                                  </p:stCondLst>
                                  <p:childTnLst>
                                    <p:set>
                                      <p:cBhvr>
                                        <p:cTn id="96" dur="1" fill="hold">
                                          <p:stCondLst>
                                            <p:cond delay="0"/>
                                          </p:stCondLst>
                                        </p:cTn>
                                        <p:tgtEl>
                                          <p:spTgt spid="493"/>
                                        </p:tgtEl>
                                        <p:attrNameLst>
                                          <p:attrName>style.visibility</p:attrName>
                                        </p:attrNameLst>
                                      </p:cBhvr>
                                      <p:to>
                                        <p:strVal val="visible"/>
                                      </p:to>
                                    </p:set>
                                    <p:animEffect transition="in" filter="wipe(down)">
                                      <p:cBhvr>
                                        <p:cTn id="97" dur="500"/>
                                        <p:tgtEl>
                                          <p:spTgt spid="493"/>
                                        </p:tgtEl>
                                      </p:cBhvr>
                                    </p:animEffect>
                                  </p:childTnLst>
                                </p:cTn>
                              </p:par>
                              <p:par>
                                <p:cTn id="98" presetID="22" presetClass="entr" presetSubtype="8" fill="hold" grpId="0" nodeType="withEffect">
                                  <p:stCondLst>
                                    <p:cond delay="0"/>
                                  </p:stCondLst>
                                  <p:childTnLst>
                                    <p:set>
                                      <p:cBhvr>
                                        <p:cTn id="99" dur="1" fill="hold">
                                          <p:stCondLst>
                                            <p:cond delay="0"/>
                                          </p:stCondLst>
                                        </p:cTn>
                                        <p:tgtEl>
                                          <p:spTgt spid="497"/>
                                        </p:tgtEl>
                                        <p:attrNameLst>
                                          <p:attrName>style.visibility</p:attrName>
                                        </p:attrNameLst>
                                      </p:cBhvr>
                                      <p:to>
                                        <p:strVal val="visible"/>
                                      </p:to>
                                    </p:set>
                                    <p:animEffect transition="in" filter="wipe(left)">
                                      <p:cBhvr>
                                        <p:cTn id="100" dur="500"/>
                                        <p:tgtEl>
                                          <p:spTgt spid="497"/>
                                        </p:tgtEl>
                                      </p:cBhvr>
                                    </p:animEffect>
                                  </p:childTnLst>
                                </p:cTn>
                              </p:par>
                            </p:childTnLst>
                          </p:cTn>
                        </p:par>
                        <p:par>
                          <p:cTn id="101" fill="hold">
                            <p:stCondLst>
                              <p:cond delay="4000"/>
                            </p:stCondLst>
                            <p:childTnLst>
                              <p:par>
                                <p:cTn id="102" presetID="22" presetClass="entr" presetSubtype="2" fill="hold" grpId="0" nodeType="afterEffect">
                                  <p:stCondLst>
                                    <p:cond delay="0"/>
                                  </p:stCondLst>
                                  <p:childTnLst>
                                    <p:set>
                                      <p:cBhvr>
                                        <p:cTn id="103" dur="1" fill="hold">
                                          <p:stCondLst>
                                            <p:cond delay="0"/>
                                          </p:stCondLst>
                                        </p:cTn>
                                        <p:tgtEl>
                                          <p:spTgt spid="496"/>
                                        </p:tgtEl>
                                        <p:attrNameLst>
                                          <p:attrName>style.visibility</p:attrName>
                                        </p:attrNameLst>
                                      </p:cBhvr>
                                      <p:to>
                                        <p:strVal val="visible"/>
                                      </p:to>
                                    </p:set>
                                    <p:animEffect transition="in" filter="wipe(right)">
                                      <p:cBhvr>
                                        <p:cTn id="104" dur="500"/>
                                        <p:tgtEl>
                                          <p:spTgt spid="496"/>
                                        </p:tgtEl>
                                      </p:cBhvr>
                                    </p:animEffect>
                                  </p:childTnLst>
                                </p:cTn>
                              </p:par>
                              <p:par>
                                <p:cTn id="105" presetID="22" presetClass="entr" presetSubtype="4" fill="hold" grpId="0" nodeType="withEffect">
                                  <p:stCondLst>
                                    <p:cond delay="0"/>
                                  </p:stCondLst>
                                  <p:childTnLst>
                                    <p:set>
                                      <p:cBhvr>
                                        <p:cTn id="106" dur="1" fill="hold">
                                          <p:stCondLst>
                                            <p:cond delay="0"/>
                                          </p:stCondLst>
                                        </p:cTn>
                                        <p:tgtEl>
                                          <p:spTgt spid="495"/>
                                        </p:tgtEl>
                                        <p:attrNameLst>
                                          <p:attrName>style.visibility</p:attrName>
                                        </p:attrNameLst>
                                      </p:cBhvr>
                                      <p:to>
                                        <p:strVal val="visible"/>
                                      </p:to>
                                    </p:set>
                                    <p:animEffect transition="in" filter="wipe(down)">
                                      <p:cBhvr>
                                        <p:cTn id="107" dur="500"/>
                                        <p:tgtEl>
                                          <p:spTgt spid="4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 grpId="0" animBg="1"/>
      <p:bldP spid="487" grpId="0" animBg="1"/>
      <p:bldP spid="488" grpId="0" animBg="1"/>
      <p:bldP spid="489" grpId="0" animBg="1"/>
      <p:bldP spid="490" grpId="0" animBg="1"/>
      <p:bldP spid="491" grpId="0" animBg="1"/>
      <p:bldP spid="492" grpId="0" animBg="1"/>
      <p:bldP spid="493" grpId="0" animBg="1"/>
      <p:bldP spid="494" grpId="0" animBg="1"/>
      <p:bldP spid="495" grpId="0" animBg="1"/>
      <p:bldP spid="496" grpId="0" animBg="1"/>
      <p:bldP spid="497" grpId="0" animBg="1"/>
      <p:bldP spid="561" grpId="0" animBg="1"/>
      <p:bldP spid="562" grpId="0" animBg="1"/>
      <p:bldP spid="563" grpId="0" animBg="1"/>
      <p:bldP spid="564" grpId="0" animBg="1"/>
      <p:bldP spid="565" grpId="0" animBg="1"/>
      <p:bldP spid="566" grpId="0" animBg="1"/>
      <p:bldP spid="567" grpId="0" animBg="1"/>
      <p:bldP spid="568" grpId="0" animBg="1"/>
      <p:bldP spid="569" grpId="0" animBg="1"/>
      <p:bldP spid="570" grpId="0" animBg="1"/>
      <p:bldP spid="571"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 </a:t>
            </a:r>
            <a:r>
              <a:rPr lang="fa-IR" sz="1800" b="1" dirty="0">
                <a:solidFill>
                  <a:srgbClr val="C00000"/>
                </a:solidFill>
                <a:latin typeface="IRANSans(FaNum)" panose="02040503050201020203" pitchFamily="18" charset="-78"/>
              </a:rPr>
              <a:t>تکرار</a:t>
            </a:r>
            <a:endParaRPr lang="en-US" sz="1800" b="1" dirty="0">
              <a:solidFill>
                <a:srgbClr val="1F1FFF"/>
              </a:solidFill>
              <a:latin typeface="IRANSans(FaNum)" panose="02040503050201020203" pitchFamily="18" charset="-78"/>
            </a:endParaRPr>
          </a:p>
        </p:txBody>
      </p:sp>
      <p:sp>
        <p:nvSpPr>
          <p:cNvPr id="8" name="TextBox 7">
            <a:extLst>
              <a:ext uri="{FF2B5EF4-FFF2-40B4-BE49-F238E27FC236}">
                <a16:creationId xmlns:a16="http://schemas.microsoft.com/office/drawing/2014/main" id="{37933E3B-D6F4-5537-D2CB-AFDF16BCE191}"/>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t>All nodes:</a:t>
            </a:r>
          </a:p>
          <a:p>
            <a:pPr marL="174625" indent="-174625">
              <a:lnSpc>
                <a:spcPct val="90000"/>
              </a:lnSpc>
              <a:buClr>
                <a:srgbClr val="0000A8"/>
              </a:buClr>
              <a:buFont typeface="Wingdings" pitchFamily="2" charset="2"/>
              <a:buChar char="§"/>
            </a:pPr>
            <a:r>
              <a:rPr lang="en-US" dirty="0"/>
              <a:t>receive distance vectors from neighbors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compute their new local  distance vector</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send their new local distance vector to neighbors</a:t>
            </a:r>
          </a:p>
        </p:txBody>
      </p:sp>
      <p:grpSp>
        <p:nvGrpSpPr>
          <p:cNvPr id="9" name="Group 8">
            <a:extLst>
              <a:ext uri="{FF2B5EF4-FFF2-40B4-BE49-F238E27FC236}">
                <a16:creationId xmlns:a16="http://schemas.microsoft.com/office/drawing/2014/main" id="{58998C5F-6435-0566-50A3-79D646491577}"/>
              </a:ext>
            </a:extLst>
          </p:cNvPr>
          <p:cNvGrpSpPr/>
          <p:nvPr/>
        </p:nvGrpSpPr>
        <p:grpSpPr>
          <a:xfrm>
            <a:off x="584365" y="1859143"/>
            <a:ext cx="736099" cy="1229581"/>
            <a:chOff x="10030307" y="3444875"/>
            <a:chExt cx="736099" cy="1229581"/>
          </a:xfrm>
        </p:grpSpPr>
        <p:sp>
          <p:nvSpPr>
            <p:cNvPr id="11" name="TextBox 10">
              <a:extLst>
                <a:ext uri="{FF2B5EF4-FFF2-40B4-BE49-F238E27FC236}">
                  <a16:creationId xmlns:a16="http://schemas.microsoft.com/office/drawing/2014/main" id="{9A3EF463-060A-1331-8AEA-97920C7E5F91}"/>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12" name="Group 11">
              <a:extLst>
                <a:ext uri="{FF2B5EF4-FFF2-40B4-BE49-F238E27FC236}">
                  <a16:creationId xmlns:a16="http://schemas.microsoft.com/office/drawing/2014/main" id="{E800D45D-FB57-1DB9-90F0-94A62A876E58}"/>
                </a:ext>
              </a:extLst>
            </p:cNvPr>
            <p:cNvGrpSpPr/>
            <p:nvPr/>
          </p:nvGrpSpPr>
          <p:grpSpPr>
            <a:xfrm>
              <a:off x="10034588" y="3444875"/>
              <a:ext cx="682627" cy="682625"/>
              <a:chOff x="10034588" y="3444875"/>
              <a:chExt cx="682627" cy="682625"/>
            </a:xfrm>
          </p:grpSpPr>
          <p:sp>
            <p:nvSpPr>
              <p:cNvPr id="13" name="Oval 12">
                <a:extLst>
                  <a:ext uri="{FF2B5EF4-FFF2-40B4-BE49-F238E27FC236}">
                    <a16:creationId xmlns:a16="http://schemas.microsoft.com/office/drawing/2014/main" id="{11D8FEF1-06B2-294E-3FDD-064B93B38704}"/>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4" name="Straight Connector 13">
                <a:extLst>
                  <a:ext uri="{FF2B5EF4-FFF2-40B4-BE49-F238E27FC236}">
                    <a16:creationId xmlns:a16="http://schemas.microsoft.com/office/drawing/2014/main" id="{2456A4EE-AB9C-A788-569D-A13312C816A0}"/>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6AD20AB-E992-0F02-8A9F-DB3106F09637}"/>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619C514-D86F-14B9-A21C-F958238D197F}"/>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1EED799-313B-6541-82D9-FCFC2224A89C}"/>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98A9AB9-09EE-304A-B390-D7D342ADF87F}"/>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65E3089-A01C-78DB-3CD1-A626F749DE38}"/>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61307D1D-0372-8FE6-C8CC-AE159D082ECF}"/>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BA35354-2231-545A-D48D-EC2ACC257545}"/>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6BA6713E-E84B-A5A0-73FA-208D266023C3}"/>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4E420C7B-83E6-A543-E923-1260C067B43D}"/>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3" name="Straight Connector 572">
                <a:extLst>
                  <a:ext uri="{FF2B5EF4-FFF2-40B4-BE49-F238E27FC236}">
                    <a16:creationId xmlns:a16="http://schemas.microsoft.com/office/drawing/2014/main" id="{FE309868-1CC7-AD60-8815-6DF49E73C2E1}"/>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8F4B16DB-78C9-112D-034E-4E057A5A2445}"/>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75" name="Oval 574">
                <a:extLst>
                  <a:ext uri="{FF2B5EF4-FFF2-40B4-BE49-F238E27FC236}">
                    <a16:creationId xmlns:a16="http://schemas.microsoft.com/office/drawing/2014/main" id="{8CFDA9D8-26DA-61FB-D076-3F23FDF5E010}"/>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76" name="Straight Connector 575">
                <a:extLst>
                  <a:ext uri="{FF2B5EF4-FFF2-40B4-BE49-F238E27FC236}">
                    <a16:creationId xmlns:a16="http://schemas.microsoft.com/office/drawing/2014/main" id="{364B0A77-4B7B-CAF7-E84A-729F87F6565C}"/>
                  </a:ext>
                </a:extLst>
              </p:cNvPr>
              <p:cNvCxnSpPr>
                <a:cxnSpLocks/>
              </p:cNvCxnSpPr>
              <p:nvPr/>
            </p:nvCxnSpPr>
            <p:spPr>
              <a:xfrm flipH="1">
                <a:off x="10361752" y="3564494"/>
                <a:ext cx="137579" cy="231764"/>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cxnSp>
        <p:nvCxnSpPr>
          <p:cNvPr id="577" name="Straight Connector 576">
            <a:extLst>
              <a:ext uri="{FF2B5EF4-FFF2-40B4-BE49-F238E27FC236}">
                <a16:creationId xmlns:a16="http://schemas.microsoft.com/office/drawing/2014/main" id="{21B0CD5F-A160-2805-E2BD-8C2B7C41A881}"/>
              </a:ext>
            </a:extLst>
          </p:cNvPr>
          <p:cNvCxnSpPr>
            <a:cxnSpLocks/>
            <a:stCxn id="579" idx="2"/>
            <a:endCxn id="579"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BC355D71-EF4A-11AB-43A5-2687A3C4E191}"/>
              </a:ext>
            </a:extLst>
          </p:cNvPr>
          <p:cNvCxnSpPr>
            <a:cxnSpLocks/>
            <a:stCxn id="579" idx="1"/>
            <a:endCxn id="579"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79" name="Rectangle 578">
            <a:extLst>
              <a:ext uri="{FF2B5EF4-FFF2-40B4-BE49-F238E27FC236}">
                <a16:creationId xmlns:a16="http://schemas.microsoft.com/office/drawing/2014/main" id="{55AFC2C1-71EB-E8B2-C668-DF9CD687A957}"/>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80" name="Rectangle 579">
            <a:extLst>
              <a:ext uri="{FF2B5EF4-FFF2-40B4-BE49-F238E27FC236}">
                <a16:creationId xmlns:a16="http://schemas.microsoft.com/office/drawing/2014/main" id="{53E18503-9951-7BA7-CC2F-DDC030213D25}"/>
              </a:ext>
            </a:extLst>
          </p:cNvPr>
          <p:cNvSpPr/>
          <p:nvPr/>
        </p:nvSpPr>
        <p:spPr>
          <a:xfrm>
            <a:off x="8380337" y="220047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581" name="Group 580">
            <a:extLst>
              <a:ext uri="{FF2B5EF4-FFF2-40B4-BE49-F238E27FC236}">
                <a16:creationId xmlns:a16="http://schemas.microsoft.com/office/drawing/2014/main" id="{80163A35-7FF6-AC01-68A2-6768F19260B0}"/>
              </a:ext>
            </a:extLst>
          </p:cNvPr>
          <p:cNvGrpSpPr/>
          <p:nvPr/>
        </p:nvGrpSpPr>
        <p:grpSpPr>
          <a:xfrm>
            <a:off x="4333785" y="5772213"/>
            <a:ext cx="4395351" cy="404576"/>
            <a:chOff x="4333785" y="5772213"/>
            <a:chExt cx="4395351" cy="404576"/>
          </a:xfrm>
        </p:grpSpPr>
        <p:grpSp>
          <p:nvGrpSpPr>
            <p:cNvPr id="582" name="Group 581">
              <a:extLst>
                <a:ext uri="{FF2B5EF4-FFF2-40B4-BE49-F238E27FC236}">
                  <a16:creationId xmlns:a16="http://schemas.microsoft.com/office/drawing/2014/main" id="{E71ED875-5276-D6F9-AB27-9AA4E85A6096}"/>
                </a:ext>
              </a:extLst>
            </p:cNvPr>
            <p:cNvGrpSpPr/>
            <p:nvPr/>
          </p:nvGrpSpPr>
          <p:grpSpPr>
            <a:xfrm>
              <a:off x="4333785" y="5772213"/>
              <a:ext cx="531821" cy="369069"/>
              <a:chOff x="1348328" y="2475647"/>
              <a:chExt cx="603916" cy="419100"/>
            </a:xfrm>
          </p:grpSpPr>
          <p:grpSp>
            <p:nvGrpSpPr>
              <p:cNvPr id="603" name="Group 602">
                <a:extLst>
                  <a:ext uri="{FF2B5EF4-FFF2-40B4-BE49-F238E27FC236}">
                    <a16:creationId xmlns:a16="http://schemas.microsoft.com/office/drawing/2014/main" id="{88FDECBF-FD00-49DD-EBDE-F8200064CB37}"/>
                  </a:ext>
                </a:extLst>
              </p:cNvPr>
              <p:cNvGrpSpPr/>
              <p:nvPr/>
            </p:nvGrpSpPr>
            <p:grpSpPr>
              <a:xfrm>
                <a:off x="1348328" y="2555748"/>
                <a:ext cx="603916" cy="308999"/>
                <a:chOff x="5278570" y="2983486"/>
                <a:chExt cx="501650" cy="233363"/>
              </a:xfrm>
            </p:grpSpPr>
            <p:sp>
              <p:nvSpPr>
                <p:cNvPr id="607" name="Oval 5">
                  <a:extLst>
                    <a:ext uri="{FF2B5EF4-FFF2-40B4-BE49-F238E27FC236}">
                      <a16:creationId xmlns:a16="http://schemas.microsoft.com/office/drawing/2014/main" id="{CCE80F46-DE08-7AFC-1AE1-ED4CE1FF07F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Line 6">
                  <a:extLst>
                    <a:ext uri="{FF2B5EF4-FFF2-40B4-BE49-F238E27FC236}">
                      <a16:creationId xmlns:a16="http://schemas.microsoft.com/office/drawing/2014/main" id="{F2F2FD8C-E56B-E4AD-0466-CBC31695833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9" name="Line 7">
                  <a:extLst>
                    <a:ext uri="{FF2B5EF4-FFF2-40B4-BE49-F238E27FC236}">
                      <a16:creationId xmlns:a16="http://schemas.microsoft.com/office/drawing/2014/main" id="{D5759D5C-FDFC-0105-2AF7-EAE29ECC902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0" name="Rectangle 8">
                  <a:extLst>
                    <a:ext uri="{FF2B5EF4-FFF2-40B4-BE49-F238E27FC236}">
                      <a16:creationId xmlns:a16="http://schemas.microsoft.com/office/drawing/2014/main" id="{987910AF-7979-1044-799E-ED5F0107C79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Oval 9">
                  <a:extLst>
                    <a:ext uri="{FF2B5EF4-FFF2-40B4-BE49-F238E27FC236}">
                      <a16:creationId xmlns:a16="http://schemas.microsoft.com/office/drawing/2014/main" id="{CC032B11-ABC0-377B-40EE-84F4FB6FB63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4" name="Group 44">
                <a:extLst>
                  <a:ext uri="{FF2B5EF4-FFF2-40B4-BE49-F238E27FC236}">
                    <a16:creationId xmlns:a16="http://schemas.microsoft.com/office/drawing/2014/main" id="{77858050-E284-5E9C-BE27-FF3B280661D9}"/>
                  </a:ext>
                </a:extLst>
              </p:cNvPr>
              <p:cNvGrpSpPr>
                <a:grpSpLocks/>
              </p:cNvGrpSpPr>
              <p:nvPr/>
            </p:nvGrpSpPr>
            <p:grpSpPr bwMode="auto">
              <a:xfrm>
                <a:off x="1456374" y="2475647"/>
                <a:ext cx="355165" cy="419100"/>
                <a:chOff x="2944" y="2405"/>
                <a:chExt cx="227" cy="264"/>
              </a:xfrm>
            </p:grpSpPr>
            <p:sp>
              <p:nvSpPr>
                <p:cNvPr id="605" name="Rectangle 45">
                  <a:extLst>
                    <a:ext uri="{FF2B5EF4-FFF2-40B4-BE49-F238E27FC236}">
                      <a16:creationId xmlns:a16="http://schemas.microsoft.com/office/drawing/2014/main" id="{9C802D03-C3EF-DC45-FD3E-BCD6DC6684E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Text Box 46">
                  <a:extLst>
                    <a:ext uri="{FF2B5EF4-FFF2-40B4-BE49-F238E27FC236}">
                      <a16:creationId xmlns:a16="http://schemas.microsoft.com/office/drawing/2014/main" id="{8E21B5BB-116B-AEC7-0CC5-0C907E547859}"/>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83" name="Group 582">
              <a:extLst>
                <a:ext uri="{FF2B5EF4-FFF2-40B4-BE49-F238E27FC236}">
                  <a16:creationId xmlns:a16="http://schemas.microsoft.com/office/drawing/2014/main" id="{BB828677-68CA-B567-987E-1E4F9108FEC3}"/>
                </a:ext>
              </a:extLst>
            </p:cNvPr>
            <p:cNvGrpSpPr/>
            <p:nvPr/>
          </p:nvGrpSpPr>
          <p:grpSpPr>
            <a:xfrm>
              <a:off x="6263949" y="5807720"/>
              <a:ext cx="531821" cy="369069"/>
              <a:chOff x="1348328" y="2507397"/>
              <a:chExt cx="603916" cy="419100"/>
            </a:xfrm>
          </p:grpSpPr>
          <p:grpSp>
            <p:nvGrpSpPr>
              <p:cNvPr id="594" name="Group 593">
                <a:extLst>
                  <a:ext uri="{FF2B5EF4-FFF2-40B4-BE49-F238E27FC236}">
                    <a16:creationId xmlns:a16="http://schemas.microsoft.com/office/drawing/2014/main" id="{07C5487B-9830-8508-4EB6-6F90FA70E400}"/>
                  </a:ext>
                </a:extLst>
              </p:cNvPr>
              <p:cNvGrpSpPr/>
              <p:nvPr/>
            </p:nvGrpSpPr>
            <p:grpSpPr>
              <a:xfrm>
                <a:off x="1348328" y="2555748"/>
                <a:ext cx="603916" cy="308999"/>
                <a:chOff x="5278570" y="2983486"/>
                <a:chExt cx="501650" cy="233363"/>
              </a:xfrm>
            </p:grpSpPr>
            <p:sp>
              <p:nvSpPr>
                <p:cNvPr id="598" name="Oval 5">
                  <a:extLst>
                    <a:ext uri="{FF2B5EF4-FFF2-40B4-BE49-F238E27FC236}">
                      <a16:creationId xmlns:a16="http://schemas.microsoft.com/office/drawing/2014/main" id="{B42DA094-0B09-BAB8-85E6-607E5065F5A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Line 6">
                  <a:extLst>
                    <a:ext uri="{FF2B5EF4-FFF2-40B4-BE49-F238E27FC236}">
                      <a16:creationId xmlns:a16="http://schemas.microsoft.com/office/drawing/2014/main" id="{14D20304-35BE-0D59-7A1A-096E82C4CA5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0" name="Line 7">
                  <a:extLst>
                    <a:ext uri="{FF2B5EF4-FFF2-40B4-BE49-F238E27FC236}">
                      <a16:creationId xmlns:a16="http://schemas.microsoft.com/office/drawing/2014/main" id="{B427B2F7-22DD-3BF7-70E9-61A59137D23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Rectangle 8">
                  <a:extLst>
                    <a:ext uri="{FF2B5EF4-FFF2-40B4-BE49-F238E27FC236}">
                      <a16:creationId xmlns:a16="http://schemas.microsoft.com/office/drawing/2014/main" id="{AF4CCB0B-9073-E2D9-C727-B203F2D98EE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2" name="Oval 9">
                  <a:extLst>
                    <a:ext uri="{FF2B5EF4-FFF2-40B4-BE49-F238E27FC236}">
                      <a16:creationId xmlns:a16="http://schemas.microsoft.com/office/drawing/2014/main" id="{55388AB4-C7E3-B371-0CD5-15EDA23A99A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95" name="Group 44">
                <a:extLst>
                  <a:ext uri="{FF2B5EF4-FFF2-40B4-BE49-F238E27FC236}">
                    <a16:creationId xmlns:a16="http://schemas.microsoft.com/office/drawing/2014/main" id="{28B59F09-B4A2-6961-366B-F421216D1433}"/>
                  </a:ext>
                </a:extLst>
              </p:cNvPr>
              <p:cNvGrpSpPr>
                <a:grpSpLocks/>
              </p:cNvGrpSpPr>
              <p:nvPr/>
            </p:nvGrpSpPr>
            <p:grpSpPr bwMode="auto">
              <a:xfrm>
                <a:off x="1456374" y="2507397"/>
                <a:ext cx="355165" cy="419100"/>
                <a:chOff x="2944" y="2425"/>
                <a:chExt cx="227" cy="264"/>
              </a:xfrm>
            </p:grpSpPr>
            <p:sp>
              <p:nvSpPr>
                <p:cNvPr id="596" name="Rectangle 45">
                  <a:extLst>
                    <a:ext uri="{FF2B5EF4-FFF2-40B4-BE49-F238E27FC236}">
                      <a16:creationId xmlns:a16="http://schemas.microsoft.com/office/drawing/2014/main" id="{13FB8ABC-CAD1-44B7-C516-F1B57F09D6E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7" name="Text Box 46">
                  <a:extLst>
                    <a:ext uri="{FF2B5EF4-FFF2-40B4-BE49-F238E27FC236}">
                      <a16:creationId xmlns:a16="http://schemas.microsoft.com/office/drawing/2014/main" id="{FDCDE341-2311-2793-1C8D-5FC25A4950F7}"/>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84" name="Group 583">
              <a:extLst>
                <a:ext uri="{FF2B5EF4-FFF2-40B4-BE49-F238E27FC236}">
                  <a16:creationId xmlns:a16="http://schemas.microsoft.com/office/drawing/2014/main" id="{4E88E3F5-A85E-DF8C-AF58-9FD23C8A6BE2}"/>
                </a:ext>
              </a:extLst>
            </p:cNvPr>
            <p:cNvGrpSpPr/>
            <p:nvPr/>
          </p:nvGrpSpPr>
          <p:grpSpPr>
            <a:xfrm>
              <a:off x="8197315" y="5805271"/>
              <a:ext cx="531821" cy="369069"/>
              <a:chOff x="1348328" y="2507397"/>
              <a:chExt cx="603916" cy="419100"/>
            </a:xfrm>
          </p:grpSpPr>
          <p:grpSp>
            <p:nvGrpSpPr>
              <p:cNvPr id="585" name="Group 584">
                <a:extLst>
                  <a:ext uri="{FF2B5EF4-FFF2-40B4-BE49-F238E27FC236}">
                    <a16:creationId xmlns:a16="http://schemas.microsoft.com/office/drawing/2014/main" id="{09A463BE-E804-2B39-BA50-6C98EE750BE3}"/>
                  </a:ext>
                </a:extLst>
              </p:cNvPr>
              <p:cNvGrpSpPr/>
              <p:nvPr/>
            </p:nvGrpSpPr>
            <p:grpSpPr>
              <a:xfrm>
                <a:off x="1348328" y="2555748"/>
                <a:ext cx="603916" cy="308999"/>
                <a:chOff x="5278570" y="2983486"/>
                <a:chExt cx="501650" cy="233363"/>
              </a:xfrm>
            </p:grpSpPr>
            <p:sp>
              <p:nvSpPr>
                <p:cNvPr id="589" name="Oval 5">
                  <a:extLst>
                    <a:ext uri="{FF2B5EF4-FFF2-40B4-BE49-F238E27FC236}">
                      <a16:creationId xmlns:a16="http://schemas.microsoft.com/office/drawing/2014/main" id="{3FE00E2F-741E-5B11-F315-94256749DA5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0" name="Line 6">
                  <a:extLst>
                    <a:ext uri="{FF2B5EF4-FFF2-40B4-BE49-F238E27FC236}">
                      <a16:creationId xmlns:a16="http://schemas.microsoft.com/office/drawing/2014/main" id="{22DC0336-6231-AAB5-94D6-E424CB666BC5}"/>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1" name="Line 7">
                  <a:extLst>
                    <a:ext uri="{FF2B5EF4-FFF2-40B4-BE49-F238E27FC236}">
                      <a16:creationId xmlns:a16="http://schemas.microsoft.com/office/drawing/2014/main" id="{7C900953-7952-1F9D-ADD5-C909CAA7884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2" name="Rectangle 8">
                  <a:extLst>
                    <a:ext uri="{FF2B5EF4-FFF2-40B4-BE49-F238E27FC236}">
                      <a16:creationId xmlns:a16="http://schemas.microsoft.com/office/drawing/2014/main" id="{8508760E-B899-E0AA-9427-4A5B68930AC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3" name="Oval 9">
                  <a:extLst>
                    <a:ext uri="{FF2B5EF4-FFF2-40B4-BE49-F238E27FC236}">
                      <a16:creationId xmlns:a16="http://schemas.microsoft.com/office/drawing/2014/main" id="{83E2B59A-A9B2-D464-BFD0-535A2ACA72E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6" name="Group 44">
                <a:extLst>
                  <a:ext uri="{FF2B5EF4-FFF2-40B4-BE49-F238E27FC236}">
                    <a16:creationId xmlns:a16="http://schemas.microsoft.com/office/drawing/2014/main" id="{0D9D6E26-2D8F-B2E9-9880-5B784E360743}"/>
                  </a:ext>
                </a:extLst>
              </p:cNvPr>
              <p:cNvGrpSpPr>
                <a:grpSpLocks/>
              </p:cNvGrpSpPr>
              <p:nvPr/>
            </p:nvGrpSpPr>
            <p:grpSpPr bwMode="auto">
              <a:xfrm>
                <a:off x="1500196" y="2507397"/>
                <a:ext cx="267548" cy="419100"/>
                <a:chOff x="2972" y="2425"/>
                <a:chExt cx="171" cy="264"/>
              </a:xfrm>
            </p:grpSpPr>
            <p:sp>
              <p:nvSpPr>
                <p:cNvPr id="587" name="Rectangle 45">
                  <a:extLst>
                    <a:ext uri="{FF2B5EF4-FFF2-40B4-BE49-F238E27FC236}">
                      <a16:creationId xmlns:a16="http://schemas.microsoft.com/office/drawing/2014/main" id="{3E71BC63-5B48-A971-9F01-F890A538E4D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8" name="Text Box 46">
                  <a:extLst>
                    <a:ext uri="{FF2B5EF4-FFF2-40B4-BE49-F238E27FC236}">
                      <a16:creationId xmlns:a16="http://schemas.microsoft.com/office/drawing/2014/main" id="{187DF7D9-F35A-7C78-4355-47BE704698F7}"/>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612" name="TextBox 611">
            <a:extLst>
              <a:ext uri="{FF2B5EF4-FFF2-40B4-BE49-F238E27FC236}">
                <a16:creationId xmlns:a16="http://schemas.microsoft.com/office/drawing/2014/main" id="{078DAFB0-951C-602A-7D1A-2E884DF6A851}"/>
              </a:ext>
            </a:extLst>
          </p:cNvPr>
          <p:cNvSpPr txBox="1"/>
          <p:nvPr/>
        </p:nvSpPr>
        <p:spPr>
          <a:xfrm>
            <a:off x="4305782" y="2870522"/>
            <a:ext cx="301686" cy="338554"/>
          </a:xfrm>
          <a:prstGeom prst="rect">
            <a:avLst/>
          </a:prstGeom>
          <a:noFill/>
        </p:spPr>
        <p:txBody>
          <a:bodyPr wrap="square" rtlCol="0">
            <a:spAutoFit/>
          </a:bodyPr>
          <a:lstStyle/>
          <a:p>
            <a:r>
              <a:rPr lang="en-US" sz="1600" dirty="0"/>
              <a:t>1</a:t>
            </a:r>
          </a:p>
        </p:txBody>
      </p:sp>
      <p:sp>
        <p:nvSpPr>
          <p:cNvPr id="613" name="TextBox 612">
            <a:extLst>
              <a:ext uri="{FF2B5EF4-FFF2-40B4-BE49-F238E27FC236}">
                <a16:creationId xmlns:a16="http://schemas.microsoft.com/office/drawing/2014/main" id="{7F1DB151-AFB0-90D4-ECD4-333CF4C8AC65}"/>
              </a:ext>
            </a:extLst>
          </p:cNvPr>
          <p:cNvSpPr txBox="1"/>
          <p:nvPr/>
        </p:nvSpPr>
        <p:spPr>
          <a:xfrm>
            <a:off x="6217534" y="2860877"/>
            <a:ext cx="288862" cy="338554"/>
          </a:xfrm>
          <a:prstGeom prst="rect">
            <a:avLst/>
          </a:prstGeom>
          <a:noFill/>
        </p:spPr>
        <p:txBody>
          <a:bodyPr wrap="none" rtlCol="0">
            <a:spAutoFit/>
          </a:bodyPr>
          <a:lstStyle/>
          <a:p>
            <a:r>
              <a:rPr lang="en-US" sz="1600" dirty="0"/>
              <a:t>1</a:t>
            </a:r>
          </a:p>
        </p:txBody>
      </p:sp>
      <p:sp>
        <p:nvSpPr>
          <p:cNvPr id="614" name="TextBox 613">
            <a:extLst>
              <a:ext uri="{FF2B5EF4-FFF2-40B4-BE49-F238E27FC236}">
                <a16:creationId xmlns:a16="http://schemas.microsoft.com/office/drawing/2014/main" id="{992C9738-FDFC-F11A-D6F5-048BDC409E7D}"/>
              </a:ext>
            </a:extLst>
          </p:cNvPr>
          <p:cNvSpPr txBox="1"/>
          <p:nvPr/>
        </p:nvSpPr>
        <p:spPr>
          <a:xfrm>
            <a:off x="4296138" y="4886446"/>
            <a:ext cx="301686" cy="338554"/>
          </a:xfrm>
          <a:prstGeom prst="rect">
            <a:avLst/>
          </a:prstGeom>
          <a:noFill/>
        </p:spPr>
        <p:txBody>
          <a:bodyPr wrap="square" rtlCol="0">
            <a:spAutoFit/>
          </a:bodyPr>
          <a:lstStyle/>
          <a:p>
            <a:r>
              <a:rPr lang="en-US" sz="1600" dirty="0"/>
              <a:t>1</a:t>
            </a:r>
          </a:p>
        </p:txBody>
      </p:sp>
      <p:sp>
        <p:nvSpPr>
          <p:cNvPr id="615" name="TextBox 614">
            <a:extLst>
              <a:ext uri="{FF2B5EF4-FFF2-40B4-BE49-F238E27FC236}">
                <a16:creationId xmlns:a16="http://schemas.microsoft.com/office/drawing/2014/main" id="{018952EB-38C0-ABAA-12BA-29657D5D8DFF}"/>
              </a:ext>
            </a:extLst>
          </p:cNvPr>
          <p:cNvSpPr txBox="1"/>
          <p:nvPr/>
        </p:nvSpPr>
        <p:spPr>
          <a:xfrm>
            <a:off x="6231040" y="4888376"/>
            <a:ext cx="288862" cy="338554"/>
          </a:xfrm>
          <a:prstGeom prst="rect">
            <a:avLst/>
          </a:prstGeom>
          <a:noFill/>
        </p:spPr>
        <p:txBody>
          <a:bodyPr wrap="none" rtlCol="0">
            <a:spAutoFit/>
          </a:bodyPr>
          <a:lstStyle/>
          <a:p>
            <a:r>
              <a:rPr lang="en-US" sz="1600" dirty="0"/>
              <a:t>1</a:t>
            </a:r>
          </a:p>
        </p:txBody>
      </p:sp>
      <p:sp>
        <p:nvSpPr>
          <p:cNvPr id="616" name="TextBox 615">
            <a:extLst>
              <a:ext uri="{FF2B5EF4-FFF2-40B4-BE49-F238E27FC236}">
                <a16:creationId xmlns:a16="http://schemas.microsoft.com/office/drawing/2014/main" id="{C17979B0-7225-2C7A-8FE5-367AACACE489}"/>
              </a:ext>
            </a:extLst>
          </p:cNvPr>
          <p:cNvSpPr txBox="1"/>
          <p:nvPr/>
        </p:nvSpPr>
        <p:spPr>
          <a:xfrm>
            <a:off x="8154365" y="4890306"/>
            <a:ext cx="288862" cy="338554"/>
          </a:xfrm>
          <a:prstGeom prst="rect">
            <a:avLst/>
          </a:prstGeom>
          <a:noFill/>
        </p:spPr>
        <p:txBody>
          <a:bodyPr wrap="none" rtlCol="0">
            <a:spAutoFit/>
          </a:bodyPr>
          <a:lstStyle/>
          <a:p>
            <a:r>
              <a:rPr lang="en-US" sz="1600" dirty="0"/>
              <a:t>1</a:t>
            </a:r>
          </a:p>
        </p:txBody>
      </p:sp>
      <p:sp>
        <p:nvSpPr>
          <p:cNvPr id="617" name="TextBox 616">
            <a:extLst>
              <a:ext uri="{FF2B5EF4-FFF2-40B4-BE49-F238E27FC236}">
                <a16:creationId xmlns:a16="http://schemas.microsoft.com/office/drawing/2014/main" id="{4B5E0612-30E0-E22E-2090-6D67EC47E6DC}"/>
              </a:ext>
            </a:extLst>
          </p:cNvPr>
          <p:cNvSpPr txBox="1"/>
          <p:nvPr/>
        </p:nvSpPr>
        <p:spPr>
          <a:xfrm>
            <a:off x="5442030" y="4029920"/>
            <a:ext cx="301686" cy="338554"/>
          </a:xfrm>
          <a:prstGeom prst="rect">
            <a:avLst/>
          </a:prstGeom>
          <a:noFill/>
        </p:spPr>
        <p:txBody>
          <a:bodyPr wrap="square" rtlCol="0">
            <a:spAutoFit/>
          </a:bodyPr>
          <a:lstStyle/>
          <a:p>
            <a:r>
              <a:rPr lang="en-US" sz="1600" dirty="0"/>
              <a:t>1</a:t>
            </a:r>
          </a:p>
        </p:txBody>
      </p:sp>
      <p:sp>
        <p:nvSpPr>
          <p:cNvPr id="618" name="TextBox 617">
            <a:extLst>
              <a:ext uri="{FF2B5EF4-FFF2-40B4-BE49-F238E27FC236}">
                <a16:creationId xmlns:a16="http://schemas.microsoft.com/office/drawing/2014/main" id="{61A6615D-676E-5DF9-48F1-600549AA44BD}"/>
              </a:ext>
            </a:extLst>
          </p:cNvPr>
          <p:cNvSpPr txBox="1"/>
          <p:nvPr/>
        </p:nvSpPr>
        <p:spPr>
          <a:xfrm>
            <a:off x="7353782" y="4020275"/>
            <a:ext cx="288862" cy="338554"/>
          </a:xfrm>
          <a:prstGeom prst="rect">
            <a:avLst/>
          </a:prstGeom>
          <a:noFill/>
        </p:spPr>
        <p:txBody>
          <a:bodyPr wrap="none" rtlCol="0">
            <a:spAutoFit/>
          </a:bodyPr>
          <a:lstStyle/>
          <a:p>
            <a:r>
              <a:rPr lang="en-US" sz="1600" dirty="0"/>
              <a:t>1</a:t>
            </a:r>
          </a:p>
        </p:txBody>
      </p:sp>
      <p:sp>
        <p:nvSpPr>
          <p:cNvPr id="619" name="TextBox 618">
            <a:extLst>
              <a:ext uri="{FF2B5EF4-FFF2-40B4-BE49-F238E27FC236}">
                <a16:creationId xmlns:a16="http://schemas.microsoft.com/office/drawing/2014/main" id="{EF9CBAFC-34E9-C128-1C1F-17383A813B9B}"/>
              </a:ext>
            </a:extLst>
          </p:cNvPr>
          <p:cNvSpPr txBox="1"/>
          <p:nvPr/>
        </p:nvSpPr>
        <p:spPr>
          <a:xfrm>
            <a:off x="5443958" y="5953247"/>
            <a:ext cx="301686" cy="338554"/>
          </a:xfrm>
          <a:prstGeom prst="rect">
            <a:avLst/>
          </a:prstGeom>
          <a:noFill/>
        </p:spPr>
        <p:txBody>
          <a:bodyPr wrap="square" rtlCol="0">
            <a:spAutoFit/>
          </a:bodyPr>
          <a:lstStyle/>
          <a:p>
            <a:r>
              <a:rPr lang="en-US" sz="1600" dirty="0"/>
              <a:t>1</a:t>
            </a:r>
          </a:p>
        </p:txBody>
      </p:sp>
      <p:sp>
        <p:nvSpPr>
          <p:cNvPr id="620" name="TextBox 619">
            <a:extLst>
              <a:ext uri="{FF2B5EF4-FFF2-40B4-BE49-F238E27FC236}">
                <a16:creationId xmlns:a16="http://schemas.microsoft.com/office/drawing/2014/main" id="{85CD635C-AC68-755E-BCAC-1B3EE7D30E06}"/>
              </a:ext>
            </a:extLst>
          </p:cNvPr>
          <p:cNvSpPr txBox="1"/>
          <p:nvPr/>
        </p:nvSpPr>
        <p:spPr>
          <a:xfrm>
            <a:off x="7355710" y="5943602"/>
            <a:ext cx="288862" cy="338554"/>
          </a:xfrm>
          <a:prstGeom prst="rect">
            <a:avLst/>
          </a:prstGeom>
          <a:noFill/>
        </p:spPr>
        <p:txBody>
          <a:bodyPr wrap="none" rtlCol="0">
            <a:spAutoFit/>
          </a:bodyPr>
          <a:lstStyle/>
          <a:p>
            <a:r>
              <a:rPr lang="en-US" sz="1600" dirty="0"/>
              <a:t>1</a:t>
            </a:r>
          </a:p>
        </p:txBody>
      </p:sp>
      <p:sp>
        <p:nvSpPr>
          <p:cNvPr id="621" name="TextBox 620">
            <a:extLst>
              <a:ext uri="{FF2B5EF4-FFF2-40B4-BE49-F238E27FC236}">
                <a16:creationId xmlns:a16="http://schemas.microsoft.com/office/drawing/2014/main" id="{C171497F-AF7E-E679-BBE9-6ADD7CABBD6E}"/>
              </a:ext>
            </a:extLst>
          </p:cNvPr>
          <p:cNvSpPr txBox="1"/>
          <p:nvPr/>
        </p:nvSpPr>
        <p:spPr>
          <a:xfrm>
            <a:off x="5445886" y="2123956"/>
            <a:ext cx="301686" cy="338554"/>
          </a:xfrm>
          <a:prstGeom prst="rect">
            <a:avLst/>
          </a:prstGeom>
          <a:noFill/>
        </p:spPr>
        <p:txBody>
          <a:bodyPr wrap="square" rtlCol="0">
            <a:spAutoFit/>
          </a:bodyPr>
          <a:lstStyle/>
          <a:p>
            <a:r>
              <a:rPr lang="en-US" sz="1600" dirty="0"/>
              <a:t>8</a:t>
            </a:r>
          </a:p>
        </p:txBody>
      </p:sp>
      <p:sp>
        <p:nvSpPr>
          <p:cNvPr id="622" name="TextBox 621">
            <a:extLst>
              <a:ext uri="{FF2B5EF4-FFF2-40B4-BE49-F238E27FC236}">
                <a16:creationId xmlns:a16="http://schemas.microsoft.com/office/drawing/2014/main" id="{6BFE0655-3BB4-0CE7-F18A-CBDD6DFB39FB}"/>
              </a:ext>
            </a:extLst>
          </p:cNvPr>
          <p:cNvSpPr txBox="1"/>
          <p:nvPr/>
        </p:nvSpPr>
        <p:spPr>
          <a:xfrm>
            <a:off x="7357638" y="2114311"/>
            <a:ext cx="288862" cy="338554"/>
          </a:xfrm>
          <a:prstGeom prst="rect">
            <a:avLst/>
          </a:prstGeom>
          <a:noFill/>
        </p:spPr>
        <p:txBody>
          <a:bodyPr wrap="none" rtlCol="0">
            <a:spAutoFit/>
          </a:bodyPr>
          <a:lstStyle/>
          <a:p>
            <a:r>
              <a:rPr lang="en-US" sz="1600" dirty="0"/>
              <a:t>1</a:t>
            </a:r>
          </a:p>
        </p:txBody>
      </p:sp>
      <p:sp>
        <p:nvSpPr>
          <p:cNvPr id="623" name="Right Arrow 368">
            <a:extLst>
              <a:ext uri="{FF2B5EF4-FFF2-40B4-BE49-F238E27FC236}">
                <a16:creationId xmlns:a16="http://schemas.microsoft.com/office/drawing/2014/main" id="{451E0A1C-58C5-DE97-64B5-85EA69D199AA}"/>
              </a:ext>
            </a:extLst>
          </p:cNvPr>
          <p:cNvSpPr/>
          <p:nvPr/>
        </p:nvSpPr>
        <p:spPr>
          <a:xfrm rot="16200000" flipV="1">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4" name="Right Arrow 369">
            <a:extLst>
              <a:ext uri="{FF2B5EF4-FFF2-40B4-BE49-F238E27FC236}">
                <a16:creationId xmlns:a16="http://schemas.microsoft.com/office/drawing/2014/main" id="{C03119D2-5C80-E277-A83F-0D104A6FC574}"/>
              </a:ext>
            </a:extLst>
          </p:cNvPr>
          <p:cNvSpPr/>
          <p:nvPr/>
        </p:nvSpPr>
        <p:spPr>
          <a:xfrm rot="5400000" flipV="1">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5" name="Right Arrow 370">
            <a:extLst>
              <a:ext uri="{FF2B5EF4-FFF2-40B4-BE49-F238E27FC236}">
                <a16:creationId xmlns:a16="http://schemas.microsoft.com/office/drawing/2014/main" id="{DFAA9DF8-BEDC-DDC2-F717-53F2429390C2}"/>
              </a:ext>
            </a:extLst>
          </p:cNvPr>
          <p:cNvSpPr/>
          <p:nvPr/>
        </p:nvSpPr>
        <p:spPr>
          <a:xfrm rot="16200000" flipV="1">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6" name="Right Arrow 371">
            <a:extLst>
              <a:ext uri="{FF2B5EF4-FFF2-40B4-BE49-F238E27FC236}">
                <a16:creationId xmlns:a16="http://schemas.microsoft.com/office/drawing/2014/main" id="{D74A1D33-E31F-22AA-344A-462B98CB4390}"/>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7" name="Right Arrow 372">
            <a:extLst>
              <a:ext uri="{FF2B5EF4-FFF2-40B4-BE49-F238E27FC236}">
                <a16:creationId xmlns:a16="http://schemas.microsoft.com/office/drawing/2014/main" id="{F192CE1C-F754-E115-4917-F2ECDF149B31}"/>
              </a:ext>
            </a:extLst>
          </p:cNvPr>
          <p:cNvSpPr/>
          <p:nvPr/>
        </p:nvSpPr>
        <p:spPr>
          <a:xfrm rot="16200000" flipV="1">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Right Arrow 373">
            <a:extLst>
              <a:ext uri="{FF2B5EF4-FFF2-40B4-BE49-F238E27FC236}">
                <a16:creationId xmlns:a16="http://schemas.microsoft.com/office/drawing/2014/main" id="{591D86E9-D58C-93F2-9EE5-E9225CFFA43A}"/>
              </a:ext>
            </a:extLst>
          </p:cNvPr>
          <p:cNvSpPr/>
          <p:nvPr/>
        </p:nvSpPr>
        <p:spPr>
          <a:xfrm rot="5400000" flipV="1">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Right Arrow 374">
            <a:extLst>
              <a:ext uri="{FF2B5EF4-FFF2-40B4-BE49-F238E27FC236}">
                <a16:creationId xmlns:a16="http://schemas.microsoft.com/office/drawing/2014/main" id="{D6A82AA0-6C6E-086B-5C95-ACA914DB6CB4}"/>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Right Arrow 375">
            <a:extLst>
              <a:ext uri="{FF2B5EF4-FFF2-40B4-BE49-F238E27FC236}">
                <a16:creationId xmlns:a16="http://schemas.microsoft.com/office/drawing/2014/main" id="{D3BE8069-5897-5EAC-F44B-B2D04641E730}"/>
              </a:ext>
            </a:extLst>
          </p:cNvPr>
          <p:cNvSpPr/>
          <p:nvPr/>
        </p:nvSpPr>
        <p:spPr>
          <a:xfrm rot="5400000" flipV="1">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1" name="Right Arrow 376">
            <a:extLst>
              <a:ext uri="{FF2B5EF4-FFF2-40B4-BE49-F238E27FC236}">
                <a16:creationId xmlns:a16="http://schemas.microsoft.com/office/drawing/2014/main" id="{B1D6AD98-0836-19EF-9163-26737A403E0E}"/>
              </a:ext>
            </a:extLst>
          </p:cNvPr>
          <p:cNvSpPr/>
          <p:nvPr/>
        </p:nvSpPr>
        <p:spPr>
          <a:xfrm rot="16200000" flipV="1">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2" name="Right Arrow 377">
            <a:extLst>
              <a:ext uri="{FF2B5EF4-FFF2-40B4-BE49-F238E27FC236}">
                <a16:creationId xmlns:a16="http://schemas.microsoft.com/office/drawing/2014/main" id="{A06C8B3C-9F5A-8275-1E07-BB7A0C33652B}"/>
              </a:ext>
            </a:extLst>
          </p:cNvPr>
          <p:cNvSpPr/>
          <p:nvPr/>
        </p:nvSpPr>
        <p:spPr>
          <a:xfrm rot="5400000" flipV="1">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3" name="Right Arrow 378">
            <a:extLst>
              <a:ext uri="{FF2B5EF4-FFF2-40B4-BE49-F238E27FC236}">
                <a16:creationId xmlns:a16="http://schemas.microsoft.com/office/drawing/2014/main" id="{3E933B3B-3774-9F09-9510-C05CB4CE1A16}"/>
              </a:ext>
            </a:extLst>
          </p:cNvPr>
          <p:cNvSpPr/>
          <p:nvPr/>
        </p:nvSpPr>
        <p:spPr>
          <a:xfrm rot="10800000" flipH="1">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4" name="Right Arrow 379">
            <a:extLst>
              <a:ext uri="{FF2B5EF4-FFF2-40B4-BE49-F238E27FC236}">
                <a16:creationId xmlns:a16="http://schemas.microsoft.com/office/drawing/2014/main" id="{3B1EFDD2-9132-8D53-25A0-8E81E1B9D67E}"/>
              </a:ext>
            </a:extLst>
          </p:cNvPr>
          <p:cNvSpPr/>
          <p:nvPr/>
        </p:nvSpPr>
        <p:spPr>
          <a:xfrm flipH="1">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35" name="Group 634">
            <a:extLst>
              <a:ext uri="{FF2B5EF4-FFF2-40B4-BE49-F238E27FC236}">
                <a16:creationId xmlns:a16="http://schemas.microsoft.com/office/drawing/2014/main" id="{C981E1F2-8660-DC10-B149-E1C0D8B7867D}"/>
              </a:ext>
            </a:extLst>
          </p:cNvPr>
          <p:cNvGrpSpPr/>
          <p:nvPr/>
        </p:nvGrpSpPr>
        <p:grpSpPr>
          <a:xfrm>
            <a:off x="4336458" y="3833790"/>
            <a:ext cx="4395351" cy="404576"/>
            <a:chOff x="4333785" y="5772213"/>
            <a:chExt cx="4395351" cy="404576"/>
          </a:xfrm>
        </p:grpSpPr>
        <p:grpSp>
          <p:nvGrpSpPr>
            <p:cNvPr id="636" name="Group 635">
              <a:extLst>
                <a:ext uri="{FF2B5EF4-FFF2-40B4-BE49-F238E27FC236}">
                  <a16:creationId xmlns:a16="http://schemas.microsoft.com/office/drawing/2014/main" id="{C7F43604-F46A-0599-EEE3-768FDAD4F653}"/>
                </a:ext>
              </a:extLst>
            </p:cNvPr>
            <p:cNvGrpSpPr/>
            <p:nvPr/>
          </p:nvGrpSpPr>
          <p:grpSpPr>
            <a:xfrm>
              <a:off x="4333785" y="5772213"/>
              <a:ext cx="531821" cy="369069"/>
              <a:chOff x="1348328" y="2475647"/>
              <a:chExt cx="603916" cy="419100"/>
            </a:xfrm>
          </p:grpSpPr>
          <p:grpSp>
            <p:nvGrpSpPr>
              <p:cNvPr id="657" name="Group 656">
                <a:extLst>
                  <a:ext uri="{FF2B5EF4-FFF2-40B4-BE49-F238E27FC236}">
                    <a16:creationId xmlns:a16="http://schemas.microsoft.com/office/drawing/2014/main" id="{AF30BA56-DC60-6D1C-DDFC-237CFDBD8CD4}"/>
                  </a:ext>
                </a:extLst>
              </p:cNvPr>
              <p:cNvGrpSpPr/>
              <p:nvPr/>
            </p:nvGrpSpPr>
            <p:grpSpPr>
              <a:xfrm>
                <a:off x="1348328" y="2555748"/>
                <a:ext cx="603916" cy="308999"/>
                <a:chOff x="5278570" y="2983486"/>
                <a:chExt cx="501650" cy="233363"/>
              </a:xfrm>
            </p:grpSpPr>
            <p:sp>
              <p:nvSpPr>
                <p:cNvPr id="661" name="Oval 5">
                  <a:extLst>
                    <a:ext uri="{FF2B5EF4-FFF2-40B4-BE49-F238E27FC236}">
                      <a16:creationId xmlns:a16="http://schemas.microsoft.com/office/drawing/2014/main" id="{819E8643-B64D-B5CE-702C-DC6E9E2FB1B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2" name="Line 6">
                  <a:extLst>
                    <a:ext uri="{FF2B5EF4-FFF2-40B4-BE49-F238E27FC236}">
                      <a16:creationId xmlns:a16="http://schemas.microsoft.com/office/drawing/2014/main" id="{80F8CFF1-963C-AD69-D830-1557A7C0636E}"/>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3" name="Line 7">
                  <a:extLst>
                    <a:ext uri="{FF2B5EF4-FFF2-40B4-BE49-F238E27FC236}">
                      <a16:creationId xmlns:a16="http://schemas.microsoft.com/office/drawing/2014/main" id="{7F189759-C829-F053-2CEE-5815F294FE1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4" name="Rectangle 8">
                  <a:extLst>
                    <a:ext uri="{FF2B5EF4-FFF2-40B4-BE49-F238E27FC236}">
                      <a16:creationId xmlns:a16="http://schemas.microsoft.com/office/drawing/2014/main" id="{1A36E352-F133-F25B-E783-14B80EA197C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5" name="Oval 9">
                  <a:extLst>
                    <a:ext uri="{FF2B5EF4-FFF2-40B4-BE49-F238E27FC236}">
                      <a16:creationId xmlns:a16="http://schemas.microsoft.com/office/drawing/2014/main" id="{74948CBD-79E8-D704-46CA-F86A9F3D0A0D}"/>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58" name="Group 44">
                <a:extLst>
                  <a:ext uri="{FF2B5EF4-FFF2-40B4-BE49-F238E27FC236}">
                    <a16:creationId xmlns:a16="http://schemas.microsoft.com/office/drawing/2014/main" id="{EFECAD5E-7108-DEFC-E44E-65B0EA2E861F}"/>
                  </a:ext>
                </a:extLst>
              </p:cNvPr>
              <p:cNvGrpSpPr>
                <a:grpSpLocks/>
              </p:cNvGrpSpPr>
              <p:nvPr/>
            </p:nvGrpSpPr>
            <p:grpSpPr bwMode="auto">
              <a:xfrm>
                <a:off x="1456374" y="2475647"/>
                <a:ext cx="355165" cy="419100"/>
                <a:chOff x="2944" y="2405"/>
                <a:chExt cx="227" cy="264"/>
              </a:xfrm>
            </p:grpSpPr>
            <p:sp>
              <p:nvSpPr>
                <p:cNvPr id="659" name="Rectangle 45">
                  <a:extLst>
                    <a:ext uri="{FF2B5EF4-FFF2-40B4-BE49-F238E27FC236}">
                      <a16:creationId xmlns:a16="http://schemas.microsoft.com/office/drawing/2014/main" id="{CAA4B98E-55E0-005C-539D-D0A07B00F4B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0" name="Text Box 46">
                  <a:extLst>
                    <a:ext uri="{FF2B5EF4-FFF2-40B4-BE49-F238E27FC236}">
                      <a16:creationId xmlns:a16="http://schemas.microsoft.com/office/drawing/2014/main" id="{362BF6D6-1541-5709-6BAF-BE93A40ADE35}"/>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37" name="Group 636">
              <a:extLst>
                <a:ext uri="{FF2B5EF4-FFF2-40B4-BE49-F238E27FC236}">
                  <a16:creationId xmlns:a16="http://schemas.microsoft.com/office/drawing/2014/main" id="{91DBCB48-A891-4375-1CA2-DD19DDB9F2C1}"/>
                </a:ext>
              </a:extLst>
            </p:cNvPr>
            <p:cNvGrpSpPr/>
            <p:nvPr/>
          </p:nvGrpSpPr>
          <p:grpSpPr>
            <a:xfrm>
              <a:off x="6263949" y="5807720"/>
              <a:ext cx="531821" cy="369069"/>
              <a:chOff x="1348328" y="2507397"/>
              <a:chExt cx="603916" cy="419100"/>
            </a:xfrm>
          </p:grpSpPr>
          <p:grpSp>
            <p:nvGrpSpPr>
              <p:cNvPr id="648" name="Group 647">
                <a:extLst>
                  <a:ext uri="{FF2B5EF4-FFF2-40B4-BE49-F238E27FC236}">
                    <a16:creationId xmlns:a16="http://schemas.microsoft.com/office/drawing/2014/main" id="{1EEADF7A-EB12-9E00-30CC-2CF11382FCAA}"/>
                  </a:ext>
                </a:extLst>
              </p:cNvPr>
              <p:cNvGrpSpPr/>
              <p:nvPr/>
            </p:nvGrpSpPr>
            <p:grpSpPr>
              <a:xfrm>
                <a:off x="1348328" y="2555748"/>
                <a:ext cx="603916" cy="308999"/>
                <a:chOff x="5278570" y="2983486"/>
                <a:chExt cx="501650" cy="233363"/>
              </a:xfrm>
            </p:grpSpPr>
            <p:sp>
              <p:nvSpPr>
                <p:cNvPr id="652" name="Oval 5">
                  <a:extLst>
                    <a:ext uri="{FF2B5EF4-FFF2-40B4-BE49-F238E27FC236}">
                      <a16:creationId xmlns:a16="http://schemas.microsoft.com/office/drawing/2014/main" id="{684E0380-EF39-D25D-F6FA-C7AC3C27F32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3" name="Line 6">
                  <a:extLst>
                    <a:ext uri="{FF2B5EF4-FFF2-40B4-BE49-F238E27FC236}">
                      <a16:creationId xmlns:a16="http://schemas.microsoft.com/office/drawing/2014/main" id="{D4A92E0B-A356-EEC7-B13E-1FA21CA0474E}"/>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4" name="Line 7">
                  <a:extLst>
                    <a:ext uri="{FF2B5EF4-FFF2-40B4-BE49-F238E27FC236}">
                      <a16:creationId xmlns:a16="http://schemas.microsoft.com/office/drawing/2014/main" id="{73C5C49F-5E59-EA94-1BC2-661A1C9F962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5" name="Rectangle 8">
                  <a:extLst>
                    <a:ext uri="{FF2B5EF4-FFF2-40B4-BE49-F238E27FC236}">
                      <a16:creationId xmlns:a16="http://schemas.microsoft.com/office/drawing/2014/main" id="{7A15378A-8556-B888-EE8E-090ADFA72ED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6" name="Oval 9">
                  <a:extLst>
                    <a:ext uri="{FF2B5EF4-FFF2-40B4-BE49-F238E27FC236}">
                      <a16:creationId xmlns:a16="http://schemas.microsoft.com/office/drawing/2014/main" id="{992E75CF-13CC-8D29-424A-0D2B51A620D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49" name="Group 44">
                <a:extLst>
                  <a:ext uri="{FF2B5EF4-FFF2-40B4-BE49-F238E27FC236}">
                    <a16:creationId xmlns:a16="http://schemas.microsoft.com/office/drawing/2014/main" id="{AF6AA1B7-8F3D-43F2-76FB-528EA98AEDE1}"/>
                  </a:ext>
                </a:extLst>
              </p:cNvPr>
              <p:cNvGrpSpPr>
                <a:grpSpLocks/>
              </p:cNvGrpSpPr>
              <p:nvPr/>
            </p:nvGrpSpPr>
            <p:grpSpPr bwMode="auto">
              <a:xfrm>
                <a:off x="1456374" y="2507397"/>
                <a:ext cx="355165" cy="419100"/>
                <a:chOff x="2944" y="2425"/>
                <a:chExt cx="227" cy="264"/>
              </a:xfrm>
            </p:grpSpPr>
            <p:sp>
              <p:nvSpPr>
                <p:cNvPr id="650" name="Rectangle 45">
                  <a:extLst>
                    <a:ext uri="{FF2B5EF4-FFF2-40B4-BE49-F238E27FC236}">
                      <a16:creationId xmlns:a16="http://schemas.microsoft.com/office/drawing/2014/main" id="{77CB0444-2767-1577-EB28-53464929AC9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1" name="Text Box 46">
                  <a:extLst>
                    <a:ext uri="{FF2B5EF4-FFF2-40B4-BE49-F238E27FC236}">
                      <a16:creationId xmlns:a16="http://schemas.microsoft.com/office/drawing/2014/main" id="{40397CDC-CECD-8C87-F75D-B5DEAF0CA954}"/>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38" name="Group 637">
              <a:extLst>
                <a:ext uri="{FF2B5EF4-FFF2-40B4-BE49-F238E27FC236}">
                  <a16:creationId xmlns:a16="http://schemas.microsoft.com/office/drawing/2014/main" id="{8F8E9513-52B0-8219-E7BF-B1CDECF471EE}"/>
                </a:ext>
              </a:extLst>
            </p:cNvPr>
            <p:cNvGrpSpPr/>
            <p:nvPr/>
          </p:nvGrpSpPr>
          <p:grpSpPr>
            <a:xfrm>
              <a:off x="8197315" y="5805271"/>
              <a:ext cx="531821" cy="369069"/>
              <a:chOff x="1348328" y="2507397"/>
              <a:chExt cx="603916" cy="419100"/>
            </a:xfrm>
          </p:grpSpPr>
          <p:grpSp>
            <p:nvGrpSpPr>
              <p:cNvPr id="639" name="Group 638">
                <a:extLst>
                  <a:ext uri="{FF2B5EF4-FFF2-40B4-BE49-F238E27FC236}">
                    <a16:creationId xmlns:a16="http://schemas.microsoft.com/office/drawing/2014/main" id="{03E56AC5-6474-B3CC-5AEE-088EC146DC1A}"/>
                  </a:ext>
                </a:extLst>
              </p:cNvPr>
              <p:cNvGrpSpPr/>
              <p:nvPr/>
            </p:nvGrpSpPr>
            <p:grpSpPr>
              <a:xfrm>
                <a:off x="1348328" y="2555748"/>
                <a:ext cx="603916" cy="308999"/>
                <a:chOff x="5278570" y="2983486"/>
                <a:chExt cx="501650" cy="233363"/>
              </a:xfrm>
            </p:grpSpPr>
            <p:sp>
              <p:nvSpPr>
                <p:cNvPr id="643" name="Oval 5">
                  <a:extLst>
                    <a:ext uri="{FF2B5EF4-FFF2-40B4-BE49-F238E27FC236}">
                      <a16:creationId xmlns:a16="http://schemas.microsoft.com/office/drawing/2014/main" id="{49168B99-519D-8DC3-F1CC-3DE0E6B4912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4" name="Line 6">
                  <a:extLst>
                    <a:ext uri="{FF2B5EF4-FFF2-40B4-BE49-F238E27FC236}">
                      <a16:creationId xmlns:a16="http://schemas.microsoft.com/office/drawing/2014/main" id="{5D891F8E-9646-7678-A4E4-9C9F90BD4DE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5" name="Line 7">
                  <a:extLst>
                    <a:ext uri="{FF2B5EF4-FFF2-40B4-BE49-F238E27FC236}">
                      <a16:creationId xmlns:a16="http://schemas.microsoft.com/office/drawing/2014/main" id="{C7386C77-37BE-4619-3165-46D5DB7F1B8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6" name="Rectangle 8">
                  <a:extLst>
                    <a:ext uri="{FF2B5EF4-FFF2-40B4-BE49-F238E27FC236}">
                      <a16:creationId xmlns:a16="http://schemas.microsoft.com/office/drawing/2014/main" id="{C246541D-FF94-BAC2-279F-3004C1B1A30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Oval 9">
                  <a:extLst>
                    <a:ext uri="{FF2B5EF4-FFF2-40B4-BE49-F238E27FC236}">
                      <a16:creationId xmlns:a16="http://schemas.microsoft.com/office/drawing/2014/main" id="{B77BB06B-4CDB-EDE1-5E87-98572E4D61E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40" name="Group 44">
                <a:extLst>
                  <a:ext uri="{FF2B5EF4-FFF2-40B4-BE49-F238E27FC236}">
                    <a16:creationId xmlns:a16="http://schemas.microsoft.com/office/drawing/2014/main" id="{A15E28BA-1526-CC6F-A2A3-C9B50EFEEC21}"/>
                  </a:ext>
                </a:extLst>
              </p:cNvPr>
              <p:cNvGrpSpPr>
                <a:grpSpLocks/>
              </p:cNvGrpSpPr>
              <p:nvPr/>
            </p:nvGrpSpPr>
            <p:grpSpPr bwMode="auto">
              <a:xfrm>
                <a:off x="1492372" y="2507397"/>
                <a:ext cx="283194" cy="419100"/>
                <a:chOff x="2967" y="2425"/>
                <a:chExt cx="181" cy="264"/>
              </a:xfrm>
            </p:grpSpPr>
            <p:sp>
              <p:nvSpPr>
                <p:cNvPr id="641" name="Rectangle 45">
                  <a:extLst>
                    <a:ext uri="{FF2B5EF4-FFF2-40B4-BE49-F238E27FC236}">
                      <a16:creationId xmlns:a16="http://schemas.microsoft.com/office/drawing/2014/main" id="{7FF78667-9DF7-962E-C225-2AC8D812920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46">
                  <a:extLst>
                    <a:ext uri="{FF2B5EF4-FFF2-40B4-BE49-F238E27FC236}">
                      <a16:creationId xmlns:a16="http://schemas.microsoft.com/office/drawing/2014/main" id="{3EC950CA-6BFF-7E8C-FE0B-9E922DD719B5}"/>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666" name="Group 665">
            <a:extLst>
              <a:ext uri="{FF2B5EF4-FFF2-40B4-BE49-F238E27FC236}">
                <a16:creationId xmlns:a16="http://schemas.microsoft.com/office/drawing/2014/main" id="{3C3143A4-A6D4-FFAE-4B5C-1B7422797205}"/>
              </a:ext>
            </a:extLst>
          </p:cNvPr>
          <p:cNvGrpSpPr/>
          <p:nvPr/>
        </p:nvGrpSpPr>
        <p:grpSpPr>
          <a:xfrm>
            <a:off x="4333785" y="1906063"/>
            <a:ext cx="4395351" cy="404576"/>
            <a:chOff x="4333785" y="5772213"/>
            <a:chExt cx="4395351" cy="404576"/>
          </a:xfrm>
        </p:grpSpPr>
        <p:grpSp>
          <p:nvGrpSpPr>
            <p:cNvPr id="667" name="Group 666">
              <a:extLst>
                <a:ext uri="{FF2B5EF4-FFF2-40B4-BE49-F238E27FC236}">
                  <a16:creationId xmlns:a16="http://schemas.microsoft.com/office/drawing/2014/main" id="{BF3D1878-3640-0E22-2C36-6BA45824752F}"/>
                </a:ext>
              </a:extLst>
            </p:cNvPr>
            <p:cNvGrpSpPr/>
            <p:nvPr/>
          </p:nvGrpSpPr>
          <p:grpSpPr>
            <a:xfrm>
              <a:off x="4333785" y="5772213"/>
              <a:ext cx="531821" cy="369069"/>
              <a:chOff x="1348328" y="2475647"/>
              <a:chExt cx="603916" cy="419100"/>
            </a:xfrm>
          </p:grpSpPr>
          <p:grpSp>
            <p:nvGrpSpPr>
              <p:cNvPr id="688" name="Group 687">
                <a:extLst>
                  <a:ext uri="{FF2B5EF4-FFF2-40B4-BE49-F238E27FC236}">
                    <a16:creationId xmlns:a16="http://schemas.microsoft.com/office/drawing/2014/main" id="{FE03962A-9D2A-01AF-60B7-DE85C0B35D98}"/>
                  </a:ext>
                </a:extLst>
              </p:cNvPr>
              <p:cNvGrpSpPr/>
              <p:nvPr/>
            </p:nvGrpSpPr>
            <p:grpSpPr>
              <a:xfrm>
                <a:off x="1348328" y="2555748"/>
                <a:ext cx="603916" cy="308999"/>
                <a:chOff x="5278570" y="2983486"/>
                <a:chExt cx="501650" cy="233363"/>
              </a:xfrm>
            </p:grpSpPr>
            <p:sp>
              <p:nvSpPr>
                <p:cNvPr id="692" name="Oval 5">
                  <a:extLst>
                    <a:ext uri="{FF2B5EF4-FFF2-40B4-BE49-F238E27FC236}">
                      <a16:creationId xmlns:a16="http://schemas.microsoft.com/office/drawing/2014/main" id="{A662BCDB-C09F-E6DA-4DA0-D6774D724663}"/>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3" name="Line 6">
                  <a:extLst>
                    <a:ext uri="{FF2B5EF4-FFF2-40B4-BE49-F238E27FC236}">
                      <a16:creationId xmlns:a16="http://schemas.microsoft.com/office/drawing/2014/main" id="{B8E01586-55DD-76BB-AFC0-9FF45FC32A47}"/>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4" name="Line 7">
                  <a:extLst>
                    <a:ext uri="{FF2B5EF4-FFF2-40B4-BE49-F238E27FC236}">
                      <a16:creationId xmlns:a16="http://schemas.microsoft.com/office/drawing/2014/main" id="{F57163C7-D12D-A8CF-E074-939BB959FE4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8">
                  <a:extLst>
                    <a:ext uri="{FF2B5EF4-FFF2-40B4-BE49-F238E27FC236}">
                      <a16:creationId xmlns:a16="http://schemas.microsoft.com/office/drawing/2014/main" id="{6B607DCC-0E33-B64F-E2BB-570675502F3B}"/>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Oval 9">
                  <a:extLst>
                    <a:ext uri="{FF2B5EF4-FFF2-40B4-BE49-F238E27FC236}">
                      <a16:creationId xmlns:a16="http://schemas.microsoft.com/office/drawing/2014/main" id="{2F5086F5-B3F3-A102-7CF7-7B9AEB71DCE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89" name="Group 44">
                <a:extLst>
                  <a:ext uri="{FF2B5EF4-FFF2-40B4-BE49-F238E27FC236}">
                    <a16:creationId xmlns:a16="http://schemas.microsoft.com/office/drawing/2014/main" id="{D5E8469E-CC24-0471-3ED8-7ADE52DA64DA}"/>
                  </a:ext>
                </a:extLst>
              </p:cNvPr>
              <p:cNvGrpSpPr>
                <a:grpSpLocks/>
              </p:cNvGrpSpPr>
              <p:nvPr/>
            </p:nvGrpSpPr>
            <p:grpSpPr bwMode="auto">
              <a:xfrm>
                <a:off x="1456374" y="2475647"/>
                <a:ext cx="355165" cy="419100"/>
                <a:chOff x="2944" y="2405"/>
                <a:chExt cx="227" cy="264"/>
              </a:xfrm>
            </p:grpSpPr>
            <p:sp>
              <p:nvSpPr>
                <p:cNvPr id="690" name="Rectangle 45">
                  <a:extLst>
                    <a:ext uri="{FF2B5EF4-FFF2-40B4-BE49-F238E27FC236}">
                      <a16:creationId xmlns:a16="http://schemas.microsoft.com/office/drawing/2014/main" id="{2B9E79A7-2817-EE46-CF90-EABAB63B872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1" name="Text Box 46">
                  <a:extLst>
                    <a:ext uri="{FF2B5EF4-FFF2-40B4-BE49-F238E27FC236}">
                      <a16:creationId xmlns:a16="http://schemas.microsoft.com/office/drawing/2014/main" id="{F6F08562-5394-3E46-3908-154D1CE2F250}"/>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68" name="Group 667">
              <a:extLst>
                <a:ext uri="{FF2B5EF4-FFF2-40B4-BE49-F238E27FC236}">
                  <a16:creationId xmlns:a16="http://schemas.microsoft.com/office/drawing/2014/main" id="{0C28653A-1E12-FD08-4F93-5D63CF4005B2}"/>
                </a:ext>
              </a:extLst>
            </p:cNvPr>
            <p:cNvGrpSpPr/>
            <p:nvPr/>
          </p:nvGrpSpPr>
          <p:grpSpPr>
            <a:xfrm>
              <a:off x="6263949" y="5807720"/>
              <a:ext cx="531821" cy="369069"/>
              <a:chOff x="1348328" y="2507397"/>
              <a:chExt cx="603916" cy="419100"/>
            </a:xfrm>
          </p:grpSpPr>
          <p:grpSp>
            <p:nvGrpSpPr>
              <p:cNvPr id="679" name="Group 678">
                <a:extLst>
                  <a:ext uri="{FF2B5EF4-FFF2-40B4-BE49-F238E27FC236}">
                    <a16:creationId xmlns:a16="http://schemas.microsoft.com/office/drawing/2014/main" id="{0F56E82E-8DDC-C370-23C0-B257EF79E460}"/>
                  </a:ext>
                </a:extLst>
              </p:cNvPr>
              <p:cNvGrpSpPr/>
              <p:nvPr/>
            </p:nvGrpSpPr>
            <p:grpSpPr>
              <a:xfrm>
                <a:off x="1348328" y="2555748"/>
                <a:ext cx="603916" cy="308999"/>
                <a:chOff x="5278570" y="2983486"/>
                <a:chExt cx="501650" cy="233363"/>
              </a:xfrm>
            </p:grpSpPr>
            <p:sp>
              <p:nvSpPr>
                <p:cNvPr id="683" name="Oval 5">
                  <a:extLst>
                    <a:ext uri="{FF2B5EF4-FFF2-40B4-BE49-F238E27FC236}">
                      <a16:creationId xmlns:a16="http://schemas.microsoft.com/office/drawing/2014/main" id="{E81608F2-8C7B-1367-F184-6AFFE85AC5A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4" name="Line 6">
                  <a:extLst>
                    <a:ext uri="{FF2B5EF4-FFF2-40B4-BE49-F238E27FC236}">
                      <a16:creationId xmlns:a16="http://schemas.microsoft.com/office/drawing/2014/main" id="{216728EF-1091-5759-E40E-4167B3F4533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5" name="Line 7">
                  <a:extLst>
                    <a:ext uri="{FF2B5EF4-FFF2-40B4-BE49-F238E27FC236}">
                      <a16:creationId xmlns:a16="http://schemas.microsoft.com/office/drawing/2014/main" id="{DE0850B5-B38D-23FC-030E-D9FDB40D73F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6" name="Rectangle 8">
                  <a:extLst>
                    <a:ext uri="{FF2B5EF4-FFF2-40B4-BE49-F238E27FC236}">
                      <a16:creationId xmlns:a16="http://schemas.microsoft.com/office/drawing/2014/main" id="{92AAD6DF-B969-1648-1CE6-341A91C4D010}"/>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7" name="Oval 9">
                  <a:extLst>
                    <a:ext uri="{FF2B5EF4-FFF2-40B4-BE49-F238E27FC236}">
                      <a16:creationId xmlns:a16="http://schemas.microsoft.com/office/drawing/2014/main" id="{33D60AD4-37F5-1E0A-F109-4FBF8E158BB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80" name="Group 44">
                <a:extLst>
                  <a:ext uri="{FF2B5EF4-FFF2-40B4-BE49-F238E27FC236}">
                    <a16:creationId xmlns:a16="http://schemas.microsoft.com/office/drawing/2014/main" id="{4F7FC9C1-DBA4-0213-AFEE-EF3B60B38E92}"/>
                  </a:ext>
                </a:extLst>
              </p:cNvPr>
              <p:cNvGrpSpPr>
                <a:grpSpLocks/>
              </p:cNvGrpSpPr>
              <p:nvPr/>
            </p:nvGrpSpPr>
            <p:grpSpPr bwMode="auto">
              <a:xfrm>
                <a:off x="1456374" y="2507397"/>
                <a:ext cx="355165" cy="419100"/>
                <a:chOff x="2944" y="2425"/>
                <a:chExt cx="227" cy="264"/>
              </a:xfrm>
            </p:grpSpPr>
            <p:sp>
              <p:nvSpPr>
                <p:cNvPr id="681" name="Rectangle 45">
                  <a:extLst>
                    <a:ext uri="{FF2B5EF4-FFF2-40B4-BE49-F238E27FC236}">
                      <a16:creationId xmlns:a16="http://schemas.microsoft.com/office/drawing/2014/main" id="{F1635777-F814-D7FD-DA9A-BCD5A2F0950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Text Box 46">
                  <a:extLst>
                    <a:ext uri="{FF2B5EF4-FFF2-40B4-BE49-F238E27FC236}">
                      <a16:creationId xmlns:a16="http://schemas.microsoft.com/office/drawing/2014/main" id="{382C404E-3B78-D7D4-25E8-D863EC77700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69" name="Group 668">
              <a:extLst>
                <a:ext uri="{FF2B5EF4-FFF2-40B4-BE49-F238E27FC236}">
                  <a16:creationId xmlns:a16="http://schemas.microsoft.com/office/drawing/2014/main" id="{B1DB6F90-95B7-6C07-8D83-919B35D149C4}"/>
                </a:ext>
              </a:extLst>
            </p:cNvPr>
            <p:cNvGrpSpPr/>
            <p:nvPr/>
          </p:nvGrpSpPr>
          <p:grpSpPr>
            <a:xfrm>
              <a:off x="8197315" y="5805271"/>
              <a:ext cx="531821" cy="369069"/>
              <a:chOff x="1348328" y="2507397"/>
              <a:chExt cx="603916" cy="419100"/>
            </a:xfrm>
          </p:grpSpPr>
          <p:grpSp>
            <p:nvGrpSpPr>
              <p:cNvPr id="670" name="Group 669">
                <a:extLst>
                  <a:ext uri="{FF2B5EF4-FFF2-40B4-BE49-F238E27FC236}">
                    <a16:creationId xmlns:a16="http://schemas.microsoft.com/office/drawing/2014/main" id="{D1868E12-B1BF-8084-FB6E-B7B9BD67AE63}"/>
                  </a:ext>
                </a:extLst>
              </p:cNvPr>
              <p:cNvGrpSpPr/>
              <p:nvPr/>
            </p:nvGrpSpPr>
            <p:grpSpPr>
              <a:xfrm>
                <a:off x="1348328" y="2555748"/>
                <a:ext cx="603916" cy="308999"/>
                <a:chOff x="5278570" y="2983486"/>
                <a:chExt cx="501650" cy="233363"/>
              </a:xfrm>
            </p:grpSpPr>
            <p:sp>
              <p:nvSpPr>
                <p:cNvPr id="674" name="Oval 5">
                  <a:extLst>
                    <a:ext uri="{FF2B5EF4-FFF2-40B4-BE49-F238E27FC236}">
                      <a16:creationId xmlns:a16="http://schemas.microsoft.com/office/drawing/2014/main" id="{C8A80F57-7710-22B0-74A0-060E8ECB553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5" name="Line 6">
                  <a:extLst>
                    <a:ext uri="{FF2B5EF4-FFF2-40B4-BE49-F238E27FC236}">
                      <a16:creationId xmlns:a16="http://schemas.microsoft.com/office/drawing/2014/main" id="{B92F7AFA-8936-CD21-25E0-F312A72FFEC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6" name="Line 7">
                  <a:extLst>
                    <a:ext uri="{FF2B5EF4-FFF2-40B4-BE49-F238E27FC236}">
                      <a16:creationId xmlns:a16="http://schemas.microsoft.com/office/drawing/2014/main" id="{B50E29A2-A92E-E5C6-A9A2-5487090E2F7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7" name="Rectangle 8">
                  <a:extLst>
                    <a:ext uri="{FF2B5EF4-FFF2-40B4-BE49-F238E27FC236}">
                      <a16:creationId xmlns:a16="http://schemas.microsoft.com/office/drawing/2014/main" id="{896961F1-5CC6-0AB5-143C-B46251D4A6D4}"/>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Oval 9">
                  <a:extLst>
                    <a:ext uri="{FF2B5EF4-FFF2-40B4-BE49-F238E27FC236}">
                      <a16:creationId xmlns:a16="http://schemas.microsoft.com/office/drawing/2014/main" id="{AE9A369B-330A-A326-190E-3AB1367343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71" name="Group 44">
                <a:extLst>
                  <a:ext uri="{FF2B5EF4-FFF2-40B4-BE49-F238E27FC236}">
                    <a16:creationId xmlns:a16="http://schemas.microsoft.com/office/drawing/2014/main" id="{86237B1E-6D19-CD47-C77D-1503F41AE64E}"/>
                  </a:ext>
                </a:extLst>
              </p:cNvPr>
              <p:cNvGrpSpPr>
                <a:grpSpLocks/>
              </p:cNvGrpSpPr>
              <p:nvPr/>
            </p:nvGrpSpPr>
            <p:grpSpPr bwMode="auto">
              <a:xfrm>
                <a:off x="1464202" y="2507397"/>
                <a:ext cx="341084" cy="419100"/>
                <a:chOff x="2949" y="2425"/>
                <a:chExt cx="218" cy="264"/>
              </a:xfrm>
            </p:grpSpPr>
            <p:sp>
              <p:nvSpPr>
                <p:cNvPr id="672" name="Rectangle 45">
                  <a:extLst>
                    <a:ext uri="{FF2B5EF4-FFF2-40B4-BE49-F238E27FC236}">
                      <a16:creationId xmlns:a16="http://schemas.microsoft.com/office/drawing/2014/main" id="{A19B7735-DB4E-2D2C-B8C4-BDFB84CC361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46">
                  <a:extLst>
                    <a:ext uri="{FF2B5EF4-FFF2-40B4-BE49-F238E27FC236}">
                      <a16:creationId xmlns:a16="http://schemas.microsoft.com/office/drawing/2014/main" id="{C113043F-2F05-F6E4-67A2-66F8C8D4CAC8}"/>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697" name="Right Arrow 442">
            <a:extLst>
              <a:ext uri="{FF2B5EF4-FFF2-40B4-BE49-F238E27FC236}">
                <a16:creationId xmlns:a16="http://schemas.microsoft.com/office/drawing/2014/main" id="{41BCF2AB-6447-A791-63F6-5048379FBB36}"/>
              </a:ext>
            </a:extLst>
          </p:cNvPr>
          <p:cNvSpPr/>
          <p:nvPr/>
        </p:nvSpPr>
        <p:spPr>
          <a:xfrm rot="10800000" flipH="1">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8" name="Right Arrow 443">
            <a:extLst>
              <a:ext uri="{FF2B5EF4-FFF2-40B4-BE49-F238E27FC236}">
                <a16:creationId xmlns:a16="http://schemas.microsoft.com/office/drawing/2014/main" id="{11024214-45AC-B722-9AB8-9CA28AA88FA4}"/>
              </a:ext>
            </a:extLst>
          </p:cNvPr>
          <p:cNvSpPr/>
          <p:nvPr/>
        </p:nvSpPr>
        <p:spPr>
          <a:xfrm flipH="1">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9" name="Right Arrow 444">
            <a:extLst>
              <a:ext uri="{FF2B5EF4-FFF2-40B4-BE49-F238E27FC236}">
                <a16:creationId xmlns:a16="http://schemas.microsoft.com/office/drawing/2014/main" id="{8E991A87-801C-311E-4C33-FDE681F97C02}"/>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0" name="Right Arrow 445">
            <a:extLst>
              <a:ext uri="{FF2B5EF4-FFF2-40B4-BE49-F238E27FC236}">
                <a16:creationId xmlns:a16="http://schemas.microsoft.com/office/drawing/2014/main" id="{D8468635-7387-2E0A-678D-B610395C5221}"/>
              </a:ext>
            </a:extLst>
          </p:cNvPr>
          <p:cNvSpPr/>
          <p:nvPr/>
        </p:nvSpPr>
        <p:spPr>
          <a:xfrm flipH="1">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1" name="Right Arrow 446">
            <a:extLst>
              <a:ext uri="{FF2B5EF4-FFF2-40B4-BE49-F238E27FC236}">
                <a16:creationId xmlns:a16="http://schemas.microsoft.com/office/drawing/2014/main" id="{6301F3CC-FE63-204A-019D-AFA4B3E9D381}"/>
              </a:ext>
            </a:extLst>
          </p:cNvPr>
          <p:cNvSpPr/>
          <p:nvPr/>
        </p:nvSpPr>
        <p:spPr>
          <a:xfrm>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2" name="Right Arrow 447">
            <a:extLst>
              <a:ext uri="{FF2B5EF4-FFF2-40B4-BE49-F238E27FC236}">
                <a16:creationId xmlns:a16="http://schemas.microsoft.com/office/drawing/2014/main" id="{D6020BEF-903A-AF8E-5880-2EE2F82DAB37}"/>
              </a:ext>
            </a:extLst>
          </p:cNvPr>
          <p:cNvSpPr/>
          <p:nvPr/>
        </p:nvSpPr>
        <p:spPr>
          <a:xfrm rot="10800000">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3" name="Right Arrow 448">
            <a:extLst>
              <a:ext uri="{FF2B5EF4-FFF2-40B4-BE49-F238E27FC236}">
                <a16:creationId xmlns:a16="http://schemas.microsoft.com/office/drawing/2014/main" id="{FEA29194-A7B9-7BA1-ABAB-32FB2218C781}"/>
              </a:ext>
            </a:extLst>
          </p:cNvPr>
          <p:cNvSpPr/>
          <p:nvPr/>
        </p:nvSpPr>
        <p:spPr>
          <a:xfrm rot="10800000" flipH="1">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4" name="Right Arrow 449">
            <a:extLst>
              <a:ext uri="{FF2B5EF4-FFF2-40B4-BE49-F238E27FC236}">
                <a16:creationId xmlns:a16="http://schemas.microsoft.com/office/drawing/2014/main" id="{44A1A628-76FE-4E2C-42CD-E64DDD3E3857}"/>
              </a:ext>
            </a:extLst>
          </p:cNvPr>
          <p:cNvSpPr/>
          <p:nvPr/>
        </p:nvSpPr>
        <p:spPr>
          <a:xfrm rot="10800000">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5" name="Right Arrow 450">
            <a:extLst>
              <a:ext uri="{FF2B5EF4-FFF2-40B4-BE49-F238E27FC236}">
                <a16:creationId xmlns:a16="http://schemas.microsoft.com/office/drawing/2014/main" id="{A291DA8D-8084-239F-2935-77EF23414CB7}"/>
              </a:ext>
            </a:extLst>
          </p:cNvPr>
          <p:cNvSpPr/>
          <p:nvPr/>
        </p:nvSpPr>
        <p:spPr>
          <a:xfrm rot="10800000" flipH="1">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6" name="Right Arrow 451">
            <a:extLst>
              <a:ext uri="{FF2B5EF4-FFF2-40B4-BE49-F238E27FC236}">
                <a16:creationId xmlns:a16="http://schemas.microsoft.com/office/drawing/2014/main" id="{A5218C6F-CCC7-3BD2-0AA0-DD18655E089D}"/>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19771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22" presetClass="entr" presetSubtype="4" fill="hold" grpId="0" nodeType="afterEffect">
                                  <p:stCondLst>
                                    <p:cond delay="0"/>
                                  </p:stCondLst>
                                  <p:childTnLst>
                                    <p:set>
                                      <p:cBhvr>
                                        <p:cTn id="18" dur="1" fill="hold">
                                          <p:stCondLst>
                                            <p:cond delay="0"/>
                                          </p:stCondLst>
                                        </p:cTn>
                                        <p:tgtEl>
                                          <p:spTgt spid="623"/>
                                        </p:tgtEl>
                                        <p:attrNameLst>
                                          <p:attrName>style.visibility</p:attrName>
                                        </p:attrNameLst>
                                      </p:cBhvr>
                                      <p:to>
                                        <p:strVal val="visible"/>
                                      </p:to>
                                    </p:set>
                                    <p:animEffect transition="in" filter="wipe(down)">
                                      <p:cBhvr>
                                        <p:cTn id="19" dur="1000"/>
                                        <p:tgtEl>
                                          <p:spTgt spid="623"/>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702"/>
                                        </p:tgtEl>
                                        <p:attrNameLst>
                                          <p:attrName>style.visibility</p:attrName>
                                        </p:attrNameLst>
                                      </p:cBhvr>
                                      <p:to>
                                        <p:strVal val="visible"/>
                                      </p:to>
                                    </p:set>
                                    <p:animEffect transition="in" filter="wipe(right)">
                                      <p:cBhvr>
                                        <p:cTn id="22" dur="1000"/>
                                        <p:tgtEl>
                                          <p:spTgt spid="702"/>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701"/>
                                        </p:tgtEl>
                                        <p:attrNameLst>
                                          <p:attrName>style.visibility</p:attrName>
                                        </p:attrNameLst>
                                      </p:cBhvr>
                                      <p:to>
                                        <p:strVal val="visible"/>
                                      </p:to>
                                    </p:set>
                                    <p:animEffect transition="in" filter="wipe(left)">
                                      <p:cBhvr>
                                        <p:cTn id="25" dur="1000"/>
                                        <p:tgtEl>
                                          <p:spTgt spid="701"/>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625"/>
                                        </p:tgtEl>
                                        <p:attrNameLst>
                                          <p:attrName>style.visibility</p:attrName>
                                        </p:attrNameLst>
                                      </p:cBhvr>
                                      <p:to>
                                        <p:strVal val="visible"/>
                                      </p:to>
                                    </p:set>
                                    <p:animEffect transition="in" filter="wipe(down)">
                                      <p:cBhvr>
                                        <p:cTn id="28" dur="1000"/>
                                        <p:tgtEl>
                                          <p:spTgt spid="625"/>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704"/>
                                        </p:tgtEl>
                                        <p:attrNameLst>
                                          <p:attrName>style.visibility</p:attrName>
                                        </p:attrNameLst>
                                      </p:cBhvr>
                                      <p:to>
                                        <p:strVal val="visible"/>
                                      </p:to>
                                    </p:set>
                                    <p:animEffect transition="in" filter="wipe(right)">
                                      <p:cBhvr>
                                        <p:cTn id="31" dur="1000"/>
                                        <p:tgtEl>
                                          <p:spTgt spid="704"/>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703"/>
                                        </p:tgtEl>
                                        <p:attrNameLst>
                                          <p:attrName>style.visibility</p:attrName>
                                        </p:attrNameLst>
                                      </p:cBhvr>
                                      <p:to>
                                        <p:strVal val="visible"/>
                                      </p:to>
                                    </p:set>
                                    <p:animEffect transition="in" filter="wipe(left)">
                                      <p:cBhvr>
                                        <p:cTn id="34" dur="1000"/>
                                        <p:tgtEl>
                                          <p:spTgt spid="703"/>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624"/>
                                        </p:tgtEl>
                                        <p:attrNameLst>
                                          <p:attrName>style.visibility</p:attrName>
                                        </p:attrNameLst>
                                      </p:cBhvr>
                                      <p:to>
                                        <p:strVal val="visible"/>
                                      </p:to>
                                    </p:set>
                                    <p:animEffect transition="in" filter="wipe(up)">
                                      <p:cBhvr>
                                        <p:cTn id="37" dur="1000"/>
                                        <p:tgtEl>
                                          <p:spTgt spid="624"/>
                                        </p:tgtEl>
                                      </p:cBhvr>
                                    </p:animEffect>
                                  </p:childTnLst>
                                </p:cTn>
                              </p:par>
                              <p:par>
                                <p:cTn id="38" presetID="22" presetClass="entr" presetSubtype="2" fill="hold" grpId="0" nodeType="withEffect">
                                  <p:stCondLst>
                                    <p:cond delay="0"/>
                                  </p:stCondLst>
                                  <p:childTnLst>
                                    <p:set>
                                      <p:cBhvr>
                                        <p:cTn id="39" dur="1" fill="hold">
                                          <p:stCondLst>
                                            <p:cond delay="0"/>
                                          </p:stCondLst>
                                        </p:cTn>
                                        <p:tgtEl>
                                          <p:spTgt spid="700"/>
                                        </p:tgtEl>
                                        <p:attrNameLst>
                                          <p:attrName>style.visibility</p:attrName>
                                        </p:attrNameLst>
                                      </p:cBhvr>
                                      <p:to>
                                        <p:strVal val="visible"/>
                                      </p:to>
                                    </p:set>
                                    <p:animEffect transition="in" filter="wipe(right)">
                                      <p:cBhvr>
                                        <p:cTn id="40" dur="1000"/>
                                        <p:tgtEl>
                                          <p:spTgt spid="700"/>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627"/>
                                        </p:tgtEl>
                                        <p:attrNameLst>
                                          <p:attrName>style.visibility</p:attrName>
                                        </p:attrNameLst>
                                      </p:cBhvr>
                                      <p:to>
                                        <p:strVal val="visible"/>
                                      </p:to>
                                    </p:set>
                                    <p:animEffect transition="in" filter="wipe(down)">
                                      <p:cBhvr>
                                        <p:cTn id="43" dur="1000"/>
                                        <p:tgtEl>
                                          <p:spTgt spid="627"/>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699"/>
                                        </p:tgtEl>
                                        <p:attrNameLst>
                                          <p:attrName>style.visibility</p:attrName>
                                        </p:attrNameLst>
                                      </p:cBhvr>
                                      <p:to>
                                        <p:strVal val="visible"/>
                                      </p:to>
                                    </p:set>
                                    <p:animEffect transition="in" filter="wipe(left)">
                                      <p:cBhvr>
                                        <p:cTn id="46" dur="1000"/>
                                        <p:tgtEl>
                                          <p:spTgt spid="699"/>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626"/>
                                        </p:tgtEl>
                                        <p:attrNameLst>
                                          <p:attrName>style.visibility</p:attrName>
                                        </p:attrNameLst>
                                      </p:cBhvr>
                                      <p:to>
                                        <p:strVal val="visible"/>
                                      </p:to>
                                    </p:set>
                                    <p:animEffect transition="in" filter="wipe(up)">
                                      <p:cBhvr>
                                        <p:cTn id="49" dur="1000"/>
                                        <p:tgtEl>
                                          <p:spTgt spid="626"/>
                                        </p:tgtEl>
                                      </p:cBhvr>
                                    </p:animEffect>
                                  </p:childTnLst>
                                </p:cTn>
                              </p:par>
                              <p:par>
                                <p:cTn id="50" presetID="22" presetClass="entr" presetSubtype="2" fill="hold" grpId="0" nodeType="withEffect">
                                  <p:stCondLst>
                                    <p:cond delay="0"/>
                                  </p:stCondLst>
                                  <p:childTnLst>
                                    <p:set>
                                      <p:cBhvr>
                                        <p:cTn id="51" dur="1" fill="hold">
                                          <p:stCondLst>
                                            <p:cond delay="0"/>
                                          </p:stCondLst>
                                        </p:cTn>
                                        <p:tgtEl>
                                          <p:spTgt spid="706"/>
                                        </p:tgtEl>
                                        <p:attrNameLst>
                                          <p:attrName>style.visibility</p:attrName>
                                        </p:attrNameLst>
                                      </p:cBhvr>
                                      <p:to>
                                        <p:strVal val="visible"/>
                                      </p:to>
                                    </p:set>
                                    <p:animEffect transition="in" filter="wipe(right)">
                                      <p:cBhvr>
                                        <p:cTn id="52" dur="1000"/>
                                        <p:tgtEl>
                                          <p:spTgt spid="706"/>
                                        </p:tgtEl>
                                      </p:cBhvr>
                                    </p:animEffect>
                                  </p:childTnLst>
                                </p:cTn>
                              </p:par>
                              <p:par>
                                <p:cTn id="53" presetID="22" presetClass="entr" presetSubtype="4" fill="hold" grpId="0" nodeType="withEffect">
                                  <p:stCondLst>
                                    <p:cond delay="0"/>
                                  </p:stCondLst>
                                  <p:childTnLst>
                                    <p:set>
                                      <p:cBhvr>
                                        <p:cTn id="54" dur="1" fill="hold">
                                          <p:stCondLst>
                                            <p:cond delay="0"/>
                                          </p:stCondLst>
                                        </p:cTn>
                                        <p:tgtEl>
                                          <p:spTgt spid="629"/>
                                        </p:tgtEl>
                                        <p:attrNameLst>
                                          <p:attrName>style.visibility</p:attrName>
                                        </p:attrNameLst>
                                      </p:cBhvr>
                                      <p:to>
                                        <p:strVal val="visible"/>
                                      </p:to>
                                    </p:set>
                                    <p:animEffect transition="in" filter="wipe(down)">
                                      <p:cBhvr>
                                        <p:cTn id="55" dur="1000"/>
                                        <p:tgtEl>
                                          <p:spTgt spid="629"/>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705"/>
                                        </p:tgtEl>
                                        <p:attrNameLst>
                                          <p:attrName>style.visibility</p:attrName>
                                        </p:attrNameLst>
                                      </p:cBhvr>
                                      <p:to>
                                        <p:strVal val="visible"/>
                                      </p:to>
                                    </p:set>
                                    <p:animEffect transition="in" filter="wipe(left)">
                                      <p:cBhvr>
                                        <p:cTn id="58" dur="1000"/>
                                        <p:tgtEl>
                                          <p:spTgt spid="705"/>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631"/>
                                        </p:tgtEl>
                                        <p:attrNameLst>
                                          <p:attrName>style.visibility</p:attrName>
                                        </p:attrNameLst>
                                      </p:cBhvr>
                                      <p:to>
                                        <p:strVal val="visible"/>
                                      </p:to>
                                    </p:set>
                                    <p:animEffect transition="in" filter="wipe(down)">
                                      <p:cBhvr>
                                        <p:cTn id="61" dur="1000"/>
                                        <p:tgtEl>
                                          <p:spTgt spid="631"/>
                                        </p:tgtEl>
                                      </p:cBhvr>
                                    </p:animEffect>
                                  </p:childTnLst>
                                </p:cTn>
                              </p:par>
                              <p:par>
                                <p:cTn id="62" presetID="22" presetClass="entr" presetSubtype="1" fill="hold" grpId="0" nodeType="withEffect">
                                  <p:stCondLst>
                                    <p:cond delay="0"/>
                                  </p:stCondLst>
                                  <p:childTnLst>
                                    <p:set>
                                      <p:cBhvr>
                                        <p:cTn id="63" dur="1" fill="hold">
                                          <p:stCondLst>
                                            <p:cond delay="0"/>
                                          </p:stCondLst>
                                        </p:cTn>
                                        <p:tgtEl>
                                          <p:spTgt spid="628"/>
                                        </p:tgtEl>
                                        <p:attrNameLst>
                                          <p:attrName>style.visibility</p:attrName>
                                        </p:attrNameLst>
                                      </p:cBhvr>
                                      <p:to>
                                        <p:strVal val="visible"/>
                                      </p:to>
                                    </p:set>
                                    <p:animEffect transition="in" filter="wipe(up)">
                                      <p:cBhvr>
                                        <p:cTn id="64" dur="1000"/>
                                        <p:tgtEl>
                                          <p:spTgt spid="628"/>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698"/>
                                        </p:tgtEl>
                                        <p:attrNameLst>
                                          <p:attrName>style.visibility</p:attrName>
                                        </p:attrNameLst>
                                      </p:cBhvr>
                                      <p:to>
                                        <p:strVal val="visible"/>
                                      </p:to>
                                    </p:set>
                                    <p:animEffect transition="in" filter="wipe(right)">
                                      <p:cBhvr>
                                        <p:cTn id="67" dur="1000"/>
                                        <p:tgtEl>
                                          <p:spTgt spid="698"/>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697"/>
                                        </p:tgtEl>
                                        <p:attrNameLst>
                                          <p:attrName>style.visibility</p:attrName>
                                        </p:attrNameLst>
                                      </p:cBhvr>
                                      <p:to>
                                        <p:strVal val="visible"/>
                                      </p:to>
                                    </p:set>
                                    <p:animEffect transition="in" filter="wipe(left)">
                                      <p:cBhvr>
                                        <p:cTn id="70" dur="1000"/>
                                        <p:tgtEl>
                                          <p:spTgt spid="697"/>
                                        </p:tgtEl>
                                      </p:cBhvr>
                                    </p:animEffect>
                                  </p:childTnLst>
                                </p:cTn>
                              </p:par>
                              <p:par>
                                <p:cTn id="71" presetID="22" presetClass="entr" presetSubtype="1" fill="hold" grpId="0" nodeType="withEffect">
                                  <p:stCondLst>
                                    <p:cond delay="0"/>
                                  </p:stCondLst>
                                  <p:childTnLst>
                                    <p:set>
                                      <p:cBhvr>
                                        <p:cTn id="72" dur="1" fill="hold">
                                          <p:stCondLst>
                                            <p:cond delay="0"/>
                                          </p:stCondLst>
                                        </p:cTn>
                                        <p:tgtEl>
                                          <p:spTgt spid="630"/>
                                        </p:tgtEl>
                                        <p:attrNameLst>
                                          <p:attrName>style.visibility</p:attrName>
                                        </p:attrNameLst>
                                      </p:cBhvr>
                                      <p:to>
                                        <p:strVal val="visible"/>
                                      </p:to>
                                    </p:set>
                                    <p:animEffect transition="in" filter="wipe(up)">
                                      <p:cBhvr>
                                        <p:cTn id="73" dur="1000"/>
                                        <p:tgtEl>
                                          <p:spTgt spid="630"/>
                                        </p:tgtEl>
                                      </p:cBhvr>
                                    </p:animEffect>
                                  </p:childTnLst>
                                </p:cTn>
                              </p:par>
                              <p:par>
                                <p:cTn id="74" presetID="22" presetClass="entr" presetSubtype="2" fill="hold" grpId="0" nodeType="withEffect">
                                  <p:stCondLst>
                                    <p:cond delay="0"/>
                                  </p:stCondLst>
                                  <p:childTnLst>
                                    <p:set>
                                      <p:cBhvr>
                                        <p:cTn id="75" dur="1" fill="hold">
                                          <p:stCondLst>
                                            <p:cond delay="0"/>
                                          </p:stCondLst>
                                        </p:cTn>
                                        <p:tgtEl>
                                          <p:spTgt spid="634"/>
                                        </p:tgtEl>
                                        <p:attrNameLst>
                                          <p:attrName>style.visibility</p:attrName>
                                        </p:attrNameLst>
                                      </p:cBhvr>
                                      <p:to>
                                        <p:strVal val="visible"/>
                                      </p:to>
                                    </p:set>
                                    <p:animEffect transition="in" filter="wipe(right)">
                                      <p:cBhvr>
                                        <p:cTn id="76" dur="1000"/>
                                        <p:tgtEl>
                                          <p:spTgt spid="634"/>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633"/>
                                        </p:tgtEl>
                                        <p:attrNameLst>
                                          <p:attrName>style.visibility</p:attrName>
                                        </p:attrNameLst>
                                      </p:cBhvr>
                                      <p:to>
                                        <p:strVal val="visible"/>
                                      </p:to>
                                    </p:set>
                                    <p:animEffect transition="in" filter="wipe(left)">
                                      <p:cBhvr>
                                        <p:cTn id="79" dur="1000"/>
                                        <p:tgtEl>
                                          <p:spTgt spid="633"/>
                                        </p:tgtEl>
                                      </p:cBhvr>
                                    </p:animEffect>
                                  </p:childTnLst>
                                </p:cTn>
                              </p:par>
                              <p:par>
                                <p:cTn id="80" presetID="22" presetClass="entr" presetSubtype="1" fill="hold" grpId="0" nodeType="withEffect">
                                  <p:stCondLst>
                                    <p:cond delay="0"/>
                                  </p:stCondLst>
                                  <p:childTnLst>
                                    <p:set>
                                      <p:cBhvr>
                                        <p:cTn id="81" dur="1" fill="hold">
                                          <p:stCondLst>
                                            <p:cond delay="0"/>
                                          </p:stCondLst>
                                        </p:cTn>
                                        <p:tgtEl>
                                          <p:spTgt spid="632"/>
                                        </p:tgtEl>
                                        <p:attrNameLst>
                                          <p:attrName>style.visibility</p:attrName>
                                        </p:attrNameLst>
                                      </p:cBhvr>
                                      <p:to>
                                        <p:strVal val="visible"/>
                                      </p:to>
                                    </p:set>
                                    <p:animEffect transition="in" filter="wipe(up)">
                                      <p:cBhvr>
                                        <p:cTn id="82" dur="1000"/>
                                        <p:tgtEl>
                                          <p:spTgt spid="6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 grpId="0" animBg="1"/>
      <p:bldP spid="624" grpId="0" animBg="1"/>
      <p:bldP spid="625" grpId="0" animBg="1"/>
      <p:bldP spid="626" grpId="0" animBg="1"/>
      <p:bldP spid="627" grpId="0" animBg="1"/>
      <p:bldP spid="628" grpId="0" animBg="1"/>
      <p:bldP spid="629" grpId="0" animBg="1"/>
      <p:bldP spid="630" grpId="0" animBg="1"/>
      <p:bldP spid="631" grpId="0" animBg="1"/>
      <p:bldP spid="632" grpId="0" animBg="1"/>
      <p:bldP spid="633" grpId="0" animBg="1"/>
      <p:bldP spid="634" grpId="0" animBg="1"/>
      <p:bldP spid="697" grpId="0" animBg="1"/>
      <p:bldP spid="698" grpId="0" animBg="1"/>
      <p:bldP spid="699" grpId="0" animBg="1"/>
      <p:bldP spid="700" grpId="0" animBg="1"/>
      <p:bldP spid="701" grpId="0" animBg="1"/>
      <p:bldP spid="702" grpId="0" animBg="1"/>
      <p:bldP spid="703" grpId="0" animBg="1"/>
      <p:bldP spid="704" grpId="0" animBg="1"/>
      <p:bldP spid="705" grpId="0" animBg="1"/>
      <p:bldP spid="70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 </a:t>
            </a:r>
            <a:r>
              <a:rPr lang="fa-IR" sz="1800" b="1" dirty="0">
                <a:solidFill>
                  <a:srgbClr val="C00000"/>
                </a:solidFill>
                <a:latin typeface="IRANSans(FaNum)" panose="02040503050201020203" pitchFamily="18" charset="-78"/>
              </a:rPr>
              <a:t>تکرار</a:t>
            </a:r>
            <a:endParaRPr lang="en-US" sz="1800" b="1" dirty="0">
              <a:solidFill>
                <a:srgbClr val="1F1FFF"/>
              </a:solidFill>
              <a:latin typeface="IRANSans(FaNum)" panose="02040503050201020203" pitchFamily="18" charset="-78"/>
            </a:endParaRPr>
          </a:p>
        </p:txBody>
      </p:sp>
      <p:cxnSp>
        <p:nvCxnSpPr>
          <p:cNvPr id="8" name="Straight Connector 7">
            <a:extLst>
              <a:ext uri="{FF2B5EF4-FFF2-40B4-BE49-F238E27FC236}">
                <a16:creationId xmlns:a16="http://schemas.microsoft.com/office/drawing/2014/main" id="{C502223F-1E3F-9291-6030-3D25CA87263B}"/>
              </a:ext>
            </a:extLst>
          </p:cNvPr>
          <p:cNvCxnSpPr>
            <a:cxnSpLocks/>
            <a:stCxn id="11" idx="2"/>
            <a:endCxn id="11"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884B775-72B0-F4AD-E603-BCDBA38CAB58}"/>
              </a:ext>
            </a:extLst>
          </p:cNvPr>
          <p:cNvCxnSpPr>
            <a:cxnSpLocks/>
            <a:stCxn id="11" idx="1"/>
            <a:endCxn id="11"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704A477-ED41-BFE4-08BC-EE0F50F1F5F4}"/>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Rectangle 11">
            <a:extLst>
              <a:ext uri="{FF2B5EF4-FFF2-40B4-BE49-F238E27FC236}">
                <a16:creationId xmlns:a16="http://schemas.microsoft.com/office/drawing/2014/main" id="{461D6D93-16D8-A242-0392-8696A2083C6E}"/>
              </a:ext>
            </a:extLst>
          </p:cNvPr>
          <p:cNvSpPr/>
          <p:nvPr/>
        </p:nvSpPr>
        <p:spPr>
          <a:xfrm>
            <a:off x="8380337" y="220047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13" name="Group 12">
            <a:extLst>
              <a:ext uri="{FF2B5EF4-FFF2-40B4-BE49-F238E27FC236}">
                <a16:creationId xmlns:a16="http://schemas.microsoft.com/office/drawing/2014/main" id="{237FE817-95A2-95EB-9533-86FF3F4C9C47}"/>
              </a:ext>
            </a:extLst>
          </p:cNvPr>
          <p:cNvGrpSpPr/>
          <p:nvPr/>
        </p:nvGrpSpPr>
        <p:grpSpPr>
          <a:xfrm>
            <a:off x="4333785" y="5772213"/>
            <a:ext cx="4395351" cy="404576"/>
            <a:chOff x="4333785" y="5772213"/>
            <a:chExt cx="4395351" cy="404576"/>
          </a:xfrm>
        </p:grpSpPr>
        <p:grpSp>
          <p:nvGrpSpPr>
            <p:cNvPr id="14" name="Group 13">
              <a:extLst>
                <a:ext uri="{FF2B5EF4-FFF2-40B4-BE49-F238E27FC236}">
                  <a16:creationId xmlns:a16="http://schemas.microsoft.com/office/drawing/2014/main" id="{548FA60A-440D-9F97-5302-063F72042CC9}"/>
                </a:ext>
              </a:extLst>
            </p:cNvPr>
            <p:cNvGrpSpPr/>
            <p:nvPr/>
          </p:nvGrpSpPr>
          <p:grpSpPr>
            <a:xfrm>
              <a:off x="4333785" y="5772213"/>
              <a:ext cx="531821" cy="369069"/>
              <a:chOff x="1348328" y="2475647"/>
              <a:chExt cx="603916" cy="419100"/>
            </a:xfrm>
          </p:grpSpPr>
          <p:grpSp>
            <p:nvGrpSpPr>
              <p:cNvPr id="36" name="Group 35">
                <a:extLst>
                  <a:ext uri="{FF2B5EF4-FFF2-40B4-BE49-F238E27FC236}">
                    <a16:creationId xmlns:a16="http://schemas.microsoft.com/office/drawing/2014/main" id="{DC7329AE-8242-DABF-5944-EC4B6F28F947}"/>
                  </a:ext>
                </a:extLst>
              </p:cNvPr>
              <p:cNvGrpSpPr/>
              <p:nvPr/>
            </p:nvGrpSpPr>
            <p:grpSpPr>
              <a:xfrm>
                <a:off x="1348328" y="2555748"/>
                <a:ext cx="603916" cy="308999"/>
                <a:chOff x="5278570" y="2983486"/>
                <a:chExt cx="501650" cy="233363"/>
              </a:xfrm>
            </p:grpSpPr>
            <p:sp>
              <p:nvSpPr>
                <p:cNvPr id="40" name="Oval 5">
                  <a:extLst>
                    <a:ext uri="{FF2B5EF4-FFF2-40B4-BE49-F238E27FC236}">
                      <a16:creationId xmlns:a16="http://schemas.microsoft.com/office/drawing/2014/main" id="{A439DE8A-5837-A5BF-044F-7B38ABB4165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6">
                  <a:extLst>
                    <a:ext uri="{FF2B5EF4-FFF2-40B4-BE49-F238E27FC236}">
                      <a16:creationId xmlns:a16="http://schemas.microsoft.com/office/drawing/2014/main" id="{57C08D49-D7AE-948B-6C27-1CB91AF5F95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7">
                  <a:extLst>
                    <a:ext uri="{FF2B5EF4-FFF2-40B4-BE49-F238E27FC236}">
                      <a16:creationId xmlns:a16="http://schemas.microsoft.com/office/drawing/2014/main" id="{0D75802A-6E8D-6B61-900F-2747B876A195}"/>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8">
                  <a:extLst>
                    <a:ext uri="{FF2B5EF4-FFF2-40B4-BE49-F238E27FC236}">
                      <a16:creationId xmlns:a16="http://schemas.microsoft.com/office/drawing/2014/main" id="{66608EB2-2CD7-F0CE-8534-EC7E8D0516B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9">
                  <a:extLst>
                    <a:ext uri="{FF2B5EF4-FFF2-40B4-BE49-F238E27FC236}">
                      <a16:creationId xmlns:a16="http://schemas.microsoft.com/office/drawing/2014/main" id="{EBEE7CAF-0AEA-DE83-8C13-B60A1713177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 name="Group 44">
                <a:extLst>
                  <a:ext uri="{FF2B5EF4-FFF2-40B4-BE49-F238E27FC236}">
                    <a16:creationId xmlns:a16="http://schemas.microsoft.com/office/drawing/2014/main" id="{473E89A1-8A7D-5757-AC21-4B7BE0671240}"/>
                  </a:ext>
                </a:extLst>
              </p:cNvPr>
              <p:cNvGrpSpPr>
                <a:grpSpLocks/>
              </p:cNvGrpSpPr>
              <p:nvPr/>
            </p:nvGrpSpPr>
            <p:grpSpPr bwMode="auto">
              <a:xfrm>
                <a:off x="1456374" y="2475647"/>
                <a:ext cx="355165" cy="419100"/>
                <a:chOff x="2944" y="2405"/>
                <a:chExt cx="227" cy="264"/>
              </a:xfrm>
            </p:grpSpPr>
            <p:sp>
              <p:nvSpPr>
                <p:cNvPr id="38" name="Rectangle 45">
                  <a:extLst>
                    <a:ext uri="{FF2B5EF4-FFF2-40B4-BE49-F238E27FC236}">
                      <a16:creationId xmlns:a16="http://schemas.microsoft.com/office/drawing/2014/main" id="{B742574E-F292-55A2-E770-C4F6BCC1A6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Text Box 46">
                  <a:extLst>
                    <a:ext uri="{FF2B5EF4-FFF2-40B4-BE49-F238E27FC236}">
                      <a16:creationId xmlns:a16="http://schemas.microsoft.com/office/drawing/2014/main" id="{2D607BB4-3A6C-1F4C-DDA5-4719F480A102}"/>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5" name="Group 14">
              <a:extLst>
                <a:ext uri="{FF2B5EF4-FFF2-40B4-BE49-F238E27FC236}">
                  <a16:creationId xmlns:a16="http://schemas.microsoft.com/office/drawing/2014/main" id="{87B98647-E76F-8C75-3B99-A9DC447CFEA7}"/>
                </a:ext>
              </a:extLst>
            </p:cNvPr>
            <p:cNvGrpSpPr/>
            <p:nvPr/>
          </p:nvGrpSpPr>
          <p:grpSpPr>
            <a:xfrm>
              <a:off x="6263949" y="5807720"/>
              <a:ext cx="531821" cy="369069"/>
              <a:chOff x="1348328" y="2507397"/>
              <a:chExt cx="603916" cy="419100"/>
            </a:xfrm>
          </p:grpSpPr>
          <p:grpSp>
            <p:nvGrpSpPr>
              <p:cNvPr id="27" name="Group 26">
                <a:extLst>
                  <a:ext uri="{FF2B5EF4-FFF2-40B4-BE49-F238E27FC236}">
                    <a16:creationId xmlns:a16="http://schemas.microsoft.com/office/drawing/2014/main" id="{45FC47C9-5586-C560-B293-AA09D5725C83}"/>
                  </a:ext>
                </a:extLst>
              </p:cNvPr>
              <p:cNvGrpSpPr/>
              <p:nvPr/>
            </p:nvGrpSpPr>
            <p:grpSpPr>
              <a:xfrm>
                <a:off x="1348328" y="2555748"/>
                <a:ext cx="603916" cy="308999"/>
                <a:chOff x="5278570" y="2983486"/>
                <a:chExt cx="501650" cy="233363"/>
              </a:xfrm>
            </p:grpSpPr>
            <p:sp>
              <p:nvSpPr>
                <p:cNvPr id="31" name="Oval 5">
                  <a:extLst>
                    <a:ext uri="{FF2B5EF4-FFF2-40B4-BE49-F238E27FC236}">
                      <a16:creationId xmlns:a16="http://schemas.microsoft.com/office/drawing/2014/main" id="{0DF26B3E-22D0-9FED-EEBD-631D84F432A2}"/>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6">
                  <a:extLst>
                    <a:ext uri="{FF2B5EF4-FFF2-40B4-BE49-F238E27FC236}">
                      <a16:creationId xmlns:a16="http://schemas.microsoft.com/office/drawing/2014/main" id="{33D9AC65-D9E2-4ECD-ECF6-D7B31D516B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7">
                  <a:extLst>
                    <a:ext uri="{FF2B5EF4-FFF2-40B4-BE49-F238E27FC236}">
                      <a16:creationId xmlns:a16="http://schemas.microsoft.com/office/drawing/2014/main" id="{2DD3CE46-85FD-5CCF-86C0-48D03228308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Rectangle 8">
                  <a:extLst>
                    <a:ext uri="{FF2B5EF4-FFF2-40B4-BE49-F238E27FC236}">
                      <a16:creationId xmlns:a16="http://schemas.microsoft.com/office/drawing/2014/main" id="{B72455CF-E756-AD9D-29C3-B794ABB57060}"/>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9">
                  <a:extLst>
                    <a:ext uri="{FF2B5EF4-FFF2-40B4-BE49-F238E27FC236}">
                      <a16:creationId xmlns:a16="http://schemas.microsoft.com/office/drawing/2014/main" id="{BDA87C09-CFF3-6924-02A8-62EA7CC121A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 name="Group 44">
                <a:extLst>
                  <a:ext uri="{FF2B5EF4-FFF2-40B4-BE49-F238E27FC236}">
                    <a16:creationId xmlns:a16="http://schemas.microsoft.com/office/drawing/2014/main" id="{CCCB9C13-C10B-6529-D460-D110D6733A20}"/>
                  </a:ext>
                </a:extLst>
              </p:cNvPr>
              <p:cNvGrpSpPr>
                <a:grpSpLocks/>
              </p:cNvGrpSpPr>
              <p:nvPr/>
            </p:nvGrpSpPr>
            <p:grpSpPr bwMode="auto">
              <a:xfrm>
                <a:off x="1456374" y="2507397"/>
                <a:ext cx="355165" cy="419100"/>
                <a:chOff x="2944" y="2425"/>
                <a:chExt cx="227" cy="264"/>
              </a:xfrm>
            </p:grpSpPr>
            <p:sp>
              <p:nvSpPr>
                <p:cNvPr id="29" name="Rectangle 45">
                  <a:extLst>
                    <a:ext uri="{FF2B5EF4-FFF2-40B4-BE49-F238E27FC236}">
                      <a16:creationId xmlns:a16="http://schemas.microsoft.com/office/drawing/2014/main" id="{5B80D042-9989-420C-1AD1-F9E3C4B3A70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Text Box 46">
                  <a:extLst>
                    <a:ext uri="{FF2B5EF4-FFF2-40B4-BE49-F238E27FC236}">
                      <a16:creationId xmlns:a16="http://schemas.microsoft.com/office/drawing/2014/main" id="{240DB4E9-39C9-1437-6BE1-CCAC1FBB4410}"/>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 name="Group 15">
              <a:extLst>
                <a:ext uri="{FF2B5EF4-FFF2-40B4-BE49-F238E27FC236}">
                  <a16:creationId xmlns:a16="http://schemas.microsoft.com/office/drawing/2014/main" id="{F0DFF975-D1E0-971A-F3D7-B719BD83A708}"/>
                </a:ext>
              </a:extLst>
            </p:cNvPr>
            <p:cNvGrpSpPr/>
            <p:nvPr/>
          </p:nvGrpSpPr>
          <p:grpSpPr>
            <a:xfrm>
              <a:off x="8197315" y="5805271"/>
              <a:ext cx="531821" cy="369069"/>
              <a:chOff x="1348328" y="2507397"/>
              <a:chExt cx="603916" cy="419100"/>
            </a:xfrm>
          </p:grpSpPr>
          <p:grpSp>
            <p:nvGrpSpPr>
              <p:cNvPr id="17" name="Group 16">
                <a:extLst>
                  <a:ext uri="{FF2B5EF4-FFF2-40B4-BE49-F238E27FC236}">
                    <a16:creationId xmlns:a16="http://schemas.microsoft.com/office/drawing/2014/main" id="{FDE1477E-F9AC-975C-78F5-ED265D3915AD}"/>
                  </a:ext>
                </a:extLst>
              </p:cNvPr>
              <p:cNvGrpSpPr/>
              <p:nvPr/>
            </p:nvGrpSpPr>
            <p:grpSpPr>
              <a:xfrm>
                <a:off x="1348328" y="2555748"/>
                <a:ext cx="603916" cy="308999"/>
                <a:chOff x="5278570" y="2983486"/>
                <a:chExt cx="501650" cy="233363"/>
              </a:xfrm>
            </p:grpSpPr>
            <p:sp>
              <p:nvSpPr>
                <p:cNvPr id="21" name="Oval 5">
                  <a:extLst>
                    <a:ext uri="{FF2B5EF4-FFF2-40B4-BE49-F238E27FC236}">
                      <a16:creationId xmlns:a16="http://schemas.microsoft.com/office/drawing/2014/main" id="{FD2DA8F8-886C-EF4C-6AF4-ACAE27C3D15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Line 6">
                  <a:extLst>
                    <a:ext uri="{FF2B5EF4-FFF2-40B4-BE49-F238E27FC236}">
                      <a16:creationId xmlns:a16="http://schemas.microsoft.com/office/drawing/2014/main" id="{8D9E6768-78A4-1745-D2B1-6703866BD34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7">
                  <a:extLst>
                    <a:ext uri="{FF2B5EF4-FFF2-40B4-BE49-F238E27FC236}">
                      <a16:creationId xmlns:a16="http://schemas.microsoft.com/office/drawing/2014/main" id="{DF87A2D3-AF7B-D8CC-7D8C-8F0C38E0A15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Rectangle 8">
                  <a:extLst>
                    <a:ext uri="{FF2B5EF4-FFF2-40B4-BE49-F238E27FC236}">
                      <a16:creationId xmlns:a16="http://schemas.microsoft.com/office/drawing/2014/main" id="{6925650A-78B0-C56F-42DD-1A309BC6996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Oval 9">
                  <a:extLst>
                    <a:ext uri="{FF2B5EF4-FFF2-40B4-BE49-F238E27FC236}">
                      <a16:creationId xmlns:a16="http://schemas.microsoft.com/office/drawing/2014/main" id="{2270E746-AAAE-C0B2-F41F-A26B8DCEDEB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8" name="Group 44">
                <a:extLst>
                  <a:ext uri="{FF2B5EF4-FFF2-40B4-BE49-F238E27FC236}">
                    <a16:creationId xmlns:a16="http://schemas.microsoft.com/office/drawing/2014/main" id="{338B888F-7DCA-2307-8ACB-F71BCE2AEDF9}"/>
                  </a:ext>
                </a:extLst>
              </p:cNvPr>
              <p:cNvGrpSpPr>
                <a:grpSpLocks/>
              </p:cNvGrpSpPr>
              <p:nvPr/>
            </p:nvGrpSpPr>
            <p:grpSpPr bwMode="auto">
              <a:xfrm>
                <a:off x="1500196" y="2507397"/>
                <a:ext cx="267548" cy="419100"/>
                <a:chOff x="2972" y="2425"/>
                <a:chExt cx="171" cy="264"/>
              </a:xfrm>
            </p:grpSpPr>
            <p:sp>
              <p:nvSpPr>
                <p:cNvPr id="19" name="Rectangle 45">
                  <a:extLst>
                    <a:ext uri="{FF2B5EF4-FFF2-40B4-BE49-F238E27FC236}">
                      <a16:creationId xmlns:a16="http://schemas.microsoft.com/office/drawing/2014/main" id="{F7341A4E-C26A-EF0A-2825-0149D0FB5A4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Text Box 46">
                  <a:extLst>
                    <a:ext uri="{FF2B5EF4-FFF2-40B4-BE49-F238E27FC236}">
                      <a16:creationId xmlns:a16="http://schemas.microsoft.com/office/drawing/2014/main" id="{1F2ADD85-760F-890F-0F2E-12E792E4CD9D}"/>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5" name="TextBox 44">
            <a:extLst>
              <a:ext uri="{FF2B5EF4-FFF2-40B4-BE49-F238E27FC236}">
                <a16:creationId xmlns:a16="http://schemas.microsoft.com/office/drawing/2014/main" id="{DE28D986-9CB5-B812-1E25-AE8EF59EBCAF}"/>
              </a:ext>
            </a:extLst>
          </p:cNvPr>
          <p:cNvSpPr txBox="1"/>
          <p:nvPr/>
        </p:nvSpPr>
        <p:spPr>
          <a:xfrm>
            <a:off x="4305782" y="2870522"/>
            <a:ext cx="301686" cy="338554"/>
          </a:xfrm>
          <a:prstGeom prst="rect">
            <a:avLst/>
          </a:prstGeom>
          <a:noFill/>
        </p:spPr>
        <p:txBody>
          <a:bodyPr wrap="square" rtlCol="0">
            <a:spAutoFit/>
          </a:bodyPr>
          <a:lstStyle/>
          <a:p>
            <a:r>
              <a:rPr lang="en-US" sz="1600" dirty="0"/>
              <a:t>1</a:t>
            </a:r>
          </a:p>
        </p:txBody>
      </p:sp>
      <p:sp>
        <p:nvSpPr>
          <p:cNvPr id="46" name="TextBox 45">
            <a:extLst>
              <a:ext uri="{FF2B5EF4-FFF2-40B4-BE49-F238E27FC236}">
                <a16:creationId xmlns:a16="http://schemas.microsoft.com/office/drawing/2014/main" id="{7AB7BBBA-5D1B-D288-F42B-75AA151E71E4}"/>
              </a:ext>
            </a:extLst>
          </p:cNvPr>
          <p:cNvSpPr txBox="1"/>
          <p:nvPr/>
        </p:nvSpPr>
        <p:spPr>
          <a:xfrm>
            <a:off x="6217534" y="2860877"/>
            <a:ext cx="288862" cy="338554"/>
          </a:xfrm>
          <a:prstGeom prst="rect">
            <a:avLst/>
          </a:prstGeom>
          <a:noFill/>
        </p:spPr>
        <p:txBody>
          <a:bodyPr wrap="none" rtlCol="0">
            <a:spAutoFit/>
          </a:bodyPr>
          <a:lstStyle/>
          <a:p>
            <a:r>
              <a:rPr lang="en-US" sz="1600" dirty="0"/>
              <a:t>1</a:t>
            </a:r>
          </a:p>
        </p:txBody>
      </p:sp>
      <p:sp>
        <p:nvSpPr>
          <p:cNvPr id="47" name="TextBox 46">
            <a:extLst>
              <a:ext uri="{FF2B5EF4-FFF2-40B4-BE49-F238E27FC236}">
                <a16:creationId xmlns:a16="http://schemas.microsoft.com/office/drawing/2014/main" id="{CCBDD493-96E0-61E3-19C7-BEC05ABDFEFD}"/>
              </a:ext>
            </a:extLst>
          </p:cNvPr>
          <p:cNvSpPr txBox="1"/>
          <p:nvPr/>
        </p:nvSpPr>
        <p:spPr>
          <a:xfrm>
            <a:off x="4296138" y="4886446"/>
            <a:ext cx="301686" cy="338554"/>
          </a:xfrm>
          <a:prstGeom prst="rect">
            <a:avLst/>
          </a:prstGeom>
          <a:noFill/>
        </p:spPr>
        <p:txBody>
          <a:bodyPr wrap="square" rtlCol="0">
            <a:spAutoFit/>
          </a:bodyPr>
          <a:lstStyle/>
          <a:p>
            <a:r>
              <a:rPr lang="en-US" sz="1600" dirty="0"/>
              <a:t>1</a:t>
            </a:r>
          </a:p>
        </p:txBody>
      </p:sp>
      <p:sp>
        <p:nvSpPr>
          <p:cNvPr id="48" name="TextBox 47">
            <a:extLst>
              <a:ext uri="{FF2B5EF4-FFF2-40B4-BE49-F238E27FC236}">
                <a16:creationId xmlns:a16="http://schemas.microsoft.com/office/drawing/2014/main" id="{D9CA02BC-0930-F728-7A7E-66D8698FDACC}"/>
              </a:ext>
            </a:extLst>
          </p:cNvPr>
          <p:cNvSpPr txBox="1"/>
          <p:nvPr/>
        </p:nvSpPr>
        <p:spPr>
          <a:xfrm>
            <a:off x="6231040" y="4888376"/>
            <a:ext cx="288862" cy="338554"/>
          </a:xfrm>
          <a:prstGeom prst="rect">
            <a:avLst/>
          </a:prstGeom>
          <a:noFill/>
        </p:spPr>
        <p:txBody>
          <a:bodyPr wrap="none" rtlCol="0">
            <a:spAutoFit/>
          </a:bodyPr>
          <a:lstStyle/>
          <a:p>
            <a:r>
              <a:rPr lang="en-US" sz="1600" dirty="0"/>
              <a:t>1</a:t>
            </a:r>
          </a:p>
        </p:txBody>
      </p:sp>
      <p:sp>
        <p:nvSpPr>
          <p:cNvPr id="49" name="TextBox 48">
            <a:extLst>
              <a:ext uri="{FF2B5EF4-FFF2-40B4-BE49-F238E27FC236}">
                <a16:creationId xmlns:a16="http://schemas.microsoft.com/office/drawing/2014/main" id="{5B63FFCD-7665-5929-8859-8AA59C845DC4}"/>
              </a:ext>
            </a:extLst>
          </p:cNvPr>
          <p:cNvSpPr txBox="1"/>
          <p:nvPr/>
        </p:nvSpPr>
        <p:spPr>
          <a:xfrm>
            <a:off x="8154365" y="4890306"/>
            <a:ext cx="288862" cy="338554"/>
          </a:xfrm>
          <a:prstGeom prst="rect">
            <a:avLst/>
          </a:prstGeom>
          <a:noFill/>
        </p:spPr>
        <p:txBody>
          <a:bodyPr wrap="none" rtlCol="0">
            <a:spAutoFit/>
          </a:bodyPr>
          <a:lstStyle/>
          <a:p>
            <a:r>
              <a:rPr lang="en-US" sz="1600" dirty="0"/>
              <a:t>1</a:t>
            </a:r>
          </a:p>
        </p:txBody>
      </p:sp>
      <p:sp>
        <p:nvSpPr>
          <p:cNvPr id="50" name="TextBox 49">
            <a:extLst>
              <a:ext uri="{FF2B5EF4-FFF2-40B4-BE49-F238E27FC236}">
                <a16:creationId xmlns:a16="http://schemas.microsoft.com/office/drawing/2014/main" id="{D6E51E80-603A-A87F-C2FD-BFD66C7EE093}"/>
              </a:ext>
            </a:extLst>
          </p:cNvPr>
          <p:cNvSpPr txBox="1"/>
          <p:nvPr/>
        </p:nvSpPr>
        <p:spPr>
          <a:xfrm>
            <a:off x="5442030" y="4029920"/>
            <a:ext cx="301686" cy="338554"/>
          </a:xfrm>
          <a:prstGeom prst="rect">
            <a:avLst/>
          </a:prstGeom>
          <a:noFill/>
        </p:spPr>
        <p:txBody>
          <a:bodyPr wrap="square" rtlCol="0">
            <a:spAutoFit/>
          </a:bodyPr>
          <a:lstStyle/>
          <a:p>
            <a:r>
              <a:rPr lang="en-US" sz="1600" dirty="0"/>
              <a:t>1</a:t>
            </a:r>
          </a:p>
        </p:txBody>
      </p:sp>
      <p:sp>
        <p:nvSpPr>
          <p:cNvPr id="51" name="TextBox 50">
            <a:extLst>
              <a:ext uri="{FF2B5EF4-FFF2-40B4-BE49-F238E27FC236}">
                <a16:creationId xmlns:a16="http://schemas.microsoft.com/office/drawing/2014/main" id="{DAC2A99F-72CF-A313-4CDE-2F2D440FA068}"/>
              </a:ext>
            </a:extLst>
          </p:cNvPr>
          <p:cNvSpPr txBox="1"/>
          <p:nvPr/>
        </p:nvSpPr>
        <p:spPr>
          <a:xfrm>
            <a:off x="7353782" y="4020275"/>
            <a:ext cx="288862" cy="338554"/>
          </a:xfrm>
          <a:prstGeom prst="rect">
            <a:avLst/>
          </a:prstGeom>
          <a:noFill/>
        </p:spPr>
        <p:txBody>
          <a:bodyPr wrap="none" rtlCol="0">
            <a:spAutoFit/>
          </a:bodyPr>
          <a:lstStyle/>
          <a:p>
            <a:r>
              <a:rPr lang="en-US" sz="1600" dirty="0"/>
              <a:t>1</a:t>
            </a:r>
          </a:p>
        </p:txBody>
      </p:sp>
      <p:sp>
        <p:nvSpPr>
          <p:cNvPr id="52" name="TextBox 51">
            <a:extLst>
              <a:ext uri="{FF2B5EF4-FFF2-40B4-BE49-F238E27FC236}">
                <a16:creationId xmlns:a16="http://schemas.microsoft.com/office/drawing/2014/main" id="{27A564EC-09C6-F9B0-3FEF-C157E1F4E86E}"/>
              </a:ext>
            </a:extLst>
          </p:cNvPr>
          <p:cNvSpPr txBox="1"/>
          <p:nvPr/>
        </p:nvSpPr>
        <p:spPr>
          <a:xfrm>
            <a:off x="5443958" y="5953247"/>
            <a:ext cx="301686" cy="338554"/>
          </a:xfrm>
          <a:prstGeom prst="rect">
            <a:avLst/>
          </a:prstGeom>
          <a:noFill/>
        </p:spPr>
        <p:txBody>
          <a:bodyPr wrap="square" rtlCol="0">
            <a:spAutoFit/>
          </a:bodyPr>
          <a:lstStyle/>
          <a:p>
            <a:r>
              <a:rPr lang="en-US" sz="1600" dirty="0"/>
              <a:t>1</a:t>
            </a:r>
          </a:p>
        </p:txBody>
      </p:sp>
      <p:sp>
        <p:nvSpPr>
          <p:cNvPr id="53" name="TextBox 52">
            <a:extLst>
              <a:ext uri="{FF2B5EF4-FFF2-40B4-BE49-F238E27FC236}">
                <a16:creationId xmlns:a16="http://schemas.microsoft.com/office/drawing/2014/main" id="{CDA50793-2BA9-65B5-773F-C756434BD8C4}"/>
              </a:ext>
            </a:extLst>
          </p:cNvPr>
          <p:cNvSpPr txBox="1"/>
          <p:nvPr/>
        </p:nvSpPr>
        <p:spPr>
          <a:xfrm>
            <a:off x="7355710" y="5943602"/>
            <a:ext cx="288862" cy="338554"/>
          </a:xfrm>
          <a:prstGeom prst="rect">
            <a:avLst/>
          </a:prstGeom>
          <a:noFill/>
        </p:spPr>
        <p:txBody>
          <a:bodyPr wrap="none" rtlCol="0">
            <a:spAutoFit/>
          </a:bodyPr>
          <a:lstStyle/>
          <a:p>
            <a:r>
              <a:rPr lang="en-US" sz="1600" dirty="0"/>
              <a:t>1</a:t>
            </a:r>
          </a:p>
        </p:txBody>
      </p:sp>
      <p:sp>
        <p:nvSpPr>
          <p:cNvPr id="54" name="TextBox 53">
            <a:extLst>
              <a:ext uri="{FF2B5EF4-FFF2-40B4-BE49-F238E27FC236}">
                <a16:creationId xmlns:a16="http://schemas.microsoft.com/office/drawing/2014/main" id="{0D7276F9-D55A-8137-E473-0C238A893F21}"/>
              </a:ext>
            </a:extLst>
          </p:cNvPr>
          <p:cNvSpPr txBox="1"/>
          <p:nvPr/>
        </p:nvSpPr>
        <p:spPr>
          <a:xfrm>
            <a:off x="5445886" y="2123956"/>
            <a:ext cx="301686" cy="338554"/>
          </a:xfrm>
          <a:prstGeom prst="rect">
            <a:avLst/>
          </a:prstGeom>
          <a:noFill/>
        </p:spPr>
        <p:txBody>
          <a:bodyPr wrap="square" rtlCol="0">
            <a:spAutoFit/>
          </a:bodyPr>
          <a:lstStyle/>
          <a:p>
            <a:r>
              <a:rPr lang="en-US" sz="1600" dirty="0"/>
              <a:t>8</a:t>
            </a:r>
          </a:p>
        </p:txBody>
      </p:sp>
      <p:sp>
        <p:nvSpPr>
          <p:cNvPr id="55" name="TextBox 54">
            <a:extLst>
              <a:ext uri="{FF2B5EF4-FFF2-40B4-BE49-F238E27FC236}">
                <a16:creationId xmlns:a16="http://schemas.microsoft.com/office/drawing/2014/main" id="{09FDB291-8492-A790-E450-F720A2501ED9}"/>
              </a:ext>
            </a:extLst>
          </p:cNvPr>
          <p:cNvSpPr txBox="1"/>
          <p:nvPr/>
        </p:nvSpPr>
        <p:spPr>
          <a:xfrm>
            <a:off x="7357638" y="2114311"/>
            <a:ext cx="288862" cy="338554"/>
          </a:xfrm>
          <a:prstGeom prst="rect">
            <a:avLst/>
          </a:prstGeom>
          <a:noFill/>
        </p:spPr>
        <p:txBody>
          <a:bodyPr wrap="none" rtlCol="0">
            <a:spAutoFit/>
          </a:bodyPr>
          <a:lstStyle/>
          <a:p>
            <a:r>
              <a:rPr lang="en-US" sz="1600" dirty="0"/>
              <a:t>1</a:t>
            </a:r>
          </a:p>
        </p:txBody>
      </p:sp>
      <p:grpSp>
        <p:nvGrpSpPr>
          <p:cNvPr id="56" name="Group 55">
            <a:extLst>
              <a:ext uri="{FF2B5EF4-FFF2-40B4-BE49-F238E27FC236}">
                <a16:creationId xmlns:a16="http://schemas.microsoft.com/office/drawing/2014/main" id="{BFA31C0F-74BF-B962-CED3-F9B00C757FB9}"/>
              </a:ext>
            </a:extLst>
          </p:cNvPr>
          <p:cNvGrpSpPr/>
          <p:nvPr/>
        </p:nvGrpSpPr>
        <p:grpSpPr>
          <a:xfrm>
            <a:off x="4336458" y="3833790"/>
            <a:ext cx="4395351" cy="404576"/>
            <a:chOff x="4333785" y="5772213"/>
            <a:chExt cx="4395351" cy="404576"/>
          </a:xfrm>
        </p:grpSpPr>
        <p:grpSp>
          <p:nvGrpSpPr>
            <p:cNvPr id="57" name="Group 56">
              <a:extLst>
                <a:ext uri="{FF2B5EF4-FFF2-40B4-BE49-F238E27FC236}">
                  <a16:creationId xmlns:a16="http://schemas.microsoft.com/office/drawing/2014/main" id="{F64E6CFF-A1A9-1024-EDDB-4F65D50D91E3}"/>
                </a:ext>
              </a:extLst>
            </p:cNvPr>
            <p:cNvGrpSpPr/>
            <p:nvPr/>
          </p:nvGrpSpPr>
          <p:grpSpPr>
            <a:xfrm>
              <a:off x="4333785" y="5772213"/>
              <a:ext cx="531821" cy="369069"/>
              <a:chOff x="1348328" y="2475647"/>
              <a:chExt cx="603916" cy="419100"/>
            </a:xfrm>
          </p:grpSpPr>
          <p:grpSp>
            <p:nvGrpSpPr>
              <p:cNvPr id="462" name="Group 461">
                <a:extLst>
                  <a:ext uri="{FF2B5EF4-FFF2-40B4-BE49-F238E27FC236}">
                    <a16:creationId xmlns:a16="http://schemas.microsoft.com/office/drawing/2014/main" id="{76AAE7C9-B13E-7967-A70C-7E4F2790F333}"/>
                  </a:ext>
                </a:extLst>
              </p:cNvPr>
              <p:cNvGrpSpPr/>
              <p:nvPr/>
            </p:nvGrpSpPr>
            <p:grpSpPr>
              <a:xfrm>
                <a:off x="1348328" y="2555748"/>
                <a:ext cx="603916" cy="308999"/>
                <a:chOff x="5278570" y="2983486"/>
                <a:chExt cx="501650" cy="233363"/>
              </a:xfrm>
            </p:grpSpPr>
            <p:sp>
              <p:nvSpPr>
                <p:cNvPr id="466" name="Oval 5">
                  <a:extLst>
                    <a:ext uri="{FF2B5EF4-FFF2-40B4-BE49-F238E27FC236}">
                      <a16:creationId xmlns:a16="http://schemas.microsoft.com/office/drawing/2014/main" id="{18D717DD-612B-A8AF-ACA7-A95879F6482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Line 6">
                  <a:extLst>
                    <a:ext uri="{FF2B5EF4-FFF2-40B4-BE49-F238E27FC236}">
                      <a16:creationId xmlns:a16="http://schemas.microsoft.com/office/drawing/2014/main" id="{B4E4AC2A-5F87-4C4D-F565-93D04BB0A95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Line 7">
                  <a:extLst>
                    <a:ext uri="{FF2B5EF4-FFF2-40B4-BE49-F238E27FC236}">
                      <a16:creationId xmlns:a16="http://schemas.microsoft.com/office/drawing/2014/main" id="{35AF071A-4D36-8462-0C28-341A3E4E96A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Rectangle 8">
                  <a:extLst>
                    <a:ext uri="{FF2B5EF4-FFF2-40B4-BE49-F238E27FC236}">
                      <a16:creationId xmlns:a16="http://schemas.microsoft.com/office/drawing/2014/main" id="{4448C496-25C6-F42F-D805-3A3AB6D963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Oval 9">
                  <a:extLst>
                    <a:ext uri="{FF2B5EF4-FFF2-40B4-BE49-F238E27FC236}">
                      <a16:creationId xmlns:a16="http://schemas.microsoft.com/office/drawing/2014/main" id="{698F265B-7019-8FA9-4008-BCE668A9E8D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3" name="Group 44">
                <a:extLst>
                  <a:ext uri="{FF2B5EF4-FFF2-40B4-BE49-F238E27FC236}">
                    <a16:creationId xmlns:a16="http://schemas.microsoft.com/office/drawing/2014/main" id="{CDB82E78-4394-8915-412D-5483DCFA97F4}"/>
                  </a:ext>
                </a:extLst>
              </p:cNvPr>
              <p:cNvGrpSpPr>
                <a:grpSpLocks/>
              </p:cNvGrpSpPr>
              <p:nvPr/>
            </p:nvGrpSpPr>
            <p:grpSpPr bwMode="auto">
              <a:xfrm>
                <a:off x="1456374" y="2475647"/>
                <a:ext cx="355165" cy="419100"/>
                <a:chOff x="2944" y="2405"/>
                <a:chExt cx="227" cy="264"/>
              </a:xfrm>
            </p:grpSpPr>
            <p:sp>
              <p:nvSpPr>
                <p:cNvPr id="464" name="Rectangle 45">
                  <a:extLst>
                    <a:ext uri="{FF2B5EF4-FFF2-40B4-BE49-F238E27FC236}">
                      <a16:creationId xmlns:a16="http://schemas.microsoft.com/office/drawing/2014/main" id="{8133DEA9-8C47-F301-1E0E-CB6081CF9EE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Text Box 46">
                  <a:extLst>
                    <a:ext uri="{FF2B5EF4-FFF2-40B4-BE49-F238E27FC236}">
                      <a16:creationId xmlns:a16="http://schemas.microsoft.com/office/drawing/2014/main" id="{1C18ED47-EC97-E329-9AC3-38264D8F7D67}"/>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8" name="Group 57">
              <a:extLst>
                <a:ext uri="{FF2B5EF4-FFF2-40B4-BE49-F238E27FC236}">
                  <a16:creationId xmlns:a16="http://schemas.microsoft.com/office/drawing/2014/main" id="{CCEBB91C-9CF0-F7E3-8F51-2EF2C28551D0}"/>
                </a:ext>
              </a:extLst>
            </p:cNvPr>
            <p:cNvGrpSpPr/>
            <p:nvPr/>
          </p:nvGrpSpPr>
          <p:grpSpPr>
            <a:xfrm>
              <a:off x="6263949" y="5807720"/>
              <a:ext cx="531821" cy="369069"/>
              <a:chOff x="1348328" y="2507397"/>
              <a:chExt cx="603916" cy="419100"/>
            </a:xfrm>
          </p:grpSpPr>
          <p:grpSp>
            <p:nvGrpSpPr>
              <p:cNvPr id="453" name="Group 452">
                <a:extLst>
                  <a:ext uri="{FF2B5EF4-FFF2-40B4-BE49-F238E27FC236}">
                    <a16:creationId xmlns:a16="http://schemas.microsoft.com/office/drawing/2014/main" id="{85C3C5CE-6AD2-979C-2973-2BC85F148BA5}"/>
                  </a:ext>
                </a:extLst>
              </p:cNvPr>
              <p:cNvGrpSpPr/>
              <p:nvPr/>
            </p:nvGrpSpPr>
            <p:grpSpPr>
              <a:xfrm>
                <a:off x="1348328" y="2555748"/>
                <a:ext cx="603916" cy="308999"/>
                <a:chOff x="5278570" y="2983486"/>
                <a:chExt cx="501650" cy="233363"/>
              </a:xfrm>
            </p:grpSpPr>
            <p:sp>
              <p:nvSpPr>
                <p:cNvPr id="457" name="Oval 5">
                  <a:extLst>
                    <a:ext uri="{FF2B5EF4-FFF2-40B4-BE49-F238E27FC236}">
                      <a16:creationId xmlns:a16="http://schemas.microsoft.com/office/drawing/2014/main" id="{0C2A7C20-BD6C-DE67-72EC-77F6334756B2}"/>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Line 6">
                  <a:extLst>
                    <a:ext uri="{FF2B5EF4-FFF2-40B4-BE49-F238E27FC236}">
                      <a16:creationId xmlns:a16="http://schemas.microsoft.com/office/drawing/2014/main" id="{18F1CA98-0C12-85A9-AB79-0E37128BC8A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Line 7">
                  <a:extLst>
                    <a:ext uri="{FF2B5EF4-FFF2-40B4-BE49-F238E27FC236}">
                      <a16:creationId xmlns:a16="http://schemas.microsoft.com/office/drawing/2014/main" id="{4D0E9EB5-AA3F-1B0D-0099-FFA2AD6836E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Rectangle 8">
                  <a:extLst>
                    <a:ext uri="{FF2B5EF4-FFF2-40B4-BE49-F238E27FC236}">
                      <a16:creationId xmlns:a16="http://schemas.microsoft.com/office/drawing/2014/main" id="{4CB1559C-0917-F78C-C8F1-65335CD37A3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Oval 9">
                  <a:extLst>
                    <a:ext uri="{FF2B5EF4-FFF2-40B4-BE49-F238E27FC236}">
                      <a16:creationId xmlns:a16="http://schemas.microsoft.com/office/drawing/2014/main" id="{98D8E1E0-3769-6176-2B13-CA603ADA0E8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44">
                <a:extLst>
                  <a:ext uri="{FF2B5EF4-FFF2-40B4-BE49-F238E27FC236}">
                    <a16:creationId xmlns:a16="http://schemas.microsoft.com/office/drawing/2014/main" id="{E9677773-F510-DCBB-42D8-84984B0DB3E2}"/>
                  </a:ext>
                </a:extLst>
              </p:cNvPr>
              <p:cNvGrpSpPr>
                <a:grpSpLocks/>
              </p:cNvGrpSpPr>
              <p:nvPr/>
            </p:nvGrpSpPr>
            <p:grpSpPr bwMode="auto">
              <a:xfrm>
                <a:off x="1456374" y="2507397"/>
                <a:ext cx="355165" cy="419100"/>
                <a:chOff x="2944" y="2425"/>
                <a:chExt cx="227" cy="264"/>
              </a:xfrm>
            </p:grpSpPr>
            <p:sp>
              <p:nvSpPr>
                <p:cNvPr id="455" name="Rectangle 45">
                  <a:extLst>
                    <a:ext uri="{FF2B5EF4-FFF2-40B4-BE49-F238E27FC236}">
                      <a16:creationId xmlns:a16="http://schemas.microsoft.com/office/drawing/2014/main" id="{23838435-9348-341D-A8BC-49E204C296C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Text Box 46">
                  <a:extLst>
                    <a:ext uri="{FF2B5EF4-FFF2-40B4-BE49-F238E27FC236}">
                      <a16:creationId xmlns:a16="http://schemas.microsoft.com/office/drawing/2014/main" id="{7D19CDBC-6980-8255-41BA-B3695876C99F}"/>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9" name="Group 58">
              <a:extLst>
                <a:ext uri="{FF2B5EF4-FFF2-40B4-BE49-F238E27FC236}">
                  <a16:creationId xmlns:a16="http://schemas.microsoft.com/office/drawing/2014/main" id="{CDD444C5-D162-F034-900F-132F320B57AA}"/>
                </a:ext>
              </a:extLst>
            </p:cNvPr>
            <p:cNvGrpSpPr/>
            <p:nvPr/>
          </p:nvGrpSpPr>
          <p:grpSpPr>
            <a:xfrm>
              <a:off x="8197315" y="5805271"/>
              <a:ext cx="531821" cy="369069"/>
              <a:chOff x="1348328" y="2507397"/>
              <a:chExt cx="603916" cy="419100"/>
            </a:xfrm>
          </p:grpSpPr>
          <p:grpSp>
            <p:nvGrpSpPr>
              <p:cNvPr id="60" name="Group 59">
                <a:extLst>
                  <a:ext uri="{FF2B5EF4-FFF2-40B4-BE49-F238E27FC236}">
                    <a16:creationId xmlns:a16="http://schemas.microsoft.com/office/drawing/2014/main" id="{4B5CBFEF-8375-EEFB-D604-0DE316B197DC}"/>
                  </a:ext>
                </a:extLst>
              </p:cNvPr>
              <p:cNvGrpSpPr/>
              <p:nvPr/>
            </p:nvGrpSpPr>
            <p:grpSpPr>
              <a:xfrm>
                <a:off x="1348328" y="2555748"/>
                <a:ext cx="603916" cy="308999"/>
                <a:chOff x="5278570" y="2983486"/>
                <a:chExt cx="501650" cy="233363"/>
              </a:xfrm>
            </p:grpSpPr>
            <p:sp>
              <p:nvSpPr>
                <p:cNvPr id="448" name="Oval 5">
                  <a:extLst>
                    <a:ext uri="{FF2B5EF4-FFF2-40B4-BE49-F238E27FC236}">
                      <a16:creationId xmlns:a16="http://schemas.microsoft.com/office/drawing/2014/main" id="{33B47976-9BF6-ED16-DAB8-AFAE3F4273F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Line 6">
                  <a:extLst>
                    <a:ext uri="{FF2B5EF4-FFF2-40B4-BE49-F238E27FC236}">
                      <a16:creationId xmlns:a16="http://schemas.microsoft.com/office/drawing/2014/main" id="{09BFB979-BF14-7A4F-82B2-5D16736D5C2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Line 7">
                  <a:extLst>
                    <a:ext uri="{FF2B5EF4-FFF2-40B4-BE49-F238E27FC236}">
                      <a16:creationId xmlns:a16="http://schemas.microsoft.com/office/drawing/2014/main" id="{95FDC4EB-2550-0460-4ABF-1F42C8BB136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1" name="Rectangle 8">
                  <a:extLst>
                    <a:ext uri="{FF2B5EF4-FFF2-40B4-BE49-F238E27FC236}">
                      <a16:creationId xmlns:a16="http://schemas.microsoft.com/office/drawing/2014/main" id="{23D8EB47-6D1A-FD41-6677-B674C36D796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Oval 9">
                  <a:extLst>
                    <a:ext uri="{FF2B5EF4-FFF2-40B4-BE49-F238E27FC236}">
                      <a16:creationId xmlns:a16="http://schemas.microsoft.com/office/drawing/2014/main" id="{96775AF8-3CC5-27A3-8B77-A3CEDCF000D5}"/>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 name="Group 44">
                <a:extLst>
                  <a:ext uri="{FF2B5EF4-FFF2-40B4-BE49-F238E27FC236}">
                    <a16:creationId xmlns:a16="http://schemas.microsoft.com/office/drawing/2014/main" id="{1F49A1B2-6E27-5926-BF2F-BCBE62A3865E}"/>
                  </a:ext>
                </a:extLst>
              </p:cNvPr>
              <p:cNvGrpSpPr>
                <a:grpSpLocks/>
              </p:cNvGrpSpPr>
              <p:nvPr/>
            </p:nvGrpSpPr>
            <p:grpSpPr bwMode="auto">
              <a:xfrm>
                <a:off x="1492372" y="2507397"/>
                <a:ext cx="283194" cy="419100"/>
                <a:chOff x="2967" y="2425"/>
                <a:chExt cx="181" cy="264"/>
              </a:xfrm>
            </p:grpSpPr>
            <p:sp>
              <p:nvSpPr>
                <p:cNvPr id="62" name="Rectangle 45">
                  <a:extLst>
                    <a:ext uri="{FF2B5EF4-FFF2-40B4-BE49-F238E27FC236}">
                      <a16:creationId xmlns:a16="http://schemas.microsoft.com/office/drawing/2014/main" id="{E87761B2-6B0C-9E89-F1E3-6CF2F0C5EB3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Text Box 46">
                  <a:extLst>
                    <a:ext uri="{FF2B5EF4-FFF2-40B4-BE49-F238E27FC236}">
                      <a16:creationId xmlns:a16="http://schemas.microsoft.com/office/drawing/2014/main" id="{40107547-5309-F692-BAF5-A2F0C9B40425}"/>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471" name="Group 470">
            <a:extLst>
              <a:ext uri="{FF2B5EF4-FFF2-40B4-BE49-F238E27FC236}">
                <a16:creationId xmlns:a16="http://schemas.microsoft.com/office/drawing/2014/main" id="{DB2FAEB4-C437-EC6D-4C93-8A9A98BD1AFF}"/>
              </a:ext>
            </a:extLst>
          </p:cNvPr>
          <p:cNvGrpSpPr/>
          <p:nvPr/>
        </p:nvGrpSpPr>
        <p:grpSpPr>
          <a:xfrm>
            <a:off x="4333785" y="1906063"/>
            <a:ext cx="4395351" cy="404576"/>
            <a:chOff x="4333785" y="5772213"/>
            <a:chExt cx="4395351" cy="404576"/>
          </a:xfrm>
        </p:grpSpPr>
        <p:grpSp>
          <p:nvGrpSpPr>
            <p:cNvPr id="472" name="Group 471">
              <a:extLst>
                <a:ext uri="{FF2B5EF4-FFF2-40B4-BE49-F238E27FC236}">
                  <a16:creationId xmlns:a16="http://schemas.microsoft.com/office/drawing/2014/main" id="{1987EC30-E9B1-B0C1-BD2E-2609F7AB1E08}"/>
                </a:ext>
              </a:extLst>
            </p:cNvPr>
            <p:cNvGrpSpPr/>
            <p:nvPr/>
          </p:nvGrpSpPr>
          <p:grpSpPr>
            <a:xfrm>
              <a:off x="4333785" y="5772213"/>
              <a:ext cx="531821" cy="369069"/>
              <a:chOff x="1348328" y="2475647"/>
              <a:chExt cx="603916" cy="419100"/>
            </a:xfrm>
          </p:grpSpPr>
          <p:grpSp>
            <p:nvGrpSpPr>
              <p:cNvPr id="493" name="Group 492">
                <a:extLst>
                  <a:ext uri="{FF2B5EF4-FFF2-40B4-BE49-F238E27FC236}">
                    <a16:creationId xmlns:a16="http://schemas.microsoft.com/office/drawing/2014/main" id="{1A22A5F9-769B-2728-F069-E0E1BCCB5684}"/>
                  </a:ext>
                </a:extLst>
              </p:cNvPr>
              <p:cNvGrpSpPr/>
              <p:nvPr/>
            </p:nvGrpSpPr>
            <p:grpSpPr>
              <a:xfrm>
                <a:off x="1348328" y="2555748"/>
                <a:ext cx="603916" cy="308999"/>
                <a:chOff x="5278570" y="2983486"/>
                <a:chExt cx="501650" cy="233363"/>
              </a:xfrm>
            </p:grpSpPr>
            <p:sp>
              <p:nvSpPr>
                <p:cNvPr id="497" name="Oval 5">
                  <a:extLst>
                    <a:ext uri="{FF2B5EF4-FFF2-40B4-BE49-F238E27FC236}">
                      <a16:creationId xmlns:a16="http://schemas.microsoft.com/office/drawing/2014/main" id="{5AF3EC6C-0AE5-0A1D-1026-0A716BA8237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Line 6">
                  <a:extLst>
                    <a:ext uri="{FF2B5EF4-FFF2-40B4-BE49-F238E27FC236}">
                      <a16:creationId xmlns:a16="http://schemas.microsoft.com/office/drawing/2014/main" id="{E9D8A204-8990-762F-9217-8B5CB14768E7}"/>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Line 7">
                  <a:extLst>
                    <a:ext uri="{FF2B5EF4-FFF2-40B4-BE49-F238E27FC236}">
                      <a16:creationId xmlns:a16="http://schemas.microsoft.com/office/drawing/2014/main" id="{7ED66983-1467-33F5-BF9E-44B06EAB4574}"/>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Rectangle 8">
                  <a:extLst>
                    <a:ext uri="{FF2B5EF4-FFF2-40B4-BE49-F238E27FC236}">
                      <a16:creationId xmlns:a16="http://schemas.microsoft.com/office/drawing/2014/main" id="{CC8FB99B-C7EB-1A56-1747-57D991F853FB}"/>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Oval 9">
                  <a:extLst>
                    <a:ext uri="{FF2B5EF4-FFF2-40B4-BE49-F238E27FC236}">
                      <a16:creationId xmlns:a16="http://schemas.microsoft.com/office/drawing/2014/main" id="{7795CD8D-98C1-27D2-5C71-DBD8D12D8D21}"/>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4" name="Group 44">
                <a:extLst>
                  <a:ext uri="{FF2B5EF4-FFF2-40B4-BE49-F238E27FC236}">
                    <a16:creationId xmlns:a16="http://schemas.microsoft.com/office/drawing/2014/main" id="{B1627C88-85B7-6484-C9D8-DB89CBB6AE22}"/>
                  </a:ext>
                </a:extLst>
              </p:cNvPr>
              <p:cNvGrpSpPr>
                <a:grpSpLocks/>
              </p:cNvGrpSpPr>
              <p:nvPr/>
            </p:nvGrpSpPr>
            <p:grpSpPr bwMode="auto">
              <a:xfrm>
                <a:off x="1456374" y="2475647"/>
                <a:ext cx="355165" cy="419100"/>
                <a:chOff x="2944" y="2405"/>
                <a:chExt cx="227" cy="264"/>
              </a:xfrm>
            </p:grpSpPr>
            <p:sp>
              <p:nvSpPr>
                <p:cNvPr id="495" name="Rectangle 45">
                  <a:extLst>
                    <a:ext uri="{FF2B5EF4-FFF2-40B4-BE49-F238E27FC236}">
                      <a16:creationId xmlns:a16="http://schemas.microsoft.com/office/drawing/2014/main" id="{2D0BF1C5-74BA-C6DC-66F6-EE60256DC8A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6" name="Text Box 46">
                  <a:extLst>
                    <a:ext uri="{FF2B5EF4-FFF2-40B4-BE49-F238E27FC236}">
                      <a16:creationId xmlns:a16="http://schemas.microsoft.com/office/drawing/2014/main" id="{8A9FBC78-B294-299C-317D-442B7227CC2B}"/>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73" name="Group 472">
              <a:extLst>
                <a:ext uri="{FF2B5EF4-FFF2-40B4-BE49-F238E27FC236}">
                  <a16:creationId xmlns:a16="http://schemas.microsoft.com/office/drawing/2014/main" id="{D392B324-8CD4-AC65-55F8-4D89ADB685E6}"/>
                </a:ext>
              </a:extLst>
            </p:cNvPr>
            <p:cNvGrpSpPr/>
            <p:nvPr/>
          </p:nvGrpSpPr>
          <p:grpSpPr>
            <a:xfrm>
              <a:off x="6263949" y="5807720"/>
              <a:ext cx="531821" cy="369069"/>
              <a:chOff x="1348328" y="2507397"/>
              <a:chExt cx="603916" cy="419100"/>
            </a:xfrm>
          </p:grpSpPr>
          <p:grpSp>
            <p:nvGrpSpPr>
              <p:cNvPr id="484" name="Group 483">
                <a:extLst>
                  <a:ext uri="{FF2B5EF4-FFF2-40B4-BE49-F238E27FC236}">
                    <a16:creationId xmlns:a16="http://schemas.microsoft.com/office/drawing/2014/main" id="{7AA37F42-ADD1-D3CB-0266-E91D6508B456}"/>
                  </a:ext>
                </a:extLst>
              </p:cNvPr>
              <p:cNvGrpSpPr/>
              <p:nvPr/>
            </p:nvGrpSpPr>
            <p:grpSpPr>
              <a:xfrm>
                <a:off x="1348328" y="2555748"/>
                <a:ext cx="603916" cy="308999"/>
                <a:chOff x="5278570" y="2983486"/>
                <a:chExt cx="501650" cy="233363"/>
              </a:xfrm>
            </p:grpSpPr>
            <p:sp>
              <p:nvSpPr>
                <p:cNvPr id="488" name="Oval 5">
                  <a:extLst>
                    <a:ext uri="{FF2B5EF4-FFF2-40B4-BE49-F238E27FC236}">
                      <a16:creationId xmlns:a16="http://schemas.microsoft.com/office/drawing/2014/main" id="{283E2E8F-1477-1B0E-DB72-8A0ABC0ECE63}"/>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Line 6">
                  <a:extLst>
                    <a:ext uri="{FF2B5EF4-FFF2-40B4-BE49-F238E27FC236}">
                      <a16:creationId xmlns:a16="http://schemas.microsoft.com/office/drawing/2014/main" id="{670B6443-ECF8-EFCD-5722-4A9B267032D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Line 7">
                  <a:extLst>
                    <a:ext uri="{FF2B5EF4-FFF2-40B4-BE49-F238E27FC236}">
                      <a16:creationId xmlns:a16="http://schemas.microsoft.com/office/drawing/2014/main" id="{1F0E9A44-721D-D068-340B-9E8AF1899C6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1" name="Rectangle 8">
                  <a:extLst>
                    <a:ext uri="{FF2B5EF4-FFF2-40B4-BE49-F238E27FC236}">
                      <a16:creationId xmlns:a16="http://schemas.microsoft.com/office/drawing/2014/main" id="{864F8D14-B717-9E55-ED43-8815125F40C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Oval 9">
                  <a:extLst>
                    <a:ext uri="{FF2B5EF4-FFF2-40B4-BE49-F238E27FC236}">
                      <a16:creationId xmlns:a16="http://schemas.microsoft.com/office/drawing/2014/main" id="{E2041216-2CD5-8E16-C3D9-C491350FB60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5" name="Group 44">
                <a:extLst>
                  <a:ext uri="{FF2B5EF4-FFF2-40B4-BE49-F238E27FC236}">
                    <a16:creationId xmlns:a16="http://schemas.microsoft.com/office/drawing/2014/main" id="{A3A73663-290F-1026-99A0-7F7086C51F1F}"/>
                  </a:ext>
                </a:extLst>
              </p:cNvPr>
              <p:cNvGrpSpPr>
                <a:grpSpLocks/>
              </p:cNvGrpSpPr>
              <p:nvPr/>
            </p:nvGrpSpPr>
            <p:grpSpPr bwMode="auto">
              <a:xfrm>
                <a:off x="1456374" y="2507397"/>
                <a:ext cx="355165" cy="419100"/>
                <a:chOff x="2944" y="2425"/>
                <a:chExt cx="227" cy="264"/>
              </a:xfrm>
            </p:grpSpPr>
            <p:sp>
              <p:nvSpPr>
                <p:cNvPr id="486" name="Rectangle 45">
                  <a:extLst>
                    <a:ext uri="{FF2B5EF4-FFF2-40B4-BE49-F238E27FC236}">
                      <a16:creationId xmlns:a16="http://schemas.microsoft.com/office/drawing/2014/main" id="{CC6E5AD0-149C-19D2-3B7E-6C87860F788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7" name="Text Box 46">
                  <a:extLst>
                    <a:ext uri="{FF2B5EF4-FFF2-40B4-BE49-F238E27FC236}">
                      <a16:creationId xmlns:a16="http://schemas.microsoft.com/office/drawing/2014/main" id="{3DCE0CD9-BA32-E380-A27B-4FB4BE1494E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74" name="Group 473">
              <a:extLst>
                <a:ext uri="{FF2B5EF4-FFF2-40B4-BE49-F238E27FC236}">
                  <a16:creationId xmlns:a16="http://schemas.microsoft.com/office/drawing/2014/main" id="{D64D16DC-F2E3-C6AD-9C3B-D54529EF2B75}"/>
                </a:ext>
              </a:extLst>
            </p:cNvPr>
            <p:cNvGrpSpPr/>
            <p:nvPr/>
          </p:nvGrpSpPr>
          <p:grpSpPr>
            <a:xfrm>
              <a:off x="8197315" y="5805271"/>
              <a:ext cx="531821" cy="369069"/>
              <a:chOff x="1348328" y="2507397"/>
              <a:chExt cx="603916" cy="419100"/>
            </a:xfrm>
          </p:grpSpPr>
          <p:grpSp>
            <p:nvGrpSpPr>
              <p:cNvPr id="475" name="Group 474">
                <a:extLst>
                  <a:ext uri="{FF2B5EF4-FFF2-40B4-BE49-F238E27FC236}">
                    <a16:creationId xmlns:a16="http://schemas.microsoft.com/office/drawing/2014/main" id="{D539281C-4F8B-B976-46A3-8C02565AB660}"/>
                  </a:ext>
                </a:extLst>
              </p:cNvPr>
              <p:cNvGrpSpPr/>
              <p:nvPr/>
            </p:nvGrpSpPr>
            <p:grpSpPr>
              <a:xfrm>
                <a:off x="1348328" y="2555748"/>
                <a:ext cx="603916" cy="308999"/>
                <a:chOff x="5278570" y="2983486"/>
                <a:chExt cx="501650" cy="233363"/>
              </a:xfrm>
            </p:grpSpPr>
            <p:sp>
              <p:nvSpPr>
                <p:cNvPr id="479" name="Oval 5">
                  <a:extLst>
                    <a:ext uri="{FF2B5EF4-FFF2-40B4-BE49-F238E27FC236}">
                      <a16:creationId xmlns:a16="http://schemas.microsoft.com/office/drawing/2014/main" id="{5C8D62EE-15AB-A651-716B-6EB6FDDF0384}"/>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6">
                  <a:extLst>
                    <a:ext uri="{FF2B5EF4-FFF2-40B4-BE49-F238E27FC236}">
                      <a16:creationId xmlns:a16="http://schemas.microsoft.com/office/drawing/2014/main" id="{7EB278B1-1E5A-C7DE-1883-1D5EBC4A169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7">
                  <a:extLst>
                    <a:ext uri="{FF2B5EF4-FFF2-40B4-BE49-F238E27FC236}">
                      <a16:creationId xmlns:a16="http://schemas.microsoft.com/office/drawing/2014/main" id="{2D38B804-7DEE-8B58-2B5D-B021C3340C85}"/>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Rectangle 8">
                  <a:extLst>
                    <a:ext uri="{FF2B5EF4-FFF2-40B4-BE49-F238E27FC236}">
                      <a16:creationId xmlns:a16="http://schemas.microsoft.com/office/drawing/2014/main" id="{E33A3E5C-540C-479D-615F-93183A41A75B}"/>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3" name="Oval 9">
                  <a:extLst>
                    <a:ext uri="{FF2B5EF4-FFF2-40B4-BE49-F238E27FC236}">
                      <a16:creationId xmlns:a16="http://schemas.microsoft.com/office/drawing/2014/main" id="{C87DA9BE-C99D-CB7A-DA82-C36979715AE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6" name="Group 44">
                <a:extLst>
                  <a:ext uri="{FF2B5EF4-FFF2-40B4-BE49-F238E27FC236}">
                    <a16:creationId xmlns:a16="http://schemas.microsoft.com/office/drawing/2014/main" id="{D5E5988A-E29E-CA2B-0924-301D5BADE651}"/>
                  </a:ext>
                </a:extLst>
              </p:cNvPr>
              <p:cNvGrpSpPr>
                <a:grpSpLocks/>
              </p:cNvGrpSpPr>
              <p:nvPr/>
            </p:nvGrpSpPr>
            <p:grpSpPr bwMode="auto">
              <a:xfrm>
                <a:off x="1464202" y="2507397"/>
                <a:ext cx="341084" cy="419100"/>
                <a:chOff x="2949" y="2425"/>
                <a:chExt cx="218" cy="264"/>
              </a:xfrm>
            </p:grpSpPr>
            <p:sp>
              <p:nvSpPr>
                <p:cNvPr id="477" name="Rectangle 45">
                  <a:extLst>
                    <a:ext uri="{FF2B5EF4-FFF2-40B4-BE49-F238E27FC236}">
                      <a16:creationId xmlns:a16="http://schemas.microsoft.com/office/drawing/2014/main" id="{3C393D9F-F107-A6E2-FA8D-93AD961DBA8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Text Box 46">
                  <a:extLst>
                    <a:ext uri="{FF2B5EF4-FFF2-40B4-BE49-F238E27FC236}">
                      <a16:creationId xmlns:a16="http://schemas.microsoft.com/office/drawing/2014/main" id="{EDF961DE-AF14-474A-B5EC-0CA6F0BC3B6A}"/>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02" name="TextBox 501">
            <a:extLst>
              <a:ext uri="{FF2B5EF4-FFF2-40B4-BE49-F238E27FC236}">
                <a16:creationId xmlns:a16="http://schemas.microsoft.com/office/drawing/2014/main" id="{04412588-AD60-67EC-C55A-C2D14BE649A3}"/>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t>All nodes: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receive distance vectors from neighbors</a:t>
            </a:r>
          </a:p>
          <a:p>
            <a:pPr marL="174625" indent="-174625">
              <a:lnSpc>
                <a:spcPct val="90000"/>
              </a:lnSpc>
              <a:buClr>
                <a:srgbClr val="0000A8"/>
              </a:buClr>
              <a:buFont typeface="Wingdings" pitchFamily="2" charset="2"/>
              <a:buChar char="§"/>
            </a:pPr>
            <a:r>
              <a:rPr lang="en-US" dirty="0"/>
              <a:t>compute their new local  distance vector</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send their new local distance vector to neighbors</a:t>
            </a:r>
          </a:p>
        </p:txBody>
      </p:sp>
      <p:grpSp>
        <p:nvGrpSpPr>
          <p:cNvPr id="503" name="Group 502">
            <a:extLst>
              <a:ext uri="{FF2B5EF4-FFF2-40B4-BE49-F238E27FC236}">
                <a16:creationId xmlns:a16="http://schemas.microsoft.com/office/drawing/2014/main" id="{3D552F66-2188-7D75-E402-1FBB02FE11CE}"/>
              </a:ext>
            </a:extLst>
          </p:cNvPr>
          <p:cNvGrpSpPr/>
          <p:nvPr/>
        </p:nvGrpSpPr>
        <p:grpSpPr>
          <a:xfrm>
            <a:off x="584365" y="1859143"/>
            <a:ext cx="736099" cy="1229581"/>
            <a:chOff x="10030307" y="3444875"/>
            <a:chExt cx="736099" cy="1229581"/>
          </a:xfrm>
        </p:grpSpPr>
        <p:sp>
          <p:nvSpPr>
            <p:cNvPr id="504" name="TextBox 503">
              <a:extLst>
                <a:ext uri="{FF2B5EF4-FFF2-40B4-BE49-F238E27FC236}">
                  <a16:creationId xmlns:a16="http://schemas.microsoft.com/office/drawing/2014/main" id="{5C6CC344-2CED-42A8-18AD-64FB716BDD64}"/>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505" name="Group 504">
              <a:extLst>
                <a:ext uri="{FF2B5EF4-FFF2-40B4-BE49-F238E27FC236}">
                  <a16:creationId xmlns:a16="http://schemas.microsoft.com/office/drawing/2014/main" id="{D26E669E-DF19-D2D1-4FBB-77BEE5BB5F27}"/>
                </a:ext>
              </a:extLst>
            </p:cNvPr>
            <p:cNvGrpSpPr/>
            <p:nvPr/>
          </p:nvGrpSpPr>
          <p:grpSpPr>
            <a:xfrm>
              <a:off x="10034588" y="3444875"/>
              <a:ext cx="682627" cy="682625"/>
              <a:chOff x="10034588" y="3444875"/>
              <a:chExt cx="682627" cy="682625"/>
            </a:xfrm>
          </p:grpSpPr>
          <p:sp>
            <p:nvSpPr>
              <p:cNvPr id="506" name="Oval 505">
                <a:extLst>
                  <a:ext uri="{FF2B5EF4-FFF2-40B4-BE49-F238E27FC236}">
                    <a16:creationId xmlns:a16="http://schemas.microsoft.com/office/drawing/2014/main" id="{4FD9417C-5259-6584-D636-1A2482997CF9}"/>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7" name="Straight Connector 506">
                <a:extLst>
                  <a:ext uri="{FF2B5EF4-FFF2-40B4-BE49-F238E27FC236}">
                    <a16:creationId xmlns:a16="http://schemas.microsoft.com/office/drawing/2014/main" id="{3E243016-C2E7-2F7C-6716-F9248616C249}"/>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E2D37918-80DA-4E39-2F95-E04CD0FA311C}"/>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4A1A1C71-7B95-3828-7AD0-F393CBDF6366}"/>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5C560A8B-0F66-AAD0-8952-CA5B1098AD8F}"/>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1B7A00B6-5A25-B6BD-EFE4-C61616DF62D2}"/>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4BE83A58-BBA1-7D0C-5D04-1082BC1EC63C}"/>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611F97DF-E94A-81B3-B723-551B9CCC2B45}"/>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61E5CDEC-73FF-EA65-EA3E-A7D7D9EEEF01}"/>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91D35B9E-A51F-F3B4-C4A1-BBB5CFD95F48}"/>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A48D6BD4-D3DA-68D5-D9AD-C1FEAE651FDB}"/>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58AD80AD-8C95-BD4C-4A43-1654C00BB1E2}"/>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CD1BD0B-D230-E357-5F82-B74E13D1277E}"/>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20" name="Oval 519">
                <a:extLst>
                  <a:ext uri="{FF2B5EF4-FFF2-40B4-BE49-F238E27FC236}">
                    <a16:creationId xmlns:a16="http://schemas.microsoft.com/office/drawing/2014/main" id="{348035C0-6020-A70A-84F6-403015955B50}"/>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1" name="Group 520">
            <a:extLst>
              <a:ext uri="{FF2B5EF4-FFF2-40B4-BE49-F238E27FC236}">
                <a16:creationId xmlns:a16="http://schemas.microsoft.com/office/drawing/2014/main" id="{45214B23-D64D-937B-830D-2040A10F5708}"/>
              </a:ext>
            </a:extLst>
          </p:cNvPr>
          <p:cNvGrpSpPr/>
          <p:nvPr/>
        </p:nvGrpSpPr>
        <p:grpSpPr>
          <a:xfrm>
            <a:off x="3972233" y="1627242"/>
            <a:ext cx="5089626" cy="4955455"/>
            <a:chOff x="3982064" y="1612491"/>
            <a:chExt cx="5089626" cy="4955455"/>
          </a:xfrm>
        </p:grpSpPr>
        <p:grpSp>
          <p:nvGrpSpPr>
            <p:cNvPr id="522" name="Group 521">
              <a:extLst>
                <a:ext uri="{FF2B5EF4-FFF2-40B4-BE49-F238E27FC236}">
                  <a16:creationId xmlns:a16="http://schemas.microsoft.com/office/drawing/2014/main" id="{F0117DDC-B3F7-82AB-BE3B-6319204F1C3A}"/>
                </a:ext>
              </a:extLst>
            </p:cNvPr>
            <p:cNvGrpSpPr/>
            <p:nvPr/>
          </p:nvGrpSpPr>
          <p:grpSpPr>
            <a:xfrm>
              <a:off x="4011560" y="1641985"/>
              <a:ext cx="1196054" cy="1022555"/>
              <a:chOff x="9655277" y="2349909"/>
              <a:chExt cx="1196054" cy="1022555"/>
            </a:xfrm>
          </p:grpSpPr>
          <p:sp>
            <p:nvSpPr>
              <p:cNvPr id="547" name="Freeform 3">
                <a:extLst>
                  <a:ext uri="{FF2B5EF4-FFF2-40B4-BE49-F238E27FC236}">
                    <a16:creationId xmlns:a16="http://schemas.microsoft.com/office/drawing/2014/main" id="{0E110256-8D89-B6F6-01F9-548B3F532123}"/>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8" name="TextBox 547">
                <a:extLst>
                  <a:ext uri="{FF2B5EF4-FFF2-40B4-BE49-F238E27FC236}">
                    <a16:creationId xmlns:a16="http://schemas.microsoft.com/office/drawing/2014/main" id="{24221563-09FE-A858-DE2E-D33E0A757A84}"/>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3" name="Group 522">
              <a:extLst>
                <a:ext uri="{FF2B5EF4-FFF2-40B4-BE49-F238E27FC236}">
                  <a16:creationId xmlns:a16="http://schemas.microsoft.com/office/drawing/2014/main" id="{7648ACF5-69C3-6146-71BD-F975D1AF7895}"/>
                </a:ext>
              </a:extLst>
            </p:cNvPr>
            <p:cNvGrpSpPr/>
            <p:nvPr/>
          </p:nvGrpSpPr>
          <p:grpSpPr>
            <a:xfrm>
              <a:off x="5943598" y="1627238"/>
              <a:ext cx="1196054" cy="1022555"/>
              <a:chOff x="9655277" y="2349909"/>
              <a:chExt cx="1196054" cy="1022555"/>
            </a:xfrm>
          </p:grpSpPr>
          <p:sp>
            <p:nvSpPr>
              <p:cNvPr id="545" name="Freeform 176">
                <a:extLst>
                  <a:ext uri="{FF2B5EF4-FFF2-40B4-BE49-F238E27FC236}">
                    <a16:creationId xmlns:a16="http://schemas.microsoft.com/office/drawing/2014/main" id="{9A373B0C-CF9A-2F83-1462-3452EDE44C12}"/>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6" name="TextBox 545">
                <a:extLst>
                  <a:ext uri="{FF2B5EF4-FFF2-40B4-BE49-F238E27FC236}">
                    <a16:creationId xmlns:a16="http://schemas.microsoft.com/office/drawing/2014/main" id="{0B166785-75F1-7BD5-2AA6-EDD8BBE7ADD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4" name="Group 523">
              <a:extLst>
                <a:ext uri="{FF2B5EF4-FFF2-40B4-BE49-F238E27FC236}">
                  <a16:creationId xmlns:a16="http://schemas.microsoft.com/office/drawing/2014/main" id="{FE46743B-981E-7BBE-206F-DE84C943C623}"/>
                </a:ext>
              </a:extLst>
            </p:cNvPr>
            <p:cNvGrpSpPr/>
            <p:nvPr/>
          </p:nvGrpSpPr>
          <p:grpSpPr>
            <a:xfrm>
              <a:off x="7875636" y="1612491"/>
              <a:ext cx="1196054" cy="1022555"/>
              <a:chOff x="9655277" y="2349909"/>
              <a:chExt cx="1196054" cy="1022555"/>
            </a:xfrm>
          </p:grpSpPr>
          <p:sp>
            <p:nvSpPr>
              <p:cNvPr id="543" name="Freeform 179">
                <a:extLst>
                  <a:ext uri="{FF2B5EF4-FFF2-40B4-BE49-F238E27FC236}">
                    <a16:creationId xmlns:a16="http://schemas.microsoft.com/office/drawing/2014/main" id="{89924799-4283-850E-FD4E-9225D443DA6A}"/>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TextBox 543">
                <a:extLst>
                  <a:ext uri="{FF2B5EF4-FFF2-40B4-BE49-F238E27FC236}">
                    <a16:creationId xmlns:a16="http://schemas.microsoft.com/office/drawing/2014/main" id="{AFAA6DCA-5BEA-7844-8614-F648B730FBD1}"/>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5" name="Group 524">
              <a:extLst>
                <a:ext uri="{FF2B5EF4-FFF2-40B4-BE49-F238E27FC236}">
                  <a16:creationId xmlns:a16="http://schemas.microsoft.com/office/drawing/2014/main" id="{4E23CDAE-6133-32B2-5A73-9FDA65D640E2}"/>
                </a:ext>
              </a:extLst>
            </p:cNvPr>
            <p:cNvGrpSpPr/>
            <p:nvPr/>
          </p:nvGrpSpPr>
          <p:grpSpPr>
            <a:xfrm>
              <a:off x="3996812" y="3593688"/>
              <a:ext cx="1196054" cy="1022555"/>
              <a:chOff x="9655277" y="2349909"/>
              <a:chExt cx="1196054" cy="1022555"/>
            </a:xfrm>
          </p:grpSpPr>
          <p:sp>
            <p:nvSpPr>
              <p:cNvPr id="541" name="Freeform 182">
                <a:extLst>
                  <a:ext uri="{FF2B5EF4-FFF2-40B4-BE49-F238E27FC236}">
                    <a16:creationId xmlns:a16="http://schemas.microsoft.com/office/drawing/2014/main" id="{666E7383-351C-6918-4DAC-761FDA01A3A9}"/>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2" name="TextBox 541">
                <a:extLst>
                  <a:ext uri="{FF2B5EF4-FFF2-40B4-BE49-F238E27FC236}">
                    <a16:creationId xmlns:a16="http://schemas.microsoft.com/office/drawing/2014/main" id="{34C4B5EF-F626-17C5-CC48-22CDA83D5C05}"/>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6" name="Group 525">
              <a:extLst>
                <a:ext uri="{FF2B5EF4-FFF2-40B4-BE49-F238E27FC236}">
                  <a16:creationId xmlns:a16="http://schemas.microsoft.com/office/drawing/2014/main" id="{1D597528-9E42-42FA-87DF-692E8D7E9FCE}"/>
                </a:ext>
              </a:extLst>
            </p:cNvPr>
            <p:cNvGrpSpPr/>
            <p:nvPr/>
          </p:nvGrpSpPr>
          <p:grpSpPr>
            <a:xfrm>
              <a:off x="5928850" y="3578941"/>
              <a:ext cx="1196054" cy="1022555"/>
              <a:chOff x="9655277" y="2349909"/>
              <a:chExt cx="1196054" cy="1022555"/>
            </a:xfrm>
          </p:grpSpPr>
          <p:sp>
            <p:nvSpPr>
              <p:cNvPr id="539" name="Freeform 226">
                <a:extLst>
                  <a:ext uri="{FF2B5EF4-FFF2-40B4-BE49-F238E27FC236}">
                    <a16:creationId xmlns:a16="http://schemas.microsoft.com/office/drawing/2014/main" id="{18BF5B3F-36F8-D545-60EC-F94EE8FBD02C}"/>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0" name="TextBox 539">
                <a:extLst>
                  <a:ext uri="{FF2B5EF4-FFF2-40B4-BE49-F238E27FC236}">
                    <a16:creationId xmlns:a16="http://schemas.microsoft.com/office/drawing/2014/main" id="{925FB4DA-E805-1BB4-7B7F-77A5461A19AB}"/>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7" name="Group 526">
              <a:extLst>
                <a:ext uri="{FF2B5EF4-FFF2-40B4-BE49-F238E27FC236}">
                  <a16:creationId xmlns:a16="http://schemas.microsoft.com/office/drawing/2014/main" id="{1BC1CCF8-4DC8-E554-0D3D-4F8E43116CCE}"/>
                </a:ext>
              </a:extLst>
            </p:cNvPr>
            <p:cNvGrpSpPr/>
            <p:nvPr/>
          </p:nvGrpSpPr>
          <p:grpSpPr>
            <a:xfrm>
              <a:off x="7860888" y="3564194"/>
              <a:ext cx="1196054" cy="1022555"/>
              <a:chOff x="9655277" y="2349909"/>
              <a:chExt cx="1196054" cy="1022555"/>
            </a:xfrm>
          </p:grpSpPr>
          <p:sp>
            <p:nvSpPr>
              <p:cNvPr id="537" name="Freeform 229">
                <a:extLst>
                  <a:ext uri="{FF2B5EF4-FFF2-40B4-BE49-F238E27FC236}">
                    <a16:creationId xmlns:a16="http://schemas.microsoft.com/office/drawing/2014/main" id="{91A25209-1B91-D639-CA2C-9EAFB44E3055}"/>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8" name="TextBox 537">
                <a:extLst>
                  <a:ext uri="{FF2B5EF4-FFF2-40B4-BE49-F238E27FC236}">
                    <a16:creationId xmlns:a16="http://schemas.microsoft.com/office/drawing/2014/main" id="{6886B50E-29CC-EAB1-E236-07D2D49D824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8" name="Group 527">
              <a:extLst>
                <a:ext uri="{FF2B5EF4-FFF2-40B4-BE49-F238E27FC236}">
                  <a16:creationId xmlns:a16="http://schemas.microsoft.com/office/drawing/2014/main" id="{B9E66275-CFEB-7DE8-ED8F-A378BB99D6C6}"/>
                </a:ext>
              </a:extLst>
            </p:cNvPr>
            <p:cNvGrpSpPr/>
            <p:nvPr/>
          </p:nvGrpSpPr>
          <p:grpSpPr>
            <a:xfrm>
              <a:off x="3982064" y="5545391"/>
              <a:ext cx="1196054" cy="1022555"/>
              <a:chOff x="9655277" y="2349909"/>
              <a:chExt cx="1196054" cy="1022555"/>
            </a:xfrm>
          </p:grpSpPr>
          <p:sp>
            <p:nvSpPr>
              <p:cNvPr id="535" name="Freeform 232">
                <a:extLst>
                  <a:ext uri="{FF2B5EF4-FFF2-40B4-BE49-F238E27FC236}">
                    <a16:creationId xmlns:a16="http://schemas.microsoft.com/office/drawing/2014/main" id="{0AA3E7C6-16FA-15F9-4618-77212C0496E8}"/>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TextBox 535">
                <a:extLst>
                  <a:ext uri="{FF2B5EF4-FFF2-40B4-BE49-F238E27FC236}">
                    <a16:creationId xmlns:a16="http://schemas.microsoft.com/office/drawing/2014/main" id="{3616FB82-69BE-7386-1F04-C598E600BC2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9" name="Group 528">
              <a:extLst>
                <a:ext uri="{FF2B5EF4-FFF2-40B4-BE49-F238E27FC236}">
                  <a16:creationId xmlns:a16="http://schemas.microsoft.com/office/drawing/2014/main" id="{FE3F93F2-9C42-3E1C-6263-FB29ED75179C}"/>
                </a:ext>
              </a:extLst>
            </p:cNvPr>
            <p:cNvGrpSpPr/>
            <p:nvPr/>
          </p:nvGrpSpPr>
          <p:grpSpPr>
            <a:xfrm>
              <a:off x="5914102" y="5530644"/>
              <a:ext cx="1196054" cy="1022555"/>
              <a:chOff x="9655277" y="2349909"/>
              <a:chExt cx="1196054" cy="1022555"/>
            </a:xfrm>
          </p:grpSpPr>
          <p:sp>
            <p:nvSpPr>
              <p:cNvPr id="533" name="Freeform 235">
                <a:extLst>
                  <a:ext uri="{FF2B5EF4-FFF2-40B4-BE49-F238E27FC236}">
                    <a16:creationId xmlns:a16="http://schemas.microsoft.com/office/drawing/2014/main" id="{DBDA2914-16F4-AF5A-8430-39186FB17B6F}"/>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TextBox 533">
                <a:extLst>
                  <a:ext uri="{FF2B5EF4-FFF2-40B4-BE49-F238E27FC236}">
                    <a16:creationId xmlns:a16="http://schemas.microsoft.com/office/drawing/2014/main" id="{C4EB227B-2AB5-C255-6350-B0C1FC7403BB}"/>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30" name="Group 529">
              <a:extLst>
                <a:ext uri="{FF2B5EF4-FFF2-40B4-BE49-F238E27FC236}">
                  <a16:creationId xmlns:a16="http://schemas.microsoft.com/office/drawing/2014/main" id="{B72BD865-628A-F8F4-A836-DB47EDBC27CF}"/>
                </a:ext>
              </a:extLst>
            </p:cNvPr>
            <p:cNvGrpSpPr/>
            <p:nvPr/>
          </p:nvGrpSpPr>
          <p:grpSpPr>
            <a:xfrm>
              <a:off x="7846140" y="5515897"/>
              <a:ext cx="1196054" cy="1022555"/>
              <a:chOff x="9655277" y="2349909"/>
              <a:chExt cx="1196054" cy="1022555"/>
            </a:xfrm>
          </p:grpSpPr>
          <p:sp>
            <p:nvSpPr>
              <p:cNvPr id="531" name="Freeform 238">
                <a:extLst>
                  <a:ext uri="{FF2B5EF4-FFF2-40B4-BE49-F238E27FC236}">
                    <a16:creationId xmlns:a16="http://schemas.microsoft.com/office/drawing/2014/main" id="{C5B3A880-5FC3-9BD9-737B-E27696B94408}"/>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2" name="TextBox 531">
                <a:extLst>
                  <a:ext uri="{FF2B5EF4-FFF2-40B4-BE49-F238E27FC236}">
                    <a16:creationId xmlns:a16="http://schemas.microsoft.com/office/drawing/2014/main" id="{BC0045F9-D136-502D-45B8-181EE6918E4B}"/>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cxnSp>
        <p:nvCxnSpPr>
          <p:cNvPr id="549" name="Straight Connector 548">
            <a:extLst>
              <a:ext uri="{FF2B5EF4-FFF2-40B4-BE49-F238E27FC236}">
                <a16:creationId xmlns:a16="http://schemas.microsoft.com/office/drawing/2014/main" id="{750F5435-CE8D-CE2B-1BB7-C0F6C66482AA}"/>
              </a:ext>
            </a:extLst>
          </p:cNvPr>
          <p:cNvCxnSpPr>
            <a:cxnSpLocks/>
          </p:cNvCxnSpPr>
          <p:nvPr/>
        </p:nvCxnSpPr>
        <p:spPr>
          <a:xfrm flipH="1">
            <a:off x="901961" y="1975104"/>
            <a:ext cx="151428" cy="257429"/>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9055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par>
                                <p:cTn id="16" presetID="9" presetClass="entr" presetSubtype="0" fill="hold" nodeType="withEffect">
                                  <p:stCondLst>
                                    <p:cond delay="0"/>
                                  </p:stCondLst>
                                  <p:childTnLst>
                                    <p:set>
                                      <p:cBhvr>
                                        <p:cTn id="17" dur="1" fill="hold">
                                          <p:stCondLst>
                                            <p:cond delay="0"/>
                                          </p:stCondLst>
                                        </p:cTn>
                                        <p:tgtEl>
                                          <p:spTgt spid="521"/>
                                        </p:tgtEl>
                                        <p:attrNameLst>
                                          <p:attrName>style.visibility</p:attrName>
                                        </p:attrNameLst>
                                      </p:cBhvr>
                                      <p:to>
                                        <p:strVal val="visible"/>
                                      </p:to>
                                    </p:set>
                                    <p:animEffect transition="in" filter="dissolve">
                                      <p:cBhvr>
                                        <p:cTn id="18" dur="500"/>
                                        <p:tgtEl>
                                          <p:spTgt spid="5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 </a:t>
            </a:r>
            <a:r>
              <a:rPr lang="fa-IR" sz="1800" b="1" dirty="0">
                <a:solidFill>
                  <a:srgbClr val="C00000"/>
                </a:solidFill>
                <a:latin typeface="IRANSans(FaNum)" panose="02040503050201020203" pitchFamily="18" charset="-78"/>
              </a:rPr>
              <a:t>تکرار</a:t>
            </a:r>
            <a:endParaRPr lang="en-US" sz="1800" b="1" dirty="0">
              <a:solidFill>
                <a:srgbClr val="1F1FFF"/>
              </a:solidFill>
              <a:latin typeface="IRANSans(FaNum)" panose="02040503050201020203" pitchFamily="18" charset="-78"/>
            </a:endParaRPr>
          </a:p>
        </p:txBody>
      </p:sp>
      <p:cxnSp>
        <p:nvCxnSpPr>
          <p:cNvPr id="8" name="Straight Connector 7">
            <a:extLst>
              <a:ext uri="{FF2B5EF4-FFF2-40B4-BE49-F238E27FC236}">
                <a16:creationId xmlns:a16="http://schemas.microsoft.com/office/drawing/2014/main" id="{BAB351A8-26DC-1F8A-2444-F1E6F13375CC}"/>
              </a:ext>
            </a:extLst>
          </p:cNvPr>
          <p:cNvCxnSpPr>
            <a:cxnSpLocks/>
            <a:stCxn id="11" idx="2"/>
            <a:endCxn id="11"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C6AA663-F524-9D05-0AB8-5213F88471C2}"/>
              </a:ext>
            </a:extLst>
          </p:cNvPr>
          <p:cNvCxnSpPr>
            <a:cxnSpLocks/>
            <a:stCxn id="11" idx="1"/>
            <a:endCxn id="11"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CF24FD11-632F-B7CF-0277-2C84D0A38F7E}"/>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Rectangle 11">
            <a:extLst>
              <a:ext uri="{FF2B5EF4-FFF2-40B4-BE49-F238E27FC236}">
                <a16:creationId xmlns:a16="http://schemas.microsoft.com/office/drawing/2014/main" id="{7CAE5B54-7C91-FED0-39FF-619179BD7A71}"/>
              </a:ext>
            </a:extLst>
          </p:cNvPr>
          <p:cNvSpPr/>
          <p:nvPr/>
        </p:nvSpPr>
        <p:spPr>
          <a:xfrm>
            <a:off x="8380337" y="220047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13" name="Group 12">
            <a:extLst>
              <a:ext uri="{FF2B5EF4-FFF2-40B4-BE49-F238E27FC236}">
                <a16:creationId xmlns:a16="http://schemas.microsoft.com/office/drawing/2014/main" id="{085CABCF-3E56-0AB3-6DAC-80D2C0D94C17}"/>
              </a:ext>
            </a:extLst>
          </p:cNvPr>
          <p:cNvGrpSpPr/>
          <p:nvPr/>
        </p:nvGrpSpPr>
        <p:grpSpPr>
          <a:xfrm>
            <a:off x="4333785" y="5772213"/>
            <a:ext cx="4395351" cy="404576"/>
            <a:chOff x="4333785" y="5772213"/>
            <a:chExt cx="4395351" cy="404576"/>
          </a:xfrm>
        </p:grpSpPr>
        <p:grpSp>
          <p:nvGrpSpPr>
            <p:cNvPr id="14" name="Group 13">
              <a:extLst>
                <a:ext uri="{FF2B5EF4-FFF2-40B4-BE49-F238E27FC236}">
                  <a16:creationId xmlns:a16="http://schemas.microsoft.com/office/drawing/2014/main" id="{62161EAB-D5C3-CC8A-C616-F5981F69293E}"/>
                </a:ext>
              </a:extLst>
            </p:cNvPr>
            <p:cNvGrpSpPr/>
            <p:nvPr/>
          </p:nvGrpSpPr>
          <p:grpSpPr>
            <a:xfrm>
              <a:off x="4333785" y="5772213"/>
              <a:ext cx="531821" cy="369069"/>
              <a:chOff x="1348328" y="2475647"/>
              <a:chExt cx="603916" cy="419100"/>
            </a:xfrm>
          </p:grpSpPr>
          <p:grpSp>
            <p:nvGrpSpPr>
              <p:cNvPr id="36" name="Group 35">
                <a:extLst>
                  <a:ext uri="{FF2B5EF4-FFF2-40B4-BE49-F238E27FC236}">
                    <a16:creationId xmlns:a16="http://schemas.microsoft.com/office/drawing/2014/main" id="{6D0A8893-F8E1-AAF5-1073-3F77F653738B}"/>
                  </a:ext>
                </a:extLst>
              </p:cNvPr>
              <p:cNvGrpSpPr/>
              <p:nvPr/>
            </p:nvGrpSpPr>
            <p:grpSpPr>
              <a:xfrm>
                <a:off x="1348328" y="2555748"/>
                <a:ext cx="603916" cy="308999"/>
                <a:chOff x="5278570" y="2983486"/>
                <a:chExt cx="501650" cy="233363"/>
              </a:xfrm>
            </p:grpSpPr>
            <p:sp>
              <p:nvSpPr>
                <p:cNvPr id="40" name="Oval 5">
                  <a:extLst>
                    <a:ext uri="{FF2B5EF4-FFF2-40B4-BE49-F238E27FC236}">
                      <a16:creationId xmlns:a16="http://schemas.microsoft.com/office/drawing/2014/main" id="{15F54B10-9936-DF86-5B54-C8DDCF25FAE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6">
                  <a:extLst>
                    <a:ext uri="{FF2B5EF4-FFF2-40B4-BE49-F238E27FC236}">
                      <a16:creationId xmlns:a16="http://schemas.microsoft.com/office/drawing/2014/main" id="{F269DBE0-D46C-6F19-47BF-F2A0CDF87FD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7">
                  <a:extLst>
                    <a:ext uri="{FF2B5EF4-FFF2-40B4-BE49-F238E27FC236}">
                      <a16:creationId xmlns:a16="http://schemas.microsoft.com/office/drawing/2014/main" id="{283348AC-3D7C-80C1-EAA9-091275AF532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8">
                  <a:extLst>
                    <a:ext uri="{FF2B5EF4-FFF2-40B4-BE49-F238E27FC236}">
                      <a16:creationId xmlns:a16="http://schemas.microsoft.com/office/drawing/2014/main" id="{4D49992D-CB14-6C47-5C88-C471F7B07F4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9">
                  <a:extLst>
                    <a:ext uri="{FF2B5EF4-FFF2-40B4-BE49-F238E27FC236}">
                      <a16:creationId xmlns:a16="http://schemas.microsoft.com/office/drawing/2014/main" id="{D8A43090-D798-237F-E113-367728B7515D}"/>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 name="Group 44">
                <a:extLst>
                  <a:ext uri="{FF2B5EF4-FFF2-40B4-BE49-F238E27FC236}">
                    <a16:creationId xmlns:a16="http://schemas.microsoft.com/office/drawing/2014/main" id="{EE967D17-1345-F9C5-E333-F077C2E631AF}"/>
                  </a:ext>
                </a:extLst>
              </p:cNvPr>
              <p:cNvGrpSpPr>
                <a:grpSpLocks/>
              </p:cNvGrpSpPr>
              <p:nvPr/>
            </p:nvGrpSpPr>
            <p:grpSpPr bwMode="auto">
              <a:xfrm>
                <a:off x="1456374" y="2475647"/>
                <a:ext cx="355165" cy="419100"/>
                <a:chOff x="2944" y="2405"/>
                <a:chExt cx="227" cy="264"/>
              </a:xfrm>
            </p:grpSpPr>
            <p:sp>
              <p:nvSpPr>
                <p:cNvPr id="38" name="Rectangle 45">
                  <a:extLst>
                    <a:ext uri="{FF2B5EF4-FFF2-40B4-BE49-F238E27FC236}">
                      <a16:creationId xmlns:a16="http://schemas.microsoft.com/office/drawing/2014/main" id="{8632ED52-9714-3BD7-0F97-C066CFC0FD2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Text Box 46">
                  <a:extLst>
                    <a:ext uri="{FF2B5EF4-FFF2-40B4-BE49-F238E27FC236}">
                      <a16:creationId xmlns:a16="http://schemas.microsoft.com/office/drawing/2014/main" id="{3A6C361C-BEEE-234C-C177-DAD07BEEF3F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5" name="Group 14">
              <a:extLst>
                <a:ext uri="{FF2B5EF4-FFF2-40B4-BE49-F238E27FC236}">
                  <a16:creationId xmlns:a16="http://schemas.microsoft.com/office/drawing/2014/main" id="{75D800F4-0F4A-AA75-53AE-6C3E83B03857}"/>
                </a:ext>
              </a:extLst>
            </p:cNvPr>
            <p:cNvGrpSpPr/>
            <p:nvPr/>
          </p:nvGrpSpPr>
          <p:grpSpPr>
            <a:xfrm>
              <a:off x="6263949" y="5807720"/>
              <a:ext cx="531821" cy="369069"/>
              <a:chOff x="1348328" y="2507397"/>
              <a:chExt cx="603916" cy="419100"/>
            </a:xfrm>
          </p:grpSpPr>
          <p:grpSp>
            <p:nvGrpSpPr>
              <p:cNvPr id="27" name="Group 26">
                <a:extLst>
                  <a:ext uri="{FF2B5EF4-FFF2-40B4-BE49-F238E27FC236}">
                    <a16:creationId xmlns:a16="http://schemas.microsoft.com/office/drawing/2014/main" id="{7ABAD8BD-1C11-12CD-4C8C-611E5FCB927D}"/>
                  </a:ext>
                </a:extLst>
              </p:cNvPr>
              <p:cNvGrpSpPr/>
              <p:nvPr/>
            </p:nvGrpSpPr>
            <p:grpSpPr>
              <a:xfrm>
                <a:off x="1348328" y="2555748"/>
                <a:ext cx="603916" cy="308999"/>
                <a:chOff x="5278570" y="2983486"/>
                <a:chExt cx="501650" cy="233363"/>
              </a:xfrm>
            </p:grpSpPr>
            <p:sp>
              <p:nvSpPr>
                <p:cNvPr id="31" name="Oval 5">
                  <a:extLst>
                    <a:ext uri="{FF2B5EF4-FFF2-40B4-BE49-F238E27FC236}">
                      <a16:creationId xmlns:a16="http://schemas.microsoft.com/office/drawing/2014/main" id="{775E20EB-FEF0-DEBA-45E8-C20BA9979A7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6">
                  <a:extLst>
                    <a:ext uri="{FF2B5EF4-FFF2-40B4-BE49-F238E27FC236}">
                      <a16:creationId xmlns:a16="http://schemas.microsoft.com/office/drawing/2014/main" id="{F73B720A-4F1B-CFAA-2EB2-A1BB84C73095}"/>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7">
                  <a:extLst>
                    <a:ext uri="{FF2B5EF4-FFF2-40B4-BE49-F238E27FC236}">
                      <a16:creationId xmlns:a16="http://schemas.microsoft.com/office/drawing/2014/main" id="{708194D9-FF38-2A90-C032-C3366B73EC9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Rectangle 8">
                  <a:extLst>
                    <a:ext uri="{FF2B5EF4-FFF2-40B4-BE49-F238E27FC236}">
                      <a16:creationId xmlns:a16="http://schemas.microsoft.com/office/drawing/2014/main" id="{AD39F370-65DF-2A8B-45D3-E7F52C98D220}"/>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9">
                  <a:extLst>
                    <a:ext uri="{FF2B5EF4-FFF2-40B4-BE49-F238E27FC236}">
                      <a16:creationId xmlns:a16="http://schemas.microsoft.com/office/drawing/2014/main" id="{30CBBF9C-1DC7-C5B5-2DBB-D234067A0A7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 name="Group 44">
                <a:extLst>
                  <a:ext uri="{FF2B5EF4-FFF2-40B4-BE49-F238E27FC236}">
                    <a16:creationId xmlns:a16="http://schemas.microsoft.com/office/drawing/2014/main" id="{E1C0B23E-6656-63BD-C97A-CF07FB2D1035}"/>
                  </a:ext>
                </a:extLst>
              </p:cNvPr>
              <p:cNvGrpSpPr>
                <a:grpSpLocks/>
              </p:cNvGrpSpPr>
              <p:nvPr/>
            </p:nvGrpSpPr>
            <p:grpSpPr bwMode="auto">
              <a:xfrm>
                <a:off x="1456374" y="2507397"/>
                <a:ext cx="355165" cy="419100"/>
                <a:chOff x="2944" y="2425"/>
                <a:chExt cx="227" cy="264"/>
              </a:xfrm>
            </p:grpSpPr>
            <p:sp>
              <p:nvSpPr>
                <p:cNvPr id="29" name="Rectangle 45">
                  <a:extLst>
                    <a:ext uri="{FF2B5EF4-FFF2-40B4-BE49-F238E27FC236}">
                      <a16:creationId xmlns:a16="http://schemas.microsoft.com/office/drawing/2014/main" id="{1A7D0D19-A210-80FE-3049-C625537346C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Text Box 46">
                  <a:extLst>
                    <a:ext uri="{FF2B5EF4-FFF2-40B4-BE49-F238E27FC236}">
                      <a16:creationId xmlns:a16="http://schemas.microsoft.com/office/drawing/2014/main" id="{F62578AE-1F9B-FAC3-6A01-BEA8E054A597}"/>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 name="Group 15">
              <a:extLst>
                <a:ext uri="{FF2B5EF4-FFF2-40B4-BE49-F238E27FC236}">
                  <a16:creationId xmlns:a16="http://schemas.microsoft.com/office/drawing/2014/main" id="{2497500B-9662-9063-7C0B-DCD30DD02325}"/>
                </a:ext>
              </a:extLst>
            </p:cNvPr>
            <p:cNvGrpSpPr/>
            <p:nvPr/>
          </p:nvGrpSpPr>
          <p:grpSpPr>
            <a:xfrm>
              <a:off x="8197315" y="5805271"/>
              <a:ext cx="531821" cy="369069"/>
              <a:chOff x="1348328" y="2507397"/>
              <a:chExt cx="603916" cy="419100"/>
            </a:xfrm>
          </p:grpSpPr>
          <p:grpSp>
            <p:nvGrpSpPr>
              <p:cNvPr id="17" name="Group 16">
                <a:extLst>
                  <a:ext uri="{FF2B5EF4-FFF2-40B4-BE49-F238E27FC236}">
                    <a16:creationId xmlns:a16="http://schemas.microsoft.com/office/drawing/2014/main" id="{5945B754-3E7F-ABD5-CCBF-FE155DC0F9A7}"/>
                  </a:ext>
                </a:extLst>
              </p:cNvPr>
              <p:cNvGrpSpPr/>
              <p:nvPr/>
            </p:nvGrpSpPr>
            <p:grpSpPr>
              <a:xfrm>
                <a:off x="1348328" y="2555748"/>
                <a:ext cx="603916" cy="308999"/>
                <a:chOff x="5278570" y="2983486"/>
                <a:chExt cx="501650" cy="233363"/>
              </a:xfrm>
            </p:grpSpPr>
            <p:sp>
              <p:nvSpPr>
                <p:cNvPr id="21" name="Oval 5">
                  <a:extLst>
                    <a:ext uri="{FF2B5EF4-FFF2-40B4-BE49-F238E27FC236}">
                      <a16:creationId xmlns:a16="http://schemas.microsoft.com/office/drawing/2014/main" id="{1C28F976-B4F1-7872-E3A5-F7F4C760F2B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Line 6">
                  <a:extLst>
                    <a:ext uri="{FF2B5EF4-FFF2-40B4-BE49-F238E27FC236}">
                      <a16:creationId xmlns:a16="http://schemas.microsoft.com/office/drawing/2014/main" id="{87144E64-3341-23DD-DB63-572667DBE67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7">
                  <a:extLst>
                    <a:ext uri="{FF2B5EF4-FFF2-40B4-BE49-F238E27FC236}">
                      <a16:creationId xmlns:a16="http://schemas.microsoft.com/office/drawing/2014/main" id="{17955928-24DC-B88D-BE23-676F7AF900A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Rectangle 8">
                  <a:extLst>
                    <a:ext uri="{FF2B5EF4-FFF2-40B4-BE49-F238E27FC236}">
                      <a16:creationId xmlns:a16="http://schemas.microsoft.com/office/drawing/2014/main" id="{AA050196-C0D2-6BEB-7ADD-CD2BA1239C0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Oval 9">
                  <a:extLst>
                    <a:ext uri="{FF2B5EF4-FFF2-40B4-BE49-F238E27FC236}">
                      <a16:creationId xmlns:a16="http://schemas.microsoft.com/office/drawing/2014/main" id="{2AC57F60-4CD9-CB0F-B9DD-12368B7F65F2}"/>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8" name="Group 44">
                <a:extLst>
                  <a:ext uri="{FF2B5EF4-FFF2-40B4-BE49-F238E27FC236}">
                    <a16:creationId xmlns:a16="http://schemas.microsoft.com/office/drawing/2014/main" id="{32171DCE-8099-E84D-E187-2A5F93B26116}"/>
                  </a:ext>
                </a:extLst>
              </p:cNvPr>
              <p:cNvGrpSpPr>
                <a:grpSpLocks/>
              </p:cNvGrpSpPr>
              <p:nvPr/>
            </p:nvGrpSpPr>
            <p:grpSpPr bwMode="auto">
              <a:xfrm>
                <a:off x="1500196" y="2507397"/>
                <a:ext cx="267548" cy="419100"/>
                <a:chOff x="2972" y="2425"/>
                <a:chExt cx="171" cy="264"/>
              </a:xfrm>
            </p:grpSpPr>
            <p:sp>
              <p:nvSpPr>
                <p:cNvPr id="19" name="Rectangle 45">
                  <a:extLst>
                    <a:ext uri="{FF2B5EF4-FFF2-40B4-BE49-F238E27FC236}">
                      <a16:creationId xmlns:a16="http://schemas.microsoft.com/office/drawing/2014/main" id="{35CA97BB-88C9-19F2-AE58-85FF8AA13BCB}"/>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Text Box 46">
                  <a:extLst>
                    <a:ext uri="{FF2B5EF4-FFF2-40B4-BE49-F238E27FC236}">
                      <a16:creationId xmlns:a16="http://schemas.microsoft.com/office/drawing/2014/main" id="{F0AFF86A-0788-CD0F-61B4-AB73566BA738}"/>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5" name="TextBox 44">
            <a:extLst>
              <a:ext uri="{FF2B5EF4-FFF2-40B4-BE49-F238E27FC236}">
                <a16:creationId xmlns:a16="http://schemas.microsoft.com/office/drawing/2014/main" id="{6DCAC2FA-4DFD-D501-7DE3-D29074FCD846}"/>
              </a:ext>
            </a:extLst>
          </p:cNvPr>
          <p:cNvSpPr txBox="1"/>
          <p:nvPr/>
        </p:nvSpPr>
        <p:spPr>
          <a:xfrm>
            <a:off x="4305782" y="2870522"/>
            <a:ext cx="301686" cy="338554"/>
          </a:xfrm>
          <a:prstGeom prst="rect">
            <a:avLst/>
          </a:prstGeom>
          <a:noFill/>
        </p:spPr>
        <p:txBody>
          <a:bodyPr wrap="square" rtlCol="0">
            <a:spAutoFit/>
          </a:bodyPr>
          <a:lstStyle/>
          <a:p>
            <a:r>
              <a:rPr lang="en-US" sz="1600" dirty="0"/>
              <a:t>1</a:t>
            </a:r>
          </a:p>
        </p:txBody>
      </p:sp>
      <p:sp>
        <p:nvSpPr>
          <p:cNvPr id="46" name="TextBox 45">
            <a:extLst>
              <a:ext uri="{FF2B5EF4-FFF2-40B4-BE49-F238E27FC236}">
                <a16:creationId xmlns:a16="http://schemas.microsoft.com/office/drawing/2014/main" id="{63B287FD-120C-A155-7AA0-7E1B21E3AE1D}"/>
              </a:ext>
            </a:extLst>
          </p:cNvPr>
          <p:cNvSpPr txBox="1"/>
          <p:nvPr/>
        </p:nvSpPr>
        <p:spPr>
          <a:xfrm>
            <a:off x="6217534" y="2860877"/>
            <a:ext cx="288862" cy="338554"/>
          </a:xfrm>
          <a:prstGeom prst="rect">
            <a:avLst/>
          </a:prstGeom>
          <a:noFill/>
        </p:spPr>
        <p:txBody>
          <a:bodyPr wrap="none" rtlCol="0">
            <a:spAutoFit/>
          </a:bodyPr>
          <a:lstStyle/>
          <a:p>
            <a:r>
              <a:rPr lang="en-US" sz="1600" dirty="0"/>
              <a:t>1</a:t>
            </a:r>
          </a:p>
        </p:txBody>
      </p:sp>
      <p:sp>
        <p:nvSpPr>
          <p:cNvPr id="47" name="TextBox 46">
            <a:extLst>
              <a:ext uri="{FF2B5EF4-FFF2-40B4-BE49-F238E27FC236}">
                <a16:creationId xmlns:a16="http://schemas.microsoft.com/office/drawing/2014/main" id="{E106AC7D-DA8B-2D04-3D16-862197C79BE9}"/>
              </a:ext>
            </a:extLst>
          </p:cNvPr>
          <p:cNvSpPr txBox="1"/>
          <p:nvPr/>
        </p:nvSpPr>
        <p:spPr>
          <a:xfrm>
            <a:off x="4296138" y="4886446"/>
            <a:ext cx="301686" cy="338554"/>
          </a:xfrm>
          <a:prstGeom prst="rect">
            <a:avLst/>
          </a:prstGeom>
          <a:noFill/>
        </p:spPr>
        <p:txBody>
          <a:bodyPr wrap="square" rtlCol="0">
            <a:spAutoFit/>
          </a:bodyPr>
          <a:lstStyle/>
          <a:p>
            <a:r>
              <a:rPr lang="en-US" sz="1600" dirty="0"/>
              <a:t>1</a:t>
            </a:r>
          </a:p>
        </p:txBody>
      </p:sp>
      <p:sp>
        <p:nvSpPr>
          <p:cNvPr id="48" name="TextBox 47">
            <a:extLst>
              <a:ext uri="{FF2B5EF4-FFF2-40B4-BE49-F238E27FC236}">
                <a16:creationId xmlns:a16="http://schemas.microsoft.com/office/drawing/2014/main" id="{8C17B413-02C8-5A76-F5D3-15711E5E51E4}"/>
              </a:ext>
            </a:extLst>
          </p:cNvPr>
          <p:cNvSpPr txBox="1"/>
          <p:nvPr/>
        </p:nvSpPr>
        <p:spPr>
          <a:xfrm>
            <a:off x="6231040" y="4888376"/>
            <a:ext cx="288862" cy="338554"/>
          </a:xfrm>
          <a:prstGeom prst="rect">
            <a:avLst/>
          </a:prstGeom>
          <a:noFill/>
        </p:spPr>
        <p:txBody>
          <a:bodyPr wrap="none" rtlCol="0">
            <a:spAutoFit/>
          </a:bodyPr>
          <a:lstStyle/>
          <a:p>
            <a:r>
              <a:rPr lang="en-US" sz="1600" dirty="0"/>
              <a:t>1</a:t>
            </a:r>
          </a:p>
        </p:txBody>
      </p:sp>
      <p:sp>
        <p:nvSpPr>
          <p:cNvPr id="49" name="TextBox 48">
            <a:extLst>
              <a:ext uri="{FF2B5EF4-FFF2-40B4-BE49-F238E27FC236}">
                <a16:creationId xmlns:a16="http://schemas.microsoft.com/office/drawing/2014/main" id="{62543F43-1E09-EE9A-4BC6-EF895E9E4A60}"/>
              </a:ext>
            </a:extLst>
          </p:cNvPr>
          <p:cNvSpPr txBox="1"/>
          <p:nvPr/>
        </p:nvSpPr>
        <p:spPr>
          <a:xfrm>
            <a:off x="8154365" y="4890306"/>
            <a:ext cx="288862" cy="338554"/>
          </a:xfrm>
          <a:prstGeom prst="rect">
            <a:avLst/>
          </a:prstGeom>
          <a:noFill/>
        </p:spPr>
        <p:txBody>
          <a:bodyPr wrap="none" rtlCol="0">
            <a:spAutoFit/>
          </a:bodyPr>
          <a:lstStyle/>
          <a:p>
            <a:r>
              <a:rPr lang="en-US" sz="1600" dirty="0"/>
              <a:t>1</a:t>
            </a:r>
          </a:p>
        </p:txBody>
      </p:sp>
      <p:sp>
        <p:nvSpPr>
          <p:cNvPr id="50" name="TextBox 49">
            <a:extLst>
              <a:ext uri="{FF2B5EF4-FFF2-40B4-BE49-F238E27FC236}">
                <a16:creationId xmlns:a16="http://schemas.microsoft.com/office/drawing/2014/main" id="{418CC817-BDB1-1CAD-4C1D-868D05E2D44C}"/>
              </a:ext>
            </a:extLst>
          </p:cNvPr>
          <p:cNvSpPr txBox="1"/>
          <p:nvPr/>
        </p:nvSpPr>
        <p:spPr>
          <a:xfrm>
            <a:off x="5442030" y="4029920"/>
            <a:ext cx="301686" cy="338554"/>
          </a:xfrm>
          <a:prstGeom prst="rect">
            <a:avLst/>
          </a:prstGeom>
          <a:noFill/>
        </p:spPr>
        <p:txBody>
          <a:bodyPr wrap="square" rtlCol="0">
            <a:spAutoFit/>
          </a:bodyPr>
          <a:lstStyle/>
          <a:p>
            <a:r>
              <a:rPr lang="en-US" sz="1600" dirty="0"/>
              <a:t>1</a:t>
            </a:r>
          </a:p>
        </p:txBody>
      </p:sp>
      <p:sp>
        <p:nvSpPr>
          <p:cNvPr id="51" name="TextBox 50">
            <a:extLst>
              <a:ext uri="{FF2B5EF4-FFF2-40B4-BE49-F238E27FC236}">
                <a16:creationId xmlns:a16="http://schemas.microsoft.com/office/drawing/2014/main" id="{3B4765CC-FE40-BB48-74BA-227BAFF8124E}"/>
              </a:ext>
            </a:extLst>
          </p:cNvPr>
          <p:cNvSpPr txBox="1"/>
          <p:nvPr/>
        </p:nvSpPr>
        <p:spPr>
          <a:xfrm>
            <a:off x="7353782" y="4020275"/>
            <a:ext cx="288862" cy="338554"/>
          </a:xfrm>
          <a:prstGeom prst="rect">
            <a:avLst/>
          </a:prstGeom>
          <a:noFill/>
        </p:spPr>
        <p:txBody>
          <a:bodyPr wrap="none" rtlCol="0">
            <a:spAutoFit/>
          </a:bodyPr>
          <a:lstStyle/>
          <a:p>
            <a:r>
              <a:rPr lang="en-US" sz="1600" dirty="0"/>
              <a:t>1</a:t>
            </a:r>
          </a:p>
        </p:txBody>
      </p:sp>
      <p:sp>
        <p:nvSpPr>
          <p:cNvPr id="52" name="TextBox 51">
            <a:extLst>
              <a:ext uri="{FF2B5EF4-FFF2-40B4-BE49-F238E27FC236}">
                <a16:creationId xmlns:a16="http://schemas.microsoft.com/office/drawing/2014/main" id="{15F85D30-A514-7681-085A-EC147FECAF32}"/>
              </a:ext>
            </a:extLst>
          </p:cNvPr>
          <p:cNvSpPr txBox="1"/>
          <p:nvPr/>
        </p:nvSpPr>
        <p:spPr>
          <a:xfrm>
            <a:off x="5443958" y="5953247"/>
            <a:ext cx="301686" cy="338554"/>
          </a:xfrm>
          <a:prstGeom prst="rect">
            <a:avLst/>
          </a:prstGeom>
          <a:noFill/>
        </p:spPr>
        <p:txBody>
          <a:bodyPr wrap="square" rtlCol="0">
            <a:spAutoFit/>
          </a:bodyPr>
          <a:lstStyle/>
          <a:p>
            <a:r>
              <a:rPr lang="en-US" sz="1600" dirty="0"/>
              <a:t>1</a:t>
            </a:r>
          </a:p>
        </p:txBody>
      </p:sp>
      <p:sp>
        <p:nvSpPr>
          <p:cNvPr id="53" name="TextBox 52">
            <a:extLst>
              <a:ext uri="{FF2B5EF4-FFF2-40B4-BE49-F238E27FC236}">
                <a16:creationId xmlns:a16="http://schemas.microsoft.com/office/drawing/2014/main" id="{D4E2D6BD-F525-8373-2412-B91EFF9984F8}"/>
              </a:ext>
            </a:extLst>
          </p:cNvPr>
          <p:cNvSpPr txBox="1"/>
          <p:nvPr/>
        </p:nvSpPr>
        <p:spPr>
          <a:xfrm>
            <a:off x="7355710" y="5943602"/>
            <a:ext cx="288862" cy="338554"/>
          </a:xfrm>
          <a:prstGeom prst="rect">
            <a:avLst/>
          </a:prstGeom>
          <a:noFill/>
        </p:spPr>
        <p:txBody>
          <a:bodyPr wrap="none" rtlCol="0">
            <a:spAutoFit/>
          </a:bodyPr>
          <a:lstStyle/>
          <a:p>
            <a:r>
              <a:rPr lang="en-US" sz="1600" dirty="0"/>
              <a:t>1</a:t>
            </a:r>
          </a:p>
        </p:txBody>
      </p:sp>
      <p:sp>
        <p:nvSpPr>
          <p:cNvPr id="54" name="TextBox 53">
            <a:extLst>
              <a:ext uri="{FF2B5EF4-FFF2-40B4-BE49-F238E27FC236}">
                <a16:creationId xmlns:a16="http://schemas.microsoft.com/office/drawing/2014/main" id="{92F26A9A-275D-F740-9B4F-64D32C1F47AA}"/>
              </a:ext>
            </a:extLst>
          </p:cNvPr>
          <p:cNvSpPr txBox="1"/>
          <p:nvPr/>
        </p:nvSpPr>
        <p:spPr>
          <a:xfrm>
            <a:off x="5445886" y="2123956"/>
            <a:ext cx="301686" cy="338554"/>
          </a:xfrm>
          <a:prstGeom prst="rect">
            <a:avLst/>
          </a:prstGeom>
          <a:noFill/>
        </p:spPr>
        <p:txBody>
          <a:bodyPr wrap="square" rtlCol="0">
            <a:spAutoFit/>
          </a:bodyPr>
          <a:lstStyle/>
          <a:p>
            <a:r>
              <a:rPr lang="en-US" sz="1600" dirty="0"/>
              <a:t>8</a:t>
            </a:r>
          </a:p>
        </p:txBody>
      </p:sp>
      <p:sp>
        <p:nvSpPr>
          <p:cNvPr id="55" name="TextBox 54">
            <a:extLst>
              <a:ext uri="{FF2B5EF4-FFF2-40B4-BE49-F238E27FC236}">
                <a16:creationId xmlns:a16="http://schemas.microsoft.com/office/drawing/2014/main" id="{6CCAE006-A742-ABD4-3BE5-8559FD73B581}"/>
              </a:ext>
            </a:extLst>
          </p:cNvPr>
          <p:cNvSpPr txBox="1"/>
          <p:nvPr/>
        </p:nvSpPr>
        <p:spPr>
          <a:xfrm>
            <a:off x="7357638" y="2114311"/>
            <a:ext cx="288862" cy="338554"/>
          </a:xfrm>
          <a:prstGeom prst="rect">
            <a:avLst/>
          </a:prstGeom>
          <a:noFill/>
        </p:spPr>
        <p:txBody>
          <a:bodyPr wrap="none" rtlCol="0">
            <a:spAutoFit/>
          </a:bodyPr>
          <a:lstStyle/>
          <a:p>
            <a:r>
              <a:rPr lang="en-US" sz="1600" dirty="0"/>
              <a:t>1</a:t>
            </a:r>
          </a:p>
        </p:txBody>
      </p:sp>
      <p:sp>
        <p:nvSpPr>
          <p:cNvPr id="56" name="Right Arrow 1031">
            <a:extLst>
              <a:ext uri="{FF2B5EF4-FFF2-40B4-BE49-F238E27FC236}">
                <a16:creationId xmlns:a16="http://schemas.microsoft.com/office/drawing/2014/main" id="{002A949E-6D47-E525-5023-0617D60F9C73}"/>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ight Arrow 266">
            <a:extLst>
              <a:ext uri="{FF2B5EF4-FFF2-40B4-BE49-F238E27FC236}">
                <a16:creationId xmlns:a16="http://schemas.microsoft.com/office/drawing/2014/main" id="{0D367C1F-ED97-B264-8921-B9CBC9502F40}"/>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ight Arrow 267">
            <a:extLst>
              <a:ext uri="{FF2B5EF4-FFF2-40B4-BE49-F238E27FC236}">
                <a16:creationId xmlns:a16="http://schemas.microsoft.com/office/drawing/2014/main" id="{C8ADD8AC-6E49-9850-0FE8-5FA93947D4E3}"/>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Right Arrow 268">
            <a:extLst>
              <a:ext uri="{FF2B5EF4-FFF2-40B4-BE49-F238E27FC236}">
                <a16:creationId xmlns:a16="http://schemas.microsoft.com/office/drawing/2014/main" id="{7B5033ED-2DE0-8D05-086E-BD45FC04FF14}"/>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ight Arrow 269">
            <a:extLst>
              <a:ext uri="{FF2B5EF4-FFF2-40B4-BE49-F238E27FC236}">
                <a16:creationId xmlns:a16="http://schemas.microsoft.com/office/drawing/2014/main" id="{70F9B354-C394-E665-8FBA-29D7375ABDE4}"/>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ight Arrow 270">
            <a:extLst>
              <a:ext uri="{FF2B5EF4-FFF2-40B4-BE49-F238E27FC236}">
                <a16:creationId xmlns:a16="http://schemas.microsoft.com/office/drawing/2014/main" id="{32777C71-1C44-2D37-4D5B-5ADC75CEA038}"/>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ight Arrow 271">
            <a:extLst>
              <a:ext uri="{FF2B5EF4-FFF2-40B4-BE49-F238E27FC236}">
                <a16:creationId xmlns:a16="http://schemas.microsoft.com/office/drawing/2014/main" id="{5392AF97-91A2-45C7-B68B-D7BF1279977E}"/>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Right Arrow 272">
            <a:extLst>
              <a:ext uri="{FF2B5EF4-FFF2-40B4-BE49-F238E27FC236}">
                <a16:creationId xmlns:a16="http://schemas.microsoft.com/office/drawing/2014/main" id="{0537C906-907B-DC75-3771-0E484E0D3756}"/>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8" name="Right Arrow 273">
            <a:extLst>
              <a:ext uri="{FF2B5EF4-FFF2-40B4-BE49-F238E27FC236}">
                <a16:creationId xmlns:a16="http://schemas.microsoft.com/office/drawing/2014/main" id="{18ECD1E3-37DC-6BD1-CCE6-9D35ACCEEEFA}"/>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Right Arrow 274">
            <a:extLst>
              <a:ext uri="{FF2B5EF4-FFF2-40B4-BE49-F238E27FC236}">
                <a16:creationId xmlns:a16="http://schemas.microsoft.com/office/drawing/2014/main" id="{80BCF9DD-2BBF-9931-286D-4774D23D002E}"/>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Right Arrow 278">
            <a:extLst>
              <a:ext uri="{FF2B5EF4-FFF2-40B4-BE49-F238E27FC236}">
                <a16:creationId xmlns:a16="http://schemas.microsoft.com/office/drawing/2014/main" id="{5E830574-340C-55FE-C3CD-9F32C3FBA457}"/>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ight Arrow 279">
            <a:extLst>
              <a:ext uri="{FF2B5EF4-FFF2-40B4-BE49-F238E27FC236}">
                <a16:creationId xmlns:a16="http://schemas.microsoft.com/office/drawing/2014/main" id="{F3BD653F-C120-7869-A1E6-5A2700F8F8BD}"/>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2" name="Group 451">
            <a:extLst>
              <a:ext uri="{FF2B5EF4-FFF2-40B4-BE49-F238E27FC236}">
                <a16:creationId xmlns:a16="http://schemas.microsoft.com/office/drawing/2014/main" id="{A9AFF9B3-2BFE-5995-6D92-8FFD6B6B07F2}"/>
              </a:ext>
            </a:extLst>
          </p:cNvPr>
          <p:cNvGrpSpPr/>
          <p:nvPr/>
        </p:nvGrpSpPr>
        <p:grpSpPr>
          <a:xfrm>
            <a:off x="4336458" y="3833790"/>
            <a:ext cx="4395351" cy="404576"/>
            <a:chOff x="4333785" y="5772213"/>
            <a:chExt cx="4395351" cy="404576"/>
          </a:xfrm>
        </p:grpSpPr>
        <p:grpSp>
          <p:nvGrpSpPr>
            <p:cNvPr id="453" name="Group 452">
              <a:extLst>
                <a:ext uri="{FF2B5EF4-FFF2-40B4-BE49-F238E27FC236}">
                  <a16:creationId xmlns:a16="http://schemas.microsoft.com/office/drawing/2014/main" id="{9F8B3C12-8A01-AD1D-4A17-DE4CB49356C2}"/>
                </a:ext>
              </a:extLst>
            </p:cNvPr>
            <p:cNvGrpSpPr/>
            <p:nvPr/>
          </p:nvGrpSpPr>
          <p:grpSpPr>
            <a:xfrm>
              <a:off x="4333785" y="5772213"/>
              <a:ext cx="531821" cy="369069"/>
              <a:chOff x="1348328" y="2475647"/>
              <a:chExt cx="603916" cy="419100"/>
            </a:xfrm>
          </p:grpSpPr>
          <p:grpSp>
            <p:nvGrpSpPr>
              <p:cNvPr id="474" name="Group 473">
                <a:extLst>
                  <a:ext uri="{FF2B5EF4-FFF2-40B4-BE49-F238E27FC236}">
                    <a16:creationId xmlns:a16="http://schemas.microsoft.com/office/drawing/2014/main" id="{898FF4B1-A71B-F1F0-BF3B-5C6B41F68279}"/>
                  </a:ext>
                </a:extLst>
              </p:cNvPr>
              <p:cNvGrpSpPr/>
              <p:nvPr/>
            </p:nvGrpSpPr>
            <p:grpSpPr>
              <a:xfrm>
                <a:off x="1348328" y="2555748"/>
                <a:ext cx="603916" cy="308999"/>
                <a:chOff x="5278570" y="2983486"/>
                <a:chExt cx="501650" cy="233363"/>
              </a:xfrm>
            </p:grpSpPr>
            <p:sp>
              <p:nvSpPr>
                <p:cNvPr id="478" name="Oval 5">
                  <a:extLst>
                    <a:ext uri="{FF2B5EF4-FFF2-40B4-BE49-F238E27FC236}">
                      <a16:creationId xmlns:a16="http://schemas.microsoft.com/office/drawing/2014/main" id="{6FB19B97-1489-0BF6-E7D1-286F3CC670F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6">
                  <a:extLst>
                    <a:ext uri="{FF2B5EF4-FFF2-40B4-BE49-F238E27FC236}">
                      <a16:creationId xmlns:a16="http://schemas.microsoft.com/office/drawing/2014/main" id="{50C30CA9-5F3E-1407-AFBD-FFBDA9F8DC8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7">
                  <a:extLst>
                    <a:ext uri="{FF2B5EF4-FFF2-40B4-BE49-F238E27FC236}">
                      <a16:creationId xmlns:a16="http://schemas.microsoft.com/office/drawing/2014/main" id="{DD446401-D497-8E45-E980-832E021DB2E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Rectangle 8">
                  <a:extLst>
                    <a:ext uri="{FF2B5EF4-FFF2-40B4-BE49-F238E27FC236}">
                      <a16:creationId xmlns:a16="http://schemas.microsoft.com/office/drawing/2014/main" id="{BD14D8A6-2F44-8C65-C602-9DAF87DF4EE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Oval 9">
                  <a:extLst>
                    <a:ext uri="{FF2B5EF4-FFF2-40B4-BE49-F238E27FC236}">
                      <a16:creationId xmlns:a16="http://schemas.microsoft.com/office/drawing/2014/main" id="{8E5BBE4A-26A3-BCD9-E24B-AF5B20DDB4D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5" name="Group 44">
                <a:extLst>
                  <a:ext uri="{FF2B5EF4-FFF2-40B4-BE49-F238E27FC236}">
                    <a16:creationId xmlns:a16="http://schemas.microsoft.com/office/drawing/2014/main" id="{0A59E787-655E-A45B-3E85-D5EB47477554}"/>
                  </a:ext>
                </a:extLst>
              </p:cNvPr>
              <p:cNvGrpSpPr>
                <a:grpSpLocks/>
              </p:cNvGrpSpPr>
              <p:nvPr/>
            </p:nvGrpSpPr>
            <p:grpSpPr bwMode="auto">
              <a:xfrm>
                <a:off x="1456374" y="2475647"/>
                <a:ext cx="355165" cy="419100"/>
                <a:chOff x="2944" y="2405"/>
                <a:chExt cx="227" cy="264"/>
              </a:xfrm>
            </p:grpSpPr>
            <p:sp>
              <p:nvSpPr>
                <p:cNvPr id="476" name="Rectangle 45">
                  <a:extLst>
                    <a:ext uri="{FF2B5EF4-FFF2-40B4-BE49-F238E27FC236}">
                      <a16:creationId xmlns:a16="http://schemas.microsoft.com/office/drawing/2014/main" id="{0FB92B10-851F-A89A-EB0E-5BD8764A0B5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Text Box 46">
                  <a:extLst>
                    <a:ext uri="{FF2B5EF4-FFF2-40B4-BE49-F238E27FC236}">
                      <a16:creationId xmlns:a16="http://schemas.microsoft.com/office/drawing/2014/main" id="{83CBD67A-A8DE-C10C-15F0-B4527708A1BA}"/>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4" name="Group 453">
              <a:extLst>
                <a:ext uri="{FF2B5EF4-FFF2-40B4-BE49-F238E27FC236}">
                  <a16:creationId xmlns:a16="http://schemas.microsoft.com/office/drawing/2014/main" id="{3782E214-31AC-DA85-5036-260BC4FB365E}"/>
                </a:ext>
              </a:extLst>
            </p:cNvPr>
            <p:cNvGrpSpPr/>
            <p:nvPr/>
          </p:nvGrpSpPr>
          <p:grpSpPr>
            <a:xfrm>
              <a:off x="6263949" y="5807720"/>
              <a:ext cx="531821" cy="369069"/>
              <a:chOff x="1348328" y="2507397"/>
              <a:chExt cx="603916" cy="419100"/>
            </a:xfrm>
          </p:grpSpPr>
          <p:grpSp>
            <p:nvGrpSpPr>
              <p:cNvPr id="465" name="Group 464">
                <a:extLst>
                  <a:ext uri="{FF2B5EF4-FFF2-40B4-BE49-F238E27FC236}">
                    <a16:creationId xmlns:a16="http://schemas.microsoft.com/office/drawing/2014/main" id="{7F28559F-B6EB-32D9-E4BC-A1F46EDD2C16}"/>
                  </a:ext>
                </a:extLst>
              </p:cNvPr>
              <p:cNvGrpSpPr/>
              <p:nvPr/>
            </p:nvGrpSpPr>
            <p:grpSpPr>
              <a:xfrm>
                <a:off x="1348328" y="2555748"/>
                <a:ext cx="603916" cy="308999"/>
                <a:chOff x="5278570" y="2983486"/>
                <a:chExt cx="501650" cy="233363"/>
              </a:xfrm>
            </p:grpSpPr>
            <p:sp>
              <p:nvSpPr>
                <p:cNvPr id="469" name="Oval 5">
                  <a:extLst>
                    <a:ext uri="{FF2B5EF4-FFF2-40B4-BE49-F238E27FC236}">
                      <a16:creationId xmlns:a16="http://schemas.microsoft.com/office/drawing/2014/main" id="{C047F05F-E45C-1282-9FC3-D50062D7132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6">
                  <a:extLst>
                    <a:ext uri="{FF2B5EF4-FFF2-40B4-BE49-F238E27FC236}">
                      <a16:creationId xmlns:a16="http://schemas.microsoft.com/office/drawing/2014/main" id="{B261BA1D-E5C2-6311-3525-7F79444CBA2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7">
                  <a:extLst>
                    <a:ext uri="{FF2B5EF4-FFF2-40B4-BE49-F238E27FC236}">
                      <a16:creationId xmlns:a16="http://schemas.microsoft.com/office/drawing/2014/main" id="{E8D86132-876A-AB4A-AFA0-D47AFCEB6C1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Rectangle 8">
                  <a:extLst>
                    <a:ext uri="{FF2B5EF4-FFF2-40B4-BE49-F238E27FC236}">
                      <a16:creationId xmlns:a16="http://schemas.microsoft.com/office/drawing/2014/main" id="{A64A9CE2-9D51-39F3-19DB-FC7ED3F7C56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Oval 9">
                  <a:extLst>
                    <a:ext uri="{FF2B5EF4-FFF2-40B4-BE49-F238E27FC236}">
                      <a16:creationId xmlns:a16="http://schemas.microsoft.com/office/drawing/2014/main" id="{F5E7A780-B4FF-7C68-B723-67E7F4706AA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6" name="Group 44">
                <a:extLst>
                  <a:ext uri="{FF2B5EF4-FFF2-40B4-BE49-F238E27FC236}">
                    <a16:creationId xmlns:a16="http://schemas.microsoft.com/office/drawing/2014/main" id="{0C1715AD-D713-0076-2740-A878E789C4D1}"/>
                  </a:ext>
                </a:extLst>
              </p:cNvPr>
              <p:cNvGrpSpPr>
                <a:grpSpLocks/>
              </p:cNvGrpSpPr>
              <p:nvPr/>
            </p:nvGrpSpPr>
            <p:grpSpPr bwMode="auto">
              <a:xfrm>
                <a:off x="1456374" y="2507397"/>
                <a:ext cx="355165" cy="419100"/>
                <a:chOff x="2944" y="2425"/>
                <a:chExt cx="227" cy="264"/>
              </a:xfrm>
            </p:grpSpPr>
            <p:sp>
              <p:nvSpPr>
                <p:cNvPr id="467" name="Rectangle 45">
                  <a:extLst>
                    <a:ext uri="{FF2B5EF4-FFF2-40B4-BE49-F238E27FC236}">
                      <a16:creationId xmlns:a16="http://schemas.microsoft.com/office/drawing/2014/main" id="{FB38EF7E-2770-D8FB-4C06-0CE2E9DDF33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Text Box 46">
                  <a:extLst>
                    <a:ext uri="{FF2B5EF4-FFF2-40B4-BE49-F238E27FC236}">
                      <a16:creationId xmlns:a16="http://schemas.microsoft.com/office/drawing/2014/main" id="{35990F88-6405-F01C-09C5-AC74903CA46E}"/>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5" name="Group 454">
              <a:extLst>
                <a:ext uri="{FF2B5EF4-FFF2-40B4-BE49-F238E27FC236}">
                  <a16:creationId xmlns:a16="http://schemas.microsoft.com/office/drawing/2014/main" id="{D2741E2C-D01F-35F2-9369-8BE10CDC9DFB}"/>
                </a:ext>
              </a:extLst>
            </p:cNvPr>
            <p:cNvGrpSpPr/>
            <p:nvPr/>
          </p:nvGrpSpPr>
          <p:grpSpPr>
            <a:xfrm>
              <a:off x="8197315" y="5805271"/>
              <a:ext cx="531821" cy="369069"/>
              <a:chOff x="1348328" y="2507397"/>
              <a:chExt cx="603916" cy="419100"/>
            </a:xfrm>
          </p:grpSpPr>
          <p:grpSp>
            <p:nvGrpSpPr>
              <p:cNvPr id="456" name="Group 455">
                <a:extLst>
                  <a:ext uri="{FF2B5EF4-FFF2-40B4-BE49-F238E27FC236}">
                    <a16:creationId xmlns:a16="http://schemas.microsoft.com/office/drawing/2014/main" id="{8C1BCEA3-9AE8-95E0-1BCD-11C5C8CDECF6}"/>
                  </a:ext>
                </a:extLst>
              </p:cNvPr>
              <p:cNvGrpSpPr/>
              <p:nvPr/>
            </p:nvGrpSpPr>
            <p:grpSpPr>
              <a:xfrm>
                <a:off x="1348328" y="2555748"/>
                <a:ext cx="603916" cy="308999"/>
                <a:chOff x="5278570" y="2983486"/>
                <a:chExt cx="501650" cy="233363"/>
              </a:xfrm>
            </p:grpSpPr>
            <p:sp>
              <p:nvSpPr>
                <p:cNvPr id="460" name="Oval 5">
                  <a:extLst>
                    <a:ext uri="{FF2B5EF4-FFF2-40B4-BE49-F238E27FC236}">
                      <a16:creationId xmlns:a16="http://schemas.microsoft.com/office/drawing/2014/main" id="{49329BAE-C5E8-3FD3-B0E9-72415FD247B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Line 6">
                  <a:extLst>
                    <a:ext uri="{FF2B5EF4-FFF2-40B4-BE49-F238E27FC236}">
                      <a16:creationId xmlns:a16="http://schemas.microsoft.com/office/drawing/2014/main" id="{CACFFA70-5A1C-E01A-A064-F223B348A85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Line 7">
                  <a:extLst>
                    <a:ext uri="{FF2B5EF4-FFF2-40B4-BE49-F238E27FC236}">
                      <a16:creationId xmlns:a16="http://schemas.microsoft.com/office/drawing/2014/main" id="{B992B4CF-854A-7C95-68C3-D7D0D891BC9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Rectangle 8">
                  <a:extLst>
                    <a:ext uri="{FF2B5EF4-FFF2-40B4-BE49-F238E27FC236}">
                      <a16:creationId xmlns:a16="http://schemas.microsoft.com/office/drawing/2014/main" id="{0578991B-DD26-11FF-BD49-6DE8E906777B}"/>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Oval 9">
                  <a:extLst>
                    <a:ext uri="{FF2B5EF4-FFF2-40B4-BE49-F238E27FC236}">
                      <a16:creationId xmlns:a16="http://schemas.microsoft.com/office/drawing/2014/main" id="{5157E828-0886-4457-2B1F-F49F345190F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433512F7-47C2-F967-56CF-E84E0D9822D0}"/>
                  </a:ext>
                </a:extLst>
              </p:cNvPr>
              <p:cNvGrpSpPr>
                <a:grpSpLocks/>
              </p:cNvGrpSpPr>
              <p:nvPr/>
            </p:nvGrpSpPr>
            <p:grpSpPr bwMode="auto">
              <a:xfrm>
                <a:off x="1492372" y="2507397"/>
                <a:ext cx="283194" cy="419100"/>
                <a:chOff x="2967" y="2425"/>
                <a:chExt cx="181" cy="264"/>
              </a:xfrm>
            </p:grpSpPr>
            <p:sp>
              <p:nvSpPr>
                <p:cNvPr id="458" name="Rectangle 45">
                  <a:extLst>
                    <a:ext uri="{FF2B5EF4-FFF2-40B4-BE49-F238E27FC236}">
                      <a16:creationId xmlns:a16="http://schemas.microsoft.com/office/drawing/2014/main" id="{8DCED612-7E62-AAFB-2B33-6828CC54E42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Text Box 46">
                  <a:extLst>
                    <a:ext uri="{FF2B5EF4-FFF2-40B4-BE49-F238E27FC236}">
                      <a16:creationId xmlns:a16="http://schemas.microsoft.com/office/drawing/2014/main" id="{45F0556F-F25E-37B2-06E7-4F7704E1DD1A}"/>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483" name="Group 482">
            <a:extLst>
              <a:ext uri="{FF2B5EF4-FFF2-40B4-BE49-F238E27FC236}">
                <a16:creationId xmlns:a16="http://schemas.microsoft.com/office/drawing/2014/main" id="{9253EE66-5C64-4288-4ADA-54B040BA8C3B}"/>
              </a:ext>
            </a:extLst>
          </p:cNvPr>
          <p:cNvGrpSpPr/>
          <p:nvPr/>
        </p:nvGrpSpPr>
        <p:grpSpPr>
          <a:xfrm>
            <a:off x="4333785" y="1906063"/>
            <a:ext cx="4395351" cy="404576"/>
            <a:chOff x="4333785" y="5772213"/>
            <a:chExt cx="4395351" cy="404576"/>
          </a:xfrm>
        </p:grpSpPr>
        <p:grpSp>
          <p:nvGrpSpPr>
            <p:cNvPr id="484" name="Group 483">
              <a:extLst>
                <a:ext uri="{FF2B5EF4-FFF2-40B4-BE49-F238E27FC236}">
                  <a16:creationId xmlns:a16="http://schemas.microsoft.com/office/drawing/2014/main" id="{B454D2B2-0AC8-C908-CFFA-653F16D5209D}"/>
                </a:ext>
              </a:extLst>
            </p:cNvPr>
            <p:cNvGrpSpPr/>
            <p:nvPr/>
          </p:nvGrpSpPr>
          <p:grpSpPr>
            <a:xfrm>
              <a:off x="4333785" y="5772213"/>
              <a:ext cx="531821" cy="369069"/>
              <a:chOff x="1348328" y="2475647"/>
              <a:chExt cx="603916" cy="419100"/>
            </a:xfrm>
          </p:grpSpPr>
          <p:grpSp>
            <p:nvGrpSpPr>
              <p:cNvPr id="505" name="Group 504">
                <a:extLst>
                  <a:ext uri="{FF2B5EF4-FFF2-40B4-BE49-F238E27FC236}">
                    <a16:creationId xmlns:a16="http://schemas.microsoft.com/office/drawing/2014/main" id="{ECD36533-CA9E-14EA-3E5F-C795783686CC}"/>
                  </a:ext>
                </a:extLst>
              </p:cNvPr>
              <p:cNvGrpSpPr/>
              <p:nvPr/>
            </p:nvGrpSpPr>
            <p:grpSpPr>
              <a:xfrm>
                <a:off x="1348328" y="2555748"/>
                <a:ext cx="603916" cy="308999"/>
                <a:chOff x="5278570" y="2983486"/>
                <a:chExt cx="501650" cy="233363"/>
              </a:xfrm>
            </p:grpSpPr>
            <p:sp>
              <p:nvSpPr>
                <p:cNvPr id="510" name="Oval 5">
                  <a:extLst>
                    <a:ext uri="{FF2B5EF4-FFF2-40B4-BE49-F238E27FC236}">
                      <a16:creationId xmlns:a16="http://schemas.microsoft.com/office/drawing/2014/main" id="{923F9B6C-C7E8-8414-0D99-82A080266CC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Line 6">
                  <a:extLst>
                    <a:ext uri="{FF2B5EF4-FFF2-40B4-BE49-F238E27FC236}">
                      <a16:creationId xmlns:a16="http://schemas.microsoft.com/office/drawing/2014/main" id="{E445AE6F-677F-0B6E-7974-6AF110866CF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Line 7">
                  <a:extLst>
                    <a:ext uri="{FF2B5EF4-FFF2-40B4-BE49-F238E27FC236}">
                      <a16:creationId xmlns:a16="http://schemas.microsoft.com/office/drawing/2014/main" id="{045D450F-21D4-4D0B-7E0B-99447040FDD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Rectangle 8">
                  <a:extLst>
                    <a:ext uri="{FF2B5EF4-FFF2-40B4-BE49-F238E27FC236}">
                      <a16:creationId xmlns:a16="http://schemas.microsoft.com/office/drawing/2014/main" id="{5339D4A9-A2E9-D0FC-3CBC-6985A983A4B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Oval 9">
                  <a:extLst>
                    <a:ext uri="{FF2B5EF4-FFF2-40B4-BE49-F238E27FC236}">
                      <a16:creationId xmlns:a16="http://schemas.microsoft.com/office/drawing/2014/main" id="{F5770552-4985-DB92-3FEE-BFB0E8D8D17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6" name="Group 44">
                <a:extLst>
                  <a:ext uri="{FF2B5EF4-FFF2-40B4-BE49-F238E27FC236}">
                    <a16:creationId xmlns:a16="http://schemas.microsoft.com/office/drawing/2014/main" id="{FCB3311F-0D74-4ACB-0C96-860325BEEAB4}"/>
                  </a:ext>
                </a:extLst>
              </p:cNvPr>
              <p:cNvGrpSpPr>
                <a:grpSpLocks/>
              </p:cNvGrpSpPr>
              <p:nvPr/>
            </p:nvGrpSpPr>
            <p:grpSpPr bwMode="auto">
              <a:xfrm>
                <a:off x="1456374" y="2475647"/>
                <a:ext cx="355165" cy="419100"/>
                <a:chOff x="2944" y="2405"/>
                <a:chExt cx="227" cy="264"/>
              </a:xfrm>
            </p:grpSpPr>
            <p:sp>
              <p:nvSpPr>
                <p:cNvPr id="507" name="Rectangle 45">
                  <a:extLst>
                    <a:ext uri="{FF2B5EF4-FFF2-40B4-BE49-F238E27FC236}">
                      <a16:creationId xmlns:a16="http://schemas.microsoft.com/office/drawing/2014/main" id="{88CF05F4-D5CB-EC8A-5DB4-550DD9E0397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Text Box 46">
                  <a:extLst>
                    <a:ext uri="{FF2B5EF4-FFF2-40B4-BE49-F238E27FC236}">
                      <a16:creationId xmlns:a16="http://schemas.microsoft.com/office/drawing/2014/main" id="{6D1FC123-EF96-9974-F9A8-BA16CEE12B4B}"/>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5" name="Group 484">
              <a:extLst>
                <a:ext uri="{FF2B5EF4-FFF2-40B4-BE49-F238E27FC236}">
                  <a16:creationId xmlns:a16="http://schemas.microsoft.com/office/drawing/2014/main" id="{2D6BC4CC-E0D8-1383-5083-5B0D0F881D87}"/>
                </a:ext>
              </a:extLst>
            </p:cNvPr>
            <p:cNvGrpSpPr/>
            <p:nvPr/>
          </p:nvGrpSpPr>
          <p:grpSpPr>
            <a:xfrm>
              <a:off x="6263949" y="5807720"/>
              <a:ext cx="531821" cy="369069"/>
              <a:chOff x="1348328" y="2507397"/>
              <a:chExt cx="603916" cy="419100"/>
            </a:xfrm>
          </p:grpSpPr>
          <p:grpSp>
            <p:nvGrpSpPr>
              <p:cNvPr id="496" name="Group 495">
                <a:extLst>
                  <a:ext uri="{FF2B5EF4-FFF2-40B4-BE49-F238E27FC236}">
                    <a16:creationId xmlns:a16="http://schemas.microsoft.com/office/drawing/2014/main" id="{CEE80AEF-CFB3-0EE4-4D8D-1E803ABFAFF6}"/>
                  </a:ext>
                </a:extLst>
              </p:cNvPr>
              <p:cNvGrpSpPr/>
              <p:nvPr/>
            </p:nvGrpSpPr>
            <p:grpSpPr>
              <a:xfrm>
                <a:off x="1348328" y="2555748"/>
                <a:ext cx="603916" cy="308999"/>
                <a:chOff x="5278570" y="2983486"/>
                <a:chExt cx="501650" cy="233363"/>
              </a:xfrm>
            </p:grpSpPr>
            <p:sp>
              <p:nvSpPr>
                <p:cNvPr id="500" name="Oval 5">
                  <a:extLst>
                    <a:ext uri="{FF2B5EF4-FFF2-40B4-BE49-F238E27FC236}">
                      <a16:creationId xmlns:a16="http://schemas.microsoft.com/office/drawing/2014/main" id="{CC3ABFBD-B0D6-3254-612A-FF4E8F9B86E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6">
                  <a:extLst>
                    <a:ext uri="{FF2B5EF4-FFF2-40B4-BE49-F238E27FC236}">
                      <a16:creationId xmlns:a16="http://schemas.microsoft.com/office/drawing/2014/main" id="{A86E6254-BD42-C1C0-1669-1B1E71D56257}"/>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Line 7">
                  <a:extLst>
                    <a:ext uri="{FF2B5EF4-FFF2-40B4-BE49-F238E27FC236}">
                      <a16:creationId xmlns:a16="http://schemas.microsoft.com/office/drawing/2014/main" id="{067CA06C-36AD-0219-86C4-E8986826680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Rectangle 8">
                  <a:extLst>
                    <a:ext uri="{FF2B5EF4-FFF2-40B4-BE49-F238E27FC236}">
                      <a16:creationId xmlns:a16="http://schemas.microsoft.com/office/drawing/2014/main" id="{8CE0DA45-6F5E-841B-D83F-87D26B7E38B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4" name="Oval 9">
                  <a:extLst>
                    <a:ext uri="{FF2B5EF4-FFF2-40B4-BE49-F238E27FC236}">
                      <a16:creationId xmlns:a16="http://schemas.microsoft.com/office/drawing/2014/main" id="{FEA290E6-3356-8E08-7E2A-7896CC7E3982}"/>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7" name="Group 44">
                <a:extLst>
                  <a:ext uri="{FF2B5EF4-FFF2-40B4-BE49-F238E27FC236}">
                    <a16:creationId xmlns:a16="http://schemas.microsoft.com/office/drawing/2014/main" id="{8F812B24-AAFF-A12B-3BA1-A13DEAF4B005}"/>
                  </a:ext>
                </a:extLst>
              </p:cNvPr>
              <p:cNvGrpSpPr>
                <a:grpSpLocks/>
              </p:cNvGrpSpPr>
              <p:nvPr/>
            </p:nvGrpSpPr>
            <p:grpSpPr bwMode="auto">
              <a:xfrm>
                <a:off x="1456374" y="2507397"/>
                <a:ext cx="355165" cy="419100"/>
                <a:chOff x="2944" y="2425"/>
                <a:chExt cx="227" cy="264"/>
              </a:xfrm>
            </p:grpSpPr>
            <p:sp>
              <p:nvSpPr>
                <p:cNvPr id="498" name="Rectangle 45">
                  <a:extLst>
                    <a:ext uri="{FF2B5EF4-FFF2-40B4-BE49-F238E27FC236}">
                      <a16:creationId xmlns:a16="http://schemas.microsoft.com/office/drawing/2014/main" id="{1B58293A-5726-720A-2F1C-22EA5F7E857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Text Box 46">
                  <a:extLst>
                    <a:ext uri="{FF2B5EF4-FFF2-40B4-BE49-F238E27FC236}">
                      <a16:creationId xmlns:a16="http://schemas.microsoft.com/office/drawing/2014/main" id="{B186A3C5-29A0-988D-AF8E-1F7CBA7BA2B9}"/>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6" name="Group 485">
              <a:extLst>
                <a:ext uri="{FF2B5EF4-FFF2-40B4-BE49-F238E27FC236}">
                  <a16:creationId xmlns:a16="http://schemas.microsoft.com/office/drawing/2014/main" id="{FF4F1889-CA2C-7CB7-5BD8-EEBCA40CE2B1}"/>
                </a:ext>
              </a:extLst>
            </p:cNvPr>
            <p:cNvGrpSpPr/>
            <p:nvPr/>
          </p:nvGrpSpPr>
          <p:grpSpPr>
            <a:xfrm>
              <a:off x="8197315" y="5805271"/>
              <a:ext cx="531821" cy="369069"/>
              <a:chOff x="1348328" y="2507397"/>
              <a:chExt cx="603916" cy="419100"/>
            </a:xfrm>
          </p:grpSpPr>
          <p:grpSp>
            <p:nvGrpSpPr>
              <p:cNvPr id="487" name="Group 486">
                <a:extLst>
                  <a:ext uri="{FF2B5EF4-FFF2-40B4-BE49-F238E27FC236}">
                    <a16:creationId xmlns:a16="http://schemas.microsoft.com/office/drawing/2014/main" id="{CE5AD66B-E316-7094-6D78-C47FE4B2536A}"/>
                  </a:ext>
                </a:extLst>
              </p:cNvPr>
              <p:cNvGrpSpPr/>
              <p:nvPr/>
            </p:nvGrpSpPr>
            <p:grpSpPr>
              <a:xfrm>
                <a:off x="1348328" y="2555748"/>
                <a:ext cx="603916" cy="308999"/>
                <a:chOff x="5278570" y="2983486"/>
                <a:chExt cx="501650" cy="233363"/>
              </a:xfrm>
            </p:grpSpPr>
            <p:sp>
              <p:nvSpPr>
                <p:cNvPr id="491" name="Oval 5">
                  <a:extLst>
                    <a:ext uri="{FF2B5EF4-FFF2-40B4-BE49-F238E27FC236}">
                      <a16:creationId xmlns:a16="http://schemas.microsoft.com/office/drawing/2014/main" id="{63FB6F4A-0AAE-37E0-35C8-FE6089A605B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Line 6">
                  <a:extLst>
                    <a:ext uri="{FF2B5EF4-FFF2-40B4-BE49-F238E27FC236}">
                      <a16:creationId xmlns:a16="http://schemas.microsoft.com/office/drawing/2014/main" id="{FBA5FBE6-8143-0AF4-5A05-8405133885B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Line 7">
                  <a:extLst>
                    <a:ext uri="{FF2B5EF4-FFF2-40B4-BE49-F238E27FC236}">
                      <a16:creationId xmlns:a16="http://schemas.microsoft.com/office/drawing/2014/main" id="{35521D10-62BB-626A-377F-5186B01F846A}"/>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Rectangle 8">
                  <a:extLst>
                    <a:ext uri="{FF2B5EF4-FFF2-40B4-BE49-F238E27FC236}">
                      <a16:creationId xmlns:a16="http://schemas.microsoft.com/office/drawing/2014/main" id="{16FA0334-A6B7-7DD3-A7ED-37512333F39B}"/>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5" name="Oval 9">
                  <a:extLst>
                    <a:ext uri="{FF2B5EF4-FFF2-40B4-BE49-F238E27FC236}">
                      <a16:creationId xmlns:a16="http://schemas.microsoft.com/office/drawing/2014/main" id="{6066FA85-BFA8-7360-8D61-A838D6B43E6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8" name="Group 44">
                <a:extLst>
                  <a:ext uri="{FF2B5EF4-FFF2-40B4-BE49-F238E27FC236}">
                    <a16:creationId xmlns:a16="http://schemas.microsoft.com/office/drawing/2014/main" id="{7CF85370-C278-F7A0-0898-567BF5E2A4EE}"/>
                  </a:ext>
                </a:extLst>
              </p:cNvPr>
              <p:cNvGrpSpPr>
                <a:grpSpLocks/>
              </p:cNvGrpSpPr>
              <p:nvPr/>
            </p:nvGrpSpPr>
            <p:grpSpPr bwMode="auto">
              <a:xfrm>
                <a:off x="1464202" y="2507397"/>
                <a:ext cx="341084" cy="419100"/>
                <a:chOff x="2949" y="2425"/>
                <a:chExt cx="218" cy="264"/>
              </a:xfrm>
            </p:grpSpPr>
            <p:sp>
              <p:nvSpPr>
                <p:cNvPr id="489" name="Rectangle 45">
                  <a:extLst>
                    <a:ext uri="{FF2B5EF4-FFF2-40B4-BE49-F238E27FC236}">
                      <a16:creationId xmlns:a16="http://schemas.microsoft.com/office/drawing/2014/main" id="{B2790227-2722-5557-FD9D-260FC3D1B3F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Text Box 46">
                  <a:extLst>
                    <a:ext uri="{FF2B5EF4-FFF2-40B4-BE49-F238E27FC236}">
                      <a16:creationId xmlns:a16="http://schemas.microsoft.com/office/drawing/2014/main" id="{12357AF5-5999-DFE8-547B-D0C11FFFCEE9}"/>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15" name="Right Arrow 345">
            <a:extLst>
              <a:ext uri="{FF2B5EF4-FFF2-40B4-BE49-F238E27FC236}">
                <a16:creationId xmlns:a16="http://schemas.microsoft.com/office/drawing/2014/main" id="{7FADB9BB-AA69-3E73-7B59-29CC6EFF1C44}"/>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ight Arrow 346">
            <a:extLst>
              <a:ext uri="{FF2B5EF4-FFF2-40B4-BE49-F238E27FC236}">
                <a16:creationId xmlns:a16="http://schemas.microsoft.com/office/drawing/2014/main" id="{ED2A3D16-61B6-8D00-033D-D41A810E9A32}"/>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Right Arrow 347">
            <a:extLst>
              <a:ext uri="{FF2B5EF4-FFF2-40B4-BE49-F238E27FC236}">
                <a16:creationId xmlns:a16="http://schemas.microsoft.com/office/drawing/2014/main" id="{89080497-4E96-4438-5631-A80AFEF2C734}"/>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Right Arrow 348">
            <a:extLst>
              <a:ext uri="{FF2B5EF4-FFF2-40B4-BE49-F238E27FC236}">
                <a16:creationId xmlns:a16="http://schemas.microsoft.com/office/drawing/2014/main" id="{98F85864-4309-B3E4-D100-938B7D6AD800}"/>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9" name="Right Arrow 349">
            <a:extLst>
              <a:ext uri="{FF2B5EF4-FFF2-40B4-BE49-F238E27FC236}">
                <a16:creationId xmlns:a16="http://schemas.microsoft.com/office/drawing/2014/main" id="{B5D6348E-AB57-8AE6-73A7-88B4EE79D73A}"/>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0" name="Right Arrow 350">
            <a:extLst>
              <a:ext uri="{FF2B5EF4-FFF2-40B4-BE49-F238E27FC236}">
                <a16:creationId xmlns:a16="http://schemas.microsoft.com/office/drawing/2014/main" id="{4C6EAC86-9C19-9945-3C96-400FC89C9CB4}"/>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Right Arrow 351">
            <a:extLst>
              <a:ext uri="{FF2B5EF4-FFF2-40B4-BE49-F238E27FC236}">
                <a16:creationId xmlns:a16="http://schemas.microsoft.com/office/drawing/2014/main" id="{353CAE1C-E18D-A646-B677-ACEEA0C27BE2}"/>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Right Arrow 352">
            <a:extLst>
              <a:ext uri="{FF2B5EF4-FFF2-40B4-BE49-F238E27FC236}">
                <a16:creationId xmlns:a16="http://schemas.microsoft.com/office/drawing/2014/main" id="{1F266756-5ECA-DB50-D06C-487D068289E9}"/>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Right Arrow 353">
            <a:extLst>
              <a:ext uri="{FF2B5EF4-FFF2-40B4-BE49-F238E27FC236}">
                <a16:creationId xmlns:a16="http://schemas.microsoft.com/office/drawing/2014/main" id="{FA8D3768-2F22-F362-9491-C2CDD6D0C243}"/>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4" name="Right Arrow 354">
            <a:extLst>
              <a:ext uri="{FF2B5EF4-FFF2-40B4-BE49-F238E27FC236}">
                <a16:creationId xmlns:a16="http://schemas.microsoft.com/office/drawing/2014/main" id="{C380BC5E-42D2-3231-566B-2CBA6BB64212}"/>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TextBox 524">
            <a:extLst>
              <a:ext uri="{FF2B5EF4-FFF2-40B4-BE49-F238E27FC236}">
                <a16:creationId xmlns:a16="http://schemas.microsoft.com/office/drawing/2014/main" id="{423173B9-C30D-AF00-E261-37241B062676}"/>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t>All nodes: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receive distance vectors from neighbors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compute their new local  distance vector</a:t>
            </a:r>
          </a:p>
          <a:p>
            <a:pPr marL="174625" indent="-174625">
              <a:lnSpc>
                <a:spcPct val="90000"/>
              </a:lnSpc>
              <a:buClr>
                <a:srgbClr val="0000A8"/>
              </a:buClr>
              <a:buFont typeface="Wingdings" pitchFamily="2" charset="2"/>
              <a:buChar char="§"/>
            </a:pPr>
            <a:r>
              <a:rPr lang="en-US" dirty="0"/>
              <a:t>send their new local distance vector to neighbors</a:t>
            </a:r>
          </a:p>
        </p:txBody>
      </p:sp>
      <p:grpSp>
        <p:nvGrpSpPr>
          <p:cNvPr id="526" name="Group 525">
            <a:extLst>
              <a:ext uri="{FF2B5EF4-FFF2-40B4-BE49-F238E27FC236}">
                <a16:creationId xmlns:a16="http://schemas.microsoft.com/office/drawing/2014/main" id="{839A2D30-1B38-DC9C-7A6D-F0F3FE562051}"/>
              </a:ext>
            </a:extLst>
          </p:cNvPr>
          <p:cNvGrpSpPr/>
          <p:nvPr/>
        </p:nvGrpSpPr>
        <p:grpSpPr>
          <a:xfrm>
            <a:off x="584365" y="1859143"/>
            <a:ext cx="736099" cy="1229581"/>
            <a:chOff x="10030307" y="3444875"/>
            <a:chExt cx="736099" cy="1229581"/>
          </a:xfrm>
        </p:grpSpPr>
        <p:sp>
          <p:nvSpPr>
            <p:cNvPr id="527" name="TextBox 526">
              <a:extLst>
                <a:ext uri="{FF2B5EF4-FFF2-40B4-BE49-F238E27FC236}">
                  <a16:creationId xmlns:a16="http://schemas.microsoft.com/office/drawing/2014/main" id="{99639682-929E-B204-B26B-B17052972068}"/>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528" name="Group 527">
              <a:extLst>
                <a:ext uri="{FF2B5EF4-FFF2-40B4-BE49-F238E27FC236}">
                  <a16:creationId xmlns:a16="http://schemas.microsoft.com/office/drawing/2014/main" id="{1F85B812-5700-2A66-9ED8-FA4A2B257B34}"/>
                </a:ext>
              </a:extLst>
            </p:cNvPr>
            <p:cNvGrpSpPr/>
            <p:nvPr/>
          </p:nvGrpSpPr>
          <p:grpSpPr>
            <a:xfrm>
              <a:off x="10034588" y="3444875"/>
              <a:ext cx="682627" cy="682625"/>
              <a:chOff x="10034588" y="3444875"/>
              <a:chExt cx="682627" cy="682625"/>
            </a:xfrm>
          </p:grpSpPr>
          <p:sp>
            <p:nvSpPr>
              <p:cNvPr id="529" name="Oval 528">
                <a:extLst>
                  <a:ext uri="{FF2B5EF4-FFF2-40B4-BE49-F238E27FC236}">
                    <a16:creationId xmlns:a16="http://schemas.microsoft.com/office/drawing/2014/main" id="{4DC3E433-5FEA-6D55-845F-CF7936E8D105}"/>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30" name="Straight Connector 529">
                <a:extLst>
                  <a:ext uri="{FF2B5EF4-FFF2-40B4-BE49-F238E27FC236}">
                    <a16:creationId xmlns:a16="http://schemas.microsoft.com/office/drawing/2014/main" id="{F2339A9E-0AE1-DFA5-4BC1-3EA8DB69DE28}"/>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8BF38E55-874B-CEE2-7785-B692D7A9D5EA}"/>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87873EE-68CB-66BA-B889-C35F876DC148}"/>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DE788D84-5173-0680-6E7E-D1DB276A3265}"/>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2824CEC7-56D2-46A7-5053-5FDF89DA1127}"/>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7D90D6C0-2321-D92E-76F1-E02664C4D3CB}"/>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D9085629-CAC5-CC8A-95BC-E7D367323440}"/>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C6707EF3-59C9-423E-3C18-0A3269E192E2}"/>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E66CF8C8-E52B-E041-4CF9-960069B08C0A}"/>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a:extLst>
                  <a:ext uri="{FF2B5EF4-FFF2-40B4-BE49-F238E27FC236}">
                    <a16:creationId xmlns:a16="http://schemas.microsoft.com/office/drawing/2014/main" id="{7B2DDAA2-6C51-ABA7-D296-B3DE09E8B297}"/>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a:extLst>
                  <a:ext uri="{FF2B5EF4-FFF2-40B4-BE49-F238E27FC236}">
                    <a16:creationId xmlns:a16="http://schemas.microsoft.com/office/drawing/2014/main" id="{BF31B477-D833-CB36-9A3F-037E2EC112BF}"/>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a:extLst>
                  <a:ext uri="{FF2B5EF4-FFF2-40B4-BE49-F238E27FC236}">
                    <a16:creationId xmlns:a16="http://schemas.microsoft.com/office/drawing/2014/main" id="{B8F3060D-3340-276F-EA39-03B399A02B9A}"/>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42" name="Oval 541">
                <a:extLst>
                  <a:ext uri="{FF2B5EF4-FFF2-40B4-BE49-F238E27FC236}">
                    <a16:creationId xmlns:a16="http://schemas.microsoft.com/office/drawing/2014/main" id="{C0FA8B75-9B75-AE53-E7B0-1A0B8B033964}"/>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543" name="Straight Connector 542">
            <a:extLst>
              <a:ext uri="{FF2B5EF4-FFF2-40B4-BE49-F238E27FC236}">
                <a16:creationId xmlns:a16="http://schemas.microsoft.com/office/drawing/2014/main" id="{E6AE4263-C321-A5E2-2EE1-3A15C3B0FE50}"/>
              </a:ext>
            </a:extLst>
          </p:cNvPr>
          <p:cNvCxnSpPr>
            <a:cxnSpLocks/>
          </p:cNvCxnSpPr>
          <p:nvPr/>
        </p:nvCxnSpPr>
        <p:spPr>
          <a:xfrm flipH="1">
            <a:off x="908583" y="1975104"/>
            <a:ext cx="148463" cy="24613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4931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par>
                                <p:cTn id="16" presetID="22" presetClass="entr" presetSubtype="1" fill="hold" grpId="0" nodeType="withEffect">
                                  <p:stCondLst>
                                    <p:cond delay="0"/>
                                  </p:stCondLst>
                                  <p:childTnLst>
                                    <p:set>
                                      <p:cBhvr>
                                        <p:cTn id="17" dur="1" fill="hold">
                                          <p:stCondLst>
                                            <p:cond delay="0"/>
                                          </p:stCondLst>
                                        </p:cTn>
                                        <p:tgtEl>
                                          <p:spTgt spid="56"/>
                                        </p:tgtEl>
                                        <p:attrNameLst>
                                          <p:attrName>style.visibility</p:attrName>
                                        </p:attrNameLst>
                                      </p:cBhvr>
                                      <p:to>
                                        <p:strVal val="visible"/>
                                      </p:to>
                                    </p:set>
                                    <p:animEffect transition="in" filter="wipe(up)">
                                      <p:cBhvr>
                                        <p:cTn id="18" dur="1000"/>
                                        <p:tgtEl>
                                          <p:spTgt spid="56"/>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520"/>
                                        </p:tgtEl>
                                        <p:attrNameLst>
                                          <p:attrName>style.visibility</p:attrName>
                                        </p:attrNameLst>
                                      </p:cBhvr>
                                      <p:to>
                                        <p:strVal val="visible"/>
                                      </p:to>
                                    </p:set>
                                    <p:animEffect transition="in" filter="wipe(left)">
                                      <p:cBhvr>
                                        <p:cTn id="21" dur="1000"/>
                                        <p:tgtEl>
                                          <p:spTgt spid="520"/>
                                        </p:tgtEl>
                                      </p:cBhvr>
                                    </p:animEffect>
                                  </p:childTnLst>
                                </p:cTn>
                              </p:par>
                              <p:par>
                                <p:cTn id="22" presetID="22" presetClass="entr" presetSubtype="2" fill="hold" grpId="0" nodeType="withEffect">
                                  <p:stCondLst>
                                    <p:cond delay="0"/>
                                  </p:stCondLst>
                                  <p:childTnLst>
                                    <p:set>
                                      <p:cBhvr>
                                        <p:cTn id="23" dur="1" fill="hold">
                                          <p:stCondLst>
                                            <p:cond delay="0"/>
                                          </p:stCondLst>
                                        </p:cTn>
                                        <p:tgtEl>
                                          <p:spTgt spid="519"/>
                                        </p:tgtEl>
                                        <p:attrNameLst>
                                          <p:attrName>style.visibility</p:attrName>
                                        </p:attrNameLst>
                                      </p:cBhvr>
                                      <p:to>
                                        <p:strVal val="visible"/>
                                      </p:to>
                                    </p:set>
                                    <p:animEffect transition="in" filter="wipe(right)">
                                      <p:cBhvr>
                                        <p:cTn id="24" dur="1000"/>
                                        <p:tgtEl>
                                          <p:spTgt spid="519"/>
                                        </p:tgtEl>
                                      </p:cBhvr>
                                    </p:animEffect>
                                  </p:childTnLst>
                                </p:cTn>
                              </p:par>
                              <p:par>
                                <p:cTn id="25" presetID="22" presetClass="entr" presetSubtype="1" fill="hold" grpId="0" nodeType="with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up)">
                                      <p:cBhvr>
                                        <p:cTn id="27" dur="1000"/>
                                        <p:tgtEl>
                                          <p:spTgt spid="58"/>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522"/>
                                        </p:tgtEl>
                                        <p:attrNameLst>
                                          <p:attrName>style.visibility</p:attrName>
                                        </p:attrNameLst>
                                      </p:cBhvr>
                                      <p:to>
                                        <p:strVal val="visible"/>
                                      </p:to>
                                    </p:set>
                                    <p:animEffect transition="in" filter="wipe(left)">
                                      <p:cBhvr>
                                        <p:cTn id="30" dur="1000"/>
                                        <p:tgtEl>
                                          <p:spTgt spid="522"/>
                                        </p:tgtEl>
                                      </p:cBhvr>
                                    </p:animEffect>
                                  </p:childTnLst>
                                </p:cTn>
                              </p:par>
                              <p:par>
                                <p:cTn id="31" presetID="22" presetClass="entr" presetSubtype="2" fill="hold" grpId="0" nodeType="withEffect">
                                  <p:stCondLst>
                                    <p:cond delay="0"/>
                                  </p:stCondLst>
                                  <p:childTnLst>
                                    <p:set>
                                      <p:cBhvr>
                                        <p:cTn id="32" dur="1" fill="hold">
                                          <p:stCondLst>
                                            <p:cond delay="0"/>
                                          </p:stCondLst>
                                        </p:cTn>
                                        <p:tgtEl>
                                          <p:spTgt spid="521"/>
                                        </p:tgtEl>
                                        <p:attrNameLst>
                                          <p:attrName>style.visibility</p:attrName>
                                        </p:attrNameLst>
                                      </p:cBhvr>
                                      <p:to>
                                        <p:strVal val="visible"/>
                                      </p:to>
                                    </p:set>
                                    <p:animEffect transition="in" filter="wipe(right)">
                                      <p:cBhvr>
                                        <p:cTn id="33" dur="1000"/>
                                        <p:tgtEl>
                                          <p:spTgt spid="521"/>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wipe(down)">
                                      <p:cBhvr>
                                        <p:cTn id="36" dur="1000"/>
                                        <p:tgtEl>
                                          <p:spTgt spid="57"/>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518"/>
                                        </p:tgtEl>
                                        <p:attrNameLst>
                                          <p:attrName>style.visibility</p:attrName>
                                        </p:attrNameLst>
                                      </p:cBhvr>
                                      <p:to>
                                        <p:strVal val="visible"/>
                                      </p:to>
                                    </p:set>
                                    <p:animEffect transition="in" filter="wipe(left)">
                                      <p:cBhvr>
                                        <p:cTn id="39" dur="1000"/>
                                        <p:tgtEl>
                                          <p:spTgt spid="518"/>
                                        </p:tgtEl>
                                      </p:cBhvr>
                                    </p:animEffect>
                                  </p:childTnLst>
                                </p:cTn>
                              </p:par>
                              <p:par>
                                <p:cTn id="40" presetID="22" presetClass="entr" presetSubtype="1" fill="hold" grpId="0" nodeType="withEffect">
                                  <p:stCondLst>
                                    <p:cond delay="0"/>
                                  </p:stCondLst>
                                  <p:childTnLst>
                                    <p:set>
                                      <p:cBhvr>
                                        <p:cTn id="41" dur="1" fill="hold">
                                          <p:stCondLst>
                                            <p:cond delay="0"/>
                                          </p:stCondLst>
                                        </p:cTn>
                                        <p:tgtEl>
                                          <p:spTgt spid="60"/>
                                        </p:tgtEl>
                                        <p:attrNameLst>
                                          <p:attrName>style.visibility</p:attrName>
                                        </p:attrNameLst>
                                      </p:cBhvr>
                                      <p:to>
                                        <p:strVal val="visible"/>
                                      </p:to>
                                    </p:set>
                                    <p:animEffect transition="in" filter="wipe(up)">
                                      <p:cBhvr>
                                        <p:cTn id="42" dur="1000"/>
                                        <p:tgtEl>
                                          <p:spTgt spid="60"/>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517"/>
                                        </p:tgtEl>
                                        <p:attrNameLst>
                                          <p:attrName>style.visibility</p:attrName>
                                        </p:attrNameLst>
                                      </p:cBhvr>
                                      <p:to>
                                        <p:strVal val="visible"/>
                                      </p:to>
                                    </p:set>
                                    <p:animEffect transition="in" filter="wipe(right)">
                                      <p:cBhvr>
                                        <p:cTn id="45" dur="1000"/>
                                        <p:tgtEl>
                                          <p:spTgt spid="517"/>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59"/>
                                        </p:tgtEl>
                                        <p:attrNameLst>
                                          <p:attrName>style.visibility</p:attrName>
                                        </p:attrNameLst>
                                      </p:cBhvr>
                                      <p:to>
                                        <p:strVal val="visible"/>
                                      </p:to>
                                    </p:set>
                                    <p:animEffect transition="in" filter="wipe(down)">
                                      <p:cBhvr>
                                        <p:cTn id="48" dur="1000"/>
                                        <p:tgtEl>
                                          <p:spTgt spid="59"/>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524"/>
                                        </p:tgtEl>
                                        <p:attrNameLst>
                                          <p:attrName>style.visibility</p:attrName>
                                        </p:attrNameLst>
                                      </p:cBhvr>
                                      <p:to>
                                        <p:strVal val="visible"/>
                                      </p:to>
                                    </p:set>
                                    <p:animEffect transition="in" filter="wipe(left)">
                                      <p:cBhvr>
                                        <p:cTn id="51" dur="1000"/>
                                        <p:tgtEl>
                                          <p:spTgt spid="524"/>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62"/>
                                        </p:tgtEl>
                                        <p:attrNameLst>
                                          <p:attrName>style.visibility</p:attrName>
                                        </p:attrNameLst>
                                      </p:cBhvr>
                                      <p:to>
                                        <p:strVal val="visible"/>
                                      </p:to>
                                    </p:set>
                                    <p:animEffect transition="in" filter="wipe(up)">
                                      <p:cBhvr>
                                        <p:cTn id="54" dur="1000"/>
                                        <p:tgtEl>
                                          <p:spTgt spid="62"/>
                                        </p:tgtEl>
                                      </p:cBhvr>
                                    </p:animEffect>
                                  </p:childTnLst>
                                </p:cTn>
                              </p:par>
                              <p:par>
                                <p:cTn id="55" presetID="22" presetClass="entr" presetSubtype="2" fill="hold" grpId="0" nodeType="withEffect">
                                  <p:stCondLst>
                                    <p:cond delay="0"/>
                                  </p:stCondLst>
                                  <p:childTnLst>
                                    <p:set>
                                      <p:cBhvr>
                                        <p:cTn id="56" dur="1" fill="hold">
                                          <p:stCondLst>
                                            <p:cond delay="0"/>
                                          </p:stCondLst>
                                        </p:cTn>
                                        <p:tgtEl>
                                          <p:spTgt spid="523"/>
                                        </p:tgtEl>
                                        <p:attrNameLst>
                                          <p:attrName>style.visibility</p:attrName>
                                        </p:attrNameLst>
                                      </p:cBhvr>
                                      <p:to>
                                        <p:strVal val="visible"/>
                                      </p:to>
                                    </p:set>
                                    <p:animEffect transition="in" filter="wipe(right)">
                                      <p:cBhvr>
                                        <p:cTn id="57" dur="1000"/>
                                        <p:tgtEl>
                                          <p:spTgt spid="523"/>
                                        </p:tgtEl>
                                      </p:cBhvr>
                                    </p:animEffect>
                                  </p:childTnLst>
                                </p:cTn>
                              </p:par>
                              <p:par>
                                <p:cTn id="58" presetID="22" presetClass="entr" presetSubtype="1" fill="hold" grpId="0" nodeType="withEffect">
                                  <p:stCondLst>
                                    <p:cond delay="0"/>
                                  </p:stCondLst>
                                  <p:childTnLst>
                                    <p:set>
                                      <p:cBhvr>
                                        <p:cTn id="59" dur="1" fill="hold">
                                          <p:stCondLst>
                                            <p:cond delay="0"/>
                                          </p:stCondLst>
                                        </p:cTn>
                                        <p:tgtEl>
                                          <p:spTgt spid="448"/>
                                        </p:tgtEl>
                                        <p:attrNameLst>
                                          <p:attrName>style.visibility</p:attrName>
                                        </p:attrNameLst>
                                      </p:cBhvr>
                                      <p:to>
                                        <p:strVal val="visible"/>
                                      </p:to>
                                    </p:set>
                                    <p:animEffect transition="in" filter="wipe(up)">
                                      <p:cBhvr>
                                        <p:cTn id="60" dur="1000"/>
                                        <p:tgtEl>
                                          <p:spTgt spid="448"/>
                                        </p:tgtEl>
                                      </p:cBhvr>
                                    </p:animEffect>
                                  </p:childTnLst>
                                </p:cTn>
                              </p:par>
                              <p:par>
                                <p:cTn id="61" presetID="22" presetClass="entr" presetSubtype="4" fill="hold" grpId="0" nodeType="withEffect">
                                  <p:stCondLst>
                                    <p:cond delay="0"/>
                                  </p:stCondLst>
                                  <p:childTnLst>
                                    <p:set>
                                      <p:cBhvr>
                                        <p:cTn id="62" dur="1" fill="hold">
                                          <p:stCondLst>
                                            <p:cond delay="0"/>
                                          </p:stCondLst>
                                        </p:cTn>
                                        <p:tgtEl>
                                          <p:spTgt spid="61"/>
                                        </p:tgtEl>
                                        <p:attrNameLst>
                                          <p:attrName>style.visibility</p:attrName>
                                        </p:attrNameLst>
                                      </p:cBhvr>
                                      <p:to>
                                        <p:strVal val="visible"/>
                                      </p:to>
                                    </p:set>
                                    <p:animEffect transition="in" filter="wipe(down)">
                                      <p:cBhvr>
                                        <p:cTn id="63" dur="1000"/>
                                        <p:tgtEl>
                                          <p:spTgt spid="61"/>
                                        </p:tgtEl>
                                      </p:cBhvr>
                                    </p:animEffect>
                                  </p:childTnLst>
                                </p:cTn>
                              </p:par>
                              <p:par>
                                <p:cTn id="64" presetID="22" presetClass="entr" presetSubtype="8" fill="hold" grpId="0" nodeType="withEffect">
                                  <p:stCondLst>
                                    <p:cond delay="0"/>
                                  </p:stCondLst>
                                  <p:childTnLst>
                                    <p:set>
                                      <p:cBhvr>
                                        <p:cTn id="65" dur="1" fill="hold">
                                          <p:stCondLst>
                                            <p:cond delay="0"/>
                                          </p:stCondLst>
                                        </p:cTn>
                                        <p:tgtEl>
                                          <p:spTgt spid="516"/>
                                        </p:tgtEl>
                                        <p:attrNameLst>
                                          <p:attrName>style.visibility</p:attrName>
                                        </p:attrNameLst>
                                      </p:cBhvr>
                                      <p:to>
                                        <p:strVal val="visible"/>
                                      </p:to>
                                    </p:set>
                                    <p:animEffect transition="in" filter="wipe(left)">
                                      <p:cBhvr>
                                        <p:cTn id="66" dur="1000"/>
                                        <p:tgtEl>
                                          <p:spTgt spid="516"/>
                                        </p:tgtEl>
                                      </p:cBhvr>
                                    </p:animEffect>
                                  </p:childTnLst>
                                </p:cTn>
                              </p:par>
                              <p:par>
                                <p:cTn id="67" presetID="22" presetClass="entr" presetSubtype="2" fill="hold" grpId="0" nodeType="withEffect">
                                  <p:stCondLst>
                                    <p:cond delay="0"/>
                                  </p:stCondLst>
                                  <p:childTnLst>
                                    <p:set>
                                      <p:cBhvr>
                                        <p:cTn id="68" dur="1" fill="hold">
                                          <p:stCondLst>
                                            <p:cond delay="0"/>
                                          </p:stCondLst>
                                        </p:cTn>
                                        <p:tgtEl>
                                          <p:spTgt spid="515"/>
                                        </p:tgtEl>
                                        <p:attrNameLst>
                                          <p:attrName>style.visibility</p:attrName>
                                        </p:attrNameLst>
                                      </p:cBhvr>
                                      <p:to>
                                        <p:strVal val="visible"/>
                                      </p:to>
                                    </p:set>
                                    <p:animEffect transition="in" filter="wipe(right)">
                                      <p:cBhvr>
                                        <p:cTn id="69" dur="1000"/>
                                        <p:tgtEl>
                                          <p:spTgt spid="515"/>
                                        </p:tgtEl>
                                      </p:cBhvr>
                                    </p:animEffect>
                                  </p:childTnLst>
                                </p:cTn>
                              </p:par>
                              <p:par>
                                <p:cTn id="70" presetID="22" presetClass="entr" presetSubtype="4" fill="hold" grpId="0" nodeType="with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wipe(down)">
                                      <p:cBhvr>
                                        <p:cTn id="72" dur="1000"/>
                                        <p:tgtEl>
                                          <p:spTgt spid="63"/>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451"/>
                                        </p:tgtEl>
                                        <p:attrNameLst>
                                          <p:attrName>style.visibility</p:attrName>
                                        </p:attrNameLst>
                                      </p:cBhvr>
                                      <p:to>
                                        <p:strVal val="visible"/>
                                      </p:to>
                                    </p:set>
                                    <p:animEffect transition="in" filter="wipe(left)">
                                      <p:cBhvr>
                                        <p:cTn id="75" dur="1000"/>
                                        <p:tgtEl>
                                          <p:spTgt spid="451"/>
                                        </p:tgtEl>
                                      </p:cBhvr>
                                    </p:animEffect>
                                  </p:childTnLst>
                                </p:cTn>
                              </p:par>
                              <p:par>
                                <p:cTn id="76" presetID="22" presetClass="entr" presetSubtype="2" fill="hold" grpId="0" nodeType="withEffect">
                                  <p:stCondLst>
                                    <p:cond delay="0"/>
                                  </p:stCondLst>
                                  <p:childTnLst>
                                    <p:set>
                                      <p:cBhvr>
                                        <p:cTn id="77" dur="1" fill="hold">
                                          <p:stCondLst>
                                            <p:cond delay="0"/>
                                          </p:stCondLst>
                                        </p:cTn>
                                        <p:tgtEl>
                                          <p:spTgt spid="450"/>
                                        </p:tgtEl>
                                        <p:attrNameLst>
                                          <p:attrName>style.visibility</p:attrName>
                                        </p:attrNameLst>
                                      </p:cBhvr>
                                      <p:to>
                                        <p:strVal val="visible"/>
                                      </p:to>
                                    </p:set>
                                    <p:animEffect transition="in" filter="wipe(right)">
                                      <p:cBhvr>
                                        <p:cTn id="78" dur="1000"/>
                                        <p:tgtEl>
                                          <p:spTgt spid="450"/>
                                        </p:tgtEl>
                                      </p:cBhvr>
                                    </p:animEffect>
                                  </p:childTnLst>
                                </p:cTn>
                              </p:par>
                              <p:par>
                                <p:cTn id="79" presetID="22" presetClass="entr" presetSubtype="4" fill="hold" grpId="0" nodeType="withEffect">
                                  <p:stCondLst>
                                    <p:cond delay="0"/>
                                  </p:stCondLst>
                                  <p:childTnLst>
                                    <p:set>
                                      <p:cBhvr>
                                        <p:cTn id="80" dur="1" fill="hold">
                                          <p:stCondLst>
                                            <p:cond delay="0"/>
                                          </p:stCondLst>
                                        </p:cTn>
                                        <p:tgtEl>
                                          <p:spTgt spid="449"/>
                                        </p:tgtEl>
                                        <p:attrNameLst>
                                          <p:attrName>style.visibility</p:attrName>
                                        </p:attrNameLst>
                                      </p:cBhvr>
                                      <p:to>
                                        <p:strVal val="visible"/>
                                      </p:to>
                                    </p:set>
                                    <p:animEffect transition="in" filter="wipe(down)">
                                      <p:cBhvr>
                                        <p:cTn id="81" dur="1000"/>
                                        <p:tgtEl>
                                          <p:spTgt spid="4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animBg="1"/>
      <p:bldP spid="59" grpId="0" animBg="1"/>
      <p:bldP spid="60" grpId="0" animBg="1"/>
      <p:bldP spid="61" grpId="0" animBg="1"/>
      <p:bldP spid="62" grpId="0" animBg="1"/>
      <p:bldP spid="63" grpId="0" animBg="1"/>
      <p:bldP spid="448" grpId="0" animBg="1"/>
      <p:bldP spid="449" grpId="0" animBg="1"/>
      <p:bldP spid="450" grpId="0" animBg="1"/>
      <p:bldP spid="451" grpId="0" animBg="1"/>
      <p:bldP spid="515" grpId="0" animBg="1"/>
      <p:bldP spid="516" grpId="0" animBg="1"/>
      <p:bldP spid="517" grpId="0" animBg="1"/>
      <p:bldP spid="518" grpId="0" animBg="1"/>
      <p:bldP spid="519" grpId="0" animBg="1"/>
      <p:bldP spid="520" grpId="0" animBg="1"/>
      <p:bldP spid="521" grpId="0" animBg="1"/>
      <p:bldP spid="522" grpId="0" animBg="1"/>
      <p:bldP spid="523" grpId="0" animBg="1"/>
      <p:bldP spid="52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 </a:t>
            </a:r>
            <a:r>
              <a:rPr lang="fa-IR" sz="1800" b="1" dirty="0">
                <a:solidFill>
                  <a:srgbClr val="C00000"/>
                </a:solidFill>
                <a:latin typeface="IRANSans(FaNum)" panose="02040503050201020203" pitchFamily="18" charset="-78"/>
              </a:rPr>
              <a:t>تکرار</a:t>
            </a:r>
            <a:endParaRPr lang="en-US" sz="1800" b="1" dirty="0">
              <a:solidFill>
                <a:srgbClr val="1F1FFF"/>
              </a:solidFill>
              <a:latin typeface="IRANSans(FaNum)" panose="02040503050201020203" pitchFamily="18" charset="-78"/>
            </a:endParaRPr>
          </a:p>
        </p:txBody>
      </p:sp>
      <p:cxnSp>
        <p:nvCxnSpPr>
          <p:cNvPr id="8" name="Straight Connector 7">
            <a:extLst>
              <a:ext uri="{FF2B5EF4-FFF2-40B4-BE49-F238E27FC236}">
                <a16:creationId xmlns:a16="http://schemas.microsoft.com/office/drawing/2014/main" id="{7BF906A2-4DF7-5B67-B15B-2AE4626B2752}"/>
              </a:ext>
            </a:extLst>
          </p:cNvPr>
          <p:cNvCxnSpPr>
            <a:cxnSpLocks/>
            <a:stCxn id="11" idx="2"/>
            <a:endCxn id="11"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3CA9A3B-B562-E9B4-5C4D-223C4D0D9CB6}"/>
              </a:ext>
            </a:extLst>
          </p:cNvPr>
          <p:cNvCxnSpPr>
            <a:cxnSpLocks/>
            <a:stCxn id="11" idx="1"/>
            <a:endCxn id="11"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DA450B31-02C9-87DF-88D6-B0D6CA780744}"/>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Rectangle 11">
            <a:extLst>
              <a:ext uri="{FF2B5EF4-FFF2-40B4-BE49-F238E27FC236}">
                <a16:creationId xmlns:a16="http://schemas.microsoft.com/office/drawing/2014/main" id="{BBE54883-7873-E1B4-89A6-AC3CD6629660}"/>
              </a:ext>
            </a:extLst>
          </p:cNvPr>
          <p:cNvSpPr/>
          <p:nvPr/>
        </p:nvSpPr>
        <p:spPr>
          <a:xfrm>
            <a:off x="8380337" y="220047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13" name="Group 12">
            <a:extLst>
              <a:ext uri="{FF2B5EF4-FFF2-40B4-BE49-F238E27FC236}">
                <a16:creationId xmlns:a16="http://schemas.microsoft.com/office/drawing/2014/main" id="{95D235E4-9A6A-D9DB-D71A-9D3B17170F3D}"/>
              </a:ext>
            </a:extLst>
          </p:cNvPr>
          <p:cNvGrpSpPr/>
          <p:nvPr/>
        </p:nvGrpSpPr>
        <p:grpSpPr>
          <a:xfrm>
            <a:off x="4333785" y="5772213"/>
            <a:ext cx="4395351" cy="404576"/>
            <a:chOff x="4333785" y="5772213"/>
            <a:chExt cx="4395351" cy="404576"/>
          </a:xfrm>
        </p:grpSpPr>
        <p:grpSp>
          <p:nvGrpSpPr>
            <p:cNvPr id="14" name="Group 13">
              <a:extLst>
                <a:ext uri="{FF2B5EF4-FFF2-40B4-BE49-F238E27FC236}">
                  <a16:creationId xmlns:a16="http://schemas.microsoft.com/office/drawing/2014/main" id="{C877B8C8-5B20-38AB-76AE-C516B6FB5DA4}"/>
                </a:ext>
              </a:extLst>
            </p:cNvPr>
            <p:cNvGrpSpPr/>
            <p:nvPr/>
          </p:nvGrpSpPr>
          <p:grpSpPr>
            <a:xfrm>
              <a:off x="4333785" y="5772213"/>
              <a:ext cx="531821" cy="369069"/>
              <a:chOff x="1348328" y="2475647"/>
              <a:chExt cx="603916" cy="419100"/>
            </a:xfrm>
          </p:grpSpPr>
          <p:grpSp>
            <p:nvGrpSpPr>
              <p:cNvPr id="36" name="Group 35">
                <a:extLst>
                  <a:ext uri="{FF2B5EF4-FFF2-40B4-BE49-F238E27FC236}">
                    <a16:creationId xmlns:a16="http://schemas.microsoft.com/office/drawing/2014/main" id="{30D92935-625F-EF63-4418-2D1407345C87}"/>
                  </a:ext>
                </a:extLst>
              </p:cNvPr>
              <p:cNvGrpSpPr/>
              <p:nvPr/>
            </p:nvGrpSpPr>
            <p:grpSpPr>
              <a:xfrm>
                <a:off x="1348328" y="2555748"/>
                <a:ext cx="603916" cy="308999"/>
                <a:chOff x="5278570" y="2983486"/>
                <a:chExt cx="501650" cy="233363"/>
              </a:xfrm>
            </p:grpSpPr>
            <p:sp>
              <p:nvSpPr>
                <p:cNvPr id="40" name="Oval 5">
                  <a:extLst>
                    <a:ext uri="{FF2B5EF4-FFF2-40B4-BE49-F238E27FC236}">
                      <a16:creationId xmlns:a16="http://schemas.microsoft.com/office/drawing/2014/main" id="{BD103B14-CBBA-D014-09BC-8AC39377D854}"/>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6">
                  <a:extLst>
                    <a:ext uri="{FF2B5EF4-FFF2-40B4-BE49-F238E27FC236}">
                      <a16:creationId xmlns:a16="http://schemas.microsoft.com/office/drawing/2014/main" id="{013CF3A0-2FA7-5811-640F-05DE4AD61F1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7">
                  <a:extLst>
                    <a:ext uri="{FF2B5EF4-FFF2-40B4-BE49-F238E27FC236}">
                      <a16:creationId xmlns:a16="http://schemas.microsoft.com/office/drawing/2014/main" id="{83EE54EB-5E64-91EB-3F39-51069CBA4CD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8">
                  <a:extLst>
                    <a:ext uri="{FF2B5EF4-FFF2-40B4-BE49-F238E27FC236}">
                      <a16:creationId xmlns:a16="http://schemas.microsoft.com/office/drawing/2014/main" id="{AA22F966-BF02-E497-2309-3C1B2677E54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9">
                  <a:extLst>
                    <a:ext uri="{FF2B5EF4-FFF2-40B4-BE49-F238E27FC236}">
                      <a16:creationId xmlns:a16="http://schemas.microsoft.com/office/drawing/2014/main" id="{86FAFDDA-BEAD-5171-DEC5-0142DE5A9F67}"/>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 name="Group 44">
                <a:extLst>
                  <a:ext uri="{FF2B5EF4-FFF2-40B4-BE49-F238E27FC236}">
                    <a16:creationId xmlns:a16="http://schemas.microsoft.com/office/drawing/2014/main" id="{969273E5-9DA5-EB4D-4EDC-6349626944F9}"/>
                  </a:ext>
                </a:extLst>
              </p:cNvPr>
              <p:cNvGrpSpPr>
                <a:grpSpLocks/>
              </p:cNvGrpSpPr>
              <p:nvPr/>
            </p:nvGrpSpPr>
            <p:grpSpPr bwMode="auto">
              <a:xfrm>
                <a:off x="1456374" y="2475647"/>
                <a:ext cx="355165" cy="419100"/>
                <a:chOff x="2944" y="2405"/>
                <a:chExt cx="227" cy="264"/>
              </a:xfrm>
            </p:grpSpPr>
            <p:sp>
              <p:nvSpPr>
                <p:cNvPr id="38" name="Rectangle 45">
                  <a:extLst>
                    <a:ext uri="{FF2B5EF4-FFF2-40B4-BE49-F238E27FC236}">
                      <a16:creationId xmlns:a16="http://schemas.microsoft.com/office/drawing/2014/main" id="{1296FB4C-6A49-1131-E972-4CC9AAA6625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Text Box 46">
                  <a:extLst>
                    <a:ext uri="{FF2B5EF4-FFF2-40B4-BE49-F238E27FC236}">
                      <a16:creationId xmlns:a16="http://schemas.microsoft.com/office/drawing/2014/main" id="{F5DF15AB-2ADA-C60C-0503-FA5A29533A5A}"/>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5" name="Group 14">
              <a:extLst>
                <a:ext uri="{FF2B5EF4-FFF2-40B4-BE49-F238E27FC236}">
                  <a16:creationId xmlns:a16="http://schemas.microsoft.com/office/drawing/2014/main" id="{335665AF-D6D3-A111-FF73-F0986AA658EA}"/>
                </a:ext>
              </a:extLst>
            </p:cNvPr>
            <p:cNvGrpSpPr/>
            <p:nvPr/>
          </p:nvGrpSpPr>
          <p:grpSpPr>
            <a:xfrm>
              <a:off x="6263949" y="5807720"/>
              <a:ext cx="531821" cy="369069"/>
              <a:chOff x="1348328" y="2507397"/>
              <a:chExt cx="603916" cy="419100"/>
            </a:xfrm>
          </p:grpSpPr>
          <p:grpSp>
            <p:nvGrpSpPr>
              <p:cNvPr id="27" name="Group 26">
                <a:extLst>
                  <a:ext uri="{FF2B5EF4-FFF2-40B4-BE49-F238E27FC236}">
                    <a16:creationId xmlns:a16="http://schemas.microsoft.com/office/drawing/2014/main" id="{D21157B3-8C78-62C6-39D4-E7025EF35D74}"/>
                  </a:ext>
                </a:extLst>
              </p:cNvPr>
              <p:cNvGrpSpPr/>
              <p:nvPr/>
            </p:nvGrpSpPr>
            <p:grpSpPr>
              <a:xfrm>
                <a:off x="1348328" y="2555748"/>
                <a:ext cx="603916" cy="308999"/>
                <a:chOff x="5278570" y="2983486"/>
                <a:chExt cx="501650" cy="233363"/>
              </a:xfrm>
            </p:grpSpPr>
            <p:sp>
              <p:nvSpPr>
                <p:cNvPr id="31" name="Oval 5">
                  <a:extLst>
                    <a:ext uri="{FF2B5EF4-FFF2-40B4-BE49-F238E27FC236}">
                      <a16:creationId xmlns:a16="http://schemas.microsoft.com/office/drawing/2014/main" id="{90F2953B-55E5-CF2B-FE5F-0793094DAD7B}"/>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6">
                  <a:extLst>
                    <a:ext uri="{FF2B5EF4-FFF2-40B4-BE49-F238E27FC236}">
                      <a16:creationId xmlns:a16="http://schemas.microsoft.com/office/drawing/2014/main" id="{6D6D3257-62CE-0216-FDAE-70AC9EC0BC16}"/>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7">
                  <a:extLst>
                    <a:ext uri="{FF2B5EF4-FFF2-40B4-BE49-F238E27FC236}">
                      <a16:creationId xmlns:a16="http://schemas.microsoft.com/office/drawing/2014/main" id="{4A4025A9-990E-2ABC-CB1D-C21A3CF8A9B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Rectangle 8">
                  <a:extLst>
                    <a:ext uri="{FF2B5EF4-FFF2-40B4-BE49-F238E27FC236}">
                      <a16:creationId xmlns:a16="http://schemas.microsoft.com/office/drawing/2014/main" id="{6619A2C3-B241-40C2-5BF2-4FD7F6B87C4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9">
                  <a:extLst>
                    <a:ext uri="{FF2B5EF4-FFF2-40B4-BE49-F238E27FC236}">
                      <a16:creationId xmlns:a16="http://schemas.microsoft.com/office/drawing/2014/main" id="{6E0296AE-7B36-5AE6-3757-F499469DABFD}"/>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 name="Group 44">
                <a:extLst>
                  <a:ext uri="{FF2B5EF4-FFF2-40B4-BE49-F238E27FC236}">
                    <a16:creationId xmlns:a16="http://schemas.microsoft.com/office/drawing/2014/main" id="{3B1B018B-DCE0-2C61-E921-BF754DC4F755}"/>
                  </a:ext>
                </a:extLst>
              </p:cNvPr>
              <p:cNvGrpSpPr>
                <a:grpSpLocks/>
              </p:cNvGrpSpPr>
              <p:nvPr/>
            </p:nvGrpSpPr>
            <p:grpSpPr bwMode="auto">
              <a:xfrm>
                <a:off x="1456374" y="2507397"/>
                <a:ext cx="355165" cy="419100"/>
                <a:chOff x="2944" y="2425"/>
                <a:chExt cx="227" cy="264"/>
              </a:xfrm>
            </p:grpSpPr>
            <p:sp>
              <p:nvSpPr>
                <p:cNvPr id="29" name="Rectangle 45">
                  <a:extLst>
                    <a:ext uri="{FF2B5EF4-FFF2-40B4-BE49-F238E27FC236}">
                      <a16:creationId xmlns:a16="http://schemas.microsoft.com/office/drawing/2014/main" id="{53D1211A-FBB2-E788-342F-611BA20B307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Text Box 46">
                  <a:extLst>
                    <a:ext uri="{FF2B5EF4-FFF2-40B4-BE49-F238E27FC236}">
                      <a16:creationId xmlns:a16="http://schemas.microsoft.com/office/drawing/2014/main" id="{FE4AB258-2CB2-2FFD-4077-39C856AC1BA0}"/>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 name="Group 15">
              <a:extLst>
                <a:ext uri="{FF2B5EF4-FFF2-40B4-BE49-F238E27FC236}">
                  <a16:creationId xmlns:a16="http://schemas.microsoft.com/office/drawing/2014/main" id="{E0DD19FA-1FFD-E3F3-59DF-2F8697F18874}"/>
                </a:ext>
              </a:extLst>
            </p:cNvPr>
            <p:cNvGrpSpPr/>
            <p:nvPr/>
          </p:nvGrpSpPr>
          <p:grpSpPr>
            <a:xfrm>
              <a:off x="8197315" y="5805271"/>
              <a:ext cx="531821" cy="369069"/>
              <a:chOff x="1348328" y="2507397"/>
              <a:chExt cx="603916" cy="419100"/>
            </a:xfrm>
          </p:grpSpPr>
          <p:grpSp>
            <p:nvGrpSpPr>
              <p:cNvPr id="17" name="Group 16">
                <a:extLst>
                  <a:ext uri="{FF2B5EF4-FFF2-40B4-BE49-F238E27FC236}">
                    <a16:creationId xmlns:a16="http://schemas.microsoft.com/office/drawing/2014/main" id="{8ECC6020-9DCF-0723-873C-D72659DDCE96}"/>
                  </a:ext>
                </a:extLst>
              </p:cNvPr>
              <p:cNvGrpSpPr/>
              <p:nvPr/>
            </p:nvGrpSpPr>
            <p:grpSpPr>
              <a:xfrm>
                <a:off x="1348328" y="2555748"/>
                <a:ext cx="603916" cy="308999"/>
                <a:chOff x="5278570" y="2983486"/>
                <a:chExt cx="501650" cy="233363"/>
              </a:xfrm>
            </p:grpSpPr>
            <p:sp>
              <p:nvSpPr>
                <p:cNvPr id="21" name="Oval 5">
                  <a:extLst>
                    <a:ext uri="{FF2B5EF4-FFF2-40B4-BE49-F238E27FC236}">
                      <a16:creationId xmlns:a16="http://schemas.microsoft.com/office/drawing/2014/main" id="{77336682-E69F-9475-7B50-C8E04AC7389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Line 6">
                  <a:extLst>
                    <a:ext uri="{FF2B5EF4-FFF2-40B4-BE49-F238E27FC236}">
                      <a16:creationId xmlns:a16="http://schemas.microsoft.com/office/drawing/2014/main" id="{DA019932-3821-C24E-E012-AD99DE3D964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7">
                  <a:extLst>
                    <a:ext uri="{FF2B5EF4-FFF2-40B4-BE49-F238E27FC236}">
                      <a16:creationId xmlns:a16="http://schemas.microsoft.com/office/drawing/2014/main" id="{916717F0-8E87-BE0D-191A-5E98DDF6CD5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Rectangle 8">
                  <a:extLst>
                    <a:ext uri="{FF2B5EF4-FFF2-40B4-BE49-F238E27FC236}">
                      <a16:creationId xmlns:a16="http://schemas.microsoft.com/office/drawing/2014/main" id="{31E5E44B-D929-D1D5-69E6-1B19ABD3369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Oval 9">
                  <a:extLst>
                    <a:ext uri="{FF2B5EF4-FFF2-40B4-BE49-F238E27FC236}">
                      <a16:creationId xmlns:a16="http://schemas.microsoft.com/office/drawing/2014/main" id="{9651BCA3-B8CD-290E-82E8-440FFA242C8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8" name="Group 44">
                <a:extLst>
                  <a:ext uri="{FF2B5EF4-FFF2-40B4-BE49-F238E27FC236}">
                    <a16:creationId xmlns:a16="http://schemas.microsoft.com/office/drawing/2014/main" id="{350231DA-9B00-047B-D4E2-A98DCED39CAB}"/>
                  </a:ext>
                </a:extLst>
              </p:cNvPr>
              <p:cNvGrpSpPr>
                <a:grpSpLocks/>
              </p:cNvGrpSpPr>
              <p:nvPr/>
            </p:nvGrpSpPr>
            <p:grpSpPr bwMode="auto">
              <a:xfrm>
                <a:off x="1500196" y="2507397"/>
                <a:ext cx="267548" cy="419100"/>
                <a:chOff x="2972" y="2425"/>
                <a:chExt cx="171" cy="264"/>
              </a:xfrm>
            </p:grpSpPr>
            <p:sp>
              <p:nvSpPr>
                <p:cNvPr id="19" name="Rectangle 45">
                  <a:extLst>
                    <a:ext uri="{FF2B5EF4-FFF2-40B4-BE49-F238E27FC236}">
                      <a16:creationId xmlns:a16="http://schemas.microsoft.com/office/drawing/2014/main" id="{BCF0B8C7-10C4-D59C-F439-3D39DF3A4F2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Text Box 46">
                  <a:extLst>
                    <a:ext uri="{FF2B5EF4-FFF2-40B4-BE49-F238E27FC236}">
                      <a16:creationId xmlns:a16="http://schemas.microsoft.com/office/drawing/2014/main" id="{F7A8D8B8-778D-CF4B-A322-92073B9F3EC6}"/>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5" name="TextBox 44">
            <a:extLst>
              <a:ext uri="{FF2B5EF4-FFF2-40B4-BE49-F238E27FC236}">
                <a16:creationId xmlns:a16="http://schemas.microsoft.com/office/drawing/2014/main" id="{F7BD3D4B-5D20-7337-8471-B61E8D3CC1FF}"/>
              </a:ext>
            </a:extLst>
          </p:cNvPr>
          <p:cNvSpPr txBox="1"/>
          <p:nvPr/>
        </p:nvSpPr>
        <p:spPr>
          <a:xfrm>
            <a:off x="4305782" y="2870522"/>
            <a:ext cx="301686" cy="338554"/>
          </a:xfrm>
          <a:prstGeom prst="rect">
            <a:avLst/>
          </a:prstGeom>
          <a:noFill/>
        </p:spPr>
        <p:txBody>
          <a:bodyPr wrap="square" rtlCol="0">
            <a:spAutoFit/>
          </a:bodyPr>
          <a:lstStyle/>
          <a:p>
            <a:r>
              <a:rPr lang="en-US" sz="1600" dirty="0"/>
              <a:t>1</a:t>
            </a:r>
          </a:p>
        </p:txBody>
      </p:sp>
      <p:sp>
        <p:nvSpPr>
          <p:cNvPr id="46" name="TextBox 45">
            <a:extLst>
              <a:ext uri="{FF2B5EF4-FFF2-40B4-BE49-F238E27FC236}">
                <a16:creationId xmlns:a16="http://schemas.microsoft.com/office/drawing/2014/main" id="{9E1C91EC-6897-2D27-42F9-EF756A70B76F}"/>
              </a:ext>
            </a:extLst>
          </p:cNvPr>
          <p:cNvSpPr txBox="1"/>
          <p:nvPr/>
        </p:nvSpPr>
        <p:spPr>
          <a:xfrm>
            <a:off x="6217534" y="2860877"/>
            <a:ext cx="288862" cy="338554"/>
          </a:xfrm>
          <a:prstGeom prst="rect">
            <a:avLst/>
          </a:prstGeom>
          <a:noFill/>
        </p:spPr>
        <p:txBody>
          <a:bodyPr wrap="none" rtlCol="0">
            <a:spAutoFit/>
          </a:bodyPr>
          <a:lstStyle/>
          <a:p>
            <a:r>
              <a:rPr lang="en-US" sz="1600" dirty="0"/>
              <a:t>1</a:t>
            </a:r>
          </a:p>
        </p:txBody>
      </p:sp>
      <p:sp>
        <p:nvSpPr>
          <p:cNvPr id="47" name="TextBox 46">
            <a:extLst>
              <a:ext uri="{FF2B5EF4-FFF2-40B4-BE49-F238E27FC236}">
                <a16:creationId xmlns:a16="http://schemas.microsoft.com/office/drawing/2014/main" id="{DE6FBD42-595F-9C54-F076-65ED4CB00072}"/>
              </a:ext>
            </a:extLst>
          </p:cNvPr>
          <p:cNvSpPr txBox="1"/>
          <p:nvPr/>
        </p:nvSpPr>
        <p:spPr>
          <a:xfrm>
            <a:off x="4296138" y="4886446"/>
            <a:ext cx="301686" cy="338554"/>
          </a:xfrm>
          <a:prstGeom prst="rect">
            <a:avLst/>
          </a:prstGeom>
          <a:noFill/>
        </p:spPr>
        <p:txBody>
          <a:bodyPr wrap="square" rtlCol="0">
            <a:spAutoFit/>
          </a:bodyPr>
          <a:lstStyle/>
          <a:p>
            <a:r>
              <a:rPr lang="en-US" sz="1600" dirty="0"/>
              <a:t>1</a:t>
            </a:r>
          </a:p>
        </p:txBody>
      </p:sp>
      <p:sp>
        <p:nvSpPr>
          <p:cNvPr id="48" name="TextBox 47">
            <a:extLst>
              <a:ext uri="{FF2B5EF4-FFF2-40B4-BE49-F238E27FC236}">
                <a16:creationId xmlns:a16="http://schemas.microsoft.com/office/drawing/2014/main" id="{99D86DBE-9DF1-443A-7405-ADA0FB6DC857}"/>
              </a:ext>
            </a:extLst>
          </p:cNvPr>
          <p:cNvSpPr txBox="1"/>
          <p:nvPr/>
        </p:nvSpPr>
        <p:spPr>
          <a:xfrm>
            <a:off x="6231040" y="4888376"/>
            <a:ext cx="288862" cy="338554"/>
          </a:xfrm>
          <a:prstGeom prst="rect">
            <a:avLst/>
          </a:prstGeom>
          <a:noFill/>
        </p:spPr>
        <p:txBody>
          <a:bodyPr wrap="none" rtlCol="0">
            <a:spAutoFit/>
          </a:bodyPr>
          <a:lstStyle/>
          <a:p>
            <a:r>
              <a:rPr lang="en-US" sz="1600" dirty="0"/>
              <a:t>1</a:t>
            </a:r>
          </a:p>
        </p:txBody>
      </p:sp>
      <p:sp>
        <p:nvSpPr>
          <p:cNvPr id="49" name="TextBox 48">
            <a:extLst>
              <a:ext uri="{FF2B5EF4-FFF2-40B4-BE49-F238E27FC236}">
                <a16:creationId xmlns:a16="http://schemas.microsoft.com/office/drawing/2014/main" id="{96C77814-69B6-9C48-1983-6DE451011951}"/>
              </a:ext>
            </a:extLst>
          </p:cNvPr>
          <p:cNvSpPr txBox="1"/>
          <p:nvPr/>
        </p:nvSpPr>
        <p:spPr>
          <a:xfrm>
            <a:off x="8154365" y="4890306"/>
            <a:ext cx="288862" cy="338554"/>
          </a:xfrm>
          <a:prstGeom prst="rect">
            <a:avLst/>
          </a:prstGeom>
          <a:noFill/>
        </p:spPr>
        <p:txBody>
          <a:bodyPr wrap="none" rtlCol="0">
            <a:spAutoFit/>
          </a:bodyPr>
          <a:lstStyle/>
          <a:p>
            <a:r>
              <a:rPr lang="en-US" sz="1600" dirty="0"/>
              <a:t>1</a:t>
            </a:r>
          </a:p>
        </p:txBody>
      </p:sp>
      <p:sp>
        <p:nvSpPr>
          <p:cNvPr id="50" name="TextBox 49">
            <a:extLst>
              <a:ext uri="{FF2B5EF4-FFF2-40B4-BE49-F238E27FC236}">
                <a16:creationId xmlns:a16="http://schemas.microsoft.com/office/drawing/2014/main" id="{6CF2265D-ECEA-4256-A76C-95813CC7973E}"/>
              </a:ext>
            </a:extLst>
          </p:cNvPr>
          <p:cNvSpPr txBox="1"/>
          <p:nvPr/>
        </p:nvSpPr>
        <p:spPr>
          <a:xfrm>
            <a:off x="5442030" y="4029920"/>
            <a:ext cx="301686" cy="338554"/>
          </a:xfrm>
          <a:prstGeom prst="rect">
            <a:avLst/>
          </a:prstGeom>
          <a:noFill/>
        </p:spPr>
        <p:txBody>
          <a:bodyPr wrap="square" rtlCol="0">
            <a:spAutoFit/>
          </a:bodyPr>
          <a:lstStyle/>
          <a:p>
            <a:r>
              <a:rPr lang="en-US" sz="1600" dirty="0"/>
              <a:t>1</a:t>
            </a:r>
          </a:p>
        </p:txBody>
      </p:sp>
      <p:sp>
        <p:nvSpPr>
          <p:cNvPr id="51" name="TextBox 50">
            <a:extLst>
              <a:ext uri="{FF2B5EF4-FFF2-40B4-BE49-F238E27FC236}">
                <a16:creationId xmlns:a16="http://schemas.microsoft.com/office/drawing/2014/main" id="{70391239-539D-3EAB-1C56-6B25FD9B5779}"/>
              </a:ext>
            </a:extLst>
          </p:cNvPr>
          <p:cNvSpPr txBox="1"/>
          <p:nvPr/>
        </p:nvSpPr>
        <p:spPr>
          <a:xfrm>
            <a:off x="7353782" y="4020275"/>
            <a:ext cx="288862" cy="338554"/>
          </a:xfrm>
          <a:prstGeom prst="rect">
            <a:avLst/>
          </a:prstGeom>
          <a:noFill/>
        </p:spPr>
        <p:txBody>
          <a:bodyPr wrap="none" rtlCol="0">
            <a:spAutoFit/>
          </a:bodyPr>
          <a:lstStyle/>
          <a:p>
            <a:r>
              <a:rPr lang="en-US" sz="1600" dirty="0"/>
              <a:t>1</a:t>
            </a:r>
          </a:p>
        </p:txBody>
      </p:sp>
      <p:sp>
        <p:nvSpPr>
          <p:cNvPr id="52" name="TextBox 51">
            <a:extLst>
              <a:ext uri="{FF2B5EF4-FFF2-40B4-BE49-F238E27FC236}">
                <a16:creationId xmlns:a16="http://schemas.microsoft.com/office/drawing/2014/main" id="{59E4CA44-B272-2D14-CE3A-37285FDFB11E}"/>
              </a:ext>
            </a:extLst>
          </p:cNvPr>
          <p:cNvSpPr txBox="1"/>
          <p:nvPr/>
        </p:nvSpPr>
        <p:spPr>
          <a:xfrm>
            <a:off x="5443958" y="5953247"/>
            <a:ext cx="301686" cy="338554"/>
          </a:xfrm>
          <a:prstGeom prst="rect">
            <a:avLst/>
          </a:prstGeom>
          <a:noFill/>
        </p:spPr>
        <p:txBody>
          <a:bodyPr wrap="square" rtlCol="0">
            <a:spAutoFit/>
          </a:bodyPr>
          <a:lstStyle/>
          <a:p>
            <a:r>
              <a:rPr lang="en-US" sz="1600" dirty="0"/>
              <a:t>1</a:t>
            </a:r>
          </a:p>
        </p:txBody>
      </p:sp>
      <p:sp>
        <p:nvSpPr>
          <p:cNvPr id="53" name="TextBox 52">
            <a:extLst>
              <a:ext uri="{FF2B5EF4-FFF2-40B4-BE49-F238E27FC236}">
                <a16:creationId xmlns:a16="http://schemas.microsoft.com/office/drawing/2014/main" id="{4823B46F-46B1-924D-3421-94FB8D74ABE1}"/>
              </a:ext>
            </a:extLst>
          </p:cNvPr>
          <p:cNvSpPr txBox="1"/>
          <p:nvPr/>
        </p:nvSpPr>
        <p:spPr>
          <a:xfrm>
            <a:off x="7355710" y="5943602"/>
            <a:ext cx="288862" cy="338554"/>
          </a:xfrm>
          <a:prstGeom prst="rect">
            <a:avLst/>
          </a:prstGeom>
          <a:noFill/>
        </p:spPr>
        <p:txBody>
          <a:bodyPr wrap="none" rtlCol="0">
            <a:spAutoFit/>
          </a:bodyPr>
          <a:lstStyle/>
          <a:p>
            <a:r>
              <a:rPr lang="en-US" sz="1600" dirty="0"/>
              <a:t>1</a:t>
            </a:r>
          </a:p>
        </p:txBody>
      </p:sp>
      <p:sp>
        <p:nvSpPr>
          <p:cNvPr id="54" name="TextBox 53">
            <a:extLst>
              <a:ext uri="{FF2B5EF4-FFF2-40B4-BE49-F238E27FC236}">
                <a16:creationId xmlns:a16="http://schemas.microsoft.com/office/drawing/2014/main" id="{B3B6AD38-2926-0544-512C-5531DF9138D0}"/>
              </a:ext>
            </a:extLst>
          </p:cNvPr>
          <p:cNvSpPr txBox="1"/>
          <p:nvPr/>
        </p:nvSpPr>
        <p:spPr>
          <a:xfrm>
            <a:off x="5445886" y="2123956"/>
            <a:ext cx="301686" cy="338554"/>
          </a:xfrm>
          <a:prstGeom prst="rect">
            <a:avLst/>
          </a:prstGeom>
          <a:noFill/>
        </p:spPr>
        <p:txBody>
          <a:bodyPr wrap="square" rtlCol="0">
            <a:spAutoFit/>
          </a:bodyPr>
          <a:lstStyle/>
          <a:p>
            <a:r>
              <a:rPr lang="en-US" sz="1600" dirty="0"/>
              <a:t>8</a:t>
            </a:r>
          </a:p>
        </p:txBody>
      </p:sp>
      <p:sp>
        <p:nvSpPr>
          <p:cNvPr id="55" name="TextBox 54">
            <a:extLst>
              <a:ext uri="{FF2B5EF4-FFF2-40B4-BE49-F238E27FC236}">
                <a16:creationId xmlns:a16="http://schemas.microsoft.com/office/drawing/2014/main" id="{947A1605-DAAB-4B2A-33B7-7441F4F56175}"/>
              </a:ext>
            </a:extLst>
          </p:cNvPr>
          <p:cNvSpPr txBox="1"/>
          <p:nvPr/>
        </p:nvSpPr>
        <p:spPr>
          <a:xfrm>
            <a:off x="7357638" y="2114311"/>
            <a:ext cx="288862" cy="338554"/>
          </a:xfrm>
          <a:prstGeom prst="rect">
            <a:avLst/>
          </a:prstGeom>
          <a:noFill/>
        </p:spPr>
        <p:txBody>
          <a:bodyPr wrap="none" rtlCol="0">
            <a:spAutoFit/>
          </a:bodyPr>
          <a:lstStyle/>
          <a:p>
            <a:r>
              <a:rPr lang="en-US" sz="1600" dirty="0"/>
              <a:t>1</a:t>
            </a:r>
          </a:p>
        </p:txBody>
      </p:sp>
      <p:sp>
        <p:nvSpPr>
          <p:cNvPr id="56" name="Right Arrow 1031">
            <a:extLst>
              <a:ext uri="{FF2B5EF4-FFF2-40B4-BE49-F238E27FC236}">
                <a16:creationId xmlns:a16="http://schemas.microsoft.com/office/drawing/2014/main" id="{14617D6B-246D-7D54-3E70-535E9CDBC31A}"/>
              </a:ext>
            </a:extLst>
          </p:cNvPr>
          <p:cNvSpPr/>
          <p:nvPr/>
        </p:nvSpPr>
        <p:spPr>
          <a:xfrm rot="16200000" flipV="1">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ight Arrow 266">
            <a:extLst>
              <a:ext uri="{FF2B5EF4-FFF2-40B4-BE49-F238E27FC236}">
                <a16:creationId xmlns:a16="http://schemas.microsoft.com/office/drawing/2014/main" id="{678B5F9B-A234-2CDD-9275-4C23E996E849}"/>
              </a:ext>
            </a:extLst>
          </p:cNvPr>
          <p:cNvSpPr/>
          <p:nvPr/>
        </p:nvSpPr>
        <p:spPr>
          <a:xfrm rot="5400000" flipV="1">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ight Arrow 267">
            <a:extLst>
              <a:ext uri="{FF2B5EF4-FFF2-40B4-BE49-F238E27FC236}">
                <a16:creationId xmlns:a16="http://schemas.microsoft.com/office/drawing/2014/main" id="{66C37492-8669-66A4-686A-DBDE31BF2E31}"/>
              </a:ext>
            </a:extLst>
          </p:cNvPr>
          <p:cNvSpPr/>
          <p:nvPr/>
        </p:nvSpPr>
        <p:spPr>
          <a:xfrm rot="16200000" flipV="1">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Right Arrow 268">
            <a:extLst>
              <a:ext uri="{FF2B5EF4-FFF2-40B4-BE49-F238E27FC236}">
                <a16:creationId xmlns:a16="http://schemas.microsoft.com/office/drawing/2014/main" id="{2A409AD3-D7D8-FDD1-957C-B79DA89FDC37}"/>
              </a:ext>
            </a:extLst>
          </p:cNvPr>
          <p:cNvSpPr/>
          <p:nvPr/>
        </p:nvSpPr>
        <p:spPr>
          <a:xfrm rot="5400000" flipV="1">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ight Arrow 269">
            <a:extLst>
              <a:ext uri="{FF2B5EF4-FFF2-40B4-BE49-F238E27FC236}">
                <a16:creationId xmlns:a16="http://schemas.microsoft.com/office/drawing/2014/main" id="{59ECCCD3-B447-5013-3A0D-92862CACF2DA}"/>
              </a:ext>
            </a:extLst>
          </p:cNvPr>
          <p:cNvSpPr/>
          <p:nvPr/>
        </p:nvSpPr>
        <p:spPr>
          <a:xfrm rot="16200000" flipV="1">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ight Arrow 270">
            <a:extLst>
              <a:ext uri="{FF2B5EF4-FFF2-40B4-BE49-F238E27FC236}">
                <a16:creationId xmlns:a16="http://schemas.microsoft.com/office/drawing/2014/main" id="{8A6FFF9D-ACFC-E33F-5439-6E7F4C1DE877}"/>
              </a:ext>
            </a:extLst>
          </p:cNvPr>
          <p:cNvSpPr/>
          <p:nvPr/>
        </p:nvSpPr>
        <p:spPr>
          <a:xfrm rot="5400000" flipV="1">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ight Arrow 271">
            <a:extLst>
              <a:ext uri="{FF2B5EF4-FFF2-40B4-BE49-F238E27FC236}">
                <a16:creationId xmlns:a16="http://schemas.microsoft.com/office/drawing/2014/main" id="{6A2024C2-7390-66FC-F2C1-F8BFAD125A12}"/>
              </a:ext>
            </a:extLst>
          </p:cNvPr>
          <p:cNvSpPr/>
          <p:nvPr/>
        </p:nvSpPr>
        <p:spPr>
          <a:xfrm rot="16200000" flipV="1">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Right Arrow 272">
            <a:extLst>
              <a:ext uri="{FF2B5EF4-FFF2-40B4-BE49-F238E27FC236}">
                <a16:creationId xmlns:a16="http://schemas.microsoft.com/office/drawing/2014/main" id="{6BC25E14-425D-6AC4-7B12-34B3A3E03048}"/>
              </a:ext>
            </a:extLst>
          </p:cNvPr>
          <p:cNvSpPr/>
          <p:nvPr/>
        </p:nvSpPr>
        <p:spPr>
          <a:xfrm rot="5400000" flipV="1">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8" name="Right Arrow 273">
            <a:extLst>
              <a:ext uri="{FF2B5EF4-FFF2-40B4-BE49-F238E27FC236}">
                <a16:creationId xmlns:a16="http://schemas.microsoft.com/office/drawing/2014/main" id="{1288D4E5-9122-9F61-5B3A-603229A4AAC9}"/>
              </a:ext>
            </a:extLst>
          </p:cNvPr>
          <p:cNvSpPr/>
          <p:nvPr/>
        </p:nvSpPr>
        <p:spPr>
          <a:xfrm rot="16200000" flipV="1">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Right Arrow 274">
            <a:extLst>
              <a:ext uri="{FF2B5EF4-FFF2-40B4-BE49-F238E27FC236}">
                <a16:creationId xmlns:a16="http://schemas.microsoft.com/office/drawing/2014/main" id="{E1865893-50EC-851E-F64F-D6621B63707B}"/>
              </a:ext>
            </a:extLst>
          </p:cNvPr>
          <p:cNvSpPr/>
          <p:nvPr/>
        </p:nvSpPr>
        <p:spPr>
          <a:xfrm rot="5400000" flipV="1">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Right Arrow 278">
            <a:extLst>
              <a:ext uri="{FF2B5EF4-FFF2-40B4-BE49-F238E27FC236}">
                <a16:creationId xmlns:a16="http://schemas.microsoft.com/office/drawing/2014/main" id="{EFEFFEA3-6DDE-2E4B-9DD7-2303470E281C}"/>
              </a:ext>
            </a:extLst>
          </p:cNvPr>
          <p:cNvSpPr/>
          <p:nvPr/>
        </p:nvSpPr>
        <p:spPr>
          <a:xfrm rot="10800000" flipH="1">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ight Arrow 279">
            <a:extLst>
              <a:ext uri="{FF2B5EF4-FFF2-40B4-BE49-F238E27FC236}">
                <a16:creationId xmlns:a16="http://schemas.microsoft.com/office/drawing/2014/main" id="{C257C828-D6AC-34BF-04A2-C3D65755F55C}"/>
              </a:ext>
            </a:extLst>
          </p:cNvPr>
          <p:cNvSpPr/>
          <p:nvPr/>
        </p:nvSpPr>
        <p:spPr>
          <a:xfrm flipH="1">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2" name="Group 451">
            <a:extLst>
              <a:ext uri="{FF2B5EF4-FFF2-40B4-BE49-F238E27FC236}">
                <a16:creationId xmlns:a16="http://schemas.microsoft.com/office/drawing/2014/main" id="{1BE256A5-F5DE-176B-CC6C-76E5F760F947}"/>
              </a:ext>
            </a:extLst>
          </p:cNvPr>
          <p:cNvGrpSpPr/>
          <p:nvPr/>
        </p:nvGrpSpPr>
        <p:grpSpPr>
          <a:xfrm>
            <a:off x="4336458" y="3833790"/>
            <a:ext cx="4395351" cy="404576"/>
            <a:chOff x="4333785" y="5772213"/>
            <a:chExt cx="4395351" cy="404576"/>
          </a:xfrm>
        </p:grpSpPr>
        <p:grpSp>
          <p:nvGrpSpPr>
            <p:cNvPr id="453" name="Group 452">
              <a:extLst>
                <a:ext uri="{FF2B5EF4-FFF2-40B4-BE49-F238E27FC236}">
                  <a16:creationId xmlns:a16="http://schemas.microsoft.com/office/drawing/2014/main" id="{33B62BF9-659A-98AC-C53B-C9FFBF84B762}"/>
                </a:ext>
              </a:extLst>
            </p:cNvPr>
            <p:cNvGrpSpPr/>
            <p:nvPr/>
          </p:nvGrpSpPr>
          <p:grpSpPr>
            <a:xfrm>
              <a:off x="4333785" y="5772213"/>
              <a:ext cx="531821" cy="369069"/>
              <a:chOff x="1348328" y="2475647"/>
              <a:chExt cx="603916" cy="419100"/>
            </a:xfrm>
          </p:grpSpPr>
          <p:grpSp>
            <p:nvGrpSpPr>
              <p:cNvPr id="474" name="Group 473">
                <a:extLst>
                  <a:ext uri="{FF2B5EF4-FFF2-40B4-BE49-F238E27FC236}">
                    <a16:creationId xmlns:a16="http://schemas.microsoft.com/office/drawing/2014/main" id="{69B334A5-85AE-1FCF-9F9B-ED75EAB46BA9}"/>
                  </a:ext>
                </a:extLst>
              </p:cNvPr>
              <p:cNvGrpSpPr/>
              <p:nvPr/>
            </p:nvGrpSpPr>
            <p:grpSpPr>
              <a:xfrm>
                <a:off x="1348328" y="2555748"/>
                <a:ext cx="603916" cy="308999"/>
                <a:chOff x="5278570" y="2983486"/>
                <a:chExt cx="501650" cy="233363"/>
              </a:xfrm>
            </p:grpSpPr>
            <p:sp>
              <p:nvSpPr>
                <p:cNvPr id="478" name="Oval 5">
                  <a:extLst>
                    <a:ext uri="{FF2B5EF4-FFF2-40B4-BE49-F238E27FC236}">
                      <a16:creationId xmlns:a16="http://schemas.microsoft.com/office/drawing/2014/main" id="{8F78A61D-C6F6-4759-AF59-4C87CBFE26CB}"/>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6">
                  <a:extLst>
                    <a:ext uri="{FF2B5EF4-FFF2-40B4-BE49-F238E27FC236}">
                      <a16:creationId xmlns:a16="http://schemas.microsoft.com/office/drawing/2014/main" id="{6BFA8E43-9E87-91DD-5D1C-B4C55F25FC6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7">
                  <a:extLst>
                    <a:ext uri="{FF2B5EF4-FFF2-40B4-BE49-F238E27FC236}">
                      <a16:creationId xmlns:a16="http://schemas.microsoft.com/office/drawing/2014/main" id="{941D8147-7DFA-DC34-7712-16F0B5EA8B2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Rectangle 8">
                  <a:extLst>
                    <a:ext uri="{FF2B5EF4-FFF2-40B4-BE49-F238E27FC236}">
                      <a16:creationId xmlns:a16="http://schemas.microsoft.com/office/drawing/2014/main" id="{A15B800F-8106-6442-FCC2-AE39E7BACAF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Oval 9">
                  <a:extLst>
                    <a:ext uri="{FF2B5EF4-FFF2-40B4-BE49-F238E27FC236}">
                      <a16:creationId xmlns:a16="http://schemas.microsoft.com/office/drawing/2014/main" id="{48D9FEFF-47EB-909D-029A-F5028A66F74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5" name="Group 44">
                <a:extLst>
                  <a:ext uri="{FF2B5EF4-FFF2-40B4-BE49-F238E27FC236}">
                    <a16:creationId xmlns:a16="http://schemas.microsoft.com/office/drawing/2014/main" id="{F20EF527-96AD-B4C4-9C62-2B893CB17551}"/>
                  </a:ext>
                </a:extLst>
              </p:cNvPr>
              <p:cNvGrpSpPr>
                <a:grpSpLocks/>
              </p:cNvGrpSpPr>
              <p:nvPr/>
            </p:nvGrpSpPr>
            <p:grpSpPr bwMode="auto">
              <a:xfrm>
                <a:off x="1456374" y="2475647"/>
                <a:ext cx="355165" cy="419100"/>
                <a:chOff x="2944" y="2405"/>
                <a:chExt cx="227" cy="264"/>
              </a:xfrm>
            </p:grpSpPr>
            <p:sp>
              <p:nvSpPr>
                <p:cNvPr id="476" name="Rectangle 45">
                  <a:extLst>
                    <a:ext uri="{FF2B5EF4-FFF2-40B4-BE49-F238E27FC236}">
                      <a16:creationId xmlns:a16="http://schemas.microsoft.com/office/drawing/2014/main" id="{C4E18C30-5B2E-4B88-6E61-37390C4A75D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Text Box 46">
                  <a:extLst>
                    <a:ext uri="{FF2B5EF4-FFF2-40B4-BE49-F238E27FC236}">
                      <a16:creationId xmlns:a16="http://schemas.microsoft.com/office/drawing/2014/main" id="{C5B24DEE-CA78-9AF2-5473-99B6DEBF07B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4" name="Group 453">
              <a:extLst>
                <a:ext uri="{FF2B5EF4-FFF2-40B4-BE49-F238E27FC236}">
                  <a16:creationId xmlns:a16="http://schemas.microsoft.com/office/drawing/2014/main" id="{D408CA26-06C1-3157-FF89-FE38C8C3FE51}"/>
                </a:ext>
              </a:extLst>
            </p:cNvPr>
            <p:cNvGrpSpPr/>
            <p:nvPr/>
          </p:nvGrpSpPr>
          <p:grpSpPr>
            <a:xfrm>
              <a:off x="6263949" y="5807720"/>
              <a:ext cx="531821" cy="369069"/>
              <a:chOff x="1348328" y="2507397"/>
              <a:chExt cx="603916" cy="419100"/>
            </a:xfrm>
          </p:grpSpPr>
          <p:grpSp>
            <p:nvGrpSpPr>
              <p:cNvPr id="465" name="Group 464">
                <a:extLst>
                  <a:ext uri="{FF2B5EF4-FFF2-40B4-BE49-F238E27FC236}">
                    <a16:creationId xmlns:a16="http://schemas.microsoft.com/office/drawing/2014/main" id="{CCEB6491-AC00-D3D6-D3BD-E1ACEB0F416F}"/>
                  </a:ext>
                </a:extLst>
              </p:cNvPr>
              <p:cNvGrpSpPr/>
              <p:nvPr/>
            </p:nvGrpSpPr>
            <p:grpSpPr>
              <a:xfrm>
                <a:off x="1348328" y="2555748"/>
                <a:ext cx="603916" cy="308999"/>
                <a:chOff x="5278570" y="2983486"/>
                <a:chExt cx="501650" cy="233363"/>
              </a:xfrm>
            </p:grpSpPr>
            <p:sp>
              <p:nvSpPr>
                <p:cNvPr id="469" name="Oval 5">
                  <a:extLst>
                    <a:ext uri="{FF2B5EF4-FFF2-40B4-BE49-F238E27FC236}">
                      <a16:creationId xmlns:a16="http://schemas.microsoft.com/office/drawing/2014/main" id="{6D3F2E89-3BF1-4035-9939-1A6A1ECF6D42}"/>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6">
                  <a:extLst>
                    <a:ext uri="{FF2B5EF4-FFF2-40B4-BE49-F238E27FC236}">
                      <a16:creationId xmlns:a16="http://schemas.microsoft.com/office/drawing/2014/main" id="{8D84921F-8DE0-7884-9C10-E33AAF4205F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7">
                  <a:extLst>
                    <a:ext uri="{FF2B5EF4-FFF2-40B4-BE49-F238E27FC236}">
                      <a16:creationId xmlns:a16="http://schemas.microsoft.com/office/drawing/2014/main" id="{64ABF419-8CB6-6EFB-717C-A601170CD1E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Rectangle 8">
                  <a:extLst>
                    <a:ext uri="{FF2B5EF4-FFF2-40B4-BE49-F238E27FC236}">
                      <a16:creationId xmlns:a16="http://schemas.microsoft.com/office/drawing/2014/main" id="{ADC2FAE7-D7A0-73FC-3003-71A3B64D795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Oval 9">
                  <a:extLst>
                    <a:ext uri="{FF2B5EF4-FFF2-40B4-BE49-F238E27FC236}">
                      <a16:creationId xmlns:a16="http://schemas.microsoft.com/office/drawing/2014/main" id="{AAE02F73-3EE2-BC86-435F-F16D52C1F2E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6" name="Group 44">
                <a:extLst>
                  <a:ext uri="{FF2B5EF4-FFF2-40B4-BE49-F238E27FC236}">
                    <a16:creationId xmlns:a16="http://schemas.microsoft.com/office/drawing/2014/main" id="{C41B7490-B00A-632F-CFD4-086AA14EEEDB}"/>
                  </a:ext>
                </a:extLst>
              </p:cNvPr>
              <p:cNvGrpSpPr>
                <a:grpSpLocks/>
              </p:cNvGrpSpPr>
              <p:nvPr/>
            </p:nvGrpSpPr>
            <p:grpSpPr bwMode="auto">
              <a:xfrm>
                <a:off x="1456374" y="2507397"/>
                <a:ext cx="355165" cy="419100"/>
                <a:chOff x="2944" y="2425"/>
                <a:chExt cx="227" cy="264"/>
              </a:xfrm>
            </p:grpSpPr>
            <p:sp>
              <p:nvSpPr>
                <p:cNvPr id="467" name="Rectangle 45">
                  <a:extLst>
                    <a:ext uri="{FF2B5EF4-FFF2-40B4-BE49-F238E27FC236}">
                      <a16:creationId xmlns:a16="http://schemas.microsoft.com/office/drawing/2014/main" id="{9DE443E5-51DD-D766-9C17-83ADC62BC48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Text Box 46">
                  <a:extLst>
                    <a:ext uri="{FF2B5EF4-FFF2-40B4-BE49-F238E27FC236}">
                      <a16:creationId xmlns:a16="http://schemas.microsoft.com/office/drawing/2014/main" id="{255D4DE0-14C8-0DA9-09AF-33FB087C4FB8}"/>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5" name="Group 454">
              <a:extLst>
                <a:ext uri="{FF2B5EF4-FFF2-40B4-BE49-F238E27FC236}">
                  <a16:creationId xmlns:a16="http://schemas.microsoft.com/office/drawing/2014/main" id="{AB0592F7-AF9A-D7B8-AA73-17BF2C7BA6D7}"/>
                </a:ext>
              </a:extLst>
            </p:cNvPr>
            <p:cNvGrpSpPr/>
            <p:nvPr/>
          </p:nvGrpSpPr>
          <p:grpSpPr>
            <a:xfrm>
              <a:off x="8197315" y="5805271"/>
              <a:ext cx="531821" cy="369069"/>
              <a:chOff x="1348328" y="2507397"/>
              <a:chExt cx="603916" cy="419100"/>
            </a:xfrm>
          </p:grpSpPr>
          <p:grpSp>
            <p:nvGrpSpPr>
              <p:cNvPr id="456" name="Group 455">
                <a:extLst>
                  <a:ext uri="{FF2B5EF4-FFF2-40B4-BE49-F238E27FC236}">
                    <a16:creationId xmlns:a16="http://schemas.microsoft.com/office/drawing/2014/main" id="{EF12395B-2EDD-E79E-557C-7B3C5A507B70}"/>
                  </a:ext>
                </a:extLst>
              </p:cNvPr>
              <p:cNvGrpSpPr/>
              <p:nvPr/>
            </p:nvGrpSpPr>
            <p:grpSpPr>
              <a:xfrm>
                <a:off x="1348328" y="2555748"/>
                <a:ext cx="603916" cy="308999"/>
                <a:chOff x="5278570" y="2983486"/>
                <a:chExt cx="501650" cy="233363"/>
              </a:xfrm>
            </p:grpSpPr>
            <p:sp>
              <p:nvSpPr>
                <p:cNvPr id="460" name="Oval 5">
                  <a:extLst>
                    <a:ext uri="{FF2B5EF4-FFF2-40B4-BE49-F238E27FC236}">
                      <a16:creationId xmlns:a16="http://schemas.microsoft.com/office/drawing/2014/main" id="{01D4D300-ACBE-8A63-E8E4-C0BA51FEEFC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Line 6">
                  <a:extLst>
                    <a:ext uri="{FF2B5EF4-FFF2-40B4-BE49-F238E27FC236}">
                      <a16:creationId xmlns:a16="http://schemas.microsoft.com/office/drawing/2014/main" id="{A5815209-2A5E-50D5-AF4F-0DD449368CE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Line 7">
                  <a:extLst>
                    <a:ext uri="{FF2B5EF4-FFF2-40B4-BE49-F238E27FC236}">
                      <a16:creationId xmlns:a16="http://schemas.microsoft.com/office/drawing/2014/main" id="{D8ECB132-5B26-D187-0B5A-5D8E1B3D920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Rectangle 8">
                  <a:extLst>
                    <a:ext uri="{FF2B5EF4-FFF2-40B4-BE49-F238E27FC236}">
                      <a16:creationId xmlns:a16="http://schemas.microsoft.com/office/drawing/2014/main" id="{C8C1AA14-2270-9D87-B1B2-FEB65003EAA4}"/>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Oval 9">
                  <a:extLst>
                    <a:ext uri="{FF2B5EF4-FFF2-40B4-BE49-F238E27FC236}">
                      <a16:creationId xmlns:a16="http://schemas.microsoft.com/office/drawing/2014/main" id="{8D9EF762-9BE8-08C5-A868-246C5622CED7}"/>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20E9569E-3791-EC99-72B6-452EC23D1937}"/>
                  </a:ext>
                </a:extLst>
              </p:cNvPr>
              <p:cNvGrpSpPr>
                <a:grpSpLocks/>
              </p:cNvGrpSpPr>
              <p:nvPr/>
            </p:nvGrpSpPr>
            <p:grpSpPr bwMode="auto">
              <a:xfrm>
                <a:off x="1492372" y="2507397"/>
                <a:ext cx="283194" cy="419100"/>
                <a:chOff x="2967" y="2425"/>
                <a:chExt cx="181" cy="264"/>
              </a:xfrm>
            </p:grpSpPr>
            <p:sp>
              <p:nvSpPr>
                <p:cNvPr id="458" name="Rectangle 45">
                  <a:extLst>
                    <a:ext uri="{FF2B5EF4-FFF2-40B4-BE49-F238E27FC236}">
                      <a16:creationId xmlns:a16="http://schemas.microsoft.com/office/drawing/2014/main" id="{C75A94BD-3D57-B10C-4553-A1A980A9C0E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Text Box 46">
                  <a:extLst>
                    <a:ext uri="{FF2B5EF4-FFF2-40B4-BE49-F238E27FC236}">
                      <a16:creationId xmlns:a16="http://schemas.microsoft.com/office/drawing/2014/main" id="{DA60A010-7223-B840-F17E-94803AE286A0}"/>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483" name="Group 482">
            <a:extLst>
              <a:ext uri="{FF2B5EF4-FFF2-40B4-BE49-F238E27FC236}">
                <a16:creationId xmlns:a16="http://schemas.microsoft.com/office/drawing/2014/main" id="{4F8CF9AD-E51D-83DF-5EC8-61A2BF8A4FEB}"/>
              </a:ext>
            </a:extLst>
          </p:cNvPr>
          <p:cNvGrpSpPr/>
          <p:nvPr/>
        </p:nvGrpSpPr>
        <p:grpSpPr>
          <a:xfrm>
            <a:off x="4333785" y="1906063"/>
            <a:ext cx="4395351" cy="404576"/>
            <a:chOff x="4333785" y="5772213"/>
            <a:chExt cx="4395351" cy="404576"/>
          </a:xfrm>
        </p:grpSpPr>
        <p:grpSp>
          <p:nvGrpSpPr>
            <p:cNvPr id="484" name="Group 483">
              <a:extLst>
                <a:ext uri="{FF2B5EF4-FFF2-40B4-BE49-F238E27FC236}">
                  <a16:creationId xmlns:a16="http://schemas.microsoft.com/office/drawing/2014/main" id="{DA9A7BFE-378E-4E83-387B-FA3A092A0185}"/>
                </a:ext>
              </a:extLst>
            </p:cNvPr>
            <p:cNvGrpSpPr/>
            <p:nvPr/>
          </p:nvGrpSpPr>
          <p:grpSpPr>
            <a:xfrm>
              <a:off x="4333785" y="5772213"/>
              <a:ext cx="531821" cy="369069"/>
              <a:chOff x="1348328" y="2475647"/>
              <a:chExt cx="603916" cy="419100"/>
            </a:xfrm>
          </p:grpSpPr>
          <p:grpSp>
            <p:nvGrpSpPr>
              <p:cNvPr id="505" name="Group 504">
                <a:extLst>
                  <a:ext uri="{FF2B5EF4-FFF2-40B4-BE49-F238E27FC236}">
                    <a16:creationId xmlns:a16="http://schemas.microsoft.com/office/drawing/2014/main" id="{56AD4C56-0365-5477-C2D0-E46897280D68}"/>
                  </a:ext>
                </a:extLst>
              </p:cNvPr>
              <p:cNvGrpSpPr/>
              <p:nvPr/>
            </p:nvGrpSpPr>
            <p:grpSpPr>
              <a:xfrm>
                <a:off x="1348328" y="2555748"/>
                <a:ext cx="603916" cy="308999"/>
                <a:chOff x="5278570" y="2983486"/>
                <a:chExt cx="501650" cy="233363"/>
              </a:xfrm>
            </p:grpSpPr>
            <p:sp>
              <p:nvSpPr>
                <p:cNvPr id="510" name="Oval 5">
                  <a:extLst>
                    <a:ext uri="{FF2B5EF4-FFF2-40B4-BE49-F238E27FC236}">
                      <a16:creationId xmlns:a16="http://schemas.microsoft.com/office/drawing/2014/main" id="{EB3959BA-22A8-5B21-A695-B83A2AE0DBC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Line 6">
                  <a:extLst>
                    <a:ext uri="{FF2B5EF4-FFF2-40B4-BE49-F238E27FC236}">
                      <a16:creationId xmlns:a16="http://schemas.microsoft.com/office/drawing/2014/main" id="{33BCC960-550C-A12E-619B-DB791271511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Line 7">
                  <a:extLst>
                    <a:ext uri="{FF2B5EF4-FFF2-40B4-BE49-F238E27FC236}">
                      <a16:creationId xmlns:a16="http://schemas.microsoft.com/office/drawing/2014/main" id="{A61BE57F-3F62-74AB-236F-B1D35F6D6D8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Rectangle 8">
                  <a:extLst>
                    <a:ext uri="{FF2B5EF4-FFF2-40B4-BE49-F238E27FC236}">
                      <a16:creationId xmlns:a16="http://schemas.microsoft.com/office/drawing/2014/main" id="{855C3212-58D9-11F3-798C-2D4C0DF7537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Oval 9">
                  <a:extLst>
                    <a:ext uri="{FF2B5EF4-FFF2-40B4-BE49-F238E27FC236}">
                      <a16:creationId xmlns:a16="http://schemas.microsoft.com/office/drawing/2014/main" id="{2824750F-71AC-A7E4-AF78-BD9CDF29DFD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6" name="Group 44">
                <a:extLst>
                  <a:ext uri="{FF2B5EF4-FFF2-40B4-BE49-F238E27FC236}">
                    <a16:creationId xmlns:a16="http://schemas.microsoft.com/office/drawing/2014/main" id="{17357E99-24EC-1FB5-06C0-7DD31429CE1F}"/>
                  </a:ext>
                </a:extLst>
              </p:cNvPr>
              <p:cNvGrpSpPr>
                <a:grpSpLocks/>
              </p:cNvGrpSpPr>
              <p:nvPr/>
            </p:nvGrpSpPr>
            <p:grpSpPr bwMode="auto">
              <a:xfrm>
                <a:off x="1456374" y="2475647"/>
                <a:ext cx="355165" cy="419100"/>
                <a:chOff x="2944" y="2405"/>
                <a:chExt cx="227" cy="264"/>
              </a:xfrm>
            </p:grpSpPr>
            <p:sp>
              <p:nvSpPr>
                <p:cNvPr id="507" name="Rectangle 45">
                  <a:extLst>
                    <a:ext uri="{FF2B5EF4-FFF2-40B4-BE49-F238E27FC236}">
                      <a16:creationId xmlns:a16="http://schemas.microsoft.com/office/drawing/2014/main" id="{62A6DB47-0F74-4EC6-039B-12E7D3C5AA7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Text Box 46">
                  <a:extLst>
                    <a:ext uri="{FF2B5EF4-FFF2-40B4-BE49-F238E27FC236}">
                      <a16:creationId xmlns:a16="http://schemas.microsoft.com/office/drawing/2014/main" id="{1999E294-E4E1-5AF5-35E0-B2829215388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5" name="Group 484">
              <a:extLst>
                <a:ext uri="{FF2B5EF4-FFF2-40B4-BE49-F238E27FC236}">
                  <a16:creationId xmlns:a16="http://schemas.microsoft.com/office/drawing/2014/main" id="{4EB1D597-DDAD-434A-117F-8EA9C59D615C}"/>
                </a:ext>
              </a:extLst>
            </p:cNvPr>
            <p:cNvGrpSpPr/>
            <p:nvPr/>
          </p:nvGrpSpPr>
          <p:grpSpPr>
            <a:xfrm>
              <a:off x="6263949" y="5807720"/>
              <a:ext cx="531821" cy="369069"/>
              <a:chOff x="1348328" y="2507397"/>
              <a:chExt cx="603916" cy="419100"/>
            </a:xfrm>
          </p:grpSpPr>
          <p:grpSp>
            <p:nvGrpSpPr>
              <p:cNvPr id="496" name="Group 495">
                <a:extLst>
                  <a:ext uri="{FF2B5EF4-FFF2-40B4-BE49-F238E27FC236}">
                    <a16:creationId xmlns:a16="http://schemas.microsoft.com/office/drawing/2014/main" id="{0E42355A-B9DB-A785-711F-05B85EF58CDE}"/>
                  </a:ext>
                </a:extLst>
              </p:cNvPr>
              <p:cNvGrpSpPr/>
              <p:nvPr/>
            </p:nvGrpSpPr>
            <p:grpSpPr>
              <a:xfrm>
                <a:off x="1348328" y="2555748"/>
                <a:ext cx="603916" cy="308999"/>
                <a:chOff x="5278570" y="2983486"/>
                <a:chExt cx="501650" cy="233363"/>
              </a:xfrm>
            </p:grpSpPr>
            <p:sp>
              <p:nvSpPr>
                <p:cNvPr id="500" name="Oval 5">
                  <a:extLst>
                    <a:ext uri="{FF2B5EF4-FFF2-40B4-BE49-F238E27FC236}">
                      <a16:creationId xmlns:a16="http://schemas.microsoft.com/office/drawing/2014/main" id="{C45579CA-0625-97D6-19D3-70C24F113CDD}"/>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6">
                  <a:extLst>
                    <a:ext uri="{FF2B5EF4-FFF2-40B4-BE49-F238E27FC236}">
                      <a16:creationId xmlns:a16="http://schemas.microsoft.com/office/drawing/2014/main" id="{EA6C53E6-39BA-A5F9-74F4-8CB9B618347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Line 7">
                  <a:extLst>
                    <a:ext uri="{FF2B5EF4-FFF2-40B4-BE49-F238E27FC236}">
                      <a16:creationId xmlns:a16="http://schemas.microsoft.com/office/drawing/2014/main" id="{C84AB21C-D106-9029-8B4A-9600FF41792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Rectangle 8">
                  <a:extLst>
                    <a:ext uri="{FF2B5EF4-FFF2-40B4-BE49-F238E27FC236}">
                      <a16:creationId xmlns:a16="http://schemas.microsoft.com/office/drawing/2014/main" id="{ED372E72-8944-8A26-5B6E-3630A2B44A2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4" name="Oval 9">
                  <a:extLst>
                    <a:ext uri="{FF2B5EF4-FFF2-40B4-BE49-F238E27FC236}">
                      <a16:creationId xmlns:a16="http://schemas.microsoft.com/office/drawing/2014/main" id="{ED86491F-6ACC-1C0A-3E9D-550F723E15E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7" name="Group 44">
                <a:extLst>
                  <a:ext uri="{FF2B5EF4-FFF2-40B4-BE49-F238E27FC236}">
                    <a16:creationId xmlns:a16="http://schemas.microsoft.com/office/drawing/2014/main" id="{E14CAE23-8817-D33C-4DE8-877C88CCC70B}"/>
                  </a:ext>
                </a:extLst>
              </p:cNvPr>
              <p:cNvGrpSpPr>
                <a:grpSpLocks/>
              </p:cNvGrpSpPr>
              <p:nvPr/>
            </p:nvGrpSpPr>
            <p:grpSpPr bwMode="auto">
              <a:xfrm>
                <a:off x="1456374" y="2507397"/>
                <a:ext cx="355165" cy="419100"/>
                <a:chOff x="2944" y="2425"/>
                <a:chExt cx="227" cy="264"/>
              </a:xfrm>
            </p:grpSpPr>
            <p:sp>
              <p:nvSpPr>
                <p:cNvPr id="498" name="Rectangle 45">
                  <a:extLst>
                    <a:ext uri="{FF2B5EF4-FFF2-40B4-BE49-F238E27FC236}">
                      <a16:creationId xmlns:a16="http://schemas.microsoft.com/office/drawing/2014/main" id="{DBA808AF-B481-1148-209A-F23641FB37B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Text Box 46">
                  <a:extLst>
                    <a:ext uri="{FF2B5EF4-FFF2-40B4-BE49-F238E27FC236}">
                      <a16:creationId xmlns:a16="http://schemas.microsoft.com/office/drawing/2014/main" id="{0EA10E2B-92C0-7302-C7CD-5668F41F1208}"/>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6" name="Group 485">
              <a:extLst>
                <a:ext uri="{FF2B5EF4-FFF2-40B4-BE49-F238E27FC236}">
                  <a16:creationId xmlns:a16="http://schemas.microsoft.com/office/drawing/2014/main" id="{536E277D-DD29-5A06-FCBF-4EF6A143FB64}"/>
                </a:ext>
              </a:extLst>
            </p:cNvPr>
            <p:cNvGrpSpPr/>
            <p:nvPr/>
          </p:nvGrpSpPr>
          <p:grpSpPr>
            <a:xfrm>
              <a:off x="8197315" y="5805271"/>
              <a:ext cx="531821" cy="369069"/>
              <a:chOff x="1348328" y="2507397"/>
              <a:chExt cx="603916" cy="419100"/>
            </a:xfrm>
          </p:grpSpPr>
          <p:grpSp>
            <p:nvGrpSpPr>
              <p:cNvPr id="487" name="Group 486">
                <a:extLst>
                  <a:ext uri="{FF2B5EF4-FFF2-40B4-BE49-F238E27FC236}">
                    <a16:creationId xmlns:a16="http://schemas.microsoft.com/office/drawing/2014/main" id="{F8D10ACB-BABC-3745-292D-0BCDF8C5CB4D}"/>
                  </a:ext>
                </a:extLst>
              </p:cNvPr>
              <p:cNvGrpSpPr/>
              <p:nvPr/>
            </p:nvGrpSpPr>
            <p:grpSpPr>
              <a:xfrm>
                <a:off x="1348328" y="2555748"/>
                <a:ext cx="603916" cy="308999"/>
                <a:chOff x="5278570" y="2983486"/>
                <a:chExt cx="501650" cy="233363"/>
              </a:xfrm>
            </p:grpSpPr>
            <p:sp>
              <p:nvSpPr>
                <p:cNvPr id="491" name="Oval 5">
                  <a:extLst>
                    <a:ext uri="{FF2B5EF4-FFF2-40B4-BE49-F238E27FC236}">
                      <a16:creationId xmlns:a16="http://schemas.microsoft.com/office/drawing/2014/main" id="{CD82A878-C934-F432-9557-3810DF5026D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Line 6">
                  <a:extLst>
                    <a:ext uri="{FF2B5EF4-FFF2-40B4-BE49-F238E27FC236}">
                      <a16:creationId xmlns:a16="http://schemas.microsoft.com/office/drawing/2014/main" id="{9463E2D8-AD43-2364-89F1-BB0C73A830AE}"/>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Line 7">
                  <a:extLst>
                    <a:ext uri="{FF2B5EF4-FFF2-40B4-BE49-F238E27FC236}">
                      <a16:creationId xmlns:a16="http://schemas.microsoft.com/office/drawing/2014/main" id="{420084CC-7CF2-7823-4A3B-BF01F11A8CA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Rectangle 8">
                  <a:extLst>
                    <a:ext uri="{FF2B5EF4-FFF2-40B4-BE49-F238E27FC236}">
                      <a16:creationId xmlns:a16="http://schemas.microsoft.com/office/drawing/2014/main" id="{4273DD5B-B202-0F55-830D-4292A872B5E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5" name="Oval 9">
                  <a:extLst>
                    <a:ext uri="{FF2B5EF4-FFF2-40B4-BE49-F238E27FC236}">
                      <a16:creationId xmlns:a16="http://schemas.microsoft.com/office/drawing/2014/main" id="{9D75E8B7-0F87-C4D6-9E39-33C8AA644B9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8" name="Group 44">
                <a:extLst>
                  <a:ext uri="{FF2B5EF4-FFF2-40B4-BE49-F238E27FC236}">
                    <a16:creationId xmlns:a16="http://schemas.microsoft.com/office/drawing/2014/main" id="{8CFF2227-001B-C79D-99D4-054E9BEA0A62}"/>
                  </a:ext>
                </a:extLst>
              </p:cNvPr>
              <p:cNvGrpSpPr>
                <a:grpSpLocks/>
              </p:cNvGrpSpPr>
              <p:nvPr/>
            </p:nvGrpSpPr>
            <p:grpSpPr bwMode="auto">
              <a:xfrm>
                <a:off x="1464202" y="2507397"/>
                <a:ext cx="341084" cy="419100"/>
                <a:chOff x="2949" y="2425"/>
                <a:chExt cx="218" cy="264"/>
              </a:xfrm>
            </p:grpSpPr>
            <p:sp>
              <p:nvSpPr>
                <p:cNvPr id="489" name="Rectangle 45">
                  <a:extLst>
                    <a:ext uri="{FF2B5EF4-FFF2-40B4-BE49-F238E27FC236}">
                      <a16:creationId xmlns:a16="http://schemas.microsoft.com/office/drawing/2014/main" id="{BD879BE0-9E00-2F27-E650-E087A1C7577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Text Box 46">
                  <a:extLst>
                    <a:ext uri="{FF2B5EF4-FFF2-40B4-BE49-F238E27FC236}">
                      <a16:creationId xmlns:a16="http://schemas.microsoft.com/office/drawing/2014/main" id="{7F56D200-4811-7001-355F-A0ECD7EF2740}"/>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15" name="Right Arrow 345">
            <a:extLst>
              <a:ext uri="{FF2B5EF4-FFF2-40B4-BE49-F238E27FC236}">
                <a16:creationId xmlns:a16="http://schemas.microsoft.com/office/drawing/2014/main" id="{C09787EA-A470-5CB3-603C-B7889EA21604}"/>
              </a:ext>
            </a:extLst>
          </p:cNvPr>
          <p:cNvSpPr/>
          <p:nvPr/>
        </p:nvSpPr>
        <p:spPr>
          <a:xfrm rot="10800000" flipH="1">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ight Arrow 346">
            <a:extLst>
              <a:ext uri="{FF2B5EF4-FFF2-40B4-BE49-F238E27FC236}">
                <a16:creationId xmlns:a16="http://schemas.microsoft.com/office/drawing/2014/main" id="{8537EB06-1ED0-2B1F-53E3-21C59D21FD48}"/>
              </a:ext>
            </a:extLst>
          </p:cNvPr>
          <p:cNvSpPr/>
          <p:nvPr/>
        </p:nvSpPr>
        <p:spPr>
          <a:xfrm flipH="1">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Right Arrow 347">
            <a:extLst>
              <a:ext uri="{FF2B5EF4-FFF2-40B4-BE49-F238E27FC236}">
                <a16:creationId xmlns:a16="http://schemas.microsoft.com/office/drawing/2014/main" id="{29F88FA1-66AE-CFC5-E074-78BAFF67E5FA}"/>
              </a:ext>
            </a:extLst>
          </p:cNvPr>
          <p:cNvSpPr/>
          <p:nvPr/>
        </p:nvSpPr>
        <p:spPr>
          <a:xfrm rot="10800000" flipH="1">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Right Arrow 348">
            <a:extLst>
              <a:ext uri="{FF2B5EF4-FFF2-40B4-BE49-F238E27FC236}">
                <a16:creationId xmlns:a16="http://schemas.microsoft.com/office/drawing/2014/main" id="{503F94A6-51AF-3E0B-05AC-452D5BED8647}"/>
              </a:ext>
            </a:extLst>
          </p:cNvPr>
          <p:cNvSpPr/>
          <p:nvPr/>
        </p:nvSpPr>
        <p:spPr>
          <a:xfrm flipH="1">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9" name="Right Arrow 349">
            <a:extLst>
              <a:ext uri="{FF2B5EF4-FFF2-40B4-BE49-F238E27FC236}">
                <a16:creationId xmlns:a16="http://schemas.microsoft.com/office/drawing/2014/main" id="{3CE132EB-3170-351F-7955-A597C53A82F2}"/>
              </a:ext>
            </a:extLst>
          </p:cNvPr>
          <p:cNvSpPr/>
          <p:nvPr/>
        </p:nvSpPr>
        <p:spPr>
          <a:xfrm>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0" name="Right Arrow 350">
            <a:extLst>
              <a:ext uri="{FF2B5EF4-FFF2-40B4-BE49-F238E27FC236}">
                <a16:creationId xmlns:a16="http://schemas.microsoft.com/office/drawing/2014/main" id="{275719D7-35EC-73B6-65F2-2F0311FBF26E}"/>
              </a:ext>
            </a:extLst>
          </p:cNvPr>
          <p:cNvSpPr/>
          <p:nvPr/>
        </p:nvSpPr>
        <p:spPr>
          <a:xfrm rot="10800000">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Right Arrow 351">
            <a:extLst>
              <a:ext uri="{FF2B5EF4-FFF2-40B4-BE49-F238E27FC236}">
                <a16:creationId xmlns:a16="http://schemas.microsoft.com/office/drawing/2014/main" id="{4B706CD0-43D7-C868-516A-28A3D14467D8}"/>
              </a:ext>
            </a:extLst>
          </p:cNvPr>
          <p:cNvSpPr/>
          <p:nvPr/>
        </p:nvSpPr>
        <p:spPr>
          <a:xfrm rot="10800000" flipH="1">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Right Arrow 352">
            <a:extLst>
              <a:ext uri="{FF2B5EF4-FFF2-40B4-BE49-F238E27FC236}">
                <a16:creationId xmlns:a16="http://schemas.microsoft.com/office/drawing/2014/main" id="{80150F0F-1F94-59B6-1806-46FC8253167C}"/>
              </a:ext>
            </a:extLst>
          </p:cNvPr>
          <p:cNvSpPr/>
          <p:nvPr/>
        </p:nvSpPr>
        <p:spPr>
          <a:xfrm rot="10800000">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Right Arrow 353">
            <a:extLst>
              <a:ext uri="{FF2B5EF4-FFF2-40B4-BE49-F238E27FC236}">
                <a16:creationId xmlns:a16="http://schemas.microsoft.com/office/drawing/2014/main" id="{D1F60B22-B8B2-41B1-528C-950325A3300D}"/>
              </a:ext>
            </a:extLst>
          </p:cNvPr>
          <p:cNvSpPr/>
          <p:nvPr/>
        </p:nvSpPr>
        <p:spPr>
          <a:xfrm rot="10800000" flipH="1">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4" name="Right Arrow 354">
            <a:extLst>
              <a:ext uri="{FF2B5EF4-FFF2-40B4-BE49-F238E27FC236}">
                <a16:creationId xmlns:a16="http://schemas.microsoft.com/office/drawing/2014/main" id="{86A32E70-C2C4-1E8B-4305-8875C8BD1660}"/>
              </a:ext>
            </a:extLst>
          </p:cNvPr>
          <p:cNvSpPr/>
          <p:nvPr/>
        </p:nvSpPr>
        <p:spPr>
          <a:xfrm flipH="1">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TextBox 524">
            <a:extLst>
              <a:ext uri="{FF2B5EF4-FFF2-40B4-BE49-F238E27FC236}">
                <a16:creationId xmlns:a16="http://schemas.microsoft.com/office/drawing/2014/main" id="{8BF6E0DE-456D-C219-BD7E-EB9BB98BE7F8}"/>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t>All nodes:</a:t>
            </a:r>
          </a:p>
          <a:p>
            <a:pPr marL="174625" indent="-174625">
              <a:lnSpc>
                <a:spcPct val="90000"/>
              </a:lnSpc>
              <a:buClr>
                <a:srgbClr val="0000A8"/>
              </a:buClr>
              <a:buFont typeface="Wingdings" pitchFamily="2" charset="2"/>
              <a:buChar char="§"/>
            </a:pPr>
            <a:r>
              <a:rPr lang="en-US" dirty="0"/>
              <a:t>receive distance vectors from neighbors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compute their new local  distance vector</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send their new local distance vector to neighbors</a:t>
            </a:r>
          </a:p>
        </p:txBody>
      </p:sp>
      <p:grpSp>
        <p:nvGrpSpPr>
          <p:cNvPr id="526" name="Group 525">
            <a:extLst>
              <a:ext uri="{FF2B5EF4-FFF2-40B4-BE49-F238E27FC236}">
                <a16:creationId xmlns:a16="http://schemas.microsoft.com/office/drawing/2014/main" id="{DAE5C9FB-0702-DCB9-0F0F-06D52CC99595}"/>
              </a:ext>
            </a:extLst>
          </p:cNvPr>
          <p:cNvGrpSpPr/>
          <p:nvPr/>
        </p:nvGrpSpPr>
        <p:grpSpPr>
          <a:xfrm>
            <a:off x="584365" y="1859143"/>
            <a:ext cx="736099" cy="1229581"/>
            <a:chOff x="10030307" y="3444875"/>
            <a:chExt cx="736099" cy="1229581"/>
          </a:xfrm>
        </p:grpSpPr>
        <p:sp>
          <p:nvSpPr>
            <p:cNvPr id="527" name="TextBox 526">
              <a:extLst>
                <a:ext uri="{FF2B5EF4-FFF2-40B4-BE49-F238E27FC236}">
                  <a16:creationId xmlns:a16="http://schemas.microsoft.com/office/drawing/2014/main" id="{2CAE4FE8-4298-A7A4-FA43-A5F373925933}"/>
                </a:ext>
              </a:extLst>
            </p:cNvPr>
            <p:cNvSpPr txBox="1"/>
            <p:nvPr/>
          </p:nvSpPr>
          <p:spPr>
            <a:xfrm>
              <a:off x="10030307" y="4089681"/>
              <a:ext cx="736099" cy="584775"/>
            </a:xfrm>
            <a:prstGeom prst="rect">
              <a:avLst/>
            </a:prstGeom>
            <a:noFill/>
          </p:spPr>
          <p:txBody>
            <a:bodyPr wrap="none" rtlCol="0">
              <a:spAutoFit/>
            </a:bodyPr>
            <a:lstStyle/>
            <a:p>
              <a:r>
                <a:rPr lang="en-US" sz="3200" dirty="0"/>
                <a:t>t=2</a:t>
              </a:r>
            </a:p>
          </p:txBody>
        </p:sp>
        <p:grpSp>
          <p:nvGrpSpPr>
            <p:cNvPr id="528" name="Group 527">
              <a:extLst>
                <a:ext uri="{FF2B5EF4-FFF2-40B4-BE49-F238E27FC236}">
                  <a16:creationId xmlns:a16="http://schemas.microsoft.com/office/drawing/2014/main" id="{7D8415C5-04F4-42E6-F66F-BF0EC511EEAD}"/>
                </a:ext>
              </a:extLst>
            </p:cNvPr>
            <p:cNvGrpSpPr/>
            <p:nvPr/>
          </p:nvGrpSpPr>
          <p:grpSpPr>
            <a:xfrm>
              <a:off x="10034588" y="3444875"/>
              <a:ext cx="682627" cy="682625"/>
              <a:chOff x="10034588" y="3444875"/>
              <a:chExt cx="682627" cy="682625"/>
            </a:xfrm>
          </p:grpSpPr>
          <p:sp>
            <p:nvSpPr>
              <p:cNvPr id="529" name="Oval 528">
                <a:extLst>
                  <a:ext uri="{FF2B5EF4-FFF2-40B4-BE49-F238E27FC236}">
                    <a16:creationId xmlns:a16="http://schemas.microsoft.com/office/drawing/2014/main" id="{1412F9B1-58D5-1694-33D7-BAC35E0EB301}"/>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30" name="Straight Connector 529">
                <a:extLst>
                  <a:ext uri="{FF2B5EF4-FFF2-40B4-BE49-F238E27FC236}">
                    <a16:creationId xmlns:a16="http://schemas.microsoft.com/office/drawing/2014/main" id="{96669553-D05D-3A50-ED2C-A5A735E212C9}"/>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6D1D452D-618F-A17A-2350-4D9335B29F1C}"/>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C26BD3B3-762C-E306-F20A-A5D3F7B50EEB}"/>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5004119C-6548-0219-C649-C19FF0331FF8}"/>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B03A80F8-1C01-8DD6-D1AD-656BE4FC5E10}"/>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A8E6F689-1757-7369-29DB-909414F7D5FE}"/>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1FD77507-7507-9C5F-01BE-9C82CCD453A7}"/>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65B5F2F2-7055-67A5-6F4D-D0C58457D7DE}"/>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16F69D69-8F59-7DAE-3E72-7D0E206E9047}"/>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a:extLst>
                  <a:ext uri="{FF2B5EF4-FFF2-40B4-BE49-F238E27FC236}">
                    <a16:creationId xmlns:a16="http://schemas.microsoft.com/office/drawing/2014/main" id="{7AC1103E-C153-B155-6023-6E7DFE6F5AEA}"/>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a:extLst>
                  <a:ext uri="{FF2B5EF4-FFF2-40B4-BE49-F238E27FC236}">
                    <a16:creationId xmlns:a16="http://schemas.microsoft.com/office/drawing/2014/main" id="{E5AB8810-418A-F025-F18B-1E5BEA289441}"/>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a:extLst>
                  <a:ext uri="{FF2B5EF4-FFF2-40B4-BE49-F238E27FC236}">
                    <a16:creationId xmlns:a16="http://schemas.microsoft.com/office/drawing/2014/main" id="{79E9B0D5-5C10-EC11-4D2B-8FF015BAC671}"/>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42" name="Oval 541">
                <a:extLst>
                  <a:ext uri="{FF2B5EF4-FFF2-40B4-BE49-F238E27FC236}">
                    <a16:creationId xmlns:a16="http://schemas.microsoft.com/office/drawing/2014/main" id="{9BED8EA0-1E13-245B-62A1-90C396C508B2}"/>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43" name="Straight Connector 542">
                <a:extLst>
                  <a:ext uri="{FF2B5EF4-FFF2-40B4-BE49-F238E27FC236}">
                    <a16:creationId xmlns:a16="http://schemas.microsoft.com/office/drawing/2014/main" id="{986476F9-81D9-66A3-C8AD-9A46E460B92E}"/>
                  </a:ext>
                </a:extLst>
              </p:cNvPr>
              <p:cNvCxnSpPr>
                <a:cxnSpLocks/>
              </p:cNvCxnSpPr>
              <p:nvPr/>
            </p:nvCxnSpPr>
            <p:spPr>
              <a:xfrm flipH="1">
                <a:off x="10365498" y="3656685"/>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237579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22" presetClass="entr" presetSubtype="4"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ipe(down)">
                                      <p:cBhvr>
                                        <p:cTn id="19" dur="1000"/>
                                        <p:tgtEl>
                                          <p:spTgt spid="56"/>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520"/>
                                        </p:tgtEl>
                                        <p:attrNameLst>
                                          <p:attrName>style.visibility</p:attrName>
                                        </p:attrNameLst>
                                      </p:cBhvr>
                                      <p:to>
                                        <p:strVal val="visible"/>
                                      </p:to>
                                    </p:set>
                                    <p:animEffect transition="in" filter="wipe(right)">
                                      <p:cBhvr>
                                        <p:cTn id="22" dur="1000"/>
                                        <p:tgtEl>
                                          <p:spTgt spid="520"/>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519"/>
                                        </p:tgtEl>
                                        <p:attrNameLst>
                                          <p:attrName>style.visibility</p:attrName>
                                        </p:attrNameLst>
                                      </p:cBhvr>
                                      <p:to>
                                        <p:strVal val="visible"/>
                                      </p:to>
                                    </p:set>
                                    <p:animEffect transition="in" filter="wipe(left)">
                                      <p:cBhvr>
                                        <p:cTn id="25" dur="1000"/>
                                        <p:tgtEl>
                                          <p:spTgt spid="519"/>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58"/>
                                        </p:tgtEl>
                                        <p:attrNameLst>
                                          <p:attrName>style.visibility</p:attrName>
                                        </p:attrNameLst>
                                      </p:cBhvr>
                                      <p:to>
                                        <p:strVal val="visible"/>
                                      </p:to>
                                    </p:set>
                                    <p:animEffect transition="in" filter="wipe(down)">
                                      <p:cBhvr>
                                        <p:cTn id="28" dur="1000"/>
                                        <p:tgtEl>
                                          <p:spTgt spid="58"/>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522"/>
                                        </p:tgtEl>
                                        <p:attrNameLst>
                                          <p:attrName>style.visibility</p:attrName>
                                        </p:attrNameLst>
                                      </p:cBhvr>
                                      <p:to>
                                        <p:strVal val="visible"/>
                                      </p:to>
                                    </p:set>
                                    <p:animEffect transition="in" filter="wipe(right)">
                                      <p:cBhvr>
                                        <p:cTn id="31" dur="1000"/>
                                        <p:tgtEl>
                                          <p:spTgt spid="522"/>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521"/>
                                        </p:tgtEl>
                                        <p:attrNameLst>
                                          <p:attrName>style.visibility</p:attrName>
                                        </p:attrNameLst>
                                      </p:cBhvr>
                                      <p:to>
                                        <p:strVal val="visible"/>
                                      </p:to>
                                    </p:set>
                                    <p:animEffect transition="in" filter="wipe(left)">
                                      <p:cBhvr>
                                        <p:cTn id="34" dur="1000"/>
                                        <p:tgtEl>
                                          <p:spTgt spid="521"/>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wipe(up)">
                                      <p:cBhvr>
                                        <p:cTn id="37" dur="1000"/>
                                        <p:tgtEl>
                                          <p:spTgt spid="57"/>
                                        </p:tgtEl>
                                      </p:cBhvr>
                                    </p:animEffect>
                                  </p:childTnLst>
                                </p:cTn>
                              </p:par>
                              <p:par>
                                <p:cTn id="38" presetID="22" presetClass="entr" presetSubtype="2" fill="hold" grpId="0" nodeType="withEffect">
                                  <p:stCondLst>
                                    <p:cond delay="0"/>
                                  </p:stCondLst>
                                  <p:childTnLst>
                                    <p:set>
                                      <p:cBhvr>
                                        <p:cTn id="39" dur="1" fill="hold">
                                          <p:stCondLst>
                                            <p:cond delay="0"/>
                                          </p:stCondLst>
                                        </p:cTn>
                                        <p:tgtEl>
                                          <p:spTgt spid="518"/>
                                        </p:tgtEl>
                                        <p:attrNameLst>
                                          <p:attrName>style.visibility</p:attrName>
                                        </p:attrNameLst>
                                      </p:cBhvr>
                                      <p:to>
                                        <p:strVal val="visible"/>
                                      </p:to>
                                    </p:set>
                                    <p:animEffect transition="in" filter="wipe(right)">
                                      <p:cBhvr>
                                        <p:cTn id="40" dur="1000"/>
                                        <p:tgtEl>
                                          <p:spTgt spid="518"/>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60"/>
                                        </p:tgtEl>
                                        <p:attrNameLst>
                                          <p:attrName>style.visibility</p:attrName>
                                        </p:attrNameLst>
                                      </p:cBhvr>
                                      <p:to>
                                        <p:strVal val="visible"/>
                                      </p:to>
                                    </p:set>
                                    <p:animEffect transition="in" filter="wipe(down)">
                                      <p:cBhvr>
                                        <p:cTn id="43" dur="1000"/>
                                        <p:tgtEl>
                                          <p:spTgt spid="60"/>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517"/>
                                        </p:tgtEl>
                                        <p:attrNameLst>
                                          <p:attrName>style.visibility</p:attrName>
                                        </p:attrNameLst>
                                      </p:cBhvr>
                                      <p:to>
                                        <p:strVal val="visible"/>
                                      </p:to>
                                    </p:set>
                                    <p:animEffect transition="in" filter="wipe(left)">
                                      <p:cBhvr>
                                        <p:cTn id="46" dur="1000"/>
                                        <p:tgtEl>
                                          <p:spTgt spid="517"/>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59"/>
                                        </p:tgtEl>
                                        <p:attrNameLst>
                                          <p:attrName>style.visibility</p:attrName>
                                        </p:attrNameLst>
                                      </p:cBhvr>
                                      <p:to>
                                        <p:strVal val="visible"/>
                                      </p:to>
                                    </p:set>
                                    <p:animEffect transition="in" filter="wipe(up)">
                                      <p:cBhvr>
                                        <p:cTn id="49" dur="1000"/>
                                        <p:tgtEl>
                                          <p:spTgt spid="59"/>
                                        </p:tgtEl>
                                      </p:cBhvr>
                                    </p:animEffect>
                                  </p:childTnLst>
                                </p:cTn>
                              </p:par>
                              <p:par>
                                <p:cTn id="50" presetID="22" presetClass="entr" presetSubtype="2" fill="hold" grpId="0" nodeType="withEffect">
                                  <p:stCondLst>
                                    <p:cond delay="0"/>
                                  </p:stCondLst>
                                  <p:childTnLst>
                                    <p:set>
                                      <p:cBhvr>
                                        <p:cTn id="51" dur="1" fill="hold">
                                          <p:stCondLst>
                                            <p:cond delay="0"/>
                                          </p:stCondLst>
                                        </p:cTn>
                                        <p:tgtEl>
                                          <p:spTgt spid="524"/>
                                        </p:tgtEl>
                                        <p:attrNameLst>
                                          <p:attrName>style.visibility</p:attrName>
                                        </p:attrNameLst>
                                      </p:cBhvr>
                                      <p:to>
                                        <p:strVal val="visible"/>
                                      </p:to>
                                    </p:set>
                                    <p:animEffect transition="in" filter="wipe(right)">
                                      <p:cBhvr>
                                        <p:cTn id="52" dur="1000"/>
                                        <p:tgtEl>
                                          <p:spTgt spid="524"/>
                                        </p:tgtEl>
                                      </p:cBhvr>
                                    </p:animEffect>
                                  </p:childTnLst>
                                </p:cTn>
                              </p:par>
                              <p:par>
                                <p:cTn id="53" presetID="22" presetClass="entr" presetSubtype="4" fill="hold" grpId="0" nodeType="withEffect">
                                  <p:stCondLst>
                                    <p:cond delay="0"/>
                                  </p:stCondLst>
                                  <p:childTnLst>
                                    <p:set>
                                      <p:cBhvr>
                                        <p:cTn id="54" dur="1" fill="hold">
                                          <p:stCondLst>
                                            <p:cond delay="0"/>
                                          </p:stCondLst>
                                        </p:cTn>
                                        <p:tgtEl>
                                          <p:spTgt spid="62"/>
                                        </p:tgtEl>
                                        <p:attrNameLst>
                                          <p:attrName>style.visibility</p:attrName>
                                        </p:attrNameLst>
                                      </p:cBhvr>
                                      <p:to>
                                        <p:strVal val="visible"/>
                                      </p:to>
                                    </p:set>
                                    <p:animEffect transition="in" filter="wipe(down)">
                                      <p:cBhvr>
                                        <p:cTn id="55" dur="1000"/>
                                        <p:tgtEl>
                                          <p:spTgt spid="62"/>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523"/>
                                        </p:tgtEl>
                                        <p:attrNameLst>
                                          <p:attrName>style.visibility</p:attrName>
                                        </p:attrNameLst>
                                      </p:cBhvr>
                                      <p:to>
                                        <p:strVal val="visible"/>
                                      </p:to>
                                    </p:set>
                                    <p:animEffect transition="in" filter="wipe(left)">
                                      <p:cBhvr>
                                        <p:cTn id="58" dur="1000"/>
                                        <p:tgtEl>
                                          <p:spTgt spid="523"/>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448"/>
                                        </p:tgtEl>
                                        <p:attrNameLst>
                                          <p:attrName>style.visibility</p:attrName>
                                        </p:attrNameLst>
                                      </p:cBhvr>
                                      <p:to>
                                        <p:strVal val="visible"/>
                                      </p:to>
                                    </p:set>
                                    <p:animEffect transition="in" filter="wipe(down)">
                                      <p:cBhvr>
                                        <p:cTn id="61" dur="1000"/>
                                        <p:tgtEl>
                                          <p:spTgt spid="448"/>
                                        </p:tgtEl>
                                      </p:cBhvr>
                                    </p:animEffect>
                                  </p:childTnLst>
                                </p:cTn>
                              </p:par>
                              <p:par>
                                <p:cTn id="62" presetID="22" presetClass="entr" presetSubtype="1" fill="hold" grpId="0" nodeType="withEffect">
                                  <p:stCondLst>
                                    <p:cond delay="0"/>
                                  </p:stCondLst>
                                  <p:childTnLst>
                                    <p:set>
                                      <p:cBhvr>
                                        <p:cTn id="63" dur="1" fill="hold">
                                          <p:stCondLst>
                                            <p:cond delay="0"/>
                                          </p:stCondLst>
                                        </p:cTn>
                                        <p:tgtEl>
                                          <p:spTgt spid="61"/>
                                        </p:tgtEl>
                                        <p:attrNameLst>
                                          <p:attrName>style.visibility</p:attrName>
                                        </p:attrNameLst>
                                      </p:cBhvr>
                                      <p:to>
                                        <p:strVal val="visible"/>
                                      </p:to>
                                    </p:set>
                                    <p:animEffect transition="in" filter="wipe(up)">
                                      <p:cBhvr>
                                        <p:cTn id="64" dur="1000"/>
                                        <p:tgtEl>
                                          <p:spTgt spid="61"/>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516"/>
                                        </p:tgtEl>
                                        <p:attrNameLst>
                                          <p:attrName>style.visibility</p:attrName>
                                        </p:attrNameLst>
                                      </p:cBhvr>
                                      <p:to>
                                        <p:strVal val="visible"/>
                                      </p:to>
                                    </p:set>
                                    <p:animEffect transition="in" filter="wipe(right)">
                                      <p:cBhvr>
                                        <p:cTn id="67" dur="1000"/>
                                        <p:tgtEl>
                                          <p:spTgt spid="516"/>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515"/>
                                        </p:tgtEl>
                                        <p:attrNameLst>
                                          <p:attrName>style.visibility</p:attrName>
                                        </p:attrNameLst>
                                      </p:cBhvr>
                                      <p:to>
                                        <p:strVal val="visible"/>
                                      </p:to>
                                    </p:set>
                                    <p:animEffect transition="in" filter="wipe(left)">
                                      <p:cBhvr>
                                        <p:cTn id="70" dur="1000"/>
                                        <p:tgtEl>
                                          <p:spTgt spid="515"/>
                                        </p:tgtEl>
                                      </p:cBhvr>
                                    </p:animEffect>
                                  </p:childTnLst>
                                </p:cTn>
                              </p:par>
                              <p:par>
                                <p:cTn id="71" presetID="22" presetClass="entr" presetSubtype="1" fill="hold" grpId="0" nodeType="withEffect">
                                  <p:stCondLst>
                                    <p:cond delay="0"/>
                                  </p:stCondLst>
                                  <p:childTnLst>
                                    <p:set>
                                      <p:cBhvr>
                                        <p:cTn id="72" dur="1" fill="hold">
                                          <p:stCondLst>
                                            <p:cond delay="0"/>
                                          </p:stCondLst>
                                        </p:cTn>
                                        <p:tgtEl>
                                          <p:spTgt spid="63"/>
                                        </p:tgtEl>
                                        <p:attrNameLst>
                                          <p:attrName>style.visibility</p:attrName>
                                        </p:attrNameLst>
                                      </p:cBhvr>
                                      <p:to>
                                        <p:strVal val="visible"/>
                                      </p:to>
                                    </p:set>
                                    <p:animEffect transition="in" filter="wipe(up)">
                                      <p:cBhvr>
                                        <p:cTn id="73" dur="1000"/>
                                        <p:tgtEl>
                                          <p:spTgt spid="63"/>
                                        </p:tgtEl>
                                      </p:cBhvr>
                                    </p:animEffect>
                                  </p:childTnLst>
                                </p:cTn>
                              </p:par>
                              <p:par>
                                <p:cTn id="74" presetID="22" presetClass="entr" presetSubtype="2" fill="hold" grpId="0" nodeType="withEffect">
                                  <p:stCondLst>
                                    <p:cond delay="0"/>
                                  </p:stCondLst>
                                  <p:childTnLst>
                                    <p:set>
                                      <p:cBhvr>
                                        <p:cTn id="75" dur="1" fill="hold">
                                          <p:stCondLst>
                                            <p:cond delay="0"/>
                                          </p:stCondLst>
                                        </p:cTn>
                                        <p:tgtEl>
                                          <p:spTgt spid="451"/>
                                        </p:tgtEl>
                                        <p:attrNameLst>
                                          <p:attrName>style.visibility</p:attrName>
                                        </p:attrNameLst>
                                      </p:cBhvr>
                                      <p:to>
                                        <p:strVal val="visible"/>
                                      </p:to>
                                    </p:set>
                                    <p:animEffect transition="in" filter="wipe(right)">
                                      <p:cBhvr>
                                        <p:cTn id="76" dur="1000"/>
                                        <p:tgtEl>
                                          <p:spTgt spid="451"/>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450"/>
                                        </p:tgtEl>
                                        <p:attrNameLst>
                                          <p:attrName>style.visibility</p:attrName>
                                        </p:attrNameLst>
                                      </p:cBhvr>
                                      <p:to>
                                        <p:strVal val="visible"/>
                                      </p:to>
                                    </p:set>
                                    <p:animEffect transition="in" filter="wipe(left)">
                                      <p:cBhvr>
                                        <p:cTn id="79" dur="1000"/>
                                        <p:tgtEl>
                                          <p:spTgt spid="450"/>
                                        </p:tgtEl>
                                      </p:cBhvr>
                                    </p:animEffect>
                                  </p:childTnLst>
                                </p:cTn>
                              </p:par>
                              <p:par>
                                <p:cTn id="80" presetID="22" presetClass="entr" presetSubtype="1" fill="hold" grpId="0" nodeType="withEffect">
                                  <p:stCondLst>
                                    <p:cond delay="0"/>
                                  </p:stCondLst>
                                  <p:childTnLst>
                                    <p:set>
                                      <p:cBhvr>
                                        <p:cTn id="81" dur="1" fill="hold">
                                          <p:stCondLst>
                                            <p:cond delay="0"/>
                                          </p:stCondLst>
                                        </p:cTn>
                                        <p:tgtEl>
                                          <p:spTgt spid="449"/>
                                        </p:tgtEl>
                                        <p:attrNameLst>
                                          <p:attrName>style.visibility</p:attrName>
                                        </p:attrNameLst>
                                      </p:cBhvr>
                                      <p:to>
                                        <p:strVal val="visible"/>
                                      </p:to>
                                    </p:set>
                                    <p:animEffect transition="in" filter="wipe(up)">
                                      <p:cBhvr>
                                        <p:cTn id="82" dur="1000"/>
                                        <p:tgtEl>
                                          <p:spTgt spid="4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animBg="1"/>
      <p:bldP spid="59" grpId="0" animBg="1"/>
      <p:bldP spid="60" grpId="0" animBg="1"/>
      <p:bldP spid="61" grpId="0" animBg="1"/>
      <p:bldP spid="62" grpId="0" animBg="1"/>
      <p:bldP spid="63" grpId="0" animBg="1"/>
      <p:bldP spid="448" grpId="0" animBg="1"/>
      <p:bldP spid="449" grpId="0" animBg="1"/>
      <p:bldP spid="450" grpId="0" animBg="1"/>
      <p:bldP spid="451" grpId="0" animBg="1"/>
      <p:bldP spid="515" grpId="0" animBg="1"/>
      <p:bldP spid="516" grpId="0" animBg="1"/>
      <p:bldP spid="517" grpId="0" animBg="1"/>
      <p:bldP spid="518" grpId="0" animBg="1"/>
      <p:bldP spid="519" grpId="0" animBg="1"/>
      <p:bldP spid="520" grpId="0" animBg="1"/>
      <p:bldP spid="521" grpId="0" animBg="1"/>
      <p:bldP spid="522" grpId="0" animBg="1"/>
      <p:bldP spid="523" grpId="0" animBg="1"/>
      <p:bldP spid="52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 </a:t>
            </a:r>
            <a:r>
              <a:rPr lang="fa-IR" sz="1800" b="1" dirty="0">
                <a:solidFill>
                  <a:srgbClr val="C00000"/>
                </a:solidFill>
                <a:latin typeface="IRANSans(FaNum)" panose="02040503050201020203" pitchFamily="18" charset="-78"/>
              </a:rPr>
              <a:t>تکرار</a:t>
            </a:r>
            <a:endParaRPr lang="en-US" sz="1800" b="1" dirty="0">
              <a:solidFill>
                <a:srgbClr val="1F1FFF"/>
              </a:solidFill>
              <a:latin typeface="IRANSans(FaNum)" panose="02040503050201020203" pitchFamily="18" charset="-78"/>
            </a:endParaRPr>
          </a:p>
        </p:txBody>
      </p:sp>
      <p:cxnSp>
        <p:nvCxnSpPr>
          <p:cNvPr id="8" name="Straight Connector 7">
            <a:extLst>
              <a:ext uri="{FF2B5EF4-FFF2-40B4-BE49-F238E27FC236}">
                <a16:creationId xmlns:a16="http://schemas.microsoft.com/office/drawing/2014/main" id="{9721D286-A1AE-4B43-E981-060927F4625B}"/>
              </a:ext>
            </a:extLst>
          </p:cNvPr>
          <p:cNvCxnSpPr>
            <a:cxnSpLocks/>
            <a:stCxn id="11" idx="2"/>
            <a:endCxn id="11"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37C4104-7851-B19B-A159-76699F4ACE6D}"/>
              </a:ext>
            </a:extLst>
          </p:cNvPr>
          <p:cNvCxnSpPr>
            <a:cxnSpLocks/>
            <a:stCxn id="11" idx="1"/>
            <a:endCxn id="11"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0AA9C34B-0E06-B946-10F4-B63179BFFC4C}"/>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Rectangle 11">
            <a:extLst>
              <a:ext uri="{FF2B5EF4-FFF2-40B4-BE49-F238E27FC236}">
                <a16:creationId xmlns:a16="http://schemas.microsoft.com/office/drawing/2014/main" id="{F4D4C847-FD01-4EA5-547F-43F1A633CC90}"/>
              </a:ext>
            </a:extLst>
          </p:cNvPr>
          <p:cNvSpPr/>
          <p:nvPr/>
        </p:nvSpPr>
        <p:spPr>
          <a:xfrm>
            <a:off x="8380337" y="220047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13" name="Group 12">
            <a:extLst>
              <a:ext uri="{FF2B5EF4-FFF2-40B4-BE49-F238E27FC236}">
                <a16:creationId xmlns:a16="http://schemas.microsoft.com/office/drawing/2014/main" id="{0EBCB2DD-044B-3B2A-5D33-BE157AF05CF2}"/>
              </a:ext>
            </a:extLst>
          </p:cNvPr>
          <p:cNvGrpSpPr/>
          <p:nvPr/>
        </p:nvGrpSpPr>
        <p:grpSpPr>
          <a:xfrm>
            <a:off x="4333785" y="5772213"/>
            <a:ext cx="4395351" cy="404576"/>
            <a:chOff x="4333785" y="5772213"/>
            <a:chExt cx="4395351" cy="404576"/>
          </a:xfrm>
        </p:grpSpPr>
        <p:grpSp>
          <p:nvGrpSpPr>
            <p:cNvPr id="14" name="Group 13">
              <a:extLst>
                <a:ext uri="{FF2B5EF4-FFF2-40B4-BE49-F238E27FC236}">
                  <a16:creationId xmlns:a16="http://schemas.microsoft.com/office/drawing/2014/main" id="{A13B151C-D51F-62CD-3E31-94DC277F805F}"/>
                </a:ext>
              </a:extLst>
            </p:cNvPr>
            <p:cNvGrpSpPr/>
            <p:nvPr/>
          </p:nvGrpSpPr>
          <p:grpSpPr>
            <a:xfrm>
              <a:off x="4333785" y="5772213"/>
              <a:ext cx="531821" cy="369069"/>
              <a:chOff x="1348328" y="2475647"/>
              <a:chExt cx="603916" cy="419100"/>
            </a:xfrm>
          </p:grpSpPr>
          <p:grpSp>
            <p:nvGrpSpPr>
              <p:cNvPr id="36" name="Group 35">
                <a:extLst>
                  <a:ext uri="{FF2B5EF4-FFF2-40B4-BE49-F238E27FC236}">
                    <a16:creationId xmlns:a16="http://schemas.microsoft.com/office/drawing/2014/main" id="{1A75CDF0-958D-2E4B-5D96-F515FE92F4AD}"/>
                  </a:ext>
                </a:extLst>
              </p:cNvPr>
              <p:cNvGrpSpPr/>
              <p:nvPr/>
            </p:nvGrpSpPr>
            <p:grpSpPr>
              <a:xfrm>
                <a:off x="1348328" y="2555748"/>
                <a:ext cx="603916" cy="308999"/>
                <a:chOff x="5278570" y="2983486"/>
                <a:chExt cx="501650" cy="233363"/>
              </a:xfrm>
            </p:grpSpPr>
            <p:sp>
              <p:nvSpPr>
                <p:cNvPr id="40" name="Oval 5">
                  <a:extLst>
                    <a:ext uri="{FF2B5EF4-FFF2-40B4-BE49-F238E27FC236}">
                      <a16:creationId xmlns:a16="http://schemas.microsoft.com/office/drawing/2014/main" id="{9E680AB9-4A59-C1AB-D6D0-5B9E17F9CA6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6">
                  <a:extLst>
                    <a:ext uri="{FF2B5EF4-FFF2-40B4-BE49-F238E27FC236}">
                      <a16:creationId xmlns:a16="http://schemas.microsoft.com/office/drawing/2014/main" id="{66643A8A-0DBD-0C43-6584-3D37D535709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7">
                  <a:extLst>
                    <a:ext uri="{FF2B5EF4-FFF2-40B4-BE49-F238E27FC236}">
                      <a16:creationId xmlns:a16="http://schemas.microsoft.com/office/drawing/2014/main" id="{07C6175C-4511-6930-5D10-214507097BD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8">
                  <a:extLst>
                    <a:ext uri="{FF2B5EF4-FFF2-40B4-BE49-F238E27FC236}">
                      <a16:creationId xmlns:a16="http://schemas.microsoft.com/office/drawing/2014/main" id="{B338BA97-DE8C-CB20-A8A0-AF9CDC93BD80}"/>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9">
                  <a:extLst>
                    <a:ext uri="{FF2B5EF4-FFF2-40B4-BE49-F238E27FC236}">
                      <a16:creationId xmlns:a16="http://schemas.microsoft.com/office/drawing/2014/main" id="{63AF42C7-A430-4B5A-5A2C-3E0D429C814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 name="Group 44">
                <a:extLst>
                  <a:ext uri="{FF2B5EF4-FFF2-40B4-BE49-F238E27FC236}">
                    <a16:creationId xmlns:a16="http://schemas.microsoft.com/office/drawing/2014/main" id="{93F4D0D3-8776-E290-F39A-CE443C4E0EC1}"/>
                  </a:ext>
                </a:extLst>
              </p:cNvPr>
              <p:cNvGrpSpPr>
                <a:grpSpLocks/>
              </p:cNvGrpSpPr>
              <p:nvPr/>
            </p:nvGrpSpPr>
            <p:grpSpPr bwMode="auto">
              <a:xfrm>
                <a:off x="1456374" y="2475647"/>
                <a:ext cx="355165" cy="419100"/>
                <a:chOff x="2944" y="2405"/>
                <a:chExt cx="227" cy="264"/>
              </a:xfrm>
            </p:grpSpPr>
            <p:sp>
              <p:nvSpPr>
                <p:cNvPr id="38" name="Rectangle 45">
                  <a:extLst>
                    <a:ext uri="{FF2B5EF4-FFF2-40B4-BE49-F238E27FC236}">
                      <a16:creationId xmlns:a16="http://schemas.microsoft.com/office/drawing/2014/main" id="{4D4AD4EA-E2A5-30C5-0D7E-A467CE5BB02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Text Box 46">
                  <a:extLst>
                    <a:ext uri="{FF2B5EF4-FFF2-40B4-BE49-F238E27FC236}">
                      <a16:creationId xmlns:a16="http://schemas.microsoft.com/office/drawing/2014/main" id="{E417DAE5-57EC-15CA-77D8-203D6EC5E0AB}"/>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5" name="Group 14">
              <a:extLst>
                <a:ext uri="{FF2B5EF4-FFF2-40B4-BE49-F238E27FC236}">
                  <a16:creationId xmlns:a16="http://schemas.microsoft.com/office/drawing/2014/main" id="{51B5A8A5-C4B1-8A3B-421A-0907A34D10DD}"/>
                </a:ext>
              </a:extLst>
            </p:cNvPr>
            <p:cNvGrpSpPr/>
            <p:nvPr/>
          </p:nvGrpSpPr>
          <p:grpSpPr>
            <a:xfrm>
              <a:off x="6263949" y="5807720"/>
              <a:ext cx="531821" cy="369069"/>
              <a:chOff x="1348328" y="2507397"/>
              <a:chExt cx="603916" cy="419100"/>
            </a:xfrm>
          </p:grpSpPr>
          <p:grpSp>
            <p:nvGrpSpPr>
              <p:cNvPr id="27" name="Group 26">
                <a:extLst>
                  <a:ext uri="{FF2B5EF4-FFF2-40B4-BE49-F238E27FC236}">
                    <a16:creationId xmlns:a16="http://schemas.microsoft.com/office/drawing/2014/main" id="{4D7ECDF8-DB2A-FF35-BEBB-02E425D2F602}"/>
                  </a:ext>
                </a:extLst>
              </p:cNvPr>
              <p:cNvGrpSpPr/>
              <p:nvPr/>
            </p:nvGrpSpPr>
            <p:grpSpPr>
              <a:xfrm>
                <a:off x="1348328" y="2555748"/>
                <a:ext cx="603916" cy="308999"/>
                <a:chOff x="5278570" y="2983486"/>
                <a:chExt cx="501650" cy="233363"/>
              </a:xfrm>
            </p:grpSpPr>
            <p:sp>
              <p:nvSpPr>
                <p:cNvPr id="31" name="Oval 5">
                  <a:extLst>
                    <a:ext uri="{FF2B5EF4-FFF2-40B4-BE49-F238E27FC236}">
                      <a16:creationId xmlns:a16="http://schemas.microsoft.com/office/drawing/2014/main" id="{0CCC398F-2B6E-4084-517E-5E154EDE421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6">
                  <a:extLst>
                    <a:ext uri="{FF2B5EF4-FFF2-40B4-BE49-F238E27FC236}">
                      <a16:creationId xmlns:a16="http://schemas.microsoft.com/office/drawing/2014/main" id="{41BFBCFC-35C1-88A3-CC7E-7B470162C42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7">
                  <a:extLst>
                    <a:ext uri="{FF2B5EF4-FFF2-40B4-BE49-F238E27FC236}">
                      <a16:creationId xmlns:a16="http://schemas.microsoft.com/office/drawing/2014/main" id="{E5496151-BF84-102B-27EB-BE46149ECD2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Rectangle 8">
                  <a:extLst>
                    <a:ext uri="{FF2B5EF4-FFF2-40B4-BE49-F238E27FC236}">
                      <a16:creationId xmlns:a16="http://schemas.microsoft.com/office/drawing/2014/main" id="{3B249E9C-0343-2818-505B-8404E69A947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9">
                  <a:extLst>
                    <a:ext uri="{FF2B5EF4-FFF2-40B4-BE49-F238E27FC236}">
                      <a16:creationId xmlns:a16="http://schemas.microsoft.com/office/drawing/2014/main" id="{F2DF2B58-78E9-C4B0-7C54-573A5DDD86F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 name="Group 44">
                <a:extLst>
                  <a:ext uri="{FF2B5EF4-FFF2-40B4-BE49-F238E27FC236}">
                    <a16:creationId xmlns:a16="http://schemas.microsoft.com/office/drawing/2014/main" id="{E35F1726-7994-4A54-F7E2-E1D82FF46C64}"/>
                  </a:ext>
                </a:extLst>
              </p:cNvPr>
              <p:cNvGrpSpPr>
                <a:grpSpLocks/>
              </p:cNvGrpSpPr>
              <p:nvPr/>
            </p:nvGrpSpPr>
            <p:grpSpPr bwMode="auto">
              <a:xfrm>
                <a:off x="1456374" y="2507397"/>
                <a:ext cx="355165" cy="419100"/>
                <a:chOff x="2944" y="2425"/>
                <a:chExt cx="227" cy="264"/>
              </a:xfrm>
            </p:grpSpPr>
            <p:sp>
              <p:nvSpPr>
                <p:cNvPr id="29" name="Rectangle 45">
                  <a:extLst>
                    <a:ext uri="{FF2B5EF4-FFF2-40B4-BE49-F238E27FC236}">
                      <a16:creationId xmlns:a16="http://schemas.microsoft.com/office/drawing/2014/main" id="{D39CB01A-E703-0B99-42D2-5B29E5D1C09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Text Box 46">
                  <a:extLst>
                    <a:ext uri="{FF2B5EF4-FFF2-40B4-BE49-F238E27FC236}">
                      <a16:creationId xmlns:a16="http://schemas.microsoft.com/office/drawing/2014/main" id="{621B7E77-1FEE-6333-4CC7-D7A831C4CEC7}"/>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 name="Group 15">
              <a:extLst>
                <a:ext uri="{FF2B5EF4-FFF2-40B4-BE49-F238E27FC236}">
                  <a16:creationId xmlns:a16="http://schemas.microsoft.com/office/drawing/2014/main" id="{902445CE-1680-6C41-DD11-1E03817D1B32}"/>
                </a:ext>
              </a:extLst>
            </p:cNvPr>
            <p:cNvGrpSpPr/>
            <p:nvPr/>
          </p:nvGrpSpPr>
          <p:grpSpPr>
            <a:xfrm>
              <a:off x="8197315" y="5805271"/>
              <a:ext cx="531821" cy="369069"/>
              <a:chOff x="1348328" y="2507397"/>
              <a:chExt cx="603916" cy="419100"/>
            </a:xfrm>
          </p:grpSpPr>
          <p:grpSp>
            <p:nvGrpSpPr>
              <p:cNvPr id="17" name="Group 16">
                <a:extLst>
                  <a:ext uri="{FF2B5EF4-FFF2-40B4-BE49-F238E27FC236}">
                    <a16:creationId xmlns:a16="http://schemas.microsoft.com/office/drawing/2014/main" id="{0D0AC610-B3E3-95A5-E419-C0D69C052123}"/>
                  </a:ext>
                </a:extLst>
              </p:cNvPr>
              <p:cNvGrpSpPr/>
              <p:nvPr/>
            </p:nvGrpSpPr>
            <p:grpSpPr>
              <a:xfrm>
                <a:off x="1348328" y="2555748"/>
                <a:ext cx="603916" cy="308999"/>
                <a:chOff x="5278570" y="2983486"/>
                <a:chExt cx="501650" cy="233363"/>
              </a:xfrm>
            </p:grpSpPr>
            <p:sp>
              <p:nvSpPr>
                <p:cNvPr id="21" name="Oval 5">
                  <a:extLst>
                    <a:ext uri="{FF2B5EF4-FFF2-40B4-BE49-F238E27FC236}">
                      <a16:creationId xmlns:a16="http://schemas.microsoft.com/office/drawing/2014/main" id="{9EBC7572-E056-C7F8-374A-D25406F183E3}"/>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Line 6">
                  <a:extLst>
                    <a:ext uri="{FF2B5EF4-FFF2-40B4-BE49-F238E27FC236}">
                      <a16:creationId xmlns:a16="http://schemas.microsoft.com/office/drawing/2014/main" id="{0BF8AD65-90A0-1EAE-07E9-235C10666F4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7">
                  <a:extLst>
                    <a:ext uri="{FF2B5EF4-FFF2-40B4-BE49-F238E27FC236}">
                      <a16:creationId xmlns:a16="http://schemas.microsoft.com/office/drawing/2014/main" id="{D1D353A7-3D59-9BB5-188C-173BC8B6DAF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Rectangle 8">
                  <a:extLst>
                    <a:ext uri="{FF2B5EF4-FFF2-40B4-BE49-F238E27FC236}">
                      <a16:creationId xmlns:a16="http://schemas.microsoft.com/office/drawing/2014/main" id="{B70B5589-4E70-97FF-06CF-C7E5C874B46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Oval 9">
                  <a:extLst>
                    <a:ext uri="{FF2B5EF4-FFF2-40B4-BE49-F238E27FC236}">
                      <a16:creationId xmlns:a16="http://schemas.microsoft.com/office/drawing/2014/main" id="{193B6662-F77E-87A2-F4BD-44F3797AF2F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8" name="Group 44">
                <a:extLst>
                  <a:ext uri="{FF2B5EF4-FFF2-40B4-BE49-F238E27FC236}">
                    <a16:creationId xmlns:a16="http://schemas.microsoft.com/office/drawing/2014/main" id="{74E2CD63-B0EE-65B9-7620-659ABE092FF9}"/>
                  </a:ext>
                </a:extLst>
              </p:cNvPr>
              <p:cNvGrpSpPr>
                <a:grpSpLocks/>
              </p:cNvGrpSpPr>
              <p:nvPr/>
            </p:nvGrpSpPr>
            <p:grpSpPr bwMode="auto">
              <a:xfrm>
                <a:off x="1500196" y="2507397"/>
                <a:ext cx="267548" cy="419100"/>
                <a:chOff x="2972" y="2425"/>
                <a:chExt cx="171" cy="264"/>
              </a:xfrm>
            </p:grpSpPr>
            <p:sp>
              <p:nvSpPr>
                <p:cNvPr id="19" name="Rectangle 45">
                  <a:extLst>
                    <a:ext uri="{FF2B5EF4-FFF2-40B4-BE49-F238E27FC236}">
                      <a16:creationId xmlns:a16="http://schemas.microsoft.com/office/drawing/2014/main" id="{6C71E893-4C06-C2E1-E7F4-BBC93C91001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Text Box 46">
                  <a:extLst>
                    <a:ext uri="{FF2B5EF4-FFF2-40B4-BE49-F238E27FC236}">
                      <a16:creationId xmlns:a16="http://schemas.microsoft.com/office/drawing/2014/main" id="{5E646F9D-7EAC-B197-92C7-54C917FFFC34}"/>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5" name="TextBox 44">
            <a:extLst>
              <a:ext uri="{FF2B5EF4-FFF2-40B4-BE49-F238E27FC236}">
                <a16:creationId xmlns:a16="http://schemas.microsoft.com/office/drawing/2014/main" id="{B66E090C-1DE7-A891-B982-57D86C7EE1DE}"/>
              </a:ext>
            </a:extLst>
          </p:cNvPr>
          <p:cNvSpPr txBox="1"/>
          <p:nvPr/>
        </p:nvSpPr>
        <p:spPr>
          <a:xfrm>
            <a:off x="4305782" y="2870522"/>
            <a:ext cx="301686" cy="338554"/>
          </a:xfrm>
          <a:prstGeom prst="rect">
            <a:avLst/>
          </a:prstGeom>
          <a:noFill/>
        </p:spPr>
        <p:txBody>
          <a:bodyPr wrap="square" rtlCol="0">
            <a:spAutoFit/>
          </a:bodyPr>
          <a:lstStyle/>
          <a:p>
            <a:r>
              <a:rPr lang="en-US" sz="1600" dirty="0"/>
              <a:t>1</a:t>
            </a:r>
          </a:p>
        </p:txBody>
      </p:sp>
      <p:sp>
        <p:nvSpPr>
          <p:cNvPr id="46" name="TextBox 45">
            <a:extLst>
              <a:ext uri="{FF2B5EF4-FFF2-40B4-BE49-F238E27FC236}">
                <a16:creationId xmlns:a16="http://schemas.microsoft.com/office/drawing/2014/main" id="{F4C14AC3-793D-9C3B-4858-08F84490E5DC}"/>
              </a:ext>
            </a:extLst>
          </p:cNvPr>
          <p:cNvSpPr txBox="1"/>
          <p:nvPr/>
        </p:nvSpPr>
        <p:spPr>
          <a:xfrm>
            <a:off x="6217534" y="2860877"/>
            <a:ext cx="288862" cy="338554"/>
          </a:xfrm>
          <a:prstGeom prst="rect">
            <a:avLst/>
          </a:prstGeom>
          <a:noFill/>
        </p:spPr>
        <p:txBody>
          <a:bodyPr wrap="none" rtlCol="0">
            <a:spAutoFit/>
          </a:bodyPr>
          <a:lstStyle/>
          <a:p>
            <a:r>
              <a:rPr lang="en-US" sz="1600" dirty="0"/>
              <a:t>1</a:t>
            </a:r>
          </a:p>
        </p:txBody>
      </p:sp>
      <p:sp>
        <p:nvSpPr>
          <p:cNvPr id="47" name="TextBox 46">
            <a:extLst>
              <a:ext uri="{FF2B5EF4-FFF2-40B4-BE49-F238E27FC236}">
                <a16:creationId xmlns:a16="http://schemas.microsoft.com/office/drawing/2014/main" id="{1E2866FE-EAC0-CC17-D822-2D49A37D76F0}"/>
              </a:ext>
            </a:extLst>
          </p:cNvPr>
          <p:cNvSpPr txBox="1"/>
          <p:nvPr/>
        </p:nvSpPr>
        <p:spPr>
          <a:xfrm>
            <a:off x="4296138" y="4886446"/>
            <a:ext cx="301686" cy="338554"/>
          </a:xfrm>
          <a:prstGeom prst="rect">
            <a:avLst/>
          </a:prstGeom>
          <a:noFill/>
        </p:spPr>
        <p:txBody>
          <a:bodyPr wrap="square" rtlCol="0">
            <a:spAutoFit/>
          </a:bodyPr>
          <a:lstStyle/>
          <a:p>
            <a:r>
              <a:rPr lang="en-US" sz="1600" dirty="0"/>
              <a:t>1</a:t>
            </a:r>
          </a:p>
        </p:txBody>
      </p:sp>
      <p:sp>
        <p:nvSpPr>
          <p:cNvPr id="48" name="TextBox 47">
            <a:extLst>
              <a:ext uri="{FF2B5EF4-FFF2-40B4-BE49-F238E27FC236}">
                <a16:creationId xmlns:a16="http://schemas.microsoft.com/office/drawing/2014/main" id="{1333B8A2-06E6-1D19-80E4-AC40F83D0170}"/>
              </a:ext>
            </a:extLst>
          </p:cNvPr>
          <p:cNvSpPr txBox="1"/>
          <p:nvPr/>
        </p:nvSpPr>
        <p:spPr>
          <a:xfrm>
            <a:off x="6231040" y="4888376"/>
            <a:ext cx="288862" cy="338554"/>
          </a:xfrm>
          <a:prstGeom prst="rect">
            <a:avLst/>
          </a:prstGeom>
          <a:noFill/>
        </p:spPr>
        <p:txBody>
          <a:bodyPr wrap="none" rtlCol="0">
            <a:spAutoFit/>
          </a:bodyPr>
          <a:lstStyle/>
          <a:p>
            <a:r>
              <a:rPr lang="en-US" sz="1600" dirty="0"/>
              <a:t>1</a:t>
            </a:r>
          </a:p>
        </p:txBody>
      </p:sp>
      <p:sp>
        <p:nvSpPr>
          <p:cNvPr id="49" name="TextBox 48">
            <a:extLst>
              <a:ext uri="{FF2B5EF4-FFF2-40B4-BE49-F238E27FC236}">
                <a16:creationId xmlns:a16="http://schemas.microsoft.com/office/drawing/2014/main" id="{FFB5DF13-A499-0D2B-5840-63103FC83F92}"/>
              </a:ext>
            </a:extLst>
          </p:cNvPr>
          <p:cNvSpPr txBox="1"/>
          <p:nvPr/>
        </p:nvSpPr>
        <p:spPr>
          <a:xfrm>
            <a:off x="8154365" y="4890306"/>
            <a:ext cx="288862" cy="338554"/>
          </a:xfrm>
          <a:prstGeom prst="rect">
            <a:avLst/>
          </a:prstGeom>
          <a:noFill/>
        </p:spPr>
        <p:txBody>
          <a:bodyPr wrap="none" rtlCol="0">
            <a:spAutoFit/>
          </a:bodyPr>
          <a:lstStyle/>
          <a:p>
            <a:r>
              <a:rPr lang="en-US" sz="1600" dirty="0"/>
              <a:t>1</a:t>
            </a:r>
          </a:p>
        </p:txBody>
      </p:sp>
      <p:sp>
        <p:nvSpPr>
          <p:cNvPr id="50" name="TextBox 49">
            <a:extLst>
              <a:ext uri="{FF2B5EF4-FFF2-40B4-BE49-F238E27FC236}">
                <a16:creationId xmlns:a16="http://schemas.microsoft.com/office/drawing/2014/main" id="{47EE10C7-54AE-1AD0-580D-F0C1958677F7}"/>
              </a:ext>
            </a:extLst>
          </p:cNvPr>
          <p:cNvSpPr txBox="1"/>
          <p:nvPr/>
        </p:nvSpPr>
        <p:spPr>
          <a:xfrm>
            <a:off x="5442030" y="4029920"/>
            <a:ext cx="301686" cy="338554"/>
          </a:xfrm>
          <a:prstGeom prst="rect">
            <a:avLst/>
          </a:prstGeom>
          <a:noFill/>
        </p:spPr>
        <p:txBody>
          <a:bodyPr wrap="square" rtlCol="0">
            <a:spAutoFit/>
          </a:bodyPr>
          <a:lstStyle/>
          <a:p>
            <a:r>
              <a:rPr lang="en-US" sz="1600" dirty="0"/>
              <a:t>1</a:t>
            </a:r>
          </a:p>
        </p:txBody>
      </p:sp>
      <p:sp>
        <p:nvSpPr>
          <p:cNvPr id="51" name="TextBox 50">
            <a:extLst>
              <a:ext uri="{FF2B5EF4-FFF2-40B4-BE49-F238E27FC236}">
                <a16:creationId xmlns:a16="http://schemas.microsoft.com/office/drawing/2014/main" id="{4671EF96-0B6C-BCC5-3B6E-0F80E1CDACB1}"/>
              </a:ext>
            </a:extLst>
          </p:cNvPr>
          <p:cNvSpPr txBox="1"/>
          <p:nvPr/>
        </p:nvSpPr>
        <p:spPr>
          <a:xfrm>
            <a:off x="7353782" y="4020275"/>
            <a:ext cx="288862" cy="338554"/>
          </a:xfrm>
          <a:prstGeom prst="rect">
            <a:avLst/>
          </a:prstGeom>
          <a:noFill/>
        </p:spPr>
        <p:txBody>
          <a:bodyPr wrap="none" rtlCol="0">
            <a:spAutoFit/>
          </a:bodyPr>
          <a:lstStyle/>
          <a:p>
            <a:r>
              <a:rPr lang="en-US" sz="1600" dirty="0"/>
              <a:t>1</a:t>
            </a:r>
          </a:p>
        </p:txBody>
      </p:sp>
      <p:sp>
        <p:nvSpPr>
          <p:cNvPr id="52" name="TextBox 51">
            <a:extLst>
              <a:ext uri="{FF2B5EF4-FFF2-40B4-BE49-F238E27FC236}">
                <a16:creationId xmlns:a16="http://schemas.microsoft.com/office/drawing/2014/main" id="{2328B35A-560D-8BB5-9E82-12E9592E8B44}"/>
              </a:ext>
            </a:extLst>
          </p:cNvPr>
          <p:cNvSpPr txBox="1"/>
          <p:nvPr/>
        </p:nvSpPr>
        <p:spPr>
          <a:xfrm>
            <a:off x="5443958" y="5953247"/>
            <a:ext cx="301686" cy="338554"/>
          </a:xfrm>
          <a:prstGeom prst="rect">
            <a:avLst/>
          </a:prstGeom>
          <a:noFill/>
        </p:spPr>
        <p:txBody>
          <a:bodyPr wrap="square" rtlCol="0">
            <a:spAutoFit/>
          </a:bodyPr>
          <a:lstStyle/>
          <a:p>
            <a:r>
              <a:rPr lang="en-US" sz="1600" dirty="0"/>
              <a:t>8</a:t>
            </a:r>
          </a:p>
        </p:txBody>
      </p:sp>
      <p:sp>
        <p:nvSpPr>
          <p:cNvPr id="53" name="TextBox 52">
            <a:extLst>
              <a:ext uri="{FF2B5EF4-FFF2-40B4-BE49-F238E27FC236}">
                <a16:creationId xmlns:a16="http://schemas.microsoft.com/office/drawing/2014/main" id="{1EAE9E9C-B838-41F9-379E-BD58469D12BF}"/>
              </a:ext>
            </a:extLst>
          </p:cNvPr>
          <p:cNvSpPr txBox="1"/>
          <p:nvPr/>
        </p:nvSpPr>
        <p:spPr>
          <a:xfrm>
            <a:off x="7355710" y="5943602"/>
            <a:ext cx="288862" cy="338554"/>
          </a:xfrm>
          <a:prstGeom prst="rect">
            <a:avLst/>
          </a:prstGeom>
          <a:noFill/>
        </p:spPr>
        <p:txBody>
          <a:bodyPr wrap="none" rtlCol="0">
            <a:spAutoFit/>
          </a:bodyPr>
          <a:lstStyle/>
          <a:p>
            <a:r>
              <a:rPr lang="en-US" sz="1600" dirty="0"/>
              <a:t>1</a:t>
            </a:r>
          </a:p>
        </p:txBody>
      </p:sp>
      <p:sp>
        <p:nvSpPr>
          <p:cNvPr id="54" name="TextBox 53">
            <a:extLst>
              <a:ext uri="{FF2B5EF4-FFF2-40B4-BE49-F238E27FC236}">
                <a16:creationId xmlns:a16="http://schemas.microsoft.com/office/drawing/2014/main" id="{6E2E5453-EC59-7C74-8A93-D7E498A53351}"/>
              </a:ext>
            </a:extLst>
          </p:cNvPr>
          <p:cNvSpPr txBox="1"/>
          <p:nvPr/>
        </p:nvSpPr>
        <p:spPr>
          <a:xfrm>
            <a:off x="5445886" y="2123956"/>
            <a:ext cx="301686" cy="338554"/>
          </a:xfrm>
          <a:prstGeom prst="rect">
            <a:avLst/>
          </a:prstGeom>
          <a:noFill/>
        </p:spPr>
        <p:txBody>
          <a:bodyPr wrap="square" rtlCol="0">
            <a:spAutoFit/>
          </a:bodyPr>
          <a:lstStyle/>
          <a:p>
            <a:r>
              <a:rPr lang="en-US" sz="1600" dirty="0"/>
              <a:t>2</a:t>
            </a:r>
          </a:p>
        </p:txBody>
      </p:sp>
      <p:sp>
        <p:nvSpPr>
          <p:cNvPr id="55" name="TextBox 54">
            <a:extLst>
              <a:ext uri="{FF2B5EF4-FFF2-40B4-BE49-F238E27FC236}">
                <a16:creationId xmlns:a16="http://schemas.microsoft.com/office/drawing/2014/main" id="{51C3154A-3A96-3525-FF64-3E380EEB3135}"/>
              </a:ext>
            </a:extLst>
          </p:cNvPr>
          <p:cNvSpPr txBox="1"/>
          <p:nvPr/>
        </p:nvSpPr>
        <p:spPr>
          <a:xfrm>
            <a:off x="7357638" y="2114311"/>
            <a:ext cx="288862" cy="338554"/>
          </a:xfrm>
          <a:prstGeom prst="rect">
            <a:avLst/>
          </a:prstGeom>
          <a:noFill/>
        </p:spPr>
        <p:txBody>
          <a:bodyPr wrap="none" rtlCol="0">
            <a:spAutoFit/>
          </a:bodyPr>
          <a:lstStyle/>
          <a:p>
            <a:r>
              <a:rPr lang="en-US" sz="1600" dirty="0"/>
              <a:t>1</a:t>
            </a:r>
          </a:p>
        </p:txBody>
      </p:sp>
      <p:grpSp>
        <p:nvGrpSpPr>
          <p:cNvPr id="56" name="Group 55">
            <a:extLst>
              <a:ext uri="{FF2B5EF4-FFF2-40B4-BE49-F238E27FC236}">
                <a16:creationId xmlns:a16="http://schemas.microsoft.com/office/drawing/2014/main" id="{E2A81D9A-405C-EA2F-4677-942FF7781749}"/>
              </a:ext>
            </a:extLst>
          </p:cNvPr>
          <p:cNvGrpSpPr/>
          <p:nvPr/>
        </p:nvGrpSpPr>
        <p:grpSpPr>
          <a:xfrm>
            <a:off x="4336458" y="3833790"/>
            <a:ext cx="4395351" cy="404576"/>
            <a:chOff x="4333785" y="5772213"/>
            <a:chExt cx="4395351" cy="404576"/>
          </a:xfrm>
        </p:grpSpPr>
        <p:grpSp>
          <p:nvGrpSpPr>
            <p:cNvPr id="57" name="Group 56">
              <a:extLst>
                <a:ext uri="{FF2B5EF4-FFF2-40B4-BE49-F238E27FC236}">
                  <a16:creationId xmlns:a16="http://schemas.microsoft.com/office/drawing/2014/main" id="{29C0532B-C648-2D49-2B05-A7F321A25729}"/>
                </a:ext>
              </a:extLst>
            </p:cNvPr>
            <p:cNvGrpSpPr/>
            <p:nvPr/>
          </p:nvGrpSpPr>
          <p:grpSpPr>
            <a:xfrm>
              <a:off x="4333785" y="5772213"/>
              <a:ext cx="531821" cy="369069"/>
              <a:chOff x="1348328" y="2475647"/>
              <a:chExt cx="603916" cy="419100"/>
            </a:xfrm>
          </p:grpSpPr>
          <p:grpSp>
            <p:nvGrpSpPr>
              <p:cNvPr id="462" name="Group 461">
                <a:extLst>
                  <a:ext uri="{FF2B5EF4-FFF2-40B4-BE49-F238E27FC236}">
                    <a16:creationId xmlns:a16="http://schemas.microsoft.com/office/drawing/2014/main" id="{4BE5ADBF-73D0-6E2C-512E-813952C4FC70}"/>
                  </a:ext>
                </a:extLst>
              </p:cNvPr>
              <p:cNvGrpSpPr/>
              <p:nvPr/>
            </p:nvGrpSpPr>
            <p:grpSpPr>
              <a:xfrm>
                <a:off x="1348328" y="2555748"/>
                <a:ext cx="603916" cy="308999"/>
                <a:chOff x="5278570" y="2983486"/>
                <a:chExt cx="501650" cy="233363"/>
              </a:xfrm>
            </p:grpSpPr>
            <p:sp>
              <p:nvSpPr>
                <p:cNvPr id="466" name="Oval 5">
                  <a:extLst>
                    <a:ext uri="{FF2B5EF4-FFF2-40B4-BE49-F238E27FC236}">
                      <a16:creationId xmlns:a16="http://schemas.microsoft.com/office/drawing/2014/main" id="{CB6A7848-F46F-9EC3-A9E3-CFD7F2AE4A6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Line 6">
                  <a:extLst>
                    <a:ext uri="{FF2B5EF4-FFF2-40B4-BE49-F238E27FC236}">
                      <a16:creationId xmlns:a16="http://schemas.microsoft.com/office/drawing/2014/main" id="{8303C488-4915-B6E7-AB5B-24EB9DE8D0A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Line 7">
                  <a:extLst>
                    <a:ext uri="{FF2B5EF4-FFF2-40B4-BE49-F238E27FC236}">
                      <a16:creationId xmlns:a16="http://schemas.microsoft.com/office/drawing/2014/main" id="{0DF04315-0FB0-3BC8-64E5-6E1B1B785C8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Rectangle 8">
                  <a:extLst>
                    <a:ext uri="{FF2B5EF4-FFF2-40B4-BE49-F238E27FC236}">
                      <a16:creationId xmlns:a16="http://schemas.microsoft.com/office/drawing/2014/main" id="{26643807-5ECD-D301-4D0E-2A25BDC7EE5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Oval 9">
                  <a:extLst>
                    <a:ext uri="{FF2B5EF4-FFF2-40B4-BE49-F238E27FC236}">
                      <a16:creationId xmlns:a16="http://schemas.microsoft.com/office/drawing/2014/main" id="{F25FC71A-4962-9E66-C942-06484C8A3CA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3" name="Group 44">
                <a:extLst>
                  <a:ext uri="{FF2B5EF4-FFF2-40B4-BE49-F238E27FC236}">
                    <a16:creationId xmlns:a16="http://schemas.microsoft.com/office/drawing/2014/main" id="{C40CB146-C309-9462-D3C5-808C8BE7704F}"/>
                  </a:ext>
                </a:extLst>
              </p:cNvPr>
              <p:cNvGrpSpPr>
                <a:grpSpLocks/>
              </p:cNvGrpSpPr>
              <p:nvPr/>
            </p:nvGrpSpPr>
            <p:grpSpPr bwMode="auto">
              <a:xfrm>
                <a:off x="1456374" y="2475647"/>
                <a:ext cx="355165" cy="419100"/>
                <a:chOff x="2944" y="2405"/>
                <a:chExt cx="227" cy="264"/>
              </a:xfrm>
            </p:grpSpPr>
            <p:sp>
              <p:nvSpPr>
                <p:cNvPr id="464" name="Rectangle 45">
                  <a:extLst>
                    <a:ext uri="{FF2B5EF4-FFF2-40B4-BE49-F238E27FC236}">
                      <a16:creationId xmlns:a16="http://schemas.microsoft.com/office/drawing/2014/main" id="{A898894E-479C-CB64-2CF5-79BBD68A992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Text Box 46">
                  <a:extLst>
                    <a:ext uri="{FF2B5EF4-FFF2-40B4-BE49-F238E27FC236}">
                      <a16:creationId xmlns:a16="http://schemas.microsoft.com/office/drawing/2014/main" id="{0502EED5-65F7-3AC9-90F9-35C312857B24}"/>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8" name="Group 57">
              <a:extLst>
                <a:ext uri="{FF2B5EF4-FFF2-40B4-BE49-F238E27FC236}">
                  <a16:creationId xmlns:a16="http://schemas.microsoft.com/office/drawing/2014/main" id="{936D9BD6-1DF9-7D04-C64F-DD6E0547B841}"/>
                </a:ext>
              </a:extLst>
            </p:cNvPr>
            <p:cNvGrpSpPr/>
            <p:nvPr/>
          </p:nvGrpSpPr>
          <p:grpSpPr>
            <a:xfrm>
              <a:off x="6263949" y="5807720"/>
              <a:ext cx="531821" cy="369069"/>
              <a:chOff x="1348328" y="2507397"/>
              <a:chExt cx="603916" cy="419100"/>
            </a:xfrm>
          </p:grpSpPr>
          <p:grpSp>
            <p:nvGrpSpPr>
              <p:cNvPr id="453" name="Group 452">
                <a:extLst>
                  <a:ext uri="{FF2B5EF4-FFF2-40B4-BE49-F238E27FC236}">
                    <a16:creationId xmlns:a16="http://schemas.microsoft.com/office/drawing/2014/main" id="{DC5F9B21-CDC0-A995-C3FA-0ED62DE6D470}"/>
                  </a:ext>
                </a:extLst>
              </p:cNvPr>
              <p:cNvGrpSpPr/>
              <p:nvPr/>
            </p:nvGrpSpPr>
            <p:grpSpPr>
              <a:xfrm>
                <a:off x="1348328" y="2555748"/>
                <a:ext cx="603916" cy="308999"/>
                <a:chOff x="5278570" y="2983486"/>
                <a:chExt cx="501650" cy="233363"/>
              </a:xfrm>
            </p:grpSpPr>
            <p:sp>
              <p:nvSpPr>
                <p:cNvPr id="457" name="Oval 5">
                  <a:extLst>
                    <a:ext uri="{FF2B5EF4-FFF2-40B4-BE49-F238E27FC236}">
                      <a16:creationId xmlns:a16="http://schemas.microsoft.com/office/drawing/2014/main" id="{BDF01951-6EFA-F866-7830-0ABC83C0FC0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Line 6">
                  <a:extLst>
                    <a:ext uri="{FF2B5EF4-FFF2-40B4-BE49-F238E27FC236}">
                      <a16:creationId xmlns:a16="http://schemas.microsoft.com/office/drawing/2014/main" id="{E7AA94DF-F602-ACC7-7A85-F1D2C5C3A4F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Line 7">
                  <a:extLst>
                    <a:ext uri="{FF2B5EF4-FFF2-40B4-BE49-F238E27FC236}">
                      <a16:creationId xmlns:a16="http://schemas.microsoft.com/office/drawing/2014/main" id="{03CCE6B9-EB47-CEFE-6B4F-1CB7B47EC2D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Rectangle 8">
                  <a:extLst>
                    <a:ext uri="{FF2B5EF4-FFF2-40B4-BE49-F238E27FC236}">
                      <a16:creationId xmlns:a16="http://schemas.microsoft.com/office/drawing/2014/main" id="{A8596BF8-1E5C-BA7E-890B-EA9EADCD6C3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Oval 9">
                  <a:extLst>
                    <a:ext uri="{FF2B5EF4-FFF2-40B4-BE49-F238E27FC236}">
                      <a16:creationId xmlns:a16="http://schemas.microsoft.com/office/drawing/2014/main" id="{A30DBFF1-F0E7-3D37-51D8-FAC1AD5B9C8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44">
                <a:extLst>
                  <a:ext uri="{FF2B5EF4-FFF2-40B4-BE49-F238E27FC236}">
                    <a16:creationId xmlns:a16="http://schemas.microsoft.com/office/drawing/2014/main" id="{50E268C2-D062-2BDA-C3C3-5C7892C59616}"/>
                  </a:ext>
                </a:extLst>
              </p:cNvPr>
              <p:cNvGrpSpPr>
                <a:grpSpLocks/>
              </p:cNvGrpSpPr>
              <p:nvPr/>
            </p:nvGrpSpPr>
            <p:grpSpPr bwMode="auto">
              <a:xfrm>
                <a:off x="1456374" y="2507397"/>
                <a:ext cx="355165" cy="419100"/>
                <a:chOff x="2944" y="2425"/>
                <a:chExt cx="227" cy="264"/>
              </a:xfrm>
            </p:grpSpPr>
            <p:sp>
              <p:nvSpPr>
                <p:cNvPr id="455" name="Rectangle 45">
                  <a:extLst>
                    <a:ext uri="{FF2B5EF4-FFF2-40B4-BE49-F238E27FC236}">
                      <a16:creationId xmlns:a16="http://schemas.microsoft.com/office/drawing/2014/main" id="{9B8E5351-A508-5E30-A5CA-7FB1FF1A073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Text Box 46">
                  <a:extLst>
                    <a:ext uri="{FF2B5EF4-FFF2-40B4-BE49-F238E27FC236}">
                      <a16:creationId xmlns:a16="http://schemas.microsoft.com/office/drawing/2014/main" id="{7938CD55-2C1E-2712-FB60-1A0EE4DC64D7}"/>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9" name="Group 58">
              <a:extLst>
                <a:ext uri="{FF2B5EF4-FFF2-40B4-BE49-F238E27FC236}">
                  <a16:creationId xmlns:a16="http://schemas.microsoft.com/office/drawing/2014/main" id="{6078D99D-4936-69E6-7B59-806253C77F75}"/>
                </a:ext>
              </a:extLst>
            </p:cNvPr>
            <p:cNvGrpSpPr/>
            <p:nvPr/>
          </p:nvGrpSpPr>
          <p:grpSpPr>
            <a:xfrm>
              <a:off x="8197315" y="5805271"/>
              <a:ext cx="531821" cy="369069"/>
              <a:chOff x="1348328" y="2507397"/>
              <a:chExt cx="603916" cy="419100"/>
            </a:xfrm>
          </p:grpSpPr>
          <p:grpSp>
            <p:nvGrpSpPr>
              <p:cNvPr id="60" name="Group 59">
                <a:extLst>
                  <a:ext uri="{FF2B5EF4-FFF2-40B4-BE49-F238E27FC236}">
                    <a16:creationId xmlns:a16="http://schemas.microsoft.com/office/drawing/2014/main" id="{245DFA2F-48F8-D502-4FD9-F64FA5CA840E}"/>
                  </a:ext>
                </a:extLst>
              </p:cNvPr>
              <p:cNvGrpSpPr/>
              <p:nvPr/>
            </p:nvGrpSpPr>
            <p:grpSpPr>
              <a:xfrm>
                <a:off x="1348328" y="2555748"/>
                <a:ext cx="603916" cy="308999"/>
                <a:chOff x="5278570" y="2983486"/>
                <a:chExt cx="501650" cy="233363"/>
              </a:xfrm>
            </p:grpSpPr>
            <p:sp>
              <p:nvSpPr>
                <p:cNvPr id="448" name="Oval 5">
                  <a:extLst>
                    <a:ext uri="{FF2B5EF4-FFF2-40B4-BE49-F238E27FC236}">
                      <a16:creationId xmlns:a16="http://schemas.microsoft.com/office/drawing/2014/main" id="{FD706363-3B71-42D9-4409-F19EC317689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Line 6">
                  <a:extLst>
                    <a:ext uri="{FF2B5EF4-FFF2-40B4-BE49-F238E27FC236}">
                      <a16:creationId xmlns:a16="http://schemas.microsoft.com/office/drawing/2014/main" id="{CE6E56D9-49A3-B7C4-EA27-214F6D6855E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Line 7">
                  <a:extLst>
                    <a:ext uri="{FF2B5EF4-FFF2-40B4-BE49-F238E27FC236}">
                      <a16:creationId xmlns:a16="http://schemas.microsoft.com/office/drawing/2014/main" id="{F161BB41-DA57-F59E-885E-41396CCCF3F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1" name="Rectangle 8">
                  <a:extLst>
                    <a:ext uri="{FF2B5EF4-FFF2-40B4-BE49-F238E27FC236}">
                      <a16:creationId xmlns:a16="http://schemas.microsoft.com/office/drawing/2014/main" id="{3171F7C3-FE98-4EE0-E9DB-1F55DF6638A0}"/>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Oval 9">
                  <a:extLst>
                    <a:ext uri="{FF2B5EF4-FFF2-40B4-BE49-F238E27FC236}">
                      <a16:creationId xmlns:a16="http://schemas.microsoft.com/office/drawing/2014/main" id="{496FE4C6-1417-7C7B-8B4C-FECECF3E962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 name="Group 44">
                <a:extLst>
                  <a:ext uri="{FF2B5EF4-FFF2-40B4-BE49-F238E27FC236}">
                    <a16:creationId xmlns:a16="http://schemas.microsoft.com/office/drawing/2014/main" id="{00093A4A-D1BC-E3AC-58B5-F3BD3839681D}"/>
                  </a:ext>
                </a:extLst>
              </p:cNvPr>
              <p:cNvGrpSpPr>
                <a:grpSpLocks/>
              </p:cNvGrpSpPr>
              <p:nvPr/>
            </p:nvGrpSpPr>
            <p:grpSpPr bwMode="auto">
              <a:xfrm>
                <a:off x="1492372" y="2507397"/>
                <a:ext cx="283194" cy="419100"/>
                <a:chOff x="2967" y="2425"/>
                <a:chExt cx="181" cy="264"/>
              </a:xfrm>
            </p:grpSpPr>
            <p:sp>
              <p:nvSpPr>
                <p:cNvPr id="62" name="Rectangle 45">
                  <a:extLst>
                    <a:ext uri="{FF2B5EF4-FFF2-40B4-BE49-F238E27FC236}">
                      <a16:creationId xmlns:a16="http://schemas.microsoft.com/office/drawing/2014/main" id="{E9828D64-85D8-5379-AAD5-36A85BA5706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Text Box 46">
                  <a:extLst>
                    <a:ext uri="{FF2B5EF4-FFF2-40B4-BE49-F238E27FC236}">
                      <a16:creationId xmlns:a16="http://schemas.microsoft.com/office/drawing/2014/main" id="{4676AD8C-BB4F-009E-F9AC-22CF11298BD4}"/>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471" name="Group 470">
            <a:extLst>
              <a:ext uri="{FF2B5EF4-FFF2-40B4-BE49-F238E27FC236}">
                <a16:creationId xmlns:a16="http://schemas.microsoft.com/office/drawing/2014/main" id="{FA4880C3-6D33-1648-335B-469683B7DC9A}"/>
              </a:ext>
            </a:extLst>
          </p:cNvPr>
          <p:cNvGrpSpPr/>
          <p:nvPr/>
        </p:nvGrpSpPr>
        <p:grpSpPr>
          <a:xfrm>
            <a:off x="4333785" y="1906063"/>
            <a:ext cx="4395351" cy="404576"/>
            <a:chOff x="4333785" y="5772213"/>
            <a:chExt cx="4395351" cy="404576"/>
          </a:xfrm>
        </p:grpSpPr>
        <p:grpSp>
          <p:nvGrpSpPr>
            <p:cNvPr id="472" name="Group 471">
              <a:extLst>
                <a:ext uri="{FF2B5EF4-FFF2-40B4-BE49-F238E27FC236}">
                  <a16:creationId xmlns:a16="http://schemas.microsoft.com/office/drawing/2014/main" id="{1933F938-92A8-ACEC-509C-0305E1017AFA}"/>
                </a:ext>
              </a:extLst>
            </p:cNvPr>
            <p:cNvGrpSpPr/>
            <p:nvPr/>
          </p:nvGrpSpPr>
          <p:grpSpPr>
            <a:xfrm>
              <a:off x="4333785" y="5772213"/>
              <a:ext cx="531821" cy="369069"/>
              <a:chOff x="1348328" y="2475647"/>
              <a:chExt cx="603916" cy="419100"/>
            </a:xfrm>
          </p:grpSpPr>
          <p:grpSp>
            <p:nvGrpSpPr>
              <p:cNvPr id="493" name="Group 492">
                <a:extLst>
                  <a:ext uri="{FF2B5EF4-FFF2-40B4-BE49-F238E27FC236}">
                    <a16:creationId xmlns:a16="http://schemas.microsoft.com/office/drawing/2014/main" id="{093C8EE9-C545-8086-A6EA-A0168EEAA3AC}"/>
                  </a:ext>
                </a:extLst>
              </p:cNvPr>
              <p:cNvGrpSpPr/>
              <p:nvPr/>
            </p:nvGrpSpPr>
            <p:grpSpPr>
              <a:xfrm>
                <a:off x="1348328" y="2555748"/>
                <a:ext cx="603916" cy="308999"/>
                <a:chOff x="5278570" y="2983486"/>
                <a:chExt cx="501650" cy="233363"/>
              </a:xfrm>
            </p:grpSpPr>
            <p:sp>
              <p:nvSpPr>
                <p:cNvPr id="497" name="Oval 5">
                  <a:extLst>
                    <a:ext uri="{FF2B5EF4-FFF2-40B4-BE49-F238E27FC236}">
                      <a16:creationId xmlns:a16="http://schemas.microsoft.com/office/drawing/2014/main" id="{490732BB-E0FD-2DAC-CAE2-8784909C218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Line 6">
                  <a:extLst>
                    <a:ext uri="{FF2B5EF4-FFF2-40B4-BE49-F238E27FC236}">
                      <a16:creationId xmlns:a16="http://schemas.microsoft.com/office/drawing/2014/main" id="{67C23D4E-4BE4-D47A-2A46-55566EBDA60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Line 7">
                  <a:extLst>
                    <a:ext uri="{FF2B5EF4-FFF2-40B4-BE49-F238E27FC236}">
                      <a16:creationId xmlns:a16="http://schemas.microsoft.com/office/drawing/2014/main" id="{5AA4BA00-3894-BECE-1D50-5A6A1D9C0AA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Rectangle 8">
                  <a:extLst>
                    <a:ext uri="{FF2B5EF4-FFF2-40B4-BE49-F238E27FC236}">
                      <a16:creationId xmlns:a16="http://schemas.microsoft.com/office/drawing/2014/main" id="{70993B7A-4718-56DE-AE2D-D59A9172B5B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Oval 9">
                  <a:extLst>
                    <a:ext uri="{FF2B5EF4-FFF2-40B4-BE49-F238E27FC236}">
                      <a16:creationId xmlns:a16="http://schemas.microsoft.com/office/drawing/2014/main" id="{8E1D6DE8-830A-1246-18B9-BAA6A65CAF6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4" name="Group 44">
                <a:extLst>
                  <a:ext uri="{FF2B5EF4-FFF2-40B4-BE49-F238E27FC236}">
                    <a16:creationId xmlns:a16="http://schemas.microsoft.com/office/drawing/2014/main" id="{16DE9D9D-D50B-CA14-FEA1-CB6C5612FDE5}"/>
                  </a:ext>
                </a:extLst>
              </p:cNvPr>
              <p:cNvGrpSpPr>
                <a:grpSpLocks/>
              </p:cNvGrpSpPr>
              <p:nvPr/>
            </p:nvGrpSpPr>
            <p:grpSpPr bwMode="auto">
              <a:xfrm>
                <a:off x="1456374" y="2475647"/>
                <a:ext cx="355165" cy="419100"/>
                <a:chOff x="2944" y="2405"/>
                <a:chExt cx="227" cy="264"/>
              </a:xfrm>
            </p:grpSpPr>
            <p:sp>
              <p:nvSpPr>
                <p:cNvPr id="495" name="Rectangle 45">
                  <a:extLst>
                    <a:ext uri="{FF2B5EF4-FFF2-40B4-BE49-F238E27FC236}">
                      <a16:creationId xmlns:a16="http://schemas.microsoft.com/office/drawing/2014/main" id="{2377648D-62D1-9B75-4CE2-B89910E12FB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6" name="Text Box 46">
                  <a:extLst>
                    <a:ext uri="{FF2B5EF4-FFF2-40B4-BE49-F238E27FC236}">
                      <a16:creationId xmlns:a16="http://schemas.microsoft.com/office/drawing/2014/main" id="{343753BC-CF89-8BA7-78E7-15868ED499B7}"/>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73" name="Group 472">
              <a:extLst>
                <a:ext uri="{FF2B5EF4-FFF2-40B4-BE49-F238E27FC236}">
                  <a16:creationId xmlns:a16="http://schemas.microsoft.com/office/drawing/2014/main" id="{E053CB33-4892-6AEA-DEBC-A47E7F3C4928}"/>
                </a:ext>
              </a:extLst>
            </p:cNvPr>
            <p:cNvGrpSpPr/>
            <p:nvPr/>
          </p:nvGrpSpPr>
          <p:grpSpPr>
            <a:xfrm>
              <a:off x="6263949" y="5807720"/>
              <a:ext cx="531821" cy="369069"/>
              <a:chOff x="1348328" y="2507397"/>
              <a:chExt cx="603916" cy="419100"/>
            </a:xfrm>
          </p:grpSpPr>
          <p:grpSp>
            <p:nvGrpSpPr>
              <p:cNvPr id="484" name="Group 483">
                <a:extLst>
                  <a:ext uri="{FF2B5EF4-FFF2-40B4-BE49-F238E27FC236}">
                    <a16:creationId xmlns:a16="http://schemas.microsoft.com/office/drawing/2014/main" id="{753EA369-F58D-5F23-FB35-967F6CA29F11}"/>
                  </a:ext>
                </a:extLst>
              </p:cNvPr>
              <p:cNvGrpSpPr/>
              <p:nvPr/>
            </p:nvGrpSpPr>
            <p:grpSpPr>
              <a:xfrm>
                <a:off x="1348328" y="2555748"/>
                <a:ext cx="603916" cy="308999"/>
                <a:chOff x="5278570" y="2983486"/>
                <a:chExt cx="501650" cy="233363"/>
              </a:xfrm>
            </p:grpSpPr>
            <p:sp>
              <p:nvSpPr>
                <p:cNvPr id="488" name="Oval 5">
                  <a:extLst>
                    <a:ext uri="{FF2B5EF4-FFF2-40B4-BE49-F238E27FC236}">
                      <a16:creationId xmlns:a16="http://schemas.microsoft.com/office/drawing/2014/main" id="{5501389C-C555-CF47-D425-6A245256EBC4}"/>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Line 6">
                  <a:extLst>
                    <a:ext uri="{FF2B5EF4-FFF2-40B4-BE49-F238E27FC236}">
                      <a16:creationId xmlns:a16="http://schemas.microsoft.com/office/drawing/2014/main" id="{05B058A4-8353-45C8-9BB0-408507AC1E9E}"/>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Line 7">
                  <a:extLst>
                    <a:ext uri="{FF2B5EF4-FFF2-40B4-BE49-F238E27FC236}">
                      <a16:creationId xmlns:a16="http://schemas.microsoft.com/office/drawing/2014/main" id="{045BA69F-0CA3-5865-D464-79DC49D2D82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1" name="Rectangle 8">
                  <a:extLst>
                    <a:ext uri="{FF2B5EF4-FFF2-40B4-BE49-F238E27FC236}">
                      <a16:creationId xmlns:a16="http://schemas.microsoft.com/office/drawing/2014/main" id="{97D3A2E2-34E0-D68A-A474-8F7E2FD64B3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Oval 9">
                  <a:extLst>
                    <a:ext uri="{FF2B5EF4-FFF2-40B4-BE49-F238E27FC236}">
                      <a16:creationId xmlns:a16="http://schemas.microsoft.com/office/drawing/2014/main" id="{C6423F62-0D4E-7FBB-E2B0-8BB0C068775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5" name="Group 44">
                <a:extLst>
                  <a:ext uri="{FF2B5EF4-FFF2-40B4-BE49-F238E27FC236}">
                    <a16:creationId xmlns:a16="http://schemas.microsoft.com/office/drawing/2014/main" id="{116F3FA3-DDFB-C467-12B2-5F2893581A9E}"/>
                  </a:ext>
                </a:extLst>
              </p:cNvPr>
              <p:cNvGrpSpPr>
                <a:grpSpLocks/>
              </p:cNvGrpSpPr>
              <p:nvPr/>
            </p:nvGrpSpPr>
            <p:grpSpPr bwMode="auto">
              <a:xfrm>
                <a:off x="1456374" y="2507397"/>
                <a:ext cx="355165" cy="419100"/>
                <a:chOff x="2944" y="2425"/>
                <a:chExt cx="227" cy="264"/>
              </a:xfrm>
            </p:grpSpPr>
            <p:sp>
              <p:nvSpPr>
                <p:cNvPr id="486" name="Rectangle 45">
                  <a:extLst>
                    <a:ext uri="{FF2B5EF4-FFF2-40B4-BE49-F238E27FC236}">
                      <a16:creationId xmlns:a16="http://schemas.microsoft.com/office/drawing/2014/main" id="{61461EF7-8FBF-2AA0-41FA-181192B954A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7" name="Text Box 46">
                  <a:extLst>
                    <a:ext uri="{FF2B5EF4-FFF2-40B4-BE49-F238E27FC236}">
                      <a16:creationId xmlns:a16="http://schemas.microsoft.com/office/drawing/2014/main" id="{833ED1A8-D44F-7A5D-7178-2C76D9B0E4ED}"/>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74" name="Group 473">
              <a:extLst>
                <a:ext uri="{FF2B5EF4-FFF2-40B4-BE49-F238E27FC236}">
                  <a16:creationId xmlns:a16="http://schemas.microsoft.com/office/drawing/2014/main" id="{D6519F2A-7C63-777B-CD72-6126C70032F7}"/>
                </a:ext>
              </a:extLst>
            </p:cNvPr>
            <p:cNvGrpSpPr/>
            <p:nvPr/>
          </p:nvGrpSpPr>
          <p:grpSpPr>
            <a:xfrm>
              <a:off x="8197315" y="5805271"/>
              <a:ext cx="531821" cy="369069"/>
              <a:chOff x="1348328" y="2507397"/>
              <a:chExt cx="603916" cy="419100"/>
            </a:xfrm>
          </p:grpSpPr>
          <p:grpSp>
            <p:nvGrpSpPr>
              <p:cNvPr id="475" name="Group 474">
                <a:extLst>
                  <a:ext uri="{FF2B5EF4-FFF2-40B4-BE49-F238E27FC236}">
                    <a16:creationId xmlns:a16="http://schemas.microsoft.com/office/drawing/2014/main" id="{AEBB206E-F83C-519E-0AAB-EC2C214D5BE0}"/>
                  </a:ext>
                </a:extLst>
              </p:cNvPr>
              <p:cNvGrpSpPr/>
              <p:nvPr/>
            </p:nvGrpSpPr>
            <p:grpSpPr>
              <a:xfrm>
                <a:off x="1348328" y="2555748"/>
                <a:ext cx="603916" cy="308999"/>
                <a:chOff x="5278570" y="2983486"/>
                <a:chExt cx="501650" cy="233363"/>
              </a:xfrm>
            </p:grpSpPr>
            <p:sp>
              <p:nvSpPr>
                <p:cNvPr id="479" name="Oval 5">
                  <a:extLst>
                    <a:ext uri="{FF2B5EF4-FFF2-40B4-BE49-F238E27FC236}">
                      <a16:creationId xmlns:a16="http://schemas.microsoft.com/office/drawing/2014/main" id="{366E1986-A0BF-B9E4-0485-B9DF50EAC25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6">
                  <a:extLst>
                    <a:ext uri="{FF2B5EF4-FFF2-40B4-BE49-F238E27FC236}">
                      <a16:creationId xmlns:a16="http://schemas.microsoft.com/office/drawing/2014/main" id="{3539A736-0645-A87D-77FC-E8217F7252D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7">
                  <a:extLst>
                    <a:ext uri="{FF2B5EF4-FFF2-40B4-BE49-F238E27FC236}">
                      <a16:creationId xmlns:a16="http://schemas.microsoft.com/office/drawing/2014/main" id="{13CD27CD-A3D5-5E6B-60AF-1D1B60EDB13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Rectangle 8">
                  <a:extLst>
                    <a:ext uri="{FF2B5EF4-FFF2-40B4-BE49-F238E27FC236}">
                      <a16:creationId xmlns:a16="http://schemas.microsoft.com/office/drawing/2014/main" id="{C96D770B-43FB-74BF-F744-D70B2C50B61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3" name="Oval 9">
                  <a:extLst>
                    <a:ext uri="{FF2B5EF4-FFF2-40B4-BE49-F238E27FC236}">
                      <a16:creationId xmlns:a16="http://schemas.microsoft.com/office/drawing/2014/main" id="{2DA7FF36-8E15-FFED-C3C8-98ACF0DB60B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6" name="Group 44">
                <a:extLst>
                  <a:ext uri="{FF2B5EF4-FFF2-40B4-BE49-F238E27FC236}">
                    <a16:creationId xmlns:a16="http://schemas.microsoft.com/office/drawing/2014/main" id="{20A89870-56C8-8DAE-2F3D-E7A793815FBF}"/>
                  </a:ext>
                </a:extLst>
              </p:cNvPr>
              <p:cNvGrpSpPr>
                <a:grpSpLocks/>
              </p:cNvGrpSpPr>
              <p:nvPr/>
            </p:nvGrpSpPr>
            <p:grpSpPr bwMode="auto">
              <a:xfrm>
                <a:off x="1464202" y="2507397"/>
                <a:ext cx="341084" cy="419100"/>
                <a:chOff x="2949" y="2425"/>
                <a:chExt cx="218" cy="264"/>
              </a:xfrm>
            </p:grpSpPr>
            <p:sp>
              <p:nvSpPr>
                <p:cNvPr id="477" name="Rectangle 45">
                  <a:extLst>
                    <a:ext uri="{FF2B5EF4-FFF2-40B4-BE49-F238E27FC236}">
                      <a16:creationId xmlns:a16="http://schemas.microsoft.com/office/drawing/2014/main" id="{E0E96750-55BE-2AFF-AD39-B282C347D83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Text Box 46">
                  <a:extLst>
                    <a:ext uri="{FF2B5EF4-FFF2-40B4-BE49-F238E27FC236}">
                      <a16:creationId xmlns:a16="http://schemas.microsoft.com/office/drawing/2014/main" id="{DE30C4A2-ECFA-D313-39B5-D7A11F79809C}"/>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02" name="TextBox 501">
            <a:extLst>
              <a:ext uri="{FF2B5EF4-FFF2-40B4-BE49-F238E27FC236}">
                <a16:creationId xmlns:a16="http://schemas.microsoft.com/office/drawing/2014/main" id="{DC68ADB3-D3F1-D9C4-2DF3-B5027F08EEE2}"/>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t>All nodes: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receive distance vectors from neighbors</a:t>
            </a:r>
          </a:p>
          <a:p>
            <a:pPr marL="174625" indent="-174625">
              <a:lnSpc>
                <a:spcPct val="90000"/>
              </a:lnSpc>
              <a:buClr>
                <a:srgbClr val="0000A8"/>
              </a:buClr>
              <a:buFont typeface="Wingdings" pitchFamily="2" charset="2"/>
              <a:buChar char="§"/>
            </a:pPr>
            <a:r>
              <a:rPr lang="en-US" dirty="0"/>
              <a:t>compute their new local  distance vector</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send their new local distance vector to neighbors</a:t>
            </a:r>
          </a:p>
        </p:txBody>
      </p:sp>
      <p:grpSp>
        <p:nvGrpSpPr>
          <p:cNvPr id="503" name="Group 502">
            <a:extLst>
              <a:ext uri="{FF2B5EF4-FFF2-40B4-BE49-F238E27FC236}">
                <a16:creationId xmlns:a16="http://schemas.microsoft.com/office/drawing/2014/main" id="{44C28D21-D5BA-942D-8D39-4E71CB30850E}"/>
              </a:ext>
            </a:extLst>
          </p:cNvPr>
          <p:cNvGrpSpPr/>
          <p:nvPr/>
        </p:nvGrpSpPr>
        <p:grpSpPr>
          <a:xfrm>
            <a:off x="584365" y="1859143"/>
            <a:ext cx="736099" cy="1229581"/>
            <a:chOff x="10030307" y="3444875"/>
            <a:chExt cx="736099" cy="1229581"/>
          </a:xfrm>
        </p:grpSpPr>
        <p:sp>
          <p:nvSpPr>
            <p:cNvPr id="504" name="TextBox 503">
              <a:extLst>
                <a:ext uri="{FF2B5EF4-FFF2-40B4-BE49-F238E27FC236}">
                  <a16:creationId xmlns:a16="http://schemas.microsoft.com/office/drawing/2014/main" id="{F1AA8636-2F22-4189-CAEB-83119D159981}"/>
                </a:ext>
              </a:extLst>
            </p:cNvPr>
            <p:cNvSpPr txBox="1"/>
            <p:nvPr/>
          </p:nvSpPr>
          <p:spPr>
            <a:xfrm>
              <a:off x="10030307" y="4089681"/>
              <a:ext cx="736099" cy="584775"/>
            </a:xfrm>
            <a:prstGeom prst="rect">
              <a:avLst/>
            </a:prstGeom>
            <a:noFill/>
          </p:spPr>
          <p:txBody>
            <a:bodyPr wrap="none" rtlCol="0">
              <a:spAutoFit/>
            </a:bodyPr>
            <a:lstStyle/>
            <a:p>
              <a:r>
                <a:rPr lang="en-US" sz="3200" dirty="0"/>
                <a:t>t=2</a:t>
              </a:r>
            </a:p>
          </p:txBody>
        </p:sp>
        <p:grpSp>
          <p:nvGrpSpPr>
            <p:cNvPr id="505" name="Group 504">
              <a:extLst>
                <a:ext uri="{FF2B5EF4-FFF2-40B4-BE49-F238E27FC236}">
                  <a16:creationId xmlns:a16="http://schemas.microsoft.com/office/drawing/2014/main" id="{9B9F8E61-ED68-1CBF-667B-C4BE7CBDE322}"/>
                </a:ext>
              </a:extLst>
            </p:cNvPr>
            <p:cNvGrpSpPr/>
            <p:nvPr/>
          </p:nvGrpSpPr>
          <p:grpSpPr>
            <a:xfrm>
              <a:off x="10034588" y="3444875"/>
              <a:ext cx="682627" cy="682625"/>
              <a:chOff x="10034588" y="3444875"/>
              <a:chExt cx="682627" cy="682625"/>
            </a:xfrm>
          </p:grpSpPr>
          <p:sp>
            <p:nvSpPr>
              <p:cNvPr id="506" name="Oval 505">
                <a:extLst>
                  <a:ext uri="{FF2B5EF4-FFF2-40B4-BE49-F238E27FC236}">
                    <a16:creationId xmlns:a16="http://schemas.microsoft.com/office/drawing/2014/main" id="{7F134F29-1974-189D-73AE-F34FC48CFC7F}"/>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7" name="Straight Connector 506">
                <a:extLst>
                  <a:ext uri="{FF2B5EF4-FFF2-40B4-BE49-F238E27FC236}">
                    <a16:creationId xmlns:a16="http://schemas.microsoft.com/office/drawing/2014/main" id="{E480749F-F5DB-D0FC-EA2B-F8D79F520B8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62F1B0DF-FA23-66A8-2DE4-5EF1E56597E2}"/>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435BE161-3CB6-AED4-A2F3-ECBCBB64C1B7}"/>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B32DC271-62FD-33F4-BA96-470D34413E41}"/>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21F5EA1D-5F18-61DC-C512-384F52ACF5CA}"/>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F51EBCB2-BDDE-3482-02CA-099E3E443529}"/>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8D5D06C2-E957-C332-C9E1-4ADC0A3ABBBB}"/>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5E2BE451-3D36-B1DE-A9A1-D280D6E415B0}"/>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EA2FEFC0-08B4-DC53-A883-B26C62C8C91C}"/>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D7431AD8-70F1-5638-1BFB-E72EBDEB25C4}"/>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FCF192BE-4C32-94CC-1442-9FD325F44C0F}"/>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6E742737-0FDB-9BC2-FAD5-A59103BA3D25}"/>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20" name="Oval 519">
                <a:extLst>
                  <a:ext uri="{FF2B5EF4-FFF2-40B4-BE49-F238E27FC236}">
                    <a16:creationId xmlns:a16="http://schemas.microsoft.com/office/drawing/2014/main" id="{CDC29B90-0885-3F7D-E1B1-3FE2CAFF7B90}"/>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1" name="Group 520">
            <a:extLst>
              <a:ext uri="{FF2B5EF4-FFF2-40B4-BE49-F238E27FC236}">
                <a16:creationId xmlns:a16="http://schemas.microsoft.com/office/drawing/2014/main" id="{4889109B-EB13-2F16-8D62-9C865412E1ED}"/>
              </a:ext>
            </a:extLst>
          </p:cNvPr>
          <p:cNvGrpSpPr/>
          <p:nvPr/>
        </p:nvGrpSpPr>
        <p:grpSpPr>
          <a:xfrm>
            <a:off x="4041058" y="1582994"/>
            <a:ext cx="5089626" cy="4955455"/>
            <a:chOff x="3982064" y="1612491"/>
            <a:chExt cx="5089626" cy="4955455"/>
          </a:xfrm>
        </p:grpSpPr>
        <p:grpSp>
          <p:nvGrpSpPr>
            <p:cNvPr id="522" name="Group 521">
              <a:extLst>
                <a:ext uri="{FF2B5EF4-FFF2-40B4-BE49-F238E27FC236}">
                  <a16:creationId xmlns:a16="http://schemas.microsoft.com/office/drawing/2014/main" id="{6C8A6451-47CC-1997-1D48-785650C074D7}"/>
                </a:ext>
              </a:extLst>
            </p:cNvPr>
            <p:cNvGrpSpPr/>
            <p:nvPr/>
          </p:nvGrpSpPr>
          <p:grpSpPr>
            <a:xfrm>
              <a:off x="4011560" y="1641985"/>
              <a:ext cx="1196054" cy="1022555"/>
              <a:chOff x="9655277" y="2349909"/>
              <a:chExt cx="1196054" cy="1022555"/>
            </a:xfrm>
          </p:grpSpPr>
          <p:sp>
            <p:nvSpPr>
              <p:cNvPr id="547" name="Freeform 3">
                <a:extLst>
                  <a:ext uri="{FF2B5EF4-FFF2-40B4-BE49-F238E27FC236}">
                    <a16:creationId xmlns:a16="http://schemas.microsoft.com/office/drawing/2014/main" id="{0E0420CD-223C-E615-5735-0F30FC018F74}"/>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8" name="TextBox 547">
                <a:extLst>
                  <a:ext uri="{FF2B5EF4-FFF2-40B4-BE49-F238E27FC236}">
                    <a16:creationId xmlns:a16="http://schemas.microsoft.com/office/drawing/2014/main" id="{138BF584-C244-DC87-6C8C-398B7452B70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3" name="Group 522">
              <a:extLst>
                <a:ext uri="{FF2B5EF4-FFF2-40B4-BE49-F238E27FC236}">
                  <a16:creationId xmlns:a16="http://schemas.microsoft.com/office/drawing/2014/main" id="{3B2E9149-1891-2D90-E7B7-6CED22C97D5E}"/>
                </a:ext>
              </a:extLst>
            </p:cNvPr>
            <p:cNvGrpSpPr/>
            <p:nvPr/>
          </p:nvGrpSpPr>
          <p:grpSpPr>
            <a:xfrm>
              <a:off x="5943598" y="1627238"/>
              <a:ext cx="1196054" cy="1022555"/>
              <a:chOff x="9655277" y="2349909"/>
              <a:chExt cx="1196054" cy="1022555"/>
            </a:xfrm>
          </p:grpSpPr>
          <p:sp>
            <p:nvSpPr>
              <p:cNvPr id="545" name="Freeform 176">
                <a:extLst>
                  <a:ext uri="{FF2B5EF4-FFF2-40B4-BE49-F238E27FC236}">
                    <a16:creationId xmlns:a16="http://schemas.microsoft.com/office/drawing/2014/main" id="{453B098D-89E9-7BFA-0D7D-7DD09605F835}"/>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6" name="TextBox 545">
                <a:extLst>
                  <a:ext uri="{FF2B5EF4-FFF2-40B4-BE49-F238E27FC236}">
                    <a16:creationId xmlns:a16="http://schemas.microsoft.com/office/drawing/2014/main" id="{32D9B579-ACCC-1B8A-5541-6D8A8681C47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4" name="Group 523">
              <a:extLst>
                <a:ext uri="{FF2B5EF4-FFF2-40B4-BE49-F238E27FC236}">
                  <a16:creationId xmlns:a16="http://schemas.microsoft.com/office/drawing/2014/main" id="{2A1211E9-D735-EC42-446A-98917898838F}"/>
                </a:ext>
              </a:extLst>
            </p:cNvPr>
            <p:cNvGrpSpPr/>
            <p:nvPr/>
          </p:nvGrpSpPr>
          <p:grpSpPr>
            <a:xfrm>
              <a:off x="7875636" y="1612491"/>
              <a:ext cx="1196054" cy="1022555"/>
              <a:chOff x="9655277" y="2349909"/>
              <a:chExt cx="1196054" cy="1022555"/>
            </a:xfrm>
          </p:grpSpPr>
          <p:sp>
            <p:nvSpPr>
              <p:cNvPr id="543" name="Freeform 179">
                <a:extLst>
                  <a:ext uri="{FF2B5EF4-FFF2-40B4-BE49-F238E27FC236}">
                    <a16:creationId xmlns:a16="http://schemas.microsoft.com/office/drawing/2014/main" id="{4F15B2F0-6040-FA6C-A593-ACB1069DB98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TextBox 543">
                <a:extLst>
                  <a:ext uri="{FF2B5EF4-FFF2-40B4-BE49-F238E27FC236}">
                    <a16:creationId xmlns:a16="http://schemas.microsoft.com/office/drawing/2014/main" id="{E3DA4FBB-DEF5-FC72-AD05-E51868F8B62C}"/>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5" name="Group 524">
              <a:extLst>
                <a:ext uri="{FF2B5EF4-FFF2-40B4-BE49-F238E27FC236}">
                  <a16:creationId xmlns:a16="http://schemas.microsoft.com/office/drawing/2014/main" id="{24266F19-6FC1-EFEE-7BBB-18309DD87891}"/>
                </a:ext>
              </a:extLst>
            </p:cNvPr>
            <p:cNvGrpSpPr/>
            <p:nvPr/>
          </p:nvGrpSpPr>
          <p:grpSpPr>
            <a:xfrm>
              <a:off x="3996812" y="3593688"/>
              <a:ext cx="1196054" cy="1022555"/>
              <a:chOff x="9655277" y="2349909"/>
              <a:chExt cx="1196054" cy="1022555"/>
            </a:xfrm>
          </p:grpSpPr>
          <p:sp>
            <p:nvSpPr>
              <p:cNvPr id="541" name="Freeform 182">
                <a:extLst>
                  <a:ext uri="{FF2B5EF4-FFF2-40B4-BE49-F238E27FC236}">
                    <a16:creationId xmlns:a16="http://schemas.microsoft.com/office/drawing/2014/main" id="{FEF82432-B210-8E1F-BED1-5767F1334CB0}"/>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2" name="TextBox 541">
                <a:extLst>
                  <a:ext uri="{FF2B5EF4-FFF2-40B4-BE49-F238E27FC236}">
                    <a16:creationId xmlns:a16="http://schemas.microsoft.com/office/drawing/2014/main" id="{3CEE4A82-ECD3-6B51-651B-7038D8586097}"/>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6" name="Group 525">
              <a:extLst>
                <a:ext uri="{FF2B5EF4-FFF2-40B4-BE49-F238E27FC236}">
                  <a16:creationId xmlns:a16="http://schemas.microsoft.com/office/drawing/2014/main" id="{389D7771-249C-8FDF-EE3E-3D327C402F0A}"/>
                </a:ext>
              </a:extLst>
            </p:cNvPr>
            <p:cNvGrpSpPr/>
            <p:nvPr/>
          </p:nvGrpSpPr>
          <p:grpSpPr>
            <a:xfrm>
              <a:off x="5928850" y="3578941"/>
              <a:ext cx="1196054" cy="1022555"/>
              <a:chOff x="9655277" y="2349909"/>
              <a:chExt cx="1196054" cy="1022555"/>
            </a:xfrm>
          </p:grpSpPr>
          <p:sp>
            <p:nvSpPr>
              <p:cNvPr id="539" name="Freeform 226">
                <a:extLst>
                  <a:ext uri="{FF2B5EF4-FFF2-40B4-BE49-F238E27FC236}">
                    <a16:creationId xmlns:a16="http://schemas.microsoft.com/office/drawing/2014/main" id="{A88E2D31-E5E8-2ED6-0926-D3B7711438F8}"/>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0" name="TextBox 539">
                <a:extLst>
                  <a:ext uri="{FF2B5EF4-FFF2-40B4-BE49-F238E27FC236}">
                    <a16:creationId xmlns:a16="http://schemas.microsoft.com/office/drawing/2014/main" id="{F4546D73-8185-7AEE-7C38-034BE5E16B49}"/>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7" name="Group 526">
              <a:extLst>
                <a:ext uri="{FF2B5EF4-FFF2-40B4-BE49-F238E27FC236}">
                  <a16:creationId xmlns:a16="http://schemas.microsoft.com/office/drawing/2014/main" id="{72B43F95-FBB8-1CA7-3BCA-351009AFFDB8}"/>
                </a:ext>
              </a:extLst>
            </p:cNvPr>
            <p:cNvGrpSpPr/>
            <p:nvPr/>
          </p:nvGrpSpPr>
          <p:grpSpPr>
            <a:xfrm>
              <a:off x="7860888" y="3564194"/>
              <a:ext cx="1196054" cy="1022555"/>
              <a:chOff x="9655277" y="2349909"/>
              <a:chExt cx="1196054" cy="1022555"/>
            </a:xfrm>
          </p:grpSpPr>
          <p:sp>
            <p:nvSpPr>
              <p:cNvPr id="537" name="Freeform 229">
                <a:extLst>
                  <a:ext uri="{FF2B5EF4-FFF2-40B4-BE49-F238E27FC236}">
                    <a16:creationId xmlns:a16="http://schemas.microsoft.com/office/drawing/2014/main" id="{74F152AA-2C90-9FEA-A4DD-3F847FE0B438}"/>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8" name="TextBox 537">
                <a:extLst>
                  <a:ext uri="{FF2B5EF4-FFF2-40B4-BE49-F238E27FC236}">
                    <a16:creationId xmlns:a16="http://schemas.microsoft.com/office/drawing/2014/main" id="{03D6360C-681B-7DC9-2124-FF7B743D83B2}"/>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8" name="Group 527">
              <a:extLst>
                <a:ext uri="{FF2B5EF4-FFF2-40B4-BE49-F238E27FC236}">
                  <a16:creationId xmlns:a16="http://schemas.microsoft.com/office/drawing/2014/main" id="{529A5A68-514D-E0A8-A84E-86DE5C2A2EBB}"/>
                </a:ext>
              </a:extLst>
            </p:cNvPr>
            <p:cNvGrpSpPr/>
            <p:nvPr/>
          </p:nvGrpSpPr>
          <p:grpSpPr>
            <a:xfrm>
              <a:off x="3982064" y="5545391"/>
              <a:ext cx="1196054" cy="1022555"/>
              <a:chOff x="9655277" y="2349909"/>
              <a:chExt cx="1196054" cy="1022555"/>
            </a:xfrm>
          </p:grpSpPr>
          <p:sp>
            <p:nvSpPr>
              <p:cNvPr id="535" name="Freeform 232">
                <a:extLst>
                  <a:ext uri="{FF2B5EF4-FFF2-40B4-BE49-F238E27FC236}">
                    <a16:creationId xmlns:a16="http://schemas.microsoft.com/office/drawing/2014/main" id="{E81D563D-978F-B3CE-2EA3-6DB1788048A6}"/>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TextBox 535">
                <a:extLst>
                  <a:ext uri="{FF2B5EF4-FFF2-40B4-BE49-F238E27FC236}">
                    <a16:creationId xmlns:a16="http://schemas.microsoft.com/office/drawing/2014/main" id="{580FE526-ECA9-913E-F7A2-E1464E6C33A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29" name="Group 528">
              <a:extLst>
                <a:ext uri="{FF2B5EF4-FFF2-40B4-BE49-F238E27FC236}">
                  <a16:creationId xmlns:a16="http://schemas.microsoft.com/office/drawing/2014/main" id="{4ECF891B-E65B-80C0-A05B-39A116ED1895}"/>
                </a:ext>
              </a:extLst>
            </p:cNvPr>
            <p:cNvGrpSpPr/>
            <p:nvPr/>
          </p:nvGrpSpPr>
          <p:grpSpPr>
            <a:xfrm>
              <a:off x="5914102" y="5530644"/>
              <a:ext cx="1196054" cy="1022555"/>
              <a:chOff x="9655277" y="2349909"/>
              <a:chExt cx="1196054" cy="1022555"/>
            </a:xfrm>
          </p:grpSpPr>
          <p:sp>
            <p:nvSpPr>
              <p:cNvPr id="533" name="Freeform 235">
                <a:extLst>
                  <a:ext uri="{FF2B5EF4-FFF2-40B4-BE49-F238E27FC236}">
                    <a16:creationId xmlns:a16="http://schemas.microsoft.com/office/drawing/2014/main" id="{444CA00A-51B9-AEE3-9F20-9FBF88FBB541}"/>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TextBox 533">
                <a:extLst>
                  <a:ext uri="{FF2B5EF4-FFF2-40B4-BE49-F238E27FC236}">
                    <a16:creationId xmlns:a16="http://schemas.microsoft.com/office/drawing/2014/main" id="{FE0F97DB-5B47-0CAD-F75C-79A551565970}"/>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nvGrpSpPr>
            <p:cNvPr id="530" name="Group 529">
              <a:extLst>
                <a:ext uri="{FF2B5EF4-FFF2-40B4-BE49-F238E27FC236}">
                  <a16:creationId xmlns:a16="http://schemas.microsoft.com/office/drawing/2014/main" id="{550B582B-50C7-86B2-4F6B-9FB6AB208793}"/>
                </a:ext>
              </a:extLst>
            </p:cNvPr>
            <p:cNvGrpSpPr/>
            <p:nvPr/>
          </p:nvGrpSpPr>
          <p:grpSpPr>
            <a:xfrm>
              <a:off x="7846140" y="5515897"/>
              <a:ext cx="1196054" cy="1022555"/>
              <a:chOff x="9655277" y="2349909"/>
              <a:chExt cx="1196054" cy="1022555"/>
            </a:xfrm>
          </p:grpSpPr>
          <p:sp>
            <p:nvSpPr>
              <p:cNvPr id="531" name="Freeform 238">
                <a:extLst>
                  <a:ext uri="{FF2B5EF4-FFF2-40B4-BE49-F238E27FC236}">
                    <a16:creationId xmlns:a16="http://schemas.microsoft.com/office/drawing/2014/main" id="{9FB0EC9F-5829-D78E-659E-78CEF635C12C}"/>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2" name="TextBox 531">
                <a:extLst>
                  <a:ext uri="{FF2B5EF4-FFF2-40B4-BE49-F238E27FC236}">
                    <a16:creationId xmlns:a16="http://schemas.microsoft.com/office/drawing/2014/main" id="{313BB92E-9131-EBAB-5D1F-4DAC99A96AFC}"/>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grpSp>
      <p:cxnSp>
        <p:nvCxnSpPr>
          <p:cNvPr id="549" name="Straight Connector 548">
            <a:extLst>
              <a:ext uri="{FF2B5EF4-FFF2-40B4-BE49-F238E27FC236}">
                <a16:creationId xmlns:a16="http://schemas.microsoft.com/office/drawing/2014/main" id="{6417E1CF-649D-0599-9220-284C9BDAE2FE}"/>
              </a:ext>
            </a:extLst>
          </p:cNvPr>
          <p:cNvCxnSpPr>
            <a:cxnSpLocks/>
          </p:cNvCxnSpPr>
          <p:nvPr/>
        </p:nvCxnSpPr>
        <p:spPr>
          <a:xfrm flipH="1">
            <a:off x="919556" y="2070953"/>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93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par>
                                <p:cTn id="16" presetID="9" presetClass="entr" presetSubtype="0" fill="hold" nodeType="withEffect">
                                  <p:stCondLst>
                                    <p:cond delay="0"/>
                                  </p:stCondLst>
                                  <p:childTnLst>
                                    <p:set>
                                      <p:cBhvr>
                                        <p:cTn id="17" dur="1" fill="hold">
                                          <p:stCondLst>
                                            <p:cond delay="0"/>
                                          </p:stCondLst>
                                        </p:cTn>
                                        <p:tgtEl>
                                          <p:spTgt spid="521"/>
                                        </p:tgtEl>
                                        <p:attrNameLst>
                                          <p:attrName>style.visibility</p:attrName>
                                        </p:attrNameLst>
                                      </p:cBhvr>
                                      <p:to>
                                        <p:strVal val="visible"/>
                                      </p:to>
                                    </p:set>
                                    <p:animEffect transition="in" filter="dissolve">
                                      <p:cBhvr>
                                        <p:cTn id="18" dur="500"/>
                                        <p:tgtEl>
                                          <p:spTgt spid="5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a:t>
            </a:r>
            <a:endParaRPr lang="en-US" sz="1800" b="1" dirty="0">
              <a:solidFill>
                <a:srgbClr val="1F1FFF"/>
              </a:solidFill>
              <a:latin typeface="IRANSans(FaNum)" panose="02040503050201020203" pitchFamily="18" charset="-78"/>
            </a:endParaRPr>
          </a:p>
        </p:txBody>
      </p:sp>
      <p:cxnSp>
        <p:nvCxnSpPr>
          <p:cNvPr id="8" name="Straight Connector 7">
            <a:extLst>
              <a:ext uri="{FF2B5EF4-FFF2-40B4-BE49-F238E27FC236}">
                <a16:creationId xmlns:a16="http://schemas.microsoft.com/office/drawing/2014/main" id="{683837BA-95C1-5490-6E53-1DA926DD9F4B}"/>
              </a:ext>
            </a:extLst>
          </p:cNvPr>
          <p:cNvCxnSpPr>
            <a:cxnSpLocks/>
            <a:stCxn id="11" idx="2"/>
            <a:endCxn id="11" idx="0"/>
          </p:cNvCxnSpPr>
          <p:nvPr/>
        </p:nvCxnSpPr>
        <p:spPr>
          <a:xfrm flipV="1">
            <a:off x="6530326" y="212912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C129D8F-BE12-4A0E-358E-0594E2407135}"/>
              </a:ext>
            </a:extLst>
          </p:cNvPr>
          <p:cNvCxnSpPr>
            <a:cxnSpLocks/>
            <a:stCxn id="11" idx="1"/>
            <a:endCxn id="11" idx="3"/>
          </p:cNvCxnSpPr>
          <p:nvPr/>
        </p:nvCxnSpPr>
        <p:spPr>
          <a:xfrm>
            <a:off x="4598770" y="406067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5C2A4606-E483-0482-2FA5-4C76DDBED9DB}"/>
              </a:ext>
            </a:extLst>
          </p:cNvPr>
          <p:cNvSpPr/>
          <p:nvPr/>
        </p:nvSpPr>
        <p:spPr>
          <a:xfrm>
            <a:off x="4598770" y="212912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Rectangle 11">
            <a:extLst>
              <a:ext uri="{FF2B5EF4-FFF2-40B4-BE49-F238E27FC236}">
                <a16:creationId xmlns:a16="http://schemas.microsoft.com/office/drawing/2014/main" id="{C07DD556-D234-E6F4-4562-08A7DE08C401}"/>
              </a:ext>
            </a:extLst>
          </p:cNvPr>
          <p:cNvSpPr/>
          <p:nvPr/>
        </p:nvSpPr>
        <p:spPr>
          <a:xfrm>
            <a:off x="8380337" y="220047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13" name="Group 12">
            <a:extLst>
              <a:ext uri="{FF2B5EF4-FFF2-40B4-BE49-F238E27FC236}">
                <a16:creationId xmlns:a16="http://schemas.microsoft.com/office/drawing/2014/main" id="{149E21F4-C4F4-ECA2-326D-3291A6A44751}"/>
              </a:ext>
            </a:extLst>
          </p:cNvPr>
          <p:cNvGrpSpPr/>
          <p:nvPr/>
        </p:nvGrpSpPr>
        <p:grpSpPr>
          <a:xfrm>
            <a:off x="4333785" y="5772213"/>
            <a:ext cx="4395351" cy="404576"/>
            <a:chOff x="4333785" y="5772213"/>
            <a:chExt cx="4395351" cy="404576"/>
          </a:xfrm>
        </p:grpSpPr>
        <p:grpSp>
          <p:nvGrpSpPr>
            <p:cNvPr id="14" name="Group 13">
              <a:extLst>
                <a:ext uri="{FF2B5EF4-FFF2-40B4-BE49-F238E27FC236}">
                  <a16:creationId xmlns:a16="http://schemas.microsoft.com/office/drawing/2014/main" id="{E63E51C3-4AB9-C1B6-3FB6-2A83D50EBA88}"/>
                </a:ext>
              </a:extLst>
            </p:cNvPr>
            <p:cNvGrpSpPr/>
            <p:nvPr/>
          </p:nvGrpSpPr>
          <p:grpSpPr>
            <a:xfrm>
              <a:off x="4333785" y="5772213"/>
              <a:ext cx="531821" cy="369069"/>
              <a:chOff x="1348328" y="2475647"/>
              <a:chExt cx="603916" cy="419100"/>
            </a:xfrm>
          </p:grpSpPr>
          <p:grpSp>
            <p:nvGrpSpPr>
              <p:cNvPr id="36" name="Group 35">
                <a:extLst>
                  <a:ext uri="{FF2B5EF4-FFF2-40B4-BE49-F238E27FC236}">
                    <a16:creationId xmlns:a16="http://schemas.microsoft.com/office/drawing/2014/main" id="{A97CFC4E-A5CE-256A-5A43-B66B7C5AB7AC}"/>
                  </a:ext>
                </a:extLst>
              </p:cNvPr>
              <p:cNvGrpSpPr/>
              <p:nvPr/>
            </p:nvGrpSpPr>
            <p:grpSpPr>
              <a:xfrm>
                <a:off x="1348328" y="2555748"/>
                <a:ext cx="603916" cy="308999"/>
                <a:chOff x="5278570" y="2983486"/>
                <a:chExt cx="501650" cy="233363"/>
              </a:xfrm>
            </p:grpSpPr>
            <p:sp>
              <p:nvSpPr>
                <p:cNvPr id="40" name="Oval 5">
                  <a:extLst>
                    <a:ext uri="{FF2B5EF4-FFF2-40B4-BE49-F238E27FC236}">
                      <a16:creationId xmlns:a16="http://schemas.microsoft.com/office/drawing/2014/main" id="{0EA98F0B-950B-4073-6770-14F05534EA4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6">
                  <a:extLst>
                    <a:ext uri="{FF2B5EF4-FFF2-40B4-BE49-F238E27FC236}">
                      <a16:creationId xmlns:a16="http://schemas.microsoft.com/office/drawing/2014/main" id="{C0861B9E-AA6D-5A4B-2E9D-E9EDB73E614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7">
                  <a:extLst>
                    <a:ext uri="{FF2B5EF4-FFF2-40B4-BE49-F238E27FC236}">
                      <a16:creationId xmlns:a16="http://schemas.microsoft.com/office/drawing/2014/main" id="{0F2EF965-A5DA-11EB-A8CC-07D90998065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8">
                  <a:extLst>
                    <a:ext uri="{FF2B5EF4-FFF2-40B4-BE49-F238E27FC236}">
                      <a16:creationId xmlns:a16="http://schemas.microsoft.com/office/drawing/2014/main" id="{8BBCE5C7-E527-F25A-5A2D-BBFBA236F2C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9">
                  <a:extLst>
                    <a:ext uri="{FF2B5EF4-FFF2-40B4-BE49-F238E27FC236}">
                      <a16:creationId xmlns:a16="http://schemas.microsoft.com/office/drawing/2014/main" id="{C01B4651-B778-2D63-19C0-BA844770C8F7}"/>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 name="Group 44">
                <a:extLst>
                  <a:ext uri="{FF2B5EF4-FFF2-40B4-BE49-F238E27FC236}">
                    <a16:creationId xmlns:a16="http://schemas.microsoft.com/office/drawing/2014/main" id="{36D8CC9F-D64A-CF74-CF10-6B3484695D86}"/>
                  </a:ext>
                </a:extLst>
              </p:cNvPr>
              <p:cNvGrpSpPr>
                <a:grpSpLocks/>
              </p:cNvGrpSpPr>
              <p:nvPr/>
            </p:nvGrpSpPr>
            <p:grpSpPr bwMode="auto">
              <a:xfrm>
                <a:off x="1456374" y="2475647"/>
                <a:ext cx="355165" cy="419100"/>
                <a:chOff x="2944" y="2405"/>
                <a:chExt cx="227" cy="264"/>
              </a:xfrm>
            </p:grpSpPr>
            <p:sp>
              <p:nvSpPr>
                <p:cNvPr id="38" name="Rectangle 45">
                  <a:extLst>
                    <a:ext uri="{FF2B5EF4-FFF2-40B4-BE49-F238E27FC236}">
                      <a16:creationId xmlns:a16="http://schemas.microsoft.com/office/drawing/2014/main" id="{2FD329ED-6959-13CF-EBC4-385C38D7184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Text Box 46">
                  <a:extLst>
                    <a:ext uri="{FF2B5EF4-FFF2-40B4-BE49-F238E27FC236}">
                      <a16:creationId xmlns:a16="http://schemas.microsoft.com/office/drawing/2014/main" id="{DA0CD6B9-345B-0EB7-4EC8-CB50D41DFC7B}"/>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5" name="Group 14">
              <a:extLst>
                <a:ext uri="{FF2B5EF4-FFF2-40B4-BE49-F238E27FC236}">
                  <a16:creationId xmlns:a16="http://schemas.microsoft.com/office/drawing/2014/main" id="{6E854B28-21DB-68E5-AB41-05845CF91341}"/>
                </a:ext>
              </a:extLst>
            </p:cNvPr>
            <p:cNvGrpSpPr/>
            <p:nvPr/>
          </p:nvGrpSpPr>
          <p:grpSpPr>
            <a:xfrm>
              <a:off x="6263949" y="5807720"/>
              <a:ext cx="531821" cy="369069"/>
              <a:chOff x="1348328" y="2507397"/>
              <a:chExt cx="603916" cy="419100"/>
            </a:xfrm>
          </p:grpSpPr>
          <p:grpSp>
            <p:nvGrpSpPr>
              <p:cNvPr id="27" name="Group 26">
                <a:extLst>
                  <a:ext uri="{FF2B5EF4-FFF2-40B4-BE49-F238E27FC236}">
                    <a16:creationId xmlns:a16="http://schemas.microsoft.com/office/drawing/2014/main" id="{E154A4E5-382A-8EBD-6FAF-6D2D82D5F17A}"/>
                  </a:ext>
                </a:extLst>
              </p:cNvPr>
              <p:cNvGrpSpPr/>
              <p:nvPr/>
            </p:nvGrpSpPr>
            <p:grpSpPr>
              <a:xfrm>
                <a:off x="1348328" y="2555748"/>
                <a:ext cx="603916" cy="308999"/>
                <a:chOff x="5278570" y="2983486"/>
                <a:chExt cx="501650" cy="233363"/>
              </a:xfrm>
            </p:grpSpPr>
            <p:sp>
              <p:nvSpPr>
                <p:cNvPr id="31" name="Oval 5">
                  <a:extLst>
                    <a:ext uri="{FF2B5EF4-FFF2-40B4-BE49-F238E27FC236}">
                      <a16:creationId xmlns:a16="http://schemas.microsoft.com/office/drawing/2014/main" id="{3B3FC0F8-EBF6-D1FD-C66A-EC1C6920D783}"/>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6">
                  <a:extLst>
                    <a:ext uri="{FF2B5EF4-FFF2-40B4-BE49-F238E27FC236}">
                      <a16:creationId xmlns:a16="http://schemas.microsoft.com/office/drawing/2014/main" id="{8158154A-C1B6-5FF3-1DB2-5975BF6449A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7">
                  <a:extLst>
                    <a:ext uri="{FF2B5EF4-FFF2-40B4-BE49-F238E27FC236}">
                      <a16:creationId xmlns:a16="http://schemas.microsoft.com/office/drawing/2014/main" id="{17DE573D-E542-64B0-9075-A1FFD52EDEC6}"/>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Rectangle 8">
                  <a:extLst>
                    <a:ext uri="{FF2B5EF4-FFF2-40B4-BE49-F238E27FC236}">
                      <a16:creationId xmlns:a16="http://schemas.microsoft.com/office/drawing/2014/main" id="{E7A6DC09-6456-99A0-E1F6-786870A0E02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9">
                  <a:extLst>
                    <a:ext uri="{FF2B5EF4-FFF2-40B4-BE49-F238E27FC236}">
                      <a16:creationId xmlns:a16="http://schemas.microsoft.com/office/drawing/2014/main" id="{D7BAF7D6-434B-CB6D-CEE6-687E93F4772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 name="Group 44">
                <a:extLst>
                  <a:ext uri="{FF2B5EF4-FFF2-40B4-BE49-F238E27FC236}">
                    <a16:creationId xmlns:a16="http://schemas.microsoft.com/office/drawing/2014/main" id="{0E973A5B-3EC2-5D0B-CA6A-6F26C9628AE9}"/>
                  </a:ext>
                </a:extLst>
              </p:cNvPr>
              <p:cNvGrpSpPr>
                <a:grpSpLocks/>
              </p:cNvGrpSpPr>
              <p:nvPr/>
            </p:nvGrpSpPr>
            <p:grpSpPr bwMode="auto">
              <a:xfrm>
                <a:off x="1456374" y="2507397"/>
                <a:ext cx="355165" cy="419100"/>
                <a:chOff x="2944" y="2425"/>
                <a:chExt cx="227" cy="264"/>
              </a:xfrm>
            </p:grpSpPr>
            <p:sp>
              <p:nvSpPr>
                <p:cNvPr id="29" name="Rectangle 45">
                  <a:extLst>
                    <a:ext uri="{FF2B5EF4-FFF2-40B4-BE49-F238E27FC236}">
                      <a16:creationId xmlns:a16="http://schemas.microsoft.com/office/drawing/2014/main" id="{CEEA8955-12FB-010B-D9F7-C972FA225BC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Text Box 46">
                  <a:extLst>
                    <a:ext uri="{FF2B5EF4-FFF2-40B4-BE49-F238E27FC236}">
                      <a16:creationId xmlns:a16="http://schemas.microsoft.com/office/drawing/2014/main" id="{186626F8-3152-2D55-41A8-93D2CD502641}"/>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 name="Group 15">
              <a:extLst>
                <a:ext uri="{FF2B5EF4-FFF2-40B4-BE49-F238E27FC236}">
                  <a16:creationId xmlns:a16="http://schemas.microsoft.com/office/drawing/2014/main" id="{CB89C55D-8764-49C1-21FD-BEE31188F3B0}"/>
                </a:ext>
              </a:extLst>
            </p:cNvPr>
            <p:cNvGrpSpPr/>
            <p:nvPr/>
          </p:nvGrpSpPr>
          <p:grpSpPr>
            <a:xfrm>
              <a:off x="8197315" y="5805271"/>
              <a:ext cx="531821" cy="369069"/>
              <a:chOff x="1348328" y="2507397"/>
              <a:chExt cx="603916" cy="419100"/>
            </a:xfrm>
          </p:grpSpPr>
          <p:grpSp>
            <p:nvGrpSpPr>
              <p:cNvPr id="17" name="Group 16">
                <a:extLst>
                  <a:ext uri="{FF2B5EF4-FFF2-40B4-BE49-F238E27FC236}">
                    <a16:creationId xmlns:a16="http://schemas.microsoft.com/office/drawing/2014/main" id="{D2D85C8A-1E6F-2689-5D55-0751F76C2356}"/>
                  </a:ext>
                </a:extLst>
              </p:cNvPr>
              <p:cNvGrpSpPr/>
              <p:nvPr/>
            </p:nvGrpSpPr>
            <p:grpSpPr>
              <a:xfrm>
                <a:off x="1348328" y="2555748"/>
                <a:ext cx="603916" cy="308999"/>
                <a:chOff x="5278570" y="2983486"/>
                <a:chExt cx="501650" cy="233363"/>
              </a:xfrm>
            </p:grpSpPr>
            <p:sp>
              <p:nvSpPr>
                <p:cNvPr id="21" name="Oval 5">
                  <a:extLst>
                    <a:ext uri="{FF2B5EF4-FFF2-40B4-BE49-F238E27FC236}">
                      <a16:creationId xmlns:a16="http://schemas.microsoft.com/office/drawing/2014/main" id="{F443B15C-0596-F2C3-1D78-7803E5DF7C9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Line 6">
                  <a:extLst>
                    <a:ext uri="{FF2B5EF4-FFF2-40B4-BE49-F238E27FC236}">
                      <a16:creationId xmlns:a16="http://schemas.microsoft.com/office/drawing/2014/main" id="{33576FCD-08C3-0A5C-9FDC-340497DDD5F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Line 7">
                  <a:extLst>
                    <a:ext uri="{FF2B5EF4-FFF2-40B4-BE49-F238E27FC236}">
                      <a16:creationId xmlns:a16="http://schemas.microsoft.com/office/drawing/2014/main" id="{FBA13945-331C-89D2-266E-CD3E58F38BD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Rectangle 8">
                  <a:extLst>
                    <a:ext uri="{FF2B5EF4-FFF2-40B4-BE49-F238E27FC236}">
                      <a16:creationId xmlns:a16="http://schemas.microsoft.com/office/drawing/2014/main" id="{FA30E548-EF8F-E55D-C8AF-23C74521066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Oval 9">
                  <a:extLst>
                    <a:ext uri="{FF2B5EF4-FFF2-40B4-BE49-F238E27FC236}">
                      <a16:creationId xmlns:a16="http://schemas.microsoft.com/office/drawing/2014/main" id="{709848FC-EEAB-B7F6-4548-6E088EF2292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8" name="Group 44">
                <a:extLst>
                  <a:ext uri="{FF2B5EF4-FFF2-40B4-BE49-F238E27FC236}">
                    <a16:creationId xmlns:a16="http://schemas.microsoft.com/office/drawing/2014/main" id="{7297EB98-2D82-3F1C-CF20-3B498D1410AF}"/>
                  </a:ext>
                </a:extLst>
              </p:cNvPr>
              <p:cNvGrpSpPr>
                <a:grpSpLocks/>
              </p:cNvGrpSpPr>
              <p:nvPr/>
            </p:nvGrpSpPr>
            <p:grpSpPr bwMode="auto">
              <a:xfrm>
                <a:off x="1500196" y="2507397"/>
                <a:ext cx="267548" cy="419100"/>
                <a:chOff x="2972" y="2425"/>
                <a:chExt cx="171" cy="264"/>
              </a:xfrm>
            </p:grpSpPr>
            <p:sp>
              <p:nvSpPr>
                <p:cNvPr id="19" name="Rectangle 45">
                  <a:extLst>
                    <a:ext uri="{FF2B5EF4-FFF2-40B4-BE49-F238E27FC236}">
                      <a16:creationId xmlns:a16="http://schemas.microsoft.com/office/drawing/2014/main" id="{BFA246B9-75A8-7A0F-C166-7C01544E933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Text Box 46">
                  <a:extLst>
                    <a:ext uri="{FF2B5EF4-FFF2-40B4-BE49-F238E27FC236}">
                      <a16:creationId xmlns:a16="http://schemas.microsoft.com/office/drawing/2014/main" id="{1351F151-3FE8-BBD5-5F54-1546264359FE}"/>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5" name="TextBox 44">
            <a:extLst>
              <a:ext uri="{FF2B5EF4-FFF2-40B4-BE49-F238E27FC236}">
                <a16:creationId xmlns:a16="http://schemas.microsoft.com/office/drawing/2014/main" id="{2857862B-1945-74E5-FE65-7998DE623281}"/>
              </a:ext>
            </a:extLst>
          </p:cNvPr>
          <p:cNvSpPr txBox="1"/>
          <p:nvPr/>
        </p:nvSpPr>
        <p:spPr>
          <a:xfrm>
            <a:off x="4305782" y="2870522"/>
            <a:ext cx="301686" cy="338554"/>
          </a:xfrm>
          <a:prstGeom prst="rect">
            <a:avLst/>
          </a:prstGeom>
          <a:noFill/>
        </p:spPr>
        <p:txBody>
          <a:bodyPr wrap="square" rtlCol="0">
            <a:spAutoFit/>
          </a:bodyPr>
          <a:lstStyle/>
          <a:p>
            <a:r>
              <a:rPr lang="en-US" sz="1600" dirty="0"/>
              <a:t>1</a:t>
            </a:r>
          </a:p>
        </p:txBody>
      </p:sp>
      <p:sp>
        <p:nvSpPr>
          <p:cNvPr id="46" name="TextBox 45">
            <a:extLst>
              <a:ext uri="{FF2B5EF4-FFF2-40B4-BE49-F238E27FC236}">
                <a16:creationId xmlns:a16="http://schemas.microsoft.com/office/drawing/2014/main" id="{B6A773F8-E241-92DB-4D32-801EA4B8A01A}"/>
              </a:ext>
            </a:extLst>
          </p:cNvPr>
          <p:cNvSpPr txBox="1"/>
          <p:nvPr/>
        </p:nvSpPr>
        <p:spPr>
          <a:xfrm>
            <a:off x="6217534" y="2860877"/>
            <a:ext cx="288862" cy="338554"/>
          </a:xfrm>
          <a:prstGeom prst="rect">
            <a:avLst/>
          </a:prstGeom>
          <a:noFill/>
        </p:spPr>
        <p:txBody>
          <a:bodyPr wrap="none" rtlCol="0">
            <a:spAutoFit/>
          </a:bodyPr>
          <a:lstStyle/>
          <a:p>
            <a:r>
              <a:rPr lang="en-US" sz="1600" dirty="0"/>
              <a:t>1</a:t>
            </a:r>
          </a:p>
        </p:txBody>
      </p:sp>
      <p:sp>
        <p:nvSpPr>
          <p:cNvPr id="47" name="TextBox 46">
            <a:extLst>
              <a:ext uri="{FF2B5EF4-FFF2-40B4-BE49-F238E27FC236}">
                <a16:creationId xmlns:a16="http://schemas.microsoft.com/office/drawing/2014/main" id="{51DA598B-7416-3188-0776-997E19ECDEFA}"/>
              </a:ext>
            </a:extLst>
          </p:cNvPr>
          <p:cNvSpPr txBox="1"/>
          <p:nvPr/>
        </p:nvSpPr>
        <p:spPr>
          <a:xfrm>
            <a:off x="4296138" y="4886446"/>
            <a:ext cx="301686" cy="338554"/>
          </a:xfrm>
          <a:prstGeom prst="rect">
            <a:avLst/>
          </a:prstGeom>
          <a:noFill/>
        </p:spPr>
        <p:txBody>
          <a:bodyPr wrap="square" rtlCol="0">
            <a:spAutoFit/>
          </a:bodyPr>
          <a:lstStyle/>
          <a:p>
            <a:r>
              <a:rPr lang="en-US" sz="1600" dirty="0"/>
              <a:t>1</a:t>
            </a:r>
          </a:p>
        </p:txBody>
      </p:sp>
      <p:sp>
        <p:nvSpPr>
          <p:cNvPr id="48" name="TextBox 47">
            <a:extLst>
              <a:ext uri="{FF2B5EF4-FFF2-40B4-BE49-F238E27FC236}">
                <a16:creationId xmlns:a16="http://schemas.microsoft.com/office/drawing/2014/main" id="{82DE9C81-BB32-AB8B-4513-588AED40C2ED}"/>
              </a:ext>
            </a:extLst>
          </p:cNvPr>
          <p:cNvSpPr txBox="1"/>
          <p:nvPr/>
        </p:nvSpPr>
        <p:spPr>
          <a:xfrm>
            <a:off x="6231040" y="4888376"/>
            <a:ext cx="288862" cy="338554"/>
          </a:xfrm>
          <a:prstGeom prst="rect">
            <a:avLst/>
          </a:prstGeom>
          <a:noFill/>
        </p:spPr>
        <p:txBody>
          <a:bodyPr wrap="none" rtlCol="0">
            <a:spAutoFit/>
          </a:bodyPr>
          <a:lstStyle/>
          <a:p>
            <a:r>
              <a:rPr lang="en-US" sz="1600" dirty="0"/>
              <a:t>1</a:t>
            </a:r>
          </a:p>
        </p:txBody>
      </p:sp>
      <p:sp>
        <p:nvSpPr>
          <p:cNvPr id="49" name="TextBox 48">
            <a:extLst>
              <a:ext uri="{FF2B5EF4-FFF2-40B4-BE49-F238E27FC236}">
                <a16:creationId xmlns:a16="http://schemas.microsoft.com/office/drawing/2014/main" id="{E97D2AAF-2C3C-8B7C-2307-E90BF30D589E}"/>
              </a:ext>
            </a:extLst>
          </p:cNvPr>
          <p:cNvSpPr txBox="1"/>
          <p:nvPr/>
        </p:nvSpPr>
        <p:spPr>
          <a:xfrm>
            <a:off x="8154365" y="4890306"/>
            <a:ext cx="288862" cy="338554"/>
          </a:xfrm>
          <a:prstGeom prst="rect">
            <a:avLst/>
          </a:prstGeom>
          <a:noFill/>
        </p:spPr>
        <p:txBody>
          <a:bodyPr wrap="none" rtlCol="0">
            <a:spAutoFit/>
          </a:bodyPr>
          <a:lstStyle/>
          <a:p>
            <a:r>
              <a:rPr lang="en-US" sz="1600" dirty="0"/>
              <a:t>1</a:t>
            </a:r>
          </a:p>
        </p:txBody>
      </p:sp>
      <p:sp>
        <p:nvSpPr>
          <p:cNvPr id="50" name="TextBox 49">
            <a:extLst>
              <a:ext uri="{FF2B5EF4-FFF2-40B4-BE49-F238E27FC236}">
                <a16:creationId xmlns:a16="http://schemas.microsoft.com/office/drawing/2014/main" id="{63025AC7-EBF9-18A5-89D6-1D69CFE37F41}"/>
              </a:ext>
            </a:extLst>
          </p:cNvPr>
          <p:cNvSpPr txBox="1"/>
          <p:nvPr/>
        </p:nvSpPr>
        <p:spPr>
          <a:xfrm>
            <a:off x="5442030" y="4029920"/>
            <a:ext cx="301686" cy="338554"/>
          </a:xfrm>
          <a:prstGeom prst="rect">
            <a:avLst/>
          </a:prstGeom>
          <a:noFill/>
        </p:spPr>
        <p:txBody>
          <a:bodyPr wrap="square" rtlCol="0">
            <a:spAutoFit/>
          </a:bodyPr>
          <a:lstStyle/>
          <a:p>
            <a:r>
              <a:rPr lang="en-US" sz="1600" dirty="0"/>
              <a:t>1</a:t>
            </a:r>
          </a:p>
        </p:txBody>
      </p:sp>
      <p:sp>
        <p:nvSpPr>
          <p:cNvPr id="51" name="TextBox 50">
            <a:extLst>
              <a:ext uri="{FF2B5EF4-FFF2-40B4-BE49-F238E27FC236}">
                <a16:creationId xmlns:a16="http://schemas.microsoft.com/office/drawing/2014/main" id="{937CB314-3B9D-9AB2-37B0-E546ED502BEE}"/>
              </a:ext>
            </a:extLst>
          </p:cNvPr>
          <p:cNvSpPr txBox="1"/>
          <p:nvPr/>
        </p:nvSpPr>
        <p:spPr>
          <a:xfrm>
            <a:off x="7353782" y="4020275"/>
            <a:ext cx="288862" cy="338554"/>
          </a:xfrm>
          <a:prstGeom prst="rect">
            <a:avLst/>
          </a:prstGeom>
          <a:noFill/>
        </p:spPr>
        <p:txBody>
          <a:bodyPr wrap="none" rtlCol="0">
            <a:spAutoFit/>
          </a:bodyPr>
          <a:lstStyle/>
          <a:p>
            <a:r>
              <a:rPr lang="en-US" sz="1600" dirty="0"/>
              <a:t>1</a:t>
            </a:r>
          </a:p>
        </p:txBody>
      </p:sp>
      <p:sp>
        <p:nvSpPr>
          <p:cNvPr id="52" name="TextBox 51">
            <a:extLst>
              <a:ext uri="{FF2B5EF4-FFF2-40B4-BE49-F238E27FC236}">
                <a16:creationId xmlns:a16="http://schemas.microsoft.com/office/drawing/2014/main" id="{D6CF9691-9175-C67B-E378-6014ECD2AE59}"/>
              </a:ext>
            </a:extLst>
          </p:cNvPr>
          <p:cNvSpPr txBox="1"/>
          <p:nvPr/>
        </p:nvSpPr>
        <p:spPr>
          <a:xfrm>
            <a:off x="5443958" y="5953247"/>
            <a:ext cx="301686" cy="338554"/>
          </a:xfrm>
          <a:prstGeom prst="rect">
            <a:avLst/>
          </a:prstGeom>
          <a:noFill/>
        </p:spPr>
        <p:txBody>
          <a:bodyPr wrap="square" rtlCol="0">
            <a:spAutoFit/>
          </a:bodyPr>
          <a:lstStyle/>
          <a:p>
            <a:r>
              <a:rPr lang="en-US" sz="1600" dirty="0"/>
              <a:t>1</a:t>
            </a:r>
          </a:p>
        </p:txBody>
      </p:sp>
      <p:sp>
        <p:nvSpPr>
          <p:cNvPr id="53" name="TextBox 52">
            <a:extLst>
              <a:ext uri="{FF2B5EF4-FFF2-40B4-BE49-F238E27FC236}">
                <a16:creationId xmlns:a16="http://schemas.microsoft.com/office/drawing/2014/main" id="{BF868324-1C35-C718-4A19-433CDC43BC38}"/>
              </a:ext>
            </a:extLst>
          </p:cNvPr>
          <p:cNvSpPr txBox="1"/>
          <p:nvPr/>
        </p:nvSpPr>
        <p:spPr>
          <a:xfrm>
            <a:off x="7355710" y="5943602"/>
            <a:ext cx="288862" cy="338554"/>
          </a:xfrm>
          <a:prstGeom prst="rect">
            <a:avLst/>
          </a:prstGeom>
          <a:noFill/>
        </p:spPr>
        <p:txBody>
          <a:bodyPr wrap="none" rtlCol="0">
            <a:spAutoFit/>
          </a:bodyPr>
          <a:lstStyle/>
          <a:p>
            <a:r>
              <a:rPr lang="en-US" sz="1600" dirty="0"/>
              <a:t>1</a:t>
            </a:r>
          </a:p>
        </p:txBody>
      </p:sp>
      <p:sp>
        <p:nvSpPr>
          <p:cNvPr id="54" name="TextBox 53">
            <a:extLst>
              <a:ext uri="{FF2B5EF4-FFF2-40B4-BE49-F238E27FC236}">
                <a16:creationId xmlns:a16="http://schemas.microsoft.com/office/drawing/2014/main" id="{A4946A70-EBC7-80BC-9647-F8CAD17B8970}"/>
              </a:ext>
            </a:extLst>
          </p:cNvPr>
          <p:cNvSpPr txBox="1"/>
          <p:nvPr/>
        </p:nvSpPr>
        <p:spPr>
          <a:xfrm>
            <a:off x="5445886" y="2123956"/>
            <a:ext cx="301686" cy="338554"/>
          </a:xfrm>
          <a:prstGeom prst="rect">
            <a:avLst/>
          </a:prstGeom>
          <a:noFill/>
        </p:spPr>
        <p:txBody>
          <a:bodyPr wrap="square" rtlCol="0">
            <a:spAutoFit/>
          </a:bodyPr>
          <a:lstStyle/>
          <a:p>
            <a:r>
              <a:rPr lang="en-US" sz="1600" dirty="0"/>
              <a:t>8</a:t>
            </a:r>
          </a:p>
        </p:txBody>
      </p:sp>
      <p:sp>
        <p:nvSpPr>
          <p:cNvPr id="55" name="TextBox 54">
            <a:extLst>
              <a:ext uri="{FF2B5EF4-FFF2-40B4-BE49-F238E27FC236}">
                <a16:creationId xmlns:a16="http://schemas.microsoft.com/office/drawing/2014/main" id="{866141CA-0F01-64DE-136D-7BF1A7BC73FD}"/>
              </a:ext>
            </a:extLst>
          </p:cNvPr>
          <p:cNvSpPr txBox="1"/>
          <p:nvPr/>
        </p:nvSpPr>
        <p:spPr>
          <a:xfrm>
            <a:off x="7357638" y="2114311"/>
            <a:ext cx="288862" cy="338554"/>
          </a:xfrm>
          <a:prstGeom prst="rect">
            <a:avLst/>
          </a:prstGeom>
          <a:noFill/>
        </p:spPr>
        <p:txBody>
          <a:bodyPr wrap="none" rtlCol="0">
            <a:spAutoFit/>
          </a:bodyPr>
          <a:lstStyle/>
          <a:p>
            <a:r>
              <a:rPr lang="en-US" sz="1600" dirty="0"/>
              <a:t>1</a:t>
            </a:r>
          </a:p>
        </p:txBody>
      </p:sp>
      <p:sp>
        <p:nvSpPr>
          <p:cNvPr id="56" name="Right Arrow 1031">
            <a:extLst>
              <a:ext uri="{FF2B5EF4-FFF2-40B4-BE49-F238E27FC236}">
                <a16:creationId xmlns:a16="http://schemas.microsoft.com/office/drawing/2014/main" id="{DF40BF04-0CA2-0FD5-2F53-45ED729ADADC}"/>
              </a:ext>
            </a:extLst>
          </p:cNvPr>
          <p:cNvSpPr/>
          <p:nvPr/>
        </p:nvSpPr>
        <p:spPr>
          <a:xfrm rot="5400000">
            <a:off x="4399933" y="256130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ight Arrow 266">
            <a:extLst>
              <a:ext uri="{FF2B5EF4-FFF2-40B4-BE49-F238E27FC236}">
                <a16:creationId xmlns:a16="http://schemas.microsoft.com/office/drawing/2014/main" id="{2F25772E-A2B4-A602-0EEA-6CC2381DDE07}"/>
              </a:ext>
            </a:extLst>
          </p:cNvPr>
          <p:cNvSpPr/>
          <p:nvPr/>
        </p:nvSpPr>
        <p:spPr>
          <a:xfrm rot="16200000">
            <a:off x="4395017" y="347078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Right Arrow 267">
            <a:extLst>
              <a:ext uri="{FF2B5EF4-FFF2-40B4-BE49-F238E27FC236}">
                <a16:creationId xmlns:a16="http://schemas.microsoft.com/office/drawing/2014/main" id="{EA3EB654-A0FD-E563-208E-6405D56B0407}"/>
              </a:ext>
            </a:extLst>
          </p:cNvPr>
          <p:cNvSpPr/>
          <p:nvPr/>
        </p:nvSpPr>
        <p:spPr>
          <a:xfrm rot="5400000">
            <a:off x="6302474" y="254655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Right Arrow 268">
            <a:extLst>
              <a:ext uri="{FF2B5EF4-FFF2-40B4-BE49-F238E27FC236}">
                <a16:creationId xmlns:a16="http://schemas.microsoft.com/office/drawing/2014/main" id="{60A72D2A-E189-8191-2F1D-EA3E84BAB155}"/>
              </a:ext>
            </a:extLst>
          </p:cNvPr>
          <p:cNvSpPr/>
          <p:nvPr/>
        </p:nvSpPr>
        <p:spPr>
          <a:xfrm rot="16200000">
            <a:off x="6297558" y="345604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Right Arrow 269">
            <a:extLst>
              <a:ext uri="{FF2B5EF4-FFF2-40B4-BE49-F238E27FC236}">
                <a16:creationId xmlns:a16="http://schemas.microsoft.com/office/drawing/2014/main" id="{E2EF7D3B-F647-33DB-2A44-0C603D187621}"/>
              </a:ext>
            </a:extLst>
          </p:cNvPr>
          <p:cNvSpPr/>
          <p:nvPr/>
        </p:nvSpPr>
        <p:spPr>
          <a:xfrm rot="5400000">
            <a:off x="4370435" y="445893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ight Arrow 270">
            <a:extLst>
              <a:ext uri="{FF2B5EF4-FFF2-40B4-BE49-F238E27FC236}">
                <a16:creationId xmlns:a16="http://schemas.microsoft.com/office/drawing/2014/main" id="{7E3A46C7-C949-2677-65B1-787BC71710BD}"/>
              </a:ext>
            </a:extLst>
          </p:cNvPr>
          <p:cNvSpPr/>
          <p:nvPr/>
        </p:nvSpPr>
        <p:spPr>
          <a:xfrm rot="16200000">
            <a:off x="4365519" y="536841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ight Arrow 271">
            <a:extLst>
              <a:ext uri="{FF2B5EF4-FFF2-40B4-BE49-F238E27FC236}">
                <a16:creationId xmlns:a16="http://schemas.microsoft.com/office/drawing/2014/main" id="{45D6871A-8392-61CC-73A8-CAB8A3F4B86F}"/>
              </a:ext>
            </a:extLst>
          </p:cNvPr>
          <p:cNvSpPr/>
          <p:nvPr/>
        </p:nvSpPr>
        <p:spPr>
          <a:xfrm rot="5400000">
            <a:off x="6312308" y="445402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Right Arrow 272">
            <a:extLst>
              <a:ext uri="{FF2B5EF4-FFF2-40B4-BE49-F238E27FC236}">
                <a16:creationId xmlns:a16="http://schemas.microsoft.com/office/drawing/2014/main" id="{869DD8AC-6B43-EB32-08B7-9560173B421B}"/>
              </a:ext>
            </a:extLst>
          </p:cNvPr>
          <p:cNvSpPr/>
          <p:nvPr/>
        </p:nvSpPr>
        <p:spPr>
          <a:xfrm rot="16200000">
            <a:off x="6307392" y="53635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8" name="Right Arrow 273">
            <a:extLst>
              <a:ext uri="{FF2B5EF4-FFF2-40B4-BE49-F238E27FC236}">
                <a16:creationId xmlns:a16="http://schemas.microsoft.com/office/drawing/2014/main" id="{882EBBE1-7814-4F8B-EAB7-EF78C161B238}"/>
              </a:ext>
            </a:extLst>
          </p:cNvPr>
          <p:cNvSpPr/>
          <p:nvPr/>
        </p:nvSpPr>
        <p:spPr>
          <a:xfrm rot="5400000">
            <a:off x="8254181" y="444911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Right Arrow 274">
            <a:extLst>
              <a:ext uri="{FF2B5EF4-FFF2-40B4-BE49-F238E27FC236}">
                <a16:creationId xmlns:a16="http://schemas.microsoft.com/office/drawing/2014/main" id="{69528B7F-1FB8-EF2A-F72D-CA070803D73A}"/>
              </a:ext>
            </a:extLst>
          </p:cNvPr>
          <p:cNvSpPr/>
          <p:nvPr/>
        </p:nvSpPr>
        <p:spPr>
          <a:xfrm rot="16200000">
            <a:off x="8249265" y="53585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Right Arrow 278">
            <a:extLst>
              <a:ext uri="{FF2B5EF4-FFF2-40B4-BE49-F238E27FC236}">
                <a16:creationId xmlns:a16="http://schemas.microsoft.com/office/drawing/2014/main" id="{8B6BCA22-F984-7642-D73A-F402D0ACFBD4}"/>
              </a:ext>
            </a:extLst>
          </p:cNvPr>
          <p:cNvSpPr/>
          <p:nvPr/>
        </p:nvSpPr>
        <p:spPr>
          <a:xfrm rot="10800000">
            <a:off x="7582395" y="582966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ight Arrow 279">
            <a:extLst>
              <a:ext uri="{FF2B5EF4-FFF2-40B4-BE49-F238E27FC236}">
                <a16:creationId xmlns:a16="http://schemas.microsoft.com/office/drawing/2014/main" id="{3C86B52F-43D9-209A-073A-3E8095D7CD7C}"/>
              </a:ext>
            </a:extLst>
          </p:cNvPr>
          <p:cNvSpPr/>
          <p:nvPr/>
        </p:nvSpPr>
        <p:spPr>
          <a:xfrm>
            <a:off x="6819704" y="583458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2" name="Group 451">
            <a:extLst>
              <a:ext uri="{FF2B5EF4-FFF2-40B4-BE49-F238E27FC236}">
                <a16:creationId xmlns:a16="http://schemas.microsoft.com/office/drawing/2014/main" id="{572056E9-B51B-C755-4FB6-7D2159A4A874}"/>
              </a:ext>
            </a:extLst>
          </p:cNvPr>
          <p:cNvGrpSpPr/>
          <p:nvPr/>
        </p:nvGrpSpPr>
        <p:grpSpPr>
          <a:xfrm>
            <a:off x="4336458" y="3833790"/>
            <a:ext cx="4395351" cy="404576"/>
            <a:chOff x="4333785" y="5772213"/>
            <a:chExt cx="4395351" cy="404576"/>
          </a:xfrm>
        </p:grpSpPr>
        <p:grpSp>
          <p:nvGrpSpPr>
            <p:cNvPr id="453" name="Group 452">
              <a:extLst>
                <a:ext uri="{FF2B5EF4-FFF2-40B4-BE49-F238E27FC236}">
                  <a16:creationId xmlns:a16="http://schemas.microsoft.com/office/drawing/2014/main" id="{4DD7C18D-1252-77F9-4CC9-0B8A4CF530C8}"/>
                </a:ext>
              </a:extLst>
            </p:cNvPr>
            <p:cNvGrpSpPr/>
            <p:nvPr/>
          </p:nvGrpSpPr>
          <p:grpSpPr>
            <a:xfrm>
              <a:off x="4333785" y="5772213"/>
              <a:ext cx="531821" cy="369069"/>
              <a:chOff x="1348328" y="2475647"/>
              <a:chExt cx="603916" cy="419100"/>
            </a:xfrm>
          </p:grpSpPr>
          <p:grpSp>
            <p:nvGrpSpPr>
              <p:cNvPr id="474" name="Group 473">
                <a:extLst>
                  <a:ext uri="{FF2B5EF4-FFF2-40B4-BE49-F238E27FC236}">
                    <a16:creationId xmlns:a16="http://schemas.microsoft.com/office/drawing/2014/main" id="{0681B156-CE9B-2E11-2C52-A4D0D13CE0AB}"/>
                  </a:ext>
                </a:extLst>
              </p:cNvPr>
              <p:cNvGrpSpPr/>
              <p:nvPr/>
            </p:nvGrpSpPr>
            <p:grpSpPr>
              <a:xfrm>
                <a:off x="1348328" y="2555748"/>
                <a:ext cx="603916" cy="308999"/>
                <a:chOff x="5278570" y="2983486"/>
                <a:chExt cx="501650" cy="233363"/>
              </a:xfrm>
            </p:grpSpPr>
            <p:sp>
              <p:nvSpPr>
                <p:cNvPr id="478" name="Oval 5">
                  <a:extLst>
                    <a:ext uri="{FF2B5EF4-FFF2-40B4-BE49-F238E27FC236}">
                      <a16:creationId xmlns:a16="http://schemas.microsoft.com/office/drawing/2014/main" id="{56B1BF8B-A48D-8741-5A5D-BAE8C39D5C6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6">
                  <a:extLst>
                    <a:ext uri="{FF2B5EF4-FFF2-40B4-BE49-F238E27FC236}">
                      <a16:creationId xmlns:a16="http://schemas.microsoft.com/office/drawing/2014/main" id="{3FD57B01-246E-5E20-89AD-B5BF1F2621C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7">
                  <a:extLst>
                    <a:ext uri="{FF2B5EF4-FFF2-40B4-BE49-F238E27FC236}">
                      <a16:creationId xmlns:a16="http://schemas.microsoft.com/office/drawing/2014/main" id="{98961125-DB88-F369-1704-409FB997610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Rectangle 8">
                  <a:extLst>
                    <a:ext uri="{FF2B5EF4-FFF2-40B4-BE49-F238E27FC236}">
                      <a16:creationId xmlns:a16="http://schemas.microsoft.com/office/drawing/2014/main" id="{A0AFFE88-F812-1EF3-0ACF-AF52C23D2D5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Oval 9">
                  <a:extLst>
                    <a:ext uri="{FF2B5EF4-FFF2-40B4-BE49-F238E27FC236}">
                      <a16:creationId xmlns:a16="http://schemas.microsoft.com/office/drawing/2014/main" id="{30133FCD-2A6A-8D0A-991D-44A8CC2140C5}"/>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5" name="Group 44">
                <a:extLst>
                  <a:ext uri="{FF2B5EF4-FFF2-40B4-BE49-F238E27FC236}">
                    <a16:creationId xmlns:a16="http://schemas.microsoft.com/office/drawing/2014/main" id="{D8E2ED69-2E10-6E7C-D068-C36E1DE8AB8C}"/>
                  </a:ext>
                </a:extLst>
              </p:cNvPr>
              <p:cNvGrpSpPr>
                <a:grpSpLocks/>
              </p:cNvGrpSpPr>
              <p:nvPr/>
            </p:nvGrpSpPr>
            <p:grpSpPr bwMode="auto">
              <a:xfrm>
                <a:off x="1456374" y="2475647"/>
                <a:ext cx="355165" cy="419100"/>
                <a:chOff x="2944" y="2405"/>
                <a:chExt cx="227" cy="264"/>
              </a:xfrm>
            </p:grpSpPr>
            <p:sp>
              <p:nvSpPr>
                <p:cNvPr id="476" name="Rectangle 45">
                  <a:extLst>
                    <a:ext uri="{FF2B5EF4-FFF2-40B4-BE49-F238E27FC236}">
                      <a16:creationId xmlns:a16="http://schemas.microsoft.com/office/drawing/2014/main" id="{9A31DF42-F120-99B8-F0C4-DCD81AC6B46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Text Box 46">
                  <a:extLst>
                    <a:ext uri="{FF2B5EF4-FFF2-40B4-BE49-F238E27FC236}">
                      <a16:creationId xmlns:a16="http://schemas.microsoft.com/office/drawing/2014/main" id="{7B9D8175-2415-04D7-B328-B268EDC8EF2A}"/>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4" name="Group 453">
              <a:extLst>
                <a:ext uri="{FF2B5EF4-FFF2-40B4-BE49-F238E27FC236}">
                  <a16:creationId xmlns:a16="http://schemas.microsoft.com/office/drawing/2014/main" id="{52BC904E-88BC-B4BE-DB04-A1595FDCF9DB}"/>
                </a:ext>
              </a:extLst>
            </p:cNvPr>
            <p:cNvGrpSpPr/>
            <p:nvPr/>
          </p:nvGrpSpPr>
          <p:grpSpPr>
            <a:xfrm>
              <a:off x="6263949" y="5807720"/>
              <a:ext cx="531821" cy="369069"/>
              <a:chOff x="1348328" y="2507397"/>
              <a:chExt cx="603916" cy="419100"/>
            </a:xfrm>
          </p:grpSpPr>
          <p:grpSp>
            <p:nvGrpSpPr>
              <p:cNvPr id="465" name="Group 464">
                <a:extLst>
                  <a:ext uri="{FF2B5EF4-FFF2-40B4-BE49-F238E27FC236}">
                    <a16:creationId xmlns:a16="http://schemas.microsoft.com/office/drawing/2014/main" id="{0AAA25A0-BDDE-2B84-8EB0-52EF434111D4}"/>
                  </a:ext>
                </a:extLst>
              </p:cNvPr>
              <p:cNvGrpSpPr/>
              <p:nvPr/>
            </p:nvGrpSpPr>
            <p:grpSpPr>
              <a:xfrm>
                <a:off x="1348328" y="2555748"/>
                <a:ext cx="603916" cy="308999"/>
                <a:chOff x="5278570" y="2983486"/>
                <a:chExt cx="501650" cy="233363"/>
              </a:xfrm>
            </p:grpSpPr>
            <p:sp>
              <p:nvSpPr>
                <p:cNvPr id="469" name="Oval 5">
                  <a:extLst>
                    <a:ext uri="{FF2B5EF4-FFF2-40B4-BE49-F238E27FC236}">
                      <a16:creationId xmlns:a16="http://schemas.microsoft.com/office/drawing/2014/main" id="{1D2C6581-6D56-53A5-1447-84BF47417B3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6">
                  <a:extLst>
                    <a:ext uri="{FF2B5EF4-FFF2-40B4-BE49-F238E27FC236}">
                      <a16:creationId xmlns:a16="http://schemas.microsoft.com/office/drawing/2014/main" id="{B213DAAE-DD5B-F389-99C1-3E8DF135336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7">
                  <a:extLst>
                    <a:ext uri="{FF2B5EF4-FFF2-40B4-BE49-F238E27FC236}">
                      <a16:creationId xmlns:a16="http://schemas.microsoft.com/office/drawing/2014/main" id="{101D9DF5-FE7A-1DEB-6F71-A73D1E8A2EC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Rectangle 8">
                  <a:extLst>
                    <a:ext uri="{FF2B5EF4-FFF2-40B4-BE49-F238E27FC236}">
                      <a16:creationId xmlns:a16="http://schemas.microsoft.com/office/drawing/2014/main" id="{FA3938BE-7998-F704-B748-E2DA315B955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Oval 9">
                  <a:extLst>
                    <a:ext uri="{FF2B5EF4-FFF2-40B4-BE49-F238E27FC236}">
                      <a16:creationId xmlns:a16="http://schemas.microsoft.com/office/drawing/2014/main" id="{FFC1970F-EACD-0262-DAEC-C4B1A52DF7F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6" name="Group 44">
                <a:extLst>
                  <a:ext uri="{FF2B5EF4-FFF2-40B4-BE49-F238E27FC236}">
                    <a16:creationId xmlns:a16="http://schemas.microsoft.com/office/drawing/2014/main" id="{52F586B4-BCFC-ABD3-7F67-4AE4AEE6541B}"/>
                  </a:ext>
                </a:extLst>
              </p:cNvPr>
              <p:cNvGrpSpPr>
                <a:grpSpLocks/>
              </p:cNvGrpSpPr>
              <p:nvPr/>
            </p:nvGrpSpPr>
            <p:grpSpPr bwMode="auto">
              <a:xfrm>
                <a:off x="1456374" y="2507397"/>
                <a:ext cx="355165" cy="419100"/>
                <a:chOff x="2944" y="2425"/>
                <a:chExt cx="227" cy="264"/>
              </a:xfrm>
            </p:grpSpPr>
            <p:sp>
              <p:nvSpPr>
                <p:cNvPr id="467" name="Rectangle 45">
                  <a:extLst>
                    <a:ext uri="{FF2B5EF4-FFF2-40B4-BE49-F238E27FC236}">
                      <a16:creationId xmlns:a16="http://schemas.microsoft.com/office/drawing/2014/main" id="{6CFED2D5-2C42-CF90-B1D4-DB468DACEC3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Text Box 46">
                  <a:extLst>
                    <a:ext uri="{FF2B5EF4-FFF2-40B4-BE49-F238E27FC236}">
                      <a16:creationId xmlns:a16="http://schemas.microsoft.com/office/drawing/2014/main" id="{0404D1CC-F09D-50BD-6002-4F1F9C8DF450}"/>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5" name="Group 454">
              <a:extLst>
                <a:ext uri="{FF2B5EF4-FFF2-40B4-BE49-F238E27FC236}">
                  <a16:creationId xmlns:a16="http://schemas.microsoft.com/office/drawing/2014/main" id="{A3C6ECAB-DAFF-E2C3-FEFE-74D6FBF62686}"/>
                </a:ext>
              </a:extLst>
            </p:cNvPr>
            <p:cNvGrpSpPr/>
            <p:nvPr/>
          </p:nvGrpSpPr>
          <p:grpSpPr>
            <a:xfrm>
              <a:off x="8197315" y="5805271"/>
              <a:ext cx="531821" cy="369069"/>
              <a:chOff x="1348328" y="2507397"/>
              <a:chExt cx="603916" cy="419100"/>
            </a:xfrm>
          </p:grpSpPr>
          <p:grpSp>
            <p:nvGrpSpPr>
              <p:cNvPr id="456" name="Group 455">
                <a:extLst>
                  <a:ext uri="{FF2B5EF4-FFF2-40B4-BE49-F238E27FC236}">
                    <a16:creationId xmlns:a16="http://schemas.microsoft.com/office/drawing/2014/main" id="{C3FAF994-3F24-C70E-322E-8A2FC81D9AE5}"/>
                  </a:ext>
                </a:extLst>
              </p:cNvPr>
              <p:cNvGrpSpPr/>
              <p:nvPr/>
            </p:nvGrpSpPr>
            <p:grpSpPr>
              <a:xfrm>
                <a:off x="1348328" y="2555748"/>
                <a:ext cx="603916" cy="308999"/>
                <a:chOff x="5278570" y="2983486"/>
                <a:chExt cx="501650" cy="233363"/>
              </a:xfrm>
            </p:grpSpPr>
            <p:sp>
              <p:nvSpPr>
                <p:cNvPr id="460" name="Oval 5">
                  <a:extLst>
                    <a:ext uri="{FF2B5EF4-FFF2-40B4-BE49-F238E27FC236}">
                      <a16:creationId xmlns:a16="http://schemas.microsoft.com/office/drawing/2014/main" id="{0AD9C1F6-3558-9952-B330-5E18DA0520F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Line 6">
                  <a:extLst>
                    <a:ext uri="{FF2B5EF4-FFF2-40B4-BE49-F238E27FC236}">
                      <a16:creationId xmlns:a16="http://schemas.microsoft.com/office/drawing/2014/main" id="{67E58448-20BB-0B2F-124B-9261771EAC3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Line 7">
                  <a:extLst>
                    <a:ext uri="{FF2B5EF4-FFF2-40B4-BE49-F238E27FC236}">
                      <a16:creationId xmlns:a16="http://schemas.microsoft.com/office/drawing/2014/main" id="{DC251AC7-32A5-BF9E-7D38-A04A7C66B5B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Rectangle 8">
                  <a:extLst>
                    <a:ext uri="{FF2B5EF4-FFF2-40B4-BE49-F238E27FC236}">
                      <a16:creationId xmlns:a16="http://schemas.microsoft.com/office/drawing/2014/main" id="{734DF8E1-F309-790A-B4BB-2BED7F3B41C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Oval 9">
                  <a:extLst>
                    <a:ext uri="{FF2B5EF4-FFF2-40B4-BE49-F238E27FC236}">
                      <a16:creationId xmlns:a16="http://schemas.microsoft.com/office/drawing/2014/main" id="{408A2683-DA26-B338-2675-FA4D5002EF6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2E156F4E-8EE2-9CD2-C08C-B32ECE707373}"/>
                  </a:ext>
                </a:extLst>
              </p:cNvPr>
              <p:cNvGrpSpPr>
                <a:grpSpLocks/>
              </p:cNvGrpSpPr>
              <p:nvPr/>
            </p:nvGrpSpPr>
            <p:grpSpPr bwMode="auto">
              <a:xfrm>
                <a:off x="1492372" y="2507397"/>
                <a:ext cx="283194" cy="419100"/>
                <a:chOff x="2967" y="2425"/>
                <a:chExt cx="181" cy="264"/>
              </a:xfrm>
            </p:grpSpPr>
            <p:sp>
              <p:nvSpPr>
                <p:cNvPr id="458" name="Rectangle 45">
                  <a:extLst>
                    <a:ext uri="{FF2B5EF4-FFF2-40B4-BE49-F238E27FC236}">
                      <a16:creationId xmlns:a16="http://schemas.microsoft.com/office/drawing/2014/main" id="{6ECA2094-DABA-2114-2310-9CD0F76964A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Text Box 46">
                  <a:extLst>
                    <a:ext uri="{FF2B5EF4-FFF2-40B4-BE49-F238E27FC236}">
                      <a16:creationId xmlns:a16="http://schemas.microsoft.com/office/drawing/2014/main" id="{A21B26EF-02E2-BFEC-CE55-F0E221BD0020}"/>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483" name="Group 482">
            <a:extLst>
              <a:ext uri="{FF2B5EF4-FFF2-40B4-BE49-F238E27FC236}">
                <a16:creationId xmlns:a16="http://schemas.microsoft.com/office/drawing/2014/main" id="{6B76881D-6C6B-9EAE-BB4B-3400B3BB0387}"/>
              </a:ext>
            </a:extLst>
          </p:cNvPr>
          <p:cNvGrpSpPr/>
          <p:nvPr/>
        </p:nvGrpSpPr>
        <p:grpSpPr>
          <a:xfrm>
            <a:off x="4333785" y="1906063"/>
            <a:ext cx="4395351" cy="404576"/>
            <a:chOff x="4333785" y="5772213"/>
            <a:chExt cx="4395351" cy="404576"/>
          </a:xfrm>
        </p:grpSpPr>
        <p:grpSp>
          <p:nvGrpSpPr>
            <p:cNvPr id="484" name="Group 483">
              <a:extLst>
                <a:ext uri="{FF2B5EF4-FFF2-40B4-BE49-F238E27FC236}">
                  <a16:creationId xmlns:a16="http://schemas.microsoft.com/office/drawing/2014/main" id="{E90F9506-D76C-610B-0336-7E5AD23377AB}"/>
                </a:ext>
              </a:extLst>
            </p:cNvPr>
            <p:cNvGrpSpPr/>
            <p:nvPr/>
          </p:nvGrpSpPr>
          <p:grpSpPr>
            <a:xfrm>
              <a:off x="4333785" y="5772213"/>
              <a:ext cx="531821" cy="369069"/>
              <a:chOff x="1348328" y="2475647"/>
              <a:chExt cx="603916" cy="419100"/>
            </a:xfrm>
          </p:grpSpPr>
          <p:grpSp>
            <p:nvGrpSpPr>
              <p:cNvPr id="505" name="Group 504">
                <a:extLst>
                  <a:ext uri="{FF2B5EF4-FFF2-40B4-BE49-F238E27FC236}">
                    <a16:creationId xmlns:a16="http://schemas.microsoft.com/office/drawing/2014/main" id="{482B56C8-1DD7-CFA9-27E0-B27EEE5F1FFC}"/>
                  </a:ext>
                </a:extLst>
              </p:cNvPr>
              <p:cNvGrpSpPr/>
              <p:nvPr/>
            </p:nvGrpSpPr>
            <p:grpSpPr>
              <a:xfrm>
                <a:off x="1348328" y="2555748"/>
                <a:ext cx="603916" cy="308999"/>
                <a:chOff x="5278570" y="2983486"/>
                <a:chExt cx="501650" cy="233363"/>
              </a:xfrm>
            </p:grpSpPr>
            <p:sp>
              <p:nvSpPr>
                <p:cNvPr id="510" name="Oval 5">
                  <a:extLst>
                    <a:ext uri="{FF2B5EF4-FFF2-40B4-BE49-F238E27FC236}">
                      <a16:creationId xmlns:a16="http://schemas.microsoft.com/office/drawing/2014/main" id="{B68CEE84-7E1D-FD03-91E5-CC2C512D9F0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Line 6">
                  <a:extLst>
                    <a:ext uri="{FF2B5EF4-FFF2-40B4-BE49-F238E27FC236}">
                      <a16:creationId xmlns:a16="http://schemas.microsoft.com/office/drawing/2014/main" id="{D4CED327-EC07-99C0-F0BB-164A3A027EF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Line 7">
                  <a:extLst>
                    <a:ext uri="{FF2B5EF4-FFF2-40B4-BE49-F238E27FC236}">
                      <a16:creationId xmlns:a16="http://schemas.microsoft.com/office/drawing/2014/main" id="{39AB5556-B4B7-EDDB-7BB5-6AD3ABB1FBC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Rectangle 8">
                  <a:extLst>
                    <a:ext uri="{FF2B5EF4-FFF2-40B4-BE49-F238E27FC236}">
                      <a16:creationId xmlns:a16="http://schemas.microsoft.com/office/drawing/2014/main" id="{CD083589-86BA-270B-0F02-0291D4FB932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Oval 9">
                  <a:extLst>
                    <a:ext uri="{FF2B5EF4-FFF2-40B4-BE49-F238E27FC236}">
                      <a16:creationId xmlns:a16="http://schemas.microsoft.com/office/drawing/2014/main" id="{3EC33F0E-85FE-9F6E-F0A7-DCC16F69B00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6" name="Group 44">
                <a:extLst>
                  <a:ext uri="{FF2B5EF4-FFF2-40B4-BE49-F238E27FC236}">
                    <a16:creationId xmlns:a16="http://schemas.microsoft.com/office/drawing/2014/main" id="{195AADA7-9DC7-265F-F160-945612AB7673}"/>
                  </a:ext>
                </a:extLst>
              </p:cNvPr>
              <p:cNvGrpSpPr>
                <a:grpSpLocks/>
              </p:cNvGrpSpPr>
              <p:nvPr/>
            </p:nvGrpSpPr>
            <p:grpSpPr bwMode="auto">
              <a:xfrm>
                <a:off x="1456374" y="2475647"/>
                <a:ext cx="355165" cy="419100"/>
                <a:chOff x="2944" y="2405"/>
                <a:chExt cx="227" cy="264"/>
              </a:xfrm>
            </p:grpSpPr>
            <p:sp>
              <p:nvSpPr>
                <p:cNvPr id="507" name="Rectangle 45">
                  <a:extLst>
                    <a:ext uri="{FF2B5EF4-FFF2-40B4-BE49-F238E27FC236}">
                      <a16:creationId xmlns:a16="http://schemas.microsoft.com/office/drawing/2014/main" id="{C63773B1-A932-11C8-716D-0DBA4EF4452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Text Box 46">
                  <a:extLst>
                    <a:ext uri="{FF2B5EF4-FFF2-40B4-BE49-F238E27FC236}">
                      <a16:creationId xmlns:a16="http://schemas.microsoft.com/office/drawing/2014/main" id="{C59BBB72-7FA4-51C7-C5D6-623408CEB785}"/>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5" name="Group 484">
              <a:extLst>
                <a:ext uri="{FF2B5EF4-FFF2-40B4-BE49-F238E27FC236}">
                  <a16:creationId xmlns:a16="http://schemas.microsoft.com/office/drawing/2014/main" id="{0CA94CCC-AC97-71FD-10DD-B29A1F7253F9}"/>
                </a:ext>
              </a:extLst>
            </p:cNvPr>
            <p:cNvGrpSpPr/>
            <p:nvPr/>
          </p:nvGrpSpPr>
          <p:grpSpPr>
            <a:xfrm>
              <a:off x="6263949" y="5807720"/>
              <a:ext cx="531821" cy="369069"/>
              <a:chOff x="1348328" y="2507397"/>
              <a:chExt cx="603916" cy="419100"/>
            </a:xfrm>
          </p:grpSpPr>
          <p:grpSp>
            <p:nvGrpSpPr>
              <p:cNvPr id="496" name="Group 495">
                <a:extLst>
                  <a:ext uri="{FF2B5EF4-FFF2-40B4-BE49-F238E27FC236}">
                    <a16:creationId xmlns:a16="http://schemas.microsoft.com/office/drawing/2014/main" id="{1A4AE77E-4944-EAB0-3D53-FCED1736C022}"/>
                  </a:ext>
                </a:extLst>
              </p:cNvPr>
              <p:cNvGrpSpPr/>
              <p:nvPr/>
            </p:nvGrpSpPr>
            <p:grpSpPr>
              <a:xfrm>
                <a:off x="1348328" y="2555748"/>
                <a:ext cx="603916" cy="308999"/>
                <a:chOff x="5278570" y="2983486"/>
                <a:chExt cx="501650" cy="233363"/>
              </a:xfrm>
            </p:grpSpPr>
            <p:sp>
              <p:nvSpPr>
                <p:cNvPr id="500" name="Oval 5">
                  <a:extLst>
                    <a:ext uri="{FF2B5EF4-FFF2-40B4-BE49-F238E27FC236}">
                      <a16:creationId xmlns:a16="http://schemas.microsoft.com/office/drawing/2014/main" id="{B0C280FF-1E3C-F5C0-AE4F-9092D21ED3A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6">
                  <a:extLst>
                    <a:ext uri="{FF2B5EF4-FFF2-40B4-BE49-F238E27FC236}">
                      <a16:creationId xmlns:a16="http://schemas.microsoft.com/office/drawing/2014/main" id="{1BAC7350-4D5E-F428-E274-167B88D071A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Line 7">
                  <a:extLst>
                    <a:ext uri="{FF2B5EF4-FFF2-40B4-BE49-F238E27FC236}">
                      <a16:creationId xmlns:a16="http://schemas.microsoft.com/office/drawing/2014/main" id="{68EFF624-21F8-3682-4F9E-65CFDE797DB5}"/>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Rectangle 8">
                  <a:extLst>
                    <a:ext uri="{FF2B5EF4-FFF2-40B4-BE49-F238E27FC236}">
                      <a16:creationId xmlns:a16="http://schemas.microsoft.com/office/drawing/2014/main" id="{97C38636-8BA5-65DC-0A63-4500F4A729A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4" name="Oval 9">
                  <a:extLst>
                    <a:ext uri="{FF2B5EF4-FFF2-40B4-BE49-F238E27FC236}">
                      <a16:creationId xmlns:a16="http://schemas.microsoft.com/office/drawing/2014/main" id="{ECEF4C7B-70DF-6F47-1714-E996F0E746E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7" name="Group 44">
                <a:extLst>
                  <a:ext uri="{FF2B5EF4-FFF2-40B4-BE49-F238E27FC236}">
                    <a16:creationId xmlns:a16="http://schemas.microsoft.com/office/drawing/2014/main" id="{9284C91E-4165-5B00-1BC1-28E579BA9F8E}"/>
                  </a:ext>
                </a:extLst>
              </p:cNvPr>
              <p:cNvGrpSpPr>
                <a:grpSpLocks/>
              </p:cNvGrpSpPr>
              <p:nvPr/>
            </p:nvGrpSpPr>
            <p:grpSpPr bwMode="auto">
              <a:xfrm>
                <a:off x="1456374" y="2507397"/>
                <a:ext cx="355165" cy="419100"/>
                <a:chOff x="2944" y="2425"/>
                <a:chExt cx="227" cy="264"/>
              </a:xfrm>
            </p:grpSpPr>
            <p:sp>
              <p:nvSpPr>
                <p:cNvPr id="498" name="Rectangle 45">
                  <a:extLst>
                    <a:ext uri="{FF2B5EF4-FFF2-40B4-BE49-F238E27FC236}">
                      <a16:creationId xmlns:a16="http://schemas.microsoft.com/office/drawing/2014/main" id="{ED85D074-D1FD-B44E-95F1-CDEA7140950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Text Box 46">
                  <a:extLst>
                    <a:ext uri="{FF2B5EF4-FFF2-40B4-BE49-F238E27FC236}">
                      <a16:creationId xmlns:a16="http://schemas.microsoft.com/office/drawing/2014/main" id="{F78EDE3A-A1B8-0144-ADB2-6B889ECA4B23}"/>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6" name="Group 485">
              <a:extLst>
                <a:ext uri="{FF2B5EF4-FFF2-40B4-BE49-F238E27FC236}">
                  <a16:creationId xmlns:a16="http://schemas.microsoft.com/office/drawing/2014/main" id="{53273470-2B0E-AC88-26BB-7615C4964ECE}"/>
                </a:ext>
              </a:extLst>
            </p:cNvPr>
            <p:cNvGrpSpPr/>
            <p:nvPr/>
          </p:nvGrpSpPr>
          <p:grpSpPr>
            <a:xfrm>
              <a:off x="8197315" y="5805271"/>
              <a:ext cx="531821" cy="369069"/>
              <a:chOff x="1348328" y="2507397"/>
              <a:chExt cx="603916" cy="419100"/>
            </a:xfrm>
          </p:grpSpPr>
          <p:grpSp>
            <p:nvGrpSpPr>
              <p:cNvPr id="487" name="Group 486">
                <a:extLst>
                  <a:ext uri="{FF2B5EF4-FFF2-40B4-BE49-F238E27FC236}">
                    <a16:creationId xmlns:a16="http://schemas.microsoft.com/office/drawing/2014/main" id="{D42B70B9-4F7E-17CA-ACEC-E0A98B0702CE}"/>
                  </a:ext>
                </a:extLst>
              </p:cNvPr>
              <p:cNvGrpSpPr/>
              <p:nvPr/>
            </p:nvGrpSpPr>
            <p:grpSpPr>
              <a:xfrm>
                <a:off x="1348328" y="2555748"/>
                <a:ext cx="603916" cy="308999"/>
                <a:chOff x="5278570" y="2983486"/>
                <a:chExt cx="501650" cy="233363"/>
              </a:xfrm>
            </p:grpSpPr>
            <p:sp>
              <p:nvSpPr>
                <p:cNvPr id="491" name="Oval 5">
                  <a:extLst>
                    <a:ext uri="{FF2B5EF4-FFF2-40B4-BE49-F238E27FC236}">
                      <a16:creationId xmlns:a16="http://schemas.microsoft.com/office/drawing/2014/main" id="{D0EE168F-F4A2-F485-CD83-BF16F97D346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Line 6">
                  <a:extLst>
                    <a:ext uri="{FF2B5EF4-FFF2-40B4-BE49-F238E27FC236}">
                      <a16:creationId xmlns:a16="http://schemas.microsoft.com/office/drawing/2014/main" id="{0B945A66-868B-9EA9-47B2-583967FDF9E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Line 7">
                  <a:extLst>
                    <a:ext uri="{FF2B5EF4-FFF2-40B4-BE49-F238E27FC236}">
                      <a16:creationId xmlns:a16="http://schemas.microsoft.com/office/drawing/2014/main" id="{3190862F-B92E-27DD-AF62-A71A6401778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Rectangle 8">
                  <a:extLst>
                    <a:ext uri="{FF2B5EF4-FFF2-40B4-BE49-F238E27FC236}">
                      <a16:creationId xmlns:a16="http://schemas.microsoft.com/office/drawing/2014/main" id="{2ACC2FBA-A1DA-CB2E-C990-0DCB439A180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5" name="Oval 9">
                  <a:extLst>
                    <a:ext uri="{FF2B5EF4-FFF2-40B4-BE49-F238E27FC236}">
                      <a16:creationId xmlns:a16="http://schemas.microsoft.com/office/drawing/2014/main" id="{F0C8E3D2-CDBA-A32E-F1F0-3494A3D2C48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8" name="Group 44">
                <a:extLst>
                  <a:ext uri="{FF2B5EF4-FFF2-40B4-BE49-F238E27FC236}">
                    <a16:creationId xmlns:a16="http://schemas.microsoft.com/office/drawing/2014/main" id="{6E2BCE7A-20DE-DC93-9DB9-D566F7FA0451}"/>
                  </a:ext>
                </a:extLst>
              </p:cNvPr>
              <p:cNvGrpSpPr>
                <a:grpSpLocks/>
              </p:cNvGrpSpPr>
              <p:nvPr/>
            </p:nvGrpSpPr>
            <p:grpSpPr bwMode="auto">
              <a:xfrm>
                <a:off x="1464216" y="2507397"/>
                <a:ext cx="341085" cy="419100"/>
                <a:chOff x="2949" y="2425"/>
                <a:chExt cx="218" cy="264"/>
              </a:xfrm>
            </p:grpSpPr>
            <p:sp>
              <p:nvSpPr>
                <p:cNvPr id="489" name="Rectangle 45">
                  <a:extLst>
                    <a:ext uri="{FF2B5EF4-FFF2-40B4-BE49-F238E27FC236}">
                      <a16:creationId xmlns:a16="http://schemas.microsoft.com/office/drawing/2014/main" id="{C8608254-998D-516A-6D70-BD1D9CB3649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Text Box 46">
                  <a:extLst>
                    <a:ext uri="{FF2B5EF4-FFF2-40B4-BE49-F238E27FC236}">
                      <a16:creationId xmlns:a16="http://schemas.microsoft.com/office/drawing/2014/main" id="{EC6DE919-1178-320D-7C9C-47B03C1B9E8D}"/>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15" name="Right Arrow 345">
            <a:extLst>
              <a:ext uri="{FF2B5EF4-FFF2-40B4-BE49-F238E27FC236}">
                <a16:creationId xmlns:a16="http://schemas.microsoft.com/office/drawing/2014/main" id="{A87481D7-CBD0-041C-E50E-F69E7AF900C2}"/>
              </a:ext>
            </a:extLst>
          </p:cNvPr>
          <p:cNvSpPr/>
          <p:nvPr/>
        </p:nvSpPr>
        <p:spPr>
          <a:xfrm rot="10800000">
            <a:off x="5660017" y="584303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ight Arrow 346">
            <a:extLst>
              <a:ext uri="{FF2B5EF4-FFF2-40B4-BE49-F238E27FC236}">
                <a16:creationId xmlns:a16="http://schemas.microsoft.com/office/drawing/2014/main" id="{1C51D040-0950-0E7D-7015-8EB77852016F}"/>
              </a:ext>
            </a:extLst>
          </p:cNvPr>
          <p:cNvSpPr/>
          <p:nvPr/>
        </p:nvSpPr>
        <p:spPr>
          <a:xfrm>
            <a:off x="4897326" y="584795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Right Arrow 347">
            <a:extLst>
              <a:ext uri="{FF2B5EF4-FFF2-40B4-BE49-F238E27FC236}">
                <a16:creationId xmlns:a16="http://schemas.microsoft.com/office/drawing/2014/main" id="{8FFD8ABA-4A67-C0CE-737F-E8613A05BF6F}"/>
              </a:ext>
            </a:extLst>
          </p:cNvPr>
          <p:cNvSpPr/>
          <p:nvPr/>
        </p:nvSpPr>
        <p:spPr>
          <a:xfrm rot="10800000">
            <a:off x="5651998" y="39046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Right Arrow 348">
            <a:extLst>
              <a:ext uri="{FF2B5EF4-FFF2-40B4-BE49-F238E27FC236}">
                <a16:creationId xmlns:a16="http://schemas.microsoft.com/office/drawing/2014/main" id="{9E717DA3-F90F-A8D0-47E9-17225999C97F}"/>
              </a:ext>
            </a:extLst>
          </p:cNvPr>
          <p:cNvSpPr/>
          <p:nvPr/>
        </p:nvSpPr>
        <p:spPr>
          <a:xfrm>
            <a:off x="4905348" y="390952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9" name="Right Arrow 349">
            <a:extLst>
              <a:ext uri="{FF2B5EF4-FFF2-40B4-BE49-F238E27FC236}">
                <a16:creationId xmlns:a16="http://schemas.microsoft.com/office/drawing/2014/main" id="{DDE444D7-4FA2-C514-735E-281A0395ABF1}"/>
              </a:ext>
            </a:extLst>
          </p:cNvPr>
          <p:cNvSpPr/>
          <p:nvPr/>
        </p:nvSpPr>
        <p:spPr>
          <a:xfrm rot="10800000">
            <a:off x="5660020" y="196618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0" name="Right Arrow 350">
            <a:extLst>
              <a:ext uri="{FF2B5EF4-FFF2-40B4-BE49-F238E27FC236}">
                <a16:creationId xmlns:a16="http://schemas.microsoft.com/office/drawing/2014/main" id="{B4C1FEDA-6E36-D758-0998-F83733E15AE8}"/>
              </a:ext>
            </a:extLst>
          </p:cNvPr>
          <p:cNvSpPr/>
          <p:nvPr/>
        </p:nvSpPr>
        <p:spPr>
          <a:xfrm>
            <a:off x="4924064" y="198714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Right Arrow 351">
            <a:extLst>
              <a:ext uri="{FF2B5EF4-FFF2-40B4-BE49-F238E27FC236}">
                <a16:creationId xmlns:a16="http://schemas.microsoft.com/office/drawing/2014/main" id="{0C025014-5EAE-A5EC-5B77-FB1005ADCBAA}"/>
              </a:ext>
            </a:extLst>
          </p:cNvPr>
          <p:cNvSpPr/>
          <p:nvPr/>
        </p:nvSpPr>
        <p:spPr>
          <a:xfrm rot="10800000">
            <a:off x="7582399" y="196886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Right Arrow 352">
            <a:extLst>
              <a:ext uri="{FF2B5EF4-FFF2-40B4-BE49-F238E27FC236}">
                <a16:creationId xmlns:a16="http://schemas.microsoft.com/office/drawing/2014/main" id="{3EB1E04D-2CC4-A1E4-B1D3-7F71113D4A6A}"/>
              </a:ext>
            </a:extLst>
          </p:cNvPr>
          <p:cNvSpPr/>
          <p:nvPr/>
        </p:nvSpPr>
        <p:spPr>
          <a:xfrm>
            <a:off x="6819708" y="197377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Right Arrow 353">
            <a:extLst>
              <a:ext uri="{FF2B5EF4-FFF2-40B4-BE49-F238E27FC236}">
                <a16:creationId xmlns:a16="http://schemas.microsoft.com/office/drawing/2014/main" id="{36489C87-291E-CA2D-388A-8233CED36764}"/>
              </a:ext>
            </a:extLst>
          </p:cNvPr>
          <p:cNvSpPr/>
          <p:nvPr/>
        </p:nvSpPr>
        <p:spPr>
          <a:xfrm rot="10800000">
            <a:off x="7595769" y="390728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4" name="Right Arrow 354">
            <a:extLst>
              <a:ext uri="{FF2B5EF4-FFF2-40B4-BE49-F238E27FC236}">
                <a16:creationId xmlns:a16="http://schemas.microsoft.com/office/drawing/2014/main" id="{7823E566-0916-748D-AB61-F0600CEFBF92}"/>
              </a:ext>
            </a:extLst>
          </p:cNvPr>
          <p:cNvSpPr/>
          <p:nvPr/>
        </p:nvSpPr>
        <p:spPr>
          <a:xfrm>
            <a:off x="6833078" y="391220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TextBox 524">
            <a:extLst>
              <a:ext uri="{FF2B5EF4-FFF2-40B4-BE49-F238E27FC236}">
                <a16:creationId xmlns:a16="http://schemas.microsoft.com/office/drawing/2014/main" id="{C871457A-549F-4B0B-55F3-8D8138E4AB48}"/>
              </a:ext>
            </a:extLst>
          </p:cNvPr>
          <p:cNvSpPr txBox="1"/>
          <p:nvPr/>
        </p:nvSpPr>
        <p:spPr>
          <a:xfrm flipH="1">
            <a:off x="476445" y="3078991"/>
            <a:ext cx="2195814" cy="2585323"/>
          </a:xfrm>
          <a:prstGeom prst="rect">
            <a:avLst/>
          </a:prstGeom>
          <a:noFill/>
        </p:spPr>
        <p:txBody>
          <a:bodyPr wrap="square" rtlCol="0">
            <a:spAutoFit/>
          </a:bodyPr>
          <a:lstStyle/>
          <a:p>
            <a:pPr>
              <a:lnSpc>
                <a:spcPct val="90000"/>
              </a:lnSpc>
              <a:buClr>
                <a:srgbClr val="0000A8"/>
              </a:buClr>
            </a:pPr>
            <a:r>
              <a:rPr lang="en-US" dirty="0"/>
              <a:t>All nodes: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receive distance vectors from neighbors</a:t>
            </a:r>
          </a:p>
          <a:p>
            <a:pPr marL="174625" indent="-174625">
              <a:lnSpc>
                <a:spcPct val="90000"/>
              </a:lnSpc>
              <a:buClr>
                <a:schemeClr val="bg1">
                  <a:lumMod val="75000"/>
                </a:schemeClr>
              </a:buClr>
              <a:buFont typeface="Wingdings" pitchFamily="2" charset="2"/>
              <a:buChar char="§"/>
            </a:pPr>
            <a:r>
              <a:rPr lang="en-US" dirty="0">
                <a:solidFill>
                  <a:schemeClr val="bg1">
                    <a:lumMod val="75000"/>
                  </a:schemeClr>
                </a:solidFill>
              </a:rPr>
              <a:t>compute their new local  distance vector</a:t>
            </a:r>
          </a:p>
          <a:p>
            <a:pPr marL="174625" indent="-174625">
              <a:lnSpc>
                <a:spcPct val="90000"/>
              </a:lnSpc>
              <a:buClr>
                <a:srgbClr val="0000A8"/>
              </a:buClr>
              <a:buFont typeface="Wingdings" pitchFamily="2" charset="2"/>
              <a:buChar char="§"/>
            </a:pPr>
            <a:r>
              <a:rPr lang="en-US" dirty="0"/>
              <a:t>send their new local distance vector to neighbors</a:t>
            </a:r>
          </a:p>
        </p:txBody>
      </p:sp>
      <p:grpSp>
        <p:nvGrpSpPr>
          <p:cNvPr id="526" name="Group 525">
            <a:extLst>
              <a:ext uri="{FF2B5EF4-FFF2-40B4-BE49-F238E27FC236}">
                <a16:creationId xmlns:a16="http://schemas.microsoft.com/office/drawing/2014/main" id="{75F32365-6EC8-A736-3C44-5C73BA2FD3EC}"/>
              </a:ext>
            </a:extLst>
          </p:cNvPr>
          <p:cNvGrpSpPr/>
          <p:nvPr/>
        </p:nvGrpSpPr>
        <p:grpSpPr>
          <a:xfrm>
            <a:off x="584365" y="1859143"/>
            <a:ext cx="736099" cy="1229581"/>
            <a:chOff x="10030307" y="3444875"/>
            <a:chExt cx="736099" cy="1229581"/>
          </a:xfrm>
        </p:grpSpPr>
        <p:sp>
          <p:nvSpPr>
            <p:cNvPr id="527" name="TextBox 526">
              <a:extLst>
                <a:ext uri="{FF2B5EF4-FFF2-40B4-BE49-F238E27FC236}">
                  <a16:creationId xmlns:a16="http://schemas.microsoft.com/office/drawing/2014/main" id="{12309D68-7D1A-8FC0-A952-98CF3D2763FB}"/>
                </a:ext>
              </a:extLst>
            </p:cNvPr>
            <p:cNvSpPr txBox="1"/>
            <p:nvPr/>
          </p:nvSpPr>
          <p:spPr>
            <a:xfrm>
              <a:off x="10030307" y="4089681"/>
              <a:ext cx="736099" cy="584775"/>
            </a:xfrm>
            <a:prstGeom prst="rect">
              <a:avLst/>
            </a:prstGeom>
            <a:noFill/>
          </p:spPr>
          <p:txBody>
            <a:bodyPr wrap="none" rtlCol="0">
              <a:spAutoFit/>
            </a:bodyPr>
            <a:lstStyle/>
            <a:p>
              <a:r>
                <a:rPr lang="en-US" sz="3200" dirty="0"/>
                <a:t>t=2</a:t>
              </a:r>
            </a:p>
          </p:txBody>
        </p:sp>
        <p:grpSp>
          <p:nvGrpSpPr>
            <p:cNvPr id="528" name="Group 527">
              <a:extLst>
                <a:ext uri="{FF2B5EF4-FFF2-40B4-BE49-F238E27FC236}">
                  <a16:creationId xmlns:a16="http://schemas.microsoft.com/office/drawing/2014/main" id="{7F651DE3-6A58-0E1F-7105-626810F24954}"/>
                </a:ext>
              </a:extLst>
            </p:cNvPr>
            <p:cNvGrpSpPr/>
            <p:nvPr/>
          </p:nvGrpSpPr>
          <p:grpSpPr>
            <a:xfrm>
              <a:off x="10034588" y="3444875"/>
              <a:ext cx="682627" cy="682625"/>
              <a:chOff x="10034588" y="3444875"/>
              <a:chExt cx="682627" cy="682625"/>
            </a:xfrm>
          </p:grpSpPr>
          <p:sp>
            <p:nvSpPr>
              <p:cNvPr id="529" name="Oval 528">
                <a:extLst>
                  <a:ext uri="{FF2B5EF4-FFF2-40B4-BE49-F238E27FC236}">
                    <a16:creationId xmlns:a16="http://schemas.microsoft.com/office/drawing/2014/main" id="{D9932FD7-C41E-8693-20FA-6CFD1AD976A5}"/>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30" name="Straight Connector 529">
                <a:extLst>
                  <a:ext uri="{FF2B5EF4-FFF2-40B4-BE49-F238E27FC236}">
                    <a16:creationId xmlns:a16="http://schemas.microsoft.com/office/drawing/2014/main" id="{254D3D6F-D218-880C-A914-ACD14AB00C31}"/>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C1109C81-2E56-0BA3-D94B-58E91C557829}"/>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01012CBC-1A4E-267A-6AAA-76CE625F238A}"/>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FBD0818E-77DE-53D0-E799-43FBEEEDBB6B}"/>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80F41B64-31AE-FEE4-F6B5-2D00A7C6A422}"/>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38617C52-0FF6-7D8A-818C-F3A3ACF148F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6D3B7C41-B7AE-2398-0483-CE7EBBD43FFF}"/>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3B3126FD-0F20-C275-62C0-EA5BD71F054A}"/>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802C285-E51F-64B9-6D41-D67E8C55FE8D}"/>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a:extLst>
                  <a:ext uri="{FF2B5EF4-FFF2-40B4-BE49-F238E27FC236}">
                    <a16:creationId xmlns:a16="http://schemas.microsoft.com/office/drawing/2014/main" id="{391DF15F-6FBD-7A58-6E12-2F98F406838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a:extLst>
                  <a:ext uri="{FF2B5EF4-FFF2-40B4-BE49-F238E27FC236}">
                    <a16:creationId xmlns:a16="http://schemas.microsoft.com/office/drawing/2014/main" id="{B8C7654E-88EC-EDBB-9465-824D2AAA5874}"/>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a:extLst>
                  <a:ext uri="{FF2B5EF4-FFF2-40B4-BE49-F238E27FC236}">
                    <a16:creationId xmlns:a16="http://schemas.microsoft.com/office/drawing/2014/main" id="{59BC7E8B-8308-383C-A1D3-162AC05B91B2}"/>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42" name="Oval 541">
                <a:extLst>
                  <a:ext uri="{FF2B5EF4-FFF2-40B4-BE49-F238E27FC236}">
                    <a16:creationId xmlns:a16="http://schemas.microsoft.com/office/drawing/2014/main" id="{AB9FF77A-C275-6B3B-D51E-630C3815CD24}"/>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543" name="Straight Connector 542">
            <a:extLst>
              <a:ext uri="{FF2B5EF4-FFF2-40B4-BE49-F238E27FC236}">
                <a16:creationId xmlns:a16="http://schemas.microsoft.com/office/drawing/2014/main" id="{5F93B886-A8E1-5934-C386-C41C565D638F}"/>
              </a:ext>
            </a:extLst>
          </p:cNvPr>
          <p:cNvCxnSpPr>
            <a:cxnSpLocks/>
          </p:cNvCxnSpPr>
          <p:nvPr/>
        </p:nvCxnSpPr>
        <p:spPr>
          <a:xfrm flipH="1">
            <a:off x="919556" y="2070953"/>
            <a:ext cx="240612" cy="121026"/>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636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par>
                                <p:cTn id="16" presetID="22" presetClass="entr" presetSubtype="1" fill="hold" grpId="0" nodeType="withEffect">
                                  <p:stCondLst>
                                    <p:cond delay="0"/>
                                  </p:stCondLst>
                                  <p:childTnLst>
                                    <p:set>
                                      <p:cBhvr>
                                        <p:cTn id="17" dur="1" fill="hold">
                                          <p:stCondLst>
                                            <p:cond delay="0"/>
                                          </p:stCondLst>
                                        </p:cTn>
                                        <p:tgtEl>
                                          <p:spTgt spid="56"/>
                                        </p:tgtEl>
                                        <p:attrNameLst>
                                          <p:attrName>style.visibility</p:attrName>
                                        </p:attrNameLst>
                                      </p:cBhvr>
                                      <p:to>
                                        <p:strVal val="visible"/>
                                      </p:to>
                                    </p:set>
                                    <p:animEffect transition="in" filter="wipe(up)">
                                      <p:cBhvr>
                                        <p:cTn id="18" dur="1000"/>
                                        <p:tgtEl>
                                          <p:spTgt spid="56"/>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520"/>
                                        </p:tgtEl>
                                        <p:attrNameLst>
                                          <p:attrName>style.visibility</p:attrName>
                                        </p:attrNameLst>
                                      </p:cBhvr>
                                      <p:to>
                                        <p:strVal val="visible"/>
                                      </p:to>
                                    </p:set>
                                    <p:animEffect transition="in" filter="wipe(left)">
                                      <p:cBhvr>
                                        <p:cTn id="21" dur="1000"/>
                                        <p:tgtEl>
                                          <p:spTgt spid="520"/>
                                        </p:tgtEl>
                                      </p:cBhvr>
                                    </p:animEffect>
                                  </p:childTnLst>
                                </p:cTn>
                              </p:par>
                              <p:par>
                                <p:cTn id="22" presetID="22" presetClass="entr" presetSubtype="2" fill="hold" grpId="0" nodeType="withEffect">
                                  <p:stCondLst>
                                    <p:cond delay="0"/>
                                  </p:stCondLst>
                                  <p:childTnLst>
                                    <p:set>
                                      <p:cBhvr>
                                        <p:cTn id="23" dur="1" fill="hold">
                                          <p:stCondLst>
                                            <p:cond delay="0"/>
                                          </p:stCondLst>
                                        </p:cTn>
                                        <p:tgtEl>
                                          <p:spTgt spid="519"/>
                                        </p:tgtEl>
                                        <p:attrNameLst>
                                          <p:attrName>style.visibility</p:attrName>
                                        </p:attrNameLst>
                                      </p:cBhvr>
                                      <p:to>
                                        <p:strVal val="visible"/>
                                      </p:to>
                                    </p:set>
                                    <p:animEffect transition="in" filter="wipe(right)">
                                      <p:cBhvr>
                                        <p:cTn id="24" dur="1000"/>
                                        <p:tgtEl>
                                          <p:spTgt spid="519"/>
                                        </p:tgtEl>
                                      </p:cBhvr>
                                    </p:animEffect>
                                  </p:childTnLst>
                                </p:cTn>
                              </p:par>
                              <p:par>
                                <p:cTn id="25" presetID="22" presetClass="entr" presetSubtype="1" fill="hold" grpId="0" nodeType="with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up)">
                                      <p:cBhvr>
                                        <p:cTn id="27" dur="1000"/>
                                        <p:tgtEl>
                                          <p:spTgt spid="58"/>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522"/>
                                        </p:tgtEl>
                                        <p:attrNameLst>
                                          <p:attrName>style.visibility</p:attrName>
                                        </p:attrNameLst>
                                      </p:cBhvr>
                                      <p:to>
                                        <p:strVal val="visible"/>
                                      </p:to>
                                    </p:set>
                                    <p:animEffect transition="in" filter="wipe(left)">
                                      <p:cBhvr>
                                        <p:cTn id="30" dur="1000"/>
                                        <p:tgtEl>
                                          <p:spTgt spid="522"/>
                                        </p:tgtEl>
                                      </p:cBhvr>
                                    </p:animEffect>
                                  </p:childTnLst>
                                </p:cTn>
                              </p:par>
                              <p:par>
                                <p:cTn id="31" presetID="22" presetClass="entr" presetSubtype="2" fill="hold" grpId="0" nodeType="withEffect">
                                  <p:stCondLst>
                                    <p:cond delay="0"/>
                                  </p:stCondLst>
                                  <p:childTnLst>
                                    <p:set>
                                      <p:cBhvr>
                                        <p:cTn id="32" dur="1" fill="hold">
                                          <p:stCondLst>
                                            <p:cond delay="0"/>
                                          </p:stCondLst>
                                        </p:cTn>
                                        <p:tgtEl>
                                          <p:spTgt spid="521"/>
                                        </p:tgtEl>
                                        <p:attrNameLst>
                                          <p:attrName>style.visibility</p:attrName>
                                        </p:attrNameLst>
                                      </p:cBhvr>
                                      <p:to>
                                        <p:strVal val="visible"/>
                                      </p:to>
                                    </p:set>
                                    <p:animEffect transition="in" filter="wipe(right)">
                                      <p:cBhvr>
                                        <p:cTn id="33" dur="1000"/>
                                        <p:tgtEl>
                                          <p:spTgt spid="521"/>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wipe(down)">
                                      <p:cBhvr>
                                        <p:cTn id="36" dur="1000"/>
                                        <p:tgtEl>
                                          <p:spTgt spid="57"/>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518"/>
                                        </p:tgtEl>
                                        <p:attrNameLst>
                                          <p:attrName>style.visibility</p:attrName>
                                        </p:attrNameLst>
                                      </p:cBhvr>
                                      <p:to>
                                        <p:strVal val="visible"/>
                                      </p:to>
                                    </p:set>
                                    <p:animEffect transition="in" filter="wipe(left)">
                                      <p:cBhvr>
                                        <p:cTn id="39" dur="1000"/>
                                        <p:tgtEl>
                                          <p:spTgt spid="518"/>
                                        </p:tgtEl>
                                      </p:cBhvr>
                                    </p:animEffect>
                                  </p:childTnLst>
                                </p:cTn>
                              </p:par>
                              <p:par>
                                <p:cTn id="40" presetID="22" presetClass="entr" presetSubtype="1" fill="hold" grpId="0" nodeType="withEffect">
                                  <p:stCondLst>
                                    <p:cond delay="0"/>
                                  </p:stCondLst>
                                  <p:childTnLst>
                                    <p:set>
                                      <p:cBhvr>
                                        <p:cTn id="41" dur="1" fill="hold">
                                          <p:stCondLst>
                                            <p:cond delay="0"/>
                                          </p:stCondLst>
                                        </p:cTn>
                                        <p:tgtEl>
                                          <p:spTgt spid="60"/>
                                        </p:tgtEl>
                                        <p:attrNameLst>
                                          <p:attrName>style.visibility</p:attrName>
                                        </p:attrNameLst>
                                      </p:cBhvr>
                                      <p:to>
                                        <p:strVal val="visible"/>
                                      </p:to>
                                    </p:set>
                                    <p:animEffect transition="in" filter="wipe(up)">
                                      <p:cBhvr>
                                        <p:cTn id="42" dur="1000"/>
                                        <p:tgtEl>
                                          <p:spTgt spid="60"/>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517"/>
                                        </p:tgtEl>
                                        <p:attrNameLst>
                                          <p:attrName>style.visibility</p:attrName>
                                        </p:attrNameLst>
                                      </p:cBhvr>
                                      <p:to>
                                        <p:strVal val="visible"/>
                                      </p:to>
                                    </p:set>
                                    <p:animEffect transition="in" filter="wipe(right)">
                                      <p:cBhvr>
                                        <p:cTn id="45" dur="1000"/>
                                        <p:tgtEl>
                                          <p:spTgt spid="517"/>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59"/>
                                        </p:tgtEl>
                                        <p:attrNameLst>
                                          <p:attrName>style.visibility</p:attrName>
                                        </p:attrNameLst>
                                      </p:cBhvr>
                                      <p:to>
                                        <p:strVal val="visible"/>
                                      </p:to>
                                    </p:set>
                                    <p:animEffect transition="in" filter="wipe(down)">
                                      <p:cBhvr>
                                        <p:cTn id="48" dur="1000"/>
                                        <p:tgtEl>
                                          <p:spTgt spid="59"/>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524"/>
                                        </p:tgtEl>
                                        <p:attrNameLst>
                                          <p:attrName>style.visibility</p:attrName>
                                        </p:attrNameLst>
                                      </p:cBhvr>
                                      <p:to>
                                        <p:strVal val="visible"/>
                                      </p:to>
                                    </p:set>
                                    <p:animEffect transition="in" filter="wipe(left)">
                                      <p:cBhvr>
                                        <p:cTn id="51" dur="1000"/>
                                        <p:tgtEl>
                                          <p:spTgt spid="524"/>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62"/>
                                        </p:tgtEl>
                                        <p:attrNameLst>
                                          <p:attrName>style.visibility</p:attrName>
                                        </p:attrNameLst>
                                      </p:cBhvr>
                                      <p:to>
                                        <p:strVal val="visible"/>
                                      </p:to>
                                    </p:set>
                                    <p:animEffect transition="in" filter="wipe(up)">
                                      <p:cBhvr>
                                        <p:cTn id="54" dur="1000"/>
                                        <p:tgtEl>
                                          <p:spTgt spid="62"/>
                                        </p:tgtEl>
                                      </p:cBhvr>
                                    </p:animEffect>
                                  </p:childTnLst>
                                </p:cTn>
                              </p:par>
                              <p:par>
                                <p:cTn id="55" presetID="22" presetClass="entr" presetSubtype="2" fill="hold" grpId="0" nodeType="withEffect">
                                  <p:stCondLst>
                                    <p:cond delay="0"/>
                                  </p:stCondLst>
                                  <p:childTnLst>
                                    <p:set>
                                      <p:cBhvr>
                                        <p:cTn id="56" dur="1" fill="hold">
                                          <p:stCondLst>
                                            <p:cond delay="0"/>
                                          </p:stCondLst>
                                        </p:cTn>
                                        <p:tgtEl>
                                          <p:spTgt spid="523"/>
                                        </p:tgtEl>
                                        <p:attrNameLst>
                                          <p:attrName>style.visibility</p:attrName>
                                        </p:attrNameLst>
                                      </p:cBhvr>
                                      <p:to>
                                        <p:strVal val="visible"/>
                                      </p:to>
                                    </p:set>
                                    <p:animEffect transition="in" filter="wipe(right)">
                                      <p:cBhvr>
                                        <p:cTn id="57" dur="1000"/>
                                        <p:tgtEl>
                                          <p:spTgt spid="523"/>
                                        </p:tgtEl>
                                      </p:cBhvr>
                                    </p:animEffect>
                                  </p:childTnLst>
                                </p:cTn>
                              </p:par>
                              <p:par>
                                <p:cTn id="58" presetID="22" presetClass="entr" presetSubtype="1" fill="hold" grpId="0" nodeType="withEffect">
                                  <p:stCondLst>
                                    <p:cond delay="0"/>
                                  </p:stCondLst>
                                  <p:childTnLst>
                                    <p:set>
                                      <p:cBhvr>
                                        <p:cTn id="59" dur="1" fill="hold">
                                          <p:stCondLst>
                                            <p:cond delay="0"/>
                                          </p:stCondLst>
                                        </p:cTn>
                                        <p:tgtEl>
                                          <p:spTgt spid="448"/>
                                        </p:tgtEl>
                                        <p:attrNameLst>
                                          <p:attrName>style.visibility</p:attrName>
                                        </p:attrNameLst>
                                      </p:cBhvr>
                                      <p:to>
                                        <p:strVal val="visible"/>
                                      </p:to>
                                    </p:set>
                                    <p:animEffect transition="in" filter="wipe(up)">
                                      <p:cBhvr>
                                        <p:cTn id="60" dur="1000"/>
                                        <p:tgtEl>
                                          <p:spTgt spid="448"/>
                                        </p:tgtEl>
                                      </p:cBhvr>
                                    </p:animEffect>
                                  </p:childTnLst>
                                </p:cTn>
                              </p:par>
                              <p:par>
                                <p:cTn id="61" presetID="22" presetClass="entr" presetSubtype="4" fill="hold" grpId="0" nodeType="withEffect">
                                  <p:stCondLst>
                                    <p:cond delay="0"/>
                                  </p:stCondLst>
                                  <p:childTnLst>
                                    <p:set>
                                      <p:cBhvr>
                                        <p:cTn id="62" dur="1" fill="hold">
                                          <p:stCondLst>
                                            <p:cond delay="0"/>
                                          </p:stCondLst>
                                        </p:cTn>
                                        <p:tgtEl>
                                          <p:spTgt spid="61"/>
                                        </p:tgtEl>
                                        <p:attrNameLst>
                                          <p:attrName>style.visibility</p:attrName>
                                        </p:attrNameLst>
                                      </p:cBhvr>
                                      <p:to>
                                        <p:strVal val="visible"/>
                                      </p:to>
                                    </p:set>
                                    <p:animEffect transition="in" filter="wipe(down)">
                                      <p:cBhvr>
                                        <p:cTn id="63" dur="1000"/>
                                        <p:tgtEl>
                                          <p:spTgt spid="61"/>
                                        </p:tgtEl>
                                      </p:cBhvr>
                                    </p:animEffect>
                                  </p:childTnLst>
                                </p:cTn>
                              </p:par>
                              <p:par>
                                <p:cTn id="64" presetID="22" presetClass="entr" presetSubtype="8" fill="hold" grpId="0" nodeType="withEffect">
                                  <p:stCondLst>
                                    <p:cond delay="0"/>
                                  </p:stCondLst>
                                  <p:childTnLst>
                                    <p:set>
                                      <p:cBhvr>
                                        <p:cTn id="65" dur="1" fill="hold">
                                          <p:stCondLst>
                                            <p:cond delay="0"/>
                                          </p:stCondLst>
                                        </p:cTn>
                                        <p:tgtEl>
                                          <p:spTgt spid="516"/>
                                        </p:tgtEl>
                                        <p:attrNameLst>
                                          <p:attrName>style.visibility</p:attrName>
                                        </p:attrNameLst>
                                      </p:cBhvr>
                                      <p:to>
                                        <p:strVal val="visible"/>
                                      </p:to>
                                    </p:set>
                                    <p:animEffect transition="in" filter="wipe(left)">
                                      <p:cBhvr>
                                        <p:cTn id="66" dur="1000"/>
                                        <p:tgtEl>
                                          <p:spTgt spid="516"/>
                                        </p:tgtEl>
                                      </p:cBhvr>
                                    </p:animEffect>
                                  </p:childTnLst>
                                </p:cTn>
                              </p:par>
                              <p:par>
                                <p:cTn id="67" presetID="22" presetClass="entr" presetSubtype="2" fill="hold" grpId="0" nodeType="withEffect">
                                  <p:stCondLst>
                                    <p:cond delay="0"/>
                                  </p:stCondLst>
                                  <p:childTnLst>
                                    <p:set>
                                      <p:cBhvr>
                                        <p:cTn id="68" dur="1" fill="hold">
                                          <p:stCondLst>
                                            <p:cond delay="0"/>
                                          </p:stCondLst>
                                        </p:cTn>
                                        <p:tgtEl>
                                          <p:spTgt spid="515"/>
                                        </p:tgtEl>
                                        <p:attrNameLst>
                                          <p:attrName>style.visibility</p:attrName>
                                        </p:attrNameLst>
                                      </p:cBhvr>
                                      <p:to>
                                        <p:strVal val="visible"/>
                                      </p:to>
                                    </p:set>
                                    <p:animEffect transition="in" filter="wipe(right)">
                                      <p:cBhvr>
                                        <p:cTn id="69" dur="1000"/>
                                        <p:tgtEl>
                                          <p:spTgt spid="515"/>
                                        </p:tgtEl>
                                      </p:cBhvr>
                                    </p:animEffect>
                                  </p:childTnLst>
                                </p:cTn>
                              </p:par>
                              <p:par>
                                <p:cTn id="70" presetID="22" presetClass="entr" presetSubtype="4" fill="hold" grpId="0" nodeType="with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wipe(down)">
                                      <p:cBhvr>
                                        <p:cTn id="72" dur="1000"/>
                                        <p:tgtEl>
                                          <p:spTgt spid="63"/>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451"/>
                                        </p:tgtEl>
                                        <p:attrNameLst>
                                          <p:attrName>style.visibility</p:attrName>
                                        </p:attrNameLst>
                                      </p:cBhvr>
                                      <p:to>
                                        <p:strVal val="visible"/>
                                      </p:to>
                                    </p:set>
                                    <p:animEffect transition="in" filter="wipe(left)">
                                      <p:cBhvr>
                                        <p:cTn id="75" dur="1000"/>
                                        <p:tgtEl>
                                          <p:spTgt spid="451"/>
                                        </p:tgtEl>
                                      </p:cBhvr>
                                    </p:animEffect>
                                  </p:childTnLst>
                                </p:cTn>
                              </p:par>
                              <p:par>
                                <p:cTn id="76" presetID="22" presetClass="entr" presetSubtype="2" fill="hold" grpId="0" nodeType="withEffect">
                                  <p:stCondLst>
                                    <p:cond delay="0"/>
                                  </p:stCondLst>
                                  <p:childTnLst>
                                    <p:set>
                                      <p:cBhvr>
                                        <p:cTn id="77" dur="1" fill="hold">
                                          <p:stCondLst>
                                            <p:cond delay="0"/>
                                          </p:stCondLst>
                                        </p:cTn>
                                        <p:tgtEl>
                                          <p:spTgt spid="450"/>
                                        </p:tgtEl>
                                        <p:attrNameLst>
                                          <p:attrName>style.visibility</p:attrName>
                                        </p:attrNameLst>
                                      </p:cBhvr>
                                      <p:to>
                                        <p:strVal val="visible"/>
                                      </p:to>
                                    </p:set>
                                    <p:animEffect transition="in" filter="wipe(right)">
                                      <p:cBhvr>
                                        <p:cTn id="78" dur="1000"/>
                                        <p:tgtEl>
                                          <p:spTgt spid="450"/>
                                        </p:tgtEl>
                                      </p:cBhvr>
                                    </p:animEffect>
                                  </p:childTnLst>
                                </p:cTn>
                              </p:par>
                              <p:par>
                                <p:cTn id="79" presetID="22" presetClass="entr" presetSubtype="4" fill="hold" grpId="0" nodeType="withEffect">
                                  <p:stCondLst>
                                    <p:cond delay="0"/>
                                  </p:stCondLst>
                                  <p:childTnLst>
                                    <p:set>
                                      <p:cBhvr>
                                        <p:cTn id="80" dur="1" fill="hold">
                                          <p:stCondLst>
                                            <p:cond delay="0"/>
                                          </p:stCondLst>
                                        </p:cTn>
                                        <p:tgtEl>
                                          <p:spTgt spid="449"/>
                                        </p:tgtEl>
                                        <p:attrNameLst>
                                          <p:attrName>style.visibility</p:attrName>
                                        </p:attrNameLst>
                                      </p:cBhvr>
                                      <p:to>
                                        <p:strVal val="visible"/>
                                      </p:to>
                                    </p:set>
                                    <p:animEffect transition="in" filter="wipe(down)">
                                      <p:cBhvr>
                                        <p:cTn id="81" dur="1000"/>
                                        <p:tgtEl>
                                          <p:spTgt spid="4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animBg="1"/>
      <p:bldP spid="59" grpId="0" animBg="1"/>
      <p:bldP spid="60" grpId="0" animBg="1"/>
      <p:bldP spid="61" grpId="0" animBg="1"/>
      <p:bldP spid="62" grpId="0" animBg="1"/>
      <p:bldP spid="63" grpId="0" animBg="1"/>
      <p:bldP spid="448" grpId="0" animBg="1"/>
      <p:bldP spid="449" grpId="0" animBg="1"/>
      <p:bldP spid="450" grpId="0" animBg="1"/>
      <p:bldP spid="451" grpId="0" animBg="1"/>
      <p:bldP spid="515" grpId="0" animBg="1"/>
      <p:bldP spid="516" grpId="0" animBg="1"/>
      <p:bldP spid="517" grpId="0" animBg="1"/>
      <p:bldP spid="518" grpId="0" animBg="1"/>
      <p:bldP spid="519" grpId="0" animBg="1"/>
      <p:bldP spid="520" grpId="0" animBg="1"/>
      <p:bldP spid="521" grpId="0" animBg="1"/>
      <p:bldP spid="522" grpId="0" animBg="1"/>
      <p:bldP spid="523" grpId="0" animBg="1"/>
      <p:bldP spid="52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23" name="Content Placeholder 2">
            <a:extLst>
              <a:ext uri="{FF2B5EF4-FFF2-40B4-BE49-F238E27FC236}">
                <a16:creationId xmlns:a16="http://schemas.microsoft.com/office/drawing/2014/main" id="{6E61E912-98C6-4E56-EE1E-A02D1F2D3772}"/>
              </a:ext>
            </a:extLst>
          </p:cNvPr>
          <p:cNvSpPr txBox="1">
            <a:spLocks/>
          </p:cNvSpPr>
          <p:nvPr/>
        </p:nvSpPr>
        <p:spPr>
          <a:xfrm>
            <a:off x="6516585" y="1193528"/>
            <a:ext cx="5465714" cy="46727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5000"/>
              </a:lnSpc>
              <a:spcBef>
                <a:spcPts val="0"/>
              </a:spcBef>
              <a:spcAft>
                <a:spcPts val="600"/>
              </a:spcAft>
              <a:buNone/>
            </a:pPr>
            <a:r>
              <a:rPr lang="fa-IR" sz="2000" b="1" dirty="0">
                <a:solidFill>
                  <a:srgbClr val="C00000"/>
                </a:solidFill>
                <a:latin typeface="IRANSans(FaNum)" panose="02040503050201020203" pitchFamily="18" charset="-78"/>
              </a:rPr>
              <a:t>مثال: تکرار</a:t>
            </a:r>
            <a:endParaRPr lang="en-US" sz="1800" b="1" dirty="0">
              <a:solidFill>
                <a:srgbClr val="1F1FFF"/>
              </a:solidFill>
              <a:latin typeface="IRANSans(FaNum)" panose="02040503050201020203" pitchFamily="18" charset="-78"/>
            </a:endParaRPr>
          </a:p>
        </p:txBody>
      </p:sp>
      <p:sp>
        <p:nvSpPr>
          <p:cNvPr id="8" name="Content Placeholder 2">
            <a:extLst>
              <a:ext uri="{FF2B5EF4-FFF2-40B4-BE49-F238E27FC236}">
                <a16:creationId xmlns:a16="http://schemas.microsoft.com/office/drawing/2014/main" id="{383EBF5A-B9DE-EE6C-76F6-98FC4DCA75E7}"/>
              </a:ext>
            </a:extLst>
          </p:cNvPr>
          <p:cNvSpPr txBox="1">
            <a:spLocks/>
          </p:cNvSpPr>
          <p:nvPr/>
        </p:nvSpPr>
        <p:spPr>
          <a:xfrm>
            <a:off x="766108" y="1894804"/>
            <a:ext cx="11216191" cy="4587766"/>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000" indent="0">
              <a:lnSpc>
                <a:spcPct val="200000"/>
              </a:lnSpc>
              <a:spcBef>
                <a:spcPts val="0"/>
              </a:spcBef>
              <a:spcAft>
                <a:spcPts val="600"/>
              </a:spcAft>
              <a:buNone/>
            </a:pPr>
            <a:r>
              <a:rPr lang="fa-IR" sz="2000" b="1" dirty="0">
                <a:solidFill>
                  <a:srgbClr val="1F1FFF"/>
                </a:solidFill>
                <a:latin typeface="IRANSans(FaNum)" panose="02040503050201020203" pitchFamily="18" charset="-78"/>
              </a:rPr>
              <a:t>... و به همین روال ادامه می‌یابد.</a:t>
            </a:r>
          </a:p>
          <a:p>
            <a:pPr marL="288000" indent="0">
              <a:lnSpc>
                <a:spcPct val="200000"/>
              </a:lnSpc>
              <a:spcBef>
                <a:spcPts val="0"/>
              </a:spcBef>
              <a:spcAft>
                <a:spcPts val="600"/>
              </a:spcAft>
              <a:buNone/>
            </a:pPr>
            <a:r>
              <a:rPr lang="fa-IR" sz="2000" b="1" dirty="0">
                <a:solidFill>
                  <a:srgbClr val="1F1FFF"/>
                </a:solidFill>
                <a:latin typeface="IRANSans(FaNum)" panose="02040503050201020203" pitchFamily="18" charset="-78"/>
              </a:rPr>
              <a:t>اجازه دهید نگاه دقیق‌تری به محاسبات تکرارشونده در گره‌ها داشته باشیم.</a:t>
            </a:r>
          </a:p>
        </p:txBody>
      </p:sp>
    </p:spTree>
    <p:extLst>
      <p:ext uri="{BB962C8B-B14F-4D97-AF65-F5344CB8AC3E}">
        <p14:creationId xmlns:p14="http://schemas.microsoft.com/office/powerpoint/2010/main" val="711970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xEl>
                                              <p:pRg st="0" end="0"/>
                                            </p:txEl>
                                          </p:spTgt>
                                        </p:tgtEl>
                                        <p:attrNameLst>
                                          <p:attrName>style.visibility</p:attrName>
                                        </p:attrNameLst>
                                      </p:cBhvr>
                                      <p:to>
                                        <p:strVal val="visible"/>
                                      </p:to>
                                    </p:set>
                                    <p:animEffect transition="in" filter="fade">
                                      <p:cBhvr>
                                        <p:cTn id="13" dur="1000"/>
                                        <p:tgtEl>
                                          <p:spTgt spid="23">
                                            <p:txEl>
                                              <p:pRg st="0" end="0"/>
                                            </p:txEl>
                                          </p:spTgt>
                                        </p:tgtEl>
                                      </p:cBhvr>
                                    </p:animEffect>
                                    <p:anim calcmode="lin" valueType="num">
                                      <p:cBhvr>
                                        <p:cTn id="14" dur="10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Effect transition="in" filter="fade">
                                      <p:cBhvr>
                                        <p:cTn id="19" dur="1000"/>
                                        <p:tgtEl>
                                          <p:spTgt spid="8">
                                            <p:txEl>
                                              <p:pRg st="0" end="0"/>
                                            </p:txEl>
                                          </p:spTgt>
                                        </p:tgtEl>
                                      </p:cBhvr>
                                    </p:animEffect>
                                    <p:anim calcmode="lin" valueType="num">
                                      <p:cBhvr>
                                        <p:cTn id="20"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8">
                                            <p:txEl>
                                              <p:pRg st="1" end="1"/>
                                            </p:txEl>
                                          </p:spTgt>
                                        </p:tgtEl>
                                        <p:attrNameLst>
                                          <p:attrName>style.visibility</p:attrName>
                                        </p:attrNameLst>
                                      </p:cBhvr>
                                      <p:to>
                                        <p:strVal val="visible"/>
                                      </p:to>
                                    </p:set>
                                    <p:animEffect transition="in" filter="fade">
                                      <p:cBhvr>
                                        <p:cTn id="25" dur="1000"/>
                                        <p:tgtEl>
                                          <p:spTgt spid="8">
                                            <p:txEl>
                                              <p:pRg st="1" end="1"/>
                                            </p:txEl>
                                          </p:spTgt>
                                        </p:tgtEl>
                                      </p:cBhvr>
                                    </p:animEffect>
                                    <p:anim calcmode="lin" valueType="num">
                                      <p:cBhvr>
                                        <p:cTn id="26"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27"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29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BFFCE3C3-C60C-7243-3311-0F52FF4D3ACE}"/>
              </a:ext>
            </a:extLst>
          </p:cNvPr>
          <p:cNvGrpSpPr/>
          <p:nvPr/>
        </p:nvGrpSpPr>
        <p:grpSpPr>
          <a:xfrm>
            <a:off x="2827965" y="1383934"/>
            <a:ext cx="1547391" cy="2620631"/>
            <a:chOff x="3221255" y="1012723"/>
            <a:chExt cx="1547391" cy="2620631"/>
          </a:xfrm>
        </p:grpSpPr>
        <p:sp>
          <p:nvSpPr>
            <p:cNvPr id="9" name="Freeform 372">
              <a:extLst>
                <a:ext uri="{FF2B5EF4-FFF2-40B4-BE49-F238E27FC236}">
                  <a16:creationId xmlns:a16="http://schemas.microsoft.com/office/drawing/2014/main" id="{E4D8E0DC-5377-AD00-E84F-AFA4F047DB54}"/>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292C8734-24D1-B2AA-2D72-E6413562EBFC}"/>
                </a:ext>
              </a:extLst>
            </p:cNvPr>
            <p:cNvGrpSpPr/>
            <p:nvPr/>
          </p:nvGrpSpPr>
          <p:grpSpPr>
            <a:xfrm>
              <a:off x="3221255" y="1012723"/>
              <a:ext cx="1172904" cy="2620631"/>
              <a:chOff x="3221255" y="1012723"/>
              <a:chExt cx="1172904" cy="2620631"/>
            </a:xfrm>
          </p:grpSpPr>
          <p:sp>
            <p:nvSpPr>
              <p:cNvPr id="12" name="Rectangle 11">
                <a:extLst>
                  <a:ext uri="{FF2B5EF4-FFF2-40B4-BE49-F238E27FC236}">
                    <a16:creationId xmlns:a16="http://schemas.microsoft.com/office/drawing/2014/main" id="{CE986B14-BD40-06A5-9645-FF5FAE566D91}"/>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1F7D84F6-1759-56D6-0315-8C20E7AC8BC7}"/>
                  </a:ext>
                </a:extLst>
              </p:cNvPr>
              <p:cNvGrpSpPr/>
              <p:nvPr/>
            </p:nvGrpSpPr>
            <p:grpSpPr>
              <a:xfrm>
                <a:off x="3221255" y="1017253"/>
                <a:ext cx="1172904" cy="2616101"/>
                <a:chOff x="9477371" y="702026"/>
                <a:chExt cx="1172904" cy="2616101"/>
              </a:xfrm>
            </p:grpSpPr>
            <p:sp>
              <p:nvSpPr>
                <p:cNvPr id="14" name="Rectangle 13">
                  <a:extLst>
                    <a:ext uri="{FF2B5EF4-FFF2-40B4-BE49-F238E27FC236}">
                      <a16:creationId xmlns:a16="http://schemas.microsoft.com/office/drawing/2014/main" id="{777EC130-04CA-58FD-3FBA-813ECBE45990}"/>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14">
                  <a:extLst>
                    <a:ext uri="{FF2B5EF4-FFF2-40B4-BE49-F238E27FC236}">
                      <a16:creationId xmlns:a16="http://schemas.microsoft.com/office/drawing/2014/main" id="{50ADF928-34CB-0DF2-4420-46273F4C37CF}"/>
                    </a:ext>
                  </a:extLst>
                </p:cNvPr>
                <p:cNvSpPr txBox="1"/>
                <p:nvPr/>
              </p:nvSpPr>
              <p:spPr>
                <a:xfrm>
                  <a:off x="9533078" y="702026"/>
                  <a:ext cx="1117197" cy="2616101"/>
                </a:xfrm>
                <a:prstGeom prst="rect">
                  <a:avLst/>
                </a:prstGeom>
                <a:noFill/>
              </p:spPr>
              <p:txBody>
                <a:bodyPr wrap="square" rtlCol="0">
                  <a:spAutoFit/>
                </a:bodyPr>
                <a:lstStyle/>
                <a:p>
                  <a:r>
                    <a:rPr lang="en-US" sz="2000" dirty="0">
                      <a:solidFill>
                        <a:schemeClr val="bg1"/>
                      </a:solidFill>
                    </a:rPr>
                    <a:t>DV in a: </a:t>
                  </a:r>
                  <a:r>
                    <a:rPr lang="en-US" sz="1600" dirty="0"/>
                    <a:t>D</a:t>
                  </a:r>
                  <a:r>
                    <a:rPr lang="en-US" sz="1600" baseline="-25000" dirty="0"/>
                    <a:t>a</a:t>
                  </a:r>
                  <a:r>
                    <a:rPr lang="en-US" sz="1600" dirty="0"/>
                    <a:t>(a)=0</a:t>
                  </a:r>
                </a:p>
                <a:p>
                  <a:r>
                    <a:rPr lang="en-US" sz="1600" dirty="0"/>
                    <a:t>D</a:t>
                  </a:r>
                  <a:r>
                    <a:rPr lang="en-US" sz="1600" baseline="-25000" dirty="0"/>
                    <a:t>a</a:t>
                  </a:r>
                  <a:r>
                    <a:rPr lang="en-US" sz="1600" dirty="0"/>
                    <a:t>(b) = 8</a:t>
                  </a:r>
                  <a:endParaRPr lang="en-US" sz="1600" dirty="0">
                    <a:cs typeface="Arial" charset="0"/>
                  </a:endParaRPr>
                </a:p>
                <a:p>
                  <a:r>
                    <a:rPr lang="en-US" sz="1600" dirty="0"/>
                    <a:t>D</a:t>
                  </a:r>
                  <a:r>
                    <a:rPr lang="en-US" sz="1600" baseline="-25000" dirty="0"/>
                    <a:t>a</a:t>
                  </a:r>
                  <a:r>
                    <a:rPr lang="en-US" sz="1600" dirty="0"/>
                    <a:t>(c) =</a:t>
                  </a:r>
                  <a:r>
                    <a:rPr lang="en-US" sz="1600" dirty="0">
                      <a:cs typeface="Arial" charset="0"/>
                    </a:rPr>
                    <a:t> ∞</a:t>
                  </a:r>
                </a:p>
                <a:p>
                  <a:r>
                    <a:rPr lang="en-US" sz="1600" dirty="0"/>
                    <a:t>D</a:t>
                  </a:r>
                  <a:r>
                    <a:rPr lang="en-US" sz="1600" baseline="-25000" dirty="0"/>
                    <a:t>a</a:t>
                  </a:r>
                  <a:r>
                    <a:rPr lang="en-US" sz="1600" dirty="0"/>
                    <a:t>(d) =</a:t>
                  </a:r>
                  <a:r>
                    <a:rPr lang="en-US" sz="1600" dirty="0">
                      <a:cs typeface="Arial" charset="0"/>
                    </a:rPr>
                    <a:t> 1</a:t>
                  </a:r>
                </a:p>
                <a:p>
                  <a:r>
                    <a:rPr lang="en-US" sz="1600" dirty="0"/>
                    <a:t>D</a:t>
                  </a:r>
                  <a:r>
                    <a:rPr lang="en-US" sz="1600" baseline="-25000" dirty="0"/>
                    <a:t>a</a:t>
                  </a:r>
                  <a:r>
                    <a:rPr lang="en-US" sz="1600" dirty="0"/>
                    <a:t>(e) =</a:t>
                  </a:r>
                  <a:r>
                    <a:rPr lang="en-US" sz="1600" dirty="0">
                      <a:cs typeface="Arial" charset="0"/>
                    </a:rPr>
                    <a:t> ∞</a:t>
                  </a:r>
                </a:p>
                <a:p>
                  <a:r>
                    <a:rPr lang="en-US" sz="1600" dirty="0"/>
                    <a:t>D</a:t>
                  </a:r>
                  <a:r>
                    <a:rPr lang="en-US" sz="1600" baseline="-25000" dirty="0"/>
                    <a:t>a</a:t>
                  </a:r>
                  <a:r>
                    <a:rPr lang="en-US" sz="1600" dirty="0"/>
                    <a:t>(f) =</a:t>
                  </a:r>
                  <a:r>
                    <a:rPr lang="en-US" sz="1600" dirty="0">
                      <a:cs typeface="Arial" charset="0"/>
                    </a:rPr>
                    <a:t> ∞</a:t>
                  </a:r>
                </a:p>
                <a:p>
                  <a:r>
                    <a:rPr lang="en-US" sz="1600" dirty="0"/>
                    <a:t>D</a:t>
                  </a:r>
                  <a:r>
                    <a:rPr lang="en-US" sz="1600" baseline="-25000" dirty="0"/>
                    <a:t>a</a:t>
                  </a:r>
                  <a:r>
                    <a:rPr lang="en-US" sz="1600" dirty="0"/>
                    <a:t>(g) =</a:t>
                  </a:r>
                  <a:r>
                    <a:rPr lang="en-US" sz="1600" dirty="0">
                      <a:cs typeface="Arial" charset="0"/>
                    </a:rPr>
                    <a:t> ∞</a:t>
                  </a:r>
                </a:p>
                <a:p>
                  <a:r>
                    <a:rPr lang="en-US" sz="1600" dirty="0"/>
                    <a:t>D</a:t>
                  </a:r>
                  <a:r>
                    <a:rPr lang="en-US" sz="1600" baseline="-25000" dirty="0"/>
                    <a:t>a</a:t>
                  </a:r>
                  <a:r>
                    <a:rPr lang="en-US" sz="1600" dirty="0"/>
                    <a:t>(h) =</a:t>
                  </a:r>
                  <a:r>
                    <a:rPr lang="en-US" sz="1600" dirty="0">
                      <a:cs typeface="Arial" charset="0"/>
                    </a:rPr>
                    <a:t> ∞</a:t>
                  </a:r>
                </a:p>
                <a:p>
                  <a:r>
                    <a:rPr lang="en-US" sz="1600" dirty="0"/>
                    <a:t>D</a:t>
                  </a:r>
                  <a:r>
                    <a:rPr lang="en-US" sz="1600" baseline="-25000" dirty="0"/>
                    <a:t>a</a:t>
                  </a:r>
                  <a:r>
                    <a:rPr lang="en-US" sz="1600" dirty="0"/>
                    <a:t>(i) =</a:t>
                  </a:r>
                  <a:r>
                    <a:rPr lang="en-US" sz="1600" dirty="0">
                      <a:cs typeface="Arial" charset="0"/>
                    </a:rPr>
                    <a:t> ∞</a:t>
                  </a:r>
                  <a:endParaRPr lang="en-US" sz="1600" dirty="0"/>
                </a:p>
              </p:txBody>
            </p:sp>
            <p:cxnSp>
              <p:nvCxnSpPr>
                <p:cNvPr id="16" name="Straight Connector 15">
                  <a:extLst>
                    <a:ext uri="{FF2B5EF4-FFF2-40B4-BE49-F238E27FC236}">
                      <a16:creationId xmlns:a16="http://schemas.microsoft.com/office/drawing/2014/main" id="{F1C83F05-5D60-1E2F-F283-105FD6FF8248}"/>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13011572-F757-9816-98E8-C915645DAF14}"/>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cxnSp>
        <p:nvCxnSpPr>
          <p:cNvPr id="18" name="Straight Connector 17">
            <a:extLst>
              <a:ext uri="{FF2B5EF4-FFF2-40B4-BE49-F238E27FC236}">
                <a16:creationId xmlns:a16="http://schemas.microsoft.com/office/drawing/2014/main" id="{BF7E2109-DEF6-B8FD-747A-41B2700CC134}"/>
              </a:ext>
            </a:extLst>
          </p:cNvPr>
          <p:cNvCxnSpPr>
            <a:cxnSpLocks/>
            <a:stCxn id="20" idx="2"/>
            <a:endCxn id="20" idx="0"/>
          </p:cNvCxnSpPr>
          <p:nvPr/>
        </p:nvCxnSpPr>
        <p:spPr>
          <a:xfrm flipV="1">
            <a:off x="6530326" y="2382344"/>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66621A6-EB47-4DC0-1417-523D64B577AD}"/>
              </a:ext>
            </a:extLst>
          </p:cNvPr>
          <p:cNvCxnSpPr>
            <a:cxnSpLocks/>
            <a:stCxn id="20" idx="1"/>
            <a:endCxn id="20" idx="3"/>
          </p:cNvCxnSpPr>
          <p:nvPr/>
        </p:nvCxnSpPr>
        <p:spPr>
          <a:xfrm>
            <a:off x="4598770" y="4313899"/>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CCEC5CE6-8E71-5955-2181-3104C62A4DFF}"/>
              </a:ext>
            </a:extLst>
          </p:cNvPr>
          <p:cNvSpPr/>
          <p:nvPr/>
        </p:nvSpPr>
        <p:spPr>
          <a:xfrm>
            <a:off x="4598770" y="2382344"/>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Rectangle 20">
            <a:extLst>
              <a:ext uri="{FF2B5EF4-FFF2-40B4-BE49-F238E27FC236}">
                <a16:creationId xmlns:a16="http://schemas.microsoft.com/office/drawing/2014/main" id="{FDD943A4-C591-1DF4-C674-52B0732BA7C1}"/>
              </a:ext>
            </a:extLst>
          </p:cNvPr>
          <p:cNvSpPr/>
          <p:nvPr/>
        </p:nvSpPr>
        <p:spPr>
          <a:xfrm>
            <a:off x="8380337" y="2453694"/>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22" name="Group 21">
            <a:extLst>
              <a:ext uri="{FF2B5EF4-FFF2-40B4-BE49-F238E27FC236}">
                <a16:creationId xmlns:a16="http://schemas.microsoft.com/office/drawing/2014/main" id="{38F9231E-136D-6FE4-F245-7C7761E8E9C6}"/>
              </a:ext>
            </a:extLst>
          </p:cNvPr>
          <p:cNvGrpSpPr/>
          <p:nvPr/>
        </p:nvGrpSpPr>
        <p:grpSpPr>
          <a:xfrm>
            <a:off x="4333785" y="6025437"/>
            <a:ext cx="4395351" cy="404576"/>
            <a:chOff x="4333785" y="5772213"/>
            <a:chExt cx="4395351" cy="404576"/>
          </a:xfrm>
        </p:grpSpPr>
        <p:grpSp>
          <p:nvGrpSpPr>
            <p:cNvPr id="24" name="Group 23">
              <a:extLst>
                <a:ext uri="{FF2B5EF4-FFF2-40B4-BE49-F238E27FC236}">
                  <a16:creationId xmlns:a16="http://schemas.microsoft.com/office/drawing/2014/main" id="{2D84C0E9-A3DF-5764-9450-55B1B507542B}"/>
                </a:ext>
              </a:extLst>
            </p:cNvPr>
            <p:cNvGrpSpPr/>
            <p:nvPr/>
          </p:nvGrpSpPr>
          <p:grpSpPr>
            <a:xfrm>
              <a:off x="4333785" y="5772213"/>
              <a:ext cx="531821" cy="369069"/>
              <a:chOff x="1348328" y="2475647"/>
              <a:chExt cx="603916" cy="419100"/>
            </a:xfrm>
          </p:grpSpPr>
          <p:grpSp>
            <p:nvGrpSpPr>
              <p:cNvPr id="45" name="Group 44">
                <a:extLst>
                  <a:ext uri="{FF2B5EF4-FFF2-40B4-BE49-F238E27FC236}">
                    <a16:creationId xmlns:a16="http://schemas.microsoft.com/office/drawing/2014/main" id="{6EB90B2C-7B57-68F7-F7D4-9959B7457F13}"/>
                  </a:ext>
                </a:extLst>
              </p:cNvPr>
              <p:cNvGrpSpPr/>
              <p:nvPr/>
            </p:nvGrpSpPr>
            <p:grpSpPr>
              <a:xfrm>
                <a:off x="1348328" y="2555748"/>
                <a:ext cx="603916" cy="308999"/>
                <a:chOff x="5278570" y="2983486"/>
                <a:chExt cx="501650" cy="233363"/>
              </a:xfrm>
            </p:grpSpPr>
            <p:sp>
              <p:nvSpPr>
                <p:cNvPr id="49" name="Oval 5">
                  <a:extLst>
                    <a:ext uri="{FF2B5EF4-FFF2-40B4-BE49-F238E27FC236}">
                      <a16:creationId xmlns:a16="http://schemas.microsoft.com/office/drawing/2014/main" id="{BB1350C0-F9DB-A9DC-3328-6A62881D46F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Line 6">
                  <a:extLst>
                    <a:ext uri="{FF2B5EF4-FFF2-40B4-BE49-F238E27FC236}">
                      <a16:creationId xmlns:a16="http://schemas.microsoft.com/office/drawing/2014/main" id="{308F495B-BB52-0437-F0CF-6B9CE257F28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Line 7">
                  <a:extLst>
                    <a:ext uri="{FF2B5EF4-FFF2-40B4-BE49-F238E27FC236}">
                      <a16:creationId xmlns:a16="http://schemas.microsoft.com/office/drawing/2014/main" id="{7651965B-5171-4AE1-E4BA-EF1E6A883A5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Rectangle 8">
                  <a:extLst>
                    <a:ext uri="{FF2B5EF4-FFF2-40B4-BE49-F238E27FC236}">
                      <a16:creationId xmlns:a16="http://schemas.microsoft.com/office/drawing/2014/main" id="{67762C71-C937-5828-93B8-4A1A27E4F460}"/>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Oval 9">
                  <a:extLst>
                    <a:ext uri="{FF2B5EF4-FFF2-40B4-BE49-F238E27FC236}">
                      <a16:creationId xmlns:a16="http://schemas.microsoft.com/office/drawing/2014/main" id="{6904FC79-E68E-4189-6446-C44AF00B29A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 name="Group 44">
                <a:extLst>
                  <a:ext uri="{FF2B5EF4-FFF2-40B4-BE49-F238E27FC236}">
                    <a16:creationId xmlns:a16="http://schemas.microsoft.com/office/drawing/2014/main" id="{2452CFA3-40FD-3418-DB86-30090E7995CC}"/>
                  </a:ext>
                </a:extLst>
              </p:cNvPr>
              <p:cNvGrpSpPr>
                <a:grpSpLocks/>
              </p:cNvGrpSpPr>
              <p:nvPr/>
            </p:nvGrpSpPr>
            <p:grpSpPr bwMode="auto">
              <a:xfrm>
                <a:off x="1456374" y="2475647"/>
                <a:ext cx="355165" cy="419100"/>
                <a:chOff x="2944" y="2405"/>
                <a:chExt cx="227" cy="264"/>
              </a:xfrm>
            </p:grpSpPr>
            <p:sp>
              <p:nvSpPr>
                <p:cNvPr id="47" name="Rectangle 45">
                  <a:extLst>
                    <a:ext uri="{FF2B5EF4-FFF2-40B4-BE49-F238E27FC236}">
                      <a16:creationId xmlns:a16="http://schemas.microsoft.com/office/drawing/2014/main" id="{AC82B933-EDAD-6867-A44D-5867E789669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Text Box 46">
                  <a:extLst>
                    <a:ext uri="{FF2B5EF4-FFF2-40B4-BE49-F238E27FC236}">
                      <a16:creationId xmlns:a16="http://schemas.microsoft.com/office/drawing/2014/main" id="{1250D144-937B-FA45-A61D-DF977FF6CCD7}"/>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5" name="Group 24">
              <a:extLst>
                <a:ext uri="{FF2B5EF4-FFF2-40B4-BE49-F238E27FC236}">
                  <a16:creationId xmlns:a16="http://schemas.microsoft.com/office/drawing/2014/main" id="{E52535C7-AE74-4523-9933-5176A5A6930B}"/>
                </a:ext>
              </a:extLst>
            </p:cNvPr>
            <p:cNvGrpSpPr/>
            <p:nvPr/>
          </p:nvGrpSpPr>
          <p:grpSpPr>
            <a:xfrm>
              <a:off x="6263949" y="5807720"/>
              <a:ext cx="531821" cy="369069"/>
              <a:chOff x="1348328" y="2507397"/>
              <a:chExt cx="603916" cy="419100"/>
            </a:xfrm>
          </p:grpSpPr>
          <p:grpSp>
            <p:nvGrpSpPr>
              <p:cNvPr id="36" name="Group 35">
                <a:extLst>
                  <a:ext uri="{FF2B5EF4-FFF2-40B4-BE49-F238E27FC236}">
                    <a16:creationId xmlns:a16="http://schemas.microsoft.com/office/drawing/2014/main" id="{2139AF72-F31F-BC63-EC79-B5922DF6FA6C}"/>
                  </a:ext>
                </a:extLst>
              </p:cNvPr>
              <p:cNvGrpSpPr/>
              <p:nvPr/>
            </p:nvGrpSpPr>
            <p:grpSpPr>
              <a:xfrm>
                <a:off x="1348328" y="2555748"/>
                <a:ext cx="603916" cy="308999"/>
                <a:chOff x="5278570" y="2983486"/>
                <a:chExt cx="501650" cy="233363"/>
              </a:xfrm>
            </p:grpSpPr>
            <p:sp>
              <p:nvSpPr>
                <p:cNvPr id="40" name="Oval 5">
                  <a:extLst>
                    <a:ext uri="{FF2B5EF4-FFF2-40B4-BE49-F238E27FC236}">
                      <a16:creationId xmlns:a16="http://schemas.microsoft.com/office/drawing/2014/main" id="{6B485DCB-FB8A-CA2C-01A2-E70F4028EDDB}"/>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6">
                  <a:extLst>
                    <a:ext uri="{FF2B5EF4-FFF2-40B4-BE49-F238E27FC236}">
                      <a16:creationId xmlns:a16="http://schemas.microsoft.com/office/drawing/2014/main" id="{C40E2014-8B77-E984-9E3E-C0093FDA7095}"/>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7">
                  <a:extLst>
                    <a:ext uri="{FF2B5EF4-FFF2-40B4-BE49-F238E27FC236}">
                      <a16:creationId xmlns:a16="http://schemas.microsoft.com/office/drawing/2014/main" id="{0E2F360E-ADDD-5C04-99EA-42EFADA0E65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8">
                  <a:extLst>
                    <a:ext uri="{FF2B5EF4-FFF2-40B4-BE49-F238E27FC236}">
                      <a16:creationId xmlns:a16="http://schemas.microsoft.com/office/drawing/2014/main" id="{AEAE1D23-597D-4A89-F851-8254428E6AD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9">
                  <a:extLst>
                    <a:ext uri="{FF2B5EF4-FFF2-40B4-BE49-F238E27FC236}">
                      <a16:creationId xmlns:a16="http://schemas.microsoft.com/office/drawing/2014/main" id="{EE1D721F-6FAD-3F23-8A0B-685393C087F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 name="Group 44">
                <a:extLst>
                  <a:ext uri="{FF2B5EF4-FFF2-40B4-BE49-F238E27FC236}">
                    <a16:creationId xmlns:a16="http://schemas.microsoft.com/office/drawing/2014/main" id="{A482E4C6-99E7-0A44-FB39-718BAF29953D}"/>
                  </a:ext>
                </a:extLst>
              </p:cNvPr>
              <p:cNvGrpSpPr>
                <a:grpSpLocks/>
              </p:cNvGrpSpPr>
              <p:nvPr/>
            </p:nvGrpSpPr>
            <p:grpSpPr bwMode="auto">
              <a:xfrm>
                <a:off x="1456374" y="2507397"/>
                <a:ext cx="355165" cy="419100"/>
                <a:chOff x="2944" y="2425"/>
                <a:chExt cx="227" cy="264"/>
              </a:xfrm>
            </p:grpSpPr>
            <p:sp>
              <p:nvSpPr>
                <p:cNvPr id="38" name="Rectangle 45">
                  <a:extLst>
                    <a:ext uri="{FF2B5EF4-FFF2-40B4-BE49-F238E27FC236}">
                      <a16:creationId xmlns:a16="http://schemas.microsoft.com/office/drawing/2014/main" id="{6621EE2E-07CD-26D9-24FD-179BA2E72C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Text Box 46">
                  <a:extLst>
                    <a:ext uri="{FF2B5EF4-FFF2-40B4-BE49-F238E27FC236}">
                      <a16:creationId xmlns:a16="http://schemas.microsoft.com/office/drawing/2014/main" id="{C57096B7-4F05-B3DA-F0C9-C2DAD33BC26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 name="Group 25">
              <a:extLst>
                <a:ext uri="{FF2B5EF4-FFF2-40B4-BE49-F238E27FC236}">
                  <a16:creationId xmlns:a16="http://schemas.microsoft.com/office/drawing/2014/main" id="{E65111E3-25A4-F968-6B99-1806B4D9BD12}"/>
                </a:ext>
              </a:extLst>
            </p:cNvPr>
            <p:cNvGrpSpPr/>
            <p:nvPr/>
          </p:nvGrpSpPr>
          <p:grpSpPr>
            <a:xfrm>
              <a:off x="8197315" y="5805271"/>
              <a:ext cx="531821" cy="369069"/>
              <a:chOff x="1348328" y="2507397"/>
              <a:chExt cx="603916" cy="419100"/>
            </a:xfrm>
          </p:grpSpPr>
          <p:grpSp>
            <p:nvGrpSpPr>
              <p:cNvPr id="27" name="Group 26">
                <a:extLst>
                  <a:ext uri="{FF2B5EF4-FFF2-40B4-BE49-F238E27FC236}">
                    <a16:creationId xmlns:a16="http://schemas.microsoft.com/office/drawing/2014/main" id="{BE7FA256-0657-436A-55C6-1DCE49B20536}"/>
                  </a:ext>
                </a:extLst>
              </p:cNvPr>
              <p:cNvGrpSpPr/>
              <p:nvPr/>
            </p:nvGrpSpPr>
            <p:grpSpPr>
              <a:xfrm>
                <a:off x="1348328" y="2555748"/>
                <a:ext cx="603916" cy="308999"/>
                <a:chOff x="5278570" y="2983486"/>
                <a:chExt cx="501650" cy="233363"/>
              </a:xfrm>
            </p:grpSpPr>
            <p:sp>
              <p:nvSpPr>
                <p:cNvPr id="31" name="Oval 5">
                  <a:extLst>
                    <a:ext uri="{FF2B5EF4-FFF2-40B4-BE49-F238E27FC236}">
                      <a16:creationId xmlns:a16="http://schemas.microsoft.com/office/drawing/2014/main" id="{E75E75F9-D515-DB5C-F9E4-1F9F650AAE8D}"/>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6">
                  <a:extLst>
                    <a:ext uri="{FF2B5EF4-FFF2-40B4-BE49-F238E27FC236}">
                      <a16:creationId xmlns:a16="http://schemas.microsoft.com/office/drawing/2014/main" id="{C62A8C02-048D-28FB-2E9D-7B8BD30B75D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7">
                  <a:extLst>
                    <a:ext uri="{FF2B5EF4-FFF2-40B4-BE49-F238E27FC236}">
                      <a16:creationId xmlns:a16="http://schemas.microsoft.com/office/drawing/2014/main" id="{4DC7DE22-65BB-5813-E117-DC4214E48A6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Rectangle 8">
                  <a:extLst>
                    <a:ext uri="{FF2B5EF4-FFF2-40B4-BE49-F238E27FC236}">
                      <a16:creationId xmlns:a16="http://schemas.microsoft.com/office/drawing/2014/main" id="{07D694BE-F2B1-C36A-C0AC-EEE4E9D24D7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9">
                  <a:extLst>
                    <a:ext uri="{FF2B5EF4-FFF2-40B4-BE49-F238E27FC236}">
                      <a16:creationId xmlns:a16="http://schemas.microsoft.com/office/drawing/2014/main" id="{53B5EB8D-0A2F-331A-B2D7-B63F66E25365}"/>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 name="Group 44">
                <a:extLst>
                  <a:ext uri="{FF2B5EF4-FFF2-40B4-BE49-F238E27FC236}">
                    <a16:creationId xmlns:a16="http://schemas.microsoft.com/office/drawing/2014/main" id="{B421B7BF-CADB-04E0-9CBE-EAB9A631EBCB}"/>
                  </a:ext>
                </a:extLst>
              </p:cNvPr>
              <p:cNvGrpSpPr>
                <a:grpSpLocks/>
              </p:cNvGrpSpPr>
              <p:nvPr/>
            </p:nvGrpSpPr>
            <p:grpSpPr bwMode="auto">
              <a:xfrm>
                <a:off x="1500196" y="2507397"/>
                <a:ext cx="267548" cy="419100"/>
                <a:chOff x="2972" y="2425"/>
                <a:chExt cx="171" cy="264"/>
              </a:xfrm>
            </p:grpSpPr>
            <p:sp>
              <p:nvSpPr>
                <p:cNvPr id="29" name="Rectangle 45">
                  <a:extLst>
                    <a:ext uri="{FF2B5EF4-FFF2-40B4-BE49-F238E27FC236}">
                      <a16:creationId xmlns:a16="http://schemas.microsoft.com/office/drawing/2014/main" id="{A8A25643-4EEA-B0D9-CEAC-C3DA0CCB62D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Text Box 46">
                  <a:extLst>
                    <a:ext uri="{FF2B5EF4-FFF2-40B4-BE49-F238E27FC236}">
                      <a16:creationId xmlns:a16="http://schemas.microsoft.com/office/drawing/2014/main" id="{D8B91A96-B560-992E-85E5-40278E21835A}"/>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4" name="TextBox 53">
            <a:extLst>
              <a:ext uri="{FF2B5EF4-FFF2-40B4-BE49-F238E27FC236}">
                <a16:creationId xmlns:a16="http://schemas.microsoft.com/office/drawing/2014/main" id="{92C41992-9462-7CBB-F2F5-6721498C1B6D}"/>
              </a:ext>
            </a:extLst>
          </p:cNvPr>
          <p:cNvSpPr txBox="1"/>
          <p:nvPr/>
        </p:nvSpPr>
        <p:spPr>
          <a:xfrm>
            <a:off x="4305782" y="3123746"/>
            <a:ext cx="301686" cy="338554"/>
          </a:xfrm>
          <a:prstGeom prst="rect">
            <a:avLst/>
          </a:prstGeom>
          <a:noFill/>
        </p:spPr>
        <p:txBody>
          <a:bodyPr wrap="square" rtlCol="0">
            <a:spAutoFit/>
          </a:bodyPr>
          <a:lstStyle/>
          <a:p>
            <a:r>
              <a:rPr lang="en-US" sz="1600" dirty="0"/>
              <a:t>1</a:t>
            </a:r>
          </a:p>
        </p:txBody>
      </p:sp>
      <p:sp>
        <p:nvSpPr>
          <p:cNvPr id="55" name="TextBox 54">
            <a:extLst>
              <a:ext uri="{FF2B5EF4-FFF2-40B4-BE49-F238E27FC236}">
                <a16:creationId xmlns:a16="http://schemas.microsoft.com/office/drawing/2014/main" id="{F70A7276-3726-59B5-58A7-1023351B8B21}"/>
              </a:ext>
            </a:extLst>
          </p:cNvPr>
          <p:cNvSpPr txBox="1"/>
          <p:nvPr/>
        </p:nvSpPr>
        <p:spPr>
          <a:xfrm>
            <a:off x="6217534" y="3114101"/>
            <a:ext cx="288862" cy="338554"/>
          </a:xfrm>
          <a:prstGeom prst="rect">
            <a:avLst/>
          </a:prstGeom>
          <a:noFill/>
        </p:spPr>
        <p:txBody>
          <a:bodyPr wrap="none" rtlCol="0">
            <a:spAutoFit/>
          </a:bodyPr>
          <a:lstStyle/>
          <a:p>
            <a:r>
              <a:rPr lang="en-US" sz="1600" dirty="0"/>
              <a:t>1</a:t>
            </a:r>
          </a:p>
        </p:txBody>
      </p:sp>
      <p:sp>
        <p:nvSpPr>
          <p:cNvPr id="56" name="TextBox 55">
            <a:extLst>
              <a:ext uri="{FF2B5EF4-FFF2-40B4-BE49-F238E27FC236}">
                <a16:creationId xmlns:a16="http://schemas.microsoft.com/office/drawing/2014/main" id="{0213E012-945B-D33F-E308-4EB80CC1F103}"/>
              </a:ext>
            </a:extLst>
          </p:cNvPr>
          <p:cNvSpPr txBox="1"/>
          <p:nvPr/>
        </p:nvSpPr>
        <p:spPr>
          <a:xfrm>
            <a:off x="4296138" y="5139670"/>
            <a:ext cx="301686" cy="338554"/>
          </a:xfrm>
          <a:prstGeom prst="rect">
            <a:avLst/>
          </a:prstGeom>
          <a:noFill/>
        </p:spPr>
        <p:txBody>
          <a:bodyPr wrap="square" rtlCol="0">
            <a:spAutoFit/>
          </a:bodyPr>
          <a:lstStyle/>
          <a:p>
            <a:r>
              <a:rPr lang="en-US" sz="1600" dirty="0"/>
              <a:t>1</a:t>
            </a:r>
          </a:p>
        </p:txBody>
      </p:sp>
      <p:sp>
        <p:nvSpPr>
          <p:cNvPr id="57" name="TextBox 56">
            <a:extLst>
              <a:ext uri="{FF2B5EF4-FFF2-40B4-BE49-F238E27FC236}">
                <a16:creationId xmlns:a16="http://schemas.microsoft.com/office/drawing/2014/main" id="{705330BC-175D-1E59-3BAA-AD9A976586B9}"/>
              </a:ext>
            </a:extLst>
          </p:cNvPr>
          <p:cNvSpPr txBox="1"/>
          <p:nvPr/>
        </p:nvSpPr>
        <p:spPr>
          <a:xfrm>
            <a:off x="6231040" y="5141600"/>
            <a:ext cx="288862" cy="338554"/>
          </a:xfrm>
          <a:prstGeom prst="rect">
            <a:avLst/>
          </a:prstGeom>
          <a:noFill/>
        </p:spPr>
        <p:txBody>
          <a:bodyPr wrap="none" rtlCol="0">
            <a:spAutoFit/>
          </a:bodyPr>
          <a:lstStyle/>
          <a:p>
            <a:r>
              <a:rPr lang="en-US" sz="1600" dirty="0"/>
              <a:t>1</a:t>
            </a:r>
          </a:p>
        </p:txBody>
      </p:sp>
      <p:sp>
        <p:nvSpPr>
          <p:cNvPr id="58" name="TextBox 57">
            <a:extLst>
              <a:ext uri="{FF2B5EF4-FFF2-40B4-BE49-F238E27FC236}">
                <a16:creationId xmlns:a16="http://schemas.microsoft.com/office/drawing/2014/main" id="{08EFE646-C45B-6585-BC5E-E2679F4D10DD}"/>
              </a:ext>
            </a:extLst>
          </p:cNvPr>
          <p:cNvSpPr txBox="1"/>
          <p:nvPr/>
        </p:nvSpPr>
        <p:spPr>
          <a:xfrm>
            <a:off x="8154365" y="5143530"/>
            <a:ext cx="288862" cy="338554"/>
          </a:xfrm>
          <a:prstGeom prst="rect">
            <a:avLst/>
          </a:prstGeom>
          <a:noFill/>
        </p:spPr>
        <p:txBody>
          <a:bodyPr wrap="none" rtlCol="0">
            <a:spAutoFit/>
          </a:bodyPr>
          <a:lstStyle/>
          <a:p>
            <a:r>
              <a:rPr lang="en-US" sz="1600" dirty="0"/>
              <a:t>1</a:t>
            </a:r>
          </a:p>
        </p:txBody>
      </p:sp>
      <p:sp>
        <p:nvSpPr>
          <p:cNvPr id="59" name="TextBox 58">
            <a:extLst>
              <a:ext uri="{FF2B5EF4-FFF2-40B4-BE49-F238E27FC236}">
                <a16:creationId xmlns:a16="http://schemas.microsoft.com/office/drawing/2014/main" id="{55211786-B1F4-770B-1D30-D2187C8BEBE9}"/>
              </a:ext>
            </a:extLst>
          </p:cNvPr>
          <p:cNvSpPr txBox="1"/>
          <p:nvPr/>
        </p:nvSpPr>
        <p:spPr>
          <a:xfrm>
            <a:off x="5442030" y="4283144"/>
            <a:ext cx="301686" cy="338554"/>
          </a:xfrm>
          <a:prstGeom prst="rect">
            <a:avLst/>
          </a:prstGeom>
          <a:noFill/>
        </p:spPr>
        <p:txBody>
          <a:bodyPr wrap="square" rtlCol="0">
            <a:spAutoFit/>
          </a:bodyPr>
          <a:lstStyle/>
          <a:p>
            <a:r>
              <a:rPr lang="en-US" sz="1600" dirty="0"/>
              <a:t>1</a:t>
            </a:r>
          </a:p>
        </p:txBody>
      </p:sp>
      <p:sp>
        <p:nvSpPr>
          <p:cNvPr id="60" name="TextBox 59">
            <a:extLst>
              <a:ext uri="{FF2B5EF4-FFF2-40B4-BE49-F238E27FC236}">
                <a16:creationId xmlns:a16="http://schemas.microsoft.com/office/drawing/2014/main" id="{62ACBF0A-C16A-F626-7204-4C80AF302A0C}"/>
              </a:ext>
            </a:extLst>
          </p:cNvPr>
          <p:cNvSpPr txBox="1"/>
          <p:nvPr/>
        </p:nvSpPr>
        <p:spPr>
          <a:xfrm>
            <a:off x="7353782" y="4273499"/>
            <a:ext cx="288862" cy="338554"/>
          </a:xfrm>
          <a:prstGeom prst="rect">
            <a:avLst/>
          </a:prstGeom>
          <a:noFill/>
        </p:spPr>
        <p:txBody>
          <a:bodyPr wrap="none" rtlCol="0">
            <a:spAutoFit/>
          </a:bodyPr>
          <a:lstStyle/>
          <a:p>
            <a:r>
              <a:rPr lang="en-US" sz="1600" dirty="0"/>
              <a:t>1</a:t>
            </a:r>
          </a:p>
        </p:txBody>
      </p:sp>
      <p:sp>
        <p:nvSpPr>
          <p:cNvPr id="61" name="TextBox 60">
            <a:extLst>
              <a:ext uri="{FF2B5EF4-FFF2-40B4-BE49-F238E27FC236}">
                <a16:creationId xmlns:a16="http://schemas.microsoft.com/office/drawing/2014/main" id="{0DADE9D1-8174-D338-6D8D-AE251A1B7A4C}"/>
              </a:ext>
            </a:extLst>
          </p:cNvPr>
          <p:cNvSpPr txBox="1"/>
          <p:nvPr/>
        </p:nvSpPr>
        <p:spPr>
          <a:xfrm>
            <a:off x="5443958" y="6206471"/>
            <a:ext cx="301686" cy="338554"/>
          </a:xfrm>
          <a:prstGeom prst="rect">
            <a:avLst/>
          </a:prstGeom>
          <a:noFill/>
        </p:spPr>
        <p:txBody>
          <a:bodyPr wrap="square" rtlCol="0">
            <a:spAutoFit/>
          </a:bodyPr>
          <a:lstStyle/>
          <a:p>
            <a:r>
              <a:rPr lang="en-US" sz="1600" dirty="0"/>
              <a:t>1</a:t>
            </a:r>
          </a:p>
        </p:txBody>
      </p:sp>
      <p:sp>
        <p:nvSpPr>
          <p:cNvPr id="62" name="TextBox 61">
            <a:extLst>
              <a:ext uri="{FF2B5EF4-FFF2-40B4-BE49-F238E27FC236}">
                <a16:creationId xmlns:a16="http://schemas.microsoft.com/office/drawing/2014/main" id="{E1C37F01-3473-094D-0D70-A267DD662D3B}"/>
              </a:ext>
            </a:extLst>
          </p:cNvPr>
          <p:cNvSpPr txBox="1"/>
          <p:nvPr/>
        </p:nvSpPr>
        <p:spPr>
          <a:xfrm>
            <a:off x="7355710" y="6196826"/>
            <a:ext cx="288862" cy="338554"/>
          </a:xfrm>
          <a:prstGeom prst="rect">
            <a:avLst/>
          </a:prstGeom>
          <a:noFill/>
        </p:spPr>
        <p:txBody>
          <a:bodyPr wrap="none" rtlCol="0">
            <a:spAutoFit/>
          </a:bodyPr>
          <a:lstStyle/>
          <a:p>
            <a:r>
              <a:rPr lang="en-US" sz="1600" dirty="0"/>
              <a:t>1</a:t>
            </a:r>
          </a:p>
        </p:txBody>
      </p:sp>
      <p:sp>
        <p:nvSpPr>
          <p:cNvPr id="63" name="TextBox 62">
            <a:extLst>
              <a:ext uri="{FF2B5EF4-FFF2-40B4-BE49-F238E27FC236}">
                <a16:creationId xmlns:a16="http://schemas.microsoft.com/office/drawing/2014/main" id="{00E35341-5159-3D43-D409-95FA0745B58B}"/>
              </a:ext>
            </a:extLst>
          </p:cNvPr>
          <p:cNvSpPr txBox="1"/>
          <p:nvPr/>
        </p:nvSpPr>
        <p:spPr>
          <a:xfrm>
            <a:off x="5445886" y="2377180"/>
            <a:ext cx="301686" cy="338554"/>
          </a:xfrm>
          <a:prstGeom prst="rect">
            <a:avLst/>
          </a:prstGeom>
          <a:noFill/>
        </p:spPr>
        <p:txBody>
          <a:bodyPr wrap="square" rtlCol="0">
            <a:spAutoFit/>
          </a:bodyPr>
          <a:lstStyle/>
          <a:p>
            <a:r>
              <a:rPr lang="en-US" sz="1600" dirty="0"/>
              <a:t>8</a:t>
            </a:r>
          </a:p>
        </p:txBody>
      </p:sp>
      <p:sp>
        <p:nvSpPr>
          <p:cNvPr id="448" name="TextBox 447">
            <a:extLst>
              <a:ext uri="{FF2B5EF4-FFF2-40B4-BE49-F238E27FC236}">
                <a16:creationId xmlns:a16="http://schemas.microsoft.com/office/drawing/2014/main" id="{AFC9D636-26FB-CAF0-475E-38B163888CA5}"/>
              </a:ext>
            </a:extLst>
          </p:cNvPr>
          <p:cNvSpPr txBox="1"/>
          <p:nvPr/>
        </p:nvSpPr>
        <p:spPr>
          <a:xfrm>
            <a:off x="7357638" y="2367535"/>
            <a:ext cx="288862" cy="338554"/>
          </a:xfrm>
          <a:prstGeom prst="rect">
            <a:avLst/>
          </a:prstGeom>
          <a:noFill/>
        </p:spPr>
        <p:txBody>
          <a:bodyPr wrap="none" rtlCol="0">
            <a:spAutoFit/>
          </a:bodyPr>
          <a:lstStyle/>
          <a:p>
            <a:r>
              <a:rPr lang="en-US" sz="1600" dirty="0"/>
              <a:t>1</a:t>
            </a:r>
          </a:p>
        </p:txBody>
      </p:sp>
      <p:grpSp>
        <p:nvGrpSpPr>
          <p:cNvPr id="449" name="Group 448">
            <a:extLst>
              <a:ext uri="{FF2B5EF4-FFF2-40B4-BE49-F238E27FC236}">
                <a16:creationId xmlns:a16="http://schemas.microsoft.com/office/drawing/2014/main" id="{6B574D46-4A6D-FE22-8C1D-E7FCACD58015}"/>
              </a:ext>
            </a:extLst>
          </p:cNvPr>
          <p:cNvGrpSpPr/>
          <p:nvPr/>
        </p:nvGrpSpPr>
        <p:grpSpPr>
          <a:xfrm>
            <a:off x="584365" y="2112367"/>
            <a:ext cx="736099" cy="1229581"/>
            <a:chOff x="10030307" y="3444875"/>
            <a:chExt cx="736099" cy="1229581"/>
          </a:xfrm>
        </p:grpSpPr>
        <p:sp>
          <p:nvSpPr>
            <p:cNvPr id="450" name="TextBox 449">
              <a:extLst>
                <a:ext uri="{FF2B5EF4-FFF2-40B4-BE49-F238E27FC236}">
                  <a16:creationId xmlns:a16="http://schemas.microsoft.com/office/drawing/2014/main" id="{AD6DB419-1501-3C05-2145-B683A1E966D1}"/>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451" name="Group 450">
              <a:extLst>
                <a:ext uri="{FF2B5EF4-FFF2-40B4-BE49-F238E27FC236}">
                  <a16:creationId xmlns:a16="http://schemas.microsoft.com/office/drawing/2014/main" id="{5AD41B0E-4B92-3BE4-64C1-DFE2BC3644F1}"/>
                </a:ext>
              </a:extLst>
            </p:cNvPr>
            <p:cNvGrpSpPr/>
            <p:nvPr/>
          </p:nvGrpSpPr>
          <p:grpSpPr>
            <a:xfrm>
              <a:off x="10034588" y="3444875"/>
              <a:ext cx="682627" cy="682625"/>
              <a:chOff x="10034588" y="3444875"/>
              <a:chExt cx="682627" cy="682625"/>
            </a:xfrm>
          </p:grpSpPr>
          <p:sp>
            <p:nvSpPr>
              <p:cNvPr id="452" name="Oval 451">
                <a:extLst>
                  <a:ext uri="{FF2B5EF4-FFF2-40B4-BE49-F238E27FC236}">
                    <a16:creationId xmlns:a16="http://schemas.microsoft.com/office/drawing/2014/main" id="{5426E9BD-62D8-4259-FCFA-92A729CABC39}"/>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53" name="Straight Connector 452">
                <a:extLst>
                  <a:ext uri="{FF2B5EF4-FFF2-40B4-BE49-F238E27FC236}">
                    <a16:creationId xmlns:a16="http://schemas.microsoft.com/office/drawing/2014/main" id="{4A5BA59B-6D59-79C0-743E-4D20E5DD8E8C}"/>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F79DDE28-F49B-97A3-AFB4-F5E5C1B9E373}"/>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82573EF9-E52C-511F-74CC-FB94CD662D59}"/>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76E09892-4FBD-16F1-5199-685E59E243E8}"/>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A4D32E73-E1FA-3B11-B3B2-AE0E1BB164F1}"/>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0E20EA1A-50A9-78B4-CE65-C812F528DF7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65500B4-5448-BDCF-4589-8DFD2802D4A6}"/>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F329BBF4-94BF-4AF6-4E1B-4DFCFECF141B}"/>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253A5217-4548-B966-04D8-85DED1328D31}"/>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361B4CB-D487-8A17-C53B-A76A6E4C8FC4}"/>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B469539-81DA-2082-7322-75450C0C7BB8}"/>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CD82CB63-59FD-0315-690D-3277383B23B5}"/>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465" name="Oval 464">
                <a:extLst>
                  <a:ext uri="{FF2B5EF4-FFF2-40B4-BE49-F238E27FC236}">
                    <a16:creationId xmlns:a16="http://schemas.microsoft.com/office/drawing/2014/main" id="{B087034E-8D95-3B09-231B-2E49F9122FA6}"/>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466" name="Straight Connector 465">
            <a:extLst>
              <a:ext uri="{FF2B5EF4-FFF2-40B4-BE49-F238E27FC236}">
                <a16:creationId xmlns:a16="http://schemas.microsoft.com/office/drawing/2014/main" id="{24C9679E-C550-ECEF-E0E2-0E471863390D}"/>
              </a:ext>
            </a:extLst>
          </p:cNvPr>
          <p:cNvCxnSpPr>
            <a:cxnSpLocks/>
          </p:cNvCxnSpPr>
          <p:nvPr/>
        </p:nvCxnSpPr>
        <p:spPr>
          <a:xfrm>
            <a:off x="919556" y="2249172"/>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67" name="Group 466">
            <a:extLst>
              <a:ext uri="{FF2B5EF4-FFF2-40B4-BE49-F238E27FC236}">
                <a16:creationId xmlns:a16="http://schemas.microsoft.com/office/drawing/2014/main" id="{5AB17CC6-5045-6432-2046-7973992F3089}"/>
              </a:ext>
            </a:extLst>
          </p:cNvPr>
          <p:cNvGrpSpPr/>
          <p:nvPr/>
        </p:nvGrpSpPr>
        <p:grpSpPr>
          <a:xfrm>
            <a:off x="6656438" y="489198"/>
            <a:ext cx="2493133" cy="1917291"/>
            <a:chOff x="7010400" y="108155"/>
            <a:chExt cx="2493133" cy="1917291"/>
          </a:xfrm>
        </p:grpSpPr>
        <p:sp>
          <p:nvSpPr>
            <p:cNvPr id="468" name="Freeform 241">
              <a:extLst>
                <a:ext uri="{FF2B5EF4-FFF2-40B4-BE49-F238E27FC236}">
                  <a16:creationId xmlns:a16="http://schemas.microsoft.com/office/drawing/2014/main" id="{AA818023-8B58-5F8E-5F5A-AFDE0A1F8604}"/>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9" name="Group 468">
              <a:extLst>
                <a:ext uri="{FF2B5EF4-FFF2-40B4-BE49-F238E27FC236}">
                  <a16:creationId xmlns:a16="http://schemas.microsoft.com/office/drawing/2014/main" id="{319CDFE3-BFE8-EFC9-52FB-B87A8D337F76}"/>
                </a:ext>
              </a:extLst>
            </p:cNvPr>
            <p:cNvGrpSpPr/>
            <p:nvPr/>
          </p:nvGrpSpPr>
          <p:grpSpPr>
            <a:xfrm>
              <a:off x="7323884" y="108155"/>
              <a:ext cx="2179649" cy="1445342"/>
              <a:chOff x="7323884" y="108155"/>
              <a:chExt cx="2179649" cy="1445342"/>
            </a:xfrm>
          </p:grpSpPr>
          <p:sp>
            <p:nvSpPr>
              <p:cNvPr id="470" name="Rectangle 469">
                <a:extLst>
                  <a:ext uri="{FF2B5EF4-FFF2-40B4-BE49-F238E27FC236}">
                    <a16:creationId xmlns:a16="http://schemas.microsoft.com/office/drawing/2014/main" id="{32F4CA58-6668-B7B0-1380-F5EAC210A622}"/>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71" name="Group 470">
                <a:extLst>
                  <a:ext uri="{FF2B5EF4-FFF2-40B4-BE49-F238E27FC236}">
                    <a16:creationId xmlns:a16="http://schemas.microsoft.com/office/drawing/2014/main" id="{9D27D9BB-85F3-8F14-B230-B5EB6E433B2B}"/>
                  </a:ext>
                </a:extLst>
              </p:cNvPr>
              <p:cNvGrpSpPr/>
              <p:nvPr/>
            </p:nvGrpSpPr>
            <p:grpSpPr>
              <a:xfrm>
                <a:off x="7323884" y="120836"/>
                <a:ext cx="2179649" cy="1432661"/>
                <a:chOff x="7323884" y="120836"/>
                <a:chExt cx="2179649" cy="1432661"/>
              </a:xfrm>
            </p:grpSpPr>
            <p:sp>
              <p:nvSpPr>
                <p:cNvPr id="472" name="Rectangle 471">
                  <a:extLst>
                    <a:ext uri="{FF2B5EF4-FFF2-40B4-BE49-F238E27FC236}">
                      <a16:creationId xmlns:a16="http://schemas.microsoft.com/office/drawing/2014/main" id="{64687633-6D0B-1DB1-79B6-5571310A8C43}"/>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3" name="TextBox 472">
                  <a:extLst>
                    <a:ext uri="{FF2B5EF4-FFF2-40B4-BE49-F238E27FC236}">
                      <a16:creationId xmlns:a16="http://schemas.microsoft.com/office/drawing/2014/main" id="{931C31EE-5C38-04C7-A45C-434DB9806DB8}"/>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schemeClr val="bg1"/>
                      </a:solidFill>
                    </a:rPr>
                    <a:t>DV in b:</a:t>
                  </a:r>
                </a:p>
              </p:txBody>
            </p:sp>
            <p:cxnSp>
              <p:nvCxnSpPr>
                <p:cNvPr id="474" name="Straight Connector 473">
                  <a:extLst>
                    <a:ext uri="{FF2B5EF4-FFF2-40B4-BE49-F238E27FC236}">
                      <a16:creationId xmlns:a16="http://schemas.microsoft.com/office/drawing/2014/main" id="{725317AC-D6DE-FBDC-595E-050117D48D0A}"/>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75" name="Rectangle 474">
                  <a:extLst>
                    <a:ext uri="{FF2B5EF4-FFF2-40B4-BE49-F238E27FC236}">
                      <a16:creationId xmlns:a16="http://schemas.microsoft.com/office/drawing/2014/main" id="{5DBB6BEB-E6EE-093E-A257-4EEEF2B45810}"/>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TextBox 475">
                  <a:extLst>
                    <a:ext uri="{FF2B5EF4-FFF2-40B4-BE49-F238E27FC236}">
                      <a16:creationId xmlns:a16="http://schemas.microsoft.com/office/drawing/2014/main" id="{27C84C09-94F6-E341-3A40-3C346FE3C64F}"/>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t>D</a:t>
                  </a:r>
                  <a:r>
                    <a:rPr lang="en-US" sz="1600" baseline="-25000" dirty="0"/>
                    <a:t>b</a:t>
                  </a:r>
                  <a:r>
                    <a:rPr lang="en-US" sz="1600" dirty="0"/>
                    <a:t>(f) =</a:t>
                  </a:r>
                  <a:r>
                    <a:rPr lang="en-US" sz="1600" dirty="0">
                      <a:cs typeface="Arial" charset="0"/>
                    </a:rPr>
                    <a:t> ∞</a:t>
                  </a:r>
                </a:p>
                <a:p>
                  <a:pPr>
                    <a:lnSpc>
                      <a:spcPct val="90000"/>
                    </a:lnSpc>
                  </a:pPr>
                  <a:r>
                    <a:rPr lang="en-US" sz="1600" dirty="0"/>
                    <a:t>D</a:t>
                  </a:r>
                  <a:r>
                    <a:rPr lang="en-US" sz="1600" baseline="-25000" dirty="0"/>
                    <a:t>b</a:t>
                  </a:r>
                  <a:r>
                    <a:rPr lang="en-US" sz="1600" dirty="0"/>
                    <a:t>(g) =</a:t>
                  </a:r>
                  <a:r>
                    <a:rPr lang="en-US" sz="1600" dirty="0">
                      <a:cs typeface="Arial" charset="0"/>
                    </a:rPr>
                    <a:t> ∞</a:t>
                  </a:r>
                </a:p>
                <a:p>
                  <a:pPr>
                    <a:lnSpc>
                      <a:spcPct val="90000"/>
                    </a:lnSpc>
                  </a:pPr>
                  <a:r>
                    <a:rPr lang="en-US" sz="1600" dirty="0"/>
                    <a:t>D</a:t>
                  </a:r>
                  <a:r>
                    <a:rPr lang="en-US" sz="1600" baseline="-25000" dirty="0"/>
                    <a:t>b</a:t>
                  </a:r>
                  <a:r>
                    <a:rPr lang="en-US" sz="1600" dirty="0"/>
                    <a:t>(h) =</a:t>
                  </a:r>
                  <a:r>
                    <a:rPr lang="en-US" sz="1600" dirty="0">
                      <a:cs typeface="Arial" charset="0"/>
                    </a:rPr>
                    <a:t> ∞</a:t>
                  </a:r>
                </a:p>
                <a:p>
                  <a:pPr>
                    <a:lnSpc>
                      <a:spcPct val="90000"/>
                    </a:lnSpc>
                  </a:pPr>
                  <a:r>
                    <a:rPr lang="en-US" sz="1600" dirty="0"/>
                    <a:t>D</a:t>
                  </a:r>
                  <a:r>
                    <a:rPr lang="en-US" sz="1600" baseline="-25000" dirty="0"/>
                    <a:t>b</a:t>
                  </a:r>
                  <a:r>
                    <a:rPr lang="en-US" sz="1600" dirty="0"/>
                    <a:t>(i) =</a:t>
                  </a:r>
                  <a:r>
                    <a:rPr lang="en-US" sz="1600" dirty="0">
                      <a:cs typeface="Arial" charset="0"/>
                    </a:rPr>
                    <a:t> ∞</a:t>
                  </a:r>
                  <a:endParaRPr lang="en-US" sz="1600" dirty="0"/>
                </a:p>
              </p:txBody>
            </p:sp>
            <p:sp>
              <p:nvSpPr>
                <p:cNvPr id="477" name="TextBox 476">
                  <a:extLst>
                    <a:ext uri="{FF2B5EF4-FFF2-40B4-BE49-F238E27FC236}">
                      <a16:creationId xmlns:a16="http://schemas.microsoft.com/office/drawing/2014/main" id="{1BAA393E-B43F-3EFF-033C-C9AD9B4A7572}"/>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t>D</a:t>
                  </a:r>
                  <a:r>
                    <a:rPr lang="en-US" sz="1600" baseline="-25000" dirty="0"/>
                    <a:t>b</a:t>
                  </a:r>
                  <a:r>
                    <a:rPr lang="en-US" sz="1600" dirty="0"/>
                    <a:t>(a) = 8</a:t>
                  </a:r>
                  <a:endParaRPr lang="en-US" sz="1600" dirty="0">
                    <a:cs typeface="Arial" charset="0"/>
                  </a:endParaRPr>
                </a:p>
                <a:p>
                  <a:pPr marL="114300" lvl="1">
                    <a:lnSpc>
                      <a:spcPct val="90000"/>
                    </a:lnSpc>
                  </a:pPr>
                  <a:r>
                    <a:rPr lang="en-US" sz="1600" dirty="0"/>
                    <a:t>D</a:t>
                  </a:r>
                  <a:r>
                    <a:rPr lang="en-US" sz="1600" baseline="-25000" dirty="0"/>
                    <a:t>b</a:t>
                  </a:r>
                  <a:r>
                    <a:rPr lang="en-US" sz="1600" dirty="0"/>
                    <a:t>(c) =</a:t>
                  </a:r>
                  <a:r>
                    <a:rPr lang="en-US" sz="1600" dirty="0">
                      <a:cs typeface="Arial" charset="0"/>
                    </a:rPr>
                    <a:t> 1</a:t>
                  </a:r>
                  <a:endParaRPr lang="en-US" sz="1600" dirty="0"/>
                </a:p>
                <a:p>
                  <a:pPr marL="114300" lvl="1">
                    <a:lnSpc>
                      <a:spcPct val="90000"/>
                    </a:lnSpc>
                  </a:pPr>
                  <a:r>
                    <a:rPr lang="en-US" sz="1600" dirty="0"/>
                    <a:t>D</a:t>
                  </a:r>
                  <a:r>
                    <a:rPr lang="en-US" sz="1600" baseline="-25000" dirty="0"/>
                    <a:t>b</a:t>
                  </a:r>
                  <a:r>
                    <a:rPr lang="en-US" sz="1600" dirty="0"/>
                    <a:t>(d) =</a:t>
                  </a:r>
                  <a:r>
                    <a:rPr lang="en-US" sz="1600" dirty="0">
                      <a:cs typeface="Arial" charset="0"/>
                    </a:rPr>
                    <a:t> ∞</a:t>
                  </a:r>
                  <a:endParaRPr lang="en-US" sz="1600" dirty="0"/>
                </a:p>
                <a:p>
                  <a:pPr marL="114300" lvl="1">
                    <a:lnSpc>
                      <a:spcPct val="90000"/>
                    </a:lnSpc>
                  </a:pPr>
                  <a:r>
                    <a:rPr lang="en-US" sz="1600" dirty="0"/>
                    <a:t>D</a:t>
                  </a:r>
                  <a:r>
                    <a:rPr lang="en-US" sz="1600" baseline="-25000" dirty="0"/>
                    <a:t>b</a:t>
                  </a:r>
                  <a:r>
                    <a:rPr lang="en-US" sz="1600" dirty="0"/>
                    <a:t>(e) =</a:t>
                  </a:r>
                  <a:r>
                    <a:rPr lang="en-US" sz="1600" dirty="0">
                      <a:cs typeface="Arial" charset="0"/>
                    </a:rPr>
                    <a:t> 1</a:t>
                  </a:r>
                  <a:endParaRPr lang="en-US" sz="1600" dirty="0"/>
                </a:p>
              </p:txBody>
            </p:sp>
          </p:grpSp>
        </p:grpSp>
      </p:grpSp>
      <p:sp>
        <p:nvSpPr>
          <p:cNvPr id="478" name="TextBox 477">
            <a:extLst>
              <a:ext uri="{FF2B5EF4-FFF2-40B4-BE49-F238E27FC236}">
                <a16:creationId xmlns:a16="http://schemas.microsoft.com/office/drawing/2014/main" id="{D5A14806-8C36-299D-A4A7-D4CA783F6C8F}"/>
              </a:ext>
            </a:extLst>
          </p:cNvPr>
          <p:cNvSpPr txBox="1"/>
          <p:nvPr/>
        </p:nvSpPr>
        <p:spPr>
          <a:xfrm flipH="1">
            <a:off x="348626" y="3332215"/>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t>b receives DVs from a, c, e</a:t>
            </a:r>
          </a:p>
        </p:txBody>
      </p:sp>
      <p:sp>
        <p:nvSpPr>
          <p:cNvPr id="479" name="Right Arrow 344">
            <a:extLst>
              <a:ext uri="{FF2B5EF4-FFF2-40B4-BE49-F238E27FC236}">
                <a16:creationId xmlns:a16="http://schemas.microsoft.com/office/drawing/2014/main" id="{63892186-234D-F217-3DC3-A96452379BD7}"/>
              </a:ext>
            </a:extLst>
          </p:cNvPr>
          <p:cNvSpPr/>
          <p:nvPr/>
        </p:nvSpPr>
        <p:spPr>
          <a:xfrm rot="16200000">
            <a:off x="6346718" y="3660105"/>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0" name="Right Arrow 355">
            <a:extLst>
              <a:ext uri="{FF2B5EF4-FFF2-40B4-BE49-F238E27FC236}">
                <a16:creationId xmlns:a16="http://schemas.microsoft.com/office/drawing/2014/main" id="{FC8C0AC1-DF93-DA64-AC13-CBFAC7B87002}"/>
              </a:ext>
            </a:extLst>
          </p:cNvPr>
          <p:cNvSpPr/>
          <p:nvPr/>
        </p:nvSpPr>
        <p:spPr>
          <a:xfrm>
            <a:off x="4973224" y="219121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1" name="Right Arrow 356">
            <a:extLst>
              <a:ext uri="{FF2B5EF4-FFF2-40B4-BE49-F238E27FC236}">
                <a16:creationId xmlns:a16="http://schemas.microsoft.com/office/drawing/2014/main" id="{1702D78F-6ADC-6F21-7654-B02C2AD52787}"/>
              </a:ext>
            </a:extLst>
          </p:cNvPr>
          <p:cNvSpPr/>
          <p:nvPr/>
        </p:nvSpPr>
        <p:spPr>
          <a:xfrm rot="10800000">
            <a:off x="7631559" y="2172926"/>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82" name="Group 481">
            <a:extLst>
              <a:ext uri="{FF2B5EF4-FFF2-40B4-BE49-F238E27FC236}">
                <a16:creationId xmlns:a16="http://schemas.microsoft.com/office/drawing/2014/main" id="{73E26B79-432D-6B83-AE3F-6D61F706FFE9}"/>
              </a:ext>
            </a:extLst>
          </p:cNvPr>
          <p:cNvGrpSpPr/>
          <p:nvPr/>
        </p:nvGrpSpPr>
        <p:grpSpPr>
          <a:xfrm>
            <a:off x="4333785" y="2159287"/>
            <a:ext cx="4395351" cy="404576"/>
            <a:chOff x="4333785" y="5772213"/>
            <a:chExt cx="4395351" cy="404576"/>
          </a:xfrm>
        </p:grpSpPr>
        <p:grpSp>
          <p:nvGrpSpPr>
            <p:cNvPr id="483" name="Group 482">
              <a:extLst>
                <a:ext uri="{FF2B5EF4-FFF2-40B4-BE49-F238E27FC236}">
                  <a16:creationId xmlns:a16="http://schemas.microsoft.com/office/drawing/2014/main" id="{A9F92B35-43D5-E508-50EB-91B5AE3026F1}"/>
                </a:ext>
              </a:extLst>
            </p:cNvPr>
            <p:cNvGrpSpPr/>
            <p:nvPr/>
          </p:nvGrpSpPr>
          <p:grpSpPr>
            <a:xfrm>
              <a:off x="4333785" y="5772213"/>
              <a:ext cx="531821" cy="369069"/>
              <a:chOff x="1348328" y="2475647"/>
              <a:chExt cx="603916" cy="419100"/>
            </a:xfrm>
          </p:grpSpPr>
          <p:grpSp>
            <p:nvGrpSpPr>
              <p:cNvPr id="504" name="Group 503">
                <a:extLst>
                  <a:ext uri="{FF2B5EF4-FFF2-40B4-BE49-F238E27FC236}">
                    <a16:creationId xmlns:a16="http://schemas.microsoft.com/office/drawing/2014/main" id="{3979E5FF-89E8-747F-D3FA-45EEC9C0E9B8}"/>
                  </a:ext>
                </a:extLst>
              </p:cNvPr>
              <p:cNvGrpSpPr/>
              <p:nvPr/>
            </p:nvGrpSpPr>
            <p:grpSpPr>
              <a:xfrm>
                <a:off x="1348328" y="2555748"/>
                <a:ext cx="603916" cy="308999"/>
                <a:chOff x="5278570" y="2983486"/>
                <a:chExt cx="501650" cy="233363"/>
              </a:xfrm>
            </p:grpSpPr>
            <p:sp>
              <p:nvSpPr>
                <p:cNvPr id="508" name="Oval 5">
                  <a:extLst>
                    <a:ext uri="{FF2B5EF4-FFF2-40B4-BE49-F238E27FC236}">
                      <a16:creationId xmlns:a16="http://schemas.microsoft.com/office/drawing/2014/main" id="{08A0BD82-2E09-8D54-50D5-C51657CB50FC}"/>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Line 6">
                  <a:extLst>
                    <a:ext uri="{FF2B5EF4-FFF2-40B4-BE49-F238E27FC236}">
                      <a16:creationId xmlns:a16="http://schemas.microsoft.com/office/drawing/2014/main" id="{19C349A5-E19F-DB96-1AE7-E4437B72610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Line 7">
                  <a:extLst>
                    <a:ext uri="{FF2B5EF4-FFF2-40B4-BE49-F238E27FC236}">
                      <a16:creationId xmlns:a16="http://schemas.microsoft.com/office/drawing/2014/main" id="{C7F8B80D-2EFC-093D-EE86-F2E3958EA76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Rectangle 8">
                  <a:extLst>
                    <a:ext uri="{FF2B5EF4-FFF2-40B4-BE49-F238E27FC236}">
                      <a16:creationId xmlns:a16="http://schemas.microsoft.com/office/drawing/2014/main" id="{9FBF080B-E0EA-880C-0418-5796F787139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Oval 9">
                  <a:extLst>
                    <a:ext uri="{FF2B5EF4-FFF2-40B4-BE49-F238E27FC236}">
                      <a16:creationId xmlns:a16="http://schemas.microsoft.com/office/drawing/2014/main" id="{B8FB692C-C6C7-6647-0A32-5CA3C2814A9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5" name="Group 44">
                <a:extLst>
                  <a:ext uri="{FF2B5EF4-FFF2-40B4-BE49-F238E27FC236}">
                    <a16:creationId xmlns:a16="http://schemas.microsoft.com/office/drawing/2014/main" id="{67A3841A-E06B-FCB6-0C71-C52A96A09D2E}"/>
                  </a:ext>
                </a:extLst>
              </p:cNvPr>
              <p:cNvGrpSpPr>
                <a:grpSpLocks/>
              </p:cNvGrpSpPr>
              <p:nvPr/>
            </p:nvGrpSpPr>
            <p:grpSpPr bwMode="auto">
              <a:xfrm>
                <a:off x="1456374" y="2475647"/>
                <a:ext cx="355165" cy="419100"/>
                <a:chOff x="2944" y="2405"/>
                <a:chExt cx="227" cy="264"/>
              </a:xfrm>
            </p:grpSpPr>
            <p:sp>
              <p:nvSpPr>
                <p:cNvPr id="506" name="Rectangle 45">
                  <a:extLst>
                    <a:ext uri="{FF2B5EF4-FFF2-40B4-BE49-F238E27FC236}">
                      <a16:creationId xmlns:a16="http://schemas.microsoft.com/office/drawing/2014/main" id="{7BFDBE59-6AC2-4697-F4E2-564B351603D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7" name="Text Box 46">
                  <a:extLst>
                    <a:ext uri="{FF2B5EF4-FFF2-40B4-BE49-F238E27FC236}">
                      <a16:creationId xmlns:a16="http://schemas.microsoft.com/office/drawing/2014/main" id="{6ECA3F2C-40A9-B0A2-2A03-46703DB8C27E}"/>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4" name="Group 483">
              <a:extLst>
                <a:ext uri="{FF2B5EF4-FFF2-40B4-BE49-F238E27FC236}">
                  <a16:creationId xmlns:a16="http://schemas.microsoft.com/office/drawing/2014/main" id="{CACF8F7A-2573-CDB1-1AFD-EED512175DBD}"/>
                </a:ext>
              </a:extLst>
            </p:cNvPr>
            <p:cNvGrpSpPr/>
            <p:nvPr/>
          </p:nvGrpSpPr>
          <p:grpSpPr>
            <a:xfrm>
              <a:off x="6263949" y="5807720"/>
              <a:ext cx="531821" cy="369069"/>
              <a:chOff x="1348328" y="2507397"/>
              <a:chExt cx="603916" cy="419100"/>
            </a:xfrm>
          </p:grpSpPr>
          <p:grpSp>
            <p:nvGrpSpPr>
              <p:cNvPr id="495" name="Group 494">
                <a:extLst>
                  <a:ext uri="{FF2B5EF4-FFF2-40B4-BE49-F238E27FC236}">
                    <a16:creationId xmlns:a16="http://schemas.microsoft.com/office/drawing/2014/main" id="{8A8913B0-7683-CDD8-0A14-923B0D7B2FF4}"/>
                  </a:ext>
                </a:extLst>
              </p:cNvPr>
              <p:cNvGrpSpPr/>
              <p:nvPr/>
            </p:nvGrpSpPr>
            <p:grpSpPr>
              <a:xfrm>
                <a:off x="1348328" y="2555748"/>
                <a:ext cx="603916" cy="308999"/>
                <a:chOff x="5278570" y="2983486"/>
                <a:chExt cx="501650" cy="233363"/>
              </a:xfrm>
            </p:grpSpPr>
            <p:sp>
              <p:nvSpPr>
                <p:cNvPr id="499" name="Oval 5">
                  <a:extLst>
                    <a:ext uri="{FF2B5EF4-FFF2-40B4-BE49-F238E27FC236}">
                      <a16:creationId xmlns:a16="http://schemas.microsoft.com/office/drawing/2014/main" id="{D1792BC5-33B3-FF67-5890-A94F85F2602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Line 6">
                  <a:extLst>
                    <a:ext uri="{FF2B5EF4-FFF2-40B4-BE49-F238E27FC236}">
                      <a16:creationId xmlns:a16="http://schemas.microsoft.com/office/drawing/2014/main" id="{F65C4E58-C7AB-0B37-645E-D47EBACBAE7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7">
                  <a:extLst>
                    <a:ext uri="{FF2B5EF4-FFF2-40B4-BE49-F238E27FC236}">
                      <a16:creationId xmlns:a16="http://schemas.microsoft.com/office/drawing/2014/main" id="{B3E0F282-5730-A250-7AB3-626C298AC70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Rectangle 8">
                  <a:extLst>
                    <a:ext uri="{FF2B5EF4-FFF2-40B4-BE49-F238E27FC236}">
                      <a16:creationId xmlns:a16="http://schemas.microsoft.com/office/drawing/2014/main" id="{198C94B6-B530-F376-456C-398CECD246B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Oval 9">
                  <a:extLst>
                    <a:ext uri="{FF2B5EF4-FFF2-40B4-BE49-F238E27FC236}">
                      <a16:creationId xmlns:a16="http://schemas.microsoft.com/office/drawing/2014/main" id="{DFAA0B1D-5E5F-60B5-2944-5ADCA405ACA1}"/>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6" name="Group 44">
                <a:extLst>
                  <a:ext uri="{FF2B5EF4-FFF2-40B4-BE49-F238E27FC236}">
                    <a16:creationId xmlns:a16="http://schemas.microsoft.com/office/drawing/2014/main" id="{FC9C07F8-323B-392E-A673-FBF13DDB8D1C}"/>
                  </a:ext>
                </a:extLst>
              </p:cNvPr>
              <p:cNvGrpSpPr>
                <a:grpSpLocks/>
              </p:cNvGrpSpPr>
              <p:nvPr/>
            </p:nvGrpSpPr>
            <p:grpSpPr bwMode="auto">
              <a:xfrm>
                <a:off x="1456374" y="2507397"/>
                <a:ext cx="355165" cy="419100"/>
                <a:chOff x="2944" y="2425"/>
                <a:chExt cx="227" cy="264"/>
              </a:xfrm>
            </p:grpSpPr>
            <p:sp>
              <p:nvSpPr>
                <p:cNvPr id="497" name="Rectangle 45">
                  <a:extLst>
                    <a:ext uri="{FF2B5EF4-FFF2-40B4-BE49-F238E27FC236}">
                      <a16:creationId xmlns:a16="http://schemas.microsoft.com/office/drawing/2014/main" id="{DA0EEB0E-9D70-E7C2-5A03-9B9C212C0E4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Text Box 46">
                  <a:extLst>
                    <a:ext uri="{FF2B5EF4-FFF2-40B4-BE49-F238E27FC236}">
                      <a16:creationId xmlns:a16="http://schemas.microsoft.com/office/drawing/2014/main" id="{ED5BF67C-88CA-C93B-7DC7-667B0AF0DB7A}"/>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5" name="Group 484">
              <a:extLst>
                <a:ext uri="{FF2B5EF4-FFF2-40B4-BE49-F238E27FC236}">
                  <a16:creationId xmlns:a16="http://schemas.microsoft.com/office/drawing/2014/main" id="{1D0C82F7-843A-C803-BC23-FFCA50B19FCF}"/>
                </a:ext>
              </a:extLst>
            </p:cNvPr>
            <p:cNvGrpSpPr/>
            <p:nvPr/>
          </p:nvGrpSpPr>
          <p:grpSpPr>
            <a:xfrm>
              <a:off x="8197315" y="5805271"/>
              <a:ext cx="531821" cy="369069"/>
              <a:chOff x="1348328" y="2507397"/>
              <a:chExt cx="603916" cy="419100"/>
            </a:xfrm>
          </p:grpSpPr>
          <p:grpSp>
            <p:nvGrpSpPr>
              <p:cNvPr id="486" name="Group 485">
                <a:extLst>
                  <a:ext uri="{FF2B5EF4-FFF2-40B4-BE49-F238E27FC236}">
                    <a16:creationId xmlns:a16="http://schemas.microsoft.com/office/drawing/2014/main" id="{19983477-DC65-8601-3746-7221CC4149AC}"/>
                  </a:ext>
                </a:extLst>
              </p:cNvPr>
              <p:cNvGrpSpPr/>
              <p:nvPr/>
            </p:nvGrpSpPr>
            <p:grpSpPr>
              <a:xfrm>
                <a:off x="1348328" y="2555748"/>
                <a:ext cx="603916" cy="308999"/>
                <a:chOff x="5278570" y="2983486"/>
                <a:chExt cx="501650" cy="233363"/>
              </a:xfrm>
            </p:grpSpPr>
            <p:sp>
              <p:nvSpPr>
                <p:cNvPr id="490" name="Oval 5">
                  <a:extLst>
                    <a:ext uri="{FF2B5EF4-FFF2-40B4-BE49-F238E27FC236}">
                      <a16:creationId xmlns:a16="http://schemas.microsoft.com/office/drawing/2014/main" id="{B383CFC7-502E-694A-0D9F-DDF6867F17E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1" name="Line 6">
                  <a:extLst>
                    <a:ext uri="{FF2B5EF4-FFF2-40B4-BE49-F238E27FC236}">
                      <a16:creationId xmlns:a16="http://schemas.microsoft.com/office/drawing/2014/main" id="{0ED8BD9E-D79F-F568-634C-53D97EFE5B2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Line 7">
                  <a:extLst>
                    <a:ext uri="{FF2B5EF4-FFF2-40B4-BE49-F238E27FC236}">
                      <a16:creationId xmlns:a16="http://schemas.microsoft.com/office/drawing/2014/main" id="{6DC4EC02-72A0-6A62-E7F7-A43374D0811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Rectangle 8">
                  <a:extLst>
                    <a:ext uri="{FF2B5EF4-FFF2-40B4-BE49-F238E27FC236}">
                      <a16:creationId xmlns:a16="http://schemas.microsoft.com/office/drawing/2014/main" id="{46E23CD9-DBC4-6909-252A-35C3C115BE32}"/>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Oval 9">
                  <a:extLst>
                    <a:ext uri="{FF2B5EF4-FFF2-40B4-BE49-F238E27FC236}">
                      <a16:creationId xmlns:a16="http://schemas.microsoft.com/office/drawing/2014/main" id="{220B3002-5DC2-5241-D178-962D09B6CA5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7" name="Group 44">
                <a:extLst>
                  <a:ext uri="{FF2B5EF4-FFF2-40B4-BE49-F238E27FC236}">
                    <a16:creationId xmlns:a16="http://schemas.microsoft.com/office/drawing/2014/main" id="{67235E20-3452-83B0-8E8D-ACAF54B5CF8D}"/>
                  </a:ext>
                </a:extLst>
              </p:cNvPr>
              <p:cNvGrpSpPr>
                <a:grpSpLocks/>
              </p:cNvGrpSpPr>
              <p:nvPr/>
            </p:nvGrpSpPr>
            <p:grpSpPr bwMode="auto">
              <a:xfrm>
                <a:off x="1464216" y="2507397"/>
                <a:ext cx="341085" cy="419100"/>
                <a:chOff x="2949" y="2425"/>
                <a:chExt cx="218" cy="264"/>
              </a:xfrm>
            </p:grpSpPr>
            <p:sp>
              <p:nvSpPr>
                <p:cNvPr id="488" name="Rectangle 45">
                  <a:extLst>
                    <a:ext uri="{FF2B5EF4-FFF2-40B4-BE49-F238E27FC236}">
                      <a16:creationId xmlns:a16="http://schemas.microsoft.com/office/drawing/2014/main" id="{497FF7AD-A57E-0B53-8219-FE7C240FEF6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Text Box 46">
                  <a:extLst>
                    <a:ext uri="{FF2B5EF4-FFF2-40B4-BE49-F238E27FC236}">
                      <a16:creationId xmlns:a16="http://schemas.microsoft.com/office/drawing/2014/main" id="{9A549688-0A38-606F-41EE-513AC24A60F9}"/>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14" name="Group 513">
            <a:extLst>
              <a:ext uri="{FF2B5EF4-FFF2-40B4-BE49-F238E27FC236}">
                <a16:creationId xmlns:a16="http://schemas.microsoft.com/office/drawing/2014/main" id="{2E4F4AC9-EE6C-A43A-492A-F44AECB4F4CF}"/>
              </a:ext>
            </a:extLst>
          </p:cNvPr>
          <p:cNvGrpSpPr/>
          <p:nvPr/>
        </p:nvGrpSpPr>
        <p:grpSpPr>
          <a:xfrm>
            <a:off x="4336458" y="4087014"/>
            <a:ext cx="4395351" cy="404576"/>
            <a:chOff x="4333785" y="5772213"/>
            <a:chExt cx="4395351" cy="404576"/>
          </a:xfrm>
        </p:grpSpPr>
        <p:grpSp>
          <p:nvGrpSpPr>
            <p:cNvPr id="515" name="Group 514">
              <a:extLst>
                <a:ext uri="{FF2B5EF4-FFF2-40B4-BE49-F238E27FC236}">
                  <a16:creationId xmlns:a16="http://schemas.microsoft.com/office/drawing/2014/main" id="{01C9807E-6F67-E5F9-E84B-3AE922EC3646}"/>
                </a:ext>
              </a:extLst>
            </p:cNvPr>
            <p:cNvGrpSpPr/>
            <p:nvPr/>
          </p:nvGrpSpPr>
          <p:grpSpPr>
            <a:xfrm>
              <a:off x="4333785" y="5772213"/>
              <a:ext cx="531821" cy="369069"/>
              <a:chOff x="1348328" y="2475647"/>
              <a:chExt cx="603916" cy="419100"/>
            </a:xfrm>
          </p:grpSpPr>
          <p:grpSp>
            <p:nvGrpSpPr>
              <p:cNvPr id="536" name="Group 535">
                <a:extLst>
                  <a:ext uri="{FF2B5EF4-FFF2-40B4-BE49-F238E27FC236}">
                    <a16:creationId xmlns:a16="http://schemas.microsoft.com/office/drawing/2014/main" id="{ABC28223-6A34-BD47-0026-BD51489FD7CE}"/>
                  </a:ext>
                </a:extLst>
              </p:cNvPr>
              <p:cNvGrpSpPr/>
              <p:nvPr/>
            </p:nvGrpSpPr>
            <p:grpSpPr>
              <a:xfrm>
                <a:off x="1348328" y="2555748"/>
                <a:ext cx="603916" cy="308999"/>
                <a:chOff x="5278570" y="2983486"/>
                <a:chExt cx="501650" cy="233363"/>
              </a:xfrm>
            </p:grpSpPr>
            <p:sp>
              <p:nvSpPr>
                <p:cNvPr id="540" name="Oval 5">
                  <a:extLst>
                    <a:ext uri="{FF2B5EF4-FFF2-40B4-BE49-F238E27FC236}">
                      <a16:creationId xmlns:a16="http://schemas.microsoft.com/office/drawing/2014/main" id="{5C685F20-84F3-CED8-E8BF-8465A2B91F32}"/>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6">
                  <a:extLst>
                    <a:ext uri="{FF2B5EF4-FFF2-40B4-BE49-F238E27FC236}">
                      <a16:creationId xmlns:a16="http://schemas.microsoft.com/office/drawing/2014/main" id="{2869333B-2497-F696-A729-48E938D1F1BE}"/>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7">
                  <a:extLst>
                    <a:ext uri="{FF2B5EF4-FFF2-40B4-BE49-F238E27FC236}">
                      <a16:creationId xmlns:a16="http://schemas.microsoft.com/office/drawing/2014/main" id="{46C313E0-7717-1E1E-E67F-E37982B75D9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Rectangle 8">
                  <a:extLst>
                    <a:ext uri="{FF2B5EF4-FFF2-40B4-BE49-F238E27FC236}">
                      <a16:creationId xmlns:a16="http://schemas.microsoft.com/office/drawing/2014/main" id="{CFFF8C8B-C196-D67F-7C9A-1A3C56F49B4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Oval 9">
                  <a:extLst>
                    <a:ext uri="{FF2B5EF4-FFF2-40B4-BE49-F238E27FC236}">
                      <a16:creationId xmlns:a16="http://schemas.microsoft.com/office/drawing/2014/main" id="{99D2A2A1-6A2A-70A7-B674-16C236346FD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7" name="Group 44">
                <a:extLst>
                  <a:ext uri="{FF2B5EF4-FFF2-40B4-BE49-F238E27FC236}">
                    <a16:creationId xmlns:a16="http://schemas.microsoft.com/office/drawing/2014/main" id="{3DFEF957-BA7B-4B14-770A-09DC9EB8F9F2}"/>
                  </a:ext>
                </a:extLst>
              </p:cNvPr>
              <p:cNvGrpSpPr>
                <a:grpSpLocks/>
              </p:cNvGrpSpPr>
              <p:nvPr/>
            </p:nvGrpSpPr>
            <p:grpSpPr bwMode="auto">
              <a:xfrm>
                <a:off x="1456374" y="2475647"/>
                <a:ext cx="355165" cy="419100"/>
                <a:chOff x="2944" y="2405"/>
                <a:chExt cx="227" cy="264"/>
              </a:xfrm>
            </p:grpSpPr>
            <p:sp>
              <p:nvSpPr>
                <p:cNvPr id="538" name="Rectangle 45">
                  <a:extLst>
                    <a:ext uri="{FF2B5EF4-FFF2-40B4-BE49-F238E27FC236}">
                      <a16:creationId xmlns:a16="http://schemas.microsoft.com/office/drawing/2014/main" id="{ECA7C56C-69DA-F988-9B09-BD01C887AD8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Text Box 46">
                  <a:extLst>
                    <a:ext uri="{FF2B5EF4-FFF2-40B4-BE49-F238E27FC236}">
                      <a16:creationId xmlns:a16="http://schemas.microsoft.com/office/drawing/2014/main" id="{86D8F37E-32B5-6F1D-D3BD-58AD1F5CBB71}"/>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16" name="Group 515">
              <a:extLst>
                <a:ext uri="{FF2B5EF4-FFF2-40B4-BE49-F238E27FC236}">
                  <a16:creationId xmlns:a16="http://schemas.microsoft.com/office/drawing/2014/main" id="{81DD27DE-264B-9914-2913-50F61AB6C0EF}"/>
                </a:ext>
              </a:extLst>
            </p:cNvPr>
            <p:cNvGrpSpPr/>
            <p:nvPr/>
          </p:nvGrpSpPr>
          <p:grpSpPr>
            <a:xfrm>
              <a:off x="6263949" y="5807720"/>
              <a:ext cx="531821" cy="369069"/>
              <a:chOff x="1348328" y="2507397"/>
              <a:chExt cx="603916" cy="419100"/>
            </a:xfrm>
          </p:grpSpPr>
          <p:grpSp>
            <p:nvGrpSpPr>
              <p:cNvPr id="527" name="Group 526">
                <a:extLst>
                  <a:ext uri="{FF2B5EF4-FFF2-40B4-BE49-F238E27FC236}">
                    <a16:creationId xmlns:a16="http://schemas.microsoft.com/office/drawing/2014/main" id="{EAA671C2-F3E1-7911-5184-A5B1EAF5F0B3}"/>
                  </a:ext>
                </a:extLst>
              </p:cNvPr>
              <p:cNvGrpSpPr/>
              <p:nvPr/>
            </p:nvGrpSpPr>
            <p:grpSpPr>
              <a:xfrm>
                <a:off x="1348328" y="2555748"/>
                <a:ext cx="603916" cy="308999"/>
                <a:chOff x="5278570" y="2983486"/>
                <a:chExt cx="501650" cy="233363"/>
              </a:xfrm>
            </p:grpSpPr>
            <p:sp>
              <p:nvSpPr>
                <p:cNvPr id="531" name="Oval 5">
                  <a:extLst>
                    <a:ext uri="{FF2B5EF4-FFF2-40B4-BE49-F238E27FC236}">
                      <a16:creationId xmlns:a16="http://schemas.microsoft.com/office/drawing/2014/main" id="{DFE416CE-4746-7B96-5234-72001AC8698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Line 6">
                  <a:extLst>
                    <a:ext uri="{FF2B5EF4-FFF2-40B4-BE49-F238E27FC236}">
                      <a16:creationId xmlns:a16="http://schemas.microsoft.com/office/drawing/2014/main" id="{77629616-DE57-17DD-63DC-954D4D7D2B37}"/>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Line 7">
                  <a:extLst>
                    <a:ext uri="{FF2B5EF4-FFF2-40B4-BE49-F238E27FC236}">
                      <a16:creationId xmlns:a16="http://schemas.microsoft.com/office/drawing/2014/main" id="{45B59062-8E57-42B3-D3B9-1DC28729003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Rectangle 8">
                  <a:extLst>
                    <a:ext uri="{FF2B5EF4-FFF2-40B4-BE49-F238E27FC236}">
                      <a16:creationId xmlns:a16="http://schemas.microsoft.com/office/drawing/2014/main" id="{81CB9575-3F73-84BE-8E5F-DB224A43DDA4}"/>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9">
                  <a:extLst>
                    <a:ext uri="{FF2B5EF4-FFF2-40B4-BE49-F238E27FC236}">
                      <a16:creationId xmlns:a16="http://schemas.microsoft.com/office/drawing/2014/main" id="{B2CA639C-BD64-733C-316B-5C8E35BF7A7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28" name="Group 44">
                <a:extLst>
                  <a:ext uri="{FF2B5EF4-FFF2-40B4-BE49-F238E27FC236}">
                    <a16:creationId xmlns:a16="http://schemas.microsoft.com/office/drawing/2014/main" id="{1937A6EB-3D03-D1AE-C5E5-663B5E256350}"/>
                  </a:ext>
                </a:extLst>
              </p:cNvPr>
              <p:cNvGrpSpPr>
                <a:grpSpLocks/>
              </p:cNvGrpSpPr>
              <p:nvPr/>
            </p:nvGrpSpPr>
            <p:grpSpPr bwMode="auto">
              <a:xfrm>
                <a:off x="1456374" y="2507397"/>
                <a:ext cx="355165" cy="419100"/>
                <a:chOff x="2944" y="2425"/>
                <a:chExt cx="227" cy="264"/>
              </a:xfrm>
            </p:grpSpPr>
            <p:sp>
              <p:nvSpPr>
                <p:cNvPr id="529" name="Rectangle 45">
                  <a:extLst>
                    <a:ext uri="{FF2B5EF4-FFF2-40B4-BE49-F238E27FC236}">
                      <a16:creationId xmlns:a16="http://schemas.microsoft.com/office/drawing/2014/main" id="{4619CB34-4350-A106-FF48-7B2BD75BA00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Text Box 46">
                  <a:extLst>
                    <a:ext uri="{FF2B5EF4-FFF2-40B4-BE49-F238E27FC236}">
                      <a16:creationId xmlns:a16="http://schemas.microsoft.com/office/drawing/2014/main" id="{14207118-0520-4800-F98B-AB3E9BE8ABE7}"/>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17" name="Group 516">
              <a:extLst>
                <a:ext uri="{FF2B5EF4-FFF2-40B4-BE49-F238E27FC236}">
                  <a16:creationId xmlns:a16="http://schemas.microsoft.com/office/drawing/2014/main" id="{BA97098A-80CB-EFF3-9B0C-51BDA0CCFC9A}"/>
                </a:ext>
              </a:extLst>
            </p:cNvPr>
            <p:cNvGrpSpPr/>
            <p:nvPr/>
          </p:nvGrpSpPr>
          <p:grpSpPr>
            <a:xfrm>
              <a:off x="8197315" y="5805271"/>
              <a:ext cx="531821" cy="369069"/>
              <a:chOff x="1348328" y="2507397"/>
              <a:chExt cx="603916" cy="419100"/>
            </a:xfrm>
          </p:grpSpPr>
          <p:grpSp>
            <p:nvGrpSpPr>
              <p:cNvPr id="518" name="Group 517">
                <a:extLst>
                  <a:ext uri="{FF2B5EF4-FFF2-40B4-BE49-F238E27FC236}">
                    <a16:creationId xmlns:a16="http://schemas.microsoft.com/office/drawing/2014/main" id="{9F35F421-D70C-858E-47FE-4852E1B619E1}"/>
                  </a:ext>
                </a:extLst>
              </p:cNvPr>
              <p:cNvGrpSpPr/>
              <p:nvPr/>
            </p:nvGrpSpPr>
            <p:grpSpPr>
              <a:xfrm>
                <a:off x="1348328" y="2555748"/>
                <a:ext cx="603916" cy="308999"/>
                <a:chOff x="5278570" y="2983486"/>
                <a:chExt cx="501650" cy="233363"/>
              </a:xfrm>
            </p:grpSpPr>
            <p:sp>
              <p:nvSpPr>
                <p:cNvPr id="522" name="Oval 5">
                  <a:extLst>
                    <a:ext uri="{FF2B5EF4-FFF2-40B4-BE49-F238E27FC236}">
                      <a16:creationId xmlns:a16="http://schemas.microsoft.com/office/drawing/2014/main" id="{85A2404B-464E-50C0-53CA-72053CC47102}"/>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3" name="Line 6">
                  <a:extLst>
                    <a:ext uri="{FF2B5EF4-FFF2-40B4-BE49-F238E27FC236}">
                      <a16:creationId xmlns:a16="http://schemas.microsoft.com/office/drawing/2014/main" id="{5D03A603-9E66-522D-33D5-7D3E7AFE907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Line 7">
                  <a:extLst>
                    <a:ext uri="{FF2B5EF4-FFF2-40B4-BE49-F238E27FC236}">
                      <a16:creationId xmlns:a16="http://schemas.microsoft.com/office/drawing/2014/main" id="{725362A5-30E8-6138-B00C-A87A8516207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Rectangle 8">
                  <a:extLst>
                    <a:ext uri="{FF2B5EF4-FFF2-40B4-BE49-F238E27FC236}">
                      <a16:creationId xmlns:a16="http://schemas.microsoft.com/office/drawing/2014/main" id="{5A419D0C-3B3B-C58B-9D82-FB90C7E54B7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6" name="Oval 9">
                  <a:extLst>
                    <a:ext uri="{FF2B5EF4-FFF2-40B4-BE49-F238E27FC236}">
                      <a16:creationId xmlns:a16="http://schemas.microsoft.com/office/drawing/2014/main" id="{5CEDCCA3-367D-DBA4-4123-2DC82767C26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9" name="Group 44">
                <a:extLst>
                  <a:ext uri="{FF2B5EF4-FFF2-40B4-BE49-F238E27FC236}">
                    <a16:creationId xmlns:a16="http://schemas.microsoft.com/office/drawing/2014/main" id="{D2D3AFA3-41C9-757A-8765-0A67740E3168}"/>
                  </a:ext>
                </a:extLst>
              </p:cNvPr>
              <p:cNvGrpSpPr>
                <a:grpSpLocks/>
              </p:cNvGrpSpPr>
              <p:nvPr/>
            </p:nvGrpSpPr>
            <p:grpSpPr bwMode="auto">
              <a:xfrm>
                <a:off x="1492372" y="2507397"/>
                <a:ext cx="283194" cy="419100"/>
                <a:chOff x="2967" y="2425"/>
                <a:chExt cx="181" cy="264"/>
              </a:xfrm>
            </p:grpSpPr>
            <p:sp>
              <p:nvSpPr>
                <p:cNvPr id="520" name="Rectangle 45">
                  <a:extLst>
                    <a:ext uri="{FF2B5EF4-FFF2-40B4-BE49-F238E27FC236}">
                      <a16:creationId xmlns:a16="http://schemas.microsoft.com/office/drawing/2014/main" id="{FB26383F-E353-7A44-B665-85C77CF01D6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1" name="Text Box 46">
                  <a:extLst>
                    <a:ext uri="{FF2B5EF4-FFF2-40B4-BE49-F238E27FC236}">
                      <a16:creationId xmlns:a16="http://schemas.microsoft.com/office/drawing/2014/main" id="{C5C386CE-5E8C-8A2F-CB04-007B6FC5EC6B}"/>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45" name="Group 544">
            <a:extLst>
              <a:ext uri="{FF2B5EF4-FFF2-40B4-BE49-F238E27FC236}">
                <a16:creationId xmlns:a16="http://schemas.microsoft.com/office/drawing/2014/main" id="{7FEB7073-E6B2-13F8-AEA2-AFA90BEE4E42}"/>
              </a:ext>
            </a:extLst>
          </p:cNvPr>
          <p:cNvGrpSpPr/>
          <p:nvPr/>
        </p:nvGrpSpPr>
        <p:grpSpPr>
          <a:xfrm>
            <a:off x="8740877" y="473221"/>
            <a:ext cx="2045109" cy="2667397"/>
            <a:chOff x="8740877" y="219997"/>
            <a:chExt cx="2045109" cy="2667397"/>
          </a:xfrm>
        </p:grpSpPr>
        <p:sp>
          <p:nvSpPr>
            <p:cNvPr id="546" name="Freeform 233">
              <a:extLst>
                <a:ext uri="{FF2B5EF4-FFF2-40B4-BE49-F238E27FC236}">
                  <a16:creationId xmlns:a16="http://schemas.microsoft.com/office/drawing/2014/main" id="{834FD45B-8A4C-8DA4-274E-BA40393A986A}"/>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7" name="Group 546">
              <a:extLst>
                <a:ext uri="{FF2B5EF4-FFF2-40B4-BE49-F238E27FC236}">
                  <a16:creationId xmlns:a16="http://schemas.microsoft.com/office/drawing/2014/main" id="{A1182C74-BC9F-5AC9-4483-A6C954922108}"/>
                </a:ext>
              </a:extLst>
            </p:cNvPr>
            <p:cNvGrpSpPr/>
            <p:nvPr/>
          </p:nvGrpSpPr>
          <p:grpSpPr>
            <a:xfrm>
              <a:off x="9636528" y="219997"/>
              <a:ext cx="1149458" cy="2667397"/>
              <a:chOff x="9764348" y="1447800"/>
              <a:chExt cx="1149458" cy="2667397"/>
            </a:xfrm>
          </p:grpSpPr>
          <p:sp>
            <p:nvSpPr>
              <p:cNvPr id="548" name="Rectangle 547">
                <a:extLst>
                  <a:ext uri="{FF2B5EF4-FFF2-40B4-BE49-F238E27FC236}">
                    <a16:creationId xmlns:a16="http://schemas.microsoft.com/office/drawing/2014/main" id="{9C90727A-50E5-4EEF-714A-019F908CBE7A}"/>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9" name="Group 548">
                <a:extLst>
                  <a:ext uri="{FF2B5EF4-FFF2-40B4-BE49-F238E27FC236}">
                    <a16:creationId xmlns:a16="http://schemas.microsoft.com/office/drawing/2014/main" id="{9E1C6F26-523B-3091-8577-14F72FDED10E}"/>
                  </a:ext>
                </a:extLst>
              </p:cNvPr>
              <p:cNvGrpSpPr/>
              <p:nvPr/>
            </p:nvGrpSpPr>
            <p:grpSpPr>
              <a:xfrm>
                <a:off x="9764348" y="1447800"/>
                <a:ext cx="1130291" cy="2667397"/>
                <a:chOff x="9472119" y="702026"/>
                <a:chExt cx="1130291" cy="2667397"/>
              </a:xfrm>
            </p:grpSpPr>
            <p:sp>
              <p:nvSpPr>
                <p:cNvPr id="550" name="Rectangle 549">
                  <a:extLst>
                    <a:ext uri="{FF2B5EF4-FFF2-40B4-BE49-F238E27FC236}">
                      <a16:creationId xmlns:a16="http://schemas.microsoft.com/office/drawing/2014/main" id="{5836790D-D17D-D9E4-43AB-B154B5C5014C}"/>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TextBox 550">
                  <a:extLst>
                    <a:ext uri="{FF2B5EF4-FFF2-40B4-BE49-F238E27FC236}">
                      <a16:creationId xmlns:a16="http://schemas.microsoft.com/office/drawing/2014/main" id="{349434AF-41AD-C674-7AFF-D585A17F328E}"/>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c:</a:t>
                  </a:r>
                </a:p>
                <a:p>
                  <a:pPr marL="114300" lvl="1"/>
                  <a:r>
                    <a:rPr lang="en-US" sz="1600" dirty="0"/>
                    <a:t>D</a:t>
                  </a:r>
                  <a:r>
                    <a:rPr lang="en-US" sz="1600" baseline="-25000" dirty="0"/>
                    <a:t>c</a:t>
                  </a:r>
                  <a:r>
                    <a:rPr lang="en-US" sz="1600" dirty="0"/>
                    <a:t>(a) =</a:t>
                  </a:r>
                  <a:r>
                    <a:rPr lang="en-US" sz="1600" dirty="0">
                      <a:cs typeface="Arial" charset="0"/>
                    </a:rPr>
                    <a:t> ∞</a:t>
                  </a:r>
                </a:p>
                <a:p>
                  <a:pPr marL="114300" lvl="1"/>
                  <a:r>
                    <a:rPr lang="en-US" sz="1600" dirty="0"/>
                    <a:t>D</a:t>
                  </a:r>
                  <a:r>
                    <a:rPr lang="en-US" sz="1600" baseline="-25000" dirty="0"/>
                    <a:t>c</a:t>
                  </a:r>
                  <a:r>
                    <a:rPr lang="en-US" sz="1600" dirty="0"/>
                    <a:t>(b) =</a:t>
                  </a:r>
                  <a:r>
                    <a:rPr lang="en-US" sz="1600" dirty="0">
                      <a:cs typeface="Arial" charset="0"/>
                    </a:rPr>
                    <a:t> 1</a:t>
                  </a:r>
                </a:p>
                <a:p>
                  <a:pPr marL="114300" lvl="1"/>
                  <a:r>
                    <a:rPr lang="en-US" sz="1600" dirty="0">
                      <a:cs typeface="Arial" charset="0"/>
                    </a:rPr>
                    <a:t>D</a:t>
                  </a:r>
                  <a:r>
                    <a:rPr lang="en-US" sz="1600" baseline="-25000" dirty="0">
                      <a:cs typeface="Arial" charset="0"/>
                    </a:rPr>
                    <a:t>c</a:t>
                  </a:r>
                  <a:r>
                    <a:rPr lang="en-US" sz="1600" dirty="0">
                      <a:cs typeface="Arial" charset="0"/>
                    </a:rPr>
                    <a:t>(c) = 0</a:t>
                  </a:r>
                  <a:endParaRPr lang="en-US" sz="1600" dirty="0"/>
                </a:p>
                <a:p>
                  <a:pPr marL="114300" lvl="1"/>
                  <a:r>
                    <a:rPr lang="en-US" sz="1600" dirty="0"/>
                    <a:t>D</a:t>
                  </a:r>
                  <a:r>
                    <a:rPr lang="en-US" sz="1600" baseline="-25000" dirty="0"/>
                    <a:t>c</a:t>
                  </a:r>
                  <a:r>
                    <a:rPr lang="en-US" sz="1600" dirty="0"/>
                    <a:t>(d) =</a:t>
                  </a:r>
                  <a:r>
                    <a:rPr lang="en-US" sz="1600" dirty="0">
                      <a:cs typeface="Arial" charset="0"/>
                    </a:rPr>
                    <a:t> ∞</a:t>
                  </a:r>
                  <a:endParaRPr lang="en-US" sz="1600" dirty="0"/>
                </a:p>
                <a:p>
                  <a:pPr marL="114300" lvl="1"/>
                  <a:r>
                    <a:rPr lang="en-US" sz="1600" dirty="0"/>
                    <a:t>D</a:t>
                  </a:r>
                  <a:r>
                    <a:rPr lang="en-US" sz="1600" baseline="-25000" dirty="0"/>
                    <a:t>c</a:t>
                  </a:r>
                  <a:r>
                    <a:rPr lang="en-US" sz="1600" dirty="0"/>
                    <a:t>(e) =</a:t>
                  </a:r>
                  <a:r>
                    <a:rPr lang="en-US" sz="1600" dirty="0">
                      <a:cs typeface="Arial" charset="0"/>
                    </a:rPr>
                    <a:t> ∞</a:t>
                  </a:r>
                  <a:endParaRPr lang="en-US" sz="1600" dirty="0"/>
                </a:p>
                <a:p>
                  <a:pPr marL="114300" lvl="1"/>
                  <a:r>
                    <a:rPr lang="en-US" sz="1600" dirty="0"/>
                    <a:t>D</a:t>
                  </a:r>
                  <a:r>
                    <a:rPr lang="en-US" sz="1600" baseline="-25000" dirty="0"/>
                    <a:t>c</a:t>
                  </a:r>
                  <a:r>
                    <a:rPr lang="en-US" sz="1600" dirty="0"/>
                    <a:t>(f) =</a:t>
                  </a:r>
                  <a:r>
                    <a:rPr lang="en-US" sz="1600" dirty="0">
                      <a:cs typeface="Arial" charset="0"/>
                    </a:rPr>
                    <a:t> ∞</a:t>
                  </a:r>
                  <a:endParaRPr lang="en-US" sz="1600" dirty="0"/>
                </a:p>
                <a:p>
                  <a:pPr marL="114300" lvl="1"/>
                  <a:r>
                    <a:rPr lang="en-US" sz="1600" dirty="0"/>
                    <a:t>D</a:t>
                  </a:r>
                  <a:r>
                    <a:rPr lang="en-US" sz="1600" baseline="-25000" dirty="0"/>
                    <a:t>c</a:t>
                  </a:r>
                  <a:r>
                    <a:rPr lang="en-US" sz="1600" dirty="0"/>
                    <a:t>(g) =</a:t>
                  </a:r>
                  <a:r>
                    <a:rPr lang="en-US" sz="1600" dirty="0">
                      <a:cs typeface="Arial" charset="0"/>
                    </a:rPr>
                    <a:t> ∞</a:t>
                  </a:r>
                  <a:endParaRPr lang="en-US" sz="1600" dirty="0"/>
                </a:p>
                <a:p>
                  <a:pPr marL="114300" lvl="1"/>
                  <a:r>
                    <a:rPr lang="en-US" sz="1600" dirty="0"/>
                    <a:t>D</a:t>
                  </a:r>
                  <a:r>
                    <a:rPr lang="en-US" sz="1600" baseline="-25000" dirty="0"/>
                    <a:t>c</a:t>
                  </a:r>
                  <a:r>
                    <a:rPr lang="en-US" sz="1600" dirty="0"/>
                    <a:t>(h) =</a:t>
                  </a:r>
                  <a:r>
                    <a:rPr lang="en-US" sz="1600" dirty="0">
                      <a:cs typeface="Arial" charset="0"/>
                    </a:rPr>
                    <a:t> ∞</a:t>
                  </a:r>
                  <a:endParaRPr lang="en-US" sz="1600" dirty="0"/>
                </a:p>
                <a:p>
                  <a:pPr marL="114300"/>
                  <a:r>
                    <a:rPr lang="en-US" sz="1600" dirty="0"/>
                    <a:t>D</a:t>
                  </a:r>
                  <a:r>
                    <a:rPr lang="en-US" sz="1600" baseline="-25000" dirty="0"/>
                    <a:t>c</a:t>
                  </a:r>
                  <a:r>
                    <a:rPr lang="en-US" sz="1600" dirty="0"/>
                    <a:t>(i) =</a:t>
                  </a:r>
                  <a:r>
                    <a:rPr lang="en-US" sz="1600" dirty="0">
                      <a:cs typeface="Arial" charset="0"/>
                    </a:rPr>
                    <a:t> ∞</a:t>
                  </a:r>
                  <a:endParaRPr lang="en-US" sz="1600" dirty="0"/>
                </a:p>
              </p:txBody>
            </p:sp>
            <p:cxnSp>
              <p:nvCxnSpPr>
                <p:cNvPr id="552" name="Straight Connector 551">
                  <a:extLst>
                    <a:ext uri="{FF2B5EF4-FFF2-40B4-BE49-F238E27FC236}">
                      <a16:creationId xmlns:a16="http://schemas.microsoft.com/office/drawing/2014/main" id="{542B4876-F4C4-1CF8-2825-999652758171}"/>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53" name="Rectangle 552">
                  <a:extLst>
                    <a:ext uri="{FF2B5EF4-FFF2-40B4-BE49-F238E27FC236}">
                      <a16:creationId xmlns:a16="http://schemas.microsoft.com/office/drawing/2014/main" id="{8F944372-7611-807F-3E28-3B4B04A70545}"/>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554" name="Freeform 182">
            <a:extLst>
              <a:ext uri="{FF2B5EF4-FFF2-40B4-BE49-F238E27FC236}">
                <a16:creationId xmlns:a16="http://schemas.microsoft.com/office/drawing/2014/main" id="{E158CFE2-F078-53DB-6AC9-C31B66BB664B}"/>
              </a:ext>
            </a:extLst>
          </p:cNvPr>
          <p:cNvSpPr/>
          <p:nvPr/>
        </p:nvSpPr>
        <p:spPr>
          <a:xfrm>
            <a:off x="6794417" y="3269762"/>
            <a:ext cx="288970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9702" h="2634390">
                <a:moveTo>
                  <a:pt x="10817" y="896701"/>
                </a:moveTo>
                <a:cubicBezTo>
                  <a:pt x="1751126" y="516521"/>
                  <a:pt x="1777345" y="533564"/>
                  <a:pt x="2869381" y="0"/>
                </a:cubicBezTo>
                <a:cubicBezTo>
                  <a:pt x="2869381" y="783303"/>
                  <a:pt x="2889702" y="1851087"/>
                  <a:pt x="2889702" y="2634390"/>
                </a:cubicBezTo>
                <a:cubicBezTo>
                  <a:pt x="2630785" y="598784"/>
                  <a:pt x="2043143" y="642374"/>
                  <a:pt x="0" y="1094330"/>
                </a:cubicBezTo>
                <a:lnTo>
                  <a:pt x="10817" y="8967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55" name="Group 554">
            <a:extLst>
              <a:ext uri="{FF2B5EF4-FFF2-40B4-BE49-F238E27FC236}">
                <a16:creationId xmlns:a16="http://schemas.microsoft.com/office/drawing/2014/main" id="{17CB88A3-11A1-2381-4E79-06D6A90FC5E3}"/>
              </a:ext>
            </a:extLst>
          </p:cNvPr>
          <p:cNvGrpSpPr/>
          <p:nvPr/>
        </p:nvGrpSpPr>
        <p:grpSpPr>
          <a:xfrm>
            <a:off x="9654637" y="3271400"/>
            <a:ext cx="1131350" cy="2675039"/>
            <a:chOff x="9762792" y="4031226"/>
            <a:chExt cx="1131350" cy="2675039"/>
          </a:xfrm>
        </p:grpSpPr>
        <p:sp>
          <p:nvSpPr>
            <p:cNvPr id="556" name="Rectangle 555">
              <a:extLst>
                <a:ext uri="{FF2B5EF4-FFF2-40B4-BE49-F238E27FC236}">
                  <a16:creationId xmlns:a16="http://schemas.microsoft.com/office/drawing/2014/main" id="{083E4190-90C8-BED9-D152-0E56A1B6A166}"/>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57" name="Group 556">
              <a:extLst>
                <a:ext uri="{FF2B5EF4-FFF2-40B4-BE49-F238E27FC236}">
                  <a16:creationId xmlns:a16="http://schemas.microsoft.com/office/drawing/2014/main" id="{AD80E112-741F-1983-902C-72669E38FC0F}"/>
                </a:ext>
              </a:extLst>
            </p:cNvPr>
            <p:cNvGrpSpPr/>
            <p:nvPr/>
          </p:nvGrpSpPr>
          <p:grpSpPr>
            <a:xfrm>
              <a:off x="9762792" y="4038868"/>
              <a:ext cx="1130292" cy="2667397"/>
              <a:chOff x="9472118" y="702026"/>
              <a:chExt cx="1130292" cy="2667397"/>
            </a:xfrm>
          </p:grpSpPr>
          <p:sp>
            <p:nvSpPr>
              <p:cNvPr id="558" name="Rectangle 557">
                <a:extLst>
                  <a:ext uri="{FF2B5EF4-FFF2-40B4-BE49-F238E27FC236}">
                    <a16:creationId xmlns:a16="http://schemas.microsoft.com/office/drawing/2014/main" id="{1675613B-0E5D-FAB8-722E-A6540F8F6255}"/>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TextBox 558">
                <a:extLst>
                  <a:ext uri="{FF2B5EF4-FFF2-40B4-BE49-F238E27FC236}">
                    <a16:creationId xmlns:a16="http://schemas.microsoft.com/office/drawing/2014/main" id="{A9B3183C-32A5-494E-F40A-E489F591D63D}"/>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schemeClr val="bg1"/>
                    </a:solidFill>
                  </a:rPr>
                  <a:t>DV in e:</a:t>
                </a:r>
              </a:p>
              <a:p>
                <a:pPr marL="114300" lvl="1"/>
                <a:r>
                  <a:rPr lang="en-US" sz="1600" dirty="0"/>
                  <a:t>D</a:t>
                </a:r>
                <a:r>
                  <a:rPr lang="en-US" sz="1600" baseline="-25000" dirty="0"/>
                  <a:t>e</a:t>
                </a:r>
                <a:r>
                  <a:rPr lang="en-US" sz="1600" dirty="0"/>
                  <a:t>(a) =</a:t>
                </a:r>
                <a:r>
                  <a:rPr lang="en-US" sz="1600" dirty="0">
                    <a:cs typeface="Arial" charset="0"/>
                  </a:rPr>
                  <a:t> ∞</a:t>
                </a:r>
              </a:p>
              <a:p>
                <a:pPr marL="114300" lvl="1"/>
                <a:r>
                  <a:rPr lang="en-US" sz="1600" dirty="0"/>
                  <a:t>D</a:t>
                </a:r>
                <a:r>
                  <a:rPr lang="en-US" sz="1600" baseline="-25000" dirty="0"/>
                  <a:t>e</a:t>
                </a:r>
                <a:r>
                  <a:rPr lang="en-US" sz="1600" dirty="0"/>
                  <a:t>(b) =</a:t>
                </a:r>
                <a:r>
                  <a:rPr lang="en-US" sz="1600" dirty="0">
                    <a:cs typeface="Arial" charset="0"/>
                  </a:rPr>
                  <a:t> 1</a:t>
                </a:r>
                <a:endParaRPr lang="en-US" sz="1600" dirty="0"/>
              </a:p>
              <a:p>
                <a:pPr marL="114300" lvl="1"/>
                <a:r>
                  <a:rPr lang="en-US" sz="1600" dirty="0"/>
                  <a:t>D</a:t>
                </a:r>
                <a:r>
                  <a:rPr lang="en-US" sz="1600" baseline="-25000" dirty="0"/>
                  <a:t>e</a:t>
                </a:r>
                <a:r>
                  <a:rPr lang="en-US" sz="1600" dirty="0"/>
                  <a:t>(c) =</a:t>
                </a:r>
                <a:r>
                  <a:rPr lang="en-US" sz="1600" dirty="0">
                    <a:cs typeface="Arial" charset="0"/>
                  </a:rPr>
                  <a:t> ∞</a:t>
                </a:r>
                <a:endParaRPr lang="en-US" sz="1600" dirty="0"/>
              </a:p>
              <a:p>
                <a:pPr marL="114300" lvl="1"/>
                <a:r>
                  <a:rPr lang="en-US" sz="1600" dirty="0"/>
                  <a:t>D</a:t>
                </a:r>
                <a:r>
                  <a:rPr lang="en-US" sz="1600" baseline="-25000" dirty="0"/>
                  <a:t>e</a:t>
                </a:r>
                <a:r>
                  <a:rPr lang="en-US" sz="1600" dirty="0"/>
                  <a:t>(d) =</a:t>
                </a:r>
                <a:r>
                  <a:rPr lang="en-US" sz="1600" dirty="0">
                    <a:cs typeface="Arial" charset="0"/>
                  </a:rPr>
                  <a:t> 1</a:t>
                </a:r>
              </a:p>
              <a:p>
                <a:pPr marL="114300" lvl="1"/>
                <a:r>
                  <a:rPr lang="en-US" sz="1600" dirty="0">
                    <a:cs typeface="Arial" charset="0"/>
                  </a:rPr>
                  <a:t>D</a:t>
                </a:r>
                <a:r>
                  <a:rPr lang="en-US" sz="1600" baseline="-25000" dirty="0">
                    <a:cs typeface="Arial" charset="0"/>
                  </a:rPr>
                  <a:t>e</a:t>
                </a:r>
                <a:r>
                  <a:rPr lang="en-US" sz="1600" dirty="0">
                    <a:cs typeface="Arial" charset="0"/>
                  </a:rPr>
                  <a:t>(e) = 0</a:t>
                </a:r>
                <a:endParaRPr lang="en-US" sz="1600" dirty="0"/>
              </a:p>
              <a:p>
                <a:pPr marL="114300" lvl="1"/>
                <a:r>
                  <a:rPr lang="en-US" sz="1600" dirty="0"/>
                  <a:t>D</a:t>
                </a:r>
                <a:r>
                  <a:rPr lang="en-US" sz="1600" baseline="-25000" dirty="0"/>
                  <a:t>e</a:t>
                </a:r>
                <a:r>
                  <a:rPr lang="en-US" sz="1600" dirty="0"/>
                  <a:t>(f) =</a:t>
                </a:r>
                <a:r>
                  <a:rPr lang="en-US" sz="1600" dirty="0">
                    <a:cs typeface="Arial" charset="0"/>
                  </a:rPr>
                  <a:t> 1</a:t>
                </a:r>
                <a:endParaRPr lang="en-US" sz="1600" dirty="0"/>
              </a:p>
              <a:p>
                <a:pPr marL="114300" lvl="1"/>
                <a:r>
                  <a:rPr lang="en-US" sz="1600" dirty="0"/>
                  <a:t>D</a:t>
                </a:r>
                <a:r>
                  <a:rPr lang="en-US" sz="1600" baseline="-25000" dirty="0"/>
                  <a:t>e</a:t>
                </a:r>
                <a:r>
                  <a:rPr lang="en-US" sz="1600" dirty="0"/>
                  <a:t>(g) =</a:t>
                </a:r>
                <a:r>
                  <a:rPr lang="en-US" sz="1600" dirty="0">
                    <a:cs typeface="Arial" charset="0"/>
                  </a:rPr>
                  <a:t> ∞</a:t>
                </a:r>
                <a:endParaRPr lang="en-US" sz="1600" dirty="0"/>
              </a:p>
              <a:p>
                <a:pPr marL="114300" lvl="1"/>
                <a:r>
                  <a:rPr lang="en-US" sz="1600" dirty="0"/>
                  <a:t>D</a:t>
                </a:r>
                <a:r>
                  <a:rPr lang="en-US" sz="1600" baseline="-25000" dirty="0"/>
                  <a:t>e</a:t>
                </a:r>
                <a:r>
                  <a:rPr lang="en-US" sz="1600" dirty="0"/>
                  <a:t>(h) =</a:t>
                </a:r>
                <a:r>
                  <a:rPr lang="en-US" sz="1600" dirty="0">
                    <a:cs typeface="Arial" charset="0"/>
                  </a:rPr>
                  <a:t> 1</a:t>
                </a:r>
                <a:endParaRPr lang="en-US" sz="1600" dirty="0"/>
              </a:p>
              <a:p>
                <a:pPr marL="114300"/>
                <a:r>
                  <a:rPr lang="en-US" sz="1600" dirty="0"/>
                  <a:t>D</a:t>
                </a:r>
                <a:r>
                  <a:rPr lang="en-US" sz="1600" baseline="-25000" dirty="0"/>
                  <a:t>e</a:t>
                </a:r>
                <a:r>
                  <a:rPr lang="en-US" sz="1600" dirty="0"/>
                  <a:t>(i) =</a:t>
                </a:r>
                <a:r>
                  <a:rPr lang="en-US" sz="1600" dirty="0">
                    <a:cs typeface="Arial" charset="0"/>
                  </a:rPr>
                  <a:t> ∞</a:t>
                </a:r>
                <a:endParaRPr lang="en-US" sz="1600" dirty="0"/>
              </a:p>
            </p:txBody>
          </p:sp>
          <p:cxnSp>
            <p:nvCxnSpPr>
              <p:cNvPr id="560" name="Straight Connector 559">
                <a:extLst>
                  <a:ext uri="{FF2B5EF4-FFF2-40B4-BE49-F238E27FC236}">
                    <a16:creationId xmlns:a16="http://schemas.microsoft.com/office/drawing/2014/main" id="{CC7051FA-EE8D-2713-29C4-5EB3D3FCD5A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61" name="Rectangle 560">
                <a:extLst>
                  <a:ext uri="{FF2B5EF4-FFF2-40B4-BE49-F238E27FC236}">
                    <a16:creationId xmlns:a16="http://schemas.microsoft.com/office/drawing/2014/main" id="{F558124C-B36F-5D8F-EBCF-1E9E68FD8DB6}"/>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extLst>
      <p:ext uri="{BB962C8B-B14F-4D97-AF65-F5344CB8AC3E}">
        <p14:creationId xmlns:p14="http://schemas.microsoft.com/office/powerpoint/2010/main" val="972966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467"/>
                                        </p:tgtEl>
                                        <p:attrNameLst>
                                          <p:attrName>style.visibility</p:attrName>
                                        </p:attrNameLst>
                                      </p:cBhvr>
                                      <p:to>
                                        <p:strVal val="visible"/>
                                      </p:to>
                                    </p:set>
                                    <p:animEffect transition="in" filter="wipe(down)">
                                      <p:cBhvr>
                                        <p:cTn id="14" dur="500"/>
                                        <p:tgtEl>
                                          <p:spTgt spid="46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right)">
                                      <p:cBhvr>
                                        <p:cTn id="19" dur="5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545"/>
                                        </p:tgtEl>
                                        <p:attrNameLst>
                                          <p:attrName>style.visibility</p:attrName>
                                        </p:attrNameLst>
                                      </p:cBhvr>
                                      <p:to>
                                        <p:strVal val="visible"/>
                                      </p:to>
                                    </p:set>
                                    <p:animEffect transition="in" filter="wipe(left)">
                                      <p:cBhvr>
                                        <p:cTn id="24" dur="500"/>
                                        <p:tgtEl>
                                          <p:spTgt spid="545"/>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554"/>
                                        </p:tgtEl>
                                        <p:attrNameLst>
                                          <p:attrName>style.visibility</p:attrName>
                                        </p:attrNameLst>
                                      </p:cBhvr>
                                      <p:to>
                                        <p:strVal val="visible"/>
                                      </p:to>
                                    </p:set>
                                    <p:animEffect transition="in" filter="wipe(left)">
                                      <p:cBhvr>
                                        <p:cTn id="29" dur="500"/>
                                        <p:tgtEl>
                                          <p:spTgt spid="554"/>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555"/>
                                        </p:tgtEl>
                                        <p:attrNameLst>
                                          <p:attrName>style.visibility</p:attrName>
                                        </p:attrNameLst>
                                      </p:cBhvr>
                                      <p:to>
                                        <p:strVal val="visible"/>
                                      </p:to>
                                    </p:set>
                                    <p:animEffect transition="in" filter="wipe(left)">
                                      <p:cBhvr>
                                        <p:cTn id="33" dur="500"/>
                                        <p:tgtEl>
                                          <p:spTgt spid="55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2" fill="hold" grpId="0" nodeType="clickEffect">
                                  <p:stCondLst>
                                    <p:cond delay="0"/>
                                  </p:stCondLst>
                                  <p:childTnLst>
                                    <p:set>
                                      <p:cBhvr>
                                        <p:cTn id="37" dur="1" fill="hold">
                                          <p:stCondLst>
                                            <p:cond delay="0"/>
                                          </p:stCondLst>
                                        </p:cTn>
                                        <p:tgtEl>
                                          <p:spTgt spid="481"/>
                                        </p:tgtEl>
                                        <p:attrNameLst>
                                          <p:attrName>style.visibility</p:attrName>
                                        </p:attrNameLst>
                                      </p:cBhvr>
                                      <p:to>
                                        <p:strVal val="visible"/>
                                      </p:to>
                                    </p:set>
                                    <p:animEffect transition="in" filter="wipe(right)">
                                      <p:cBhvr>
                                        <p:cTn id="38" dur="500"/>
                                        <p:tgtEl>
                                          <p:spTgt spid="481"/>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480"/>
                                        </p:tgtEl>
                                        <p:attrNameLst>
                                          <p:attrName>style.visibility</p:attrName>
                                        </p:attrNameLst>
                                      </p:cBhvr>
                                      <p:to>
                                        <p:strVal val="visible"/>
                                      </p:to>
                                    </p:set>
                                    <p:animEffect transition="in" filter="wipe(left)">
                                      <p:cBhvr>
                                        <p:cTn id="41" dur="500"/>
                                        <p:tgtEl>
                                          <p:spTgt spid="480"/>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479"/>
                                        </p:tgtEl>
                                        <p:attrNameLst>
                                          <p:attrName>style.visibility</p:attrName>
                                        </p:attrNameLst>
                                      </p:cBhvr>
                                      <p:to>
                                        <p:strVal val="visible"/>
                                      </p:to>
                                    </p:set>
                                    <p:animEffect transition="in" filter="wipe(down)">
                                      <p:cBhvr>
                                        <p:cTn id="44" dur="500"/>
                                        <p:tgtEl>
                                          <p:spTgt spid="4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9" grpId="0" animBg="1"/>
      <p:bldP spid="480" grpId="0" animBg="1"/>
      <p:bldP spid="481" grpId="0" animBg="1"/>
      <p:bldP spid="554"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8DB3B476-23A9-42C6-C09D-958C958D6D82}"/>
              </a:ext>
            </a:extLst>
          </p:cNvPr>
          <p:cNvGrpSpPr/>
          <p:nvPr/>
        </p:nvGrpSpPr>
        <p:grpSpPr>
          <a:xfrm>
            <a:off x="2827965" y="961894"/>
            <a:ext cx="1547391" cy="2620631"/>
            <a:chOff x="3221255" y="1012723"/>
            <a:chExt cx="1547391" cy="2620631"/>
          </a:xfrm>
        </p:grpSpPr>
        <p:sp>
          <p:nvSpPr>
            <p:cNvPr id="9" name="Freeform 266">
              <a:extLst>
                <a:ext uri="{FF2B5EF4-FFF2-40B4-BE49-F238E27FC236}">
                  <a16:creationId xmlns:a16="http://schemas.microsoft.com/office/drawing/2014/main" id="{4D7EA1C0-E5DA-688B-D996-D2288DBDB9E7}"/>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B0478A29-7823-793F-9067-613DE1E4B498}"/>
                </a:ext>
              </a:extLst>
            </p:cNvPr>
            <p:cNvGrpSpPr/>
            <p:nvPr/>
          </p:nvGrpSpPr>
          <p:grpSpPr>
            <a:xfrm>
              <a:off x="3221255" y="1012723"/>
              <a:ext cx="1172904" cy="2620631"/>
              <a:chOff x="3221255" y="1012723"/>
              <a:chExt cx="1172904" cy="2620631"/>
            </a:xfrm>
          </p:grpSpPr>
          <p:sp>
            <p:nvSpPr>
              <p:cNvPr id="12" name="Rectangle 11">
                <a:extLst>
                  <a:ext uri="{FF2B5EF4-FFF2-40B4-BE49-F238E27FC236}">
                    <a16:creationId xmlns:a16="http://schemas.microsoft.com/office/drawing/2014/main" id="{EF89E7F3-3978-8FD0-9D80-1CD5D095DDEE}"/>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037D6E4D-BBB2-6674-F69D-85B6B7924A96}"/>
                  </a:ext>
                </a:extLst>
              </p:cNvPr>
              <p:cNvGrpSpPr/>
              <p:nvPr/>
            </p:nvGrpSpPr>
            <p:grpSpPr>
              <a:xfrm>
                <a:off x="3221255" y="1017253"/>
                <a:ext cx="1172904" cy="2616101"/>
                <a:chOff x="9477371" y="702026"/>
                <a:chExt cx="1172904" cy="2616101"/>
              </a:xfrm>
            </p:grpSpPr>
            <p:sp>
              <p:nvSpPr>
                <p:cNvPr id="14" name="Rectangle 13">
                  <a:extLst>
                    <a:ext uri="{FF2B5EF4-FFF2-40B4-BE49-F238E27FC236}">
                      <a16:creationId xmlns:a16="http://schemas.microsoft.com/office/drawing/2014/main" id="{7F6A9312-DC4F-CA13-964B-E6D1B87E83F2}"/>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14">
                  <a:extLst>
                    <a:ext uri="{FF2B5EF4-FFF2-40B4-BE49-F238E27FC236}">
                      <a16:creationId xmlns:a16="http://schemas.microsoft.com/office/drawing/2014/main" id="{F24BF244-5191-329D-EAE0-77B58B9DA37C}"/>
                    </a:ext>
                  </a:extLst>
                </p:cNvPr>
                <p:cNvSpPr txBox="1"/>
                <p:nvPr/>
              </p:nvSpPr>
              <p:spPr>
                <a:xfrm>
                  <a:off x="9533078" y="702026"/>
                  <a:ext cx="1117197" cy="2616101"/>
                </a:xfrm>
                <a:prstGeom prst="rect">
                  <a:avLst/>
                </a:prstGeom>
                <a:noFill/>
              </p:spPr>
              <p:txBody>
                <a:bodyPr wrap="square" rtlCol="0">
                  <a:spAutoFit/>
                </a:bodyPr>
                <a:lstStyle/>
                <a:p>
                  <a:r>
                    <a:rPr lang="en-US" sz="2000" dirty="0">
                      <a:solidFill>
                        <a:schemeClr val="bg1"/>
                      </a:solidFill>
                    </a:rPr>
                    <a:t>DV in a: </a:t>
                  </a:r>
                  <a:r>
                    <a:rPr lang="en-US" sz="1600" dirty="0"/>
                    <a:t>D</a:t>
                  </a:r>
                  <a:r>
                    <a:rPr lang="en-US" sz="1600" baseline="-25000" dirty="0"/>
                    <a:t>a</a:t>
                  </a:r>
                  <a:r>
                    <a:rPr lang="en-US" sz="1600" dirty="0"/>
                    <a:t>(a)=0</a:t>
                  </a:r>
                </a:p>
                <a:p>
                  <a:r>
                    <a:rPr lang="en-US" sz="1600" dirty="0"/>
                    <a:t>D</a:t>
                  </a:r>
                  <a:r>
                    <a:rPr lang="en-US" sz="1600" baseline="-25000" dirty="0"/>
                    <a:t>a</a:t>
                  </a:r>
                  <a:r>
                    <a:rPr lang="en-US" sz="1600" dirty="0"/>
                    <a:t>(b) = 8</a:t>
                  </a:r>
                  <a:endParaRPr lang="en-US" sz="1600" dirty="0">
                    <a:cs typeface="Arial" charset="0"/>
                  </a:endParaRPr>
                </a:p>
                <a:p>
                  <a:r>
                    <a:rPr lang="en-US" sz="1600" dirty="0"/>
                    <a:t>D</a:t>
                  </a:r>
                  <a:r>
                    <a:rPr lang="en-US" sz="1600" baseline="-25000" dirty="0"/>
                    <a:t>a</a:t>
                  </a:r>
                  <a:r>
                    <a:rPr lang="en-US" sz="1600" dirty="0"/>
                    <a:t>(c) =</a:t>
                  </a:r>
                  <a:r>
                    <a:rPr lang="en-US" sz="1600" dirty="0">
                      <a:cs typeface="Arial" charset="0"/>
                    </a:rPr>
                    <a:t> ∞</a:t>
                  </a:r>
                </a:p>
                <a:p>
                  <a:r>
                    <a:rPr lang="en-US" sz="1600" dirty="0"/>
                    <a:t>D</a:t>
                  </a:r>
                  <a:r>
                    <a:rPr lang="en-US" sz="1600" baseline="-25000" dirty="0"/>
                    <a:t>a</a:t>
                  </a:r>
                  <a:r>
                    <a:rPr lang="en-US" sz="1600" dirty="0"/>
                    <a:t>(d) =</a:t>
                  </a:r>
                  <a:r>
                    <a:rPr lang="en-US" sz="1600" dirty="0">
                      <a:cs typeface="Arial" charset="0"/>
                    </a:rPr>
                    <a:t> 1</a:t>
                  </a:r>
                </a:p>
                <a:p>
                  <a:r>
                    <a:rPr lang="en-US" sz="1600" dirty="0"/>
                    <a:t>D</a:t>
                  </a:r>
                  <a:r>
                    <a:rPr lang="en-US" sz="1600" baseline="-25000" dirty="0"/>
                    <a:t>a</a:t>
                  </a:r>
                  <a:r>
                    <a:rPr lang="en-US" sz="1600" dirty="0"/>
                    <a:t>(e) =</a:t>
                  </a:r>
                  <a:r>
                    <a:rPr lang="en-US" sz="1600" dirty="0">
                      <a:cs typeface="Arial" charset="0"/>
                    </a:rPr>
                    <a:t> ∞</a:t>
                  </a:r>
                </a:p>
                <a:p>
                  <a:r>
                    <a:rPr lang="en-US" sz="1600" dirty="0"/>
                    <a:t>D</a:t>
                  </a:r>
                  <a:r>
                    <a:rPr lang="en-US" sz="1600" baseline="-25000" dirty="0"/>
                    <a:t>a</a:t>
                  </a:r>
                  <a:r>
                    <a:rPr lang="en-US" sz="1600" dirty="0"/>
                    <a:t>(f) =</a:t>
                  </a:r>
                  <a:r>
                    <a:rPr lang="en-US" sz="1600" dirty="0">
                      <a:cs typeface="Arial" charset="0"/>
                    </a:rPr>
                    <a:t> ∞</a:t>
                  </a:r>
                </a:p>
                <a:p>
                  <a:r>
                    <a:rPr lang="en-US" sz="1600" dirty="0"/>
                    <a:t>D</a:t>
                  </a:r>
                  <a:r>
                    <a:rPr lang="en-US" sz="1600" baseline="-25000" dirty="0"/>
                    <a:t>a</a:t>
                  </a:r>
                  <a:r>
                    <a:rPr lang="en-US" sz="1600" dirty="0"/>
                    <a:t>(g) =</a:t>
                  </a:r>
                  <a:r>
                    <a:rPr lang="en-US" sz="1600" dirty="0">
                      <a:cs typeface="Arial" charset="0"/>
                    </a:rPr>
                    <a:t> ∞</a:t>
                  </a:r>
                </a:p>
                <a:p>
                  <a:r>
                    <a:rPr lang="en-US" sz="1600" dirty="0"/>
                    <a:t>D</a:t>
                  </a:r>
                  <a:r>
                    <a:rPr lang="en-US" sz="1600" baseline="-25000" dirty="0"/>
                    <a:t>a</a:t>
                  </a:r>
                  <a:r>
                    <a:rPr lang="en-US" sz="1600" dirty="0"/>
                    <a:t>(h) =</a:t>
                  </a:r>
                  <a:r>
                    <a:rPr lang="en-US" sz="1600" dirty="0">
                      <a:cs typeface="Arial" charset="0"/>
                    </a:rPr>
                    <a:t> ∞</a:t>
                  </a:r>
                </a:p>
                <a:p>
                  <a:r>
                    <a:rPr lang="en-US" sz="1600" dirty="0"/>
                    <a:t>D</a:t>
                  </a:r>
                  <a:r>
                    <a:rPr lang="en-US" sz="1600" baseline="-25000" dirty="0"/>
                    <a:t>a</a:t>
                  </a:r>
                  <a:r>
                    <a:rPr lang="en-US" sz="1600" dirty="0"/>
                    <a:t>(i) =</a:t>
                  </a:r>
                  <a:r>
                    <a:rPr lang="en-US" sz="1600" dirty="0">
                      <a:cs typeface="Arial" charset="0"/>
                    </a:rPr>
                    <a:t> ∞</a:t>
                  </a:r>
                  <a:endParaRPr lang="en-US" sz="1600" dirty="0"/>
                </a:p>
              </p:txBody>
            </p:sp>
            <p:cxnSp>
              <p:nvCxnSpPr>
                <p:cNvPr id="16" name="Straight Connector 15">
                  <a:extLst>
                    <a:ext uri="{FF2B5EF4-FFF2-40B4-BE49-F238E27FC236}">
                      <a16:creationId xmlns:a16="http://schemas.microsoft.com/office/drawing/2014/main" id="{3618DD8C-3B79-AD18-8C2D-A61D577D2412}"/>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DF251AC6-CA5C-BCF5-36A6-5FA2121199CA}"/>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8" name="Group 17">
            <a:extLst>
              <a:ext uri="{FF2B5EF4-FFF2-40B4-BE49-F238E27FC236}">
                <a16:creationId xmlns:a16="http://schemas.microsoft.com/office/drawing/2014/main" id="{86B492AB-20E6-4377-ED0B-2D88C85B9A58}"/>
              </a:ext>
            </a:extLst>
          </p:cNvPr>
          <p:cNvGrpSpPr/>
          <p:nvPr/>
        </p:nvGrpSpPr>
        <p:grpSpPr>
          <a:xfrm>
            <a:off x="6656438" y="67158"/>
            <a:ext cx="2493133" cy="1917291"/>
            <a:chOff x="7010400" y="108155"/>
            <a:chExt cx="2493133" cy="1917291"/>
          </a:xfrm>
        </p:grpSpPr>
        <p:sp>
          <p:nvSpPr>
            <p:cNvPr id="19" name="Freeform 275">
              <a:extLst>
                <a:ext uri="{FF2B5EF4-FFF2-40B4-BE49-F238E27FC236}">
                  <a16:creationId xmlns:a16="http://schemas.microsoft.com/office/drawing/2014/main" id="{1553BEF4-CF32-5EFD-5D12-1FB0E4566417}"/>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523FF035-B626-3F04-F688-D1A3EFAEB84D}"/>
                </a:ext>
              </a:extLst>
            </p:cNvPr>
            <p:cNvGrpSpPr/>
            <p:nvPr/>
          </p:nvGrpSpPr>
          <p:grpSpPr>
            <a:xfrm>
              <a:off x="7323884" y="108155"/>
              <a:ext cx="2179649" cy="1445342"/>
              <a:chOff x="7323884" y="108155"/>
              <a:chExt cx="2179649" cy="1445342"/>
            </a:xfrm>
          </p:grpSpPr>
          <p:sp>
            <p:nvSpPr>
              <p:cNvPr id="21" name="Rectangle 20">
                <a:extLst>
                  <a:ext uri="{FF2B5EF4-FFF2-40B4-BE49-F238E27FC236}">
                    <a16:creationId xmlns:a16="http://schemas.microsoft.com/office/drawing/2014/main" id="{E7480673-F76D-C28E-8968-FF3EF3FA9878}"/>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5887D4C7-0087-5900-8964-B7EBA65F535C}"/>
                  </a:ext>
                </a:extLst>
              </p:cNvPr>
              <p:cNvGrpSpPr/>
              <p:nvPr/>
            </p:nvGrpSpPr>
            <p:grpSpPr>
              <a:xfrm>
                <a:off x="7323884" y="120836"/>
                <a:ext cx="2179649" cy="1432661"/>
                <a:chOff x="7323884" y="120836"/>
                <a:chExt cx="2179649" cy="1432661"/>
              </a:xfrm>
            </p:grpSpPr>
            <p:sp>
              <p:nvSpPr>
                <p:cNvPr id="24" name="Rectangle 23">
                  <a:extLst>
                    <a:ext uri="{FF2B5EF4-FFF2-40B4-BE49-F238E27FC236}">
                      <a16:creationId xmlns:a16="http://schemas.microsoft.com/office/drawing/2014/main" id="{6C4F8ECE-3F05-1786-CBC9-1DD98F622612}"/>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8732EA8E-B1FC-6AC6-D375-788A18120AAF}"/>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schemeClr val="bg1"/>
                      </a:solidFill>
                    </a:rPr>
                    <a:t>DV in b:</a:t>
                  </a:r>
                </a:p>
              </p:txBody>
            </p:sp>
            <p:cxnSp>
              <p:nvCxnSpPr>
                <p:cNvPr id="26" name="Straight Connector 25">
                  <a:extLst>
                    <a:ext uri="{FF2B5EF4-FFF2-40B4-BE49-F238E27FC236}">
                      <a16:creationId xmlns:a16="http://schemas.microsoft.com/office/drawing/2014/main" id="{396503B4-AEA2-23DD-4D2E-216733D9C540}"/>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5A89F87E-7A8D-8479-FDCD-61843E5FC887}"/>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1C071C5F-6CF0-4329-65AA-583BE433B77F}"/>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t>D</a:t>
                  </a:r>
                  <a:r>
                    <a:rPr lang="en-US" sz="1600" baseline="-25000" dirty="0"/>
                    <a:t>b</a:t>
                  </a:r>
                  <a:r>
                    <a:rPr lang="en-US" sz="1600" dirty="0"/>
                    <a:t>(f) =</a:t>
                  </a:r>
                  <a:r>
                    <a:rPr lang="en-US" sz="1600" dirty="0">
                      <a:cs typeface="Arial" charset="0"/>
                    </a:rPr>
                    <a:t> ∞</a:t>
                  </a:r>
                </a:p>
                <a:p>
                  <a:pPr>
                    <a:lnSpc>
                      <a:spcPct val="90000"/>
                    </a:lnSpc>
                  </a:pPr>
                  <a:r>
                    <a:rPr lang="en-US" sz="1600" dirty="0"/>
                    <a:t>D</a:t>
                  </a:r>
                  <a:r>
                    <a:rPr lang="en-US" sz="1600" baseline="-25000" dirty="0"/>
                    <a:t>b</a:t>
                  </a:r>
                  <a:r>
                    <a:rPr lang="en-US" sz="1600" dirty="0"/>
                    <a:t>(g) =</a:t>
                  </a:r>
                  <a:r>
                    <a:rPr lang="en-US" sz="1600" dirty="0">
                      <a:cs typeface="Arial" charset="0"/>
                    </a:rPr>
                    <a:t> ∞</a:t>
                  </a:r>
                </a:p>
                <a:p>
                  <a:pPr>
                    <a:lnSpc>
                      <a:spcPct val="90000"/>
                    </a:lnSpc>
                  </a:pPr>
                  <a:r>
                    <a:rPr lang="en-US" sz="1600" dirty="0"/>
                    <a:t>D</a:t>
                  </a:r>
                  <a:r>
                    <a:rPr lang="en-US" sz="1600" baseline="-25000" dirty="0"/>
                    <a:t>b</a:t>
                  </a:r>
                  <a:r>
                    <a:rPr lang="en-US" sz="1600" dirty="0"/>
                    <a:t>(h) =</a:t>
                  </a:r>
                  <a:r>
                    <a:rPr lang="en-US" sz="1600" dirty="0">
                      <a:cs typeface="Arial" charset="0"/>
                    </a:rPr>
                    <a:t> ∞</a:t>
                  </a:r>
                </a:p>
                <a:p>
                  <a:pPr>
                    <a:lnSpc>
                      <a:spcPct val="90000"/>
                    </a:lnSpc>
                  </a:pPr>
                  <a:r>
                    <a:rPr lang="en-US" sz="1600" dirty="0"/>
                    <a:t>D</a:t>
                  </a:r>
                  <a:r>
                    <a:rPr lang="en-US" sz="1600" baseline="-25000" dirty="0"/>
                    <a:t>b</a:t>
                  </a:r>
                  <a:r>
                    <a:rPr lang="en-US" sz="1600" dirty="0"/>
                    <a:t>(i) =</a:t>
                  </a:r>
                  <a:r>
                    <a:rPr lang="en-US" sz="1600" dirty="0">
                      <a:cs typeface="Arial" charset="0"/>
                    </a:rPr>
                    <a:t> ∞</a:t>
                  </a:r>
                  <a:endParaRPr lang="en-US" sz="1600" dirty="0"/>
                </a:p>
              </p:txBody>
            </p:sp>
            <p:sp>
              <p:nvSpPr>
                <p:cNvPr id="29" name="TextBox 28">
                  <a:extLst>
                    <a:ext uri="{FF2B5EF4-FFF2-40B4-BE49-F238E27FC236}">
                      <a16:creationId xmlns:a16="http://schemas.microsoft.com/office/drawing/2014/main" id="{ECBCE5A3-92E4-830A-7BC1-B9479E5750BF}"/>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t>D</a:t>
                  </a:r>
                  <a:r>
                    <a:rPr lang="en-US" sz="1600" baseline="-25000" dirty="0"/>
                    <a:t>b</a:t>
                  </a:r>
                  <a:r>
                    <a:rPr lang="en-US" sz="1600" dirty="0"/>
                    <a:t>(a) = 8</a:t>
                  </a:r>
                  <a:endParaRPr lang="en-US" sz="1600" dirty="0">
                    <a:cs typeface="Arial" charset="0"/>
                  </a:endParaRPr>
                </a:p>
                <a:p>
                  <a:pPr marL="114300" lvl="1">
                    <a:lnSpc>
                      <a:spcPct val="90000"/>
                    </a:lnSpc>
                  </a:pPr>
                  <a:r>
                    <a:rPr lang="en-US" sz="1600" dirty="0"/>
                    <a:t>D</a:t>
                  </a:r>
                  <a:r>
                    <a:rPr lang="en-US" sz="1600" baseline="-25000" dirty="0"/>
                    <a:t>b</a:t>
                  </a:r>
                  <a:r>
                    <a:rPr lang="en-US" sz="1600" dirty="0"/>
                    <a:t>(c) =</a:t>
                  </a:r>
                  <a:r>
                    <a:rPr lang="en-US" sz="1600" dirty="0">
                      <a:cs typeface="Arial" charset="0"/>
                    </a:rPr>
                    <a:t> 1</a:t>
                  </a:r>
                  <a:endParaRPr lang="en-US" sz="1600" dirty="0"/>
                </a:p>
                <a:p>
                  <a:pPr marL="114300" lvl="1">
                    <a:lnSpc>
                      <a:spcPct val="90000"/>
                    </a:lnSpc>
                  </a:pPr>
                  <a:r>
                    <a:rPr lang="en-US" sz="1600" dirty="0"/>
                    <a:t>D</a:t>
                  </a:r>
                  <a:r>
                    <a:rPr lang="en-US" sz="1600" baseline="-25000" dirty="0"/>
                    <a:t>b</a:t>
                  </a:r>
                  <a:r>
                    <a:rPr lang="en-US" sz="1600" dirty="0"/>
                    <a:t>(d) =</a:t>
                  </a:r>
                  <a:r>
                    <a:rPr lang="en-US" sz="1600" dirty="0">
                      <a:cs typeface="Arial" charset="0"/>
                    </a:rPr>
                    <a:t> ∞</a:t>
                  </a:r>
                  <a:endParaRPr lang="en-US" sz="1600" dirty="0"/>
                </a:p>
                <a:p>
                  <a:pPr marL="114300" lvl="1">
                    <a:lnSpc>
                      <a:spcPct val="90000"/>
                    </a:lnSpc>
                  </a:pPr>
                  <a:r>
                    <a:rPr lang="en-US" sz="1600" dirty="0"/>
                    <a:t>D</a:t>
                  </a:r>
                  <a:r>
                    <a:rPr lang="en-US" sz="1600" baseline="-25000" dirty="0"/>
                    <a:t>b</a:t>
                  </a:r>
                  <a:r>
                    <a:rPr lang="en-US" sz="1600" dirty="0"/>
                    <a:t>(e) =</a:t>
                  </a:r>
                  <a:r>
                    <a:rPr lang="en-US" sz="1600" dirty="0">
                      <a:cs typeface="Arial" charset="0"/>
                    </a:rPr>
                    <a:t> 1</a:t>
                  </a:r>
                  <a:endParaRPr lang="en-US" sz="1600" dirty="0"/>
                </a:p>
              </p:txBody>
            </p:sp>
          </p:grpSp>
        </p:grpSp>
      </p:grpSp>
      <p:grpSp>
        <p:nvGrpSpPr>
          <p:cNvPr id="30" name="Group 29">
            <a:extLst>
              <a:ext uri="{FF2B5EF4-FFF2-40B4-BE49-F238E27FC236}">
                <a16:creationId xmlns:a16="http://schemas.microsoft.com/office/drawing/2014/main" id="{843EA44E-E66C-1D02-070C-E8FCB764A53C}"/>
              </a:ext>
            </a:extLst>
          </p:cNvPr>
          <p:cNvGrpSpPr/>
          <p:nvPr/>
        </p:nvGrpSpPr>
        <p:grpSpPr>
          <a:xfrm>
            <a:off x="8740877" y="51181"/>
            <a:ext cx="2045109" cy="2667397"/>
            <a:chOff x="8740877" y="219997"/>
            <a:chExt cx="2045109" cy="2667397"/>
          </a:xfrm>
        </p:grpSpPr>
        <p:sp>
          <p:nvSpPr>
            <p:cNvPr id="31" name="Freeform 350">
              <a:extLst>
                <a:ext uri="{FF2B5EF4-FFF2-40B4-BE49-F238E27FC236}">
                  <a16:creationId xmlns:a16="http://schemas.microsoft.com/office/drawing/2014/main" id="{ADD45E33-B65B-A778-0DF6-49BB340C5CA0}"/>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 name="Group 31">
              <a:extLst>
                <a:ext uri="{FF2B5EF4-FFF2-40B4-BE49-F238E27FC236}">
                  <a16:creationId xmlns:a16="http://schemas.microsoft.com/office/drawing/2014/main" id="{CAF59563-071C-5FB5-B9B1-A1907E45AC32}"/>
                </a:ext>
              </a:extLst>
            </p:cNvPr>
            <p:cNvGrpSpPr/>
            <p:nvPr/>
          </p:nvGrpSpPr>
          <p:grpSpPr>
            <a:xfrm>
              <a:off x="9636528" y="219997"/>
              <a:ext cx="1149458" cy="2667397"/>
              <a:chOff x="9764348" y="1447800"/>
              <a:chExt cx="1149458" cy="2667397"/>
            </a:xfrm>
          </p:grpSpPr>
          <p:sp>
            <p:nvSpPr>
              <p:cNvPr id="33" name="Rectangle 32">
                <a:extLst>
                  <a:ext uri="{FF2B5EF4-FFF2-40B4-BE49-F238E27FC236}">
                    <a16:creationId xmlns:a16="http://schemas.microsoft.com/office/drawing/2014/main" id="{8CC2EA3E-8131-F1E8-0CB5-751ED96EFDFF}"/>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4" name="Group 33">
                <a:extLst>
                  <a:ext uri="{FF2B5EF4-FFF2-40B4-BE49-F238E27FC236}">
                    <a16:creationId xmlns:a16="http://schemas.microsoft.com/office/drawing/2014/main" id="{98C0B03C-B520-FE82-27F3-D80507CA0B0C}"/>
                  </a:ext>
                </a:extLst>
              </p:cNvPr>
              <p:cNvGrpSpPr/>
              <p:nvPr/>
            </p:nvGrpSpPr>
            <p:grpSpPr>
              <a:xfrm>
                <a:off x="9764348" y="1447800"/>
                <a:ext cx="1130291" cy="2667397"/>
                <a:chOff x="9472119" y="702026"/>
                <a:chExt cx="1130291" cy="2667397"/>
              </a:xfrm>
            </p:grpSpPr>
            <p:sp>
              <p:nvSpPr>
                <p:cNvPr id="35" name="Rectangle 34">
                  <a:extLst>
                    <a:ext uri="{FF2B5EF4-FFF2-40B4-BE49-F238E27FC236}">
                      <a16:creationId xmlns:a16="http://schemas.microsoft.com/office/drawing/2014/main" id="{F636FAD1-AE00-6AEE-EF68-3E4D459387BF}"/>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a:extLst>
                    <a:ext uri="{FF2B5EF4-FFF2-40B4-BE49-F238E27FC236}">
                      <a16:creationId xmlns:a16="http://schemas.microsoft.com/office/drawing/2014/main" id="{3D522AA9-34A6-F289-66D6-8559E1424D97}"/>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c:</a:t>
                  </a:r>
                </a:p>
                <a:p>
                  <a:pPr marL="114300" lvl="1"/>
                  <a:r>
                    <a:rPr lang="en-US" sz="1600" dirty="0"/>
                    <a:t>D</a:t>
                  </a:r>
                  <a:r>
                    <a:rPr lang="en-US" sz="1600" baseline="-25000" dirty="0"/>
                    <a:t>c</a:t>
                  </a:r>
                  <a:r>
                    <a:rPr lang="en-US" sz="1600" dirty="0"/>
                    <a:t>(a) =</a:t>
                  </a:r>
                  <a:r>
                    <a:rPr lang="en-US" sz="1600" dirty="0">
                      <a:cs typeface="Arial" charset="0"/>
                    </a:rPr>
                    <a:t> ∞</a:t>
                  </a:r>
                </a:p>
                <a:p>
                  <a:pPr marL="114300" lvl="1"/>
                  <a:r>
                    <a:rPr lang="en-US" sz="1600" dirty="0"/>
                    <a:t>D</a:t>
                  </a:r>
                  <a:r>
                    <a:rPr lang="en-US" sz="1600" baseline="-25000" dirty="0"/>
                    <a:t>c</a:t>
                  </a:r>
                  <a:r>
                    <a:rPr lang="en-US" sz="1600" dirty="0"/>
                    <a:t>(b) =</a:t>
                  </a:r>
                  <a:r>
                    <a:rPr lang="en-US" sz="1600" dirty="0">
                      <a:cs typeface="Arial" charset="0"/>
                    </a:rPr>
                    <a:t> 1</a:t>
                  </a:r>
                </a:p>
                <a:p>
                  <a:pPr marL="114300" lvl="1"/>
                  <a:r>
                    <a:rPr lang="en-US" sz="1600" dirty="0">
                      <a:cs typeface="Arial" charset="0"/>
                    </a:rPr>
                    <a:t>D</a:t>
                  </a:r>
                  <a:r>
                    <a:rPr lang="en-US" sz="1600" baseline="-25000" dirty="0">
                      <a:cs typeface="Arial" charset="0"/>
                    </a:rPr>
                    <a:t>c</a:t>
                  </a:r>
                  <a:r>
                    <a:rPr lang="en-US" sz="1600" dirty="0">
                      <a:cs typeface="Arial" charset="0"/>
                    </a:rPr>
                    <a:t>(c) = 0</a:t>
                  </a:r>
                  <a:endParaRPr lang="en-US" sz="1600" dirty="0"/>
                </a:p>
                <a:p>
                  <a:pPr marL="114300" lvl="1"/>
                  <a:r>
                    <a:rPr lang="en-US" sz="1600" dirty="0"/>
                    <a:t>D</a:t>
                  </a:r>
                  <a:r>
                    <a:rPr lang="en-US" sz="1600" baseline="-25000" dirty="0"/>
                    <a:t>c</a:t>
                  </a:r>
                  <a:r>
                    <a:rPr lang="en-US" sz="1600" dirty="0"/>
                    <a:t>(d) =</a:t>
                  </a:r>
                  <a:r>
                    <a:rPr lang="en-US" sz="1600" dirty="0">
                      <a:cs typeface="Arial" charset="0"/>
                    </a:rPr>
                    <a:t> ∞</a:t>
                  </a:r>
                  <a:endParaRPr lang="en-US" sz="1600" dirty="0"/>
                </a:p>
                <a:p>
                  <a:pPr marL="114300" lvl="1"/>
                  <a:r>
                    <a:rPr lang="en-US" sz="1600" dirty="0"/>
                    <a:t>D</a:t>
                  </a:r>
                  <a:r>
                    <a:rPr lang="en-US" sz="1600" baseline="-25000" dirty="0"/>
                    <a:t>c</a:t>
                  </a:r>
                  <a:r>
                    <a:rPr lang="en-US" sz="1600" dirty="0"/>
                    <a:t>(e) =</a:t>
                  </a:r>
                  <a:r>
                    <a:rPr lang="en-US" sz="1600" dirty="0">
                      <a:cs typeface="Arial" charset="0"/>
                    </a:rPr>
                    <a:t> ∞</a:t>
                  </a:r>
                  <a:endParaRPr lang="en-US" sz="1600" dirty="0"/>
                </a:p>
                <a:p>
                  <a:pPr marL="114300" lvl="1"/>
                  <a:r>
                    <a:rPr lang="en-US" sz="1600" dirty="0"/>
                    <a:t>D</a:t>
                  </a:r>
                  <a:r>
                    <a:rPr lang="en-US" sz="1600" baseline="-25000" dirty="0"/>
                    <a:t>c</a:t>
                  </a:r>
                  <a:r>
                    <a:rPr lang="en-US" sz="1600" dirty="0"/>
                    <a:t>(f) =</a:t>
                  </a:r>
                  <a:r>
                    <a:rPr lang="en-US" sz="1600" dirty="0">
                      <a:cs typeface="Arial" charset="0"/>
                    </a:rPr>
                    <a:t> ∞</a:t>
                  </a:r>
                  <a:endParaRPr lang="en-US" sz="1600" dirty="0"/>
                </a:p>
                <a:p>
                  <a:pPr marL="114300" lvl="1"/>
                  <a:r>
                    <a:rPr lang="en-US" sz="1600" dirty="0"/>
                    <a:t>D</a:t>
                  </a:r>
                  <a:r>
                    <a:rPr lang="en-US" sz="1600" baseline="-25000" dirty="0"/>
                    <a:t>c</a:t>
                  </a:r>
                  <a:r>
                    <a:rPr lang="en-US" sz="1600" dirty="0"/>
                    <a:t>(g) =</a:t>
                  </a:r>
                  <a:r>
                    <a:rPr lang="en-US" sz="1600" dirty="0">
                      <a:cs typeface="Arial" charset="0"/>
                    </a:rPr>
                    <a:t> ∞</a:t>
                  </a:r>
                  <a:endParaRPr lang="en-US" sz="1600" dirty="0"/>
                </a:p>
                <a:p>
                  <a:pPr marL="114300" lvl="1"/>
                  <a:r>
                    <a:rPr lang="en-US" sz="1600" dirty="0"/>
                    <a:t>D</a:t>
                  </a:r>
                  <a:r>
                    <a:rPr lang="en-US" sz="1600" baseline="-25000" dirty="0"/>
                    <a:t>c</a:t>
                  </a:r>
                  <a:r>
                    <a:rPr lang="en-US" sz="1600" dirty="0"/>
                    <a:t>(h) =</a:t>
                  </a:r>
                  <a:r>
                    <a:rPr lang="en-US" sz="1600" dirty="0">
                      <a:cs typeface="Arial" charset="0"/>
                    </a:rPr>
                    <a:t> ∞</a:t>
                  </a:r>
                  <a:endParaRPr lang="en-US" sz="1600" dirty="0"/>
                </a:p>
                <a:p>
                  <a:pPr marL="114300"/>
                  <a:r>
                    <a:rPr lang="en-US" sz="1600" dirty="0"/>
                    <a:t>D</a:t>
                  </a:r>
                  <a:r>
                    <a:rPr lang="en-US" sz="1600" baseline="-25000" dirty="0"/>
                    <a:t>c</a:t>
                  </a:r>
                  <a:r>
                    <a:rPr lang="en-US" sz="1600" dirty="0"/>
                    <a:t>(i) =</a:t>
                  </a:r>
                  <a:r>
                    <a:rPr lang="en-US" sz="1600" dirty="0">
                      <a:cs typeface="Arial" charset="0"/>
                    </a:rPr>
                    <a:t> ∞</a:t>
                  </a:r>
                  <a:endParaRPr lang="en-US" sz="1600" dirty="0"/>
                </a:p>
              </p:txBody>
            </p:sp>
            <p:cxnSp>
              <p:nvCxnSpPr>
                <p:cNvPr id="37" name="Straight Connector 36">
                  <a:extLst>
                    <a:ext uri="{FF2B5EF4-FFF2-40B4-BE49-F238E27FC236}">
                      <a16:creationId xmlns:a16="http://schemas.microsoft.com/office/drawing/2014/main" id="{A5372D32-BA9C-8D34-8EDC-1B03255420C2}"/>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33C02701-70F7-8012-74BB-9DFCED43E8E4}"/>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9" name="Group 38">
            <a:extLst>
              <a:ext uri="{FF2B5EF4-FFF2-40B4-BE49-F238E27FC236}">
                <a16:creationId xmlns:a16="http://schemas.microsoft.com/office/drawing/2014/main" id="{D89BBA99-419B-A166-B5CA-B6FEE633B87A}"/>
              </a:ext>
            </a:extLst>
          </p:cNvPr>
          <p:cNvGrpSpPr/>
          <p:nvPr/>
        </p:nvGrpSpPr>
        <p:grpSpPr>
          <a:xfrm>
            <a:off x="9654637" y="2849360"/>
            <a:ext cx="1131350" cy="2675039"/>
            <a:chOff x="9762792" y="4031226"/>
            <a:chExt cx="1131350" cy="2675039"/>
          </a:xfrm>
        </p:grpSpPr>
        <p:sp>
          <p:nvSpPr>
            <p:cNvPr id="40" name="Rectangle 39">
              <a:extLst>
                <a:ext uri="{FF2B5EF4-FFF2-40B4-BE49-F238E27FC236}">
                  <a16:creationId xmlns:a16="http://schemas.microsoft.com/office/drawing/2014/main" id="{5E11A6E7-A436-996B-5104-0FE013D6BD4C}"/>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5AB0D81-4787-38ED-803B-D3912136AD75}"/>
                </a:ext>
              </a:extLst>
            </p:cNvPr>
            <p:cNvGrpSpPr/>
            <p:nvPr/>
          </p:nvGrpSpPr>
          <p:grpSpPr>
            <a:xfrm>
              <a:off x="9762792" y="4038868"/>
              <a:ext cx="1130292" cy="2667397"/>
              <a:chOff x="9472118" y="702026"/>
              <a:chExt cx="1130292" cy="2667397"/>
            </a:xfrm>
          </p:grpSpPr>
          <p:sp>
            <p:nvSpPr>
              <p:cNvPr id="42" name="Rectangle 41">
                <a:extLst>
                  <a:ext uri="{FF2B5EF4-FFF2-40B4-BE49-F238E27FC236}">
                    <a16:creationId xmlns:a16="http://schemas.microsoft.com/office/drawing/2014/main" id="{ECA7E383-417A-41A0-04A9-A87BE4124268}"/>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TextBox 42">
                <a:extLst>
                  <a:ext uri="{FF2B5EF4-FFF2-40B4-BE49-F238E27FC236}">
                    <a16:creationId xmlns:a16="http://schemas.microsoft.com/office/drawing/2014/main" id="{49C4A24E-62D0-718A-5FFA-B92319D81C2C}"/>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schemeClr val="bg1"/>
                    </a:solidFill>
                  </a:rPr>
                  <a:t>DV in e:</a:t>
                </a:r>
              </a:p>
              <a:p>
                <a:pPr marL="114300" lvl="1"/>
                <a:r>
                  <a:rPr lang="en-US" sz="1600" dirty="0"/>
                  <a:t>D</a:t>
                </a:r>
                <a:r>
                  <a:rPr lang="en-US" sz="1600" baseline="-25000" dirty="0"/>
                  <a:t>e</a:t>
                </a:r>
                <a:r>
                  <a:rPr lang="en-US" sz="1600" dirty="0"/>
                  <a:t>(a) =</a:t>
                </a:r>
                <a:r>
                  <a:rPr lang="en-US" sz="1600" dirty="0">
                    <a:cs typeface="Arial" charset="0"/>
                  </a:rPr>
                  <a:t> ∞</a:t>
                </a:r>
              </a:p>
              <a:p>
                <a:pPr marL="114300" lvl="1"/>
                <a:r>
                  <a:rPr lang="en-US" sz="1600" dirty="0"/>
                  <a:t>D</a:t>
                </a:r>
                <a:r>
                  <a:rPr lang="en-US" sz="1600" baseline="-25000" dirty="0"/>
                  <a:t>e</a:t>
                </a:r>
                <a:r>
                  <a:rPr lang="en-US" sz="1600" dirty="0"/>
                  <a:t>(b) =</a:t>
                </a:r>
                <a:r>
                  <a:rPr lang="en-US" sz="1600" dirty="0">
                    <a:cs typeface="Arial" charset="0"/>
                  </a:rPr>
                  <a:t> 1</a:t>
                </a:r>
                <a:endParaRPr lang="en-US" sz="1600" dirty="0"/>
              </a:p>
              <a:p>
                <a:pPr marL="114300" lvl="1"/>
                <a:r>
                  <a:rPr lang="en-US" sz="1600" dirty="0"/>
                  <a:t>D</a:t>
                </a:r>
                <a:r>
                  <a:rPr lang="en-US" sz="1600" baseline="-25000" dirty="0"/>
                  <a:t>e</a:t>
                </a:r>
                <a:r>
                  <a:rPr lang="en-US" sz="1600" dirty="0"/>
                  <a:t>(c) =</a:t>
                </a:r>
                <a:r>
                  <a:rPr lang="en-US" sz="1600" dirty="0">
                    <a:cs typeface="Arial" charset="0"/>
                  </a:rPr>
                  <a:t> ∞</a:t>
                </a:r>
                <a:endParaRPr lang="en-US" sz="1600" dirty="0"/>
              </a:p>
              <a:p>
                <a:pPr marL="114300" lvl="1"/>
                <a:r>
                  <a:rPr lang="en-US" sz="1600" dirty="0"/>
                  <a:t>D</a:t>
                </a:r>
                <a:r>
                  <a:rPr lang="en-US" sz="1600" baseline="-25000" dirty="0"/>
                  <a:t>e</a:t>
                </a:r>
                <a:r>
                  <a:rPr lang="en-US" sz="1600" dirty="0"/>
                  <a:t>(d) =</a:t>
                </a:r>
                <a:r>
                  <a:rPr lang="en-US" sz="1600" dirty="0">
                    <a:cs typeface="Arial" charset="0"/>
                  </a:rPr>
                  <a:t> 1</a:t>
                </a:r>
              </a:p>
              <a:p>
                <a:pPr marL="114300" lvl="1"/>
                <a:r>
                  <a:rPr lang="en-US" sz="1600" dirty="0">
                    <a:cs typeface="Arial" charset="0"/>
                  </a:rPr>
                  <a:t>D</a:t>
                </a:r>
                <a:r>
                  <a:rPr lang="en-US" sz="1600" baseline="-25000" dirty="0">
                    <a:cs typeface="Arial" charset="0"/>
                  </a:rPr>
                  <a:t>e</a:t>
                </a:r>
                <a:r>
                  <a:rPr lang="en-US" sz="1600" dirty="0">
                    <a:cs typeface="Arial" charset="0"/>
                  </a:rPr>
                  <a:t>(e) = 0</a:t>
                </a:r>
                <a:endParaRPr lang="en-US" sz="1600" dirty="0"/>
              </a:p>
              <a:p>
                <a:pPr marL="114300" lvl="1"/>
                <a:r>
                  <a:rPr lang="en-US" sz="1600" dirty="0"/>
                  <a:t>D</a:t>
                </a:r>
                <a:r>
                  <a:rPr lang="en-US" sz="1600" baseline="-25000" dirty="0"/>
                  <a:t>e</a:t>
                </a:r>
                <a:r>
                  <a:rPr lang="en-US" sz="1600" dirty="0"/>
                  <a:t>(f) =</a:t>
                </a:r>
                <a:r>
                  <a:rPr lang="en-US" sz="1600" dirty="0">
                    <a:cs typeface="Arial" charset="0"/>
                  </a:rPr>
                  <a:t> 1</a:t>
                </a:r>
                <a:endParaRPr lang="en-US" sz="1600" dirty="0"/>
              </a:p>
              <a:p>
                <a:pPr marL="114300" lvl="1"/>
                <a:r>
                  <a:rPr lang="en-US" sz="1600" dirty="0"/>
                  <a:t>D</a:t>
                </a:r>
                <a:r>
                  <a:rPr lang="en-US" sz="1600" baseline="-25000" dirty="0"/>
                  <a:t>e</a:t>
                </a:r>
                <a:r>
                  <a:rPr lang="en-US" sz="1600" dirty="0"/>
                  <a:t>(g) =</a:t>
                </a:r>
                <a:r>
                  <a:rPr lang="en-US" sz="1600" dirty="0">
                    <a:cs typeface="Arial" charset="0"/>
                  </a:rPr>
                  <a:t> ∞</a:t>
                </a:r>
                <a:endParaRPr lang="en-US" sz="1600" dirty="0"/>
              </a:p>
              <a:p>
                <a:pPr marL="114300" lvl="1"/>
                <a:r>
                  <a:rPr lang="en-US" sz="1600" dirty="0"/>
                  <a:t>D</a:t>
                </a:r>
                <a:r>
                  <a:rPr lang="en-US" sz="1600" baseline="-25000" dirty="0"/>
                  <a:t>e</a:t>
                </a:r>
                <a:r>
                  <a:rPr lang="en-US" sz="1600" dirty="0"/>
                  <a:t>(h) =</a:t>
                </a:r>
                <a:r>
                  <a:rPr lang="en-US" sz="1600" dirty="0">
                    <a:cs typeface="Arial" charset="0"/>
                  </a:rPr>
                  <a:t> 1</a:t>
                </a:r>
                <a:endParaRPr lang="en-US" sz="1600" dirty="0"/>
              </a:p>
              <a:p>
                <a:pPr marL="114300"/>
                <a:r>
                  <a:rPr lang="en-US" sz="1600" dirty="0"/>
                  <a:t>D</a:t>
                </a:r>
                <a:r>
                  <a:rPr lang="en-US" sz="1600" baseline="-25000" dirty="0"/>
                  <a:t>e</a:t>
                </a:r>
                <a:r>
                  <a:rPr lang="en-US" sz="1600" dirty="0"/>
                  <a:t>(i) =</a:t>
                </a:r>
                <a:r>
                  <a:rPr lang="en-US" sz="1600" dirty="0">
                    <a:cs typeface="Arial" charset="0"/>
                  </a:rPr>
                  <a:t> ∞</a:t>
                </a:r>
                <a:endParaRPr lang="en-US" sz="1600" dirty="0"/>
              </a:p>
            </p:txBody>
          </p:sp>
          <p:cxnSp>
            <p:nvCxnSpPr>
              <p:cNvPr id="44" name="Straight Connector 43">
                <a:extLst>
                  <a:ext uri="{FF2B5EF4-FFF2-40B4-BE49-F238E27FC236}">
                    <a16:creationId xmlns:a16="http://schemas.microsoft.com/office/drawing/2014/main" id="{DB473E54-4A22-6904-8E04-9F0FAF49D8F6}"/>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C76F0421-1F82-9A93-9BA4-099C68804DB0}"/>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46" name="Straight Connector 45">
            <a:extLst>
              <a:ext uri="{FF2B5EF4-FFF2-40B4-BE49-F238E27FC236}">
                <a16:creationId xmlns:a16="http://schemas.microsoft.com/office/drawing/2014/main" id="{94BCE077-7B7E-193B-4567-AF5263615506}"/>
              </a:ext>
            </a:extLst>
          </p:cNvPr>
          <p:cNvCxnSpPr>
            <a:cxnSpLocks/>
            <a:stCxn id="48" idx="2"/>
            <a:endCxn id="48" idx="0"/>
          </p:cNvCxnSpPr>
          <p:nvPr/>
        </p:nvCxnSpPr>
        <p:spPr>
          <a:xfrm flipV="1">
            <a:off x="6530326" y="1960304"/>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C60B1C54-6D9E-31B7-B912-07CA7D7C6AC5}"/>
              </a:ext>
            </a:extLst>
          </p:cNvPr>
          <p:cNvCxnSpPr>
            <a:cxnSpLocks/>
            <a:stCxn id="48" idx="1"/>
            <a:endCxn id="48" idx="3"/>
          </p:cNvCxnSpPr>
          <p:nvPr/>
        </p:nvCxnSpPr>
        <p:spPr>
          <a:xfrm>
            <a:off x="4598770" y="3891859"/>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E22BD006-56F9-0C80-A029-5ED99E6CEAD0}"/>
              </a:ext>
            </a:extLst>
          </p:cNvPr>
          <p:cNvSpPr/>
          <p:nvPr/>
        </p:nvSpPr>
        <p:spPr>
          <a:xfrm>
            <a:off x="4598770" y="1960304"/>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9" name="Rectangle 48">
            <a:extLst>
              <a:ext uri="{FF2B5EF4-FFF2-40B4-BE49-F238E27FC236}">
                <a16:creationId xmlns:a16="http://schemas.microsoft.com/office/drawing/2014/main" id="{7B1DDB53-E454-3697-A2C9-897CE7006FAB}"/>
              </a:ext>
            </a:extLst>
          </p:cNvPr>
          <p:cNvSpPr/>
          <p:nvPr/>
        </p:nvSpPr>
        <p:spPr>
          <a:xfrm>
            <a:off x="8380337" y="2031654"/>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50" name="Group 49">
            <a:extLst>
              <a:ext uri="{FF2B5EF4-FFF2-40B4-BE49-F238E27FC236}">
                <a16:creationId xmlns:a16="http://schemas.microsoft.com/office/drawing/2014/main" id="{DAD92FC0-FCC8-C496-FD08-55D38FB63036}"/>
              </a:ext>
            </a:extLst>
          </p:cNvPr>
          <p:cNvGrpSpPr/>
          <p:nvPr/>
        </p:nvGrpSpPr>
        <p:grpSpPr>
          <a:xfrm>
            <a:off x="4333785" y="5603397"/>
            <a:ext cx="4395351" cy="404576"/>
            <a:chOff x="4333785" y="5772213"/>
            <a:chExt cx="4395351" cy="404576"/>
          </a:xfrm>
        </p:grpSpPr>
        <p:grpSp>
          <p:nvGrpSpPr>
            <p:cNvPr id="51" name="Group 50">
              <a:extLst>
                <a:ext uri="{FF2B5EF4-FFF2-40B4-BE49-F238E27FC236}">
                  <a16:creationId xmlns:a16="http://schemas.microsoft.com/office/drawing/2014/main" id="{28130856-B09E-CF7B-F201-7138608284D8}"/>
                </a:ext>
              </a:extLst>
            </p:cNvPr>
            <p:cNvGrpSpPr/>
            <p:nvPr/>
          </p:nvGrpSpPr>
          <p:grpSpPr>
            <a:xfrm>
              <a:off x="4333785" y="5772213"/>
              <a:ext cx="531821" cy="369069"/>
              <a:chOff x="1348328" y="2475647"/>
              <a:chExt cx="603916" cy="419100"/>
            </a:xfrm>
          </p:grpSpPr>
          <p:grpSp>
            <p:nvGrpSpPr>
              <p:cNvPr id="456" name="Group 455">
                <a:extLst>
                  <a:ext uri="{FF2B5EF4-FFF2-40B4-BE49-F238E27FC236}">
                    <a16:creationId xmlns:a16="http://schemas.microsoft.com/office/drawing/2014/main" id="{2B4EBAD6-1CA7-0B51-1E74-081AE0B52ADF}"/>
                  </a:ext>
                </a:extLst>
              </p:cNvPr>
              <p:cNvGrpSpPr/>
              <p:nvPr/>
            </p:nvGrpSpPr>
            <p:grpSpPr>
              <a:xfrm>
                <a:off x="1348328" y="2555748"/>
                <a:ext cx="603916" cy="308999"/>
                <a:chOff x="5278570" y="2983486"/>
                <a:chExt cx="501650" cy="233363"/>
              </a:xfrm>
            </p:grpSpPr>
            <p:sp>
              <p:nvSpPr>
                <p:cNvPr id="460" name="Oval 5">
                  <a:extLst>
                    <a:ext uri="{FF2B5EF4-FFF2-40B4-BE49-F238E27FC236}">
                      <a16:creationId xmlns:a16="http://schemas.microsoft.com/office/drawing/2014/main" id="{758BB96F-B0B0-C410-71AE-A52BB1DA995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Line 6">
                  <a:extLst>
                    <a:ext uri="{FF2B5EF4-FFF2-40B4-BE49-F238E27FC236}">
                      <a16:creationId xmlns:a16="http://schemas.microsoft.com/office/drawing/2014/main" id="{74946B20-D892-2526-48B2-39D337F1C11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Line 7">
                  <a:extLst>
                    <a:ext uri="{FF2B5EF4-FFF2-40B4-BE49-F238E27FC236}">
                      <a16:creationId xmlns:a16="http://schemas.microsoft.com/office/drawing/2014/main" id="{B6535340-E1A1-08AA-5F97-EE8BDA3A6113}"/>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Rectangle 8">
                  <a:extLst>
                    <a:ext uri="{FF2B5EF4-FFF2-40B4-BE49-F238E27FC236}">
                      <a16:creationId xmlns:a16="http://schemas.microsoft.com/office/drawing/2014/main" id="{277B8850-18BC-888D-F265-7D2D34BE0F2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Oval 9">
                  <a:extLst>
                    <a:ext uri="{FF2B5EF4-FFF2-40B4-BE49-F238E27FC236}">
                      <a16:creationId xmlns:a16="http://schemas.microsoft.com/office/drawing/2014/main" id="{FD504533-DB25-1D0D-2DD9-89349BAD3E6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99A14BE1-AA09-658A-0ADE-19DE6E3A5EB7}"/>
                  </a:ext>
                </a:extLst>
              </p:cNvPr>
              <p:cNvGrpSpPr>
                <a:grpSpLocks/>
              </p:cNvGrpSpPr>
              <p:nvPr/>
            </p:nvGrpSpPr>
            <p:grpSpPr bwMode="auto">
              <a:xfrm>
                <a:off x="1456374" y="2475647"/>
                <a:ext cx="355165" cy="419100"/>
                <a:chOff x="2944" y="2405"/>
                <a:chExt cx="227" cy="264"/>
              </a:xfrm>
            </p:grpSpPr>
            <p:sp>
              <p:nvSpPr>
                <p:cNvPr id="458" name="Rectangle 45">
                  <a:extLst>
                    <a:ext uri="{FF2B5EF4-FFF2-40B4-BE49-F238E27FC236}">
                      <a16:creationId xmlns:a16="http://schemas.microsoft.com/office/drawing/2014/main" id="{5A82BCFE-039E-76ED-7F46-A9FF9E50E99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Text Box 46">
                  <a:extLst>
                    <a:ext uri="{FF2B5EF4-FFF2-40B4-BE49-F238E27FC236}">
                      <a16:creationId xmlns:a16="http://schemas.microsoft.com/office/drawing/2014/main" id="{F9F19B74-6225-7B07-3F77-F8A2F86FE97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2" name="Group 51">
              <a:extLst>
                <a:ext uri="{FF2B5EF4-FFF2-40B4-BE49-F238E27FC236}">
                  <a16:creationId xmlns:a16="http://schemas.microsoft.com/office/drawing/2014/main" id="{C6CD6EBC-DFA0-5FDE-20BC-071956064243}"/>
                </a:ext>
              </a:extLst>
            </p:cNvPr>
            <p:cNvGrpSpPr/>
            <p:nvPr/>
          </p:nvGrpSpPr>
          <p:grpSpPr>
            <a:xfrm>
              <a:off x="6263949" y="5807720"/>
              <a:ext cx="531821" cy="369069"/>
              <a:chOff x="1348328" y="2507397"/>
              <a:chExt cx="603916" cy="419100"/>
            </a:xfrm>
          </p:grpSpPr>
          <p:grpSp>
            <p:nvGrpSpPr>
              <p:cNvPr id="63" name="Group 62">
                <a:extLst>
                  <a:ext uri="{FF2B5EF4-FFF2-40B4-BE49-F238E27FC236}">
                    <a16:creationId xmlns:a16="http://schemas.microsoft.com/office/drawing/2014/main" id="{4760B954-F7BF-9B62-8ACC-D54735CDCDAA}"/>
                  </a:ext>
                </a:extLst>
              </p:cNvPr>
              <p:cNvGrpSpPr/>
              <p:nvPr/>
            </p:nvGrpSpPr>
            <p:grpSpPr>
              <a:xfrm>
                <a:off x="1348328" y="2555748"/>
                <a:ext cx="603916" cy="308999"/>
                <a:chOff x="5278570" y="2983486"/>
                <a:chExt cx="501650" cy="233363"/>
              </a:xfrm>
            </p:grpSpPr>
            <p:sp>
              <p:nvSpPr>
                <p:cNvPr id="451" name="Oval 5">
                  <a:extLst>
                    <a:ext uri="{FF2B5EF4-FFF2-40B4-BE49-F238E27FC236}">
                      <a16:creationId xmlns:a16="http://schemas.microsoft.com/office/drawing/2014/main" id="{23AC41C0-1E17-1B6D-1EC4-C0C075159FD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Line 6">
                  <a:extLst>
                    <a:ext uri="{FF2B5EF4-FFF2-40B4-BE49-F238E27FC236}">
                      <a16:creationId xmlns:a16="http://schemas.microsoft.com/office/drawing/2014/main" id="{04E80CE8-E946-CA5D-01E5-81227FAB1CB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3" name="Line 7">
                  <a:extLst>
                    <a:ext uri="{FF2B5EF4-FFF2-40B4-BE49-F238E27FC236}">
                      <a16:creationId xmlns:a16="http://schemas.microsoft.com/office/drawing/2014/main" id="{B9A8DE2B-DBBB-5769-6D43-65683DB96E9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4" name="Rectangle 8">
                  <a:extLst>
                    <a:ext uri="{FF2B5EF4-FFF2-40B4-BE49-F238E27FC236}">
                      <a16:creationId xmlns:a16="http://schemas.microsoft.com/office/drawing/2014/main" id="{D59B7A0D-FE52-F78B-F1F6-F59498BA8E8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5" name="Oval 9">
                  <a:extLst>
                    <a:ext uri="{FF2B5EF4-FFF2-40B4-BE49-F238E27FC236}">
                      <a16:creationId xmlns:a16="http://schemas.microsoft.com/office/drawing/2014/main" id="{B93FFB85-98A4-9B16-0588-DD67F6ACF90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48" name="Group 44">
                <a:extLst>
                  <a:ext uri="{FF2B5EF4-FFF2-40B4-BE49-F238E27FC236}">
                    <a16:creationId xmlns:a16="http://schemas.microsoft.com/office/drawing/2014/main" id="{80CB9607-C0CD-0595-F8A9-A08270A01085}"/>
                  </a:ext>
                </a:extLst>
              </p:cNvPr>
              <p:cNvGrpSpPr>
                <a:grpSpLocks/>
              </p:cNvGrpSpPr>
              <p:nvPr/>
            </p:nvGrpSpPr>
            <p:grpSpPr bwMode="auto">
              <a:xfrm>
                <a:off x="1456374" y="2507397"/>
                <a:ext cx="355165" cy="419100"/>
                <a:chOff x="2944" y="2425"/>
                <a:chExt cx="227" cy="264"/>
              </a:xfrm>
            </p:grpSpPr>
            <p:sp>
              <p:nvSpPr>
                <p:cNvPr id="449" name="Rectangle 45">
                  <a:extLst>
                    <a:ext uri="{FF2B5EF4-FFF2-40B4-BE49-F238E27FC236}">
                      <a16:creationId xmlns:a16="http://schemas.microsoft.com/office/drawing/2014/main" id="{D92528A7-E0B8-85D9-EB96-188B8D436AB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Text Box 46">
                  <a:extLst>
                    <a:ext uri="{FF2B5EF4-FFF2-40B4-BE49-F238E27FC236}">
                      <a16:creationId xmlns:a16="http://schemas.microsoft.com/office/drawing/2014/main" id="{19D6FE82-CD4D-96FB-5428-F4A8AD8F77A4}"/>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3" name="Group 52">
              <a:extLst>
                <a:ext uri="{FF2B5EF4-FFF2-40B4-BE49-F238E27FC236}">
                  <a16:creationId xmlns:a16="http://schemas.microsoft.com/office/drawing/2014/main" id="{5B8A451A-90E1-503E-8C1F-76830B21F901}"/>
                </a:ext>
              </a:extLst>
            </p:cNvPr>
            <p:cNvGrpSpPr/>
            <p:nvPr/>
          </p:nvGrpSpPr>
          <p:grpSpPr>
            <a:xfrm>
              <a:off x="8197315" y="5805271"/>
              <a:ext cx="531821" cy="369069"/>
              <a:chOff x="1348328" y="2507397"/>
              <a:chExt cx="603916" cy="419100"/>
            </a:xfrm>
          </p:grpSpPr>
          <p:grpSp>
            <p:nvGrpSpPr>
              <p:cNvPr id="54" name="Group 53">
                <a:extLst>
                  <a:ext uri="{FF2B5EF4-FFF2-40B4-BE49-F238E27FC236}">
                    <a16:creationId xmlns:a16="http://schemas.microsoft.com/office/drawing/2014/main" id="{3EC484CB-0866-021A-2E21-B849E425269F}"/>
                  </a:ext>
                </a:extLst>
              </p:cNvPr>
              <p:cNvGrpSpPr/>
              <p:nvPr/>
            </p:nvGrpSpPr>
            <p:grpSpPr>
              <a:xfrm>
                <a:off x="1348328" y="2555748"/>
                <a:ext cx="603916" cy="308999"/>
                <a:chOff x="5278570" y="2983486"/>
                <a:chExt cx="501650" cy="233363"/>
              </a:xfrm>
            </p:grpSpPr>
            <p:sp>
              <p:nvSpPr>
                <p:cNvPr id="58" name="Oval 5">
                  <a:extLst>
                    <a:ext uri="{FF2B5EF4-FFF2-40B4-BE49-F238E27FC236}">
                      <a16:creationId xmlns:a16="http://schemas.microsoft.com/office/drawing/2014/main" id="{5EBB302A-C72D-9B67-2076-93AEFE917C8B}"/>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Line 6">
                  <a:extLst>
                    <a:ext uri="{FF2B5EF4-FFF2-40B4-BE49-F238E27FC236}">
                      <a16:creationId xmlns:a16="http://schemas.microsoft.com/office/drawing/2014/main" id="{CFE5D8C5-62A3-008F-54E1-D37A33ACF835}"/>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Line 7">
                  <a:extLst>
                    <a:ext uri="{FF2B5EF4-FFF2-40B4-BE49-F238E27FC236}">
                      <a16:creationId xmlns:a16="http://schemas.microsoft.com/office/drawing/2014/main" id="{30A7A36C-DC31-7CED-EFE3-50C4F6E444D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Rectangle 8">
                  <a:extLst>
                    <a:ext uri="{FF2B5EF4-FFF2-40B4-BE49-F238E27FC236}">
                      <a16:creationId xmlns:a16="http://schemas.microsoft.com/office/drawing/2014/main" id="{9860DD2F-2A5F-E376-503F-68A9FC85692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 name="Oval 9">
                  <a:extLst>
                    <a:ext uri="{FF2B5EF4-FFF2-40B4-BE49-F238E27FC236}">
                      <a16:creationId xmlns:a16="http://schemas.microsoft.com/office/drawing/2014/main" id="{6DCA01A8-4B27-2B2B-6467-1C683DADA2C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5" name="Group 44">
                <a:extLst>
                  <a:ext uri="{FF2B5EF4-FFF2-40B4-BE49-F238E27FC236}">
                    <a16:creationId xmlns:a16="http://schemas.microsoft.com/office/drawing/2014/main" id="{6B51DBBC-BA62-3401-3FB2-14A22E561B3B}"/>
                  </a:ext>
                </a:extLst>
              </p:cNvPr>
              <p:cNvGrpSpPr>
                <a:grpSpLocks/>
              </p:cNvGrpSpPr>
              <p:nvPr/>
            </p:nvGrpSpPr>
            <p:grpSpPr bwMode="auto">
              <a:xfrm>
                <a:off x="1500196" y="2507397"/>
                <a:ext cx="267548" cy="419100"/>
                <a:chOff x="2972" y="2425"/>
                <a:chExt cx="171" cy="264"/>
              </a:xfrm>
            </p:grpSpPr>
            <p:sp>
              <p:nvSpPr>
                <p:cNvPr id="56" name="Rectangle 45">
                  <a:extLst>
                    <a:ext uri="{FF2B5EF4-FFF2-40B4-BE49-F238E27FC236}">
                      <a16:creationId xmlns:a16="http://schemas.microsoft.com/office/drawing/2014/main" id="{E6CE4322-48DA-9B56-384F-84AF7F61DA7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Text Box 46">
                  <a:extLst>
                    <a:ext uri="{FF2B5EF4-FFF2-40B4-BE49-F238E27FC236}">
                      <a16:creationId xmlns:a16="http://schemas.microsoft.com/office/drawing/2014/main" id="{9C17BB41-3A82-2A18-833D-AF161EC8713D}"/>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65" name="TextBox 464">
            <a:extLst>
              <a:ext uri="{FF2B5EF4-FFF2-40B4-BE49-F238E27FC236}">
                <a16:creationId xmlns:a16="http://schemas.microsoft.com/office/drawing/2014/main" id="{766FD310-76EE-18F8-97A1-31F50290C73D}"/>
              </a:ext>
            </a:extLst>
          </p:cNvPr>
          <p:cNvSpPr txBox="1"/>
          <p:nvPr/>
        </p:nvSpPr>
        <p:spPr>
          <a:xfrm>
            <a:off x="4305782" y="2701706"/>
            <a:ext cx="301686" cy="338554"/>
          </a:xfrm>
          <a:prstGeom prst="rect">
            <a:avLst/>
          </a:prstGeom>
          <a:noFill/>
        </p:spPr>
        <p:txBody>
          <a:bodyPr wrap="square" rtlCol="0">
            <a:spAutoFit/>
          </a:bodyPr>
          <a:lstStyle/>
          <a:p>
            <a:r>
              <a:rPr lang="en-US" sz="1600" dirty="0"/>
              <a:t>1</a:t>
            </a:r>
          </a:p>
        </p:txBody>
      </p:sp>
      <p:sp>
        <p:nvSpPr>
          <p:cNvPr id="466" name="TextBox 465">
            <a:extLst>
              <a:ext uri="{FF2B5EF4-FFF2-40B4-BE49-F238E27FC236}">
                <a16:creationId xmlns:a16="http://schemas.microsoft.com/office/drawing/2014/main" id="{D0E9D664-3BC1-3C1B-A739-26A853AEDCEA}"/>
              </a:ext>
            </a:extLst>
          </p:cNvPr>
          <p:cNvSpPr txBox="1"/>
          <p:nvPr/>
        </p:nvSpPr>
        <p:spPr>
          <a:xfrm>
            <a:off x="6217534" y="2692061"/>
            <a:ext cx="288862" cy="338554"/>
          </a:xfrm>
          <a:prstGeom prst="rect">
            <a:avLst/>
          </a:prstGeom>
          <a:noFill/>
        </p:spPr>
        <p:txBody>
          <a:bodyPr wrap="none" rtlCol="0">
            <a:spAutoFit/>
          </a:bodyPr>
          <a:lstStyle/>
          <a:p>
            <a:r>
              <a:rPr lang="en-US" sz="1600" dirty="0"/>
              <a:t>1</a:t>
            </a:r>
          </a:p>
        </p:txBody>
      </p:sp>
      <p:sp>
        <p:nvSpPr>
          <p:cNvPr id="467" name="TextBox 466">
            <a:extLst>
              <a:ext uri="{FF2B5EF4-FFF2-40B4-BE49-F238E27FC236}">
                <a16:creationId xmlns:a16="http://schemas.microsoft.com/office/drawing/2014/main" id="{76C5AD6F-8182-24A2-F712-401FD119C902}"/>
              </a:ext>
            </a:extLst>
          </p:cNvPr>
          <p:cNvSpPr txBox="1"/>
          <p:nvPr/>
        </p:nvSpPr>
        <p:spPr>
          <a:xfrm>
            <a:off x="3920218" y="4687150"/>
            <a:ext cx="301686" cy="338554"/>
          </a:xfrm>
          <a:prstGeom prst="rect">
            <a:avLst/>
          </a:prstGeom>
          <a:noFill/>
        </p:spPr>
        <p:txBody>
          <a:bodyPr wrap="square" rtlCol="0">
            <a:spAutoFit/>
          </a:bodyPr>
          <a:lstStyle/>
          <a:p>
            <a:r>
              <a:rPr lang="en-US" sz="1600" dirty="0"/>
              <a:t>1</a:t>
            </a:r>
          </a:p>
        </p:txBody>
      </p:sp>
      <p:sp>
        <p:nvSpPr>
          <p:cNvPr id="468" name="TextBox 467">
            <a:extLst>
              <a:ext uri="{FF2B5EF4-FFF2-40B4-BE49-F238E27FC236}">
                <a16:creationId xmlns:a16="http://schemas.microsoft.com/office/drawing/2014/main" id="{29DA4934-3999-0F6C-B457-944A2DEB36BB}"/>
              </a:ext>
            </a:extLst>
          </p:cNvPr>
          <p:cNvSpPr txBox="1"/>
          <p:nvPr/>
        </p:nvSpPr>
        <p:spPr>
          <a:xfrm>
            <a:off x="5855120" y="4689080"/>
            <a:ext cx="288862" cy="338554"/>
          </a:xfrm>
          <a:prstGeom prst="rect">
            <a:avLst/>
          </a:prstGeom>
          <a:noFill/>
        </p:spPr>
        <p:txBody>
          <a:bodyPr wrap="none" rtlCol="0">
            <a:spAutoFit/>
          </a:bodyPr>
          <a:lstStyle/>
          <a:p>
            <a:r>
              <a:rPr lang="en-US" sz="1600" dirty="0"/>
              <a:t>1</a:t>
            </a:r>
          </a:p>
        </p:txBody>
      </p:sp>
      <p:sp>
        <p:nvSpPr>
          <p:cNvPr id="469" name="TextBox 468">
            <a:extLst>
              <a:ext uri="{FF2B5EF4-FFF2-40B4-BE49-F238E27FC236}">
                <a16:creationId xmlns:a16="http://schemas.microsoft.com/office/drawing/2014/main" id="{0832E6CD-725D-506E-FCE3-9CEC7CCC59D0}"/>
              </a:ext>
            </a:extLst>
          </p:cNvPr>
          <p:cNvSpPr txBox="1"/>
          <p:nvPr/>
        </p:nvSpPr>
        <p:spPr>
          <a:xfrm>
            <a:off x="8154365" y="4721490"/>
            <a:ext cx="288862" cy="338554"/>
          </a:xfrm>
          <a:prstGeom prst="rect">
            <a:avLst/>
          </a:prstGeom>
          <a:noFill/>
        </p:spPr>
        <p:txBody>
          <a:bodyPr wrap="none" rtlCol="0">
            <a:spAutoFit/>
          </a:bodyPr>
          <a:lstStyle/>
          <a:p>
            <a:r>
              <a:rPr lang="en-US" sz="1600" dirty="0"/>
              <a:t>1</a:t>
            </a:r>
          </a:p>
        </p:txBody>
      </p:sp>
      <p:sp>
        <p:nvSpPr>
          <p:cNvPr id="470" name="TextBox 469">
            <a:extLst>
              <a:ext uri="{FF2B5EF4-FFF2-40B4-BE49-F238E27FC236}">
                <a16:creationId xmlns:a16="http://schemas.microsoft.com/office/drawing/2014/main" id="{D2FECD38-1073-5C6F-836A-BD2933BD1B97}"/>
              </a:ext>
            </a:extLst>
          </p:cNvPr>
          <p:cNvSpPr txBox="1"/>
          <p:nvPr/>
        </p:nvSpPr>
        <p:spPr>
          <a:xfrm>
            <a:off x="5066110" y="3830624"/>
            <a:ext cx="301686" cy="338554"/>
          </a:xfrm>
          <a:prstGeom prst="rect">
            <a:avLst/>
          </a:prstGeom>
          <a:noFill/>
        </p:spPr>
        <p:txBody>
          <a:bodyPr wrap="square" rtlCol="0">
            <a:spAutoFit/>
          </a:bodyPr>
          <a:lstStyle/>
          <a:p>
            <a:r>
              <a:rPr lang="en-US" sz="1600" dirty="0"/>
              <a:t>1</a:t>
            </a:r>
          </a:p>
        </p:txBody>
      </p:sp>
      <p:sp>
        <p:nvSpPr>
          <p:cNvPr id="471" name="TextBox 470">
            <a:extLst>
              <a:ext uri="{FF2B5EF4-FFF2-40B4-BE49-F238E27FC236}">
                <a16:creationId xmlns:a16="http://schemas.microsoft.com/office/drawing/2014/main" id="{EDBC2ED3-0C87-8ABC-2427-F4DD62C3B7F9}"/>
              </a:ext>
            </a:extLst>
          </p:cNvPr>
          <p:cNvSpPr txBox="1"/>
          <p:nvPr/>
        </p:nvSpPr>
        <p:spPr>
          <a:xfrm>
            <a:off x="7353782" y="3851459"/>
            <a:ext cx="288862" cy="338554"/>
          </a:xfrm>
          <a:prstGeom prst="rect">
            <a:avLst/>
          </a:prstGeom>
          <a:noFill/>
        </p:spPr>
        <p:txBody>
          <a:bodyPr wrap="none" rtlCol="0">
            <a:spAutoFit/>
          </a:bodyPr>
          <a:lstStyle/>
          <a:p>
            <a:r>
              <a:rPr lang="en-US" sz="1600" dirty="0"/>
              <a:t>1</a:t>
            </a:r>
          </a:p>
        </p:txBody>
      </p:sp>
      <p:sp>
        <p:nvSpPr>
          <p:cNvPr id="472" name="TextBox 471">
            <a:extLst>
              <a:ext uri="{FF2B5EF4-FFF2-40B4-BE49-F238E27FC236}">
                <a16:creationId xmlns:a16="http://schemas.microsoft.com/office/drawing/2014/main" id="{ECAD1B6E-49A1-3B13-9A8D-5D5FC361648D}"/>
              </a:ext>
            </a:extLst>
          </p:cNvPr>
          <p:cNvSpPr txBox="1"/>
          <p:nvPr/>
        </p:nvSpPr>
        <p:spPr>
          <a:xfrm>
            <a:off x="5068038" y="5753951"/>
            <a:ext cx="301686" cy="338554"/>
          </a:xfrm>
          <a:prstGeom prst="rect">
            <a:avLst/>
          </a:prstGeom>
          <a:noFill/>
        </p:spPr>
        <p:txBody>
          <a:bodyPr wrap="square" rtlCol="0">
            <a:spAutoFit/>
          </a:bodyPr>
          <a:lstStyle/>
          <a:p>
            <a:r>
              <a:rPr lang="en-US" sz="1600" dirty="0"/>
              <a:t>1</a:t>
            </a:r>
          </a:p>
        </p:txBody>
      </p:sp>
      <p:sp>
        <p:nvSpPr>
          <p:cNvPr id="473" name="TextBox 472">
            <a:extLst>
              <a:ext uri="{FF2B5EF4-FFF2-40B4-BE49-F238E27FC236}">
                <a16:creationId xmlns:a16="http://schemas.microsoft.com/office/drawing/2014/main" id="{BEDE02E6-EDEC-F72E-84D7-CF6793198C9F}"/>
              </a:ext>
            </a:extLst>
          </p:cNvPr>
          <p:cNvSpPr txBox="1"/>
          <p:nvPr/>
        </p:nvSpPr>
        <p:spPr>
          <a:xfrm>
            <a:off x="7081390" y="5734146"/>
            <a:ext cx="288862" cy="338554"/>
          </a:xfrm>
          <a:prstGeom prst="rect">
            <a:avLst/>
          </a:prstGeom>
          <a:noFill/>
        </p:spPr>
        <p:txBody>
          <a:bodyPr wrap="none" rtlCol="0">
            <a:spAutoFit/>
          </a:bodyPr>
          <a:lstStyle/>
          <a:p>
            <a:r>
              <a:rPr lang="en-US" sz="1600" dirty="0"/>
              <a:t>1</a:t>
            </a:r>
          </a:p>
        </p:txBody>
      </p:sp>
      <p:sp>
        <p:nvSpPr>
          <p:cNvPr id="474" name="TextBox 473">
            <a:extLst>
              <a:ext uri="{FF2B5EF4-FFF2-40B4-BE49-F238E27FC236}">
                <a16:creationId xmlns:a16="http://schemas.microsoft.com/office/drawing/2014/main" id="{C7076CD3-14EF-1039-F364-72636D79BD83}"/>
              </a:ext>
            </a:extLst>
          </p:cNvPr>
          <p:cNvSpPr txBox="1"/>
          <p:nvPr/>
        </p:nvSpPr>
        <p:spPr>
          <a:xfrm>
            <a:off x="5445886" y="1955140"/>
            <a:ext cx="301686" cy="338554"/>
          </a:xfrm>
          <a:prstGeom prst="rect">
            <a:avLst/>
          </a:prstGeom>
          <a:noFill/>
        </p:spPr>
        <p:txBody>
          <a:bodyPr wrap="square" rtlCol="0">
            <a:spAutoFit/>
          </a:bodyPr>
          <a:lstStyle/>
          <a:p>
            <a:r>
              <a:rPr lang="en-US" sz="1600" dirty="0"/>
              <a:t>8</a:t>
            </a:r>
          </a:p>
        </p:txBody>
      </p:sp>
      <p:sp>
        <p:nvSpPr>
          <p:cNvPr id="475" name="TextBox 474">
            <a:extLst>
              <a:ext uri="{FF2B5EF4-FFF2-40B4-BE49-F238E27FC236}">
                <a16:creationId xmlns:a16="http://schemas.microsoft.com/office/drawing/2014/main" id="{FE90717E-0403-FE0A-8724-F49DAA9AE8DD}"/>
              </a:ext>
            </a:extLst>
          </p:cNvPr>
          <p:cNvSpPr txBox="1"/>
          <p:nvPr/>
        </p:nvSpPr>
        <p:spPr>
          <a:xfrm>
            <a:off x="7357638" y="1945495"/>
            <a:ext cx="288862" cy="338554"/>
          </a:xfrm>
          <a:prstGeom prst="rect">
            <a:avLst/>
          </a:prstGeom>
          <a:noFill/>
        </p:spPr>
        <p:txBody>
          <a:bodyPr wrap="none" rtlCol="0">
            <a:spAutoFit/>
          </a:bodyPr>
          <a:lstStyle/>
          <a:p>
            <a:r>
              <a:rPr lang="en-US" sz="1600" dirty="0"/>
              <a:t>1</a:t>
            </a:r>
          </a:p>
        </p:txBody>
      </p:sp>
      <p:grpSp>
        <p:nvGrpSpPr>
          <p:cNvPr id="476" name="Group 475">
            <a:extLst>
              <a:ext uri="{FF2B5EF4-FFF2-40B4-BE49-F238E27FC236}">
                <a16:creationId xmlns:a16="http://schemas.microsoft.com/office/drawing/2014/main" id="{764F4B2E-97A5-9642-927C-DFC3B6F26173}"/>
              </a:ext>
            </a:extLst>
          </p:cNvPr>
          <p:cNvGrpSpPr/>
          <p:nvPr/>
        </p:nvGrpSpPr>
        <p:grpSpPr>
          <a:xfrm>
            <a:off x="584365" y="1690327"/>
            <a:ext cx="736099" cy="1229581"/>
            <a:chOff x="10030307" y="3444875"/>
            <a:chExt cx="736099" cy="1229581"/>
          </a:xfrm>
        </p:grpSpPr>
        <p:sp>
          <p:nvSpPr>
            <p:cNvPr id="477" name="TextBox 476">
              <a:extLst>
                <a:ext uri="{FF2B5EF4-FFF2-40B4-BE49-F238E27FC236}">
                  <a16:creationId xmlns:a16="http://schemas.microsoft.com/office/drawing/2014/main" id="{CC9C79CD-F2B4-EADE-0D7F-191FB43A76EF}"/>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478" name="Group 477">
              <a:extLst>
                <a:ext uri="{FF2B5EF4-FFF2-40B4-BE49-F238E27FC236}">
                  <a16:creationId xmlns:a16="http://schemas.microsoft.com/office/drawing/2014/main" id="{D134BD0D-5144-4892-275A-1E1343850580}"/>
                </a:ext>
              </a:extLst>
            </p:cNvPr>
            <p:cNvGrpSpPr/>
            <p:nvPr/>
          </p:nvGrpSpPr>
          <p:grpSpPr>
            <a:xfrm>
              <a:off x="10034588" y="3444875"/>
              <a:ext cx="682627" cy="682625"/>
              <a:chOff x="10034588" y="3444875"/>
              <a:chExt cx="682627" cy="682625"/>
            </a:xfrm>
          </p:grpSpPr>
          <p:sp>
            <p:nvSpPr>
              <p:cNvPr id="479" name="Oval 478">
                <a:extLst>
                  <a:ext uri="{FF2B5EF4-FFF2-40B4-BE49-F238E27FC236}">
                    <a16:creationId xmlns:a16="http://schemas.microsoft.com/office/drawing/2014/main" id="{4988042A-3D87-36EA-3AB7-945E9AD02624}"/>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0" name="Straight Connector 479">
                <a:extLst>
                  <a:ext uri="{FF2B5EF4-FFF2-40B4-BE49-F238E27FC236}">
                    <a16:creationId xmlns:a16="http://schemas.microsoft.com/office/drawing/2014/main" id="{68BF3C44-F849-6A02-5932-C46AC172296E}"/>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B915FC27-DCF3-BFE0-049A-9389DF39191D}"/>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B0AA1754-C619-FE09-606B-8B02B8208FAB}"/>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3CE44DFB-C6CF-3C51-9F49-FA5D12E07B69}"/>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4E9BC552-78BE-DD89-80B1-A625A65BA28A}"/>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187C0F58-6D93-56D1-61B9-4D977C4E4FFC}"/>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9122323C-F27B-9FD2-7207-FCB619EC1176}"/>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C70B8B56-7D1C-1B1B-6BAD-11BF208CEFF4}"/>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1C595E8B-DCD3-4FC7-DDE9-BC01CD4DB61B}"/>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26048720-8348-A66A-EEA8-FC0FF034552C}"/>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7F027BB6-93CD-5491-E653-C70F788F580E}"/>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F9DC21C1-AA8B-9DD3-4E62-B34736FB8AAE}"/>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08A74B1B-1CA8-A198-9F67-4C5AC802D6C8}"/>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493" name="Straight Connector 492">
            <a:extLst>
              <a:ext uri="{FF2B5EF4-FFF2-40B4-BE49-F238E27FC236}">
                <a16:creationId xmlns:a16="http://schemas.microsoft.com/office/drawing/2014/main" id="{BB4E6A9E-8470-3AE6-F3E9-DE68F2E50BD9}"/>
              </a:ext>
            </a:extLst>
          </p:cNvPr>
          <p:cNvCxnSpPr>
            <a:cxnSpLocks/>
          </p:cNvCxnSpPr>
          <p:nvPr/>
        </p:nvCxnSpPr>
        <p:spPr>
          <a:xfrm>
            <a:off x="919556" y="1827132"/>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sp>
        <p:nvSpPr>
          <p:cNvPr id="494" name="TextBox 493">
            <a:extLst>
              <a:ext uri="{FF2B5EF4-FFF2-40B4-BE49-F238E27FC236}">
                <a16:creationId xmlns:a16="http://schemas.microsoft.com/office/drawing/2014/main" id="{796FA7FF-308F-6F20-BDB3-7ADA33B13C61}"/>
              </a:ext>
            </a:extLst>
          </p:cNvPr>
          <p:cNvSpPr txBox="1"/>
          <p:nvPr/>
        </p:nvSpPr>
        <p:spPr>
          <a:xfrm flipH="1">
            <a:off x="348626" y="2910175"/>
            <a:ext cx="2195814" cy="840230"/>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t>b receives DVs from a, c, e, computes:</a:t>
            </a:r>
          </a:p>
        </p:txBody>
      </p:sp>
      <p:sp>
        <p:nvSpPr>
          <p:cNvPr id="495" name="Right Arrow 355">
            <a:extLst>
              <a:ext uri="{FF2B5EF4-FFF2-40B4-BE49-F238E27FC236}">
                <a16:creationId xmlns:a16="http://schemas.microsoft.com/office/drawing/2014/main" id="{11F87BFF-F6A4-500F-C5F5-7AECEBBD158F}"/>
              </a:ext>
            </a:extLst>
          </p:cNvPr>
          <p:cNvSpPr/>
          <p:nvPr/>
        </p:nvSpPr>
        <p:spPr>
          <a:xfrm>
            <a:off x="4973224" y="176917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6" name="Right Arrow 356">
            <a:extLst>
              <a:ext uri="{FF2B5EF4-FFF2-40B4-BE49-F238E27FC236}">
                <a16:creationId xmlns:a16="http://schemas.microsoft.com/office/drawing/2014/main" id="{A6746AB4-8B93-30F0-DECC-17F5A9E03F5E}"/>
              </a:ext>
            </a:extLst>
          </p:cNvPr>
          <p:cNvSpPr/>
          <p:nvPr/>
        </p:nvSpPr>
        <p:spPr>
          <a:xfrm rot="10800000">
            <a:off x="7631559" y="1750886"/>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7" name="Group 496">
            <a:extLst>
              <a:ext uri="{FF2B5EF4-FFF2-40B4-BE49-F238E27FC236}">
                <a16:creationId xmlns:a16="http://schemas.microsoft.com/office/drawing/2014/main" id="{4D159C78-31F3-C606-E6DB-3AC9DAB88DF9}"/>
              </a:ext>
            </a:extLst>
          </p:cNvPr>
          <p:cNvGrpSpPr/>
          <p:nvPr/>
        </p:nvGrpSpPr>
        <p:grpSpPr>
          <a:xfrm>
            <a:off x="4333785" y="1737247"/>
            <a:ext cx="4395351" cy="404576"/>
            <a:chOff x="4333785" y="5772213"/>
            <a:chExt cx="4395351" cy="404576"/>
          </a:xfrm>
        </p:grpSpPr>
        <p:grpSp>
          <p:nvGrpSpPr>
            <p:cNvPr id="498" name="Group 497">
              <a:extLst>
                <a:ext uri="{FF2B5EF4-FFF2-40B4-BE49-F238E27FC236}">
                  <a16:creationId xmlns:a16="http://schemas.microsoft.com/office/drawing/2014/main" id="{6EE86819-123A-D8DA-4D78-45ED2603AF28}"/>
                </a:ext>
              </a:extLst>
            </p:cNvPr>
            <p:cNvGrpSpPr/>
            <p:nvPr/>
          </p:nvGrpSpPr>
          <p:grpSpPr>
            <a:xfrm>
              <a:off x="4333785" y="5772213"/>
              <a:ext cx="531821" cy="369069"/>
              <a:chOff x="1348328" y="2475647"/>
              <a:chExt cx="603916" cy="419100"/>
            </a:xfrm>
          </p:grpSpPr>
          <p:grpSp>
            <p:nvGrpSpPr>
              <p:cNvPr id="520" name="Group 519">
                <a:extLst>
                  <a:ext uri="{FF2B5EF4-FFF2-40B4-BE49-F238E27FC236}">
                    <a16:creationId xmlns:a16="http://schemas.microsoft.com/office/drawing/2014/main" id="{4DB4D502-D9EC-2540-DAD8-B8F96577FFC6}"/>
                  </a:ext>
                </a:extLst>
              </p:cNvPr>
              <p:cNvGrpSpPr/>
              <p:nvPr/>
            </p:nvGrpSpPr>
            <p:grpSpPr>
              <a:xfrm>
                <a:off x="1348328" y="2555748"/>
                <a:ext cx="603916" cy="308999"/>
                <a:chOff x="5278570" y="2983486"/>
                <a:chExt cx="501650" cy="233363"/>
              </a:xfrm>
            </p:grpSpPr>
            <p:sp>
              <p:nvSpPr>
                <p:cNvPr id="524" name="Oval 5">
                  <a:extLst>
                    <a:ext uri="{FF2B5EF4-FFF2-40B4-BE49-F238E27FC236}">
                      <a16:creationId xmlns:a16="http://schemas.microsoft.com/office/drawing/2014/main" id="{6757B846-8E79-DEFB-FAE8-1D26E180EDB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Line 6">
                  <a:extLst>
                    <a:ext uri="{FF2B5EF4-FFF2-40B4-BE49-F238E27FC236}">
                      <a16:creationId xmlns:a16="http://schemas.microsoft.com/office/drawing/2014/main" id="{979071A2-6FBF-4B29-A10F-57084A444CA0}"/>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6" name="Line 7">
                  <a:extLst>
                    <a:ext uri="{FF2B5EF4-FFF2-40B4-BE49-F238E27FC236}">
                      <a16:creationId xmlns:a16="http://schemas.microsoft.com/office/drawing/2014/main" id="{3BEB5850-680E-6241-EA67-F3AC34FE134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7" name="Rectangle 8">
                  <a:extLst>
                    <a:ext uri="{FF2B5EF4-FFF2-40B4-BE49-F238E27FC236}">
                      <a16:creationId xmlns:a16="http://schemas.microsoft.com/office/drawing/2014/main" id="{2550053C-BF85-FB09-A1EE-AC12EBCD477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8" name="Oval 9">
                  <a:extLst>
                    <a:ext uri="{FF2B5EF4-FFF2-40B4-BE49-F238E27FC236}">
                      <a16:creationId xmlns:a16="http://schemas.microsoft.com/office/drawing/2014/main" id="{8B7876AD-B6DD-BCF5-CE3E-8B7F7F48C06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21" name="Group 44">
                <a:extLst>
                  <a:ext uri="{FF2B5EF4-FFF2-40B4-BE49-F238E27FC236}">
                    <a16:creationId xmlns:a16="http://schemas.microsoft.com/office/drawing/2014/main" id="{B671B0A6-6226-F5A7-60AC-0F91F8AF20E5}"/>
                  </a:ext>
                </a:extLst>
              </p:cNvPr>
              <p:cNvGrpSpPr>
                <a:grpSpLocks/>
              </p:cNvGrpSpPr>
              <p:nvPr/>
            </p:nvGrpSpPr>
            <p:grpSpPr bwMode="auto">
              <a:xfrm>
                <a:off x="1456374" y="2475647"/>
                <a:ext cx="355165" cy="419100"/>
                <a:chOff x="2944" y="2405"/>
                <a:chExt cx="227" cy="264"/>
              </a:xfrm>
            </p:grpSpPr>
            <p:sp>
              <p:nvSpPr>
                <p:cNvPr id="522" name="Rectangle 45">
                  <a:extLst>
                    <a:ext uri="{FF2B5EF4-FFF2-40B4-BE49-F238E27FC236}">
                      <a16:creationId xmlns:a16="http://schemas.microsoft.com/office/drawing/2014/main" id="{C41B025A-9876-5B4B-3FD2-54D53855D0D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3" name="Text Box 46">
                  <a:extLst>
                    <a:ext uri="{FF2B5EF4-FFF2-40B4-BE49-F238E27FC236}">
                      <a16:creationId xmlns:a16="http://schemas.microsoft.com/office/drawing/2014/main" id="{E4C38E9D-81B5-5702-26A0-E6C34590BA27}"/>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99" name="Group 498">
              <a:extLst>
                <a:ext uri="{FF2B5EF4-FFF2-40B4-BE49-F238E27FC236}">
                  <a16:creationId xmlns:a16="http://schemas.microsoft.com/office/drawing/2014/main" id="{E6DDAB43-9741-3151-D5B1-4A30D9404DC5}"/>
                </a:ext>
              </a:extLst>
            </p:cNvPr>
            <p:cNvGrpSpPr/>
            <p:nvPr/>
          </p:nvGrpSpPr>
          <p:grpSpPr>
            <a:xfrm>
              <a:off x="6263949" y="5807720"/>
              <a:ext cx="531821" cy="369069"/>
              <a:chOff x="1348328" y="2507397"/>
              <a:chExt cx="603916" cy="419100"/>
            </a:xfrm>
          </p:grpSpPr>
          <p:grpSp>
            <p:nvGrpSpPr>
              <p:cNvPr id="511" name="Group 510">
                <a:extLst>
                  <a:ext uri="{FF2B5EF4-FFF2-40B4-BE49-F238E27FC236}">
                    <a16:creationId xmlns:a16="http://schemas.microsoft.com/office/drawing/2014/main" id="{B866FA8F-AF95-F39A-E6B4-22F3C50FFD6C}"/>
                  </a:ext>
                </a:extLst>
              </p:cNvPr>
              <p:cNvGrpSpPr/>
              <p:nvPr/>
            </p:nvGrpSpPr>
            <p:grpSpPr>
              <a:xfrm>
                <a:off x="1348328" y="2555748"/>
                <a:ext cx="603916" cy="308999"/>
                <a:chOff x="5278570" y="2983486"/>
                <a:chExt cx="501650" cy="233363"/>
              </a:xfrm>
            </p:grpSpPr>
            <p:sp>
              <p:nvSpPr>
                <p:cNvPr id="515" name="Oval 5">
                  <a:extLst>
                    <a:ext uri="{FF2B5EF4-FFF2-40B4-BE49-F238E27FC236}">
                      <a16:creationId xmlns:a16="http://schemas.microsoft.com/office/drawing/2014/main" id="{0FB090D2-780F-EF93-8942-71D1EC6094D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Line 6">
                  <a:extLst>
                    <a:ext uri="{FF2B5EF4-FFF2-40B4-BE49-F238E27FC236}">
                      <a16:creationId xmlns:a16="http://schemas.microsoft.com/office/drawing/2014/main" id="{3E6A87D3-698F-2B7D-9DAB-011B514F0C7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Line 7">
                  <a:extLst>
                    <a:ext uri="{FF2B5EF4-FFF2-40B4-BE49-F238E27FC236}">
                      <a16:creationId xmlns:a16="http://schemas.microsoft.com/office/drawing/2014/main" id="{AF5FDBE6-B58F-2EBE-A71E-5D30F0D1810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Rectangle 8">
                  <a:extLst>
                    <a:ext uri="{FF2B5EF4-FFF2-40B4-BE49-F238E27FC236}">
                      <a16:creationId xmlns:a16="http://schemas.microsoft.com/office/drawing/2014/main" id="{710DF3BC-3CEB-82FB-C81B-A0D971553AB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Oval 9">
                  <a:extLst>
                    <a:ext uri="{FF2B5EF4-FFF2-40B4-BE49-F238E27FC236}">
                      <a16:creationId xmlns:a16="http://schemas.microsoft.com/office/drawing/2014/main" id="{D53C8EA2-D90A-3CA0-99AC-3C5368392582}"/>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2" name="Group 44">
                <a:extLst>
                  <a:ext uri="{FF2B5EF4-FFF2-40B4-BE49-F238E27FC236}">
                    <a16:creationId xmlns:a16="http://schemas.microsoft.com/office/drawing/2014/main" id="{B4120011-7912-9EE9-E24A-5AD167A3D317}"/>
                  </a:ext>
                </a:extLst>
              </p:cNvPr>
              <p:cNvGrpSpPr>
                <a:grpSpLocks/>
              </p:cNvGrpSpPr>
              <p:nvPr/>
            </p:nvGrpSpPr>
            <p:grpSpPr bwMode="auto">
              <a:xfrm>
                <a:off x="1456374" y="2507397"/>
                <a:ext cx="355165" cy="419100"/>
                <a:chOff x="2944" y="2425"/>
                <a:chExt cx="227" cy="264"/>
              </a:xfrm>
            </p:grpSpPr>
            <p:sp>
              <p:nvSpPr>
                <p:cNvPr id="513" name="Rectangle 45">
                  <a:extLst>
                    <a:ext uri="{FF2B5EF4-FFF2-40B4-BE49-F238E27FC236}">
                      <a16:creationId xmlns:a16="http://schemas.microsoft.com/office/drawing/2014/main" id="{80962440-D432-6CBA-AA9F-55B7B95A218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Text Box 46">
                  <a:extLst>
                    <a:ext uri="{FF2B5EF4-FFF2-40B4-BE49-F238E27FC236}">
                      <a16:creationId xmlns:a16="http://schemas.microsoft.com/office/drawing/2014/main" id="{758B0871-8ADC-DFA6-880C-4DB183423774}"/>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00" name="Group 499">
              <a:extLst>
                <a:ext uri="{FF2B5EF4-FFF2-40B4-BE49-F238E27FC236}">
                  <a16:creationId xmlns:a16="http://schemas.microsoft.com/office/drawing/2014/main" id="{0AA1DB1C-BFF5-06DC-197D-E7611948433D}"/>
                </a:ext>
              </a:extLst>
            </p:cNvPr>
            <p:cNvGrpSpPr/>
            <p:nvPr/>
          </p:nvGrpSpPr>
          <p:grpSpPr>
            <a:xfrm>
              <a:off x="8197315" y="5805271"/>
              <a:ext cx="531821" cy="369069"/>
              <a:chOff x="1348328" y="2507397"/>
              <a:chExt cx="603916" cy="419100"/>
            </a:xfrm>
          </p:grpSpPr>
          <p:grpSp>
            <p:nvGrpSpPr>
              <p:cNvPr id="501" name="Group 500">
                <a:extLst>
                  <a:ext uri="{FF2B5EF4-FFF2-40B4-BE49-F238E27FC236}">
                    <a16:creationId xmlns:a16="http://schemas.microsoft.com/office/drawing/2014/main" id="{E56D74DB-0B1F-6032-D370-E0912ADEC602}"/>
                  </a:ext>
                </a:extLst>
              </p:cNvPr>
              <p:cNvGrpSpPr/>
              <p:nvPr/>
            </p:nvGrpSpPr>
            <p:grpSpPr>
              <a:xfrm>
                <a:off x="1348328" y="2555748"/>
                <a:ext cx="603916" cy="308999"/>
                <a:chOff x="5278570" y="2983486"/>
                <a:chExt cx="501650" cy="233363"/>
              </a:xfrm>
            </p:grpSpPr>
            <p:sp>
              <p:nvSpPr>
                <p:cNvPr id="505" name="Oval 5">
                  <a:extLst>
                    <a:ext uri="{FF2B5EF4-FFF2-40B4-BE49-F238E27FC236}">
                      <a16:creationId xmlns:a16="http://schemas.microsoft.com/office/drawing/2014/main" id="{B336C234-5D8D-F48F-CC11-AA8632366454}"/>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6" name="Line 6">
                  <a:extLst>
                    <a:ext uri="{FF2B5EF4-FFF2-40B4-BE49-F238E27FC236}">
                      <a16:creationId xmlns:a16="http://schemas.microsoft.com/office/drawing/2014/main" id="{952C3F31-E995-C9EC-C3EE-7193239143F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7" name="Line 7">
                  <a:extLst>
                    <a:ext uri="{FF2B5EF4-FFF2-40B4-BE49-F238E27FC236}">
                      <a16:creationId xmlns:a16="http://schemas.microsoft.com/office/drawing/2014/main" id="{5A6AB7DB-E6E8-DCE2-3A03-5332FDBFBC2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Rectangle 8">
                  <a:extLst>
                    <a:ext uri="{FF2B5EF4-FFF2-40B4-BE49-F238E27FC236}">
                      <a16:creationId xmlns:a16="http://schemas.microsoft.com/office/drawing/2014/main" id="{6AC349A7-4070-32EB-1CEC-B8459233FB6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Oval 9">
                  <a:extLst>
                    <a:ext uri="{FF2B5EF4-FFF2-40B4-BE49-F238E27FC236}">
                      <a16:creationId xmlns:a16="http://schemas.microsoft.com/office/drawing/2014/main" id="{36117AB0-D761-9610-D369-A62452D6498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2" name="Group 44">
                <a:extLst>
                  <a:ext uri="{FF2B5EF4-FFF2-40B4-BE49-F238E27FC236}">
                    <a16:creationId xmlns:a16="http://schemas.microsoft.com/office/drawing/2014/main" id="{C779302D-E1A3-410D-87A4-85779440AEFB}"/>
                  </a:ext>
                </a:extLst>
              </p:cNvPr>
              <p:cNvGrpSpPr>
                <a:grpSpLocks/>
              </p:cNvGrpSpPr>
              <p:nvPr/>
            </p:nvGrpSpPr>
            <p:grpSpPr bwMode="auto">
              <a:xfrm>
                <a:off x="1464216" y="2507397"/>
                <a:ext cx="341085" cy="419100"/>
                <a:chOff x="2949" y="2425"/>
                <a:chExt cx="218" cy="264"/>
              </a:xfrm>
            </p:grpSpPr>
            <p:sp>
              <p:nvSpPr>
                <p:cNvPr id="503" name="Rectangle 45">
                  <a:extLst>
                    <a:ext uri="{FF2B5EF4-FFF2-40B4-BE49-F238E27FC236}">
                      <a16:creationId xmlns:a16="http://schemas.microsoft.com/office/drawing/2014/main" id="{88096328-A56B-907F-8072-1935F679D6D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4" name="Text Box 46">
                  <a:extLst>
                    <a:ext uri="{FF2B5EF4-FFF2-40B4-BE49-F238E27FC236}">
                      <a16:creationId xmlns:a16="http://schemas.microsoft.com/office/drawing/2014/main" id="{1DDBA992-DC7B-A699-3F3D-F785D4E84F05}"/>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29" name="Group 528">
            <a:extLst>
              <a:ext uri="{FF2B5EF4-FFF2-40B4-BE49-F238E27FC236}">
                <a16:creationId xmlns:a16="http://schemas.microsoft.com/office/drawing/2014/main" id="{A9BDA872-D0CE-5DE0-B2AB-BA2BF796BE57}"/>
              </a:ext>
            </a:extLst>
          </p:cNvPr>
          <p:cNvGrpSpPr/>
          <p:nvPr/>
        </p:nvGrpSpPr>
        <p:grpSpPr>
          <a:xfrm>
            <a:off x="4336458" y="3664974"/>
            <a:ext cx="4395351" cy="404576"/>
            <a:chOff x="4333785" y="5772213"/>
            <a:chExt cx="4395351" cy="404576"/>
          </a:xfrm>
        </p:grpSpPr>
        <p:grpSp>
          <p:nvGrpSpPr>
            <p:cNvPr id="530" name="Group 529">
              <a:extLst>
                <a:ext uri="{FF2B5EF4-FFF2-40B4-BE49-F238E27FC236}">
                  <a16:creationId xmlns:a16="http://schemas.microsoft.com/office/drawing/2014/main" id="{E735B62E-320F-CD42-0005-24566392CB14}"/>
                </a:ext>
              </a:extLst>
            </p:cNvPr>
            <p:cNvGrpSpPr/>
            <p:nvPr/>
          </p:nvGrpSpPr>
          <p:grpSpPr>
            <a:xfrm>
              <a:off x="4333785" y="5772213"/>
              <a:ext cx="531821" cy="369069"/>
              <a:chOff x="1348328" y="2475647"/>
              <a:chExt cx="603916" cy="419100"/>
            </a:xfrm>
          </p:grpSpPr>
          <p:grpSp>
            <p:nvGrpSpPr>
              <p:cNvPr id="551" name="Group 550">
                <a:extLst>
                  <a:ext uri="{FF2B5EF4-FFF2-40B4-BE49-F238E27FC236}">
                    <a16:creationId xmlns:a16="http://schemas.microsoft.com/office/drawing/2014/main" id="{0C68AC20-4BD8-7867-6403-99F53110AA8D}"/>
                  </a:ext>
                </a:extLst>
              </p:cNvPr>
              <p:cNvGrpSpPr/>
              <p:nvPr/>
            </p:nvGrpSpPr>
            <p:grpSpPr>
              <a:xfrm>
                <a:off x="1348328" y="2555748"/>
                <a:ext cx="603916" cy="308999"/>
                <a:chOff x="5278570" y="2983486"/>
                <a:chExt cx="501650" cy="233363"/>
              </a:xfrm>
            </p:grpSpPr>
            <p:sp>
              <p:nvSpPr>
                <p:cNvPr id="555" name="Oval 5">
                  <a:extLst>
                    <a:ext uri="{FF2B5EF4-FFF2-40B4-BE49-F238E27FC236}">
                      <a16:creationId xmlns:a16="http://schemas.microsoft.com/office/drawing/2014/main" id="{064F0970-62A9-CBC7-68E5-52F2C97D792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6" name="Line 6">
                  <a:extLst>
                    <a:ext uri="{FF2B5EF4-FFF2-40B4-BE49-F238E27FC236}">
                      <a16:creationId xmlns:a16="http://schemas.microsoft.com/office/drawing/2014/main" id="{5557D6BF-CC7F-5412-7E8B-C5F7B98CBD2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Line 7">
                  <a:extLst>
                    <a:ext uri="{FF2B5EF4-FFF2-40B4-BE49-F238E27FC236}">
                      <a16:creationId xmlns:a16="http://schemas.microsoft.com/office/drawing/2014/main" id="{8D1AB094-4DD0-D30C-5F35-E9C316B4642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8">
                  <a:extLst>
                    <a:ext uri="{FF2B5EF4-FFF2-40B4-BE49-F238E27FC236}">
                      <a16:creationId xmlns:a16="http://schemas.microsoft.com/office/drawing/2014/main" id="{3A1AD1FE-5238-67F3-6E3C-48BA5B168ED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Oval 9">
                  <a:extLst>
                    <a:ext uri="{FF2B5EF4-FFF2-40B4-BE49-F238E27FC236}">
                      <a16:creationId xmlns:a16="http://schemas.microsoft.com/office/drawing/2014/main" id="{C93D1E7B-40F2-CF97-73CB-A594676D79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52" name="Group 44">
                <a:extLst>
                  <a:ext uri="{FF2B5EF4-FFF2-40B4-BE49-F238E27FC236}">
                    <a16:creationId xmlns:a16="http://schemas.microsoft.com/office/drawing/2014/main" id="{79561B7D-FC73-35B5-010B-F609083EB567}"/>
                  </a:ext>
                </a:extLst>
              </p:cNvPr>
              <p:cNvGrpSpPr>
                <a:grpSpLocks/>
              </p:cNvGrpSpPr>
              <p:nvPr/>
            </p:nvGrpSpPr>
            <p:grpSpPr bwMode="auto">
              <a:xfrm>
                <a:off x="1456374" y="2475647"/>
                <a:ext cx="355165" cy="419100"/>
                <a:chOff x="2944" y="2405"/>
                <a:chExt cx="227" cy="264"/>
              </a:xfrm>
            </p:grpSpPr>
            <p:sp>
              <p:nvSpPr>
                <p:cNvPr id="553" name="Rectangle 45">
                  <a:extLst>
                    <a:ext uri="{FF2B5EF4-FFF2-40B4-BE49-F238E27FC236}">
                      <a16:creationId xmlns:a16="http://schemas.microsoft.com/office/drawing/2014/main" id="{9FCBF34A-9D2C-E105-F9AE-772E0B218ED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Text Box 46">
                  <a:extLst>
                    <a:ext uri="{FF2B5EF4-FFF2-40B4-BE49-F238E27FC236}">
                      <a16:creationId xmlns:a16="http://schemas.microsoft.com/office/drawing/2014/main" id="{9415CEFF-4728-6973-EF30-7F2F3C501104}"/>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31" name="Group 530">
              <a:extLst>
                <a:ext uri="{FF2B5EF4-FFF2-40B4-BE49-F238E27FC236}">
                  <a16:creationId xmlns:a16="http://schemas.microsoft.com/office/drawing/2014/main" id="{9CAFBB88-1622-DE95-2772-32936546C316}"/>
                </a:ext>
              </a:extLst>
            </p:cNvPr>
            <p:cNvGrpSpPr/>
            <p:nvPr/>
          </p:nvGrpSpPr>
          <p:grpSpPr>
            <a:xfrm>
              <a:off x="6263949" y="5807720"/>
              <a:ext cx="531821" cy="369069"/>
              <a:chOff x="1348328" y="2507397"/>
              <a:chExt cx="603916" cy="419100"/>
            </a:xfrm>
          </p:grpSpPr>
          <p:grpSp>
            <p:nvGrpSpPr>
              <p:cNvPr id="542" name="Group 541">
                <a:extLst>
                  <a:ext uri="{FF2B5EF4-FFF2-40B4-BE49-F238E27FC236}">
                    <a16:creationId xmlns:a16="http://schemas.microsoft.com/office/drawing/2014/main" id="{7BCBDBCE-59C2-A66A-112E-6930992E1144}"/>
                  </a:ext>
                </a:extLst>
              </p:cNvPr>
              <p:cNvGrpSpPr/>
              <p:nvPr/>
            </p:nvGrpSpPr>
            <p:grpSpPr>
              <a:xfrm>
                <a:off x="1348328" y="2555748"/>
                <a:ext cx="603916" cy="308999"/>
                <a:chOff x="5278570" y="2983486"/>
                <a:chExt cx="501650" cy="233363"/>
              </a:xfrm>
            </p:grpSpPr>
            <p:sp>
              <p:nvSpPr>
                <p:cNvPr id="546" name="Oval 5">
                  <a:extLst>
                    <a:ext uri="{FF2B5EF4-FFF2-40B4-BE49-F238E27FC236}">
                      <a16:creationId xmlns:a16="http://schemas.microsoft.com/office/drawing/2014/main" id="{D3E5C911-5FC0-68C4-A2C4-7F3D2839FF84}"/>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7" name="Line 6">
                  <a:extLst>
                    <a:ext uri="{FF2B5EF4-FFF2-40B4-BE49-F238E27FC236}">
                      <a16:creationId xmlns:a16="http://schemas.microsoft.com/office/drawing/2014/main" id="{935791F5-84C6-67B9-2E61-08B1672F7E0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8" name="Line 7">
                  <a:extLst>
                    <a:ext uri="{FF2B5EF4-FFF2-40B4-BE49-F238E27FC236}">
                      <a16:creationId xmlns:a16="http://schemas.microsoft.com/office/drawing/2014/main" id="{E596C985-4D47-30FF-801A-9944504B373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8">
                  <a:extLst>
                    <a:ext uri="{FF2B5EF4-FFF2-40B4-BE49-F238E27FC236}">
                      <a16:creationId xmlns:a16="http://schemas.microsoft.com/office/drawing/2014/main" id="{E90CFE67-4BD5-1217-945F-DBD4EC13CC1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Oval 9">
                  <a:extLst>
                    <a:ext uri="{FF2B5EF4-FFF2-40B4-BE49-F238E27FC236}">
                      <a16:creationId xmlns:a16="http://schemas.microsoft.com/office/drawing/2014/main" id="{2D379685-62EA-FA05-DCF4-BBE0E6C972F5}"/>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43" name="Group 44">
                <a:extLst>
                  <a:ext uri="{FF2B5EF4-FFF2-40B4-BE49-F238E27FC236}">
                    <a16:creationId xmlns:a16="http://schemas.microsoft.com/office/drawing/2014/main" id="{8DD0028A-DAC5-DB12-54D1-96057E3B4DAE}"/>
                  </a:ext>
                </a:extLst>
              </p:cNvPr>
              <p:cNvGrpSpPr>
                <a:grpSpLocks/>
              </p:cNvGrpSpPr>
              <p:nvPr/>
            </p:nvGrpSpPr>
            <p:grpSpPr bwMode="auto">
              <a:xfrm>
                <a:off x="1456374" y="2507397"/>
                <a:ext cx="355165" cy="419100"/>
                <a:chOff x="2944" y="2425"/>
                <a:chExt cx="227" cy="264"/>
              </a:xfrm>
            </p:grpSpPr>
            <p:sp>
              <p:nvSpPr>
                <p:cNvPr id="544" name="Rectangle 45">
                  <a:extLst>
                    <a:ext uri="{FF2B5EF4-FFF2-40B4-BE49-F238E27FC236}">
                      <a16:creationId xmlns:a16="http://schemas.microsoft.com/office/drawing/2014/main" id="{8BEDBC0C-E954-2F6F-3808-1A517AFE7DE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5" name="Text Box 46">
                  <a:extLst>
                    <a:ext uri="{FF2B5EF4-FFF2-40B4-BE49-F238E27FC236}">
                      <a16:creationId xmlns:a16="http://schemas.microsoft.com/office/drawing/2014/main" id="{980120C6-B2FD-B94D-4D32-73181FE5FC73}"/>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32" name="Group 531">
              <a:extLst>
                <a:ext uri="{FF2B5EF4-FFF2-40B4-BE49-F238E27FC236}">
                  <a16:creationId xmlns:a16="http://schemas.microsoft.com/office/drawing/2014/main" id="{B8834EC0-DF6C-AF09-BAA8-C06391291397}"/>
                </a:ext>
              </a:extLst>
            </p:cNvPr>
            <p:cNvGrpSpPr/>
            <p:nvPr/>
          </p:nvGrpSpPr>
          <p:grpSpPr>
            <a:xfrm>
              <a:off x="8197315" y="5805271"/>
              <a:ext cx="531821" cy="369069"/>
              <a:chOff x="1348328" y="2507397"/>
              <a:chExt cx="603916" cy="419100"/>
            </a:xfrm>
          </p:grpSpPr>
          <p:grpSp>
            <p:nvGrpSpPr>
              <p:cNvPr id="533" name="Group 532">
                <a:extLst>
                  <a:ext uri="{FF2B5EF4-FFF2-40B4-BE49-F238E27FC236}">
                    <a16:creationId xmlns:a16="http://schemas.microsoft.com/office/drawing/2014/main" id="{916B5EC7-2CC1-6EC9-78DA-E767F001C5C5}"/>
                  </a:ext>
                </a:extLst>
              </p:cNvPr>
              <p:cNvGrpSpPr/>
              <p:nvPr/>
            </p:nvGrpSpPr>
            <p:grpSpPr>
              <a:xfrm>
                <a:off x="1348328" y="2555748"/>
                <a:ext cx="603916" cy="308999"/>
                <a:chOff x="5278570" y="2983486"/>
                <a:chExt cx="501650" cy="233363"/>
              </a:xfrm>
            </p:grpSpPr>
            <p:sp>
              <p:nvSpPr>
                <p:cNvPr id="537" name="Oval 5">
                  <a:extLst>
                    <a:ext uri="{FF2B5EF4-FFF2-40B4-BE49-F238E27FC236}">
                      <a16:creationId xmlns:a16="http://schemas.microsoft.com/office/drawing/2014/main" id="{4D3D9E8B-1357-AE31-4A12-CE56654F346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Line 6">
                  <a:extLst>
                    <a:ext uri="{FF2B5EF4-FFF2-40B4-BE49-F238E27FC236}">
                      <a16:creationId xmlns:a16="http://schemas.microsoft.com/office/drawing/2014/main" id="{724F1E1D-E07F-C1C9-8502-F1485D369C4C}"/>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7">
                  <a:extLst>
                    <a:ext uri="{FF2B5EF4-FFF2-40B4-BE49-F238E27FC236}">
                      <a16:creationId xmlns:a16="http://schemas.microsoft.com/office/drawing/2014/main" id="{48A1F40E-EC90-2AE3-EE85-0FF03F2F5B3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Rectangle 8">
                  <a:extLst>
                    <a:ext uri="{FF2B5EF4-FFF2-40B4-BE49-F238E27FC236}">
                      <a16:creationId xmlns:a16="http://schemas.microsoft.com/office/drawing/2014/main" id="{01BFB09D-5539-F632-367E-751BB940FCB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Oval 9">
                  <a:extLst>
                    <a:ext uri="{FF2B5EF4-FFF2-40B4-BE49-F238E27FC236}">
                      <a16:creationId xmlns:a16="http://schemas.microsoft.com/office/drawing/2014/main" id="{4FE3A025-0DDC-EEF2-4DAD-04D6F4E8A412}"/>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4" name="Group 44">
                <a:extLst>
                  <a:ext uri="{FF2B5EF4-FFF2-40B4-BE49-F238E27FC236}">
                    <a16:creationId xmlns:a16="http://schemas.microsoft.com/office/drawing/2014/main" id="{0A9E431F-6A6C-2DD0-54BF-425E4BD6F2A9}"/>
                  </a:ext>
                </a:extLst>
              </p:cNvPr>
              <p:cNvGrpSpPr>
                <a:grpSpLocks/>
              </p:cNvGrpSpPr>
              <p:nvPr/>
            </p:nvGrpSpPr>
            <p:grpSpPr bwMode="auto">
              <a:xfrm>
                <a:off x="1492372" y="2507397"/>
                <a:ext cx="283194" cy="419100"/>
                <a:chOff x="2967" y="2425"/>
                <a:chExt cx="181" cy="264"/>
              </a:xfrm>
            </p:grpSpPr>
            <p:sp>
              <p:nvSpPr>
                <p:cNvPr id="535" name="Rectangle 45">
                  <a:extLst>
                    <a:ext uri="{FF2B5EF4-FFF2-40B4-BE49-F238E27FC236}">
                      <a16:creationId xmlns:a16="http://schemas.microsoft.com/office/drawing/2014/main" id="{AF381679-F31E-B1FE-BFB1-B1BC197F953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Text Box 46">
                  <a:extLst>
                    <a:ext uri="{FF2B5EF4-FFF2-40B4-BE49-F238E27FC236}">
                      <a16:creationId xmlns:a16="http://schemas.microsoft.com/office/drawing/2014/main" id="{DF6DB282-DB06-C03D-0C95-C0E8D0A28041}"/>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60" name="Freeform 2">
            <a:extLst>
              <a:ext uri="{FF2B5EF4-FFF2-40B4-BE49-F238E27FC236}">
                <a16:creationId xmlns:a16="http://schemas.microsoft.com/office/drawing/2014/main" id="{06FE0DA9-D987-D888-054A-1D2142083B31}"/>
              </a:ext>
            </a:extLst>
          </p:cNvPr>
          <p:cNvSpPr/>
          <p:nvPr/>
        </p:nvSpPr>
        <p:spPr>
          <a:xfrm>
            <a:off x="3078478" y="2716624"/>
            <a:ext cx="5923281" cy="3820160"/>
          </a:xfrm>
          <a:custGeom>
            <a:avLst/>
            <a:gdLst>
              <a:gd name="connsiteX0" fmla="*/ 528320 w 5049520"/>
              <a:gd name="connsiteY0" fmla="*/ 0 h 3840480"/>
              <a:gd name="connsiteX1" fmla="*/ 2275840 w 5049520"/>
              <a:gd name="connsiteY1" fmla="*/ 0 h 3840480"/>
              <a:gd name="connsiteX2" fmla="*/ 2255520 w 5049520"/>
              <a:gd name="connsiteY2" fmla="*/ 69088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56923 w 5049520"/>
              <a:gd name="connsiteY6" fmla="*/ 904240 h 3840480"/>
              <a:gd name="connsiteX7" fmla="*/ 294640 w 5049520"/>
              <a:gd name="connsiteY7" fmla="*/ 375920 h 3840480"/>
              <a:gd name="connsiteX8" fmla="*/ 528320 w 5049520"/>
              <a:gd name="connsiteY8" fmla="*/ 0 h 3840480"/>
              <a:gd name="connsiteX0" fmla="*/ 1170627 w 5691827"/>
              <a:gd name="connsiteY0" fmla="*/ 0 h 3840480"/>
              <a:gd name="connsiteX1" fmla="*/ 2918147 w 5691827"/>
              <a:gd name="connsiteY1" fmla="*/ 0 h 3840480"/>
              <a:gd name="connsiteX2" fmla="*/ 2918147 w 5691827"/>
              <a:gd name="connsiteY2" fmla="*/ 955040 h 3840480"/>
              <a:gd name="connsiteX3" fmla="*/ 5661347 w 5691827"/>
              <a:gd name="connsiteY3" fmla="*/ 782320 h 3840480"/>
              <a:gd name="connsiteX4" fmla="*/ 5691827 w 5691827"/>
              <a:gd name="connsiteY4" fmla="*/ 3820160 h 3840480"/>
              <a:gd name="connsiteX5" fmla="*/ 642307 w 5691827"/>
              <a:gd name="connsiteY5" fmla="*/ 3840480 h 3840480"/>
              <a:gd name="connsiteX6" fmla="*/ 0 w 5691827"/>
              <a:gd name="connsiteY6" fmla="*/ 955040 h 3840480"/>
              <a:gd name="connsiteX7" fmla="*/ 936947 w 5691827"/>
              <a:gd name="connsiteY7" fmla="*/ 375920 h 3840480"/>
              <a:gd name="connsiteX8" fmla="*/ 1170627 w 5691827"/>
              <a:gd name="connsiteY8" fmla="*/ 0 h 384048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1006119 w 5760999"/>
              <a:gd name="connsiteY7" fmla="*/ 375920 h 3820160"/>
              <a:gd name="connsiteX8" fmla="*/ 1239799 w 5760999"/>
              <a:gd name="connsiteY8" fmla="*/ 0 h 382016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917184 w 5760999"/>
              <a:gd name="connsiteY7" fmla="*/ 904240 h 3820160"/>
              <a:gd name="connsiteX8" fmla="*/ 1239799 w 5760999"/>
              <a:gd name="connsiteY8" fmla="*/ 0 h 382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60999" h="3820160">
                <a:moveTo>
                  <a:pt x="1239799" y="0"/>
                </a:moveTo>
                <a:lnTo>
                  <a:pt x="2987319" y="0"/>
                </a:lnTo>
                <a:lnTo>
                  <a:pt x="2987319" y="955040"/>
                </a:lnTo>
                <a:lnTo>
                  <a:pt x="5730519" y="782320"/>
                </a:lnTo>
                <a:lnTo>
                  <a:pt x="5760999" y="3820160"/>
                </a:lnTo>
                <a:lnTo>
                  <a:pt x="0" y="3810000"/>
                </a:lnTo>
                <a:lnTo>
                  <a:pt x="69172" y="955040"/>
                </a:lnTo>
                <a:lnTo>
                  <a:pt x="917184" y="904240"/>
                </a:lnTo>
                <a:lnTo>
                  <a:pt x="1239799" y="0"/>
                </a:lnTo>
                <a:close/>
              </a:path>
            </a:pathLst>
          </a:cu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61" name="Group 560">
            <a:extLst>
              <a:ext uri="{FF2B5EF4-FFF2-40B4-BE49-F238E27FC236}">
                <a16:creationId xmlns:a16="http://schemas.microsoft.com/office/drawing/2014/main" id="{3394747A-21C1-1F2B-AD69-2F37B712E9FA}"/>
              </a:ext>
            </a:extLst>
          </p:cNvPr>
          <p:cNvGrpSpPr/>
          <p:nvPr/>
        </p:nvGrpSpPr>
        <p:grpSpPr>
          <a:xfrm>
            <a:off x="7010562" y="4964278"/>
            <a:ext cx="2128849" cy="1445342"/>
            <a:chOff x="7344204" y="108155"/>
            <a:chExt cx="2128849" cy="1445342"/>
          </a:xfrm>
        </p:grpSpPr>
        <p:sp>
          <p:nvSpPr>
            <p:cNvPr id="562" name="Rectangle 561">
              <a:extLst>
                <a:ext uri="{FF2B5EF4-FFF2-40B4-BE49-F238E27FC236}">
                  <a16:creationId xmlns:a16="http://schemas.microsoft.com/office/drawing/2014/main" id="{C42F97DF-8CCB-E52A-A3EB-FB8D7EA78933}"/>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63" name="Group 562">
              <a:extLst>
                <a:ext uri="{FF2B5EF4-FFF2-40B4-BE49-F238E27FC236}">
                  <a16:creationId xmlns:a16="http://schemas.microsoft.com/office/drawing/2014/main" id="{24D6D221-ADFB-9537-72C2-81A5F0FDD86E}"/>
                </a:ext>
              </a:extLst>
            </p:cNvPr>
            <p:cNvGrpSpPr/>
            <p:nvPr/>
          </p:nvGrpSpPr>
          <p:grpSpPr>
            <a:xfrm>
              <a:off x="7344204" y="120836"/>
              <a:ext cx="2128849" cy="1432661"/>
              <a:chOff x="7344204" y="120836"/>
              <a:chExt cx="2128849" cy="1432661"/>
            </a:xfrm>
          </p:grpSpPr>
          <p:sp>
            <p:nvSpPr>
              <p:cNvPr id="564" name="Rectangle 563">
                <a:extLst>
                  <a:ext uri="{FF2B5EF4-FFF2-40B4-BE49-F238E27FC236}">
                    <a16:creationId xmlns:a16="http://schemas.microsoft.com/office/drawing/2014/main" id="{7765045B-8DB1-9874-2A7A-DE49A0AA0991}"/>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5" name="TextBox 564">
                <a:extLst>
                  <a:ext uri="{FF2B5EF4-FFF2-40B4-BE49-F238E27FC236}">
                    <a16:creationId xmlns:a16="http://schemas.microsoft.com/office/drawing/2014/main" id="{44151BDD-7339-E7A1-85FC-D63B2154D4E1}"/>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schemeClr val="bg1"/>
                    </a:solidFill>
                  </a:rPr>
                  <a:t>DV in b:</a:t>
                </a:r>
              </a:p>
            </p:txBody>
          </p:sp>
          <p:cxnSp>
            <p:nvCxnSpPr>
              <p:cNvPr id="566" name="Straight Connector 565">
                <a:extLst>
                  <a:ext uri="{FF2B5EF4-FFF2-40B4-BE49-F238E27FC236}">
                    <a16:creationId xmlns:a16="http://schemas.microsoft.com/office/drawing/2014/main" id="{EC91351A-E42B-DCAD-3371-2B28F4005C0D}"/>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67" name="Rectangle 566">
                <a:extLst>
                  <a:ext uri="{FF2B5EF4-FFF2-40B4-BE49-F238E27FC236}">
                    <a16:creationId xmlns:a16="http://schemas.microsoft.com/office/drawing/2014/main" id="{B7C652F5-2814-783A-EBA2-E4D12E3B5DE4}"/>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8" name="TextBox 567">
                <a:extLst>
                  <a:ext uri="{FF2B5EF4-FFF2-40B4-BE49-F238E27FC236}">
                    <a16:creationId xmlns:a16="http://schemas.microsoft.com/office/drawing/2014/main" id="{5258B3CA-92C6-6E7A-979A-400FDF7BF0EF}"/>
                  </a:ext>
                </a:extLst>
              </p:cNvPr>
              <p:cNvSpPr txBox="1"/>
              <p:nvPr/>
            </p:nvSpPr>
            <p:spPr>
              <a:xfrm>
                <a:off x="8362008" y="560500"/>
                <a:ext cx="1111045" cy="978729"/>
              </a:xfrm>
              <a:prstGeom prst="rect">
                <a:avLst/>
              </a:prstGeom>
              <a:noFill/>
            </p:spPr>
            <p:txBody>
              <a:bodyPr wrap="square" rtlCol="0">
                <a:spAutoFit/>
              </a:bodyPr>
              <a:lstStyle/>
              <a:p>
                <a:pPr>
                  <a:lnSpc>
                    <a:spcPct val="90000"/>
                  </a:lnSpc>
                </a:pPr>
                <a:r>
                  <a:rPr lang="en-US" sz="1600" dirty="0"/>
                  <a:t>D</a:t>
                </a:r>
                <a:r>
                  <a:rPr lang="en-US" sz="1600" baseline="-25000" dirty="0"/>
                  <a:t>b</a:t>
                </a:r>
                <a:r>
                  <a:rPr lang="en-US" sz="1600" dirty="0"/>
                  <a:t>(f) =</a:t>
                </a:r>
                <a:r>
                  <a:rPr lang="en-US" sz="1600" dirty="0">
                    <a:cs typeface="Arial" charset="0"/>
                  </a:rPr>
                  <a:t>2</a:t>
                </a:r>
              </a:p>
              <a:p>
                <a:pPr>
                  <a:lnSpc>
                    <a:spcPct val="90000"/>
                  </a:lnSpc>
                </a:pPr>
                <a:r>
                  <a:rPr lang="en-US" sz="1600" dirty="0"/>
                  <a:t>D</a:t>
                </a:r>
                <a:r>
                  <a:rPr lang="en-US" sz="1600" baseline="-25000" dirty="0"/>
                  <a:t>b</a:t>
                </a:r>
                <a:r>
                  <a:rPr lang="en-US" sz="1600" dirty="0"/>
                  <a:t>(g) =</a:t>
                </a:r>
                <a:r>
                  <a:rPr lang="en-US" sz="1600" dirty="0">
                    <a:cs typeface="Arial" charset="0"/>
                  </a:rPr>
                  <a:t> ∞</a:t>
                </a:r>
              </a:p>
              <a:p>
                <a:pPr>
                  <a:lnSpc>
                    <a:spcPct val="90000"/>
                  </a:lnSpc>
                </a:pPr>
                <a:r>
                  <a:rPr lang="en-US" sz="1600" dirty="0"/>
                  <a:t>D</a:t>
                </a:r>
                <a:r>
                  <a:rPr lang="en-US" sz="1600" baseline="-25000" dirty="0"/>
                  <a:t>b</a:t>
                </a:r>
                <a:r>
                  <a:rPr lang="en-US" sz="1600" dirty="0"/>
                  <a:t>(h) =</a:t>
                </a:r>
                <a:r>
                  <a:rPr lang="en-US" sz="1600" dirty="0">
                    <a:cs typeface="Arial" charset="0"/>
                  </a:rPr>
                  <a:t> 2</a:t>
                </a:r>
              </a:p>
              <a:p>
                <a:pPr>
                  <a:lnSpc>
                    <a:spcPct val="90000"/>
                  </a:lnSpc>
                </a:pPr>
                <a:r>
                  <a:rPr lang="en-US" sz="1600" dirty="0"/>
                  <a:t>D</a:t>
                </a:r>
                <a:r>
                  <a:rPr lang="en-US" sz="1600" baseline="-25000" dirty="0"/>
                  <a:t>b</a:t>
                </a:r>
                <a:r>
                  <a:rPr lang="en-US" sz="1600" dirty="0"/>
                  <a:t>(i) =</a:t>
                </a:r>
                <a:r>
                  <a:rPr lang="en-US" sz="1600" dirty="0">
                    <a:cs typeface="Arial" charset="0"/>
                  </a:rPr>
                  <a:t> ∞</a:t>
                </a:r>
                <a:endParaRPr lang="en-US" sz="1600" dirty="0"/>
              </a:p>
            </p:txBody>
          </p:sp>
          <p:sp>
            <p:nvSpPr>
              <p:cNvPr id="569" name="TextBox 568">
                <a:extLst>
                  <a:ext uri="{FF2B5EF4-FFF2-40B4-BE49-F238E27FC236}">
                    <a16:creationId xmlns:a16="http://schemas.microsoft.com/office/drawing/2014/main" id="{52711810-D4B3-93CC-99EC-7808425D07F1}"/>
                  </a:ext>
                </a:extLst>
              </p:cNvPr>
              <p:cNvSpPr txBox="1"/>
              <p:nvPr/>
            </p:nvSpPr>
            <p:spPr>
              <a:xfrm>
                <a:off x="7344204" y="557387"/>
                <a:ext cx="1117197" cy="978729"/>
              </a:xfrm>
              <a:prstGeom prst="rect">
                <a:avLst/>
              </a:prstGeom>
              <a:noFill/>
            </p:spPr>
            <p:txBody>
              <a:bodyPr wrap="square" rtlCol="0">
                <a:spAutoFit/>
              </a:bodyPr>
              <a:lstStyle/>
              <a:p>
                <a:pPr marL="114300" lvl="1">
                  <a:lnSpc>
                    <a:spcPct val="90000"/>
                  </a:lnSpc>
                </a:pPr>
                <a:r>
                  <a:rPr lang="en-US" sz="1600" dirty="0"/>
                  <a:t>D</a:t>
                </a:r>
                <a:r>
                  <a:rPr lang="en-US" sz="1600" baseline="-25000" dirty="0"/>
                  <a:t>b</a:t>
                </a:r>
                <a:r>
                  <a:rPr lang="en-US" sz="1600" dirty="0"/>
                  <a:t>(a) = 8</a:t>
                </a:r>
                <a:endParaRPr lang="en-US" sz="1600" dirty="0">
                  <a:cs typeface="Arial" charset="0"/>
                </a:endParaRPr>
              </a:p>
              <a:p>
                <a:pPr marL="114300" lvl="1">
                  <a:lnSpc>
                    <a:spcPct val="90000"/>
                  </a:lnSpc>
                </a:pPr>
                <a:r>
                  <a:rPr lang="en-US" sz="1600" dirty="0"/>
                  <a:t>D</a:t>
                </a:r>
                <a:r>
                  <a:rPr lang="en-US" sz="1600" baseline="-25000" dirty="0"/>
                  <a:t>b</a:t>
                </a:r>
                <a:r>
                  <a:rPr lang="en-US" sz="1600" dirty="0"/>
                  <a:t>(c) =</a:t>
                </a:r>
                <a:r>
                  <a:rPr lang="en-US" sz="1600" dirty="0">
                    <a:cs typeface="Arial" charset="0"/>
                  </a:rPr>
                  <a:t> 1</a:t>
                </a:r>
                <a:endParaRPr lang="en-US" sz="1600" dirty="0"/>
              </a:p>
              <a:p>
                <a:pPr marL="114300" lvl="1">
                  <a:lnSpc>
                    <a:spcPct val="90000"/>
                  </a:lnSpc>
                </a:pPr>
                <a:r>
                  <a:rPr lang="en-US" sz="1600" dirty="0"/>
                  <a:t>D</a:t>
                </a:r>
                <a:r>
                  <a:rPr lang="en-US" sz="1600" baseline="-25000" dirty="0"/>
                  <a:t>b</a:t>
                </a:r>
                <a:r>
                  <a:rPr lang="en-US" sz="1600" dirty="0"/>
                  <a:t>(d) =</a:t>
                </a:r>
                <a:r>
                  <a:rPr lang="en-US" sz="1600" dirty="0">
                    <a:cs typeface="Arial" charset="0"/>
                  </a:rPr>
                  <a:t> 2</a:t>
                </a:r>
                <a:endParaRPr lang="en-US" sz="1600" dirty="0"/>
              </a:p>
              <a:p>
                <a:pPr marL="114300" lvl="1">
                  <a:lnSpc>
                    <a:spcPct val="90000"/>
                  </a:lnSpc>
                </a:pPr>
                <a:r>
                  <a:rPr lang="en-US" sz="1600" dirty="0"/>
                  <a:t>D</a:t>
                </a:r>
                <a:r>
                  <a:rPr lang="en-US" sz="1600" baseline="-25000" dirty="0"/>
                  <a:t>b</a:t>
                </a:r>
                <a:r>
                  <a:rPr lang="en-US" sz="1600" dirty="0"/>
                  <a:t>(e) =</a:t>
                </a:r>
                <a:r>
                  <a:rPr lang="en-US" sz="1600" dirty="0">
                    <a:cs typeface="Arial" charset="0"/>
                  </a:rPr>
                  <a:t> 1</a:t>
                </a:r>
                <a:endParaRPr lang="en-US" sz="1600" dirty="0"/>
              </a:p>
            </p:txBody>
          </p:sp>
        </p:grpSp>
      </p:grpSp>
      <p:grpSp>
        <p:nvGrpSpPr>
          <p:cNvPr id="570" name="Group 569">
            <a:extLst>
              <a:ext uri="{FF2B5EF4-FFF2-40B4-BE49-F238E27FC236}">
                <a16:creationId xmlns:a16="http://schemas.microsoft.com/office/drawing/2014/main" id="{641F4DF4-3DF4-F18D-5F78-8ED4EE2733BC}"/>
              </a:ext>
            </a:extLst>
          </p:cNvPr>
          <p:cNvGrpSpPr/>
          <p:nvPr/>
        </p:nvGrpSpPr>
        <p:grpSpPr>
          <a:xfrm>
            <a:off x="6256790" y="3273568"/>
            <a:ext cx="531821" cy="369069"/>
            <a:chOff x="1348328" y="2507397"/>
            <a:chExt cx="603916" cy="419100"/>
          </a:xfrm>
        </p:grpSpPr>
        <p:grpSp>
          <p:nvGrpSpPr>
            <p:cNvPr id="571" name="Group 570">
              <a:extLst>
                <a:ext uri="{FF2B5EF4-FFF2-40B4-BE49-F238E27FC236}">
                  <a16:creationId xmlns:a16="http://schemas.microsoft.com/office/drawing/2014/main" id="{619EBE0B-E691-7FAC-407E-2947FFEAC6D9}"/>
                </a:ext>
              </a:extLst>
            </p:cNvPr>
            <p:cNvGrpSpPr/>
            <p:nvPr/>
          </p:nvGrpSpPr>
          <p:grpSpPr>
            <a:xfrm>
              <a:off x="1348328" y="2555748"/>
              <a:ext cx="603916" cy="308999"/>
              <a:chOff x="5278570" y="2983486"/>
              <a:chExt cx="501650" cy="233363"/>
            </a:xfrm>
          </p:grpSpPr>
          <p:sp>
            <p:nvSpPr>
              <p:cNvPr id="575" name="Oval 5">
                <a:extLst>
                  <a:ext uri="{FF2B5EF4-FFF2-40B4-BE49-F238E27FC236}">
                    <a16:creationId xmlns:a16="http://schemas.microsoft.com/office/drawing/2014/main" id="{CA4C73B6-D263-2FF8-8BC2-4C48D6529D0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Line 6">
                <a:extLst>
                  <a:ext uri="{FF2B5EF4-FFF2-40B4-BE49-F238E27FC236}">
                    <a16:creationId xmlns:a16="http://schemas.microsoft.com/office/drawing/2014/main" id="{B0F1F6AE-760A-B1A2-54B1-8E7FA30A06D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Line 7">
                <a:extLst>
                  <a:ext uri="{FF2B5EF4-FFF2-40B4-BE49-F238E27FC236}">
                    <a16:creationId xmlns:a16="http://schemas.microsoft.com/office/drawing/2014/main" id="{4F23FC2E-BAA4-FC83-6B07-02D85D9B0E1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8" name="Rectangle 8">
                <a:extLst>
                  <a:ext uri="{FF2B5EF4-FFF2-40B4-BE49-F238E27FC236}">
                    <a16:creationId xmlns:a16="http://schemas.microsoft.com/office/drawing/2014/main" id="{08D55C02-7461-61A1-D9D0-CCFF547E87BB}"/>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Oval 9">
                <a:extLst>
                  <a:ext uri="{FF2B5EF4-FFF2-40B4-BE49-F238E27FC236}">
                    <a16:creationId xmlns:a16="http://schemas.microsoft.com/office/drawing/2014/main" id="{102BCD5A-93E7-384F-F87B-F1098A4D6772}"/>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72" name="Group 44">
              <a:extLst>
                <a:ext uri="{FF2B5EF4-FFF2-40B4-BE49-F238E27FC236}">
                  <a16:creationId xmlns:a16="http://schemas.microsoft.com/office/drawing/2014/main" id="{77C5873A-202E-11A7-7E6C-70BD5C7CC13B}"/>
                </a:ext>
              </a:extLst>
            </p:cNvPr>
            <p:cNvGrpSpPr>
              <a:grpSpLocks/>
            </p:cNvGrpSpPr>
            <p:nvPr/>
          </p:nvGrpSpPr>
          <p:grpSpPr bwMode="auto">
            <a:xfrm>
              <a:off x="1456374" y="2507397"/>
              <a:ext cx="355165" cy="419100"/>
              <a:chOff x="2944" y="2425"/>
              <a:chExt cx="227" cy="264"/>
            </a:xfrm>
          </p:grpSpPr>
          <p:sp>
            <p:nvSpPr>
              <p:cNvPr id="573" name="Rectangle 45">
                <a:extLst>
                  <a:ext uri="{FF2B5EF4-FFF2-40B4-BE49-F238E27FC236}">
                    <a16:creationId xmlns:a16="http://schemas.microsoft.com/office/drawing/2014/main" id="{9E1E195E-0E44-7446-6EA0-410A842CDD8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4" name="Text Box 46">
                <a:extLst>
                  <a:ext uri="{FF2B5EF4-FFF2-40B4-BE49-F238E27FC236}">
                    <a16:creationId xmlns:a16="http://schemas.microsoft.com/office/drawing/2014/main" id="{6FA54B61-8BEF-EE0D-7C3B-3B0A73F81C7C}"/>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580" name="Right Arrow 258">
            <a:extLst>
              <a:ext uri="{FF2B5EF4-FFF2-40B4-BE49-F238E27FC236}">
                <a16:creationId xmlns:a16="http://schemas.microsoft.com/office/drawing/2014/main" id="{BA42CEBD-2FA6-56BC-AAC1-526B6FB20E5C}"/>
              </a:ext>
            </a:extLst>
          </p:cNvPr>
          <p:cNvSpPr/>
          <p:nvPr/>
        </p:nvSpPr>
        <p:spPr>
          <a:xfrm rot="16200000">
            <a:off x="6307392" y="2862145"/>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1" name="Freeform 263">
            <a:extLst>
              <a:ext uri="{FF2B5EF4-FFF2-40B4-BE49-F238E27FC236}">
                <a16:creationId xmlns:a16="http://schemas.microsoft.com/office/drawing/2014/main" id="{2C742C15-9830-418D-4EE5-32A8135E4521}"/>
              </a:ext>
            </a:extLst>
          </p:cNvPr>
          <p:cNvSpPr/>
          <p:nvPr/>
        </p:nvSpPr>
        <p:spPr>
          <a:xfrm>
            <a:off x="6784256" y="2847722"/>
            <a:ext cx="289986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0 w 2899205"/>
              <a:gd name="connsiteY0" fmla="*/ 541101 h 2634390"/>
              <a:gd name="connsiteX1" fmla="*/ 2878884 w 2899205"/>
              <a:gd name="connsiteY1" fmla="*/ 0 h 2634390"/>
              <a:gd name="connsiteX2" fmla="*/ 2899205 w 2899205"/>
              <a:gd name="connsiteY2" fmla="*/ 2634390 h 2634390"/>
              <a:gd name="connsiteX3" fmla="*/ 9503 w 2899205"/>
              <a:gd name="connsiteY3" fmla="*/ 1094330 h 2634390"/>
              <a:gd name="connsiteX4" fmla="*/ 0 w 2899205"/>
              <a:gd name="connsiteY4" fmla="*/ 541101 h 2634390"/>
              <a:gd name="connsiteX0" fmla="*/ 0 w 2899205"/>
              <a:gd name="connsiteY0" fmla="*/ 541101 h 2634390"/>
              <a:gd name="connsiteX1" fmla="*/ 2878884 w 2899205"/>
              <a:gd name="connsiteY1" fmla="*/ 0 h 2634390"/>
              <a:gd name="connsiteX2" fmla="*/ 2899205 w 2899205"/>
              <a:gd name="connsiteY2" fmla="*/ 2634390 h 2634390"/>
              <a:gd name="connsiteX3" fmla="*/ 9503 w 2899205"/>
              <a:gd name="connsiteY3" fmla="*/ 1094330 h 2634390"/>
              <a:gd name="connsiteX4" fmla="*/ 0 w 2899205"/>
              <a:gd name="connsiteY4" fmla="*/ 541101 h 2634390"/>
              <a:gd name="connsiteX0" fmla="*/ 657 w 2899862"/>
              <a:gd name="connsiteY0" fmla="*/ 541101 h 2634390"/>
              <a:gd name="connsiteX1" fmla="*/ 2879541 w 2899862"/>
              <a:gd name="connsiteY1" fmla="*/ 0 h 2634390"/>
              <a:gd name="connsiteX2" fmla="*/ 2899862 w 2899862"/>
              <a:gd name="connsiteY2" fmla="*/ 2634390 h 2634390"/>
              <a:gd name="connsiteX3" fmla="*/ 0 w 2899862"/>
              <a:gd name="connsiteY3" fmla="*/ 708250 h 2634390"/>
              <a:gd name="connsiteX4" fmla="*/ 657 w 2899862"/>
              <a:gd name="connsiteY4" fmla="*/ 541101 h 2634390"/>
              <a:gd name="connsiteX0" fmla="*/ 657 w 2899862"/>
              <a:gd name="connsiteY0" fmla="*/ 541101 h 2634390"/>
              <a:gd name="connsiteX1" fmla="*/ 2879541 w 2899862"/>
              <a:gd name="connsiteY1" fmla="*/ 0 h 2634390"/>
              <a:gd name="connsiteX2" fmla="*/ 2899862 w 2899862"/>
              <a:gd name="connsiteY2" fmla="*/ 2634390 h 2634390"/>
              <a:gd name="connsiteX3" fmla="*/ 0 w 2899862"/>
              <a:gd name="connsiteY3" fmla="*/ 708250 h 2634390"/>
              <a:gd name="connsiteX4" fmla="*/ 657 w 2899862"/>
              <a:gd name="connsiteY4" fmla="*/ 5411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9862" h="2634390">
                <a:moveTo>
                  <a:pt x="657" y="541101"/>
                </a:moveTo>
                <a:cubicBezTo>
                  <a:pt x="1842566" y="465721"/>
                  <a:pt x="1787505" y="533564"/>
                  <a:pt x="2879541" y="0"/>
                </a:cubicBezTo>
                <a:cubicBezTo>
                  <a:pt x="2879541" y="783303"/>
                  <a:pt x="2899862" y="1851087"/>
                  <a:pt x="2899862" y="2634390"/>
                </a:cubicBezTo>
                <a:cubicBezTo>
                  <a:pt x="2640945" y="598784"/>
                  <a:pt x="2154903" y="642374"/>
                  <a:pt x="0" y="708250"/>
                </a:cubicBezTo>
                <a:lnTo>
                  <a:pt x="657" y="5411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Down Arrow 264">
            <a:extLst>
              <a:ext uri="{FF2B5EF4-FFF2-40B4-BE49-F238E27FC236}">
                <a16:creationId xmlns:a16="http://schemas.microsoft.com/office/drawing/2014/main" id="{1AF0A600-4B99-E25E-CF1E-3A7B441115EF}"/>
              </a:ext>
            </a:extLst>
          </p:cNvPr>
          <p:cNvSpPr/>
          <p:nvPr/>
        </p:nvSpPr>
        <p:spPr>
          <a:xfrm rot="16200000">
            <a:off x="6612907" y="5241807"/>
            <a:ext cx="339615" cy="560629"/>
          </a:xfrm>
          <a:prstGeom prst="downArrow">
            <a:avLst/>
          </a:prstGeom>
          <a:gradFill>
            <a:gsLst>
              <a:gs pos="0">
                <a:schemeClr val="bg1"/>
              </a:gs>
              <a:gs pos="100000">
                <a:schemeClr val="accent5">
                  <a:lumMod val="40000"/>
                  <a:lumOff val="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3" name="Group 582">
            <a:extLst>
              <a:ext uri="{FF2B5EF4-FFF2-40B4-BE49-F238E27FC236}">
                <a16:creationId xmlns:a16="http://schemas.microsoft.com/office/drawing/2014/main" id="{6D98B675-335B-B6B5-F8AD-146A0CDF3372}"/>
              </a:ext>
            </a:extLst>
          </p:cNvPr>
          <p:cNvGrpSpPr/>
          <p:nvPr/>
        </p:nvGrpSpPr>
        <p:grpSpPr>
          <a:xfrm>
            <a:off x="751840" y="1944464"/>
            <a:ext cx="6014720" cy="4541520"/>
            <a:chOff x="751840" y="2113280"/>
            <a:chExt cx="6014720" cy="4541520"/>
          </a:xfrm>
        </p:grpSpPr>
        <p:sp>
          <p:nvSpPr>
            <p:cNvPr id="584" name="Rectangle 583">
              <a:extLst>
                <a:ext uri="{FF2B5EF4-FFF2-40B4-BE49-F238E27FC236}">
                  <a16:creationId xmlns:a16="http://schemas.microsoft.com/office/drawing/2014/main" id="{AE9A86C6-C029-AC56-1E80-2C562E1F01C7}"/>
                </a:ext>
              </a:extLst>
            </p:cNvPr>
            <p:cNvSpPr/>
            <p:nvPr/>
          </p:nvSpPr>
          <p:spPr>
            <a:xfrm>
              <a:off x="782320" y="3942080"/>
              <a:ext cx="5659120" cy="271272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5" name="Freeform 7">
              <a:extLst>
                <a:ext uri="{FF2B5EF4-FFF2-40B4-BE49-F238E27FC236}">
                  <a16:creationId xmlns:a16="http://schemas.microsoft.com/office/drawing/2014/main" id="{803F198A-F0C2-895F-DC6F-363E41098C9E}"/>
                </a:ext>
              </a:extLst>
            </p:cNvPr>
            <p:cNvSpPr/>
            <p:nvPr/>
          </p:nvSpPr>
          <p:spPr>
            <a:xfrm>
              <a:off x="751840" y="2113280"/>
              <a:ext cx="6014720" cy="1838960"/>
            </a:xfrm>
            <a:custGeom>
              <a:avLst/>
              <a:gdLst>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1848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5912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 name="connsiteX0" fmla="*/ 6014720 w 6014720"/>
                <a:gd name="connsiteY0" fmla="*/ 0 h 1838960"/>
                <a:gd name="connsiteX1" fmla="*/ 5659120 w 6014720"/>
                <a:gd name="connsiteY1" fmla="*/ 1838960 h 1838960"/>
                <a:gd name="connsiteX2" fmla="*/ 0 w 6014720"/>
                <a:gd name="connsiteY2" fmla="*/ 1838960 h 1838960"/>
                <a:gd name="connsiteX3" fmla="*/ 5496560 w 6014720"/>
                <a:gd name="connsiteY3" fmla="*/ 0 h 1838960"/>
                <a:gd name="connsiteX4" fmla="*/ 6014720 w 6014720"/>
                <a:gd name="connsiteY4" fmla="*/ 0 h 183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20" h="1838960">
                  <a:moveTo>
                    <a:pt x="6014720" y="0"/>
                  </a:moveTo>
                  <a:cubicBezTo>
                    <a:pt x="4937760" y="795867"/>
                    <a:pt x="5008880" y="1479973"/>
                    <a:pt x="5659120" y="1838960"/>
                  </a:cubicBezTo>
                  <a:lnTo>
                    <a:pt x="0" y="1838960"/>
                  </a:lnTo>
                  <a:cubicBezTo>
                    <a:pt x="3772747" y="1642533"/>
                    <a:pt x="3776133" y="1578187"/>
                    <a:pt x="5496560" y="0"/>
                  </a:cubicBezTo>
                  <a:lnTo>
                    <a:pt x="6014720" y="0"/>
                  </a:lnTo>
                  <a:close/>
                </a:path>
              </a:pathLst>
            </a:custGeom>
            <a:gradFill>
              <a:gsLst>
                <a:gs pos="0">
                  <a:schemeClr val="bg1"/>
                </a:gs>
                <a:gs pos="100000">
                  <a:schemeClr val="accent5">
                    <a:lumMod val="20000"/>
                    <a:lumOff val="8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86" name="Group 585">
            <a:extLst>
              <a:ext uri="{FF2B5EF4-FFF2-40B4-BE49-F238E27FC236}">
                <a16:creationId xmlns:a16="http://schemas.microsoft.com/office/drawing/2014/main" id="{B6E82A82-4217-FAFF-B4DF-AA391BCA9820}"/>
              </a:ext>
            </a:extLst>
          </p:cNvPr>
          <p:cNvGrpSpPr/>
          <p:nvPr/>
        </p:nvGrpSpPr>
        <p:grpSpPr>
          <a:xfrm>
            <a:off x="5852446" y="1590173"/>
            <a:ext cx="1196054" cy="1022555"/>
            <a:chOff x="9655277" y="2349909"/>
            <a:chExt cx="1196054" cy="1022555"/>
          </a:xfrm>
        </p:grpSpPr>
        <p:sp>
          <p:nvSpPr>
            <p:cNvPr id="587" name="Freeform 260">
              <a:extLst>
                <a:ext uri="{FF2B5EF4-FFF2-40B4-BE49-F238E27FC236}">
                  <a16:creationId xmlns:a16="http://schemas.microsoft.com/office/drawing/2014/main" id="{81D6BC07-C328-7EB6-AD6D-3276FD51F76A}"/>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8" name="TextBox 587">
              <a:extLst>
                <a:ext uri="{FF2B5EF4-FFF2-40B4-BE49-F238E27FC236}">
                  <a16:creationId xmlns:a16="http://schemas.microsoft.com/office/drawing/2014/main" id="{40235F83-636B-DDCE-8D4B-300CE1E6FBF8}"/>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
        <p:nvSpPr>
          <p:cNvPr id="589" name="TextBox 588">
            <a:extLst>
              <a:ext uri="{FF2B5EF4-FFF2-40B4-BE49-F238E27FC236}">
                <a16:creationId xmlns:a16="http://schemas.microsoft.com/office/drawing/2014/main" id="{BF189742-BDA9-BED0-3C9F-2B99ED9B66AB}"/>
              </a:ext>
            </a:extLst>
          </p:cNvPr>
          <p:cNvSpPr txBox="1"/>
          <p:nvPr/>
        </p:nvSpPr>
        <p:spPr>
          <a:xfrm>
            <a:off x="6355429" y="1758921"/>
            <a:ext cx="319318" cy="400110"/>
          </a:xfrm>
          <a:prstGeom prst="rect">
            <a:avLst/>
          </a:prstGeom>
          <a:noFill/>
        </p:spPr>
        <p:txBody>
          <a:bodyPr wrap="none" rtlCol="0">
            <a:spAutoFit/>
          </a:bodyPr>
          <a:lstStyle/>
          <a:p>
            <a:r>
              <a:rPr lang="en-US" sz="2000" dirty="0"/>
              <a:t>b</a:t>
            </a:r>
          </a:p>
        </p:txBody>
      </p:sp>
      <p:sp>
        <p:nvSpPr>
          <p:cNvPr id="590" name="TextBox 589">
            <a:extLst>
              <a:ext uri="{FF2B5EF4-FFF2-40B4-BE49-F238E27FC236}">
                <a16:creationId xmlns:a16="http://schemas.microsoft.com/office/drawing/2014/main" id="{981A230A-BF3A-09C2-C0F5-C805A39E8074}"/>
              </a:ext>
            </a:extLst>
          </p:cNvPr>
          <p:cNvSpPr txBox="1"/>
          <p:nvPr/>
        </p:nvSpPr>
        <p:spPr>
          <a:xfrm>
            <a:off x="894080" y="3852758"/>
            <a:ext cx="556768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(a) = min{c</a:t>
            </a:r>
            <a:r>
              <a:rPr lang="en-US" sz="1600" baseline="-25000" dirty="0"/>
              <a:t>b,a</a:t>
            </a:r>
            <a:r>
              <a:rPr lang="en-US" sz="1600" dirty="0"/>
              <a:t>+D</a:t>
            </a:r>
            <a:r>
              <a:rPr lang="en-US" sz="1600" baseline="-25000" dirty="0"/>
              <a:t>a</a:t>
            </a:r>
            <a:r>
              <a:rPr lang="en-US" sz="1600" dirty="0"/>
              <a:t>(a), c</a:t>
            </a:r>
            <a:r>
              <a:rPr lang="en-US" sz="1600" baseline="-25000" dirty="0"/>
              <a:t>b,c </a:t>
            </a:r>
            <a:r>
              <a:rPr lang="en-US" sz="1600" dirty="0"/>
              <a:t>+D</a:t>
            </a:r>
            <a:r>
              <a:rPr lang="en-US" sz="1600" baseline="-25000" dirty="0"/>
              <a:t>c</a:t>
            </a:r>
            <a:r>
              <a:rPr lang="en-US" sz="1600" dirty="0"/>
              <a:t>(a), c</a:t>
            </a:r>
            <a:r>
              <a:rPr lang="en-US" sz="1600" baseline="-25000" dirty="0"/>
              <a:t>b,e</a:t>
            </a:r>
            <a:r>
              <a:rPr lang="en-US" sz="1600" dirty="0"/>
              <a:t>+D</a:t>
            </a:r>
            <a:r>
              <a:rPr lang="en-US" sz="1600" baseline="-25000" dirty="0"/>
              <a:t>e</a:t>
            </a:r>
            <a:r>
              <a:rPr lang="en-US" sz="1600" dirty="0"/>
              <a:t>(a)}  = min{8,</a:t>
            </a:r>
            <a:r>
              <a:rPr lang="en-US" sz="1600" dirty="0">
                <a:cs typeface="Arial" charset="0"/>
              </a:rPr>
              <a:t>∞,∞} = 8 </a:t>
            </a:r>
          </a:p>
        </p:txBody>
      </p:sp>
      <p:sp>
        <p:nvSpPr>
          <p:cNvPr id="591" name="TextBox 590">
            <a:extLst>
              <a:ext uri="{FF2B5EF4-FFF2-40B4-BE49-F238E27FC236}">
                <a16:creationId xmlns:a16="http://schemas.microsoft.com/office/drawing/2014/main" id="{A64EC02B-0A4D-FEA4-2D94-6514C83FD991}"/>
              </a:ext>
            </a:extLst>
          </p:cNvPr>
          <p:cNvSpPr txBox="1"/>
          <p:nvPr/>
        </p:nvSpPr>
        <p:spPr>
          <a:xfrm>
            <a:off x="894080" y="4177878"/>
            <a:ext cx="553720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(c) = min{c</a:t>
            </a:r>
            <a:r>
              <a:rPr lang="en-US" sz="1600" baseline="-25000" dirty="0"/>
              <a:t>b,a</a:t>
            </a:r>
            <a:r>
              <a:rPr lang="en-US" sz="1600" dirty="0"/>
              <a:t>+D</a:t>
            </a:r>
            <a:r>
              <a:rPr lang="en-US" sz="1600" baseline="-25000" dirty="0"/>
              <a:t>a</a:t>
            </a:r>
            <a:r>
              <a:rPr lang="en-US" sz="1600" dirty="0"/>
              <a:t>(c), c</a:t>
            </a:r>
            <a:r>
              <a:rPr lang="en-US" sz="1600" baseline="-25000" dirty="0"/>
              <a:t>b,c </a:t>
            </a:r>
            <a:r>
              <a:rPr lang="en-US" sz="1600" dirty="0"/>
              <a:t>+D</a:t>
            </a:r>
            <a:r>
              <a:rPr lang="en-US" sz="1600" baseline="-25000" dirty="0"/>
              <a:t>c</a:t>
            </a:r>
            <a:r>
              <a:rPr lang="en-US" sz="1600" dirty="0"/>
              <a:t>(c), c</a:t>
            </a:r>
            <a:r>
              <a:rPr lang="en-US" sz="1600" baseline="-25000" dirty="0"/>
              <a:t> b,e </a:t>
            </a:r>
            <a:r>
              <a:rPr lang="en-US" sz="1600" dirty="0"/>
              <a:t>+D</a:t>
            </a:r>
            <a:r>
              <a:rPr lang="en-US" sz="1600" baseline="-25000" dirty="0"/>
              <a:t>e</a:t>
            </a:r>
            <a:r>
              <a:rPr lang="en-US" sz="1600" dirty="0"/>
              <a:t>(c)}  = min{</a:t>
            </a:r>
            <a:r>
              <a:rPr lang="en-US" sz="1600" dirty="0">
                <a:cs typeface="Arial" charset="0"/>
              </a:rPr>
              <a:t>∞,1,∞} = 1 </a:t>
            </a:r>
            <a:endParaRPr lang="en-US" sz="1600" dirty="0"/>
          </a:p>
        </p:txBody>
      </p:sp>
      <p:sp>
        <p:nvSpPr>
          <p:cNvPr id="592" name="TextBox 591">
            <a:extLst>
              <a:ext uri="{FF2B5EF4-FFF2-40B4-BE49-F238E27FC236}">
                <a16:creationId xmlns:a16="http://schemas.microsoft.com/office/drawing/2014/main" id="{FD162649-29A6-E93A-715A-ACAC8E8897DA}"/>
              </a:ext>
            </a:extLst>
          </p:cNvPr>
          <p:cNvSpPr txBox="1"/>
          <p:nvPr/>
        </p:nvSpPr>
        <p:spPr>
          <a:xfrm>
            <a:off x="883920" y="4502998"/>
            <a:ext cx="552704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(d) = min{c</a:t>
            </a:r>
            <a:r>
              <a:rPr lang="en-US" sz="1600" baseline="-25000" dirty="0"/>
              <a:t>b,a</a:t>
            </a:r>
            <a:r>
              <a:rPr lang="en-US" sz="1600" dirty="0"/>
              <a:t>+D</a:t>
            </a:r>
            <a:r>
              <a:rPr lang="en-US" sz="1600" baseline="-25000" dirty="0"/>
              <a:t>a</a:t>
            </a:r>
            <a:r>
              <a:rPr lang="en-US" sz="1600" dirty="0"/>
              <a:t>(d), c</a:t>
            </a:r>
            <a:r>
              <a:rPr lang="en-US" sz="1600" baseline="-25000" dirty="0"/>
              <a:t>b,c </a:t>
            </a:r>
            <a:r>
              <a:rPr lang="en-US" sz="1600" dirty="0"/>
              <a:t>+D</a:t>
            </a:r>
            <a:r>
              <a:rPr lang="en-US" sz="1600" baseline="-25000" dirty="0"/>
              <a:t>c</a:t>
            </a:r>
            <a:r>
              <a:rPr lang="en-US" sz="1600" dirty="0"/>
              <a:t>(d), c</a:t>
            </a:r>
            <a:r>
              <a:rPr lang="en-US" sz="1600" baseline="-25000" dirty="0"/>
              <a:t> b,e </a:t>
            </a:r>
            <a:r>
              <a:rPr lang="en-US" sz="1600" dirty="0"/>
              <a:t>+D</a:t>
            </a:r>
            <a:r>
              <a:rPr lang="en-US" sz="1600" baseline="-25000" dirty="0"/>
              <a:t>e</a:t>
            </a:r>
            <a:r>
              <a:rPr lang="en-US" sz="1600" dirty="0"/>
              <a:t>(d)}  = min{</a:t>
            </a:r>
            <a:r>
              <a:rPr lang="en-US" sz="1600" dirty="0">
                <a:cs typeface="Arial" charset="0"/>
              </a:rPr>
              <a:t>9,2,∞} = 2 </a:t>
            </a:r>
            <a:endParaRPr lang="en-US" sz="1600" dirty="0"/>
          </a:p>
        </p:txBody>
      </p:sp>
      <p:sp>
        <p:nvSpPr>
          <p:cNvPr id="593" name="TextBox 592">
            <a:extLst>
              <a:ext uri="{FF2B5EF4-FFF2-40B4-BE49-F238E27FC236}">
                <a16:creationId xmlns:a16="http://schemas.microsoft.com/office/drawing/2014/main" id="{D39AB544-AB58-3581-8B82-819366811B26}"/>
              </a:ext>
            </a:extLst>
          </p:cNvPr>
          <p:cNvSpPr txBox="1"/>
          <p:nvPr/>
        </p:nvSpPr>
        <p:spPr>
          <a:xfrm>
            <a:off x="883920" y="5132918"/>
            <a:ext cx="549656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(f) = min{c</a:t>
            </a:r>
            <a:r>
              <a:rPr lang="en-US" sz="1600" baseline="-25000" dirty="0"/>
              <a:t>b,a</a:t>
            </a:r>
            <a:r>
              <a:rPr lang="en-US" sz="1600" dirty="0"/>
              <a:t>+D</a:t>
            </a:r>
            <a:r>
              <a:rPr lang="en-US" sz="1600" baseline="-25000" dirty="0"/>
              <a:t>a</a:t>
            </a:r>
            <a:r>
              <a:rPr lang="en-US" sz="1600" dirty="0"/>
              <a:t>(f), c</a:t>
            </a:r>
            <a:r>
              <a:rPr lang="en-US" sz="1600" baseline="-25000" dirty="0"/>
              <a:t>b,c </a:t>
            </a:r>
            <a:r>
              <a:rPr lang="en-US" sz="1600" dirty="0"/>
              <a:t>+D</a:t>
            </a:r>
            <a:r>
              <a:rPr lang="en-US" sz="1600" baseline="-25000" dirty="0"/>
              <a:t>c</a:t>
            </a:r>
            <a:r>
              <a:rPr lang="en-US" sz="1600" dirty="0"/>
              <a:t>(f), c</a:t>
            </a:r>
            <a:r>
              <a:rPr lang="en-US" sz="1600" baseline="-25000" dirty="0"/>
              <a:t> b,e </a:t>
            </a:r>
            <a:r>
              <a:rPr lang="en-US" sz="1600" dirty="0"/>
              <a:t>+D</a:t>
            </a:r>
            <a:r>
              <a:rPr lang="en-US" sz="1600" baseline="-25000" dirty="0"/>
              <a:t>e</a:t>
            </a:r>
            <a:r>
              <a:rPr lang="en-US" sz="1600" dirty="0"/>
              <a:t>(f)}  = min{</a:t>
            </a:r>
            <a:r>
              <a:rPr lang="en-US" sz="1600" dirty="0">
                <a:cs typeface="Arial" charset="0"/>
              </a:rPr>
              <a:t>∞,∞,2} = 2 </a:t>
            </a:r>
            <a:endParaRPr lang="en-US" sz="1600" dirty="0"/>
          </a:p>
        </p:txBody>
      </p:sp>
      <p:sp>
        <p:nvSpPr>
          <p:cNvPr id="594" name="TextBox 593">
            <a:extLst>
              <a:ext uri="{FF2B5EF4-FFF2-40B4-BE49-F238E27FC236}">
                <a16:creationId xmlns:a16="http://schemas.microsoft.com/office/drawing/2014/main" id="{147C73C1-7CA9-7E94-898F-5E42FC588573}"/>
              </a:ext>
            </a:extLst>
          </p:cNvPr>
          <p:cNvSpPr txBox="1"/>
          <p:nvPr/>
        </p:nvSpPr>
        <p:spPr>
          <a:xfrm>
            <a:off x="894080" y="6076012"/>
            <a:ext cx="546608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(i) = min{c</a:t>
            </a:r>
            <a:r>
              <a:rPr lang="en-US" sz="1600" baseline="-25000" dirty="0"/>
              <a:t>b,a</a:t>
            </a:r>
            <a:r>
              <a:rPr lang="en-US" sz="1600" dirty="0"/>
              <a:t>+D</a:t>
            </a:r>
            <a:r>
              <a:rPr lang="en-US" sz="1600" baseline="-25000" dirty="0"/>
              <a:t>a</a:t>
            </a:r>
            <a:r>
              <a:rPr lang="en-US" sz="1600" dirty="0"/>
              <a:t>(i), c</a:t>
            </a:r>
            <a:r>
              <a:rPr lang="en-US" sz="1600" baseline="-25000" dirty="0"/>
              <a:t>b,c </a:t>
            </a:r>
            <a:r>
              <a:rPr lang="en-US" sz="1600" dirty="0"/>
              <a:t>+D</a:t>
            </a:r>
            <a:r>
              <a:rPr lang="en-US" sz="1600" baseline="-25000" dirty="0"/>
              <a:t>c</a:t>
            </a:r>
            <a:r>
              <a:rPr lang="en-US" sz="1600" dirty="0"/>
              <a:t>(i), c</a:t>
            </a:r>
            <a:r>
              <a:rPr lang="en-US" sz="1600" baseline="-25000" dirty="0"/>
              <a:t> b,e</a:t>
            </a:r>
            <a:r>
              <a:rPr lang="en-US" sz="1600" dirty="0"/>
              <a:t>+D</a:t>
            </a:r>
            <a:r>
              <a:rPr lang="en-US" sz="1600" baseline="-25000" dirty="0"/>
              <a:t>e</a:t>
            </a:r>
            <a:r>
              <a:rPr lang="en-US" sz="1600" dirty="0"/>
              <a:t>(i)}  = min{</a:t>
            </a:r>
            <a:r>
              <a:rPr lang="en-US" sz="1600" dirty="0">
                <a:cs typeface="Arial" charset="0"/>
              </a:rPr>
              <a:t>∞,</a:t>
            </a:r>
            <a:r>
              <a:rPr lang="en-US" sz="1600" baseline="-25000" dirty="0"/>
              <a:t> </a:t>
            </a:r>
            <a:r>
              <a:rPr lang="en-US" sz="1600" dirty="0">
                <a:cs typeface="Arial" charset="0"/>
              </a:rPr>
              <a:t>∞, ∞} = ∞ </a:t>
            </a:r>
            <a:endParaRPr lang="en-US" sz="1600" dirty="0"/>
          </a:p>
        </p:txBody>
      </p:sp>
      <p:sp>
        <p:nvSpPr>
          <p:cNvPr id="595" name="TextBox 594">
            <a:extLst>
              <a:ext uri="{FF2B5EF4-FFF2-40B4-BE49-F238E27FC236}">
                <a16:creationId xmlns:a16="http://schemas.microsoft.com/office/drawing/2014/main" id="{46363063-7520-F573-7C25-EFFD99BCF5D6}"/>
              </a:ext>
            </a:extLst>
          </p:cNvPr>
          <p:cNvSpPr txBox="1"/>
          <p:nvPr/>
        </p:nvSpPr>
        <p:spPr>
          <a:xfrm>
            <a:off x="883920" y="5771212"/>
            <a:ext cx="554736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(h) = min{c</a:t>
            </a:r>
            <a:r>
              <a:rPr lang="en-US" sz="1600" baseline="-25000" dirty="0"/>
              <a:t>b,a</a:t>
            </a:r>
            <a:r>
              <a:rPr lang="en-US" sz="1600" dirty="0"/>
              <a:t>+D</a:t>
            </a:r>
            <a:r>
              <a:rPr lang="en-US" sz="1600" baseline="-25000" dirty="0"/>
              <a:t>a</a:t>
            </a:r>
            <a:r>
              <a:rPr lang="en-US" sz="1600" dirty="0"/>
              <a:t>(h), c</a:t>
            </a:r>
            <a:r>
              <a:rPr lang="en-US" sz="1600" baseline="-25000" dirty="0"/>
              <a:t>b,c </a:t>
            </a:r>
            <a:r>
              <a:rPr lang="en-US" sz="1600" dirty="0"/>
              <a:t>+D</a:t>
            </a:r>
            <a:r>
              <a:rPr lang="en-US" sz="1600" baseline="-25000" dirty="0"/>
              <a:t>c</a:t>
            </a:r>
            <a:r>
              <a:rPr lang="en-US" sz="1600" dirty="0"/>
              <a:t>(h), c</a:t>
            </a:r>
            <a:r>
              <a:rPr lang="en-US" sz="1600" baseline="-25000" dirty="0"/>
              <a:t> b,e</a:t>
            </a:r>
            <a:r>
              <a:rPr lang="en-US" sz="1600" dirty="0"/>
              <a:t>+D</a:t>
            </a:r>
            <a:r>
              <a:rPr lang="en-US" sz="1600" baseline="-25000" dirty="0"/>
              <a:t>e</a:t>
            </a:r>
            <a:r>
              <a:rPr lang="en-US" sz="1600" dirty="0"/>
              <a:t>(h)}  = min{</a:t>
            </a:r>
            <a:r>
              <a:rPr lang="en-US" sz="1600" dirty="0">
                <a:cs typeface="Arial" charset="0"/>
              </a:rPr>
              <a:t>∞,</a:t>
            </a:r>
            <a:r>
              <a:rPr lang="en-US" sz="1600" baseline="-25000" dirty="0"/>
              <a:t> </a:t>
            </a:r>
            <a:r>
              <a:rPr lang="en-US" sz="1600" dirty="0">
                <a:cs typeface="Arial" charset="0"/>
              </a:rPr>
              <a:t>∞, 2} = 2 </a:t>
            </a:r>
            <a:endParaRPr lang="en-US" sz="1600" dirty="0"/>
          </a:p>
        </p:txBody>
      </p:sp>
      <p:sp>
        <p:nvSpPr>
          <p:cNvPr id="596" name="TextBox 595">
            <a:extLst>
              <a:ext uri="{FF2B5EF4-FFF2-40B4-BE49-F238E27FC236}">
                <a16:creationId xmlns:a16="http://schemas.microsoft.com/office/drawing/2014/main" id="{81CBC33C-32BB-EF7C-69A8-8C6A9946E3C5}"/>
              </a:ext>
            </a:extLst>
          </p:cNvPr>
          <p:cNvSpPr txBox="1"/>
          <p:nvPr/>
        </p:nvSpPr>
        <p:spPr>
          <a:xfrm>
            <a:off x="894080" y="4807798"/>
            <a:ext cx="544576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(e) = min{c</a:t>
            </a:r>
            <a:r>
              <a:rPr lang="en-US" sz="1600" baseline="-25000" dirty="0"/>
              <a:t>b,a</a:t>
            </a:r>
            <a:r>
              <a:rPr lang="en-US" sz="1600" dirty="0"/>
              <a:t>+D</a:t>
            </a:r>
            <a:r>
              <a:rPr lang="en-US" sz="1600" baseline="-25000" dirty="0"/>
              <a:t>a</a:t>
            </a:r>
            <a:r>
              <a:rPr lang="en-US" sz="1600" dirty="0"/>
              <a:t>(e), c</a:t>
            </a:r>
            <a:r>
              <a:rPr lang="en-US" sz="1600" baseline="-25000" dirty="0"/>
              <a:t>b,c </a:t>
            </a:r>
            <a:r>
              <a:rPr lang="en-US" sz="1600" dirty="0"/>
              <a:t>+D</a:t>
            </a:r>
            <a:r>
              <a:rPr lang="en-US" sz="1600" baseline="-25000" dirty="0"/>
              <a:t>c</a:t>
            </a:r>
            <a:r>
              <a:rPr lang="en-US" sz="1600" dirty="0"/>
              <a:t>(e), c</a:t>
            </a:r>
            <a:r>
              <a:rPr lang="en-US" sz="1600" baseline="-25000" dirty="0"/>
              <a:t> b,e </a:t>
            </a:r>
            <a:r>
              <a:rPr lang="en-US" sz="1600" dirty="0"/>
              <a:t>+D</a:t>
            </a:r>
            <a:r>
              <a:rPr lang="en-US" sz="1600" baseline="-25000" dirty="0"/>
              <a:t>e</a:t>
            </a:r>
            <a:r>
              <a:rPr lang="en-US" sz="1600" dirty="0"/>
              <a:t>(e)}  = min{</a:t>
            </a:r>
            <a:r>
              <a:rPr lang="en-US" sz="1600" dirty="0">
                <a:cs typeface="Arial" charset="0"/>
              </a:rPr>
              <a:t>∞,∞,1} = 1 </a:t>
            </a:r>
            <a:endParaRPr lang="en-US" sz="1600" dirty="0"/>
          </a:p>
        </p:txBody>
      </p:sp>
      <p:sp>
        <p:nvSpPr>
          <p:cNvPr id="597" name="TextBox 596">
            <a:extLst>
              <a:ext uri="{FF2B5EF4-FFF2-40B4-BE49-F238E27FC236}">
                <a16:creationId xmlns:a16="http://schemas.microsoft.com/office/drawing/2014/main" id="{C4511A67-5B6E-396D-6411-07651B3BBA1D}"/>
              </a:ext>
            </a:extLst>
          </p:cNvPr>
          <p:cNvSpPr txBox="1"/>
          <p:nvPr/>
        </p:nvSpPr>
        <p:spPr>
          <a:xfrm>
            <a:off x="894080" y="5447878"/>
            <a:ext cx="5547360" cy="338554"/>
          </a:xfrm>
          <a:prstGeom prst="rect">
            <a:avLst/>
          </a:prstGeom>
          <a:noFill/>
        </p:spPr>
        <p:txBody>
          <a:bodyPr wrap="square" rtlCol="0">
            <a:spAutoFit/>
          </a:bodyPr>
          <a:lstStyle/>
          <a:p>
            <a:pPr>
              <a:spcBef>
                <a:spcPts val="300"/>
              </a:spcBef>
            </a:pPr>
            <a:r>
              <a:rPr lang="en-US" sz="1600" dirty="0"/>
              <a:t>D</a:t>
            </a:r>
            <a:r>
              <a:rPr lang="en-US" sz="1600" baseline="-25000" dirty="0"/>
              <a:t>b</a:t>
            </a:r>
            <a:r>
              <a:rPr lang="en-US" sz="1600" dirty="0"/>
              <a:t>(g) = min{c</a:t>
            </a:r>
            <a:r>
              <a:rPr lang="en-US" sz="1600" baseline="-25000" dirty="0"/>
              <a:t>b,a</a:t>
            </a:r>
            <a:r>
              <a:rPr lang="en-US" sz="1600" dirty="0"/>
              <a:t>+D</a:t>
            </a:r>
            <a:r>
              <a:rPr lang="en-US" sz="1600" baseline="-25000" dirty="0"/>
              <a:t>a</a:t>
            </a:r>
            <a:r>
              <a:rPr lang="en-US" sz="1600" dirty="0"/>
              <a:t>(g), c</a:t>
            </a:r>
            <a:r>
              <a:rPr lang="en-US" sz="1600" baseline="-25000" dirty="0"/>
              <a:t>b,c </a:t>
            </a:r>
            <a:r>
              <a:rPr lang="en-US" sz="1600" dirty="0"/>
              <a:t>+D</a:t>
            </a:r>
            <a:r>
              <a:rPr lang="en-US" sz="1600" baseline="-25000" dirty="0"/>
              <a:t>c</a:t>
            </a:r>
            <a:r>
              <a:rPr lang="en-US" sz="1600" dirty="0"/>
              <a:t>(g), c</a:t>
            </a:r>
            <a:r>
              <a:rPr lang="en-US" sz="1600" baseline="-25000" dirty="0"/>
              <a:t> b,e</a:t>
            </a:r>
            <a:r>
              <a:rPr lang="en-US" sz="1600" dirty="0"/>
              <a:t>+D</a:t>
            </a:r>
            <a:r>
              <a:rPr lang="en-US" sz="1600" baseline="-25000" dirty="0"/>
              <a:t>e</a:t>
            </a:r>
            <a:r>
              <a:rPr lang="en-US" sz="1600" dirty="0"/>
              <a:t>(g)}  = min{</a:t>
            </a:r>
            <a:r>
              <a:rPr lang="en-US" sz="1600" dirty="0">
                <a:cs typeface="Arial" charset="0"/>
              </a:rPr>
              <a:t>∞,</a:t>
            </a:r>
            <a:r>
              <a:rPr lang="en-US" sz="1600" baseline="-25000" dirty="0"/>
              <a:t> </a:t>
            </a:r>
            <a:r>
              <a:rPr lang="en-US" sz="1600" dirty="0">
                <a:cs typeface="Arial" charset="0"/>
              </a:rPr>
              <a:t>∞, ∞} = ∞ </a:t>
            </a:r>
            <a:endParaRPr lang="en-US" sz="1600" dirty="0"/>
          </a:p>
        </p:txBody>
      </p:sp>
    </p:spTree>
    <p:extLst>
      <p:ext uri="{BB962C8B-B14F-4D97-AF65-F5344CB8AC3E}">
        <p14:creationId xmlns:p14="http://schemas.microsoft.com/office/powerpoint/2010/main" val="1797347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par>
                                <p:cTn id="10" presetID="9" presetClass="entr" presetSubtype="0" fill="hold" grpId="0" nodeType="withEffect">
                                  <p:stCondLst>
                                    <p:cond delay="0"/>
                                  </p:stCondLst>
                                  <p:childTnLst>
                                    <p:set>
                                      <p:cBhvr>
                                        <p:cTn id="11" dur="1" fill="hold">
                                          <p:stCondLst>
                                            <p:cond delay="0"/>
                                          </p:stCondLst>
                                        </p:cTn>
                                        <p:tgtEl>
                                          <p:spTgt spid="560"/>
                                        </p:tgtEl>
                                        <p:attrNameLst>
                                          <p:attrName>style.visibility</p:attrName>
                                        </p:attrNameLst>
                                      </p:cBhvr>
                                      <p:to>
                                        <p:strVal val="visible"/>
                                      </p:to>
                                    </p:set>
                                    <p:animEffect transition="in" filter="dissolve">
                                      <p:cBhvr>
                                        <p:cTn id="12" dur="500"/>
                                        <p:tgtEl>
                                          <p:spTgt spid="56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83"/>
                                        </p:tgtEl>
                                        <p:attrNameLst>
                                          <p:attrName>style.visibility</p:attrName>
                                        </p:attrNameLst>
                                      </p:cBhvr>
                                      <p:to>
                                        <p:strVal val="visible"/>
                                      </p:to>
                                    </p:set>
                                    <p:animEffect transition="in" filter="wipe(up)">
                                      <p:cBhvr>
                                        <p:cTn id="17" dur="500"/>
                                        <p:tgtEl>
                                          <p:spTgt spid="58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90"/>
                                        </p:tgtEl>
                                        <p:attrNameLst>
                                          <p:attrName>style.visibility</p:attrName>
                                        </p:attrNameLst>
                                      </p:cBhvr>
                                      <p:to>
                                        <p:strVal val="visible"/>
                                      </p:to>
                                    </p:set>
                                    <p:animEffect transition="in" filter="dissolve">
                                      <p:cBhvr>
                                        <p:cTn id="22" dur="500"/>
                                        <p:tgtEl>
                                          <p:spTgt spid="59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91"/>
                                        </p:tgtEl>
                                        <p:attrNameLst>
                                          <p:attrName>style.visibility</p:attrName>
                                        </p:attrNameLst>
                                      </p:cBhvr>
                                      <p:to>
                                        <p:strVal val="visible"/>
                                      </p:to>
                                    </p:set>
                                    <p:animEffect transition="in" filter="dissolve">
                                      <p:cBhvr>
                                        <p:cTn id="27" dur="500"/>
                                        <p:tgtEl>
                                          <p:spTgt spid="591"/>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592"/>
                                        </p:tgtEl>
                                        <p:attrNameLst>
                                          <p:attrName>style.visibility</p:attrName>
                                        </p:attrNameLst>
                                      </p:cBhvr>
                                      <p:to>
                                        <p:strVal val="visible"/>
                                      </p:to>
                                    </p:set>
                                    <p:animEffect transition="in" filter="dissolve">
                                      <p:cBhvr>
                                        <p:cTn id="32" dur="500"/>
                                        <p:tgtEl>
                                          <p:spTgt spid="59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596"/>
                                        </p:tgtEl>
                                        <p:attrNameLst>
                                          <p:attrName>style.visibility</p:attrName>
                                        </p:attrNameLst>
                                      </p:cBhvr>
                                      <p:to>
                                        <p:strVal val="visible"/>
                                      </p:to>
                                    </p:set>
                                    <p:animEffect transition="in" filter="dissolve">
                                      <p:cBhvr>
                                        <p:cTn id="37" dur="500"/>
                                        <p:tgtEl>
                                          <p:spTgt spid="596"/>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593"/>
                                        </p:tgtEl>
                                        <p:attrNameLst>
                                          <p:attrName>style.visibility</p:attrName>
                                        </p:attrNameLst>
                                      </p:cBhvr>
                                      <p:to>
                                        <p:strVal val="visible"/>
                                      </p:to>
                                    </p:set>
                                    <p:animEffect transition="in" filter="dissolve">
                                      <p:cBhvr>
                                        <p:cTn id="42" dur="500"/>
                                        <p:tgtEl>
                                          <p:spTgt spid="593"/>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597"/>
                                        </p:tgtEl>
                                        <p:attrNameLst>
                                          <p:attrName>style.visibility</p:attrName>
                                        </p:attrNameLst>
                                      </p:cBhvr>
                                      <p:to>
                                        <p:strVal val="visible"/>
                                      </p:to>
                                    </p:set>
                                    <p:animEffect transition="in" filter="dissolve">
                                      <p:cBhvr>
                                        <p:cTn id="47" dur="500"/>
                                        <p:tgtEl>
                                          <p:spTgt spid="597"/>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595"/>
                                        </p:tgtEl>
                                        <p:attrNameLst>
                                          <p:attrName>style.visibility</p:attrName>
                                        </p:attrNameLst>
                                      </p:cBhvr>
                                      <p:to>
                                        <p:strVal val="visible"/>
                                      </p:to>
                                    </p:set>
                                    <p:animEffect transition="in" filter="dissolve">
                                      <p:cBhvr>
                                        <p:cTn id="52" dur="500"/>
                                        <p:tgtEl>
                                          <p:spTgt spid="595"/>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594"/>
                                        </p:tgtEl>
                                        <p:attrNameLst>
                                          <p:attrName>style.visibility</p:attrName>
                                        </p:attrNameLst>
                                      </p:cBhvr>
                                      <p:to>
                                        <p:strVal val="visible"/>
                                      </p:to>
                                    </p:set>
                                    <p:animEffect transition="in" filter="dissolve">
                                      <p:cBhvr>
                                        <p:cTn id="57" dur="500"/>
                                        <p:tgtEl>
                                          <p:spTgt spid="594"/>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582"/>
                                        </p:tgtEl>
                                        <p:attrNameLst>
                                          <p:attrName>style.visibility</p:attrName>
                                        </p:attrNameLst>
                                      </p:cBhvr>
                                      <p:to>
                                        <p:strVal val="visible"/>
                                      </p:to>
                                    </p:set>
                                    <p:animEffect transition="in" filter="wipe(left)">
                                      <p:cBhvr>
                                        <p:cTn id="62" dur="500"/>
                                        <p:tgtEl>
                                          <p:spTgt spid="582"/>
                                        </p:tgtEl>
                                      </p:cBhvr>
                                    </p:animEffect>
                                  </p:childTnLst>
                                </p:cTn>
                              </p:par>
                            </p:childTnLst>
                          </p:cTn>
                        </p:par>
                        <p:par>
                          <p:cTn id="63" fill="hold">
                            <p:stCondLst>
                              <p:cond delay="500"/>
                            </p:stCondLst>
                            <p:childTnLst>
                              <p:par>
                                <p:cTn id="64" presetID="22" presetClass="entr" presetSubtype="8" fill="hold" nodeType="afterEffect">
                                  <p:stCondLst>
                                    <p:cond delay="0"/>
                                  </p:stCondLst>
                                  <p:childTnLst>
                                    <p:set>
                                      <p:cBhvr>
                                        <p:cTn id="65" dur="1" fill="hold">
                                          <p:stCondLst>
                                            <p:cond delay="0"/>
                                          </p:stCondLst>
                                        </p:cTn>
                                        <p:tgtEl>
                                          <p:spTgt spid="561"/>
                                        </p:tgtEl>
                                        <p:attrNameLst>
                                          <p:attrName>style.visibility</p:attrName>
                                        </p:attrNameLst>
                                      </p:cBhvr>
                                      <p:to>
                                        <p:strVal val="visible"/>
                                      </p:to>
                                    </p:set>
                                    <p:animEffect transition="in" filter="wipe(left)">
                                      <p:cBhvr>
                                        <p:cTn id="66" dur="500"/>
                                        <p:tgtEl>
                                          <p:spTgt spid="561"/>
                                        </p:tgtEl>
                                      </p:cBhvr>
                                    </p:animEffect>
                                  </p:childTnLst>
                                </p:cTn>
                              </p:par>
                            </p:childTnLst>
                          </p:cTn>
                        </p:par>
                      </p:childTnLst>
                    </p:cTn>
                  </p:par>
                  <p:par>
                    <p:cTn id="67" fill="hold">
                      <p:stCondLst>
                        <p:cond delay="indefinite"/>
                      </p:stCondLst>
                      <p:childTnLst>
                        <p:par>
                          <p:cTn id="68" fill="hold">
                            <p:stCondLst>
                              <p:cond delay="0"/>
                            </p:stCondLst>
                            <p:childTnLst>
                              <p:par>
                                <p:cTn id="69" presetID="42" presetClass="path" presetSubtype="0" accel="50000" decel="50000" fill="hold" nodeType="clickEffect">
                                  <p:stCondLst>
                                    <p:cond delay="0"/>
                                  </p:stCondLst>
                                  <p:childTnLst>
                                    <p:animMotion origin="layout" path="M -0.00156 3.33333E-6 L -0.0013 -0.71436 " pathEditMode="relative" rAng="0" ptsTypes="AA">
                                      <p:cBhvr>
                                        <p:cTn id="70" dur="2000" fill="hold"/>
                                        <p:tgtEl>
                                          <p:spTgt spid="561"/>
                                        </p:tgtEl>
                                        <p:attrNameLst>
                                          <p:attrName>ppt_x</p:attrName>
                                          <p:attrName>ppt_y</p:attrName>
                                        </p:attrNameLst>
                                      </p:cBhvr>
                                      <p:rCtr x="13" y="-3571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 grpId="0" animBg="1"/>
      <p:bldP spid="582" grpId="0" animBg="1"/>
      <p:bldP spid="590" grpId="0"/>
      <p:bldP spid="591" grpId="0"/>
      <p:bldP spid="592" grpId="0"/>
      <p:bldP spid="593" grpId="0"/>
      <p:bldP spid="594" grpId="0"/>
      <p:bldP spid="595" grpId="0"/>
      <p:bldP spid="596" grpId="0"/>
      <p:bldP spid="59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856C1229-1279-C15F-BD2E-D97C75E84964}"/>
              </a:ext>
            </a:extLst>
          </p:cNvPr>
          <p:cNvGrpSpPr/>
          <p:nvPr/>
        </p:nvGrpSpPr>
        <p:grpSpPr>
          <a:xfrm>
            <a:off x="2827965" y="1383931"/>
            <a:ext cx="1547391" cy="2620631"/>
            <a:chOff x="3221255" y="1012723"/>
            <a:chExt cx="1547391" cy="2620631"/>
          </a:xfrm>
        </p:grpSpPr>
        <p:sp>
          <p:nvSpPr>
            <p:cNvPr id="9" name="Freeform 372">
              <a:extLst>
                <a:ext uri="{FF2B5EF4-FFF2-40B4-BE49-F238E27FC236}">
                  <a16:creationId xmlns:a16="http://schemas.microsoft.com/office/drawing/2014/main" id="{791EE533-14D2-B11F-B2B6-B263B4F67731}"/>
                </a:ext>
              </a:extLst>
            </p:cNvPr>
            <p:cNvSpPr/>
            <p:nvPr/>
          </p:nvSpPr>
          <p:spPr>
            <a:xfrm>
              <a:off x="4316362" y="1042219"/>
              <a:ext cx="452284" cy="2389239"/>
            </a:xfrm>
            <a:custGeom>
              <a:avLst/>
              <a:gdLst>
                <a:gd name="connsiteX0" fmla="*/ 0 w 491613"/>
                <a:gd name="connsiteY0" fmla="*/ 0 h 2389239"/>
                <a:gd name="connsiteX1" fmla="*/ 491613 w 491613"/>
                <a:gd name="connsiteY1" fmla="*/ 904568 h 2389239"/>
                <a:gd name="connsiteX2" fmla="*/ 491613 w 491613"/>
                <a:gd name="connsiteY2" fmla="*/ 1052052 h 2389239"/>
                <a:gd name="connsiteX3" fmla="*/ 19665 w 491613"/>
                <a:gd name="connsiteY3" fmla="*/ 2389239 h 2389239"/>
                <a:gd name="connsiteX4" fmla="*/ 0 w 491613"/>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19664 w 471948"/>
                <a:gd name="connsiteY0" fmla="*/ 0 h 2389239"/>
                <a:gd name="connsiteX1" fmla="*/ 471948 w 471948"/>
                <a:gd name="connsiteY1" fmla="*/ 904568 h 2389239"/>
                <a:gd name="connsiteX2" fmla="*/ 471948 w 471948"/>
                <a:gd name="connsiteY2" fmla="*/ 1052052 h 2389239"/>
                <a:gd name="connsiteX3" fmla="*/ 0 w 471948"/>
                <a:gd name="connsiteY3" fmla="*/ 2389239 h 2389239"/>
                <a:gd name="connsiteX4" fmla="*/ 19664 w 471948"/>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 name="connsiteX0" fmla="*/ 0 w 452284"/>
                <a:gd name="connsiteY0" fmla="*/ 0 h 2389239"/>
                <a:gd name="connsiteX1" fmla="*/ 452284 w 452284"/>
                <a:gd name="connsiteY1" fmla="*/ 904568 h 2389239"/>
                <a:gd name="connsiteX2" fmla="*/ 452284 w 452284"/>
                <a:gd name="connsiteY2" fmla="*/ 1052052 h 2389239"/>
                <a:gd name="connsiteX3" fmla="*/ 9833 w 452284"/>
                <a:gd name="connsiteY3" fmla="*/ 2389239 h 2389239"/>
                <a:gd name="connsiteX4" fmla="*/ 0 w 452284"/>
                <a:gd name="connsiteY4" fmla="*/ 0 h 23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84" h="2389239">
                  <a:moveTo>
                    <a:pt x="0" y="0"/>
                  </a:moveTo>
                  <a:cubicBezTo>
                    <a:pt x="170425" y="625988"/>
                    <a:pt x="242530" y="681703"/>
                    <a:pt x="452284" y="904568"/>
                  </a:cubicBezTo>
                  <a:lnTo>
                    <a:pt x="452284" y="1052052"/>
                  </a:lnTo>
                  <a:cubicBezTo>
                    <a:pt x="206477" y="1507613"/>
                    <a:pt x="137653" y="1825523"/>
                    <a:pt x="9833" y="2389239"/>
                  </a:cubicBezTo>
                  <a:cubicBezTo>
                    <a:pt x="6555" y="1592826"/>
                    <a:pt x="3278" y="796413"/>
                    <a:pt x="0" y="0"/>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F46EB11F-D4BD-6104-D68F-264499A0F9A2}"/>
                </a:ext>
              </a:extLst>
            </p:cNvPr>
            <p:cNvGrpSpPr/>
            <p:nvPr/>
          </p:nvGrpSpPr>
          <p:grpSpPr>
            <a:xfrm>
              <a:off x="3221255" y="1012723"/>
              <a:ext cx="1172904" cy="2620631"/>
              <a:chOff x="3221255" y="1012723"/>
              <a:chExt cx="1172904" cy="2620631"/>
            </a:xfrm>
          </p:grpSpPr>
          <p:sp>
            <p:nvSpPr>
              <p:cNvPr id="12" name="Rectangle 11">
                <a:extLst>
                  <a:ext uri="{FF2B5EF4-FFF2-40B4-BE49-F238E27FC236}">
                    <a16:creationId xmlns:a16="http://schemas.microsoft.com/office/drawing/2014/main" id="{7AB5E220-06C3-2A13-3686-BE9520D06333}"/>
                  </a:ext>
                </a:extLst>
              </p:cNvPr>
              <p:cNvSpPr/>
              <p:nvPr/>
            </p:nvSpPr>
            <p:spPr>
              <a:xfrm>
                <a:off x="3224981" y="1012723"/>
                <a:ext cx="1111045" cy="2418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85C4FF10-659C-7A54-6E3D-6CF212A61CA7}"/>
                  </a:ext>
                </a:extLst>
              </p:cNvPr>
              <p:cNvGrpSpPr/>
              <p:nvPr/>
            </p:nvGrpSpPr>
            <p:grpSpPr>
              <a:xfrm>
                <a:off x="3221255" y="1017253"/>
                <a:ext cx="1172904" cy="2616101"/>
                <a:chOff x="9477371" y="702026"/>
                <a:chExt cx="1172904" cy="2616101"/>
              </a:xfrm>
            </p:grpSpPr>
            <p:sp>
              <p:nvSpPr>
                <p:cNvPr id="14" name="Rectangle 13">
                  <a:extLst>
                    <a:ext uri="{FF2B5EF4-FFF2-40B4-BE49-F238E27FC236}">
                      <a16:creationId xmlns:a16="http://schemas.microsoft.com/office/drawing/2014/main" id="{E41F9920-29C2-1F1C-8E41-23D883625659}"/>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14">
                  <a:extLst>
                    <a:ext uri="{FF2B5EF4-FFF2-40B4-BE49-F238E27FC236}">
                      <a16:creationId xmlns:a16="http://schemas.microsoft.com/office/drawing/2014/main" id="{7D4462AB-955E-FE20-EF52-039C489CD2D7}"/>
                    </a:ext>
                  </a:extLst>
                </p:cNvPr>
                <p:cNvSpPr txBox="1"/>
                <p:nvPr/>
              </p:nvSpPr>
              <p:spPr>
                <a:xfrm>
                  <a:off x="9533078" y="702026"/>
                  <a:ext cx="1117197" cy="2616101"/>
                </a:xfrm>
                <a:prstGeom prst="rect">
                  <a:avLst/>
                </a:prstGeom>
                <a:noFill/>
              </p:spPr>
              <p:txBody>
                <a:bodyPr wrap="square" rtlCol="0">
                  <a:spAutoFit/>
                </a:bodyPr>
                <a:lstStyle/>
                <a:p>
                  <a:r>
                    <a:rPr lang="en-US" sz="2000" dirty="0">
                      <a:solidFill>
                        <a:schemeClr val="bg1"/>
                      </a:solidFill>
                    </a:rPr>
                    <a:t>DV in a: </a:t>
                  </a:r>
                  <a:r>
                    <a:rPr lang="en-US" sz="1600" dirty="0"/>
                    <a:t>D</a:t>
                  </a:r>
                  <a:r>
                    <a:rPr lang="en-US" sz="1600" baseline="-25000" dirty="0"/>
                    <a:t>a</a:t>
                  </a:r>
                  <a:r>
                    <a:rPr lang="en-US" sz="1600" dirty="0"/>
                    <a:t>(a)=0</a:t>
                  </a:r>
                </a:p>
                <a:p>
                  <a:r>
                    <a:rPr lang="en-US" sz="1600" dirty="0"/>
                    <a:t>D</a:t>
                  </a:r>
                  <a:r>
                    <a:rPr lang="en-US" sz="1600" baseline="-25000" dirty="0"/>
                    <a:t>a</a:t>
                  </a:r>
                  <a:r>
                    <a:rPr lang="en-US" sz="1600" dirty="0"/>
                    <a:t>(b) = 8</a:t>
                  </a:r>
                  <a:endParaRPr lang="en-US" sz="1600" dirty="0">
                    <a:cs typeface="Arial" charset="0"/>
                  </a:endParaRPr>
                </a:p>
                <a:p>
                  <a:r>
                    <a:rPr lang="en-US" sz="1600" dirty="0"/>
                    <a:t>D</a:t>
                  </a:r>
                  <a:r>
                    <a:rPr lang="en-US" sz="1600" baseline="-25000" dirty="0"/>
                    <a:t>a</a:t>
                  </a:r>
                  <a:r>
                    <a:rPr lang="en-US" sz="1600" dirty="0"/>
                    <a:t>(c) =</a:t>
                  </a:r>
                  <a:r>
                    <a:rPr lang="en-US" sz="1600" dirty="0">
                      <a:cs typeface="Arial" charset="0"/>
                    </a:rPr>
                    <a:t> ∞</a:t>
                  </a:r>
                </a:p>
                <a:p>
                  <a:r>
                    <a:rPr lang="en-US" sz="1600" dirty="0"/>
                    <a:t>D</a:t>
                  </a:r>
                  <a:r>
                    <a:rPr lang="en-US" sz="1600" baseline="-25000" dirty="0"/>
                    <a:t>a</a:t>
                  </a:r>
                  <a:r>
                    <a:rPr lang="en-US" sz="1600" dirty="0"/>
                    <a:t>(d) =</a:t>
                  </a:r>
                  <a:r>
                    <a:rPr lang="en-US" sz="1600" dirty="0">
                      <a:cs typeface="Arial" charset="0"/>
                    </a:rPr>
                    <a:t> 1</a:t>
                  </a:r>
                </a:p>
                <a:p>
                  <a:r>
                    <a:rPr lang="en-US" sz="1600" dirty="0"/>
                    <a:t>D</a:t>
                  </a:r>
                  <a:r>
                    <a:rPr lang="en-US" sz="1600" baseline="-25000" dirty="0"/>
                    <a:t>a</a:t>
                  </a:r>
                  <a:r>
                    <a:rPr lang="en-US" sz="1600" dirty="0"/>
                    <a:t>(e) =</a:t>
                  </a:r>
                  <a:r>
                    <a:rPr lang="en-US" sz="1600" dirty="0">
                      <a:cs typeface="Arial" charset="0"/>
                    </a:rPr>
                    <a:t> ∞</a:t>
                  </a:r>
                </a:p>
                <a:p>
                  <a:r>
                    <a:rPr lang="en-US" sz="1600" dirty="0"/>
                    <a:t>D</a:t>
                  </a:r>
                  <a:r>
                    <a:rPr lang="en-US" sz="1600" baseline="-25000" dirty="0"/>
                    <a:t>a</a:t>
                  </a:r>
                  <a:r>
                    <a:rPr lang="en-US" sz="1600" dirty="0"/>
                    <a:t>(f) =</a:t>
                  </a:r>
                  <a:r>
                    <a:rPr lang="en-US" sz="1600" dirty="0">
                      <a:cs typeface="Arial" charset="0"/>
                    </a:rPr>
                    <a:t> ∞</a:t>
                  </a:r>
                </a:p>
                <a:p>
                  <a:r>
                    <a:rPr lang="en-US" sz="1600" dirty="0"/>
                    <a:t>D</a:t>
                  </a:r>
                  <a:r>
                    <a:rPr lang="en-US" sz="1600" baseline="-25000" dirty="0"/>
                    <a:t>a</a:t>
                  </a:r>
                  <a:r>
                    <a:rPr lang="en-US" sz="1600" dirty="0"/>
                    <a:t>(g) =</a:t>
                  </a:r>
                  <a:r>
                    <a:rPr lang="en-US" sz="1600" dirty="0">
                      <a:cs typeface="Arial" charset="0"/>
                    </a:rPr>
                    <a:t> ∞</a:t>
                  </a:r>
                </a:p>
                <a:p>
                  <a:r>
                    <a:rPr lang="en-US" sz="1600" dirty="0"/>
                    <a:t>D</a:t>
                  </a:r>
                  <a:r>
                    <a:rPr lang="en-US" sz="1600" baseline="-25000" dirty="0"/>
                    <a:t>a</a:t>
                  </a:r>
                  <a:r>
                    <a:rPr lang="en-US" sz="1600" dirty="0"/>
                    <a:t>(h) =</a:t>
                  </a:r>
                  <a:r>
                    <a:rPr lang="en-US" sz="1600" dirty="0">
                      <a:cs typeface="Arial" charset="0"/>
                    </a:rPr>
                    <a:t> ∞</a:t>
                  </a:r>
                </a:p>
                <a:p>
                  <a:r>
                    <a:rPr lang="en-US" sz="1600" dirty="0"/>
                    <a:t>D</a:t>
                  </a:r>
                  <a:r>
                    <a:rPr lang="en-US" sz="1600" baseline="-25000" dirty="0"/>
                    <a:t>a</a:t>
                  </a:r>
                  <a:r>
                    <a:rPr lang="en-US" sz="1600" dirty="0"/>
                    <a:t>(i) =</a:t>
                  </a:r>
                  <a:r>
                    <a:rPr lang="en-US" sz="1600" dirty="0">
                      <a:cs typeface="Arial" charset="0"/>
                    </a:rPr>
                    <a:t> ∞</a:t>
                  </a:r>
                  <a:endParaRPr lang="en-US" sz="1600" dirty="0"/>
                </a:p>
              </p:txBody>
            </p:sp>
            <p:cxnSp>
              <p:nvCxnSpPr>
                <p:cNvPr id="16" name="Straight Connector 15">
                  <a:extLst>
                    <a:ext uri="{FF2B5EF4-FFF2-40B4-BE49-F238E27FC236}">
                      <a16:creationId xmlns:a16="http://schemas.microsoft.com/office/drawing/2014/main" id="{DC5030CB-2E3D-742F-4452-F74E82DF68CC}"/>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21E57905-6AD4-2ADC-3BC8-7CF19074EAFF}"/>
                    </a:ext>
                  </a:extLst>
                </p:cNvPr>
                <p:cNvSpPr/>
                <p:nvPr/>
              </p:nvSpPr>
              <p:spPr>
                <a:xfrm>
                  <a:off x="9479666" y="706056"/>
                  <a:ext cx="1122744" cy="25894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cxnSp>
        <p:nvCxnSpPr>
          <p:cNvPr id="18" name="Straight Connector 17">
            <a:extLst>
              <a:ext uri="{FF2B5EF4-FFF2-40B4-BE49-F238E27FC236}">
                <a16:creationId xmlns:a16="http://schemas.microsoft.com/office/drawing/2014/main" id="{FF74D743-AA16-8E1F-843C-103E3266EBAD}"/>
              </a:ext>
            </a:extLst>
          </p:cNvPr>
          <p:cNvCxnSpPr>
            <a:cxnSpLocks/>
            <a:stCxn id="20" idx="2"/>
            <a:endCxn id="20" idx="0"/>
          </p:cNvCxnSpPr>
          <p:nvPr/>
        </p:nvCxnSpPr>
        <p:spPr>
          <a:xfrm flipV="1">
            <a:off x="6530326" y="2382341"/>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B169782A-C3F4-B4DE-AA8C-5037CA1B0B16}"/>
              </a:ext>
            </a:extLst>
          </p:cNvPr>
          <p:cNvCxnSpPr>
            <a:cxnSpLocks/>
            <a:stCxn id="20" idx="1"/>
            <a:endCxn id="20" idx="3"/>
          </p:cNvCxnSpPr>
          <p:nvPr/>
        </p:nvCxnSpPr>
        <p:spPr>
          <a:xfrm>
            <a:off x="4598770" y="4313896"/>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1DAFC2FA-C8EA-6774-021F-34642FF50E7F}"/>
              </a:ext>
            </a:extLst>
          </p:cNvPr>
          <p:cNvSpPr/>
          <p:nvPr/>
        </p:nvSpPr>
        <p:spPr>
          <a:xfrm>
            <a:off x="4598770" y="2382341"/>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Rectangle 20">
            <a:extLst>
              <a:ext uri="{FF2B5EF4-FFF2-40B4-BE49-F238E27FC236}">
                <a16:creationId xmlns:a16="http://schemas.microsoft.com/office/drawing/2014/main" id="{B2DF773B-7119-B784-860B-4C0C65BDBA47}"/>
              </a:ext>
            </a:extLst>
          </p:cNvPr>
          <p:cNvSpPr/>
          <p:nvPr/>
        </p:nvSpPr>
        <p:spPr>
          <a:xfrm>
            <a:off x="8380337" y="2453691"/>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22" name="Group 21">
            <a:extLst>
              <a:ext uri="{FF2B5EF4-FFF2-40B4-BE49-F238E27FC236}">
                <a16:creationId xmlns:a16="http://schemas.microsoft.com/office/drawing/2014/main" id="{A3B41F34-89A6-B6D3-9AEA-74BE6C775AC2}"/>
              </a:ext>
            </a:extLst>
          </p:cNvPr>
          <p:cNvGrpSpPr/>
          <p:nvPr/>
        </p:nvGrpSpPr>
        <p:grpSpPr>
          <a:xfrm>
            <a:off x="4333785" y="6025434"/>
            <a:ext cx="4395351" cy="404576"/>
            <a:chOff x="4333785" y="5772213"/>
            <a:chExt cx="4395351" cy="404576"/>
          </a:xfrm>
        </p:grpSpPr>
        <p:grpSp>
          <p:nvGrpSpPr>
            <p:cNvPr id="24" name="Group 23">
              <a:extLst>
                <a:ext uri="{FF2B5EF4-FFF2-40B4-BE49-F238E27FC236}">
                  <a16:creationId xmlns:a16="http://schemas.microsoft.com/office/drawing/2014/main" id="{604987A9-87A3-F41B-D3F1-16004525FAAB}"/>
                </a:ext>
              </a:extLst>
            </p:cNvPr>
            <p:cNvGrpSpPr/>
            <p:nvPr/>
          </p:nvGrpSpPr>
          <p:grpSpPr>
            <a:xfrm>
              <a:off x="4333785" y="5772213"/>
              <a:ext cx="531821" cy="369069"/>
              <a:chOff x="1348328" y="2475647"/>
              <a:chExt cx="603916" cy="419100"/>
            </a:xfrm>
          </p:grpSpPr>
          <p:grpSp>
            <p:nvGrpSpPr>
              <p:cNvPr id="45" name="Group 44">
                <a:extLst>
                  <a:ext uri="{FF2B5EF4-FFF2-40B4-BE49-F238E27FC236}">
                    <a16:creationId xmlns:a16="http://schemas.microsoft.com/office/drawing/2014/main" id="{634F8206-89FC-D372-C99C-5983C5981752}"/>
                  </a:ext>
                </a:extLst>
              </p:cNvPr>
              <p:cNvGrpSpPr/>
              <p:nvPr/>
            </p:nvGrpSpPr>
            <p:grpSpPr>
              <a:xfrm>
                <a:off x="1348328" y="2555748"/>
                <a:ext cx="603916" cy="308999"/>
                <a:chOff x="5278570" y="2983486"/>
                <a:chExt cx="501650" cy="233363"/>
              </a:xfrm>
            </p:grpSpPr>
            <p:sp>
              <p:nvSpPr>
                <p:cNvPr id="49" name="Oval 5">
                  <a:extLst>
                    <a:ext uri="{FF2B5EF4-FFF2-40B4-BE49-F238E27FC236}">
                      <a16:creationId xmlns:a16="http://schemas.microsoft.com/office/drawing/2014/main" id="{90EB3237-F5BF-364F-414A-00BFDEFD0F2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Line 6">
                  <a:extLst>
                    <a:ext uri="{FF2B5EF4-FFF2-40B4-BE49-F238E27FC236}">
                      <a16:creationId xmlns:a16="http://schemas.microsoft.com/office/drawing/2014/main" id="{B6997F59-0718-2425-C3A9-0A0DA6410D9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Line 7">
                  <a:extLst>
                    <a:ext uri="{FF2B5EF4-FFF2-40B4-BE49-F238E27FC236}">
                      <a16:creationId xmlns:a16="http://schemas.microsoft.com/office/drawing/2014/main" id="{92E68FE1-1C11-E479-0C6B-1FC0468B507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Rectangle 8">
                  <a:extLst>
                    <a:ext uri="{FF2B5EF4-FFF2-40B4-BE49-F238E27FC236}">
                      <a16:creationId xmlns:a16="http://schemas.microsoft.com/office/drawing/2014/main" id="{4815C513-1167-B7EF-04BE-E754581E4B60}"/>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Oval 9">
                  <a:extLst>
                    <a:ext uri="{FF2B5EF4-FFF2-40B4-BE49-F238E27FC236}">
                      <a16:creationId xmlns:a16="http://schemas.microsoft.com/office/drawing/2014/main" id="{89F123AA-DC27-B563-1613-A53AC3A13CC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 name="Group 44">
                <a:extLst>
                  <a:ext uri="{FF2B5EF4-FFF2-40B4-BE49-F238E27FC236}">
                    <a16:creationId xmlns:a16="http://schemas.microsoft.com/office/drawing/2014/main" id="{C31689EB-5E5A-C648-CAB4-60B3425078AA}"/>
                  </a:ext>
                </a:extLst>
              </p:cNvPr>
              <p:cNvGrpSpPr>
                <a:grpSpLocks/>
              </p:cNvGrpSpPr>
              <p:nvPr/>
            </p:nvGrpSpPr>
            <p:grpSpPr bwMode="auto">
              <a:xfrm>
                <a:off x="1456374" y="2475647"/>
                <a:ext cx="355165" cy="419100"/>
                <a:chOff x="2944" y="2405"/>
                <a:chExt cx="227" cy="264"/>
              </a:xfrm>
            </p:grpSpPr>
            <p:sp>
              <p:nvSpPr>
                <p:cNvPr id="47" name="Rectangle 45">
                  <a:extLst>
                    <a:ext uri="{FF2B5EF4-FFF2-40B4-BE49-F238E27FC236}">
                      <a16:creationId xmlns:a16="http://schemas.microsoft.com/office/drawing/2014/main" id="{50DCD1FD-203F-F73C-A9E2-6591F898E3A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Text Box 46">
                  <a:extLst>
                    <a:ext uri="{FF2B5EF4-FFF2-40B4-BE49-F238E27FC236}">
                      <a16:creationId xmlns:a16="http://schemas.microsoft.com/office/drawing/2014/main" id="{36EDD95A-5E0D-48E1-C7EA-070D28224192}"/>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5" name="Group 24">
              <a:extLst>
                <a:ext uri="{FF2B5EF4-FFF2-40B4-BE49-F238E27FC236}">
                  <a16:creationId xmlns:a16="http://schemas.microsoft.com/office/drawing/2014/main" id="{20AF49C4-4CD5-F575-16CC-5CA7A90AEB7F}"/>
                </a:ext>
              </a:extLst>
            </p:cNvPr>
            <p:cNvGrpSpPr/>
            <p:nvPr/>
          </p:nvGrpSpPr>
          <p:grpSpPr>
            <a:xfrm>
              <a:off x="6263949" y="5807720"/>
              <a:ext cx="531821" cy="369069"/>
              <a:chOff x="1348328" y="2507397"/>
              <a:chExt cx="603916" cy="419100"/>
            </a:xfrm>
          </p:grpSpPr>
          <p:grpSp>
            <p:nvGrpSpPr>
              <p:cNvPr id="36" name="Group 35">
                <a:extLst>
                  <a:ext uri="{FF2B5EF4-FFF2-40B4-BE49-F238E27FC236}">
                    <a16:creationId xmlns:a16="http://schemas.microsoft.com/office/drawing/2014/main" id="{52CDF4A8-F047-B28E-8D5A-1714E75F0BD8}"/>
                  </a:ext>
                </a:extLst>
              </p:cNvPr>
              <p:cNvGrpSpPr/>
              <p:nvPr/>
            </p:nvGrpSpPr>
            <p:grpSpPr>
              <a:xfrm>
                <a:off x="1348328" y="2555748"/>
                <a:ext cx="603916" cy="308999"/>
                <a:chOff x="5278570" y="2983486"/>
                <a:chExt cx="501650" cy="233363"/>
              </a:xfrm>
            </p:grpSpPr>
            <p:sp>
              <p:nvSpPr>
                <p:cNvPr id="40" name="Oval 5">
                  <a:extLst>
                    <a:ext uri="{FF2B5EF4-FFF2-40B4-BE49-F238E27FC236}">
                      <a16:creationId xmlns:a16="http://schemas.microsoft.com/office/drawing/2014/main" id="{1691BFCA-48E0-70BA-1645-6673FF1898E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6">
                  <a:extLst>
                    <a:ext uri="{FF2B5EF4-FFF2-40B4-BE49-F238E27FC236}">
                      <a16:creationId xmlns:a16="http://schemas.microsoft.com/office/drawing/2014/main" id="{6A10A32D-FCDA-4655-D8AF-538E70FDC625}"/>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Line 7">
                  <a:extLst>
                    <a:ext uri="{FF2B5EF4-FFF2-40B4-BE49-F238E27FC236}">
                      <a16:creationId xmlns:a16="http://schemas.microsoft.com/office/drawing/2014/main" id="{0F31D111-E8F1-AE77-6DF5-6D01BCF5CF2A}"/>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8">
                  <a:extLst>
                    <a:ext uri="{FF2B5EF4-FFF2-40B4-BE49-F238E27FC236}">
                      <a16:creationId xmlns:a16="http://schemas.microsoft.com/office/drawing/2014/main" id="{F97D90F2-8290-BC20-2C9A-1D28944858D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Oval 9">
                  <a:extLst>
                    <a:ext uri="{FF2B5EF4-FFF2-40B4-BE49-F238E27FC236}">
                      <a16:creationId xmlns:a16="http://schemas.microsoft.com/office/drawing/2014/main" id="{5830AEFC-F98B-91B7-BD47-3EF47DA02FC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 name="Group 44">
                <a:extLst>
                  <a:ext uri="{FF2B5EF4-FFF2-40B4-BE49-F238E27FC236}">
                    <a16:creationId xmlns:a16="http://schemas.microsoft.com/office/drawing/2014/main" id="{91C0EF07-296A-D5B5-D157-1FFED19AB9D7}"/>
                  </a:ext>
                </a:extLst>
              </p:cNvPr>
              <p:cNvGrpSpPr>
                <a:grpSpLocks/>
              </p:cNvGrpSpPr>
              <p:nvPr/>
            </p:nvGrpSpPr>
            <p:grpSpPr bwMode="auto">
              <a:xfrm>
                <a:off x="1456374" y="2507397"/>
                <a:ext cx="355165" cy="419100"/>
                <a:chOff x="2944" y="2425"/>
                <a:chExt cx="227" cy="264"/>
              </a:xfrm>
            </p:grpSpPr>
            <p:sp>
              <p:nvSpPr>
                <p:cNvPr id="38" name="Rectangle 45">
                  <a:extLst>
                    <a:ext uri="{FF2B5EF4-FFF2-40B4-BE49-F238E27FC236}">
                      <a16:creationId xmlns:a16="http://schemas.microsoft.com/office/drawing/2014/main" id="{8EED233F-0C0C-DCC5-3682-F67FC5FF10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Text Box 46">
                  <a:extLst>
                    <a:ext uri="{FF2B5EF4-FFF2-40B4-BE49-F238E27FC236}">
                      <a16:creationId xmlns:a16="http://schemas.microsoft.com/office/drawing/2014/main" id="{C2377E4B-EF4C-BAE1-A97F-BC308A02BF61}"/>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 name="Group 25">
              <a:extLst>
                <a:ext uri="{FF2B5EF4-FFF2-40B4-BE49-F238E27FC236}">
                  <a16:creationId xmlns:a16="http://schemas.microsoft.com/office/drawing/2014/main" id="{0FF2BB50-F895-D004-3080-71D4FB14DFEC}"/>
                </a:ext>
              </a:extLst>
            </p:cNvPr>
            <p:cNvGrpSpPr/>
            <p:nvPr/>
          </p:nvGrpSpPr>
          <p:grpSpPr>
            <a:xfrm>
              <a:off x="8197315" y="5805271"/>
              <a:ext cx="531821" cy="369069"/>
              <a:chOff x="1348328" y="2507397"/>
              <a:chExt cx="603916" cy="419100"/>
            </a:xfrm>
          </p:grpSpPr>
          <p:grpSp>
            <p:nvGrpSpPr>
              <p:cNvPr id="27" name="Group 26">
                <a:extLst>
                  <a:ext uri="{FF2B5EF4-FFF2-40B4-BE49-F238E27FC236}">
                    <a16:creationId xmlns:a16="http://schemas.microsoft.com/office/drawing/2014/main" id="{A7006B85-DD46-4002-AD39-DA5C1284FF7E}"/>
                  </a:ext>
                </a:extLst>
              </p:cNvPr>
              <p:cNvGrpSpPr/>
              <p:nvPr/>
            </p:nvGrpSpPr>
            <p:grpSpPr>
              <a:xfrm>
                <a:off x="1348328" y="2555748"/>
                <a:ext cx="603916" cy="308999"/>
                <a:chOff x="5278570" y="2983486"/>
                <a:chExt cx="501650" cy="233363"/>
              </a:xfrm>
            </p:grpSpPr>
            <p:sp>
              <p:nvSpPr>
                <p:cNvPr id="31" name="Oval 5">
                  <a:extLst>
                    <a:ext uri="{FF2B5EF4-FFF2-40B4-BE49-F238E27FC236}">
                      <a16:creationId xmlns:a16="http://schemas.microsoft.com/office/drawing/2014/main" id="{1E3F9CA8-46CC-E4DD-1B09-111D059AF8D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6">
                  <a:extLst>
                    <a:ext uri="{FF2B5EF4-FFF2-40B4-BE49-F238E27FC236}">
                      <a16:creationId xmlns:a16="http://schemas.microsoft.com/office/drawing/2014/main" id="{75A1CA29-C0B5-6417-D0F1-BD5D63F8AC6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Line 7">
                  <a:extLst>
                    <a:ext uri="{FF2B5EF4-FFF2-40B4-BE49-F238E27FC236}">
                      <a16:creationId xmlns:a16="http://schemas.microsoft.com/office/drawing/2014/main" id="{28EB934F-5088-EC99-A1BA-9E7A75DACDC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Rectangle 8">
                  <a:extLst>
                    <a:ext uri="{FF2B5EF4-FFF2-40B4-BE49-F238E27FC236}">
                      <a16:creationId xmlns:a16="http://schemas.microsoft.com/office/drawing/2014/main" id="{C60DDD25-8A7B-7B2B-4D9C-E4DE8B0604C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Oval 9">
                  <a:extLst>
                    <a:ext uri="{FF2B5EF4-FFF2-40B4-BE49-F238E27FC236}">
                      <a16:creationId xmlns:a16="http://schemas.microsoft.com/office/drawing/2014/main" id="{47320257-9324-C080-F391-B827EBFB325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 name="Group 44">
                <a:extLst>
                  <a:ext uri="{FF2B5EF4-FFF2-40B4-BE49-F238E27FC236}">
                    <a16:creationId xmlns:a16="http://schemas.microsoft.com/office/drawing/2014/main" id="{A94AFB5C-72B4-112F-ACCB-A50B0D57E281}"/>
                  </a:ext>
                </a:extLst>
              </p:cNvPr>
              <p:cNvGrpSpPr>
                <a:grpSpLocks/>
              </p:cNvGrpSpPr>
              <p:nvPr/>
            </p:nvGrpSpPr>
            <p:grpSpPr bwMode="auto">
              <a:xfrm>
                <a:off x="1500196" y="2507397"/>
                <a:ext cx="267548" cy="419100"/>
                <a:chOff x="2972" y="2425"/>
                <a:chExt cx="171" cy="264"/>
              </a:xfrm>
            </p:grpSpPr>
            <p:sp>
              <p:nvSpPr>
                <p:cNvPr id="29" name="Rectangle 45">
                  <a:extLst>
                    <a:ext uri="{FF2B5EF4-FFF2-40B4-BE49-F238E27FC236}">
                      <a16:creationId xmlns:a16="http://schemas.microsoft.com/office/drawing/2014/main" id="{58D70970-41A5-972E-94B0-3EC9666B8CC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Text Box 46">
                  <a:extLst>
                    <a:ext uri="{FF2B5EF4-FFF2-40B4-BE49-F238E27FC236}">
                      <a16:creationId xmlns:a16="http://schemas.microsoft.com/office/drawing/2014/main" id="{199B974E-35B0-535B-8EFE-E21550AB5126}"/>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4" name="TextBox 53">
            <a:extLst>
              <a:ext uri="{FF2B5EF4-FFF2-40B4-BE49-F238E27FC236}">
                <a16:creationId xmlns:a16="http://schemas.microsoft.com/office/drawing/2014/main" id="{D1A537CE-F502-FD83-E804-91664C8ED04A}"/>
              </a:ext>
            </a:extLst>
          </p:cNvPr>
          <p:cNvSpPr txBox="1"/>
          <p:nvPr/>
        </p:nvSpPr>
        <p:spPr>
          <a:xfrm>
            <a:off x="4305782" y="3123743"/>
            <a:ext cx="301686" cy="338554"/>
          </a:xfrm>
          <a:prstGeom prst="rect">
            <a:avLst/>
          </a:prstGeom>
          <a:noFill/>
        </p:spPr>
        <p:txBody>
          <a:bodyPr wrap="square" rtlCol="0">
            <a:spAutoFit/>
          </a:bodyPr>
          <a:lstStyle/>
          <a:p>
            <a:r>
              <a:rPr lang="en-US" sz="1600" dirty="0"/>
              <a:t>1</a:t>
            </a:r>
          </a:p>
        </p:txBody>
      </p:sp>
      <p:sp>
        <p:nvSpPr>
          <p:cNvPr id="55" name="TextBox 54">
            <a:extLst>
              <a:ext uri="{FF2B5EF4-FFF2-40B4-BE49-F238E27FC236}">
                <a16:creationId xmlns:a16="http://schemas.microsoft.com/office/drawing/2014/main" id="{4AF941AA-7DEE-8BD8-4507-EF537DFC52E6}"/>
              </a:ext>
            </a:extLst>
          </p:cNvPr>
          <p:cNvSpPr txBox="1"/>
          <p:nvPr/>
        </p:nvSpPr>
        <p:spPr>
          <a:xfrm>
            <a:off x="6217534" y="3114098"/>
            <a:ext cx="288862" cy="338554"/>
          </a:xfrm>
          <a:prstGeom prst="rect">
            <a:avLst/>
          </a:prstGeom>
          <a:noFill/>
        </p:spPr>
        <p:txBody>
          <a:bodyPr wrap="none" rtlCol="0">
            <a:spAutoFit/>
          </a:bodyPr>
          <a:lstStyle/>
          <a:p>
            <a:r>
              <a:rPr lang="en-US" sz="1600" dirty="0"/>
              <a:t>1</a:t>
            </a:r>
          </a:p>
        </p:txBody>
      </p:sp>
      <p:sp>
        <p:nvSpPr>
          <p:cNvPr id="56" name="TextBox 55">
            <a:extLst>
              <a:ext uri="{FF2B5EF4-FFF2-40B4-BE49-F238E27FC236}">
                <a16:creationId xmlns:a16="http://schemas.microsoft.com/office/drawing/2014/main" id="{1CC467E3-61ED-6FCA-5B0C-A0ABB83B6D51}"/>
              </a:ext>
            </a:extLst>
          </p:cNvPr>
          <p:cNvSpPr txBox="1"/>
          <p:nvPr/>
        </p:nvSpPr>
        <p:spPr>
          <a:xfrm>
            <a:off x="4296138" y="5139667"/>
            <a:ext cx="301686" cy="338554"/>
          </a:xfrm>
          <a:prstGeom prst="rect">
            <a:avLst/>
          </a:prstGeom>
          <a:noFill/>
        </p:spPr>
        <p:txBody>
          <a:bodyPr wrap="square" rtlCol="0">
            <a:spAutoFit/>
          </a:bodyPr>
          <a:lstStyle/>
          <a:p>
            <a:r>
              <a:rPr lang="en-US" sz="1600" dirty="0"/>
              <a:t>1</a:t>
            </a:r>
          </a:p>
        </p:txBody>
      </p:sp>
      <p:sp>
        <p:nvSpPr>
          <p:cNvPr id="57" name="TextBox 56">
            <a:extLst>
              <a:ext uri="{FF2B5EF4-FFF2-40B4-BE49-F238E27FC236}">
                <a16:creationId xmlns:a16="http://schemas.microsoft.com/office/drawing/2014/main" id="{C1832F42-1C78-DAB1-A98F-09048B500E14}"/>
              </a:ext>
            </a:extLst>
          </p:cNvPr>
          <p:cNvSpPr txBox="1"/>
          <p:nvPr/>
        </p:nvSpPr>
        <p:spPr>
          <a:xfrm>
            <a:off x="6231040" y="5141597"/>
            <a:ext cx="288862" cy="338554"/>
          </a:xfrm>
          <a:prstGeom prst="rect">
            <a:avLst/>
          </a:prstGeom>
          <a:noFill/>
        </p:spPr>
        <p:txBody>
          <a:bodyPr wrap="none" rtlCol="0">
            <a:spAutoFit/>
          </a:bodyPr>
          <a:lstStyle/>
          <a:p>
            <a:r>
              <a:rPr lang="en-US" sz="1600" dirty="0"/>
              <a:t>1</a:t>
            </a:r>
          </a:p>
        </p:txBody>
      </p:sp>
      <p:sp>
        <p:nvSpPr>
          <p:cNvPr id="58" name="TextBox 57">
            <a:extLst>
              <a:ext uri="{FF2B5EF4-FFF2-40B4-BE49-F238E27FC236}">
                <a16:creationId xmlns:a16="http://schemas.microsoft.com/office/drawing/2014/main" id="{A994BA68-4DB7-70F6-87E8-4A0770A3168D}"/>
              </a:ext>
            </a:extLst>
          </p:cNvPr>
          <p:cNvSpPr txBox="1"/>
          <p:nvPr/>
        </p:nvSpPr>
        <p:spPr>
          <a:xfrm>
            <a:off x="8154365" y="5143527"/>
            <a:ext cx="288862" cy="338554"/>
          </a:xfrm>
          <a:prstGeom prst="rect">
            <a:avLst/>
          </a:prstGeom>
          <a:noFill/>
        </p:spPr>
        <p:txBody>
          <a:bodyPr wrap="none" rtlCol="0">
            <a:spAutoFit/>
          </a:bodyPr>
          <a:lstStyle/>
          <a:p>
            <a:r>
              <a:rPr lang="en-US" sz="1600" dirty="0"/>
              <a:t>1</a:t>
            </a:r>
          </a:p>
        </p:txBody>
      </p:sp>
      <p:sp>
        <p:nvSpPr>
          <p:cNvPr id="59" name="TextBox 58">
            <a:extLst>
              <a:ext uri="{FF2B5EF4-FFF2-40B4-BE49-F238E27FC236}">
                <a16:creationId xmlns:a16="http://schemas.microsoft.com/office/drawing/2014/main" id="{A88C3921-6298-EBE1-C665-F4074CEE252C}"/>
              </a:ext>
            </a:extLst>
          </p:cNvPr>
          <p:cNvSpPr txBox="1"/>
          <p:nvPr/>
        </p:nvSpPr>
        <p:spPr>
          <a:xfrm>
            <a:off x="5442030" y="4283141"/>
            <a:ext cx="301686" cy="338554"/>
          </a:xfrm>
          <a:prstGeom prst="rect">
            <a:avLst/>
          </a:prstGeom>
          <a:noFill/>
        </p:spPr>
        <p:txBody>
          <a:bodyPr wrap="square" rtlCol="0">
            <a:spAutoFit/>
          </a:bodyPr>
          <a:lstStyle/>
          <a:p>
            <a:r>
              <a:rPr lang="en-US" sz="1600" dirty="0"/>
              <a:t>1</a:t>
            </a:r>
          </a:p>
        </p:txBody>
      </p:sp>
      <p:sp>
        <p:nvSpPr>
          <p:cNvPr id="60" name="TextBox 59">
            <a:extLst>
              <a:ext uri="{FF2B5EF4-FFF2-40B4-BE49-F238E27FC236}">
                <a16:creationId xmlns:a16="http://schemas.microsoft.com/office/drawing/2014/main" id="{51E499A0-7731-76B9-F1C9-BEE7C872D24A}"/>
              </a:ext>
            </a:extLst>
          </p:cNvPr>
          <p:cNvSpPr txBox="1"/>
          <p:nvPr/>
        </p:nvSpPr>
        <p:spPr>
          <a:xfrm>
            <a:off x="7353782" y="4273496"/>
            <a:ext cx="288862" cy="338554"/>
          </a:xfrm>
          <a:prstGeom prst="rect">
            <a:avLst/>
          </a:prstGeom>
          <a:noFill/>
        </p:spPr>
        <p:txBody>
          <a:bodyPr wrap="none" rtlCol="0">
            <a:spAutoFit/>
          </a:bodyPr>
          <a:lstStyle/>
          <a:p>
            <a:r>
              <a:rPr lang="en-US" sz="1600" dirty="0"/>
              <a:t>1</a:t>
            </a:r>
          </a:p>
        </p:txBody>
      </p:sp>
      <p:sp>
        <p:nvSpPr>
          <p:cNvPr id="61" name="TextBox 60">
            <a:extLst>
              <a:ext uri="{FF2B5EF4-FFF2-40B4-BE49-F238E27FC236}">
                <a16:creationId xmlns:a16="http://schemas.microsoft.com/office/drawing/2014/main" id="{95835491-4419-C634-3668-CF1435A884BE}"/>
              </a:ext>
            </a:extLst>
          </p:cNvPr>
          <p:cNvSpPr txBox="1"/>
          <p:nvPr/>
        </p:nvSpPr>
        <p:spPr>
          <a:xfrm>
            <a:off x="5443958" y="6206468"/>
            <a:ext cx="301686" cy="338554"/>
          </a:xfrm>
          <a:prstGeom prst="rect">
            <a:avLst/>
          </a:prstGeom>
          <a:noFill/>
        </p:spPr>
        <p:txBody>
          <a:bodyPr wrap="square" rtlCol="0">
            <a:spAutoFit/>
          </a:bodyPr>
          <a:lstStyle/>
          <a:p>
            <a:r>
              <a:rPr lang="en-US" sz="1600" dirty="0"/>
              <a:t>1</a:t>
            </a:r>
          </a:p>
        </p:txBody>
      </p:sp>
      <p:sp>
        <p:nvSpPr>
          <p:cNvPr id="62" name="TextBox 61">
            <a:extLst>
              <a:ext uri="{FF2B5EF4-FFF2-40B4-BE49-F238E27FC236}">
                <a16:creationId xmlns:a16="http://schemas.microsoft.com/office/drawing/2014/main" id="{268F46EC-0132-394A-9642-85FB60E3DC4E}"/>
              </a:ext>
            </a:extLst>
          </p:cNvPr>
          <p:cNvSpPr txBox="1"/>
          <p:nvPr/>
        </p:nvSpPr>
        <p:spPr>
          <a:xfrm>
            <a:off x="7355710" y="6196823"/>
            <a:ext cx="288862" cy="338554"/>
          </a:xfrm>
          <a:prstGeom prst="rect">
            <a:avLst/>
          </a:prstGeom>
          <a:noFill/>
        </p:spPr>
        <p:txBody>
          <a:bodyPr wrap="none" rtlCol="0">
            <a:spAutoFit/>
          </a:bodyPr>
          <a:lstStyle/>
          <a:p>
            <a:r>
              <a:rPr lang="en-US" sz="1600" dirty="0"/>
              <a:t>1</a:t>
            </a:r>
          </a:p>
        </p:txBody>
      </p:sp>
      <p:sp>
        <p:nvSpPr>
          <p:cNvPr id="63" name="TextBox 62">
            <a:extLst>
              <a:ext uri="{FF2B5EF4-FFF2-40B4-BE49-F238E27FC236}">
                <a16:creationId xmlns:a16="http://schemas.microsoft.com/office/drawing/2014/main" id="{C7724807-D99B-AE9C-465D-2BC7D5AFB565}"/>
              </a:ext>
            </a:extLst>
          </p:cNvPr>
          <p:cNvSpPr txBox="1"/>
          <p:nvPr/>
        </p:nvSpPr>
        <p:spPr>
          <a:xfrm>
            <a:off x="5445886" y="2377177"/>
            <a:ext cx="301686" cy="338554"/>
          </a:xfrm>
          <a:prstGeom prst="rect">
            <a:avLst/>
          </a:prstGeom>
          <a:noFill/>
        </p:spPr>
        <p:txBody>
          <a:bodyPr wrap="square" rtlCol="0">
            <a:spAutoFit/>
          </a:bodyPr>
          <a:lstStyle/>
          <a:p>
            <a:r>
              <a:rPr lang="en-US" sz="1600" dirty="0"/>
              <a:t>8</a:t>
            </a:r>
          </a:p>
        </p:txBody>
      </p:sp>
      <p:sp>
        <p:nvSpPr>
          <p:cNvPr id="448" name="TextBox 447">
            <a:extLst>
              <a:ext uri="{FF2B5EF4-FFF2-40B4-BE49-F238E27FC236}">
                <a16:creationId xmlns:a16="http://schemas.microsoft.com/office/drawing/2014/main" id="{6AD19C22-7B8C-2FA1-6076-68E294545844}"/>
              </a:ext>
            </a:extLst>
          </p:cNvPr>
          <p:cNvSpPr txBox="1"/>
          <p:nvPr/>
        </p:nvSpPr>
        <p:spPr>
          <a:xfrm>
            <a:off x="7357638" y="2367532"/>
            <a:ext cx="288862" cy="338554"/>
          </a:xfrm>
          <a:prstGeom prst="rect">
            <a:avLst/>
          </a:prstGeom>
          <a:noFill/>
        </p:spPr>
        <p:txBody>
          <a:bodyPr wrap="none" rtlCol="0">
            <a:spAutoFit/>
          </a:bodyPr>
          <a:lstStyle/>
          <a:p>
            <a:r>
              <a:rPr lang="en-US" sz="1600" dirty="0"/>
              <a:t>1</a:t>
            </a:r>
          </a:p>
        </p:txBody>
      </p:sp>
      <p:grpSp>
        <p:nvGrpSpPr>
          <p:cNvPr id="449" name="Group 448">
            <a:extLst>
              <a:ext uri="{FF2B5EF4-FFF2-40B4-BE49-F238E27FC236}">
                <a16:creationId xmlns:a16="http://schemas.microsoft.com/office/drawing/2014/main" id="{C6081A11-E3D7-30F1-4212-AAF1C0C19A25}"/>
              </a:ext>
            </a:extLst>
          </p:cNvPr>
          <p:cNvGrpSpPr/>
          <p:nvPr/>
        </p:nvGrpSpPr>
        <p:grpSpPr>
          <a:xfrm>
            <a:off x="584365" y="2112364"/>
            <a:ext cx="736099" cy="1229581"/>
            <a:chOff x="10030307" y="3444875"/>
            <a:chExt cx="736099" cy="1229581"/>
          </a:xfrm>
        </p:grpSpPr>
        <p:sp>
          <p:nvSpPr>
            <p:cNvPr id="450" name="TextBox 449">
              <a:extLst>
                <a:ext uri="{FF2B5EF4-FFF2-40B4-BE49-F238E27FC236}">
                  <a16:creationId xmlns:a16="http://schemas.microsoft.com/office/drawing/2014/main" id="{3388AFE0-D804-33CE-F1ED-3B67514657E0}"/>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451" name="Group 450">
              <a:extLst>
                <a:ext uri="{FF2B5EF4-FFF2-40B4-BE49-F238E27FC236}">
                  <a16:creationId xmlns:a16="http://schemas.microsoft.com/office/drawing/2014/main" id="{04931973-FC80-E415-21E5-48BED086B149}"/>
                </a:ext>
              </a:extLst>
            </p:cNvPr>
            <p:cNvGrpSpPr/>
            <p:nvPr/>
          </p:nvGrpSpPr>
          <p:grpSpPr>
            <a:xfrm>
              <a:off x="10034588" y="3444875"/>
              <a:ext cx="682627" cy="682625"/>
              <a:chOff x="10034588" y="3444875"/>
              <a:chExt cx="682627" cy="682625"/>
            </a:xfrm>
          </p:grpSpPr>
          <p:sp>
            <p:nvSpPr>
              <p:cNvPr id="452" name="Oval 451">
                <a:extLst>
                  <a:ext uri="{FF2B5EF4-FFF2-40B4-BE49-F238E27FC236}">
                    <a16:creationId xmlns:a16="http://schemas.microsoft.com/office/drawing/2014/main" id="{CC8D9579-D2C1-98EC-94E4-0799C4D32C39}"/>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53" name="Straight Connector 452">
                <a:extLst>
                  <a:ext uri="{FF2B5EF4-FFF2-40B4-BE49-F238E27FC236}">
                    <a16:creationId xmlns:a16="http://schemas.microsoft.com/office/drawing/2014/main" id="{8E34631F-819C-3FF6-6A41-80C1F532A40D}"/>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AA216858-C5D6-5B7D-71F1-FE53F8186B80}"/>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B6BFE727-BE39-0CBA-F0F2-E4F37E55085A}"/>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12A17B51-C82F-6F1D-322A-E109A698B640}"/>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33A9E41D-A818-07DA-62B5-4FAA6E72F708}"/>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563BC2FB-4A8A-690E-A1ED-BF47EAB53DB5}"/>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ABD9D1A-A9B7-B5CB-38F3-1188A9B59CEC}"/>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3D02295F-0092-7F13-1BE1-195A0A395861}"/>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B81BA277-57BE-A0D1-AE4A-3BA88AF832B5}"/>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677988CD-B74D-0884-31F0-8AE46FDCF4BF}"/>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E979B4EF-2691-537A-3422-3EF2024CC3C8}"/>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6F3005EA-344A-DF65-A63D-FFC975B9A2EA}"/>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465" name="Oval 464">
                <a:extLst>
                  <a:ext uri="{FF2B5EF4-FFF2-40B4-BE49-F238E27FC236}">
                    <a16:creationId xmlns:a16="http://schemas.microsoft.com/office/drawing/2014/main" id="{1CB2B311-CA20-4170-5AD0-28D37D036C07}"/>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466" name="Straight Connector 465">
            <a:extLst>
              <a:ext uri="{FF2B5EF4-FFF2-40B4-BE49-F238E27FC236}">
                <a16:creationId xmlns:a16="http://schemas.microsoft.com/office/drawing/2014/main" id="{5496295F-0A09-E831-E30B-C2895C77CF5A}"/>
              </a:ext>
            </a:extLst>
          </p:cNvPr>
          <p:cNvCxnSpPr>
            <a:cxnSpLocks/>
          </p:cNvCxnSpPr>
          <p:nvPr/>
        </p:nvCxnSpPr>
        <p:spPr>
          <a:xfrm>
            <a:off x="919556" y="2249169"/>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67" name="Group 466">
            <a:extLst>
              <a:ext uri="{FF2B5EF4-FFF2-40B4-BE49-F238E27FC236}">
                <a16:creationId xmlns:a16="http://schemas.microsoft.com/office/drawing/2014/main" id="{46F2B947-E41B-DD4F-C850-17838A2FA6F3}"/>
              </a:ext>
            </a:extLst>
          </p:cNvPr>
          <p:cNvGrpSpPr/>
          <p:nvPr/>
        </p:nvGrpSpPr>
        <p:grpSpPr>
          <a:xfrm>
            <a:off x="6656438" y="489195"/>
            <a:ext cx="2493133" cy="1917291"/>
            <a:chOff x="7010400" y="108155"/>
            <a:chExt cx="2493133" cy="1917291"/>
          </a:xfrm>
        </p:grpSpPr>
        <p:sp>
          <p:nvSpPr>
            <p:cNvPr id="468" name="Freeform 241">
              <a:extLst>
                <a:ext uri="{FF2B5EF4-FFF2-40B4-BE49-F238E27FC236}">
                  <a16:creationId xmlns:a16="http://schemas.microsoft.com/office/drawing/2014/main" id="{86A6080C-95DA-4B16-CE95-908637F5A7F6}"/>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9" name="Group 468">
              <a:extLst>
                <a:ext uri="{FF2B5EF4-FFF2-40B4-BE49-F238E27FC236}">
                  <a16:creationId xmlns:a16="http://schemas.microsoft.com/office/drawing/2014/main" id="{1C4FDD87-0CDB-8543-6C29-EC2B9BB0B53F}"/>
                </a:ext>
              </a:extLst>
            </p:cNvPr>
            <p:cNvGrpSpPr/>
            <p:nvPr/>
          </p:nvGrpSpPr>
          <p:grpSpPr>
            <a:xfrm>
              <a:off x="7323884" y="108155"/>
              <a:ext cx="2179649" cy="1445342"/>
              <a:chOff x="7323884" y="108155"/>
              <a:chExt cx="2179649" cy="1445342"/>
            </a:xfrm>
          </p:grpSpPr>
          <p:sp>
            <p:nvSpPr>
              <p:cNvPr id="470" name="Rectangle 469">
                <a:extLst>
                  <a:ext uri="{FF2B5EF4-FFF2-40B4-BE49-F238E27FC236}">
                    <a16:creationId xmlns:a16="http://schemas.microsoft.com/office/drawing/2014/main" id="{AF86D54D-AD05-8623-0A2E-37CEC461A733}"/>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71" name="Group 470">
                <a:extLst>
                  <a:ext uri="{FF2B5EF4-FFF2-40B4-BE49-F238E27FC236}">
                    <a16:creationId xmlns:a16="http://schemas.microsoft.com/office/drawing/2014/main" id="{BD9B9BD8-5771-9BB6-6F8D-626C026AA541}"/>
                  </a:ext>
                </a:extLst>
              </p:cNvPr>
              <p:cNvGrpSpPr/>
              <p:nvPr/>
            </p:nvGrpSpPr>
            <p:grpSpPr>
              <a:xfrm>
                <a:off x="7323884" y="120836"/>
                <a:ext cx="2179649" cy="1432661"/>
                <a:chOff x="7323884" y="120836"/>
                <a:chExt cx="2179649" cy="1432661"/>
              </a:xfrm>
            </p:grpSpPr>
            <p:sp>
              <p:nvSpPr>
                <p:cNvPr id="472" name="Rectangle 471">
                  <a:extLst>
                    <a:ext uri="{FF2B5EF4-FFF2-40B4-BE49-F238E27FC236}">
                      <a16:creationId xmlns:a16="http://schemas.microsoft.com/office/drawing/2014/main" id="{29507E3E-70C2-BBA7-714A-CB668B6DF825}"/>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3" name="TextBox 472">
                  <a:extLst>
                    <a:ext uri="{FF2B5EF4-FFF2-40B4-BE49-F238E27FC236}">
                      <a16:creationId xmlns:a16="http://schemas.microsoft.com/office/drawing/2014/main" id="{D150EBCD-793F-64DF-3E3F-A4C004CA099C}"/>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schemeClr val="bg1"/>
                      </a:solidFill>
                    </a:rPr>
                    <a:t>DV in b:</a:t>
                  </a:r>
                </a:p>
              </p:txBody>
            </p:sp>
            <p:cxnSp>
              <p:nvCxnSpPr>
                <p:cNvPr id="474" name="Straight Connector 473">
                  <a:extLst>
                    <a:ext uri="{FF2B5EF4-FFF2-40B4-BE49-F238E27FC236}">
                      <a16:creationId xmlns:a16="http://schemas.microsoft.com/office/drawing/2014/main" id="{365ACA41-F739-FC49-3B20-DC201F32E08D}"/>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75" name="Rectangle 474">
                  <a:extLst>
                    <a:ext uri="{FF2B5EF4-FFF2-40B4-BE49-F238E27FC236}">
                      <a16:creationId xmlns:a16="http://schemas.microsoft.com/office/drawing/2014/main" id="{63E77523-5868-2C0E-A225-9116F19535B8}"/>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TextBox 475">
                  <a:extLst>
                    <a:ext uri="{FF2B5EF4-FFF2-40B4-BE49-F238E27FC236}">
                      <a16:creationId xmlns:a16="http://schemas.microsoft.com/office/drawing/2014/main" id="{4E3FECAA-C97B-D18F-1085-66E539A0A7BF}"/>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t>D</a:t>
                  </a:r>
                  <a:r>
                    <a:rPr lang="en-US" sz="1600" baseline="-25000" dirty="0"/>
                    <a:t>b</a:t>
                  </a:r>
                  <a:r>
                    <a:rPr lang="en-US" sz="1600" dirty="0"/>
                    <a:t>(f) =</a:t>
                  </a:r>
                  <a:r>
                    <a:rPr lang="en-US" sz="1600" dirty="0">
                      <a:cs typeface="Arial" charset="0"/>
                    </a:rPr>
                    <a:t> ∞</a:t>
                  </a:r>
                </a:p>
                <a:p>
                  <a:pPr>
                    <a:lnSpc>
                      <a:spcPct val="90000"/>
                    </a:lnSpc>
                  </a:pPr>
                  <a:r>
                    <a:rPr lang="en-US" sz="1600" dirty="0"/>
                    <a:t>D</a:t>
                  </a:r>
                  <a:r>
                    <a:rPr lang="en-US" sz="1600" baseline="-25000" dirty="0"/>
                    <a:t>b</a:t>
                  </a:r>
                  <a:r>
                    <a:rPr lang="en-US" sz="1600" dirty="0"/>
                    <a:t>(g) =</a:t>
                  </a:r>
                  <a:r>
                    <a:rPr lang="en-US" sz="1600" dirty="0">
                      <a:cs typeface="Arial" charset="0"/>
                    </a:rPr>
                    <a:t> ∞</a:t>
                  </a:r>
                </a:p>
                <a:p>
                  <a:pPr>
                    <a:lnSpc>
                      <a:spcPct val="90000"/>
                    </a:lnSpc>
                  </a:pPr>
                  <a:r>
                    <a:rPr lang="en-US" sz="1600" dirty="0"/>
                    <a:t>D</a:t>
                  </a:r>
                  <a:r>
                    <a:rPr lang="en-US" sz="1600" baseline="-25000" dirty="0"/>
                    <a:t>b</a:t>
                  </a:r>
                  <a:r>
                    <a:rPr lang="en-US" sz="1600" dirty="0"/>
                    <a:t>(h) =</a:t>
                  </a:r>
                  <a:r>
                    <a:rPr lang="en-US" sz="1600" dirty="0">
                      <a:cs typeface="Arial" charset="0"/>
                    </a:rPr>
                    <a:t> ∞</a:t>
                  </a:r>
                </a:p>
                <a:p>
                  <a:pPr>
                    <a:lnSpc>
                      <a:spcPct val="90000"/>
                    </a:lnSpc>
                  </a:pPr>
                  <a:r>
                    <a:rPr lang="en-US" sz="1600" dirty="0"/>
                    <a:t>D</a:t>
                  </a:r>
                  <a:r>
                    <a:rPr lang="en-US" sz="1600" baseline="-25000" dirty="0"/>
                    <a:t>b</a:t>
                  </a:r>
                  <a:r>
                    <a:rPr lang="en-US" sz="1600" dirty="0"/>
                    <a:t>(i) =</a:t>
                  </a:r>
                  <a:r>
                    <a:rPr lang="en-US" sz="1600" dirty="0">
                      <a:cs typeface="Arial" charset="0"/>
                    </a:rPr>
                    <a:t> ∞</a:t>
                  </a:r>
                  <a:endParaRPr lang="en-US" sz="1600" dirty="0"/>
                </a:p>
              </p:txBody>
            </p:sp>
            <p:sp>
              <p:nvSpPr>
                <p:cNvPr id="477" name="TextBox 476">
                  <a:extLst>
                    <a:ext uri="{FF2B5EF4-FFF2-40B4-BE49-F238E27FC236}">
                      <a16:creationId xmlns:a16="http://schemas.microsoft.com/office/drawing/2014/main" id="{5599FCD8-2CCA-2514-D20B-E8B806D02985}"/>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t>D</a:t>
                  </a:r>
                  <a:r>
                    <a:rPr lang="en-US" sz="1600" baseline="-25000" dirty="0"/>
                    <a:t>b</a:t>
                  </a:r>
                  <a:r>
                    <a:rPr lang="en-US" sz="1600" dirty="0"/>
                    <a:t>(a) = 8</a:t>
                  </a:r>
                  <a:endParaRPr lang="en-US" sz="1600" dirty="0">
                    <a:cs typeface="Arial" charset="0"/>
                  </a:endParaRPr>
                </a:p>
                <a:p>
                  <a:pPr marL="114300" lvl="1">
                    <a:lnSpc>
                      <a:spcPct val="90000"/>
                    </a:lnSpc>
                  </a:pPr>
                  <a:r>
                    <a:rPr lang="en-US" sz="1600" dirty="0"/>
                    <a:t>D</a:t>
                  </a:r>
                  <a:r>
                    <a:rPr lang="en-US" sz="1600" baseline="-25000" dirty="0"/>
                    <a:t>b</a:t>
                  </a:r>
                  <a:r>
                    <a:rPr lang="en-US" sz="1600" dirty="0"/>
                    <a:t>(c) =</a:t>
                  </a:r>
                  <a:r>
                    <a:rPr lang="en-US" sz="1600" dirty="0">
                      <a:cs typeface="Arial" charset="0"/>
                    </a:rPr>
                    <a:t> 1</a:t>
                  </a:r>
                  <a:endParaRPr lang="en-US" sz="1600" dirty="0"/>
                </a:p>
                <a:p>
                  <a:pPr marL="114300" lvl="1">
                    <a:lnSpc>
                      <a:spcPct val="90000"/>
                    </a:lnSpc>
                  </a:pPr>
                  <a:r>
                    <a:rPr lang="en-US" sz="1600" dirty="0"/>
                    <a:t>D</a:t>
                  </a:r>
                  <a:r>
                    <a:rPr lang="en-US" sz="1600" baseline="-25000" dirty="0"/>
                    <a:t>b</a:t>
                  </a:r>
                  <a:r>
                    <a:rPr lang="en-US" sz="1600" dirty="0"/>
                    <a:t>(d) =</a:t>
                  </a:r>
                  <a:r>
                    <a:rPr lang="en-US" sz="1600" dirty="0">
                      <a:cs typeface="Arial" charset="0"/>
                    </a:rPr>
                    <a:t> ∞</a:t>
                  </a:r>
                  <a:endParaRPr lang="en-US" sz="1600" dirty="0"/>
                </a:p>
                <a:p>
                  <a:pPr marL="114300" lvl="1">
                    <a:lnSpc>
                      <a:spcPct val="90000"/>
                    </a:lnSpc>
                  </a:pPr>
                  <a:r>
                    <a:rPr lang="en-US" sz="1600" dirty="0"/>
                    <a:t>D</a:t>
                  </a:r>
                  <a:r>
                    <a:rPr lang="en-US" sz="1600" baseline="-25000" dirty="0"/>
                    <a:t>b</a:t>
                  </a:r>
                  <a:r>
                    <a:rPr lang="en-US" sz="1600" dirty="0"/>
                    <a:t>(e) =</a:t>
                  </a:r>
                  <a:r>
                    <a:rPr lang="en-US" sz="1600" dirty="0">
                      <a:cs typeface="Arial" charset="0"/>
                    </a:rPr>
                    <a:t> 1</a:t>
                  </a:r>
                  <a:endParaRPr lang="en-US" sz="1600" dirty="0"/>
                </a:p>
              </p:txBody>
            </p:sp>
          </p:grpSp>
        </p:grpSp>
      </p:grpSp>
      <p:sp>
        <p:nvSpPr>
          <p:cNvPr id="478" name="TextBox 477">
            <a:extLst>
              <a:ext uri="{FF2B5EF4-FFF2-40B4-BE49-F238E27FC236}">
                <a16:creationId xmlns:a16="http://schemas.microsoft.com/office/drawing/2014/main" id="{46549D5D-C21A-80EF-22C0-B817705EB1F0}"/>
              </a:ext>
            </a:extLst>
          </p:cNvPr>
          <p:cNvSpPr txBox="1"/>
          <p:nvPr/>
        </p:nvSpPr>
        <p:spPr>
          <a:xfrm flipH="1">
            <a:off x="348626" y="3332212"/>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t>c receives DVs from b</a:t>
            </a:r>
          </a:p>
        </p:txBody>
      </p:sp>
      <p:sp>
        <p:nvSpPr>
          <p:cNvPr id="479" name="Right Arrow 344">
            <a:extLst>
              <a:ext uri="{FF2B5EF4-FFF2-40B4-BE49-F238E27FC236}">
                <a16:creationId xmlns:a16="http://schemas.microsoft.com/office/drawing/2014/main" id="{0B568899-274B-364C-7C22-A3C58A7F0D94}"/>
              </a:ext>
            </a:extLst>
          </p:cNvPr>
          <p:cNvSpPr/>
          <p:nvPr/>
        </p:nvSpPr>
        <p:spPr>
          <a:xfrm rot="16200000">
            <a:off x="6346718" y="366010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0" name="Right Arrow 355">
            <a:extLst>
              <a:ext uri="{FF2B5EF4-FFF2-40B4-BE49-F238E27FC236}">
                <a16:creationId xmlns:a16="http://schemas.microsoft.com/office/drawing/2014/main" id="{C6D5745C-8ECC-4580-EC86-B490712D6C29}"/>
              </a:ext>
            </a:extLst>
          </p:cNvPr>
          <p:cNvSpPr/>
          <p:nvPr/>
        </p:nvSpPr>
        <p:spPr>
          <a:xfrm>
            <a:off x="4973224" y="219120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1" name="Right Arrow 356">
            <a:extLst>
              <a:ext uri="{FF2B5EF4-FFF2-40B4-BE49-F238E27FC236}">
                <a16:creationId xmlns:a16="http://schemas.microsoft.com/office/drawing/2014/main" id="{DFA57DF7-5439-490A-6B4F-8912411A649F}"/>
              </a:ext>
            </a:extLst>
          </p:cNvPr>
          <p:cNvSpPr/>
          <p:nvPr/>
        </p:nvSpPr>
        <p:spPr>
          <a:xfrm rot="10800000">
            <a:off x="7631559" y="217292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82" name="Group 481">
            <a:extLst>
              <a:ext uri="{FF2B5EF4-FFF2-40B4-BE49-F238E27FC236}">
                <a16:creationId xmlns:a16="http://schemas.microsoft.com/office/drawing/2014/main" id="{5E7DDECC-36BB-4FBF-DF01-55F17CAF5CB7}"/>
              </a:ext>
            </a:extLst>
          </p:cNvPr>
          <p:cNvGrpSpPr/>
          <p:nvPr/>
        </p:nvGrpSpPr>
        <p:grpSpPr>
          <a:xfrm>
            <a:off x="4333785" y="2159284"/>
            <a:ext cx="4395351" cy="404576"/>
            <a:chOff x="4333785" y="5772213"/>
            <a:chExt cx="4395351" cy="404576"/>
          </a:xfrm>
        </p:grpSpPr>
        <p:grpSp>
          <p:nvGrpSpPr>
            <p:cNvPr id="483" name="Group 482">
              <a:extLst>
                <a:ext uri="{FF2B5EF4-FFF2-40B4-BE49-F238E27FC236}">
                  <a16:creationId xmlns:a16="http://schemas.microsoft.com/office/drawing/2014/main" id="{54618F15-B4BB-150F-F4D9-64F33EF810DC}"/>
                </a:ext>
              </a:extLst>
            </p:cNvPr>
            <p:cNvGrpSpPr/>
            <p:nvPr/>
          </p:nvGrpSpPr>
          <p:grpSpPr>
            <a:xfrm>
              <a:off x="4333785" y="5772213"/>
              <a:ext cx="531821" cy="369069"/>
              <a:chOff x="1348328" y="2475647"/>
              <a:chExt cx="603916" cy="419100"/>
            </a:xfrm>
          </p:grpSpPr>
          <p:grpSp>
            <p:nvGrpSpPr>
              <p:cNvPr id="504" name="Group 503">
                <a:extLst>
                  <a:ext uri="{FF2B5EF4-FFF2-40B4-BE49-F238E27FC236}">
                    <a16:creationId xmlns:a16="http://schemas.microsoft.com/office/drawing/2014/main" id="{617B7AB2-EAEE-0BA1-E4E8-03EEF49F2235}"/>
                  </a:ext>
                </a:extLst>
              </p:cNvPr>
              <p:cNvGrpSpPr/>
              <p:nvPr/>
            </p:nvGrpSpPr>
            <p:grpSpPr>
              <a:xfrm>
                <a:off x="1348328" y="2555748"/>
                <a:ext cx="603916" cy="308999"/>
                <a:chOff x="5278570" y="2983486"/>
                <a:chExt cx="501650" cy="233363"/>
              </a:xfrm>
            </p:grpSpPr>
            <p:sp>
              <p:nvSpPr>
                <p:cNvPr id="508" name="Oval 5">
                  <a:extLst>
                    <a:ext uri="{FF2B5EF4-FFF2-40B4-BE49-F238E27FC236}">
                      <a16:creationId xmlns:a16="http://schemas.microsoft.com/office/drawing/2014/main" id="{94635350-A5F1-1E3B-BA60-0C5BB97144D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Line 6">
                  <a:extLst>
                    <a:ext uri="{FF2B5EF4-FFF2-40B4-BE49-F238E27FC236}">
                      <a16:creationId xmlns:a16="http://schemas.microsoft.com/office/drawing/2014/main" id="{F5B94D8C-B921-AC72-45FA-F78A8388CE0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Line 7">
                  <a:extLst>
                    <a:ext uri="{FF2B5EF4-FFF2-40B4-BE49-F238E27FC236}">
                      <a16:creationId xmlns:a16="http://schemas.microsoft.com/office/drawing/2014/main" id="{A512EE36-FD82-D68F-9E49-CE71B1FC5594}"/>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Rectangle 8">
                  <a:extLst>
                    <a:ext uri="{FF2B5EF4-FFF2-40B4-BE49-F238E27FC236}">
                      <a16:creationId xmlns:a16="http://schemas.microsoft.com/office/drawing/2014/main" id="{DF6BD2D1-A137-7628-92FA-71D4F750611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Oval 9">
                  <a:extLst>
                    <a:ext uri="{FF2B5EF4-FFF2-40B4-BE49-F238E27FC236}">
                      <a16:creationId xmlns:a16="http://schemas.microsoft.com/office/drawing/2014/main" id="{4D6948FA-5115-5BCC-AAD1-FFF3A330FA2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5" name="Group 44">
                <a:extLst>
                  <a:ext uri="{FF2B5EF4-FFF2-40B4-BE49-F238E27FC236}">
                    <a16:creationId xmlns:a16="http://schemas.microsoft.com/office/drawing/2014/main" id="{7F0E5D99-BD57-D228-7EE4-5AE8E41B687D}"/>
                  </a:ext>
                </a:extLst>
              </p:cNvPr>
              <p:cNvGrpSpPr>
                <a:grpSpLocks/>
              </p:cNvGrpSpPr>
              <p:nvPr/>
            </p:nvGrpSpPr>
            <p:grpSpPr bwMode="auto">
              <a:xfrm>
                <a:off x="1456374" y="2475647"/>
                <a:ext cx="355165" cy="419100"/>
                <a:chOff x="2944" y="2405"/>
                <a:chExt cx="227" cy="264"/>
              </a:xfrm>
            </p:grpSpPr>
            <p:sp>
              <p:nvSpPr>
                <p:cNvPr id="506" name="Rectangle 45">
                  <a:extLst>
                    <a:ext uri="{FF2B5EF4-FFF2-40B4-BE49-F238E27FC236}">
                      <a16:creationId xmlns:a16="http://schemas.microsoft.com/office/drawing/2014/main" id="{F44FD9DE-53CE-81FA-2036-65CA2730525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7" name="Text Box 46">
                  <a:extLst>
                    <a:ext uri="{FF2B5EF4-FFF2-40B4-BE49-F238E27FC236}">
                      <a16:creationId xmlns:a16="http://schemas.microsoft.com/office/drawing/2014/main" id="{E6AC8706-7935-A1F6-E93F-BC8655626A01}"/>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4" name="Group 483">
              <a:extLst>
                <a:ext uri="{FF2B5EF4-FFF2-40B4-BE49-F238E27FC236}">
                  <a16:creationId xmlns:a16="http://schemas.microsoft.com/office/drawing/2014/main" id="{54C3A107-3E81-23B9-AA9E-A804F31D105A}"/>
                </a:ext>
              </a:extLst>
            </p:cNvPr>
            <p:cNvGrpSpPr/>
            <p:nvPr/>
          </p:nvGrpSpPr>
          <p:grpSpPr>
            <a:xfrm>
              <a:off x="6263949" y="5807720"/>
              <a:ext cx="531821" cy="369069"/>
              <a:chOff x="1348328" y="2507397"/>
              <a:chExt cx="603916" cy="419100"/>
            </a:xfrm>
          </p:grpSpPr>
          <p:grpSp>
            <p:nvGrpSpPr>
              <p:cNvPr id="495" name="Group 494">
                <a:extLst>
                  <a:ext uri="{FF2B5EF4-FFF2-40B4-BE49-F238E27FC236}">
                    <a16:creationId xmlns:a16="http://schemas.microsoft.com/office/drawing/2014/main" id="{4301ED10-2EA1-B4CA-33C3-100788F83BE9}"/>
                  </a:ext>
                </a:extLst>
              </p:cNvPr>
              <p:cNvGrpSpPr/>
              <p:nvPr/>
            </p:nvGrpSpPr>
            <p:grpSpPr>
              <a:xfrm>
                <a:off x="1348328" y="2555748"/>
                <a:ext cx="603916" cy="308999"/>
                <a:chOff x="5278570" y="2983486"/>
                <a:chExt cx="501650" cy="233363"/>
              </a:xfrm>
            </p:grpSpPr>
            <p:sp>
              <p:nvSpPr>
                <p:cNvPr id="499" name="Oval 5">
                  <a:extLst>
                    <a:ext uri="{FF2B5EF4-FFF2-40B4-BE49-F238E27FC236}">
                      <a16:creationId xmlns:a16="http://schemas.microsoft.com/office/drawing/2014/main" id="{A3148605-6484-6BA1-A283-CC1E0D104CE4}"/>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Line 6">
                  <a:extLst>
                    <a:ext uri="{FF2B5EF4-FFF2-40B4-BE49-F238E27FC236}">
                      <a16:creationId xmlns:a16="http://schemas.microsoft.com/office/drawing/2014/main" id="{EE7D6B23-FBE0-5710-8741-B0AA83F3F96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7">
                  <a:extLst>
                    <a:ext uri="{FF2B5EF4-FFF2-40B4-BE49-F238E27FC236}">
                      <a16:creationId xmlns:a16="http://schemas.microsoft.com/office/drawing/2014/main" id="{CC1A263C-B3DD-D14C-A3D5-35E3045A5EC4}"/>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Rectangle 8">
                  <a:extLst>
                    <a:ext uri="{FF2B5EF4-FFF2-40B4-BE49-F238E27FC236}">
                      <a16:creationId xmlns:a16="http://schemas.microsoft.com/office/drawing/2014/main" id="{67018A2E-22D1-733E-2ED2-1455427F5BF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Oval 9">
                  <a:extLst>
                    <a:ext uri="{FF2B5EF4-FFF2-40B4-BE49-F238E27FC236}">
                      <a16:creationId xmlns:a16="http://schemas.microsoft.com/office/drawing/2014/main" id="{B78B3FD4-4796-2554-F722-32ECE1FD920D}"/>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6" name="Group 44">
                <a:extLst>
                  <a:ext uri="{FF2B5EF4-FFF2-40B4-BE49-F238E27FC236}">
                    <a16:creationId xmlns:a16="http://schemas.microsoft.com/office/drawing/2014/main" id="{2CC6B69C-12CF-5DED-EA44-9BD5ADC5F256}"/>
                  </a:ext>
                </a:extLst>
              </p:cNvPr>
              <p:cNvGrpSpPr>
                <a:grpSpLocks/>
              </p:cNvGrpSpPr>
              <p:nvPr/>
            </p:nvGrpSpPr>
            <p:grpSpPr bwMode="auto">
              <a:xfrm>
                <a:off x="1456374" y="2507397"/>
                <a:ext cx="355165" cy="419100"/>
                <a:chOff x="2944" y="2425"/>
                <a:chExt cx="227" cy="264"/>
              </a:xfrm>
            </p:grpSpPr>
            <p:sp>
              <p:nvSpPr>
                <p:cNvPr id="497" name="Rectangle 45">
                  <a:extLst>
                    <a:ext uri="{FF2B5EF4-FFF2-40B4-BE49-F238E27FC236}">
                      <a16:creationId xmlns:a16="http://schemas.microsoft.com/office/drawing/2014/main" id="{2FB3CB7D-BD99-44FE-77FB-A40EE64E671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Text Box 46">
                  <a:extLst>
                    <a:ext uri="{FF2B5EF4-FFF2-40B4-BE49-F238E27FC236}">
                      <a16:creationId xmlns:a16="http://schemas.microsoft.com/office/drawing/2014/main" id="{A64FB457-73CE-0A71-CDE6-151B713CDF7B}"/>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5" name="Group 484">
              <a:extLst>
                <a:ext uri="{FF2B5EF4-FFF2-40B4-BE49-F238E27FC236}">
                  <a16:creationId xmlns:a16="http://schemas.microsoft.com/office/drawing/2014/main" id="{D4F9CF6E-419C-5911-AF72-19B106AC093A}"/>
                </a:ext>
              </a:extLst>
            </p:cNvPr>
            <p:cNvGrpSpPr/>
            <p:nvPr/>
          </p:nvGrpSpPr>
          <p:grpSpPr>
            <a:xfrm>
              <a:off x="8197315" y="5805271"/>
              <a:ext cx="531821" cy="369069"/>
              <a:chOff x="1348328" y="2507397"/>
              <a:chExt cx="603916" cy="419100"/>
            </a:xfrm>
          </p:grpSpPr>
          <p:grpSp>
            <p:nvGrpSpPr>
              <p:cNvPr id="486" name="Group 485">
                <a:extLst>
                  <a:ext uri="{FF2B5EF4-FFF2-40B4-BE49-F238E27FC236}">
                    <a16:creationId xmlns:a16="http://schemas.microsoft.com/office/drawing/2014/main" id="{3E33F5E7-B2C9-0B23-E172-527BF2F99743}"/>
                  </a:ext>
                </a:extLst>
              </p:cNvPr>
              <p:cNvGrpSpPr/>
              <p:nvPr/>
            </p:nvGrpSpPr>
            <p:grpSpPr>
              <a:xfrm>
                <a:off x="1348328" y="2555748"/>
                <a:ext cx="603916" cy="308999"/>
                <a:chOff x="5278570" y="2983486"/>
                <a:chExt cx="501650" cy="233363"/>
              </a:xfrm>
            </p:grpSpPr>
            <p:sp>
              <p:nvSpPr>
                <p:cNvPr id="490" name="Oval 5">
                  <a:extLst>
                    <a:ext uri="{FF2B5EF4-FFF2-40B4-BE49-F238E27FC236}">
                      <a16:creationId xmlns:a16="http://schemas.microsoft.com/office/drawing/2014/main" id="{E480E67F-43F9-5AC4-E592-05BA1442DC5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1" name="Line 6">
                  <a:extLst>
                    <a:ext uri="{FF2B5EF4-FFF2-40B4-BE49-F238E27FC236}">
                      <a16:creationId xmlns:a16="http://schemas.microsoft.com/office/drawing/2014/main" id="{63FE1A73-0F63-0F7E-07B4-677019269AC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Line 7">
                  <a:extLst>
                    <a:ext uri="{FF2B5EF4-FFF2-40B4-BE49-F238E27FC236}">
                      <a16:creationId xmlns:a16="http://schemas.microsoft.com/office/drawing/2014/main" id="{AD72D3A3-1B98-1FEA-69F6-0559416F382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Rectangle 8">
                  <a:extLst>
                    <a:ext uri="{FF2B5EF4-FFF2-40B4-BE49-F238E27FC236}">
                      <a16:creationId xmlns:a16="http://schemas.microsoft.com/office/drawing/2014/main" id="{D3971947-4215-B1F7-9273-6E7201A5382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Oval 9">
                  <a:extLst>
                    <a:ext uri="{FF2B5EF4-FFF2-40B4-BE49-F238E27FC236}">
                      <a16:creationId xmlns:a16="http://schemas.microsoft.com/office/drawing/2014/main" id="{F9060000-5A5F-7919-6E18-68E0BB5FB702}"/>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7" name="Group 44">
                <a:extLst>
                  <a:ext uri="{FF2B5EF4-FFF2-40B4-BE49-F238E27FC236}">
                    <a16:creationId xmlns:a16="http://schemas.microsoft.com/office/drawing/2014/main" id="{715C5FC0-88E5-6A29-A568-E73A473B21E2}"/>
                  </a:ext>
                </a:extLst>
              </p:cNvPr>
              <p:cNvGrpSpPr>
                <a:grpSpLocks/>
              </p:cNvGrpSpPr>
              <p:nvPr/>
            </p:nvGrpSpPr>
            <p:grpSpPr bwMode="auto">
              <a:xfrm>
                <a:off x="1464216" y="2507397"/>
                <a:ext cx="341085" cy="419100"/>
                <a:chOff x="2949" y="2425"/>
                <a:chExt cx="218" cy="264"/>
              </a:xfrm>
            </p:grpSpPr>
            <p:sp>
              <p:nvSpPr>
                <p:cNvPr id="488" name="Rectangle 45">
                  <a:extLst>
                    <a:ext uri="{FF2B5EF4-FFF2-40B4-BE49-F238E27FC236}">
                      <a16:creationId xmlns:a16="http://schemas.microsoft.com/office/drawing/2014/main" id="{8572D558-7170-1F2B-7A0E-02E667D9ECE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Text Box 46">
                  <a:extLst>
                    <a:ext uri="{FF2B5EF4-FFF2-40B4-BE49-F238E27FC236}">
                      <a16:creationId xmlns:a16="http://schemas.microsoft.com/office/drawing/2014/main" id="{81D310E7-07A4-B55F-5E55-5C559A395C43}"/>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14" name="Group 513">
            <a:extLst>
              <a:ext uri="{FF2B5EF4-FFF2-40B4-BE49-F238E27FC236}">
                <a16:creationId xmlns:a16="http://schemas.microsoft.com/office/drawing/2014/main" id="{32DCB29D-D316-433C-F8C8-C4ABA35EAC86}"/>
              </a:ext>
            </a:extLst>
          </p:cNvPr>
          <p:cNvGrpSpPr/>
          <p:nvPr/>
        </p:nvGrpSpPr>
        <p:grpSpPr>
          <a:xfrm>
            <a:off x="4336458" y="4087011"/>
            <a:ext cx="4395351" cy="404576"/>
            <a:chOff x="4333785" y="5772213"/>
            <a:chExt cx="4395351" cy="404576"/>
          </a:xfrm>
        </p:grpSpPr>
        <p:grpSp>
          <p:nvGrpSpPr>
            <p:cNvPr id="515" name="Group 514">
              <a:extLst>
                <a:ext uri="{FF2B5EF4-FFF2-40B4-BE49-F238E27FC236}">
                  <a16:creationId xmlns:a16="http://schemas.microsoft.com/office/drawing/2014/main" id="{D596CC0C-E7DF-BE86-2FEE-69A30AD6E3CE}"/>
                </a:ext>
              </a:extLst>
            </p:cNvPr>
            <p:cNvGrpSpPr/>
            <p:nvPr/>
          </p:nvGrpSpPr>
          <p:grpSpPr>
            <a:xfrm>
              <a:off x="4333785" y="5772213"/>
              <a:ext cx="531821" cy="369069"/>
              <a:chOff x="1348328" y="2475647"/>
              <a:chExt cx="603916" cy="419100"/>
            </a:xfrm>
          </p:grpSpPr>
          <p:grpSp>
            <p:nvGrpSpPr>
              <p:cNvPr id="536" name="Group 535">
                <a:extLst>
                  <a:ext uri="{FF2B5EF4-FFF2-40B4-BE49-F238E27FC236}">
                    <a16:creationId xmlns:a16="http://schemas.microsoft.com/office/drawing/2014/main" id="{4E8B3504-06B5-8881-0616-36B2CD9A5BC2}"/>
                  </a:ext>
                </a:extLst>
              </p:cNvPr>
              <p:cNvGrpSpPr/>
              <p:nvPr/>
            </p:nvGrpSpPr>
            <p:grpSpPr>
              <a:xfrm>
                <a:off x="1348328" y="2555748"/>
                <a:ext cx="603916" cy="308999"/>
                <a:chOff x="5278570" y="2983486"/>
                <a:chExt cx="501650" cy="233363"/>
              </a:xfrm>
            </p:grpSpPr>
            <p:sp>
              <p:nvSpPr>
                <p:cNvPr id="540" name="Oval 5">
                  <a:extLst>
                    <a:ext uri="{FF2B5EF4-FFF2-40B4-BE49-F238E27FC236}">
                      <a16:creationId xmlns:a16="http://schemas.microsoft.com/office/drawing/2014/main" id="{EFBFE26A-9109-589C-87EE-DEF53EA840D0}"/>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6">
                  <a:extLst>
                    <a:ext uri="{FF2B5EF4-FFF2-40B4-BE49-F238E27FC236}">
                      <a16:creationId xmlns:a16="http://schemas.microsoft.com/office/drawing/2014/main" id="{4A8EF11A-575B-BB64-2059-45679D888EA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7">
                  <a:extLst>
                    <a:ext uri="{FF2B5EF4-FFF2-40B4-BE49-F238E27FC236}">
                      <a16:creationId xmlns:a16="http://schemas.microsoft.com/office/drawing/2014/main" id="{5725BF0A-2347-81E5-2180-E84DDF6292E4}"/>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Rectangle 8">
                  <a:extLst>
                    <a:ext uri="{FF2B5EF4-FFF2-40B4-BE49-F238E27FC236}">
                      <a16:creationId xmlns:a16="http://schemas.microsoft.com/office/drawing/2014/main" id="{F51A66B4-D721-F259-C5CD-48E5D8EE769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Oval 9">
                  <a:extLst>
                    <a:ext uri="{FF2B5EF4-FFF2-40B4-BE49-F238E27FC236}">
                      <a16:creationId xmlns:a16="http://schemas.microsoft.com/office/drawing/2014/main" id="{C4F849A0-3AA7-669A-F729-323FC013D6E5}"/>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7" name="Group 44">
                <a:extLst>
                  <a:ext uri="{FF2B5EF4-FFF2-40B4-BE49-F238E27FC236}">
                    <a16:creationId xmlns:a16="http://schemas.microsoft.com/office/drawing/2014/main" id="{856208A8-9C14-2072-A36E-BE1337ABE419}"/>
                  </a:ext>
                </a:extLst>
              </p:cNvPr>
              <p:cNvGrpSpPr>
                <a:grpSpLocks/>
              </p:cNvGrpSpPr>
              <p:nvPr/>
            </p:nvGrpSpPr>
            <p:grpSpPr bwMode="auto">
              <a:xfrm>
                <a:off x="1456374" y="2475647"/>
                <a:ext cx="355165" cy="419100"/>
                <a:chOff x="2944" y="2405"/>
                <a:chExt cx="227" cy="264"/>
              </a:xfrm>
            </p:grpSpPr>
            <p:sp>
              <p:nvSpPr>
                <p:cNvPr id="538" name="Rectangle 45">
                  <a:extLst>
                    <a:ext uri="{FF2B5EF4-FFF2-40B4-BE49-F238E27FC236}">
                      <a16:creationId xmlns:a16="http://schemas.microsoft.com/office/drawing/2014/main" id="{470540AC-DB64-4833-0E15-A3AC8A4E767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Text Box 46">
                  <a:extLst>
                    <a:ext uri="{FF2B5EF4-FFF2-40B4-BE49-F238E27FC236}">
                      <a16:creationId xmlns:a16="http://schemas.microsoft.com/office/drawing/2014/main" id="{380A3504-22B8-14F6-6C82-FE9F3B924C12}"/>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16" name="Group 515">
              <a:extLst>
                <a:ext uri="{FF2B5EF4-FFF2-40B4-BE49-F238E27FC236}">
                  <a16:creationId xmlns:a16="http://schemas.microsoft.com/office/drawing/2014/main" id="{D9E4E192-C092-14C6-F3E6-CB58E9359DEA}"/>
                </a:ext>
              </a:extLst>
            </p:cNvPr>
            <p:cNvGrpSpPr/>
            <p:nvPr/>
          </p:nvGrpSpPr>
          <p:grpSpPr>
            <a:xfrm>
              <a:off x="6263949" y="5807720"/>
              <a:ext cx="531821" cy="369069"/>
              <a:chOff x="1348328" y="2507397"/>
              <a:chExt cx="603916" cy="419100"/>
            </a:xfrm>
          </p:grpSpPr>
          <p:grpSp>
            <p:nvGrpSpPr>
              <p:cNvPr id="527" name="Group 526">
                <a:extLst>
                  <a:ext uri="{FF2B5EF4-FFF2-40B4-BE49-F238E27FC236}">
                    <a16:creationId xmlns:a16="http://schemas.microsoft.com/office/drawing/2014/main" id="{B73D2C9E-EF77-8322-E2AC-377313A48175}"/>
                  </a:ext>
                </a:extLst>
              </p:cNvPr>
              <p:cNvGrpSpPr/>
              <p:nvPr/>
            </p:nvGrpSpPr>
            <p:grpSpPr>
              <a:xfrm>
                <a:off x="1348328" y="2555748"/>
                <a:ext cx="603916" cy="308999"/>
                <a:chOff x="5278570" y="2983486"/>
                <a:chExt cx="501650" cy="233363"/>
              </a:xfrm>
            </p:grpSpPr>
            <p:sp>
              <p:nvSpPr>
                <p:cNvPr id="531" name="Oval 5">
                  <a:extLst>
                    <a:ext uri="{FF2B5EF4-FFF2-40B4-BE49-F238E27FC236}">
                      <a16:creationId xmlns:a16="http://schemas.microsoft.com/office/drawing/2014/main" id="{8F6CFE39-25AF-1941-B928-D2233BE89124}"/>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Line 6">
                  <a:extLst>
                    <a:ext uri="{FF2B5EF4-FFF2-40B4-BE49-F238E27FC236}">
                      <a16:creationId xmlns:a16="http://schemas.microsoft.com/office/drawing/2014/main" id="{09D231F1-31A5-FCF2-2A9E-33EF8D408CC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Line 7">
                  <a:extLst>
                    <a:ext uri="{FF2B5EF4-FFF2-40B4-BE49-F238E27FC236}">
                      <a16:creationId xmlns:a16="http://schemas.microsoft.com/office/drawing/2014/main" id="{82798723-81A4-83D0-F72D-50B7FD3B777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Rectangle 8">
                  <a:extLst>
                    <a:ext uri="{FF2B5EF4-FFF2-40B4-BE49-F238E27FC236}">
                      <a16:creationId xmlns:a16="http://schemas.microsoft.com/office/drawing/2014/main" id="{03E580E2-A3FD-A52F-49C9-B7B9D62ED43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9">
                  <a:extLst>
                    <a:ext uri="{FF2B5EF4-FFF2-40B4-BE49-F238E27FC236}">
                      <a16:creationId xmlns:a16="http://schemas.microsoft.com/office/drawing/2014/main" id="{5F1090E2-D762-60E3-2A45-48B2D070205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28" name="Group 44">
                <a:extLst>
                  <a:ext uri="{FF2B5EF4-FFF2-40B4-BE49-F238E27FC236}">
                    <a16:creationId xmlns:a16="http://schemas.microsoft.com/office/drawing/2014/main" id="{9A401621-616E-AF9D-FB12-E6BB6F5EFB54}"/>
                  </a:ext>
                </a:extLst>
              </p:cNvPr>
              <p:cNvGrpSpPr>
                <a:grpSpLocks/>
              </p:cNvGrpSpPr>
              <p:nvPr/>
            </p:nvGrpSpPr>
            <p:grpSpPr bwMode="auto">
              <a:xfrm>
                <a:off x="1456374" y="2507397"/>
                <a:ext cx="355165" cy="419100"/>
                <a:chOff x="2944" y="2425"/>
                <a:chExt cx="227" cy="264"/>
              </a:xfrm>
            </p:grpSpPr>
            <p:sp>
              <p:nvSpPr>
                <p:cNvPr id="529" name="Rectangle 45">
                  <a:extLst>
                    <a:ext uri="{FF2B5EF4-FFF2-40B4-BE49-F238E27FC236}">
                      <a16:creationId xmlns:a16="http://schemas.microsoft.com/office/drawing/2014/main" id="{F95146FF-83C3-9785-14BB-73ED2D68973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Text Box 46">
                  <a:extLst>
                    <a:ext uri="{FF2B5EF4-FFF2-40B4-BE49-F238E27FC236}">
                      <a16:creationId xmlns:a16="http://schemas.microsoft.com/office/drawing/2014/main" id="{2B05DF0A-6588-FC8E-ABA5-9FB551DD9DA1}"/>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17" name="Group 516">
              <a:extLst>
                <a:ext uri="{FF2B5EF4-FFF2-40B4-BE49-F238E27FC236}">
                  <a16:creationId xmlns:a16="http://schemas.microsoft.com/office/drawing/2014/main" id="{FF8899FD-B65D-036E-ACB3-411C55603082}"/>
                </a:ext>
              </a:extLst>
            </p:cNvPr>
            <p:cNvGrpSpPr/>
            <p:nvPr/>
          </p:nvGrpSpPr>
          <p:grpSpPr>
            <a:xfrm>
              <a:off x="8197315" y="5805271"/>
              <a:ext cx="531821" cy="369069"/>
              <a:chOff x="1348328" y="2507397"/>
              <a:chExt cx="603916" cy="419100"/>
            </a:xfrm>
          </p:grpSpPr>
          <p:grpSp>
            <p:nvGrpSpPr>
              <p:cNvPr id="518" name="Group 517">
                <a:extLst>
                  <a:ext uri="{FF2B5EF4-FFF2-40B4-BE49-F238E27FC236}">
                    <a16:creationId xmlns:a16="http://schemas.microsoft.com/office/drawing/2014/main" id="{62B9F44C-A49F-BC7C-8136-429EC0C7F5D2}"/>
                  </a:ext>
                </a:extLst>
              </p:cNvPr>
              <p:cNvGrpSpPr/>
              <p:nvPr/>
            </p:nvGrpSpPr>
            <p:grpSpPr>
              <a:xfrm>
                <a:off x="1348328" y="2555748"/>
                <a:ext cx="603916" cy="308999"/>
                <a:chOff x="5278570" y="2983486"/>
                <a:chExt cx="501650" cy="233363"/>
              </a:xfrm>
            </p:grpSpPr>
            <p:sp>
              <p:nvSpPr>
                <p:cNvPr id="522" name="Oval 5">
                  <a:extLst>
                    <a:ext uri="{FF2B5EF4-FFF2-40B4-BE49-F238E27FC236}">
                      <a16:creationId xmlns:a16="http://schemas.microsoft.com/office/drawing/2014/main" id="{E6923AE4-D9A1-8448-38DA-DF051381222D}"/>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3" name="Line 6">
                  <a:extLst>
                    <a:ext uri="{FF2B5EF4-FFF2-40B4-BE49-F238E27FC236}">
                      <a16:creationId xmlns:a16="http://schemas.microsoft.com/office/drawing/2014/main" id="{6121E30D-D6DC-E9CF-5AFB-365D437194F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Line 7">
                  <a:extLst>
                    <a:ext uri="{FF2B5EF4-FFF2-40B4-BE49-F238E27FC236}">
                      <a16:creationId xmlns:a16="http://schemas.microsoft.com/office/drawing/2014/main" id="{E5F145F1-BE66-C9C2-ED99-1A7EB71E79C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Rectangle 8">
                  <a:extLst>
                    <a:ext uri="{FF2B5EF4-FFF2-40B4-BE49-F238E27FC236}">
                      <a16:creationId xmlns:a16="http://schemas.microsoft.com/office/drawing/2014/main" id="{1FD46EBC-6815-0B56-5E55-0E4D7192949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6" name="Oval 9">
                  <a:extLst>
                    <a:ext uri="{FF2B5EF4-FFF2-40B4-BE49-F238E27FC236}">
                      <a16:creationId xmlns:a16="http://schemas.microsoft.com/office/drawing/2014/main" id="{41259E7E-D20F-37AA-2F2A-780539675F9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9" name="Group 44">
                <a:extLst>
                  <a:ext uri="{FF2B5EF4-FFF2-40B4-BE49-F238E27FC236}">
                    <a16:creationId xmlns:a16="http://schemas.microsoft.com/office/drawing/2014/main" id="{DB9071CE-D792-1953-88F4-F1216F4528C5}"/>
                  </a:ext>
                </a:extLst>
              </p:cNvPr>
              <p:cNvGrpSpPr>
                <a:grpSpLocks/>
              </p:cNvGrpSpPr>
              <p:nvPr/>
            </p:nvGrpSpPr>
            <p:grpSpPr bwMode="auto">
              <a:xfrm>
                <a:off x="1492372" y="2507397"/>
                <a:ext cx="283194" cy="419100"/>
                <a:chOff x="2967" y="2425"/>
                <a:chExt cx="181" cy="264"/>
              </a:xfrm>
            </p:grpSpPr>
            <p:sp>
              <p:nvSpPr>
                <p:cNvPr id="520" name="Rectangle 45">
                  <a:extLst>
                    <a:ext uri="{FF2B5EF4-FFF2-40B4-BE49-F238E27FC236}">
                      <a16:creationId xmlns:a16="http://schemas.microsoft.com/office/drawing/2014/main" id="{63398BE9-ED8B-EABD-5ECE-07F4FC9B602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1" name="Text Box 46">
                  <a:extLst>
                    <a:ext uri="{FF2B5EF4-FFF2-40B4-BE49-F238E27FC236}">
                      <a16:creationId xmlns:a16="http://schemas.microsoft.com/office/drawing/2014/main" id="{2D1CA39A-A99C-89E8-FD01-31711BF6C0FC}"/>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45" name="Group 544">
            <a:extLst>
              <a:ext uri="{FF2B5EF4-FFF2-40B4-BE49-F238E27FC236}">
                <a16:creationId xmlns:a16="http://schemas.microsoft.com/office/drawing/2014/main" id="{853B7B01-AFEC-0545-176F-BC7654C26D0B}"/>
              </a:ext>
            </a:extLst>
          </p:cNvPr>
          <p:cNvGrpSpPr/>
          <p:nvPr/>
        </p:nvGrpSpPr>
        <p:grpSpPr>
          <a:xfrm>
            <a:off x="8740877" y="473218"/>
            <a:ext cx="2045109" cy="2667397"/>
            <a:chOff x="8740877" y="219997"/>
            <a:chExt cx="2045109" cy="2667397"/>
          </a:xfrm>
        </p:grpSpPr>
        <p:sp>
          <p:nvSpPr>
            <p:cNvPr id="546" name="Freeform 233">
              <a:extLst>
                <a:ext uri="{FF2B5EF4-FFF2-40B4-BE49-F238E27FC236}">
                  <a16:creationId xmlns:a16="http://schemas.microsoft.com/office/drawing/2014/main" id="{FBCCD898-AA08-AC02-7E08-3D899D90DDDC}"/>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7" name="Group 546">
              <a:extLst>
                <a:ext uri="{FF2B5EF4-FFF2-40B4-BE49-F238E27FC236}">
                  <a16:creationId xmlns:a16="http://schemas.microsoft.com/office/drawing/2014/main" id="{6166D624-75ED-9E9D-8AB2-F598ADDC2F26}"/>
                </a:ext>
              </a:extLst>
            </p:cNvPr>
            <p:cNvGrpSpPr/>
            <p:nvPr/>
          </p:nvGrpSpPr>
          <p:grpSpPr>
            <a:xfrm>
              <a:off x="9636528" y="219997"/>
              <a:ext cx="1149458" cy="2667397"/>
              <a:chOff x="9764348" y="1447800"/>
              <a:chExt cx="1149458" cy="2667397"/>
            </a:xfrm>
          </p:grpSpPr>
          <p:sp>
            <p:nvSpPr>
              <p:cNvPr id="548" name="Rectangle 547">
                <a:extLst>
                  <a:ext uri="{FF2B5EF4-FFF2-40B4-BE49-F238E27FC236}">
                    <a16:creationId xmlns:a16="http://schemas.microsoft.com/office/drawing/2014/main" id="{BA216FB4-2706-7E3B-77B9-90473F805886}"/>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9" name="Group 548">
                <a:extLst>
                  <a:ext uri="{FF2B5EF4-FFF2-40B4-BE49-F238E27FC236}">
                    <a16:creationId xmlns:a16="http://schemas.microsoft.com/office/drawing/2014/main" id="{ECE75024-01BD-1344-E2A1-DB598197CD24}"/>
                  </a:ext>
                </a:extLst>
              </p:cNvPr>
              <p:cNvGrpSpPr/>
              <p:nvPr/>
            </p:nvGrpSpPr>
            <p:grpSpPr>
              <a:xfrm>
                <a:off x="9764348" y="1447800"/>
                <a:ext cx="1130291" cy="2667397"/>
                <a:chOff x="9472119" y="702026"/>
                <a:chExt cx="1130291" cy="2667397"/>
              </a:xfrm>
            </p:grpSpPr>
            <p:sp>
              <p:nvSpPr>
                <p:cNvPr id="550" name="Rectangle 549">
                  <a:extLst>
                    <a:ext uri="{FF2B5EF4-FFF2-40B4-BE49-F238E27FC236}">
                      <a16:creationId xmlns:a16="http://schemas.microsoft.com/office/drawing/2014/main" id="{6E6AD927-74FE-FBFD-BFD2-AA426CB7D503}"/>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TextBox 550">
                  <a:extLst>
                    <a:ext uri="{FF2B5EF4-FFF2-40B4-BE49-F238E27FC236}">
                      <a16:creationId xmlns:a16="http://schemas.microsoft.com/office/drawing/2014/main" id="{6A0A1ABB-1F0A-E139-BC78-EC50148E2ECC}"/>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c:</a:t>
                  </a:r>
                </a:p>
                <a:p>
                  <a:pPr marL="114300" lvl="1"/>
                  <a:r>
                    <a:rPr lang="en-US" sz="1600" dirty="0"/>
                    <a:t>D</a:t>
                  </a:r>
                  <a:r>
                    <a:rPr lang="en-US" sz="1600" baseline="-25000" dirty="0"/>
                    <a:t>c</a:t>
                  </a:r>
                  <a:r>
                    <a:rPr lang="en-US" sz="1600" dirty="0"/>
                    <a:t>(a) =</a:t>
                  </a:r>
                  <a:r>
                    <a:rPr lang="en-US" sz="1600" dirty="0">
                      <a:cs typeface="Arial" charset="0"/>
                    </a:rPr>
                    <a:t> ∞</a:t>
                  </a:r>
                </a:p>
                <a:p>
                  <a:pPr marL="114300" lvl="1"/>
                  <a:r>
                    <a:rPr lang="en-US" sz="1600" dirty="0"/>
                    <a:t>D</a:t>
                  </a:r>
                  <a:r>
                    <a:rPr lang="en-US" sz="1600" baseline="-25000" dirty="0"/>
                    <a:t>c</a:t>
                  </a:r>
                  <a:r>
                    <a:rPr lang="en-US" sz="1600" dirty="0"/>
                    <a:t>(b) =</a:t>
                  </a:r>
                  <a:r>
                    <a:rPr lang="en-US" sz="1600" dirty="0">
                      <a:cs typeface="Arial" charset="0"/>
                    </a:rPr>
                    <a:t> 1</a:t>
                  </a:r>
                </a:p>
                <a:p>
                  <a:pPr marL="114300" lvl="1"/>
                  <a:r>
                    <a:rPr lang="en-US" sz="1600" dirty="0">
                      <a:cs typeface="Arial" charset="0"/>
                    </a:rPr>
                    <a:t>D</a:t>
                  </a:r>
                  <a:r>
                    <a:rPr lang="en-US" sz="1600" baseline="-25000" dirty="0">
                      <a:cs typeface="Arial" charset="0"/>
                    </a:rPr>
                    <a:t>c</a:t>
                  </a:r>
                  <a:r>
                    <a:rPr lang="en-US" sz="1600" dirty="0">
                      <a:cs typeface="Arial" charset="0"/>
                    </a:rPr>
                    <a:t>(c) = 0</a:t>
                  </a:r>
                  <a:endParaRPr lang="en-US" sz="1600" dirty="0"/>
                </a:p>
                <a:p>
                  <a:pPr marL="114300" lvl="1"/>
                  <a:r>
                    <a:rPr lang="en-US" sz="1600" dirty="0"/>
                    <a:t>D</a:t>
                  </a:r>
                  <a:r>
                    <a:rPr lang="en-US" sz="1600" baseline="-25000" dirty="0"/>
                    <a:t>c</a:t>
                  </a:r>
                  <a:r>
                    <a:rPr lang="en-US" sz="1600" dirty="0"/>
                    <a:t>(d) =</a:t>
                  </a:r>
                  <a:r>
                    <a:rPr lang="en-US" sz="1600" dirty="0">
                      <a:cs typeface="Arial" charset="0"/>
                    </a:rPr>
                    <a:t> ∞</a:t>
                  </a:r>
                  <a:endParaRPr lang="en-US" sz="1600" dirty="0"/>
                </a:p>
                <a:p>
                  <a:pPr marL="114300" lvl="1"/>
                  <a:r>
                    <a:rPr lang="en-US" sz="1600" dirty="0"/>
                    <a:t>D</a:t>
                  </a:r>
                  <a:r>
                    <a:rPr lang="en-US" sz="1600" baseline="-25000" dirty="0"/>
                    <a:t>c</a:t>
                  </a:r>
                  <a:r>
                    <a:rPr lang="en-US" sz="1600" dirty="0"/>
                    <a:t>(e) =</a:t>
                  </a:r>
                  <a:r>
                    <a:rPr lang="en-US" sz="1600" dirty="0">
                      <a:cs typeface="Arial" charset="0"/>
                    </a:rPr>
                    <a:t> ∞</a:t>
                  </a:r>
                  <a:endParaRPr lang="en-US" sz="1600" dirty="0"/>
                </a:p>
                <a:p>
                  <a:pPr marL="114300" lvl="1"/>
                  <a:r>
                    <a:rPr lang="en-US" sz="1600" dirty="0"/>
                    <a:t>D</a:t>
                  </a:r>
                  <a:r>
                    <a:rPr lang="en-US" sz="1600" baseline="-25000" dirty="0"/>
                    <a:t>c</a:t>
                  </a:r>
                  <a:r>
                    <a:rPr lang="en-US" sz="1600" dirty="0"/>
                    <a:t>(f) =</a:t>
                  </a:r>
                  <a:r>
                    <a:rPr lang="en-US" sz="1600" dirty="0">
                      <a:cs typeface="Arial" charset="0"/>
                    </a:rPr>
                    <a:t> ∞</a:t>
                  </a:r>
                  <a:endParaRPr lang="en-US" sz="1600" dirty="0"/>
                </a:p>
                <a:p>
                  <a:pPr marL="114300" lvl="1"/>
                  <a:r>
                    <a:rPr lang="en-US" sz="1600" dirty="0"/>
                    <a:t>D</a:t>
                  </a:r>
                  <a:r>
                    <a:rPr lang="en-US" sz="1600" baseline="-25000" dirty="0"/>
                    <a:t>c</a:t>
                  </a:r>
                  <a:r>
                    <a:rPr lang="en-US" sz="1600" dirty="0"/>
                    <a:t>(g) =</a:t>
                  </a:r>
                  <a:r>
                    <a:rPr lang="en-US" sz="1600" dirty="0">
                      <a:cs typeface="Arial" charset="0"/>
                    </a:rPr>
                    <a:t> ∞</a:t>
                  </a:r>
                  <a:endParaRPr lang="en-US" sz="1600" dirty="0"/>
                </a:p>
                <a:p>
                  <a:pPr marL="114300" lvl="1"/>
                  <a:r>
                    <a:rPr lang="en-US" sz="1600" dirty="0"/>
                    <a:t>D</a:t>
                  </a:r>
                  <a:r>
                    <a:rPr lang="en-US" sz="1600" baseline="-25000" dirty="0"/>
                    <a:t>c</a:t>
                  </a:r>
                  <a:r>
                    <a:rPr lang="en-US" sz="1600" dirty="0"/>
                    <a:t>(h) =</a:t>
                  </a:r>
                  <a:r>
                    <a:rPr lang="en-US" sz="1600" dirty="0">
                      <a:cs typeface="Arial" charset="0"/>
                    </a:rPr>
                    <a:t> ∞</a:t>
                  </a:r>
                  <a:endParaRPr lang="en-US" sz="1600" dirty="0"/>
                </a:p>
                <a:p>
                  <a:pPr marL="114300"/>
                  <a:r>
                    <a:rPr lang="en-US" sz="1600" dirty="0"/>
                    <a:t>D</a:t>
                  </a:r>
                  <a:r>
                    <a:rPr lang="en-US" sz="1600" baseline="-25000" dirty="0"/>
                    <a:t>c</a:t>
                  </a:r>
                  <a:r>
                    <a:rPr lang="en-US" sz="1600" dirty="0"/>
                    <a:t>(i) =</a:t>
                  </a:r>
                  <a:r>
                    <a:rPr lang="en-US" sz="1600" dirty="0">
                      <a:cs typeface="Arial" charset="0"/>
                    </a:rPr>
                    <a:t> ∞</a:t>
                  </a:r>
                  <a:endParaRPr lang="en-US" sz="1600" dirty="0"/>
                </a:p>
              </p:txBody>
            </p:sp>
            <p:cxnSp>
              <p:nvCxnSpPr>
                <p:cNvPr id="552" name="Straight Connector 551">
                  <a:extLst>
                    <a:ext uri="{FF2B5EF4-FFF2-40B4-BE49-F238E27FC236}">
                      <a16:creationId xmlns:a16="http://schemas.microsoft.com/office/drawing/2014/main" id="{407DD822-521D-0B77-0FEF-4CCF301D0CD7}"/>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53" name="Rectangle 552">
                  <a:extLst>
                    <a:ext uri="{FF2B5EF4-FFF2-40B4-BE49-F238E27FC236}">
                      <a16:creationId xmlns:a16="http://schemas.microsoft.com/office/drawing/2014/main" id="{ECA772E3-D376-4831-EA99-CC0B4D543506}"/>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554" name="Freeform 182">
            <a:extLst>
              <a:ext uri="{FF2B5EF4-FFF2-40B4-BE49-F238E27FC236}">
                <a16:creationId xmlns:a16="http://schemas.microsoft.com/office/drawing/2014/main" id="{FA3CE34C-0EA7-C82C-943E-D7D171E21E01}"/>
              </a:ext>
            </a:extLst>
          </p:cNvPr>
          <p:cNvSpPr/>
          <p:nvPr/>
        </p:nvSpPr>
        <p:spPr>
          <a:xfrm>
            <a:off x="6794417" y="3269759"/>
            <a:ext cx="2889702" cy="263439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9702" h="2634390">
                <a:moveTo>
                  <a:pt x="10817" y="896701"/>
                </a:moveTo>
                <a:cubicBezTo>
                  <a:pt x="1751126" y="516521"/>
                  <a:pt x="1777345" y="533564"/>
                  <a:pt x="2869381" y="0"/>
                </a:cubicBezTo>
                <a:cubicBezTo>
                  <a:pt x="2869381" y="783303"/>
                  <a:pt x="2889702" y="1851087"/>
                  <a:pt x="2889702" y="2634390"/>
                </a:cubicBezTo>
                <a:cubicBezTo>
                  <a:pt x="2630785" y="598784"/>
                  <a:pt x="2043143" y="642374"/>
                  <a:pt x="0" y="1094330"/>
                </a:cubicBezTo>
                <a:lnTo>
                  <a:pt x="10817" y="8967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55" name="Group 554">
            <a:extLst>
              <a:ext uri="{FF2B5EF4-FFF2-40B4-BE49-F238E27FC236}">
                <a16:creationId xmlns:a16="http://schemas.microsoft.com/office/drawing/2014/main" id="{9E2E253E-EE6D-D669-D1E6-0E714489012C}"/>
              </a:ext>
            </a:extLst>
          </p:cNvPr>
          <p:cNvGrpSpPr/>
          <p:nvPr/>
        </p:nvGrpSpPr>
        <p:grpSpPr>
          <a:xfrm>
            <a:off x="9654637" y="3271397"/>
            <a:ext cx="1131350" cy="2675039"/>
            <a:chOff x="9762792" y="4031226"/>
            <a:chExt cx="1131350" cy="2675039"/>
          </a:xfrm>
        </p:grpSpPr>
        <p:sp>
          <p:nvSpPr>
            <p:cNvPr id="556" name="Rectangle 555">
              <a:extLst>
                <a:ext uri="{FF2B5EF4-FFF2-40B4-BE49-F238E27FC236}">
                  <a16:creationId xmlns:a16="http://schemas.microsoft.com/office/drawing/2014/main" id="{95E387A1-9400-DE95-0838-3E23B1DB58CE}"/>
                </a:ext>
              </a:extLst>
            </p:cNvPr>
            <p:cNvSpPr/>
            <p:nvPr/>
          </p:nvSpPr>
          <p:spPr>
            <a:xfrm>
              <a:off x="9792929" y="4031226"/>
              <a:ext cx="1101213" cy="2389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57" name="Group 556">
              <a:extLst>
                <a:ext uri="{FF2B5EF4-FFF2-40B4-BE49-F238E27FC236}">
                  <a16:creationId xmlns:a16="http://schemas.microsoft.com/office/drawing/2014/main" id="{09B043B0-895F-6653-1C75-B4525A27EE20}"/>
                </a:ext>
              </a:extLst>
            </p:cNvPr>
            <p:cNvGrpSpPr/>
            <p:nvPr/>
          </p:nvGrpSpPr>
          <p:grpSpPr>
            <a:xfrm>
              <a:off x="9762792" y="4038868"/>
              <a:ext cx="1130292" cy="2667397"/>
              <a:chOff x="9472118" y="702026"/>
              <a:chExt cx="1130292" cy="2667397"/>
            </a:xfrm>
          </p:grpSpPr>
          <p:sp>
            <p:nvSpPr>
              <p:cNvPr id="558" name="Rectangle 557">
                <a:extLst>
                  <a:ext uri="{FF2B5EF4-FFF2-40B4-BE49-F238E27FC236}">
                    <a16:creationId xmlns:a16="http://schemas.microsoft.com/office/drawing/2014/main" id="{E04BD70D-4D02-15E1-F04E-37495BDCFDF0}"/>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TextBox 558">
                <a:extLst>
                  <a:ext uri="{FF2B5EF4-FFF2-40B4-BE49-F238E27FC236}">
                    <a16:creationId xmlns:a16="http://schemas.microsoft.com/office/drawing/2014/main" id="{8B31FD3C-07BA-F12A-F19C-7DD7D5A6A213}"/>
                  </a:ext>
                </a:extLst>
              </p:cNvPr>
              <p:cNvSpPr txBox="1"/>
              <p:nvPr/>
            </p:nvSpPr>
            <p:spPr>
              <a:xfrm>
                <a:off x="9472118" y="702026"/>
                <a:ext cx="1117197" cy="2667397"/>
              </a:xfrm>
              <a:prstGeom prst="rect">
                <a:avLst/>
              </a:prstGeom>
              <a:noFill/>
            </p:spPr>
            <p:txBody>
              <a:bodyPr wrap="square" rtlCol="0">
                <a:spAutoFit/>
              </a:bodyPr>
              <a:lstStyle/>
              <a:p>
                <a:pPr algn="ctr">
                  <a:spcAft>
                    <a:spcPts val="400"/>
                  </a:spcAft>
                </a:pPr>
                <a:r>
                  <a:rPr lang="en-US" sz="2000" dirty="0">
                    <a:solidFill>
                      <a:schemeClr val="bg1"/>
                    </a:solidFill>
                  </a:rPr>
                  <a:t>DV in e:</a:t>
                </a:r>
              </a:p>
              <a:p>
                <a:pPr marL="114300" lvl="1"/>
                <a:r>
                  <a:rPr lang="en-US" sz="1600" dirty="0"/>
                  <a:t>D</a:t>
                </a:r>
                <a:r>
                  <a:rPr lang="en-US" sz="1600" baseline="-25000" dirty="0"/>
                  <a:t>e</a:t>
                </a:r>
                <a:r>
                  <a:rPr lang="en-US" sz="1600" dirty="0"/>
                  <a:t>(a) =</a:t>
                </a:r>
                <a:r>
                  <a:rPr lang="en-US" sz="1600" dirty="0">
                    <a:cs typeface="Arial" charset="0"/>
                  </a:rPr>
                  <a:t> ∞</a:t>
                </a:r>
              </a:p>
              <a:p>
                <a:pPr marL="114300" lvl="1"/>
                <a:r>
                  <a:rPr lang="en-US" sz="1600" dirty="0"/>
                  <a:t>D</a:t>
                </a:r>
                <a:r>
                  <a:rPr lang="en-US" sz="1600" baseline="-25000" dirty="0"/>
                  <a:t>e</a:t>
                </a:r>
                <a:r>
                  <a:rPr lang="en-US" sz="1600" dirty="0"/>
                  <a:t>(b) =</a:t>
                </a:r>
                <a:r>
                  <a:rPr lang="en-US" sz="1600" dirty="0">
                    <a:cs typeface="Arial" charset="0"/>
                  </a:rPr>
                  <a:t> 1</a:t>
                </a:r>
                <a:endParaRPr lang="en-US" sz="1600" dirty="0"/>
              </a:p>
              <a:p>
                <a:pPr marL="114300" lvl="1"/>
                <a:r>
                  <a:rPr lang="en-US" sz="1600" dirty="0"/>
                  <a:t>D</a:t>
                </a:r>
                <a:r>
                  <a:rPr lang="en-US" sz="1600" baseline="-25000" dirty="0"/>
                  <a:t>e</a:t>
                </a:r>
                <a:r>
                  <a:rPr lang="en-US" sz="1600" dirty="0"/>
                  <a:t>(c) =</a:t>
                </a:r>
                <a:r>
                  <a:rPr lang="en-US" sz="1600" dirty="0">
                    <a:cs typeface="Arial" charset="0"/>
                  </a:rPr>
                  <a:t> ∞</a:t>
                </a:r>
                <a:endParaRPr lang="en-US" sz="1600" dirty="0"/>
              </a:p>
              <a:p>
                <a:pPr marL="114300" lvl="1"/>
                <a:r>
                  <a:rPr lang="en-US" sz="1600" dirty="0"/>
                  <a:t>D</a:t>
                </a:r>
                <a:r>
                  <a:rPr lang="en-US" sz="1600" baseline="-25000" dirty="0"/>
                  <a:t>e</a:t>
                </a:r>
                <a:r>
                  <a:rPr lang="en-US" sz="1600" dirty="0"/>
                  <a:t>(d) =</a:t>
                </a:r>
                <a:r>
                  <a:rPr lang="en-US" sz="1600" dirty="0">
                    <a:cs typeface="Arial" charset="0"/>
                  </a:rPr>
                  <a:t> 1</a:t>
                </a:r>
              </a:p>
              <a:p>
                <a:pPr marL="114300" lvl="1"/>
                <a:r>
                  <a:rPr lang="en-US" sz="1600" dirty="0">
                    <a:cs typeface="Arial" charset="0"/>
                  </a:rPr>
                  <a:t>D</a:t>
                </a:r>
                <a:r>
                  <a:rPr lang="en-US" sz="1600" baseline="-25000" dirty="0">
                    <a:cs typeface="Arial" charset="0"/>
                  </a:rPr>
                  <a:t>e</a:t>
                </a:r>
                <a:r>
                  <a:rPr lang="en-US" sz="1600" dirty="0">
                    <a:cs typeface="Arial" charset="0"/>
                  </a:rPr>
                  <a:t>(e) = 0</a:t>
                </a:r>
                <a:endParaRPr lang="en-US" sz="1600" dirty="0"/>
              </a:p>
              <a:p>
                <a:pPr marL="114300" lvl="1"/>
                <a:r>
                  <a:rPr lang="en-US" sz="1600" dirty="0"/>
                  <a:t>D</a:t>
                </a:r>
                <a:r>
                  <a:rPr lang="en-US" sz="1600" baseline="-25000" dirty="0"/>
                  <a:t>e</a:t>
                </a:r>
                <a:r>
                  <a:rPr lang="en-US" sz="1600" dirty="0"/>
                  <a:t>(f) =</a:t>
                </a:r>
                <a:r>
                  <a:rPr lang="en-US" sz="1600" dirty="0">
                    <a:cs typeface="Arial" charset="0"/>
                  </a:rPr>
                  <a:t> 1</a:t>
                </a:r>
                <a:endParaRPr lang="en-US" sz="1600" dirty="0"/>
              </a:p>
              <a:p>
                <a:pPr marL="114300" lvl="1"/>
                <a:r>
                  <a:rPr lang="en-US" sz="1600" dirty="0"/>
                  <a:t>D</a:t>
                </a:r>
                <a:r>
                  <a:rPr lang="en-US" sz="1600" baseline="-25000" dirty="0"/>
                  <a:t>e</a:t>
                </a:r>
                <a:r>
                  <a:rPr lang="en-US" sz="1600" dirty="0"/>
                  <a:t>(g) =</a:t>
                </a:r>
                <a:r>
                  <a:rPr lang="en-US" sz="1600" dirty="0">
                    <a:cs typeface="Arial" charset="0"/>
                  </a:rPr>
                  <a:t> ∞</a:t>
                </a:r>
                <a:endParaRPr lang="en-US" sz="1600" dirty="0"/>
              </a:p>
              <a:p>
                <a:pPr marL="114300" lvl="1"/>
                <a:r>
                  <a:rPr lang="en-US" sz="1600" dirty="0"/>
                  <a:t>D</a:t>
                </a:r>
                <a:r>
                  <a:rPr lang="en-US" sz="1600" baseline="-25000" dirty="0"/>
                  <a:t>e</a:t>
                </a:r>
                <a:r>
                  <a:rPr lang="en-US" sz="1600" dirty="0"/>
                  <a:t>(h) =</a:t>
                </a:r>
                <a:r>
                  <a:rPr lang="en-US" sz="1600" dirty="0">
                    <a:cs typeface="Arial" charset="0"/>
                  </a:rPr>
                  <a:t> 1</a:t>
                </a:r>
                <a:endParaRPr lang="en-US" sz="1600" dirty="0"/>
              </a:p>
              <a:p>
                <a:pPr marL="114300"/>
                <a:r>
                  <a:rPr lang="en-US" sz="1600" dirty="0"/>
                  <a:t>D</a:t>
                </a:r>
                <a:r>
                  <a:rPr lang="en-US" sz="1600" baseline="-25000" dirty="0"/>
                  <a:t>e</a:t>
                </a:r>
                <a:r>
                  <a:rPr lang="en-US" sz="1600" dirty="0"/>
                  <a:t>(i) =</a:t>
                </a:r>
                <a:r>
                  <a:rPr lang="en-US" sz="1600" dirty="0">
                    <a:cs typeface="Arial" charset="0"/>
                  </a:rPr>
                  <a:t> ∞</a:t>
                </a:r>
                <a:endParaRPr lang="en-US" sz="1600" dirty="0"/>
              </a:p>
            </p:txBody>
          </p:sp>
          <p:cxnSp>
            <p:nvCxnSpPr>
              <p:cNvPr id="560" name="Straight Connector 559">
                <a:extLst>
                  <a:ext uri="{FF2B5EF4-FFF2-40B4-BE49-F238E27FC236}">
                    <a16:creationId xmlns:a16="http://schemas.microsoft.com/office/drawing/2014/main" id="{24A780AA-3EB6-A34D-CB57-A5138ECCCCD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61" name="Rectangle 560">
                <a:extLst>
                  <a:ext uri="{FF2B5EF4-FFF2-40B4-BE49-F238E27FC236}">
                    <a16:creationId xmlns:a16="http://schemas.microsoft.com/office/drawing/2014/main" id="{14503DD4-7B54-6E63-E95C-13671F1F7E00}"/>
                  </a:ext>
                </a:extLst>
              </p:cNvPr>
              <p:cNvSpPr/>
              <p:nvPr/>
            </p:nvSpPr>
            <p:spPr>
              <a:xfrm>
                <a:off x="9479666" y="706055"/>
                <a:ext cx="1122744" cy="261911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562" name="Right Arrow 175">
            <a:extLst>
              <a:ext uri="{FF2B5EF4-FFF2-40B4-BE49-F238E27FC236}">
                <a16:creationId xmlns:a16="http://schemas.microsoft.com/office/drawing/2014/main" id="{451C2624-7A93-6AEE-1A0E-F1411502C673}"/>
              </a:ext>
            </a:extLst>
          </p:cNvPr>
          <p:cNvSpPr/>
          <p:nvPr/>
        </p:nvSpPr>
        <p:spPr>
          <a:xfrm>
            <a:off x="6977380" y="218104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82927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par>
                                <p:cTn id="10" presetID="9" presetClass="entr" presetSubtype="0" fill="hold" grpId="0" nodeType="withEffect">
                                  <p:stCondLst>
                                    <p:cond delay="0"/>
                                  </p:stCondLst>
                                  <p:childTnLst>
                                    <p:set>
                                      <p:cBhvr>
                                        <p:cTn id="11" dur="1" fill="hold">
                                          <p:stCondLst>
                                            <p:cond delay="0"/>
                                          </p:stCondLst>
                                        </p:cTn>
                                        <p:tgtEl>
                                          <p:spTgt spid="478"/>
                                        </p:tgtEl>
                                        <p:attrNameLst>
                                          <p:attrName>style.visibility</p:attrName>
                                        </p:attrNameLst>
                                      </p:cBhvr>
                                      <p:to>
                                        <p:strVal val="visible"/>
                                      </p:to>
                                    </p:set>
                                    <p:animEffect transition="in" filter="dissolve">
                                      <p:cBhvr>
                                        <p:cTn id="12" dur="500"/>
                                        <p:tgtEl>
                                          <p:spTgt spid="478"/>
                                        </p:tgtEl>
                                      </p:cBhvr>
                                    </p:animEffect>
                                  </p:childTnLst>
                                </p:cTn>
                              </p:par>
                              <p:par>
                                <p:cTn id="13" presetID="9" presetClass="exit" presetSubtype="0" fill="hold" grpId="0" nodeType="withEffect">
                                  <p:stCondLst>
                                    <p:cond delay="0"/>
                                  </p:stCondLst>
                                  <p:childTnLst>
                                    <p:animEffect transition="out" filter="dissolve">
                                      <p:cBhvr>
                                        <p:cTn id="14" dur="500"/>
                                        <p:tgtEl>
                                          <p:spTgt spid="480"/>
                                        </p:tgtEl>
                                      </p:cBhvr>
                                    </p:animEffect>
                                    <p:set>
                                      <p:cBhvr>
                                        <p:cTn id="15" dur="1" fill="hold">
                                          <p:stCondLst>
                                            <p:cond delay="499"/>
                                          </p:stCondLst>
                                        </p:cTn>
                                        <p:tgtEl>
                                          <p:spTgt spid="480"/>
                                        </p:tgtEl>
                                        <p:attrNameLst>
                                          <p:attrName>style.visibility</p:attrName>
                                        </p:attrNameLst>
                                      </p:cBhvr>
                                      <p:to>
                                        <p:strVal val="hidden"/>
                                      </p:to>
                                    </p:set>
                                  </p:childTnLst>
                                </p:cTn>
                              </p:par>
                              <p:par>
                                <p:cTn id="16" presetID="9" presetClass="exit" presetSubtype="0" fill="hold" nodeType="withEffect">
                                  <p:stCondLst>
                                    <p:cond delay="0"/>
                                  </p:stCondLst>
                                  <p:childTnLst>
                                    <p:animEffect transition="out" filter="dissolve">
                                      <p:cBhvr>
                                        <p:cTn id="17" dur="500"/>
                                        <p:tgtEl>
                                          <p:spTgt spid="8"/>
                                        </p:tgtEl>
                                      </p:cBhvr>
                                    </p:animEffect>
                                    <p:set>
                                      <p:cBhvr>
                                        <p:cTn id="18" dur="1" fill="hold">
                                          <p:stCondLst>
                                            <p:cond delay="499"/>
                                          </p:stCondLst>
                                        </p:cTn>
                                        <p:tgtEl>
                                          <p:spTgt spid="8"/>
                                        </p:tgtEl>
                                        <p:attrNameLst>
                                          <p:attrName>style.visibility</p:attrName>
                                        </p:attrNameLst>
                                      </p:cBhvr>
                                      <p:to>
                                        <p:strVal val="hidden"/>
                                      </p:to>
                                    </p:set>
                                  </p:childTnLst>
                                </p:cTn>
                              </p:par>
                              <p:par>
                                <p:cTn id="19" presetID="9" presetClass="exit" presetSubtype="0" fill="hold" nodeType="withEffect">
                                  <p:stCondLst>
                                    <p:cond delay="0"/>
                                  </p:stCondLst>
                                  <p:childTnLst>
                                    <p:animEffect transition="out" filter="dissolve">
                                      <p:cBhvr>
                                        <p:cTn id="20" dur="500"/>
                                        <p:tgtEl>
                                          <p:spTgt spid="555"/>
                                        </p:tgtEl>
                                      </p:cBhvr>
                                    </p:animEffect>
                                    <p:set>
                                      <p:cBhvr>
                                        <p:cTn id="21" dur="1" fill="hold">
                                          <p:stCondLst>
                                            <p:cond delay="499"/>
                                          </p:stCondLst>
                                        </p:cTn>
                                        <p:tgtEl>
                                          <p:spTgt spid="555"/>
                                        </p:tgtEl>
                                        <p:attrNameLst>
                                          <p:attrName>style.visibility</p:attrName>
                                        </p:attrNameLst>
                                      </p:cBhvr>
                                      <p:to>
                                        <p:strVal val="hidden"/>
                                      </p:to>
                                    </p:set>
                                  </p:childTnLst>
                                </p:cTn>
                              </p:par>
                              <p:par>
                                <p:cTn id="22" presetID="9" presetClass="exit" presetSubtype="0" fill="hold" grpId="0" nodeType="withEffect">
                                  <p:stCondLst>
                                    <p:cond delay="0"/>
                                  </p:stCondLst>
                                  <p:childTnLst>
                                    <p:animEffect transition="out" filter="dissolve">
                                      <p:cBhvr>
                                        <p:cTn id="23" dur="500"/>
                                        <p:tgtEl>
                                          <p:spTgt spid="479"/>
                                        </p:tgtEl>
                                      </p:cBhvr>
                                    </p:animEffect>
                                    <p:set>
                                      <p:cBhvr>
                                        <p:cTn id="24" dur="1" fill="hold">
                                          <p:stCondLst>
                                            <p:cond delay="499"/>
                                          </p:stCondLst>
                                        </p:cTn>
                                        <p:tgtEl>
                                          <p:spTgt spid="47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481"/>
                                        </p:tgtEl>
                                      </p:cBhvr>
                                    </p:animEffect>
                                    <p:set>
                                      <p:cBhvr>
                                        <p:cTn id="27" dur="1" fill="hold">
                                          <p:stCondLst>
                                            <p:cond delay="499"/>
                                          </p:stCondLst>
                                        </p:cTn>
                                        <p:tgtEl>
                                          <p:spTgt spid="481"/>
                                        </p:tgtEl>
                                        <p:attrNameLst>
                                          <p:attrName>style.visibility</p:attrName>
                                        </p:attrNameLst>
                                      </p:cBhvr>
                                      <p:to>
                                        <p:strVal val="hidden"/>
                                      </p:to>
                                    </p:set>
                                  </p:childTnLst>
                                </p:cTn>
                              </p:par>
                              <p:par>
                                <p:cTn id="28" presetID="9" presetClass="entr" presetSubtype="0" fill="hold" grpId="0" nodeType="withEffect">
                                  <p:stCondLst>
                                    <p:cond delay="0"/>
                                  </p:stCondLst>
                                  <p:childTnLst>
                                    <p:set>
                                      <p:cBhvr>
                                        <p:cTn id="29" dur="1" fill="hold">
                                          <p:stCondLst>
                                            <p:cond delay="0"/>
                                          </p:stCondLst>
                                        </p:cTn>
                                        <p:tgtEl>
                                          <p:spTgt spid="562"/>
                                        </p:tgtEl>
                                        <p:attrNameLst>
                                          <p:attrName>style.visibility</p:attrName>
                                        </p:attrNameLst>
                                      </p:cBhvr>
                                      <p:to>
                                        <p:strVal val="visible"/>
                                      </p:to>
                                    </p:set>
                                    <p:animEffect transition="in" filter="dissolve">
                                      <p:cBhvr>
                                        <p:cTn id="30" dur="500"/>
                                        <p:tgtEl>
                                          <p:spTgt spid="562"/>
                                        </p:tgtEl>
                                      </p:cBhvr>
                                    </p:animEffect>
                                  </p:childTnLst>
                                </p:cTn>
                              </p:par>
                              <p:par>
                                <p:cTn id="31" presetID="9" presetClass="exit" presetSubtype="0" fill="hold" grpId="0" nodeType="withEffect">
                                  <p:stCondLst>
                                    <p:cond delay="0"/>
                                  </p:stCondLst>
                                  <p:childTnLst>
                                    <p:animEffect transition="out" filter="dissolve">
                                      <p:cBhvr>
                                        <p:cTn id="32" dur="500"/>
                                        <p:tgtEl>
                                          <p:spTgt spid="554"/>
                                        </p:tgtEl>
                                      </p:cBhvr>
                                    </p:animEffect>
                                    <p:set>
                                      <p:cBhvr>
                                        <p:cTn id="33"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8" grpId="0"/>
      <p:bldP spid="479" grpId="0" animBg="1"/>
      <p:bldP spid="480" grpId="0" animBg="1"/>
      <p:bldP spid="481" grpId="0" animBg="1"/>
      <p:bldP spid="554" grpId="0" animBg="1"/>
      <p:bldP spid="562"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cxnSp>
        <p:nvCxnSpPr>
          <p:cNvPr id="8" name="Straight Connector 7">
            <a:extLst>
              <a:ext uri="{FF2B5EF4-FFF2-40B4-BE49-F238E27FC236}">
                <a16:creationId xmlns:a16="http://schemas.microsoft.com/office/drawing/2014/main" id="{F400B4E0-006D-78F4-AACA-4DD4AD01F185}"/>
              </a:ext>
            </a:extLst>
          </p:cNvPr>
          <p:cNvCxnSpPr>
            <a:cxnSpLocks/>
            <a:stCxn id="11" idx="2"/>
            <a:endCxn id="11" idx="0"/>
          </p:cNvCxnSpPr>
          <p:nvPr/>
        </p:nvCxnSpPr>
        <p:spPr>
          <a:xfrm flipV="1">
            <a:off x="6530326" y="205878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345695D-1AAF-6812-8C9C-C9DF042300DD}"/>
              </a:ext>
            </a:extLst>
          </p:cNvPr>
          <p:cNvCxnSpPr>
            <a:cxnSpLocks/>
            <a:stCxn id="11" idx="1"/>
            <a:endCxn id="11" idx="3"/>
          </p:cNvCxnSpPr>
          <p:nvPr/>
        </p:nvCxnSpPr>
        <p:spPr>
          <a:xfrm>
            <a:off x="4598770" y="399033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06599251-4C9F-CF89-90EE-DED3811E5144}"/>
              </a:ext>
            </a:extLst>
          </p:cNvPr>
          <p:cNvSpPr/>
          <p:nvPr/>
        </p:nvSpPr>
        <p:spPr>
          <a:xfrm>
            <a:off x="4598770" y="205878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Rectangle 11">
            <a:extLst>
              <a:ext uri="{FF2B5EF4-FFF2-40B4-BE49-F238E27FC236}">
                <a16:creationId xmlns:a16="http://schemas.microsoft.com/office/drawing/2014/main" id="{BF2FB4D3-FF6D-E2C9-D2E5-B3A3199622EE}"/>
              </a:ext>
            </a:extLst>
          </p:cNvPr>
          <p:cNvSpPr/>
          <p:nvPr/>
        </p:nvSpPr>
        <p:spPr>
          <a:xfrm>
            <a:off x="8380337" y="215045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13" name="Group 12">
            <a:extLst>
              <a:ext uri="{FF2B5EF4-FFF2-40B4-BE49-F238E27FC236}">
                <a16:creationId xmlns:a16="http://schemas.microsoft.com/office/drawing/2014/main" id="{F91541EA-977C-12D6-2052-63C537EE29AF}"/>
              </a:ext>
            </a:extLst>
          </p:cNvPr>
          <p:cNvGrpSpPr/>
          <p:nvPr/>
        </p:nvGrpSpPr>
        <p:grpSpPr>
          <a:xfrm>
            <a:off x="4333785" y="5701873"/>
            <a:ext cx="4395351" cy="404576"/>
            <a:chOff x="4333785" y="5772213"/>
            <a:chExt cx="4395351" cy="404576"/>
          </a:xfrm>
        </p:grpSpPr>
        <p:grpSp>
          <p:nvGrpSpPr>
            <p:cNvPr id="14" name="Group 13">
              <a:extLst>
                <a:ext uri="{FF2B5EF4-FFF2-40B4-BE49-F238E27FC236}">
                  <a16:creationId xmlns:a16="http://schemas.microsoft.com/office/drawing/2014/main" id="{85D3E763-0DAE-93A1-4534-AE429ED3066F}"/>
                </a:ext>
              </a:extLst>
            </p:cNvPr>
            <p:cNvGrpSpPr/>
            <p:nvPr/>
          </p:nvGrpSpPr>
          <p:grpSpPr>
            <a:xfrm>
              <a:off x="4333785" y="5772213"/>
              <a:ext cx="531821" cy="369069"/>
              <a:chOff x="1348328" y="2475647"/>
              <a:chExt cx="603916" cy="419100"/>
            </a:xfrm>
          </p:grpSpPr>
          <p:grpSp>
            <p:nvGrpSpPr>
              <p:cNvPr id="35" name="Group 34">
                <a:extLst>
                  <a:ext uri="{FF2B5EF4-FFF2-40B4-BE49-F238E27FC236}">
                    <a16:creationId xmlns:a16="http://schemas.microsoft.com/office/drawing/2014/main" id="{00BD0808-EAD3-209D-64A3-E086146D9966}"/>
                  </a:ext>
                </a:extLst>
              </p:cNvPr>
              <p:cNvGrpSpPr/>
              <p:nvPr/>
            </p:nvGrpSpPr>
            <p:grpSpPr>
              <a:xfrm>
                <a:off x="1348328" y="2555748"/>
                <a:ext cx="603916" cy="308999"/>
                <a:chOff x="5278570" y="2983486"/>
                <a:chExt cx="501650" cy="233363"/>
              </a:xfrm>
            </p:grpSpPr>
            <p:sp>
              <p:nvSpPr>
                <p:cNvPr id="39" name="Oval 5">
                  <a:extLst>
                    <a:ext uri="{FF2B5EF4-FFF2-40B4-BE49-F238E27FC236}">
                      <a16:creationId xmlns:a16="http://schemas.microsoft.com/office/drawing/2014/main" id="{6510AF34-5F94-DE7A-B2E8-A29144DE60F2}"/>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 name="Line 6">
                  <a:extLst>
                    <a:ext uri="{FF2B5EF4-FFF2-40B4-BE49-F238E27FC236}">
                      <a16:creationId xmlns:a16="http://schemas.microsoft.com/office/drawing/2014/main" id="{47B5D6D3-19FF-93FE-5EBD-B707CDE0C54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Line 7">
                  <a:extLst>
                    <a:ext uri="{FF2B5EF4-FFF2-40B4-BE49-F238E27FC236}">
                      <a16:creationId xmlns:a16="http://schemas.microsoft.com/office/drawing/2014/main" id="{2C151698-7C14-4943-00C9-E8DBBCF3C9D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 name="Rectangle 8">
                  <a:extLst>
                    <a:ext uri="{FF2B5EF4-FFF2-40B4-BE49-F238E27FC236}">
                      <a16:creationId xmlns:a16="http://schemas.microsoft.com/office/drawing/2014/main" id="{C671C253-197E-ADC2-BB9A-23928423B27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Oval 9">
                  <a:extLst>
                    <a:ext uri="{FF2B5EF4-FFF2-40B4-BE49-F238E27FC236}">
                      <a16:creationId xmlns:a16="http://schemas.microsoft.com/office/drawing/2014/main" id="{E13E47E5-5DC2-FE24-59CE-E3ACC32A15C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6" name="Group 44">
                <a:extLst>
                  <a:ext uri="{FF2B5EF4-FFF2-40B4-BE49-F238E27FC236}">
                    <a16:creationId xmlns:a16="http://schemas.microsoft.com/office/drawing/2014/main" id="{A32E3D31-A6A6-B7C7-0D35-1CFD1A204D84}"/>
                  </a:ext>
                </a:extLst>
              </p:cNvPr>
              <p:cNvGrpSpPr>
                <a:grpSpLocks/>
              </p:cNvGrpSpPr>
              <p:nvPr/>
            </p:nvGrpSpPr>
            <p:grpSpPr bwMode="auto">
              <a:xfrm>
                <a:off x="1456374" y="2475647"/>
                <a:ext cx="355165" cy="419100"/>
                <a:chOff x="2944" y="2405"/>
                <a:chExt cx="227" cy="264"/>
              </a:xfrm>
            </p:grpSpPr>
            <p:sp>
              <p:nvSpPr>
                <p:cNvPr id="37" name="Rectangle 45">
                  <a:extLst>
                    <a:ext uri="{FF2B5EF4-FFF2-40B4-BE49-F238E27FC236}">
                      <a16:creationId xmlns:a16="http://schemas.microsoft.com/office/drawing/2014/main" id="{6CA4BC7B-D402-2195-7B2F-02A791F246C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Text Box 46">
                  <a:extLst>
                    <a:ext uri="{FF2B5EF4-FFF2-40B4-BE49-F238E27FC236}">
                      <a16:creationId xmlns:a16="http://schemas.microsoft.com/office/drawing/2014/main" id="{72CB8166-477E-CF5C-C427-D8ADC79CB0C9}"/>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5" name="Group 14">
              <a:extLst>
                <a:ext uri="{FF2B5EF4-FFF2-40B4-BE49-F238E27FC236}">
                  <a16:creationId xmlns:a16="http://schemas.microsoft.com/office/drawing/2014/main" id="{9EEAEA82-CB60-5336-C0FC-D9CFFE57C3BF}"/>
                </a:ext>
              </a:extLst>
            </p:cNvPr>
            <p:cNvGrpSpPr/>
            <p:nvPr/>
          </p:nvGrpSpPr>
          <p:grpSpPr>
            <a:xfrm>
              <a:off x="6263949" y="5807720"/>
              <a:ext cx="531821" cy="369069"/>
              <a:chOff x="1348328" y="2507397"/>
              <a:chExt cx="603916" cy="419100"/>
            </a:xfrm>
          </p:grpSpPr>
          <p:grpSp>
            <p:nvGrpSpPr>
              <p:cNvPr id="26" name="Group 25">
                <a:extLst>
                  <a:ext uri="{FF2B5EF4-FFF2-40B4-BE49-F238E27FC236}">
                    <a16:creationId xmlns:a16="http://schemas.microsoft.com/office/drawing/2014/main" id="{554F9DB0-2602-A14A-F969-BDABA2E959CF}"/>
                  </a:ext>
                </a:extLst>
              </p:cNvPr>
              <p:cNvGrpSpPr/>
              <p:nvPr/>
            </p:nvGrpSpPr>
            <p:grpSpPr>
              <a:xfrm>
                <a:off x="1348328" y="2555748"/>
                <a:ext cx="603916" cy="308999"/>
                <a:chOff x="5278570" y="2983486"/>
                <a:chExt cx="501650" cy="233363"/>
              </a:xfrm>
            </p:grpSpPr>
            <p:sp>
              <p:nvSpPr>
                <p:cNvPr id="30" name="Oval 5">
                  <a:extLst>
                    <a:ext uri="{FF2B5EF4-FFF2-40B4-BE49-F238E27FC236}">
                      <a16:creationId xmlns:a16="http://schemas.microsoft.com/office/drawing/2014/main" id="{613F2113-D77E-2104-347E-70D7FFACD65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Line 6">
                  <a:extLst>
                    <a:ext uri="{FF2B5EF4-FFF2-40B4-BE49-F238E27FC236}">
                      <a16:creationId xmlns:a16="http://schemas.microsoft.com/office/drawing/2014/main" id="{AB520B32-8858-5028-AE3F-179C54F782F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Line 7">
                  <a:extLst>
                    <a:ext uri="{FF2B5EF4-FFF2-40B4-BE49-F238E27FC236}">
                      <a16:creationId xmlns:a16="http://schemas.microsoft.com/office/drawing/2014/main" id="{BFDDCDEC-1C66-4271-F304-F539465BEA0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Rectangle 8">
                  <a:extLst>
                    <a:ext uri="{FF2B5EF4-FFF2-40B4-BE49-F238E27FC236}">
                      <a16:creationId xmlns:a16="http://schemas.microsoft.com/office/drawing/2014/main" id="{0A33C5EF-D4C5-E8F0-2B96-BAE4F402ECE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Oval 9">
                  <a:extLst>
                    <a:ext uri="{FF2B5EF4-FFF2-40B4-BE49-F238E27FC236}">
                      <a16:creationId xmlns:a16="http://schemas.microsoft.com/office/drawing/2014/main" id="{D61008D6-B0ED-CE7D-CF04-1EB72D1819AB}"/>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7" name="Group 44">
                <a:extLst>
                  <a:ext uri="{FF2B5EF4-FFF2-40B4-BE49-F238E27FC236}">
                    <a16:creationId xmlns:a16="http://schemas.microsoft.com/office/drawing/2014/main" id="{BCD3DD69-0312-C7AB-B340-CFD7229AD48E}"/>
                  </a:ext>
                </a:extLst>
              </p:cNvPr>
              <p:cNvGrpSpPr>
                <a:grpSpLocks/>
              </p:cNvGrpSpPr>
              <p:nvPr/>
            </p:nvGrpSpPr>
            <p:grpSpPr bwMode="auto">
              <a:xfrm>
                <a:off x="1456374" y="2507397"/>
                <a:ext cx="355165" cy="419100"/>
                <a:chOff x="2944" y="2425"/>
                <a:chExt cx="227" cy="264"/>
              </a:xfrm>
            </p:grpSpPr>
            <p:sp>
              <p:nvSpPr>
                <p:cNvPr id="28" name="Rectangle 45">
                  <a:extLst>
                    <a:ext uri="{FF2B5EF4-FFF2-40B4-BE49-F238E27FC236}">
                      <a16:creationId xmlns:a16="http://schemas.microsoft.com/office/drawing/2014/main" id="{06112622-9D07-A0AF-904C-5113DC47631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Text Box 46">
                  <a:extLst>
                    <a:ext uri="{FF2B5EF4-FFF2-40B4-BE49-F238E27FC236}">
                      <a16:creationId xmlns:a16="http://schemas.microsoft.com/office/drawing/2014/main" id="{94D90AA4-A1F5-EF1C-DB38-97724340E6D5}"/>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 name="Group 15">
              <a:extLst>
                <a:ext uri="{FF2B5EF4-FFF2-40B4-BE49-F238E27FC236}">
                  <a16:creationId xmlns:a16="http://schemas.microsoft.com/office/drawing/2014/main" id="{A8A27CC2-2D93-F28A-20E1-8E650F690A5E}"/>
                </a:ext>
              </a:extLst>
            </p:cNvPr>
            <p:cNvGrpSpPr/>
            <p:nvPr/>
          </p:nvGrpSpPr>
          <p:grpSpPr>
            <a:xfrm>
              <a:off x="8197315" y="5805271"/>
              <a:ext cx="531821" cy="369069"/>
              <a:chOff x="1348328" y="2507397"/>
              <a:chExt cx="603916" cy="419100"/>
            </a:xfrm>
          </p:grpSpPr>
          <p:grpSp>
            <p:nvGrpSpPr>
              <p:cNvPr id="17" name="Group 16">
                <a:extLst>
                  <a:ext uri="{FF2B5EF4-FFF2-40B4-BE49-F238E27FC236}">
                    <a16:creationId xmlns:a16="http://schemas.microsoft.com/office/drawing/2014/main" id="{92698133-946A-0E77-ADB5-2BBC0B51BCED}"/>
                  </a:ext>
                </a:extLst>
              </p:cNvPr>
              <p:cNvGrpSpPr/>
              <p:nvPr/>
            </p:nvGrpSpPr>
            <p:grpSpPr>
              <a:xfrm>
                <a:off x="1348328" y="2555748"/>
                <a:ext cx="603916" cy="308999"/>
                <a:chOff x="5278570" y="2983486"/>
                <a:chExt cx="501650" cy="233363"/>
              </a:xfrm>
            </p:grpSpPr>
            <p:sp>
              <p:nvSpPr>
                <p:cNvPr id="21" name="Oval 5">
                  <a:extLst>
                    <a:ext uri="{FF2B5EF4-FFF2-40B4-BE49-F238E27FC236}">
                      <a16:creationId xmlns:a16="http://schemas.microsoft.com/office/drawing/2014/main" id="{A5589665-716A-20A1-EE8E-BD017D6AA5C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Line 6">
                  <a:extLst>
                    <a:ext uri="{FF2B5EF4-FFF2-40B4-BE49-F238E27FC236}">
                      <a16:creationId xmlns:a16="http://schemas.microsoft.com/office/drawing/2014/main" id="{EE45BB8D-4C57-9F30-4E7A-EFA4538E222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Line 7">
                  <a:extLst>
                    <a:ext uri="{FF2B5EF4-FFF2-40B4-BE49-F238E27FC236}">
                      <a16:creationId xmlns:a16="http://schemas.microsoft.com/office/drawing/2014/main" id="{A781F0EB-78BA-2681-5231-0B0FCBE62169}"/>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Rectangle 8">
                  <a:extLst>
                    <a:ext uri="{FF2B5EF4-FFF2-40B4-BE49-F238E27FC236}">
                      <a16:creationId xmlns:a16="http://schemas.microsoft.com/office/drawing/2014/main" id="{63F65C6F-38DE-0DA1-42B3-FE8FD5610AA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Oval 9">
                  <a:extLst>
                    <a:ext uri="{FF2B5EF4-FFF2-40B4-BE49-F238E27FC236}">
                      <a16:creationId xmlns:a16="http://schemas.microsoft.com/office/drawing/2014/main" id="{0ACE01D0-4A0F-301A-543D-F7AE43BF4C8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8" name="Group 44">
                <a:extLst>
                  <a:ext uri="{FF2B5EF4-FFF2-40B4-BE49-F238E27FC236}">
                    <a16:creationId xmlns:a16="http://schemas.microsoft.com/office/drawing/2014/main" id="{2E599B7F-8859-6F82-9D51-45257783CEE0}"/>
                  </a:ext>
                </a:extLst>
              </p:cNvPr>
              <p:cNvGrpSpPr>
                <a:grpSpLocks/>
              </p:cNvGrpSpPr>
              <p:nvPr/>
            </p:nvGrpSpPr>
            <p:grpSpPr bwMode="auto">
              <a:xfrm>
                <a:off x="1500196" y="2507397"/>
                <a:ext cx="267548" cy="419100"/>
                <a:chOff x="2972" y="2425"/>
                <a:chExt cx="171" cy="264"/>
              </a:xfrm>
            </p:grpSpPr>
            <p:sp>
              <p:nvSpPr>
                <p:cNvPr id="19" name="Rectangle 45">
                  <a:extLst>
                    <a:ext uri="{FF2B5EF4-FFF2-40B4-BE49-F238E27FC236}">
                      <a16:creationId xmlns:a16="http://schemas.microsoft.com/office/drawing/2014/main" id="{DC981CFB-EC0D-D199-A885-F1246B7ABDC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Text Box 46">
                  <a:extLst>
                    <a:ext uri="{FF2B5EF4-FFF2-40B4-BE49-F238E27FC236}">
                      <a16:creationId xmlns:a16="http://schemas.microsoft.com/office/drawing/2014/main" id="{963D8C97-F6DE-815B-9319-9F14CEA429BC}"/>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4" name="TextBox 43">
            <a:extLst>
              <a:ext uri="{FF2B5EF4-FFF2-40B4-BE49-F238E27FC236}">
                <a16:creationId xmlns:a16="http://schemas.microsoft.com/office/drawing/2014/main" id="{C56C3E6B-8563-7FC0-1DB1-F98CA032E2F4}"/>
              </a:ext>
            </a:extLst>
          </p:cNvPr>
          <p:cNvSpPr txBox="1"/>
          <p:nvPr/>
        </p:nvSpPr>
        <p:spPr>
          <a:xfrm>
            <a:off x="4305782" y="2800182"/>
            <a:ext cx="301686" cy="338554"/>
          </a:xfrm>
          <a:prstGeom prst="rect">
            <a:avLst/>
          </a:prstGeom>
          <a:noFill/>
        </p:spPr>
        <p:txBody>
          <a:bodyPr wrap="square" rtlCol="0">
            <a:spAutoFit/>
          </a:bodyPr>
          <a:lstStyle/>
          <a:p>
            <a:r>
              <a:rPr lang="en-US" sz="1600" dirty="0"/>
              <a:t>1</a:t>
            </a:r>
          </a:p>
        </p:txBody>
      </p:sp>
      <p:sp>
        <p:nvSpPr>
          <p:cNvPr id="45" name="TextBox 44">
            <a:extLst>
              <a:ext uri="{FF2B5EF4-FFF2-40B4-BE49-F238E27FC236}">
                <a16:creationId xmlns:a16="http://schemas.microsoft.com/office/drawing/2014/main" id="{705C964E-6CB2-0BCB-8D3D-D36007A988BA}"/>
              </a:ext>
            </a:extLst>
          </p:cNvPr>
          <p:cNvSpPr txBox="1"/>
          <p:nvPr/>
        </p:nvSpPr>
        <p:spPr>
          <a:xfrm>
            <a:off x="6217534" y="2790537"/>
            <a:ext cx="288862" cy="338554"/>
          </a:xfrm>
          <a:prstGeom prst="rect">
            <a:avLst/>
          </a:prstGeom>
          <a:noFill/>
        </p:spPr>
        <p:txBody>
          <a:bodyPr wrap="none" rtlCol="0">
            <a:spAutoFit/>
          </a:bodyPr>
          <a:lstStyle/>
          <a:p>
            <a:r>
              <a:rPr lang="en-US" sz="1600" dirty="0"/>
              <a:t>1</a:t>
            </a:r>
          </a:p>
        </p:txBody>
      </p:sp>
      <p:sp>
        <p:nvSpPr>
          <p:cNvPr id="46" name="TextBox 45">
            <a:extLst>
              <a:ext uri="{FF2B5EF4-FFF2-40B4-BE49-F238E27FC236}">
                <a16:creationId xmlns:a16="http://schemas.microsoft.com/office/drawing/2014/main" id="{C12F3A7A-39AA-3CB3-2A32-AD696468A6F9}"/>
              </a:ext>
            </a:extLst>
          </p:cNvPr>
          <p:cNvSpPr txBox="1"/>
          <p:nvPr/>
        </p:nvSpPr>
        <p:spPr>
          <a:xfrm>
            <a:off x="5445886" y="2053616"/>
            <a:ext cx="301686" cy="338554"/>
          </a:xfrm>
          <a:prstGeom prst="rect">
            <a:avLst/>
          </a:prstGeom>
          <a:noFill/>
        </p:spPr>
        <p:txBody>
          <a:bodyPr wrap="square" rtlCol="0">
            <a:spAutoFit/>
          </a:bodyPr>
          <a:lstStyle/>
          <a:p>
            <a:r>
              <a:rPr lang="en-US" sz="1600" dirty="0"/>
              <a:t>8</a:t>
            </a:r>
          </a:p>
        </p:txBody>
      </p:sp>
      <p:sp>
        <p:nvSpPr>
          <p:cNvPr id="47" name="TextBox 46">
            <a:extLst>
              <a:ext uri="{FF2B5EF4-FFF2-40B4-BE49-F238E27FC236}">
                <a16:creationId xmlns:a16="http://schemas.microsoft.com/office/drawing/2014/main" id="{4A2A67BC-8A4B-58C3-46A3-9C85F89E5DAF}"/>
              </a:ext>
            </a:extLst>
          </p:cNvPr>
          <p:cNvSpPr txBox="1"/>
          <p:nvPr/>
        </p:nvSpPr>
        <p:spPr>
          <a:xfrm>
            <a:off x="7357638" y="2043971"/>
            <a:ext cx="288862" cy="338554"/>
          </a:xfrm>
          <a:prstGeom prst="rect">
            <a:avLst/>
          </a:prstGeom>
          <a:noFill/>
        </p:spPr>
        <p:txBody>
          <a:bodyPr wrap="none" rtlCol="0">
            <a:spAutoFit/>
          </a:bodyPr>
          <a:lstStyle/>
          <a:p>
            <a:r>
              <a:rPr lang="en-US" sz="1600" dirty="0"/>
              <a:t>1</a:t>
            </a:r>
          </a:p>
        </p:txBody>
      </p:sp>
      <p:grpSp>
        <p:nvGrpSpPr>
          <p:cNvPr id="48" name="Group 47">
            <a:extLst>
              <a:ext uri="{FF2B5EF4-FFF2-40B4-BE49-F238E27FC236}">
                <a16:creationId xmlns:a16="http://schemas.microsoft.com/office/drawing/2014/main" id="{2D204085-D959-CC48-399F-A38E92189B73}"/>
              </a:ext>
            </a:extLst>
          </p:cNvPr>
          <p:cNvGrpSpPr/>
          <p:nvPr/>
        </p:nvGrpSpPr>
        <p:grpSpPr>
          <a:xfrm>
            <a:off x="584365" y="1788803"/>
            <a:ext cx="736099" cy="1229581"/>
            <a:chOff x="10030307" y="3444875"/>
            <a:chExt cx="736099" cy="1229581"/>
          </a:xfrm>
        </p:grpSpPr>
        <p:sp>
          <p:nvSpPr>
            <p:cNvPr id="49" name="TextBox 48">
              <a:extLst>
                <a:ext uri="{FF2B5EF4-FFF2-40B4-BE49-F238E27FC236}">
                  <a16:creationId xmlns:a16="http://schemas.microsoft.com/office/drawing/2014/main" id="{B1C60A00-7D3E-4C8F-3CEE-FCB77E687608}"/>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50" name="Group 49">
              <a:extLst>
                <a:ext uri="{FF2B5EF4-FFF2-40B4-BE49-F238E27FC236}">
                  <a16:creationId xmlns:a16="http://schemas.microsoft.com/office/drawing/2014/main" id="{7223ABF5-C2C6-708E-C952-C059271D2CB2}"/>
                </a:ext>
              </a:extLst>
            </p:cNvPr>
            <p:cNvGrpSpPr/>
            <p:nvPr/>
          </p:nvGrpSpPr>
          <p:grpSpPr>
            <a:xfrm>
              <a:off x="10034588" y="3444875"/>
              <a:ext cx="682627" cy="682625"/>
              <a:chOff x="10034588" y="3444875"/>
              <a:chExt cx="682627" cy="682625"/>
            </a:xfrm>
          </p:grpSpPr>
          <p:sp>
            <p:nvSpPr>
              <p:cNvPr id="51" name="Oval 50">
                <a:extLst>
                  <a:ext uri="{FF2B5EF4-FFF2-40B4-BE49-F238E27FC236}">
                    <a16:creationId xmlns:a16="http://schemas.microsoft.com/office/drawing/2014/main" id="{B0F5935E-F2A5-319A-9B01-6E3702AD5607}"/>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2" name="Straight Connector 51">
                <a:extLst>
                  <a:ext uri="{FF2B5EF4-FFF2-40B4-BE49-F238E27FC236}">
                    <a16:creationId xmlns:a16="http://schemas.microsoft.com/office/drawing/2014/main" id="{EBAE39E3-BB9A-A160-D094-6D53487B920C}"/>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2EDFD73C-F39F-199D-042F-BCDC1161B022}"/>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5A6A7CD-ABC8-658A-DA33-124A4997090C}"/>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210F1CC8-F8D5-0579-3E1E-66670C166437}"/>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B40679AE-C2C4-6C7E-0D4B-93EA751EA500}"/>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B6E4AB18-F98B-38A2-1765-C2BD97A7DD86}"/>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05A40861-F4F9-EB95-7EB3-66DEDB9F48D3}"/>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C329A87D-C357-6C38-43EE-4BA80B72E4BF}"/>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8C844E5-AAF1-92B1-3FAB-3B581D621E0E}"/>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862350E6-03C4-CFB5-364F-288157A713EE}"/>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8891B048-C32E-70AD-4D8F-A016D051B670}"/>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6BA1ED26-1F4F-27CC-6912-0ABA5CB084B4}"/>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448" name="Oval 447">
                <a:extLst>
                  <a:ext uri="{FF2B5EF4-FFF2-40B4-BE49-F238E27FC236}">
                    <a16:creationId xmlns:a16="http://schemas.microsoft.com/office/drawing/2014/main" id="{967DA6EB-0A4B-9805-8BEF-12421314EED5}"/>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449" name="Straight Connector 448">
            <a:extLst>
              <a:ext uri="{FF2B5EF4-FFF2-40B4-BE49-F238E27FC236}">
                <a16:creationId xmlns:a16="http://schemas.microsoft.com/office/drawing/2014/main" id="{E29A42A1-C1D9-008C-D1B3-1FC53745C0B1}"/>
              </a:ext>
            </a:extLst>
          </p:cNvPr>
          <p:cNvCxnSpPr>
            <a:cxnSpLocks/>
          </p:cNvCxnSpPr>
          <p:nvPr/>
        </p:nvCxnSpPr>
        <p:spPr>
          <a:xfrm>
            <a:off x="919556" y="1925608"/>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50" name="Group 449">
            <a:extLst>
              <a:ext uri="{FF2B5EF4-FFF2-40B4-BE49-F238E27FC236}">
                <a16:creationId xmlns:a16="http://schemas.microsoft.com/office/drawing/2014/main" id="{E14D46E3-42F3-64DD-09F5-FFFFADB10C1B}"/>
              </a:ext>
            </a:extLst>
          </p:cNvPr>
          <p:cNvGrpSpPr/>
          <p:nvPr/>
        </p:nvGrpSpPr>
        <p:grpSpPr>
          <a:xfrm>
            <a:off x="6656438" y="165634"/>
            <a:ext cx="2493133" cy="1917291"/>
            <a:chOff x="7010400" y="108155"/>
            <a:chExt cx="2493133" cy="1917291"/>
          </a:xfrm>
        </p:grpSpPr>
        <p:sp>
          <p:nvSpPr>
            <p:cNvPr id="451" name="Freeform 241">
              <a:extLst>
                <a:ext uri="{FF2B5EF4-FFF2-40B4-BE49-F238E27FC236}">
                  <a16:creationId xmlns:a16="http://schemas.microsoft.com/office/drawing/2014/main" id="{0F66DF6B-D4CB-A9AE-98F7-58232C0C1F44}"/>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2" name="Group 451">
              <a:extLst>
                <a:ext uri="{FF2B5EF4-FFF2-40B4-BE49-F238E27FC236}">
                  <a16:creationId xmlns:a16="http://schemas.microsoft.com/office/drawing/2014/main" id="{551B01A5-3F0E-CF6E-1E26-F181D8EB1C56}"/>
                </a:ext>
              </a:extLst>
            </p:cNvPr>
            <p:cNvGrpSpPr/>
            <p:nvPr/>
          </p:nvGrpSpPr>
          <p:grpSpPr>
            <a:xfrm>
              <a:off x="7323884" y="108155"/>
              <a:ext cx="2179649" cy="1445342"/>
              <a:chOff x="7323884" y="108155"/>
              <a:chExt cx="2179649" cy="1445342"/>
            </a:xfrm>
          </p:grpSpPr>
          <p:sp>
            <p:nvSpPr>
              <p:cNvPr id="453" name="Rectangle 452">
                <a:extLst>
                  <a:ext uri="{FF2B5EF4-FFF2-40B4-BE49-F238E27FC236}">
                    <a16:creationId xmlns:a16="http://schemas.microsoft.com/office/drawing/2014/main" id="{60E80212-A87F-D8F0-14D4-2FA20A78BDD3}"/>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4" name="Group 453">
                <a:extLst>
                  <a:ext uri="{FF2B5EF4-FFF2-40B4-BE49-F238E27FC236}">
                    <a16:creationId xmlns:a16="http://schemas.microsoft.com/office/drawing/2014/main" id="{D9C3EB6D-3AD4-F9A3-257B-1A7638A5EEBD}"/>
                  </a:ext>
                </a:extLst>
              </p:cNvPr>
              <p:cNvGrpSpPr/>
              <p:nvPr/>
            </p:nvGrpSpPr>
            <p:grpSpPr>
              <a:xfrm>
                <a:off x="7323884" y="120836"/>
                <a:ext cx="2179649" cy="1432661"/>
                <a:chOff x="7323884" y="120836"/>
                <a:chExt cx="2179649" cy="1432661"/>
              </a:xfrm>
            </p:grpSpPr>
            <p:sp>
              <p:nvSpPr>
                <p:cNvPr id="455" name="Rectangle 454">
                  <a:extLst>
                    <a:ext uri="{FF2B5EF4-FFF2-40B4-BE49-F238E27FC236}">
                      <a16:creationId xmlns:a16="http://schemas.microsoft.com/office/drawing/2014/main" id="{6ED442E5-A003-023B-3022-8BDC9BC327BF}"/>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6" name="TextBox 455">
                  <a:extLst>
                    <a:ext uri="{FF2B5EF4-FFF2-40B4-BE49-F238E27FC236}">
                      <a16:creationId xmlns:a16="http://schemas.microsoft.com/office/drawing/2014/main" id="{2349AF32-A43C-805E-D80E-5FAE5132D1FF}"/>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schemeClr val="bg1"/>
                      </a:solidFill>
                    </a:rPr>
                    <a:t>DV in b:</a:t>
                  </a:r>
                </a:p>
              </p:txBody>
            </p:sp>
            <p:cxnSp>
              <p:nvCxnSpPr>
                <p:cNvPr id="457" name="Straight Connector 456">
                  <a:extLst>
                    <a:ext uri="{FF2B5EF4-FFF2-40B4-BE49-F238E27FC236}">
                      <a16:creationId xmlns:a16="http://schemas.microsoft.com/office/drawing/2014/main" id="{A8462480-6FC5-FA43-E059-D4A008D1A54C}"/>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58" name="Rectangle 457">
                  <a:extLst>
                    <a:ext uri="{FF2B5EF4-FFF2-40B4-BE49-F238E27FC236}">
                      <a16:creationId xmlns:a16="http://schemas.microsoft.com/office/drawing/2014/main" id="{FCEDEED6-0A5F-C2AD-63B4-A1E50DC0C19D}"/>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9" name="TextBox 458">
                  <a:extLst>
                    <a:ext uri="{FF2B5EF4-FFF2-40B4-BE49-F238E27FC236}">
                      <a16:creationId xmlns:a16="http://schemas.microsoft.com/office/drawing/2014/main" id="{CD689A40-BD9A-A5AF-2090-A59144ABA506}"/>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t>D</a:t>
                  </a:r>
                  <a:r>
                    <a:rPr lang="en-US" sz="1600" baseline="-25000" dirty="0"/>
                    <a:t>b</a:t>
                  </a:r>
                  <a:r>
                    <a:rPr lang="en-US" sz="1600" dirty="0"/>
                    <a:t>(f) =</a:t>
                  </a:r>
                  <a:r>
                    <a:rPr lang="en-US" sz="1600" dirty="0">
                      <a:cs typeface="Arial" charset="0"/>
                    </a:rPr>
                    <a:t> ∞</a:t>
                  </a:r>
                </a:p>
                <a:p>
                  <a:pPr>
                    <a:lnSpc>
                      <a:spcPct val="90000"/>
                    </a:lnSpc>
                  </a:pPr>
                  <a:r>
                    <a:rPr lang="en-US" sz="1600" dirty="0"/>
                    <a:t>D</a:t>
                  </a:r>
                  <a:r>
                    <a:rPr lang="en-US" sz="1600" baseline="-25000" dirty="0"/>
                    <a:t>b</a:t>
                  </a:r>
                  <a:r>
                    <a:rPr lang="en-US" sz="1600" dirty="0"/>
                    <a:t>(g) =</a:t>
                  </a:r>
                  <a:r>
                    <a:rPr lang="en-US" sz="1600" dirty="0">
                      <a:cs typeface="Arial" charset="0"/>
                    </a:rPr>
                    <a:t> ∞</a:t>
                  </a:r>
                </a:p>
                <a:p>
                  <a:pPr>
                    <a:lnSpc>
                      <a:spcPct val="90000"/>
                    </a:lnSpc>
                  </a:pPr>
                  <a:r>
                    <a:rPr lang="en-US" sz="1600" dirty="0"/>
                    <a:t>D</a:t>
                  </a:r>
                  <a:r>
                    <a:rPr lang="en-US" sz="1600" baseline="-25000" dirty="0"/>
                    <a:t>b</a:t>
                  </a:r>
                  <a:r>
                    <a:rPr lang="en-US" sz="1600" dirty="0"/>
                    <a:t>(h) =</a:t>
                  </a:r>
                  <a:r>
                    <a:rPr lang="en-US" sz="1600" dirty="0">
                      <a:cs typeface="Arial" charset="0"/>
                    </a:rPr>
                    <a:t> ∞</a:t>
                  </a:r>
                </a:p>
                <a:p>
                  <a:pPr>
                    <a:lnSpc>
                      <a:spcPct val="90000"/>
                    </a:lnSpc>
                  </a:pPr>
                  <a:r>
                    <a:rPr lang="en-US" sz="1600" dirty="0"/>
                    <a:t>D</a:t>
                  </a:r>
                  <a:r>
                    <a:rPr lang="en-US" sz="1600" baseline="-25000" dirty="0"/>
                    <a:t>b</a:t>
                  </a:r>
                  <a:r>
                    <a:rPr lang="en-US" sz="1600" dirty="0"/>
                    <a:t>(i) =</a:t>
                  </a:r>
                  <a:r>
                    <a:rPr lang="en-US" sz="1600" dirty="0">
                      <a:cs typeface="Arial" charset="0"/>
                    </a:rPr>
                    <a:t> ∞</a:t>
                  </a:r>
                  <a:endParaRPr lang="en-US" sz="1600" dirty="0"/>
                </a:p>
              </p:txBody>
            </p:sp>
            <p:sp>
              <p:nvSpPr>
                <p:cNvPr id="460" name="TextBox 459">
                  <a:extLst>
                    <a:ext uri="{FF2B5EF4-FFF2-40B4-BE49-F238E27FC236}">
                      <a16:creationId xmlns:a16="http://schemas.microsoft.com/office/drawing/2014/main" id="{B420ECE1-B130-4C52-252B-CF34DAFD71F3}"/>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t>D</a:t>
                  </a:r>
                  <a:r>
                    <a:rPr lang="en-US" sz="1600" baseline="-25000" dirty="0"/>
                    <a:t>b</a:t>
                  </a:r>
                  <a:r>
                    <a:rPr lang="en-US" sz="1600" dirty="0"/>
                    <a:t>(a) = 8</a:t>
                  </a:r>
                  <a:endParaRPr lang="en-US" sz="1600" dirty="0">
                    <a:cs typeface="Arial" charset="0"/>
                  </a:endParaRPr>
                </a:p>
                <a:p>
                  <a:pPr marL="114300" lvl="1">
                    <a:lnSpc>
                      <a:spcPct val="90000"/>
                    </a:lnSpc>
                  </a:pPr>
                  <a:r>
                    <a:rPr lang="en-US" sz="1600" dirty="0"/>
                    <a:t>D</a:t>
                  </a:r>
                  <a:r>
                    <a:rPr lang="en-US" sz="1600" baseline="-25000" dirty="0"/>
                    <a:t>b</a:t>
                  </a:r>
                  <a:r>
                    <a:rPr lang="en-US" sz="1600" dirty="0"/>
                    <a:t>(c) =</a:t>
                  </a:r>
                  <a:r>
                    <a:rPr lang="en-US" sz="1600" dirty="0">
                      <a:cs typeface="Arial" charset="0"/>
                    </a:rPr>
                    <a:t> 1</a:t>
                  </a:r>
                  <a:endParaRPr lang="en-US" sz="1600" dirty="0"/>
                </a:p>
                <a:p>
                  <a:pPr marL="114300" lvl="1">
                    <a:lnSpc>
                      <a:spcPct val="90000"/>
                    </a:lnSpc>
                  </a:pPr>
                  <a:r>
                    <a:rPr lang="en-US" sz="1600" dirty="0"/>
                    <a:t>D</a:t>
                  </a:r>
                  <a:r>
                    <a:rPr lang="en-US" sz="1600" baseline="-25000" dirty="0"/>
                    <a:t>b</a:t>
                  </a:r>
                  <a:r>
                    <a:rPr lang="en-US" sz="1600" dirty="0"/>
                    <a:t>(d) =</a:t>
                  </a:r>
                  <a:r>
                    <a:rPr lang="en-US" sz="1600" dirty="0">
                      <a:cs typeface="Arial" charset="0"/>
                    </a:rPr>
                    <a:t> ∞</a:t>
                  </a:r>
                  <a:endParaRPr lang="en-US" sz="1600" dirty="0"/>
                </a:p>
                <a:p>
                  <a:pPr marL="114300" lvl="1">
                    <a:lnSpc>
                      <a:spcPct val="90000"/>
                    </a:lnSpc>
                  </a:pPr>
                  <a:r>
                    <a:rPr lang="en-US" sz="1600" dirty="0"/>
                    <a:t>D</a:t>
                  </a:r>
                  <a:r>
                    <a:rPr lang="en-US" sz="1600" baseline="-25000" dirty="0"/>
                    <a:t>b</a:t>
                  </a:r>
                  <a:r>
                    <a:rPr lang="en-US" sz="1600" dirty="0"/>
                    <a:t>(e) =</a:t>
                  </a:r>
                  <a:r>
                    <a:rPr lang="en-US" sz="1600" dirty="0">
                      <a:cs typeface="Arial" charset="0"/>
                    </a:rPr>
                    <a:t> 1</a:t>
                  </a:r>
                  <a:endParaRPr lang="en-US" sz="1600" dirty="0"/>
                </a:p>
              </p:txBody>
            </p:sp>
          </p:grpSp>
        </p:grpSp>
      </p:grpSp>
      <p:sp>
        <p:nvSpPr>
          <p:cNvPr id="461" name="TextBox 460">
            <a:extLst>
              <a:ext uri="{FF2B5EF4-FFF2-40B4-BE49-F238E27FC236}">
                <a16:creationId xmlns:a16="http://schemas.microsoft.com/office/drawing/2014/main" id="{167B7233-E9BE-1C2B-09CD-3F45C159D511}"/>
              </a:ext>
            </a:extLst>
          </p:cNvPr>
          <p:cNvSpPr txBox="1"/>
          <p:nvPr/>
        </p:nvSpPr>
        <p:spPr>
          <a:xfrm flipH="1">
            <a:off x="348626" y="3008651"/>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t>c receives DVs from b computes:</a:t>
            </a:r>
          </a:p>
        </p:txBody>
      </p:sp>
      <p:grpSp>
        <p:nvGrpSpPr>
          <p:cNvPr id="462" name="Group 461">
            <a:extLst>
              <a:ext uri="{FF2B5EF4-FFF2-40B4-BE49-F238E27FC236}">
                <a16:creationId xmlns:a16="http://schemas.microsoft.com/office/drawing/2014/main" id="{79C0F8BD-B55E-85EC-5061-C63A28BA3F05}"/>
              </a:ext>
            </a:extLst>
          </p:cNvPr>
          <p:cNvGrpSpPr/>
          <p:nvPr/>
        </p:nvGrpSpPr>
        <p:grpSpPr>
          <a:xfrm>
            <a:off x="4333785" y="1835723"/>
            <a:ext cx="4395351" cy="404576"/>
            <a:chOff x="4333785" y="5772213"/>
            <a:chExt cx="4395351" cy="404576"/>
          </a:xfrm>
        </p:grpSpPr>
        <p:grpSp>
          <p:nvGrpSpPr>
            <p:cNvPr id="463" name="Group 462">
              <a:extLst>
                <a:ext uri="{FF2B5EF4-FFF2-40B4-BE49-F238E27FC236}">
                  <a16:creationId xmlns:a16="http://schemas.microsoft.com/office/drawing/2014/main" id="{FAB9B1E5-BEC3-F9E8-C1FE-D41EEE1050D7}"/>
                </a:ext>
              </a:extLst>
            </p:cNvPr>
            <p:cNvGrpSpPr/>
            <p:nvPr/>
          </p:nvGrpSpPr>
          <p:grpSpPr>
            <a:xfrm>
              <a:off x="4333785" y="5772213"/>
              <a:ext cx="531821" cy="369069"/>
              <a:chOff x="1348328" y="2475647"/>
              <a:chExt cx="603916" cy="419100"/>
            </a:xfrm>
          </p:grpSpPr>
          <p:grpSp>
            <p:nvGrpSpPr>
              <p:cNvPr id="484" name="Group 483">
                <a:extLst>
                  <a:ext uri="{FF2B5EF4-FFF2-40B4-BE49-F238E27FC236}">
                    <a16:creationId xmlns:a16="http://schemas.microsoft.com/office/drawing/2014/main" id="{2CC4A6FF-6E4E-4249-D054-AF7E4C7555BE}"/>
                  </a:ext>
                </a:extLst>
              </p:cNvPr>
              <p:cNvGrpSpPr/>
              <p:nvPr/>
            </p:nvGrpSpPr>
            <p:grpSpPr>
              <a:xfrm>
                <a:off x="1348328" y="2555748"/>
                <a:ext cx="603916" cy="308999"/>
                <a:chOff x="5278570" y="2983486"/>
                <a:chExt cx="501650" cy="233363"/>
              </a:xfrm>
            </p:grpSpPr>
            <p:sp>
              <p:nvSpPr>
                <p:cNvPr id="488" name="Oval 5">
                  <a:extLst>
                    <a:ext uri="{FF2B5EF4-FFF2-40B4-BE49-F238E27FC236}">
                      <a16:creationId xmlns:a16="http://schemas.microsoft.com/office/drawing/2014/main" id="{7181CCD2-D9FB-288B-C277-8771954FD97D}"/>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Line 6">
                  <a:extLst>
                    <a:ext uri="{FF2B5EF4-FFF2-40B4-BE49-F238E27FC236}">
                      <a16:creationId xmlns:a16="http://schemas.microsoft.com/office/drawing/2014/main" id="{276C9DC5-5281-8A67-40F2-2A49A52DF31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Line 7">
                  <a:extLst>
                    <a:ext uri="{FF2B5EF4-FFF2-40B4-BE49-F238E27FC236}">
                      <a16:creationId xmlns:a16="http://schemas.microsoft.com/office/drawing/2014/main" id="{CC838959-FBCC-B8C8-2294-501DEF980A3A}"/>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1" name="Rectangle 8">
                  <a:extLst>
                    <a:ext uri="{FF2B5EF4-FFF2-40B4-BE49-F238E27FC236}">
                      <a16:creationId xmlns:a16="http://schemas.microsoft.com/office/drawing/2014/main" id="{2369FFED-E251-0256-94A0-1C2B4826F54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Oval 9">
                  <a:extLst>
                    <a:ext uri="{FF2B5EF4-FFF2-40B4-BE49-F238E27FC236}">
                      <a16:creationId xmlns:a16="http://schemas.microsoft.com/office/drawing/2014/main" id="{4541B604-C4F0-29BE-F130-1395FEAC6AF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5" name="Group 44">
                <a:extLst>
                  <a:ext uri="{FF2B5EF4-FFF2-40B4-BE49-F238E27FC236}">
                    <a16:creationId xmlns:a16="http://schemas.microsoft.com/office/drawing/2014/main" id="{15A75B73-624B-A208-B40C-E014AF734D59}"/>
                  </a:ext>
                </a:extLst>
              </p:cNvPr>
              <p:cNvGrpSpPr>
                <a:grpSpLocks/>
              </p:cNvGrpSpPr>
              <p:nvPr/>
            </p:nvGrpSpPr>
            <p:grpSpPr bwMode="auto">
              <a:xfrm>
                <a:off x="1456374" y="2475647"/>
                <a:ext cx="355165" cy="419100"/>
                <a:chOff x="2944" y="2405"/>
                <a:chExt cx="227" cy="264"/>
              </a:xfrm>
            </p:grpSpPr>
            <p:sp>
              <p:nvSpPr>
                <p:cNvPr id="486" name="Rectangle 45">
                  <a:extLst>
                    <a:ext uri="{FF2B5EF4-FFF2-40B4-BE49-F238E27FC236}">
                      <a16:creationId xmlns:a16="http://schemas.microsoft.com/office/drawing/2014/main" id="{EAA1EDFF-855E-1F17-74BA-A93A1F41CDA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7" name="Text Box 46">
                  <a:extLst>
                    <a:ext uri="{FF2B5EF4-FFF2-40B4-BE49-F238E27FC236}">
                      <a16:creationId xmlns:a16="http://schemas.microsoft.com/office/drawing/2014/main" id="{4CC2A352-C274-9455-B6EF-338A6521874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64" name="Group 463">
              <a:extLst>
                <a:ext uri="{FF2B5EF4-FFF2-40B4-BE49-F238E27FC236}">
                  <a16:creationId xmlns:a16="http://schemas.microsoft.com/office/drawing/2014/main" id="{03A90A2D-7C48-C781-0249-3E3E1654699C}"/>
                </a:ext>
              </a:extLst>
            </p:cNvPr>
            <p:cNvGrpSpPr/>
            <p:nvPr/>
          </p:nvGrpSpPr>
          <p:grpSpPr>
            <a:xfrm>
              <a:off x="6263949" y="5807720"/>
              <a:ext cx="531821" cy="369069"/>
              <a:chOff x="1348328" y="2507397"/>
              <a:chExt cx="603916" cy="419100"/>
            </a:xfrm>
          </p:grpSpPr>
          <p:grpSp>
            <p:nvGrpSpPr>
              <p:cNvPr id="475" name="Group 474">
                <a:extLst>
                  <a:ext uri="{FF2B5EF4-FFF2-40B4-BE49-F238E27FC236}">
                    <a16:creationId xmlns:a16="http://schemas.microsoft.com/office/drawing/2014/main" id="{264CDD70-AB83-B2A8-8414-92EFC3FA8B82}"/>
                  </a:ext>
                </a:extLst>
              </p:cNvPr>
              <p:cNvGrpSpPr/>
              <p:nvPr/>
            </p:nvGrpSpPr>
            <p:grpSpPr>
              <a:xfrm>
                <a:off x="1348328" y="2555748"/>
                <a:ext cx="603916" cy="308999"/>
                <a:chOff x="5278570" y="2983486"/>
                <a:chExt cx="501650" cy="233363"/>
              </a:xfrm>
            </p:grpSpPr>
            <p:sp>
              <p:nvSpPr>
                <p:cNvPr id="479" name="Oval 5">
                  <a:extLst>
                    <a:ext uri="{FF2B5EF4-FFF2-40B4-BE49-F238E27FC236}">
                      <a16:creationId xmlns:a16="http://schemas.microsoft.com/office/drawing/2014/main" id="{573B1D65-960A-6D6F-0D89-786D0858A5F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6">
                  <a:extLst>
                    <a:ext uri="{FF2B5EF4-FFF2-40B4-BE49-F238E27FC236}">
                      <a16:creationId xmlns:a16="http://schemas.microsoft.com/office/drawing/2014/main" id="{C8E090C3-3237-8DB3-885E-F31CF0D4E67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7">
                  <a:extLst>
                    <a:ext uri="{FF2B5EF4-FFF2-40B4-BE49-F238E27FC236}">
                      <a16:creationId xmlns:a16="http://schemas.microsoft.com/office/drawing/2014/main" id="{32700D9E-A377-B1D9-AE72-90E5FDAF0D04}"/>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Rectangle 8">
                  <a:extLst>
                    <a:ext uri="{FF2B5EF4-FFF2-40B4-BE49-F238E27FC236}">
                      <a16:creationId xmlns:a16="http://schemas.microsoft.com/office/drawing/2014/main" id="{0069840C-CFA3-655A-CC44-3B7A18E0A49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3" name="Oval 9">
                  <a:extLst>
                    <a:ext uri="{FF2B5EF4-FFF2-40B4-BE49-F238E27FC236}">
                      <a16:creationId xmlns:a16="http://schemas.microsoft.com/office/drawing/2014/main" id="{FE7180E9-186F-A5BD-EF98-D4AF5D01E9F2}"/>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6" name="Group 44">
                <a:extLst>
                  <a:ext uri="{FF2B5EF4-FFF2-40B4-BE49-F238E27FC236}">
                    <a16:creationId xmlns:a16="http://schemas.microsoft.com/office/drawing/2014/main" id="{8BDDDD1F-7E30-E919-84DF-489B65F531CE}"/>
                  </a:ext>
                </a:extLst>
              </p:cNvPr>
              <p:cNvGrpSpPr>
                <a:grpSpLocks/>
              </p:cNvGrpSpPr>
              <p:nvPr/>
            </p:nvGrpSpPr>
            <p:grpSpPr bwMode="auto">
              <a:xfrm>
                <a:off x="1456374" y="2507397"/>
                <a:ext cx="355165" cy="419100"/>
                <a:chOff x="2944" y="2425"/>
                <a:chExt cx="227" cy="264"/>
              </a:xfrm>
            </p:grpSpPr>
            <p:sp>
              <p:nvSpPr>
                <p:cNvPr id="477" name="Rectangle 45">
                  <a:extLst>
                    <a:ext uri="{FF2B5EF4-FFF2-40B4-BE49-F238E27FC236}">
                      <a16:creationId xmlns:a16="http://schemas.microsoft.com/office/drawing/2014/main" id="{10EEB568-FCD9-3A87-1CA0-D5843244A2F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Text Box 46">
                  <a:extLst>
                    <a:ext uri="{FF2B5EF4-FFF2-40B4-BE49-F238E27FC236}">
                      <a16:creationId xmlns:a16="http://schemas.microsoft.com/office/drawing/2014/main" id="{12FA1345-D5F1-A945-5053-2C42817D8B9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65" name="Group 464">
              <a:extLst>
                <a:ext uri="{FF2B5EF4-FFF2-40B4-BE49-F238E27FC236}">
                  <a16:creationId xmlns:a16="http://schemas.microsoft.com/office/drawing/2014/main" id="{2153DD97-3D2F-632C-423D-DCDA0A4BC673}"/>
                </a:ext>
              </a:extLst>
            </p:cNvPr>
            <p:cNvGrpSpPr/>
            <p:nvPr/>
          </p:nvGrpSpPr>
          <p:grpSpPr>
            <a:xfrm>
              <a:off x="8197315" y="5805271"/>
              <a:ext cx="531821" cy="369069"/>
              <a:chOff x="1348328" y="2507397"/>
              <a:chExt cx="603916" cy="419100"/>
            </a:xfrm>
          </p:grpSpPr>
          <p:grpSp>
            <p:nvGrpSpPr>
              <p:cNvPr id="466" name="Group 465">
                <a:extLst>
                  <a:ext uri="{FF2B5EF4-FFF2-40B4-BE49-F238E27FC236}">
                    <a16:creationId xmlns:a16="http://schemas.microsoft.com/office/drawing/2014/main" id="{6A470839-12DE-46FB-8A17-4279F99486F0}"/>
                  </a:ext>
                </a:extLst>
              </p:cNvPr>
              <p:cNvGrpSpPr/>
              <p:nvPr/>
            </p:nvGrpSpPr>
            <p:grpSpPr>
              <a:xfrm>
                <a:off x="1348328" y="2555748"/>
                <a:ext cx="603916" cy="308999"/>
                <a:chOff x="5278570" y="2983486"/>
                <a:chExt cx="501650" cy="233363"/>
              </a:xfrm>
            </p:grpSpPr>
            <p:sp>
              <p:nvSpPr>
                <p:cNvPr id="470" name="Oval 5">
                  <a:extLst>
                    <a:ext uri="{FF2B5EF4-FFF2-40B4-BE49-F238E27FC236}">
                      <a16:creationId xmlns:a16="http://schemas.microsoft.com/office/drawing/2014/main" id="{1442CB7C-17A0-22B0-9F0D-D91EA452A409}"/>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6">
                  <a:extLst>
                    <a:ext uri="{FF2B5EF4-FFF2-40B4-BE49-F238E27FC236}">
                      <a16:creationId xmlns:a16="http://schemas.microsoft.com/office/drawing/2014/main" id="{2F1B8361-DF38-EB0E-9628-2E622241BDED}"/>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Line 7">
                  <a:extLst>
                    <a:ext uri="{FF2B5EF4-FFF2-40B4-BE49-F238E27FC236}">
                      <a16:creationId xmlns:a16="http://schemas.microsoft.com/office/drawing/2014/main" id="{C49900C4-5D10-B7E9-F746-4CFFB523F3B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Rectangle 8">
                  <a:extLst>
                    <a:ext uri="{FF2B5EF4-FFF2-40B4-BE49-F238E27FC236}">
                      <a16:creationId xmlns:a16="http://schemas.microsoft.com/office/drawing/2014/main" id="{AED20C0B-6F9C-E1D2-D400-FED35F7BCF8C}"/>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Oval 9">
                  <a:extLst>
                    <a:ext uri="{FF2B5EF4-FFF2-40B4-BE49-F238E27FC236}">
                      <a16:creationId xmlns:a16="http://schemas.microsoft.com/office/drawing/2014/main" id="{7AB7347D-80D1-E5D1-0328-7C2A1CB4F25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7" name="Group 44">
                <a:extLst>
                  <a:ext uri="{FF2B5EF4-FFF2-40B4-BE49-F238E27FC236}">
                    <a16:creationId xmlns:a16="http://schemas.microsoft.com/office/drawing/2014/main" id="{2A28BFFC-E550-32D4-EAEB-654FC0839599}"/>
                  </a:ext>
                </a:extLst>
              </p:cNvPr>
              <p:cNvGrpSpPr>
                <a:grpSpLocks/>
              </p:cNvGrpSpPr>
              <p:nvPr/>
            </p:nvGrpSpPr>
            <p:grpSpPr bwMode="auto">
              <a:xfrm>
                <a:off x="1464216" y="2507397"/>
                <a:ext cx="341085" cy="419100"/>
                <a:chOff x="2949" y="2425"/>
                <a:chExt cx="218" cy="264"/>
              </a:xfrm>
            </p:grpSpPr>
            <p:sp>
              <p:nvSpPr>
                <p:cNvPr id="468" name="Rectangle 45">
                  <a:extLst>
                    <a:ext uri="{FF2B5EF4-FFF2-40B4-BE49-F238E27FC236}">
                      <a16:creationId xmlns:a16="http://schemas.microsoft.com/office/drawing/2014/main" id="{6AB04300-43E0-A4D3-A8DE-5D5A7720AEB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Text Box 46">
                  <a:extLst>
                    <a:ext uri="{FF2B5EF4-FFF2-40B4-BE49-F238E27FC236}">
                      <a16:creationId xmlns:a16="http://schemas.microsoft.com/office/drawing/2014/main" id="{C16E8A54-6140-BF42-BC72-0FF03AF7B7E4}"/>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493" name="Group 492">
            <a:extLst>
              <a:ext uri="{FF2B5EF4-FFF2-40B4-BE49-F238E27FC236}">
                <a16:creationId xmlns:a16="http://schemas.microsoft.com/office/drawing/2014/main" id="{799EABFA-E9F2-0A6D-547B-7768714EBC5D}"/>
              </a:ext>
            </a:extLst>
          </p:cNvPr>
          <p:cNvGrpSpPr/>
          <p:nvPr/>
        </p:nvGrpSpPr>
        <p:grpSpPr>
          <a:xfrm>
            <a:off x="4336458" y="3763450"/>
            <a:ext cx="4395351" cy="404576"/>
            <a:chOff x="4333785" y="5772213"/>
            <a:chExt cx="4395351" cy="404576"/>
          </a:xfrm>
        </p:grpSpPr>
        <p:grpSp>
          <p:nvGrpSpPr>
            <p:cNvPr id="494" name="Group 493">
              <a:extLst>
                <a:ext uri="{FF2B5EF4-FFF2-40B4-BE49-F238E27FC236}">
                  <a16:creationId xmlns:a16="http://schemas.microsoft.com/office/drawing/2014/main" id="{559DE338-592D-F4B8-4635-15F597C016EA}"/>
                </a:ext>
              </a:extLst>
            </p:cNvPr>
            <p:cNvGrpSpPr/>
            <p:nvPr/>
          </p:nvGrpSpPr>
          <p:grpSpPr>
            <a:xfrm>
              <a:off x="4333785" y="5772213"/>
              <a:ext cx="531821" cy="369069"/>
              <a:chOff x="1348328" y="2475647"/>
              <a:chExt cx="603916" cy="419100"/>
            </a:xfrm>
          </p:grpSpPr>
          <p:grpSp>
            <p:nvGrpSpPr>
              <p:cNvPr id="516" name="Group 515">
                <a:extLst>
                  <a:ext uri="{FF2B5EF4-FFF2-40B4-BE49-F238E27FC236}">
                    <a16:creationId xmlns:a16="http://schemas.microsoft.com/office/drawing/2014/main" id="{F4252804-844F-0D3E-C9A2-F83BD4C22199}"/>
                  </a:ext>
                </a:extLst>
              </p:cNvPr>
              <p:cNvGrpSpPr/>
              <p:nvPr/>
            </p:nvGrpSpPr>
            <p:grpSpPr>
              <a:xfrm>
                <a:off x="1348328" y="2555748"/>
                <a:ext cx="603916" cy="308999"/>
                <a:chOff x="5278570" y="2983486"/>
                <a:chExt cx="501650" cy="233363"/>
              </a:xfrm>
            </p:grpSpPr>
            <p:sp>
              <p:nvSpPr>
                <p:cNvPr id="520" name="Oval 5">
                  <a:extLst>
                    <a:ext uri="{FF2B5EF4-FFF2-40B4-BE49-F238E27FC236}">
                      <a16:creationId xmlns:a16="http://schemas.microsoft.com/office/drawing/2014/main" id="{53536B3D-5E21-741A-58BC-DBBFC349C4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1" name="Line 6">
                  <a:extLst>
                    <a:ext uri="{FF2B5EF4-FFF2-40B4-BE49-F238E27FC236}">
                      <a16:creationId xmlns:a16="http://schemas.microsoft.com/office/drawing/2014/main" id="{D2E38940-9659-A1B9-79E1-5FA466914A6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2" name="Line 7">
                  <a:extLst>
                    <a:ext uri="{FF2B5EF4-FFF2-40B4-BE49-F238E27FC236}">
                      <a16:creationId xmlns:a16="http://schemas.microsoft.com/office/drawing/2014/main" id="{C0C1245C-A328-C9D1-97F0-5CF8A651D52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3" name="Rectangle 8">
                  <a:extLst>
                    <a:ext uri="{FF2B5EF4-FFF2-40B4-BE49-F238E27FC236}">
                      <a16:creationId xmlns:a16="http://schemas.microsoft.com/office/drawing/2014/main" id="{FB1EC8D1-7B0A-CA7F-ACF8-DDCEBBA31DB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Oval 9">
                  <a:extLst>
                    <a:ext uri="{FF2B5EF4-FFF2-40B4-BE49-F238E27FC236}">
                      <a16:creationId xmlns:a16="http://schemas.microsoft.com/office/drawing/2014/main" id="{72BB5813-054D-A6B8-43EB-4B8074393C0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7" name="Group 44">
                <a:extLst>
                  <a:ext uri="{FF2B5EF4-FFF2-40B4-BE49-F238E27FC236}">
                    <a16:creationId xmlns:a16="http://schemas.microsoft.com/office/drawing/2014/main" id="{8BDA4C76-E1C0-6170-3B97-C384F2AB88E5}"/>
                  </a:ext>
                </a:extLst>
              </p:cNvPr>
              <p:cNvGrpSpPr>
                <a:grpSpLocks/>
              </p:cNvGrpSpPr>
              <p:nvPr/>
            </p:nvGrpSpPr>
            <p:grpSpPr bwMode="auto">
              <a:xfrm>
                <a:off x="1456374" y="2475647"/>
                <a:ext cx="355165" cy="419100"/>
                <a:chOff x="2944" y="2405"/>
                <a:chExt cx="227" cy="264"/>
              </a:xfrm>
            </p:grpSpPr>
            <p:sp>
              <p:nvSpPr>
                <p:cNvPr id="518" name="Rectangle 45">
                  <a:extLst>
                    <a:ext uri="{FF2B5EF4-FFF2-40B4-BE49-F238E27FC236}">
                      <a16:creationId xmlns:a16="http://schemas.microsoft.com/office/drawing/2014/main" id="{ECBB8CC0-3EDA-D03C-E039-04CEFDAE677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Text Box 46">
                  <a:extLst>
                    <a:ext uri="{FF2B5EF4-FFF2-40B4-BE49-F238E27FC236}">
                      <a16:creationId xmlns:a16="http://schemas.microsoft.com/office/drawing/2014/main" id="{2EA487BE-FA24-FF61-FA8C-A91A22ED1325}"/>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95" name="Group 494">
              <a:extLst>
                <a:ext uri="{FF2B5EF4-FFF2-40B4-BE49-F238E27FC236}">
                  <a16:creationId xmlns:a16="http://schemas.microsoft.com/office/drawing/2014/main" id="{58CA068A-946B-C56E-CB65-61C43154D0C8}"/>
                </a:ext>
              </a:extLst>
            </p:cNvPr>
            <p:cNvGrpSpPr/>
            <p:nvPr/>
          </p:nvGrpSpPr>
          <p:grpSpPr>
            <a:xfrm>
              <a:off x="6263949" y="5807720"/>
              <a:ext cx="531821" cy="369069"/>
              <a:chOff x="1348328" y="2507397"/>
              <a:chExt cx="603916" cy="419100"/>
            </a:xfrm>
          </p:grpSpPr>
          <p:grpSp>
            <p:nvGrpSpPr>
              <p:cNvPr id="506" name="Group 505">
                <a:extLst>
                  <a:ext uri="{FF2B5EF4-FFF2-40B4-BE49-F238E27FC236}">
                    <a16:creationId xmlns:a16="http://schemas.microsoft.com/office/drawing/2014/main" id="{72B313E5-5DEB-27C9-BE8E-78FB7B8C96B7}"/>
                  </a:ext>
                </a:extLst>
              </p:cNvPr>
              <p:cNvGrpSpPr/>
              <p:nvPr/>
            </p:nvGrpSpPr>
            <p:grpSpPr>
              <a:xfrm>
                <a:off x="1348328" y="2555748"/>
                <a:ext cx="603916" cy="308999"/>
                <a:chOff x="5278570" y="2983486"/>
                <a:chExt cx="501650" cy="233363"/>
              </a:xfrm>
            </p:grpSpPr>
            <p:sp>
              <p:nvSpPr>
                <p:cNvPr id="511" name="Oval 5">
                  <a:extLst>
                    <a:ext uri="{FF2B5EF4-FFF2-40B4-BE49-F238E27FC236}">
                      <a16:creationId xmlns:a16="http://schemas.microsoft.com/office/drawing/2014/main" id="{D49E6D88-168C-1923-28B8-FD76A4F6678B}"/>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Line 6">
                  <a:extLst>
                    <a:ext uri="{FF2B5EF4-FFF2-40B4-BE49-F238E27FC236}">
                      <a16:creationId xmlns:a16="http://schemas.microsoft.com/office/drawing/2014/main" id="{8F3555C2-BB4A-2FF6-261C-BE13F0858EA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Line 7">
                  <a:extLst>
                    <a:ext uri="{FF2B5EF4-FFF2-40B4-BE49-F238E27FC236}">
                      <a16:creationId xmlns:a16="http://schemas.microsoft.com/office/drawing/2014/main" id="{8E5B051E-A297-E7E7-34D8-0259953099D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Rectangle 8">
                  <a:extLst>
                    <a:ext uri="{FF2B5EF4-FFF2-40B4-BE49-F238E27FC236}">
                      <a16:creationId xmlns:a16="http://schemas.microsoft.com/office/drawing/2014/main" id="{B091B0B6-0EA2-0F3B-9A1B-64DCE98F4546}"/>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5" name="Oval 9">
                  <a:extLst>
                    <a:ext uri="{FF2B5EF4-FFF2-40B4-BE49-F238E27FC236}">
                      <a16:creationId xmlns:a16="http://schemas.microsoft.com/office/drawing/2014/main" id="{9E579B1E-16F3-3CC4-D6B1-2A99E358676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7" name="Group 44">
                <a:extLst>
                  <a:ext uri="{FF2B5EF4-FFF2-40B4-BE49-F238E27FC236}">
                    <a16:creationId xmlns:a16="http://schemas.microsoft.com/office/drawing/2014/main" id="{F09FAA67-1196-CE14-8529-EB9820772E64}"/>
                  </a:ext>
                </a:extLst>
              </p:cNvPr>
              <p:cNvGrpSpPr>
                <a:grpSpLocks/>
              </p:cNvGrpSpPr>
              <p:nvPr/>
            </p:nvGrpSpPr>
            <p:grpSpPr bwMode="auto">
              <a:xfrm>
                <a:off x="1456374" y="2507397"/>
                <a:ext cx="355165" cy="419100"/>
                <a:chOff x="2944" y="2425"/>
                <a:chExt cx="227" cy="264"/>
              </a:xfrm>
            </p:grpSpPr>
            <p:sp>
              <p:nvSpPr>
                <p:cNvPr id="508" name="Rectangle 45">
                  <a:extLst>
                    <a:ext uri="{FF2B5EF4-FFF2-40B4-BE49-F238E27FC236}">
                      <a16:creationId xmlns:a16="http://schemas.microsoft.com/office/drawing/2014/main" id="{2277AC59-0AF3-8E6E-9260-F476BD150BE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Text Box 46">
                  <a:extLst>
                    <a:ext uri="{FF2B5EF4-FFF2-40B4-BE49-F238E27FC236}">
                      <a16:creationId xmlns:a16="http://schemas.microsoft.com/office/drawing/2014/main" id="{89305757-D278-99DD-D640-710F637177CB}"/>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96" name="Group 495">
              <a:extLst>
                <a:ext uri="{FF2B5EF4-FFF2-40B4-BE49-F238E27FC236}">
                  <a16:creationId xmlns:a16="http://schemas.microsoft.com/office/drawing/2014/main" id="{EEB009D9-A2ED-E463-421A-6E8A963ECD3A}"/>
                </a:ext>
              </a:extLst>
            </p:cNvPr>
            <p:cNvGrpSpPr/>
            <p:nvPr/>
          </p:nvGrpSpPr>
          <p:grpSpPr>
            <a:xfrm>
              <a:off x="8197315" y="5805271"/>
              <a:ext cx="531821" cy="369069"/>
              <a:chOff x="1348328" y="2507397"/>
              <a:chExt cx="603916" cy="419100"/>
            </a:xfrm>
          </p:grpSpPr>
          <p:grpSp>
            <p:nvGrpSpPr>
              <p:cNvPr id="497" name="Group 496">
                <a:extLst>
                  <a:ext uri="{FF2B5EF4-FFF2-40B4-BE49-F238E27FC236}">
                    <a16:creationId xmlns:a16="http://schemas.microsoft.com/office/drawing/2014/main" id="{622B5DB9-10CE-54F9-1E81-2639F1207D16}"/>
                  </a:ext>
                </a:extLst>
              </p:cNvPr>
              <p:cNvGrpSpPr/>
              <p:nvPr/>
            </p:nvGrpSpPr>
            <p:grpSpPr>
              <a:xfrm>
                <a:off x="1348328" y="2555748"/>
                <a:ext cx="603916" cy="308999"/>
                <a:chOff x="5278570" y="2983486"/>
                <a:chExt cx="501650" cy="233363"/>
              </a:xfrm>
            </p:grpSpPr>
            <p:sp>
              <p:nvSpPr>
                <p:cNvPr id="501" name="Oval 5">
                  <a:extLst>
                    <a:ext uri="{FF2B5EF4-FFF2-40B4-BE49-F238E27FC236}">
                      <a16:creationId xmlns:a16="http://schemas.microsoft.com/office/drawing/2014/main" id="{C3FA0F0A-2C4D-DA32-2B3D-9263AB1BE4B3}"/>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Line 6">
                  <a:extLst>
                    <a:ext uri="{FF2B5EF4-FFF2-40B4-BE49-F238E27FC236}">
                      <a16:creationId xmlns:a16="http://schemas.microsoft.com/office/drawing/2014/main" id="{4E2DD6C9-5B88-6FBA-63E8-2FF5B535D5D7}"/>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Line 7">
                  <a:extLst>
                    <a:ext uri="{FF2B5EF4-FFF2-40B4-BE49-F238E27FC236}">
                      <a16:creationId xmlns:a16="http://schemas.microsoft.com/office/drawing/2014/main" id="{C692851C-1452-514B-09FC-FC52EDF44D2A}"/>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4" name="Rectangle 8">
                  <a:extLst>
                    <a:ext uri="{FF2B5EF4-FFF2-40B4-BE49-F238E27FC236}">
                      <a16:creationId xmlns:a16="http://schemas.microsoft.com/office/drawing/2014/main" id="{CA8052BA-1FC7-0AF5-CA04-2A9F4D5EDB9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5" name="Oval 9">
                  <a:extLst>
                    <a:ext uri="{FF2B5EF4-FFF2-40B4-BE49-F238E27FC236}">
                      <a16:creationId xmlns:a16="http://schemas.microsoft.com/office/drawing/2014/main" id="{882C6EFF-AC3A-4B7A-4D3E-B8D0B3101C30}"/>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8" name="Group 44">
                <a:extLst>
                  <a:ext uri="{FF2B5EF4-FFF2-40B4-BE49-F238E27FC236}">
                    <a16:creationId xmlns:a16="http://schemas.microsoft.com/office/drawing/2014/main" id="{0839D910-A9A0-75F7-B382-66911ACF0E7B}"/>
                  </a:ext>
                </a:extLst>
              </p:cNvPr>
              <p:cNvGrpSpPr>
                <a:grpSpLocks/>
              </p:cNvGrpSpPr>
              <p:nvPr/>
            </p:nvGrpSpPr>
            <p:grpSpPr bwMode="auto">
              <a:xfrm>
                <a:off x="1492372" y="2507397"/>
                <a:ext cx="283194" cy="419100"/>
                <a:chOff x="2967" y="2425"/>
                <a:chExt cx="181" cy="264"/>
              </a:xfrm>
            </p:grpSpPr>
            <p:sp>
              <p:nvSpPr>
                <p:cNvPr id="499" name="Rectangle 45">
                  <a:extLst>
                    <a:ext uri="{FF2B5EF4-FFF2-40B4-BE49-F238E27FC236}">
                      <a16:creationId xmlns:a16="http://schemas.microsoft.com/office/drawing/2014/main" id="{90EEFE5A-8CC7-C7EB-3D90-577673454CE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Text Box 46">
                  <a:extLst>
                    <a:ext uri="{FF2B5EF4-FFF2-40B4-BE49-F238E27FC236}">
                      <a16:creationId xmlns:a16="http://schemas.microsoft.com/office/drawing/2014/main" id="{13DBF660-81AE-1E47-A266-2AE1C47A4902}"/>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25" name="Group 524">
            <a:extLst>
              <a:ext uri="{FF2B5EF4-FFF2-40B4-BE49-F238E27FC236}">
                <a16:creationId xmlns:a16="http://schemas.microsoft.com/office/drawing/2014/main" id="{A5665686-4300-D56B-94C9-BAC35DCDA92C}"/>
              </a:ext>
            </a:extLst>
          </p:cNvPr>
          <p:cNvGrpSpPr/>
          <p:nvPr/>
        </p:nvGrpSpPr>
        <p:grpSpPr>
          <a:xfrm>
            <a:off x="8740877" y="149657"/>
            <a:ext cx="2045109" cy="2667397"/>
            <a:chOff x="8740877" y="219997"/>
            <a:chExt cx="2045109" cy="2667397"/>
          </a:xfrm>
        </p:grpSpPr>
        <p:sp>
          <p:nvSpPr>
            <p:cNvPr id="526" name="Freeform 233">
              <a:extLst>
                <a:ext uri="{FF2B5EF4-FFF2-40B4-BE49-F238E27FC236}">
                  <a16:creationId xmlns:a16="http://schemas.microsoft.com/office/drawing/2014/main" id="{F340D677-5A6D-F227-2E4D-9867E42B21BD}"/>
                </a:ext>
              </a:extLst>
            </p:cNvPr>
            <p:cNvSpPr/>
            <p:nvPr/>
          </p:nvSpPr>
          <p:spPr>
            <a:xfrm>
              <a:off x="8740877" y="247036"/>
              <a:ext cx="92423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039" h="2428567">
                  <a:moveTo>
                    <a:pt x="1" y="1809135"/>
                  </a:moveTo>
                  <a:cubicBezTo>
                    <a:pt x="353962" y="1681316"/>
                    <a:pt x="875071" y="865238"/>
                    <a:pt x="1160207" y="0"/>
                  </a:cubicBezTo>
                  <a:cubicBezTo>
                    <a:pt x="1163484" y="809522"/>
                    <a:pt x="1166762" y="1619045"/>
                    <a:pt x="1170039" y="2428567"/>
                  </a:cubicBezTo>
                  <a:cubicBezTo>
                    <a:pt x="819356" y="2058219"/>
                    <a:pt x="714478" y="2090992"/>
                    <a:pt x="0" y="1946786"/>
                  </a:cubicBezTo>
                  <a:cubicBezTo>
                    <a:pt x="0" y="1900902"/>
                    <a:pt x="1" y="1855019"/>
                    <a:pt x="1" y="180913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7" name="Group 526">
              <a:extLst>
                <a:ext uri="{FF2B5EF4-FFF2-40B4-BE49-F238E27FC236}">
                  <a16:creationId xmlns:a16="http://schemas.microsoft.com/office/drawing/2014/main" id="{5B4A80CC-CB0A-5873-25B7-5827E41FDF17}"/>
                </a:ext>
              </a:extLst>
            </p:cNvPr>
            <p:cNvGrpSpPr/>
            <p:nvPr/>
          </p:nvGrpSpPr>
          <p:grpSpPr>
            <a:xfrm>
              <a:off x="9636528" y="219997"/>
              <a:ext cx="1149458" cy="2667397"/>
              <a:chOff x="9764348" y="1447800"/>
              <a:chExt cx="1149458" cy="2667397"/>
            </a:xfrm>
          </p:grpSpPr>
          <p:sp>
            <p:nvSpPr>
              <p:cNvPr id="528" name="Rectangle 527">
                <a:extLst>
                  <a:ext uri="{FF2B5EF4-FFF2-40B4-BE49-F238E27FC236}">
                    <a16:creationId xmlns:a16="http://schemas.microsoft.com/office/drawing/2014/main" id="{5CBAEEF5-6B73-9B51-4263-1DAC49070F2F}"/>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9" name="Group 528">
                <a:extLst>
                  <a:ext uri="{FF2B5EF4-FFF2-40B4-BE49-F238E27FC236}">
                    <a16:creationId xmlns:a16="http://schemas.microsoft.com/office/drawing/2014/main" id="{8F4CDC9A-D751-FF2D-8598-CDDD2006A5E2}"/>
                  </a:ext>
                </a:extLst>
              </p:cNvPr>
              <p:cNvGrpSpPr/>
              <p:nvPr/>
            </p:nvGrpSpPr>
            <p:grpSpPr>
              <a:xfrm>
                <a:off x="9764348" y="1447800"/>
                <a:ext cx="1130291" cy="2667397"/>
                <a:chOff x="9472119" y="702026"/>
                <a:chExt cx="1130291" cy="2667397"/>
              </a:xfrm>
            </p:grpSpPr>
            <p:sp>
              <p:nvSpPr>
                <p:cNvPr id="530" name="Rectangle 529">
                  <a:extLst>
                    <a:ext uri="{FF2B5EF4-FFF2-40B4-BE49-F238E27FC236}">
                      <a16:creationId xmlns:a16="http://schemas.microsoft.com/office/drawing/2014/main" id="{D2DB84F6-F8DD-27F1-7752-19A4511C4B49}"/>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TextBox 530">
                  <a:extLst>
                    <a:ext uri="{FF2B5EF4-FFF2-40B4-BE49-F238E27FC236}">
                      <a16:creationId xmlns:a16="http://schemas.microsoft.com/office/drawing/2014/main" id="{40BDDD88-84DE-ABEF-E442-AA60E7CAFF89}"/>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c:</a:t>
                  </a:r>
                </a:p>
                <a:p>
                  <a:pPr marL="114300" lvl="1"/>
                  <a:r>
                    <a:rPr lang="en-US" sz="1600" dirty="0"/>
                    <a:t>D</a:t>
                  </a:r>
                  <a:r>
                    <a:rPr lang="en-US" sz="1600" baseline="-25000" dirty="0"/>
                    <a:t>c</a:t>
                  </a:r>
                  <a:r>
                    <a:rPr lang="en-US" sz="1600" dirty="0"/>
                    <a:t>(a) =</a:t>
                  </a:r>
                  <a:r>
                    <a:rPr lang="en-US" sz="1600" dirty="0">
                      <a:cs typeface="Arial" charset="0"/>
                    </a:rPr>
                    <a:t> ∞</a:t>
                  </a:r>
                </a:p>
                <a:p>
                  <a:pPr marL="114300" lvl="1"/>
                  <a:r>
                    <a:rPr lang="en-US" sz="1600" dirty="0"/>
                    <a:t>D</a:t>
                  </a:r>
                  <a:r>
                    <a:rPr lang="en-US" sz="1600" baseline="-25000" dirty="0"/>
                    <a:t>c</a:t>
                  </a:r>
                  <a:r>
                    <a:rPr lang="en-US" sz="1600" dirty="0"/>
                    <a:t>(b) =</a:t>
                  </a:r>
                  <a:r>
                    <a:rPr lang="en-US" sz="1600" dirty="0">
                      <a:cs typeface="Arial" charset="0"/>
                    </a:rPr>
                    <a:t> 1</a:t>
                  </a:r>
                </a:p>
                <a:p>
                  <a:pPr marL="114300" lvl="1"/>
                  <a:r>
                    <a:rPr lang="en-US" sz="1600" dirty="0">
                      <a:cs typeface="Arial" charset="0"/>
                    </a:rPr>
                    <a:t>D</a:t>
                  </a:r>
                  <a:r>
                    <a:rPr lang="en-US" sz="1600" baseline="-25000" dirty="0">
                      <a:cs typeface="Arial" charset="0"/>
                    </a:rPr>
                    <a:t>c</a:t>
                  </a:r>
                  <a:r>
                    <a:rPr lang="en-US" sz="1600" dirty="0">
                      <a:cs typeface="Arial" charset="0"/>
                    </a:rPr>
                    <a:t>(c) = 0</a:t>
                  </a:r>
                  <a:endParaRPr lang="en-US" sz="1600" dirty="0"/>
                </a:p>
                <a:p>
                  <a:pPr marL="114300" lvl="1"/>
                  <a:r>
                    <a:rPr lang="en-US" sz="1600" dirty="0"/>
                    <a:t>D</a:t>
                  </a:r>
                  <a:r>
                    <a:rPr lang="en-US" sz="1600" baseline="-25000" dirty="0"/>
                    <a:t>c</a:t>
                  </a:r>
                  <a:r>
                    <a:rPr lang="en-US" sz="1600" dirty="0"/>
                    <a:t>(d) =</a:t>
                  </a:r>
                  <a:r>
                    <a:rPr lang="en-US" sz="1600" dirty="0">
                      <a:cs typeface="Arial" charset="0"/>
                    </a:rPr>
                    <a:t> ∞</a:t>
                  </a:r>
                  <a:endParaRPr lang="en-US" sz="1600" dirty="0"/>
                </a:p>
                <a:p>
                  <a:pPr marL="114300" lvl="1"/>
                  <a:r>
                    <a:rPr lang="en-US" sz="1600" dirty="0"/>
                    <a:t>D</a:t>
                  </a:r>
                  <a:r>
                    <a:rPr lang="en-US" sz="1600" baseline="-25000" dirty="0"/>
                    <a:t>c</a:t>
                  </a:r>
                  <a:r>
                    <a:rPr lang="en-US" sz="1600" dirty="0"/>
                    <a:t>(e) =</a:t>
                  </a:r>
                  <a:r>
                    <a:rPr lang="en-US" sz="1600" dirty="0">
                      <a:cs typeface="Arial" charset="0"/>
                    </a:rPr>
                    <a:t> ∞</a:t>
                  </a:r>
                  <a:endParaRPr lang="en-US" sz="1600" dirty="0"/>
                </a:p>
                <a:p>
                  <a:pPr marL="114300" lvl="1"/>
                  <a:r>
                    <a:rPr lang="en-US" sz="1600" dirty="0"/>
                    <a:t>D</a:t>
                  </a:r>
                  <a:r>
                    <a:rPr lang="en-US" sz="1600" baseline="-25000" dirty="0"/>
                    <a:t>c</a:t>
                  </a:r>
                  <a:r>
                    <a:rPr lang="en-US" sz="1600" dirty="0"/>
                    <a:t>(f) =</a:t>
                  </a:r>
                  <a:r>
                    <a:rPr lang="en-US" sz="1600" dirty="0">
                      <a:cs typeface="Arial" charset="0"/>
                    </a:rPr>
                    <a:t> ∞</a:t>
                  </a:r>
                  <a:endParaRPr lang="en-US" sz="1600" dirty="0"/>
                </a:p>
                <a:p>
                  <a:pPr marL="114300" lvl="1"/>
                  <a:r>
                    <a:rPr lang="en-US" sz="1600" dirty="0"/>
                    <a:t>D</a:t>
                  </a:r>
                  <a:r>
                    <a:rPr lang="en-US" sz="1600" baseline="-25000" dirty="0"/>
                    <a:t>c</a:t>
                  </a:r>
                  <a:r>
                    <a:rPr lang="en-US" sz="1600" dirty="0"/>
                    <a:t>(g) =</a:t>
                  </a:r>
                  <a:r>
                    <a:rPr lang="en-US" sz="1600" dirty="0">
                      <a:cs typeface="Arial" charset="0"/>
                    </a:rPr>
                    <a:t> ∞</a:t>
                  </a:r>
                  <a:endParaRPr lang="en-US" sz="1600" dirty="0"/>
                </a:p>
                <a:p>
                  <a:pPr marL="114300" lvl="1"/>
                  <a:r>
                    <a:rPr lang="en-US" sz="1600" dirty="0"/>
                    <a:t>D</a:t>
                  </a:r>
                  <a:r>
                    <a:rPr lang="en-US" sz="1600" baseline="-25000" dirty="0"/>
                    <a:t>c</a:t>
                  </a:r>
                  <a:r>
                    <a:rPr lang="en-US" sz="1600" dirty="0"/>
                    <a:t>(h) =</a:t>
                  </a:r>
                  <a:r>
                    <a:rPr lang="en-US" sz="1600" dirty="0">
                      <a:cs typeface="Arial" charset="0"/>
                    </a:rPr>
                    <a:t> ∞</a:t>
                  </a:r>
                  <a:endParaRPr lang="en-US" sz="1600" dirty="0"/>
                </a:p>
                <a:p>
                  <a:pPr marL="114300"/>
                  <a:r>
                    <a:rPr lang="en-US" sz="1600" dirty="0"/>
                    <a:t>D</a:t>
                  </a:r>
                  <a:r>
                    <a:rPr lang="en-US" sz="1600" baseline="-25000" dirty="0"/>
                    <a:t>c</a:t>
                  </a:r>
                  <a:r>
                    <a:rPr lang="en-US" sz="1600" dirty="0"/>
                    <a:t>(i) =</a:t>
                  </a:r>
                  <a:r>
                    <a:rPr lang="en-US" sz="1600" dirty="0">
                      <a:cs typeface="Arial" charset="0"/>
                    </a:rPr>
                    <a:t> ∞</a:t>
                  </a:r>
                  <a:endParaRPr lang="en-US" sz="1600" dirty="0"/>
                </a:p>
              </p:txBody>
            </p:sp>
            <p:cxnSp>
              <p:nvCxnSpPr>
                <p:cNvPr id="532" name="Straight Connector 531">
                  <a:extLst>
                    <a:ext uri="{FF2B5EF4-FFF2-40B4-BE49-F238E27FC236}">
                      <a16:creationId xmlns:a16="http://schemas.microsoft.com/office/drawing/2014/main" id="{898B73DA-8CC7-ED85-79C8-FB601A7EBE25}"/>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3" name="Rectangle 532">
                  <a:extLst>
                    <a:ext uri="{FF2B5EF4-FFF2-40B4-BE49-F238E27FC236}">
                      <a16:creationId xmlns:a16="http://schemas.microsoft.com/office/drawing/2014/main" id="{3E9BF609-47A1-BEFE-364D-16A1B643AF0F}"/>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534" name="Right Arrow 175">
            <a:extLst>
              <a:ext uri="{FF2B5EF4-FFF2-40B4-BE49-F238E27FC236}">
                <a16:creationId xmlns:a16="http://schemas.microsoft.com/office/drawing/2014/main" id="{6384013E-64C3-6678-9187-0A0A71989801}"/>
              </a:ext>
            </a:extLst>
          </p:cNvPr>
          <p:cNvSpPr/>
          <p:nvPr/>
        </p:nvSpPr>
        <p:spPr>
          <a:xfrm>
            <a:off x="6977380" y="185748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176">
            <a:extLst>
              <a:ext uri="{FF2B5EF4-FFF2-40B4-BE49-F238E27FC236}">
                <a16:creationId xmlns:a16="http://schemas.microsoft.com/office/drawing/2014/main" id="{6D001ABE-1E49-A1CC-EB90-ABAB6E552C7F}"/>
              </a:ext>
            </a:extLst>
          </p:cNvPr>
          <p:cNvSpPr/>
          <p:nvPr/>
        </p:nvSpPr>
        <p:spPr>
          <a:xfrm>
            <a:off x="3281678" y="1677180"/>
            <a:ext cx="5923281" cy="4886033"/>
          </a:xfrm>
          <a:custGeom>
            <a:avLst/>
            <a:gdLst>
              <a:gd name="connsiteX0" fmla="*/ 528320 w 5049520"/>
              <a:gd name="connsiteY0" fmla="*/ 0 h 3840480"/>
              <a:gd name="connsiteX1" fmla="*/ 2275840 w 5049520"/>
              <a:gd name="connsiteY1" fmla="*/ 0 h 3840480"/>
              <a:gd name="connsiteX2" fmla="*/ 2255520 w 5049520"/>
              <a:gd name="connsiteY2" fmla="*/ 69088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49520 w 5049520"/>
              <a:gd name="connsiteY3" fmla="*/ 6807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94640 w 5049520"/>
              <a:gd name="connsiteY6" fmla="*/ 375920 h 3840480"/>
              <a:gd name="connsiteX7" fmla="*/ 528320 w 5049520"/>
              <a:gd name="connsiteY7" fmla="*/ 0 h 3840480"/>
              <a:gd name="connsiteX0" fmla="*/ 528320 w 5049520"/>
              <a:gd name="connsiteY0" fmla="*/ 0 h 3840480"/>
              <a:gd name="connsiteX1" fmla="*/ 2275840 w 5049520"/>
              <a:gd name="connsiteY1" fmla="*/ 0 h 3840480"/>
              <a:gd name="connsiteX2" fmla="*/ 2275840 w 5049520"/>
              <a:gd name="connsiteY2" fmla="*/ 955040 h 3840480"/>
              <a:gd name="connsiteX3" fmla="*/ 5019040 w 5049520"/>
              <a:gd name="connsiteY3" fmla="*/ 782320 h 3840480"/>
              <a:gd name="connsiteX4" fmla="*/ 5049520 w 5049520"/>
              <a:gd name="connsiteY4" fmla="*/ 3820160 h 3840480"/>
              <a:gd name="connsiteX5" fmla="*/ 0 w 5049520"/>
              <a:gd name="connsiteY5" fmla="*/ 3840480 h 3840480"/>
              <a:gd name="connsiteX6" fmla="*/ 256923 w 5049520"/>
              <a:gd name="connsiteY6" fmla="*/ 904240 h 3840480"/>
              <a:gd name="connsiteX7" fmla="*/ 294640 w 5049520"/>
              <a:gd name="connsiteY7" fmla="*/ 375920 h 3840480"/>
              <a:gd name="connsiteX8" fmla="*/ 528320 w 5049520"/>
              <a:gd name="connsiteY8" fmla="*/ 0 h 3840480"/>
              <a:gd name="connsiteX0" fmla="*/ 1170627 w 5691827"/>
              <a:gd name="connsiteY0" fmla="*/ 0 h 3840480"/>
              <a:gd name="connsiteX1" fmla="*/ 2918147 w 5691827"/>
              <a:gd name="connsiteY1" fmla="*/ 0 h 3840480"/>
              <a:gd name="connsiteX2" fmla="*/ 2918147 w 5691827"/>
              <a:gd name="connsiteY2" fmla="*/ 955040 h 3840480"/>
              <a:gd name="connsiteX3" fmla="*/ 5661347 w 5691827"/>
              <a:gd name="connsiteY3" fmla="*/ 782320 h 3840480"/>
              <a:gd name="connsiteX4" fmla="*/ 5691827 w 5691827"/>
              <a:gd name="connsiteY4" fmla="*/ 3820160 h 3840480"/>
              <a:gd name="connsiteX5" fmla="*/ 642307 w 5691827"/>
              <a:gd name="connsiteY5" fmla="*/ 3840480 h 3840480"/>
              <a:gd name="connsiteX6" fmla="*/ 0 w 5691827"/>
              <a:gd name="connsiteY6" fmla="*/ 955040 h 3840480"/>
              <a:gd name="connsiteX7" fmla="*/ 936947 w 5691827"/>
              <a:gd name="connsiteY7" fmla="*/ 375920 h 3840480"/>
              <a:gd name="connsiteX8" fmla="*/ 1170627 w 5691827"/>
              <a:gd name="connsiteY8" fmla="*/ 0 h 384048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1006119 w 5760999"/>
              <a:gd name="connsiteY7" fmla="*/ 375920 h 3820160"/>
              <a:gd name="connsiteX8" fmla="*/ 1239799 w 5760999"/>
              <a:gd name="connsiteY8" fmla="*/ 0 h 3820160"/>
              <a:gd name="connsiteX0" fmla="*/ 1239799 w 5760999"/>
              <a:gd name="connsiteY0" fmla="*/ 0 h 3820160"/>
              <a:gd name="connsiteX1" fmla="*/ 2987319 w 5760999"/>
              <a:gd name="connsiteY1" fmla="*/ 0 h 3820160"/>
              <a:gd name="connsiteX2" fmla="*/ 2987319 w 5760999"/>
              <a:gd name="connsiteY2" fmla="*/ 955040 h 3820160"/>
              <a:gd name="connsiteX3" fmla="*/ 5730519 w 5760999"/>
              <a:gd name="connsiteY3" fmla="*/ 782320 h 3820160"/>
              <a:gd name="connsiteX4" fmla="*/ 5760999 w 5760999"/>
              <a:gd name="connsiteY4" fmla="*/ 3820160 h 3820160"/>
              <a:gd name="connsiteX5" fmla="*/ 0 w 5760999"/>
              <a:gd name="connsiteY5" fmla="*/ 3810000 h 3820160"/>
              <a:gd name="connsiteX6" fmla="*/ 69172 w 5760999"/>
              <a:gd name="connsiteY6" fmla="*/ 955040 h 3820160"/>
              <a:gd name="connsiteX7" fmla="*/ 917184 w 5760999"/>
              <a:gd name="connsiteY7" fmla="*/ 904240 h 3820160"/>
              <a:gd name="connsiteX8" fmla="*/ 1239799 w 5760999"/>
              <a:gd name="connsiteY8" fmla="*/ 0 h 3820160"/>
              <a:gd name="connsiteX0" fmla="*/ 1239799 w 5760999"/>
              <a:gd name="connsiteY0" fmla="*/ 386080 h 4206240"/>
              <a:gd name="connsiteX1" fmla="*/ 2987319 w 5760999"/>
              <a:gd name="connsiteY1" fmla="*/ 386080 h 4206240"/>
              <a:gd name="connsiteX2" fmla="*/ 3570336 w 5760999"/>
              <a:gd name="connsiteY2" fmla="*/ 0 h 4206240"/>
              <a:gd name="connsiteX3" fmla="*/ 5730519 w 5760999"/>
              <a:gd name="connsiteY3" fmla="*/ 1168400 h 4206240"/>
              <a:gd name="connsiteX4" fmla="*/ 5760999 w 5760999"/>
              <a:gd name="connsiteY4" fmla="*/ 4206240 h 4206240"/>
              <a:gd name="connsiteX5" fmla="*/ 0 w 5760999"/>
              <a:gd name="connsiteY5" fmla="*/ 4196080 h 4206240"/>
              <a:gd name="connsiteX6" fmla="*/ 69172 w 5760999"/>
              <a:gd name="connsiteY6" fmla="*/ 1341120 h 4206240"/>
              <a:gd name="connsiteX7" fmla="*/ 917184 w 5760999"/>
              <a:gd name="connsiteY7" fmla="*/ 1290320 h 4206240"/>
              <a:gd name="connsiteX8" fmla="*/ 1239799 w 5760999"/>
              <a:gd name="connsiteY8" fmla="*/ 386080 h 4206240"/>
              <a:gd name="connsiteX0" fmla="*/ 1239799 w 5760999"/>
              <a:gd name="connsiteY0" fmla="*/ 599440 h 4419600"/>
              <a:gd name="connsiteX1" fmla="*/ 2829213 w 5760999"/>
              <a:gd name="connsiteY1" fmla="*/ 0 h 4419600"/>
              <a:gd name="connsiteX2" fmla="*/ 3570336 w 5760999"/>
              <a:gd name="connsiteY2" fmla="*/ 213360 h 4419600"/>
              <a:gd name="connsiteX3" fmla="*/ 5730519 w 5760999"/>
              <a:gd name="connsiteY3" fmla="*/ 1381760 h 4419600"/>
              <a:gd name="connsiteX4" fmla="*/ 5760999 w 5760999"/>
              <a:gd name="connsiteY4" fmla="*/ 4419600 h 4419600"/>
              <a:gd name="connsiteX5" fmla="*/ 0 w 5760999"/>
              <a:gd name="connsiteY5" fmla="*/ 4409440 h 4419600"/>
              <a:gd name="connsiteX6" fmla="*/ 69172 w 5760999"/>
              <a:gd name="connsiteY6" fmla="*/ 1554480 h 4419600"/>
              <a:gd name="connsiteX7" fmla="*/ 917184 w 5760999"/>
              <a:gd name="connsiteY7" fmla="*/ 1503680 h 4419600"/>
              <a:gd name="connsiteX8" fmla="*/ 1239799 w 5760999"/>
              <a:gd name="connsiteY8" fmla="*/ 599440 h 4419600"/>
              <a:gd name="connsiteX0" fmla="*/ 2524413 w 5760999"/>
              <a:gd name="connsiteY0" fmla="*/ 0 h 4958080"/>
              <a:gd name="connsiteX1" fmla="*/ 2829213 w 5760999"/>
              <a:gd name="connsiteY1" fmla="*/ 538480 h 4958080"/>
              <a:gd name="connsiteX2" fmla="*/ 3570336 w 5760999"/>
              <a:gd name="connsiteY2" fmla="*/ 751840 h 4958080"/>
              <a:gd name="connsiteX3" fmla="*/ 5730519 w 5760999"/>
              <a:gd name="connsiteY3" fmla="*/ 1920240 h 4958080"/>
              <a:gd name="connsiteX4" fmla="*/ 5760999 w 5760999"/>
              <a:gd name="connsiteY4" fmla="*/ 4958080 h 4958080"/>
              <a:gd name="connsiteX5" fmla="*/ 0 w 5760999"/>
              <a:gd name="connsiteY5" fmla="*/ 4947920 h 4958080"/>
              <a:gd name="connsiteX6" fmla="*/ 69172 w 5760999"/>
              <a:gd name="connsiteY6" fmla="*/ 2092960 h 4958080"/>
              <a:gd name="connsiteX7" fmla="*/ 917184 w 5760999"/>
              <a:gd name="connsiteY7" fmla="*/ 2042160 h 4958080"/>
              <a:gd name="connsiteX8" fmla="*/ 2524413 w 5760999"/>
              <a:gd name="connsiteY8" fmla="*/ 0 h 4958080"/>
              <a:gd name="connsiteX0" fmla="*/ 2524413 w 5760999"/>
              <a:gd name="connsiteY0" fmla="*/ 30480 h 4988560"/>
              <a:gd name="connsiteX1" fmla="*/ 2829213 w 5760999"/>
              <a:gd name="connsiteY1" fmla="*/ 568960 h 4988560"/>
              <a:gd name="connsiteX2" fmla="*/ 3570336 w 5760999"/>
              <a:gd name="connsiteY2" fmla="*/ 782320 h 4988560"/>
              <a:gd name="connsiteX3" fmla="*/ 5730519 w 5760999"/>
              <a:gd name="connsiteY3" fmla="*/ 1950720 h 4988560"/>
              <a:gd name="connsiteX4" fmla="*/ 5760999 w 5760999"/>
              <a:gd name="connsiteY4" fmla="*/ 4988560 h 4988560"/>
              <a:gd name="connsiteX5" fmla="*/ 0 w 5760999"/>
              <a:gd name="connsiteY5" fmla="*/ 4978400 h 4988560"/>
              <a:gd name="connsiteX6" fmla="*/ 69172 w 5760999"/>
              <a:gd name="connsiteY6" fmla="*/ 2123440 h 4988560"/>
              <a:gd name="connsiteX7" fmla="*/ 936947 w 5760999"/>
              <a:gd name="connsiteY7" fmla="*/ 0 h 4988560"/>
              <a:gd name="connsiteX8" fmla="*/ 2524413 w 5760999"/>
              <a:gd name="connsiteY8" fmla="*/ 30480 h 4988560"/>
              <a:gd name="connsiteX0" fmla="*/ 2524413 w 5760999"/>
              <a:gd name="connsiteY0" fmla="*/ 30480 h 4988560"/>
              <a:gd name="connsiteX1" fmla="*/ 2829213 w 5760999"/>
              <a:gd name="connsiteY1" fmla="*/ 568960 h 4988560"/>
              <a:gd name="connsiteX2" fmla="*/ 3570336 w 5760999"/>
              <a:gd name="connsiteY2" fmla="*/ 782320 h 4988560"/>
              <a:gd name="connsiteX3" fmla="*/ 5730519 w 5760999"/>
              <a:gd name="connsiteY3" fmla="*/ 1950720 h 4988560"/>
              <a:gd name="connsiteX4" fmla="*/ 5760999 w 5760999"/>
              <a:gd name="connsiteY4" fmla="*/ 4988560 h 4988560"/>
              <a:gd name="connsiteX5" fmla="*/ 0 w 5760999"/>
              <a:gd name="connsiteY5" fmla="*/ 4978400 h 4988560"/>
              <a:gd name="connsiteX6" fmla="*/ 138344 w 5760999"/>
              <a:gd name="connsiteY6" fmla="*/ 20320 h 4988560"/>
              <a:gd name="connsiteX7" fmla="*/ 936947 w 5760999"/>
              <a:gd name="connsiteY7" fmla="*/ 0 h 4988560"/>
              <a:gd name="connsiteX8" fmla="*/ 2524413 w 5760999"/>
              <a:gd name="connsiteY8" fmla="*/ 30480 h 498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60999" h="4988560">
                <a:moveTo>
                  <a:pt x="2524413" y="30480"/>
                </a:moveTo>
                <a:lnTo>
                  <a:pt x="2829213" y="568960"/>
                </a:lnTo>
                <a:lnTo>
                  <a:pt x="3570336" y="782320"/>
                </a:lnTo>
                <a:lnTo>
                  <a:pt x="5730519" y="1950720"/>
                </a:lnTo>
                <a:lnTo>
                  <a:pt x="5760999" y="4988560"/>
                </a:lnTo>
                <a:lnTo>
                  <a:pt x="0" y="4978400"/>
                </a:lnTo>
                <a:lnTo>
                  <a:pt x="138344" y="20320"/>
                </a:lnTo>
                <a:lnTo>
                  <a:pt x="936947" y="0"/>
                </a:lnTo>
                <a:lnTo>
                  <a:pt x="2524413" y="30480"/>
                </a:lnTo>
                <a:close/>
              </a:path>
            </a:pathLst>
          </a:cu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Rectangle 535">
            <a:extLst>
              <a:ext uri="{FF2B5EF4-FFF2-40B4-BE49-F238E27FC236}">
                <a16:creationId xmlns:a16="http://schemas.microsoft.com/office/drawing/2014/main" id="{1D2C04A7-7379-51EA-191C-47A1CD0884A7}"/>
              </a:ext>
            </a:extLst>
          </p:cNvPr>
          <p:cNvSpPr/>
          <p:nvPr/>
        </p:nvSpPr>
        <p:spPr>
          <a:xfrm>
            <a:off x="3068320" y="3739660"/>
            <a:ext cx="3535680" cy="271272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7" name="TextBox 536">
            <a:extLst>
              <a:ext uri="{FF2B5EF4-FFF2-40B4-BE49-F238E27FC236}">
                <a16:creationId xmlns:a16="http://schemas.microsoft.com/office/drawing/2014/main" id="{284A1D04-4D75-4933-E79F-37E381F5BE47}"/>
              </a:ext>
            </a:extLst>
          </p:cNvPr>
          <p:cNvSpPr txBox="1"/>
          <p:nvPr/>
        </p:nvSpPr>
        <p:spPr>
          <a:xfrm>
            <a:off x="3180080" y="3819154"/>
            <a:ext cx="335280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(a) = min{c</a:t>
            </a:r>
            <a:r>
              <a:rPr lang="en-US" sz="1600" baseline="-25000" dirty="0"/>
              <a:t>c,b</a:t>
            </a:r>
            <a:r>
              <a:rPr lang="en-US" sz="1600" dirty="0"/>
              <a:t>+D</a:t>
            </a:r>
            <a:r>
              <a:rPr lang="en-US" sz="1600" baseline="-25000" dirty="0"/>
              <a:t>b</a:t>
            </a:r>
            <a:r>
              <a:rPr lang="en-US" sz="1600" dirty="0"/>
              <a:t>(a}} </a:t>
            </a:r>
            <a:r>
              <a:rPr lang="en-US" sz="1600" dirty="0">
                <a:cs typeface="Arial" charset="0"/>
              </a:rPr>
              <a:t>= 1 + 8 = 9 </a:t>
            </a:r>
          </a:p>
        </p:txBody>
      </p:sp>
      <p:sp>
        <p:nvSpPr>
          <p:cNvPr id="538" name="TextBox 537">
            <a:extLst>
              <a:ext uri="{FF2B5EF4-FFF2-40B4-BE49-F238E27FC236}">
                <a16:creationId xmlns:a16="http://schemas.microsoft.com/office/drawing/2014/main" id="{0D740881-5EE3-E280-CEEE-9F3217F3FC4B}"/>
              </a:ext>
            </a:extLst>
          </p:cNvPr>
          <p:cNvSpPr txBox="1"/>
          <p:nvPr/>
        </p:nvSpPr>
        <p:spPr>
          <a:xfrm>
            <a:off x="3180080" y="4144274"/>
            <a:ext cx="335280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(b) = min{c</a:t>
            </a:r>
            <a:r>
              <a:rPr lang="en-US" sz="1600" baseline="-25000" dirty="0"/>
              <a:t>c,b</a:t>
            </a:r>
            <a:r>
              <a:rPr lang="en-US" sz="1600" dirty="0"/>
              <a:t>+D</a:t>
            </a:r>
            <a:r>
              <a:rPr lang="en-US" sz="1600" baseline="-25000" dirty="0"/>
              <a:t>b</a:t>
            </a:r>
            <a:r>
              <a:rPr lang="en-US" sz="1600" dirty="0"/>
              <a:t>(b)} = 1 + 0 = 1</a:t>
            </a:r>
          </a:p>
        </p:txBody>
      </p:sp>
      <p:sp>
        <p:nvSpPr>
          <p:cNvPr id="539" name="TextBox 538">
            <a:extLst>
              <a:ext uri="{FF2B5EF4-FFF2-40B4-BE49-F238E27FC236}">
                <a16:creationId xmlns:a16="http://schemas.microsoft.com/office/drawing/2014/main" id="{6C79643B-6076-C511-792F-54C9281CE0CA}"/>
              </a:ext>
            </a:extLst>
          </p:cNvPr>
          <p:cNvSpPr txBox="1"/>
          <p:nvPr/>
        </p:nvSpPr>
        <p:spPr>
          <a:xfrm>
            <a:off x="3169920" y="4469394"/>
            <a:ext cx="344424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(d) = min{c</a:t>
            </a:r>
            <a:r>
              <a:rPr lang="en-US" sz="1600" baseline="-25000" dirty="0"/>
              <a:t>c,b</a:t>
            </a:r>
            <a:r>
              <a:rPr lang="en-US" sz="1600" dirty="0"/>
              <a:t>+D</a:t>
            </a:r>
            <a:r>
              <a:rPr lang="en-US" sz="1600" baseline="-25000" dirty="0"/>
              <a:t>b</a:t>
            </a:r>
            <a:r>
              <a:rPr lang="en-US" sz="1600" dirty="0"/>
              <a:t>(d)} = 1+ </a:t>
            </a:r>
            <a:r>
              <a:rPr lang="en-US" sz="1600" dirty="0">
                <a:cs typeface="Arial" charset="0"/>
              </a:rPr>
              <a:t>∞ = ∞ </a:t>
            </a:r>
            <a:endParaRPr lang="en-US" sz="1600" dirty="0"/>
          </a:p>
        </p:txBody>
      </p:sp>
      <p:sp>
        <p:nvSpPr>
          <p:cNvPr id="540" name="TextBox 539">
            <a:extLst>
              <a:ext uri="{FF2B5EF4-FFF2-40B4-BE49-F238E27FC236}">
                <a16:creationId xmlns:a16="http://schemas.microsoft.com/office/drawing/2014/main" id="{83288CEB-859B-F67C-D5DE-E4E33769809A}"/>
              </a:ext>
            </a:extLst>
          </p:cNvPr>
          <p:cNvSpPr txBox="1"/>
          <p:nvPr/>
        </p:nvSpPr>
        <p:spPr>
          <a:xfrm>
            <a:off x="3180080" y="4774194"/>
            <a:ext cx="327152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(e) = min{c</a:t>
            </a:r>
            <a:r>
              <a:rPr lang="en-US" sz="1600" baseline="-25000" dirty="0"/>
              <a:t>c,b</a:t>
            </a:r>
            <a:r>
              <a:rPr lang="en-US" sz="1600" dirty="0"/>
              <a:t>+D</a:t>
            </a:r>
            <a:r>
              <a:rPr lang="en-US" sz="1600" baseline="-25000" dirty="0"/>
              <a:t>b</a:t>
            </a:r>
            <a:r>
              <a:rPr lang="en-US" sz="1600" dirty="0"/>
              <a:t>(e)} = 1 + 1 = 2</a:t>
            </a:r>
          </a:p>
        </p:txBody>
      </p:sp>
      <p:sp>
        <p:nvSpPr>
          <p:cNvPr id="541" name="TextBox 540">
            <a:extLst>
              <a:ext uri="{FF2B5EF4-FFF2-40B4-BE49-F238E27FC236}">
                <a16:creationId xmlns:a16="http://schemas.microsoft.com/office/drawing/2014/main" id="{BE1BF8AD-FCF1-1CC2-DF6A-D190E32FFE1F}"/>
              </a:ext>
            </a:extLst>
          </p:cNvPr>
          <p:cNvSpPr txBox="1"/>
          <p:nvPr/>
        </p:nvSpPr>
        <p:spPr>
          <a:xfrm>
            <a:off x="3169920" y="5099314"/>
            <a:ext cx="336296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(f) = min{c</a:t>
            </a:r>
            <a:r>
              <a:rPr lang="en-US" sz="1600" baseline="-25000" dirty="0"/>
              <a:t>c,b</a:t>
            </a:r>
            <a:r>
              <a:rPr lang="en-US" sz="1600" dirty="0"/>
              <a:t>+D</a:t>
            </a:r>
            <a:r>
              <a:rPr lang="en-US" sz="1600" baseline="-25000" dirty="0"/>
              <a:t>b</a:t>
            </a:r>
            <a:r>
              <a:rPr lang="en-US" sz="1600" dirty="0"/>
              <a:t>(f)} = 1+ </a:t>
            </a:r>
            <a:r>
              <a:rPr lang="en-US" sz="1600" dirty="0">
                <a:cs typeface="Arial" charset="0"/>
              </a:rPr>
              <a:t>∞ = ∞ </a:t>
            </a:r>
            <a:endParaRPr lang="en-US" sz="1600" dirty="0"/>
          </a:p>
        </p:txBody>
      </p:sp>
      <p:sp>
        <p:nvSpPr>
          <p:cNvPr id="542" name="TextBox 541">
            <a:extLst>
              <a:ext uri="{FF2B5EF4-FFF2-40B4-BE49-F238E27FC236}">
                <a16:creationId xmlns:a16="http://schemas.microsoft.com/office/drawing/2014/main" id="{31A15845-56BA-CC67-51F3-246383756C8F}"/>
              </a:ext>
            </a:extLst>
          </p:cNvPr>
          <p:cNvSpPr txBox="1"/>
          <p:nvPr/>
        </p:nvSpPr>
        <p:spPr>
          <a:xfrm>
            <a:off x="3180080" y="5414274"/>
            <a:ext cx="322072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(g) = min{c</a:t>
            </a:r>
            <a:r>
              <a:rPr lang="en-US" sz="1600" baseline="-25000" dirty="0"/>
              <a:t>c,b</a:t>
            </a:r>
            <a:r>
              <a:rPr lang="en-US" sz="1600" dirty="0"/>
              <a:t>+D</a:t>
            </a:r>
            <a:r>
              <a:rPr lang="en-US" sz="1600" baseline="-25000" dirty="0"/>
              <a:t>b</a:t>
            </a:r>
            <a:r>
              <a:rPr lang="en-US" sz="1600" dirty="0"/>
              <a:t>(g)} = 1+ </a:t>
            </a:r>
            <a:r>
              <a:rPr lang="en-US" sz="1600" dirty="0">
                <a:cs typeface="Arial" charset="0"/>
              </a:rPr>
              <a:t>∞ = ∞ </a:t>
            </a:r>
            <a:endParaRPr lang="en-US" sz="1600" dirty="0"/>
          </a:p>
        </p:txBody>
      </p:sp>
      <p:sp>
        <p:nvSpPr>
          <p:cNvPr id="543" name="TextBox 542">
            <a:extLst>
              <a:ext uri="{FF2B5EF4-FFF2-40B4-BE49-F238E27FC236}">
                <a16:creationId xmlns:a16="http://schemas.microsoft.com/office/drawing/2014/main" id="{5816FB6B-7B82-E74B-B546-774CE3DC28BC}"/>
              </a:ext>
            </a:extLst>
          </p:cNvPr>
          <p:cNvSpPr txBox="1"/>
          <p:nvPr/>
        </p:nvSpPr>
        <p:spPr>
          <a:xfrm>
            <a:off x="3180080" y="6042408"/>
            <a:ext cx="337312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(i) = min{c</a:t>
            </a:r>
            <a:r>
              <a:rPr lang="en-US" sz="1600" baseline="-25000" dirty="0"/>
              <a:t>c,b</a:t>
            </a:r>
            <a:r>
              <a:rPr lang="en-US" sz="1600" dirty="0"/>
              <a:t>+D</a:t>
            </a:r>
            <a:r>
              <a:rPr lang="en-US" sz="1600" baseline="-25000" dirty="0"/>
              <a:t>b</a:t>
            </a:r>
            <a:r>
              <a:rPr lang="en-US" sz="1600" dirty="0"/>
              <a:t>(i)} = 1+ </a:t>
            </a:r>
            <a:r>
              <a:rPr lang="en-US" sz="1600" dirty="0">
                <a:cs typeface="Arial" charset="0"/>
              </a:rPr>
              <a:t>∞ = ∞ </a:t>
            </a:r>
            <a:endParaRPr lang="en-US" sz="1600" dirty="0"/>
          </a:p>
        </p:txBody>
      </p:sp>
      <p:sp>
        <p:nvSpPr>
          <p:cNvPr id="544" name="TextBox 543">
            <a:extLst>
              <a:ext uri="{FF2B5EF4-FFF2-40B4-BE49-F238E27FC236}">
                <a16:creationId xmlns:a16="http://schemas.microsoft.com/office/drawing/2014/main" id="{E54DCE7C-659A-EC54-E0F7-D8C38FF8600E}"/>
              </a:ext>
            </a:extLst>
          </p:cNvPr>
          <p:cNvSpPr txBox="1"/>
          <p:nvPr/>
        </p:nvSpPr>
        <p:spPr>
          <a:xfrm>
            <a:off x="3169920" y="5737608"/>
            <a:ext cx="3383280" cy="338554"/>
          </a:xfrm>
          <a:prstGeom prst="rect">
            <a:avLst/>
          </a:prstGeom>
          <a:noFill/>
        </p:spPr>
        <p:txBody>
          <a:bodyPr wrap="square" rtlCol="0">
            <a:spAutoFit/>
          </a:bodyPr>
          <a:lstStyle/>
          <a:p>
            <a:pPr>
              <a:spcBef>
                <a:spcPts val="300"/>
              </a:spcBef>
            </a:pPr>
            <a:r>
              <a:rPr lang="en-US" sz="1600" dirty="0"/>
              <a:t>D</a:t>
            </a:r>
            <a:r>
              <a:rPr lang="en-US" sz="1600" baseline="-25000" dirty="0"/>
              <a:t>c</a:t>
            </a:r>
            <a:r>
              <a:rPr lang="en-US" sz="1600" dirty="0"/>
              <a:t>(h) = min{c</a:t>
            </a:r>
            <a:r>
              <a:rPr lang="en-US" sz="1600" baseline="-25000" dirty="0"/>
              <a:t>bc,b</a:t>
            </a:r>
            <a:r>
              <a:rPr lang="en-US" sz="1600" dirty="0"/>
              <a:t>+D</a:t>
            </a:r>
            <a:r>
              <a:rPr lang="en-US" sz="1600" baseline="-25000" dirty="0"/>
              <a:t>b</a:t>
            </a:r>
            <a:r>
              <a:rPr lang="en-US" sz="1600" dirty="0"/>
              <a:t>(h)} = 1+ </a:t>
            </a:r>
            <a:r>
              <a:rPr lang="en-US" sz="1600" dirty="0">
                <a:cs typeface="Arial" charset="0"/>
              </a:rPr>
              <a:t>∞ = ∞ </a:t>
            </a:r>
            <a:endParaRPr lang="en-US" sz="1600" dirty="0"/>
          </a:p>
        </p:txBody>
      </p:sp>
      <p:sp>
        <p:nvSpPr>
          <p:cNvPr id="545" name="Down Arrow 237">
            <a:extLst>
              <a:ext uri="{FF2B5EF4-FFF2-40B4-BE49-F238E27FC236}">
                <a16:creationId xmlns:a16="http://schemas.microsoft.com/office/drawing/2014/main" id="{C9CBF6C2-6BA9-6A61-5963-F906B4E5BB9E}"/>
              </a:ext>
            </a:extLst>
          </p:cNvPr>
          <p:cNvSpPr/>
          <p:nvPr/>
        </p:nvSpPr>
        <p:spPr>
          <a:xfrm rot="16200000">
            <a:off x="6704347" y="5340283"/>
            <a:ext cx="339615" cy="560629"/>
          </a:xfrm>
          <a:prstGeom prst="downArrow">
            <a:avLst/>
          </a:prstGeom>
          <a:gradFill>
            <a:gsLst>
              <a:gs pos="0">
                <a:schemeClr val="bg1"/>
              </a:gs>
              <a:gs pos="100000">
                <a:schemeClr val="accent5">
                  <a:lumMod val="40000"/>
                  <a:lumOff val="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6" name="Group 545">
            <a:extLst>
              <a:ext uri="{FF2B5EF4-FFF2-40B4-BE49-F238E27FC236}">
                <a16:creationId xmlns:a16="http://schemas.microsoft.com/office/drawing/2014/main" id="{67E2B974-7483-5A8B-4664-828E8A8B371A}"/>
              </a:ext>
            </a:extLst>
          </p:cNvPr>
          <p:cNvGrpSpPr/>
          <p:nvPr/>
        </p:nvGrpSpPr>
        <p:grpSpPr>
          <a:xfrm>
            <a:off x="7147328" y="3898697"/>
            <a:ext cx="1149458" cy="2667397"/>
            <a:chOff x="9764348" y="1447800"/>
            <a:chExt cx="1149458" cy="2667397"/>
          </a:xfrm>
        </p:grpSpPr>
        <p:sp>
          <p:nvSpPr>
            <p:cNvPr id="547" name="Rectangle 546">
              <a:extLst>
                <a:ext uri="{FF2B5EF4-FFF2-40B4-BE49-F238E27FC236}">
                  <a16:creationId xmlns:a16="http://schemas.microsoft.com/office/drawing/2014/main" id="{9BE1206B-F48C-7426-1289-5B088A9239D6}"/>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8" name="Group 547">
              <a:extLst>
                <a:ext uri="{FF2B5EF4-FFF2-40B4-BE49-F238E27FC236}">
                  <a16:creationId xmlns:a16="http://schemas.microsoft.com/office/drawing/2014/main" id="{8CBEB180-0482-57BB-7E33-3D92EF6A679A}"/>
                </a:ext>
              </a:extLst>
            </p:cNvPr>
            <p:cNvGrpSpPr/>
            <p:nvPr/>
          </p:nvGrpSpPr>
          <p:grpSpPr>
            <a:xfrm>
              <a:off x="9764348" y="1447800"/>
              <a:ext cx="1130291" cy="2667397"/>
              <a:chOff x="9472119" y="702026"/>
              <a:chExt cx="1130291" cy="2667397"/>
            </a:xfrm>
          </p:grpSpPr>
          <p:sp>
            <p:nvSpPr>
              <p:cNvPr id="549" name="Rectangle 548">
                <a:extLst>
                  <a:ext uri="{FF2B5EF4-FFF2-40B4-BE49-F238E27FC236}">
                    <a16:creationId xmlns:a16="http://schemas.microsoft.com/office/drawing/2014/main" id="{C454D263-82DD-6FF7-DE98-D8CEA19827A1}"/>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0" name="TextBox 549">
                <a:extLst>
                  <a:ext uri="{FF2B5EF4-FFF2-40B4-BE49-F238E27FC236}">
                    <a16:creationId xmlns:a16="http://schemas.microsoft.com/office/drawing/2014/main" id="{85AA27DD-C34F-C90A-B8F2-DE6485D526A0}"/>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c:</a:t>
                </a:r>
              </a:p>
              <a:p>
                <a:pPr marL="114300" lvl="1"/>
                <a:r>
                  <a:rPr lang="en-US" sz="1600" dirty="0"/>
                  <a:t>D</a:t>
                </a:r>
                <a:r>
                  <a:rPr lang="en-US" sz="1600" baseline="-25000" dirty="0"/>
                  <a:t>c</a:t>
                </a:r>
                <a:r>
                  <a:rPr lang="en-US" sz="1600" dirty="0"/>
                  <a:t>(a) =</a:t>
                </a:r>
                <a:r>
                  <a:rPr lang="en-US" sz="1600" dirty="0">
                    <a:cs typeface="Arial" charset="0"/>
                  </a:rPr>
                  <a:t> 9</a:t>
                </a:r>
              </a:p>
              <a:p>
                <a:pPr marL="114300" lvl="1"/>
                <a:r>
                  <a:rPr lang="en-US" sz="1600" dirty="0"/>
                  <a:t>D</a:t>
                </a:r>
                <a:r>
                  <a:rPr lang="en-US" sz="1600" baseline="-25000" dirty="0"/>
                  <a:t>c</a:t>
                </a:r>
                <a:r>
                  <a:rPr lang="en-US" sz="1600" dirty="0"/>
                  <a:t>(b) =</a:t>
                </a:r>
                <a:r>
                  <a:rPr lang="en-US" sz="1600" dirty="0">
                    <a:cs typeface="Arial" charset="0"/>
                  </a:rPr>
                  <a:t> 1</a:t>
                </a:r>
              </a:p>
              <a:p>
                <a:pPr marL="114300" lvl="1"/>
                <a:r>
                  <a:rPr lang="en-US" sz="1600" dirty="0">
                    <a:cs typeface="Arial" charset="0"/>
                  </a:rPr>
                  <a:t>D</a:t>
                </a:r>
                <a:r>
                  <a:rPr lang="en-US" sz="1600" baseline="-25000" dirty="0">
                    <a:cs typeface="Arial" charset="0"/>
                  </a:rPr>
                  <a:t>c</a:t>
                </a:r>
                <a:r>
                  <a:rPr lang="en-US" sz="1600" dirty="0">
                    <a:cs typeface="Arial" charset="0"/>
                  </a:rPr>
                  <a:t>(c) = 0</a:t>
                </a:r>
                <a:endParaRPr lang="en-US" sz="1600" dirty="0"/>
              </a:p>
              <a:p>
                <a:pPr marL="114300" lvl="1"/>
                <a:r>
                  <a:rPr lang="en-US" sz="1600" dirty="0"/>
                  <a:t>D</a:t>
                </a:r>
                <a:r>
                  <a:rPr lang="en-US" sz="1600" baseline="-25000" dirty="0"/>
                  <a:t>c</a:t>
                </a:r>
                <a:r>
                  <a:rPr lang="en-US" sz="1600" dirty="0"/>
                  <a:t>(d) =</a:t>
                </a:r>
                <a:r>
                  <a:rPr lang="en-US" sz="1600" dirty="0">
                    <a:cs typeface="Arial" charset="0"/>
                  </a:rPr>
                  <a:t> 2</a:t>
                </a:r>
                <a:endParaRPr lang="en-US" sz="1600" dirty="0"/>
              </a:p>
              <a:p>
                <a:pPr marL="114300" lvl="1"/>
                <a:r>
                  <a:rPr lang="en-US" sz="1600" dirty="0"/>
                  <a:t>D</a:t>
                </a:r>
                <a:r>
                  <a:rPr lang="en-US" sz="1600" baseline="-25000" dirty="0"/>
                  <a:t>c</a:t>
                </a:r>
                <a:r>
                  <a:rPr lang="en-US" sz="1600" dirty="0"/>
                  <a:t>(e) =</a:t>
                </a:r>
                <a:r>
                  <a:rPr lang="en-US" sz="1600" dirty="0">
                    <a:cs typeface="Arial" charset="0"/>
                  </a:rPr>
                  <a:t> ∞</a:t>
                </a:r>
                <a:endParaRPr lang="en-US" sz="1600" dirty="0"/>
              </a:p>
              <a:p>
                <a:pPr marL="114300" lvl="1"/>
                <a:r>
                  <a:rPr lang="en-US" sz="1600" dirty="0"/>
                  <a:t>D</a:t>
                </a:r>
                <a:r>
                  <a:rPr lang="en-US" sz="1600" baseline="-25000" dirty="0"/>
                  <a:t>c</a:t>
                </a:r>
                <a:r>
                  <a:rPr lang="en-US" sz="1600" dirty="0"/>
                  <a:t>(f) =</a:t>
                </a:r>
                <a:r>
                  <a:rPr lang="en-US" sz="1600" dirty="0">
                    <a:cs typeface="Arial" charset="0"/>
                  </a:rPr>
                  <a:t> ∞</a:t>
                </a:r>
                <a:endParaRPr lang="en-US" sz="1600" dirty="0"/>
              </a:p>
              <a:p>
                <a:pPr marL="114300" lvl="1"/>
                <a:r>
                  <a:rPr lang="en-US" sz="1600" dirty="0"/>
                  <a:t>D</a:t>
                </a:r>
                <a:r>
                  <a:rPr lang="en-US" sz="1600" baseline="-25000" dirty="0"/>
                  <a:t>c</a:t>
                </a:r>
                <a:r>
                  <a:rPr lang="en-US" sz="1600" dirty="0"/>
                  <a:t>(g) =</a:t>
                </a:r>
                <a:r>
                  <a:rPr lang="en-US" sz="1600" dirty="0">
                    <a:cs typeface="Arial" charset="0"/>
                  </a:rPr>
                  <a:t> ∞</a:t>
                </a:r>
                <a:endParaRPr lang="en-US" sz="1600" dirty="0"/>
              </a:p>
              <a:p>
                <a:pPr marL="114300" lvl="1"/>
                <a:r>
                  <a:rPr lang="en-US" sz="1600" dirty="0"/>
                  <a:t>D</a:t>
                </a:r>
                <a:r>
                  <a:rPr lang="en-US" sz="1600" baseline="-25000" dirty="0"/>
                  <a:t>c</a:t>
                </a:r>
                <a:r>
                  <a:rPr lang="en-US" sz="1600" dirty="0"/>
                  <a:t>(h) =</a:t>
                </a:r>
                <a:r>
                  <a:rPr lang="en-US" sz="1600" dirty="0">
                    <a:cs typeface="Arial" charset="0"/>
                  </a:rPr>
                  <a:t> ∞</a:t>
                </a:r>
                <a:endParaRPr lang="en-US" sz="1600" dirty="0"/>
              </a:p>
              <a:p>
                <a:pPr marL="114300"/>
                <a:r>
                  <a:rPr lang="en-US" sz="1600" dirty="0"/>
                  <a:t>D</a:t>
                </a:r>
                <a:r>
                  <a:rPr lang="en-US" sz="1600" baseline="-25000" dirty="0"/>
                  <a:t>c</a:t>
                </a:r>
                <a:r>
                  <a:rPr lang="en-US" sz="1600" dirty="0"/>
                  <a:t>(i) =</a:t>
                </a:r>
                <a:r>
                  <a:rPr lang="en-US" sz="1600" dirty="0">
                    <a:cs typeface="Arial" charset="0"/>
                  </a:rPr>
                  <a:t> ∞</a:t>
                </a:r>
                <a:endParaRPr lang="en-US" sz="1600" dirty="0"/>
              </a:p>
            </p:txBody>
          </p:sp>
          <p:cxnSp>
            <p:nvCxnSpPr>
              <p:cNvPr id="551" name="Straight Connector 550">
                <a:extLst>
                  <a:ext uri="{FF2B5EF4-FFF2-40B4-BE49-F238E27FC236}">
                    <a16:creationId xmlns:a16="http://schemas.microsoft.com/office/drawing/2014/main" id="{FF88DB6A-CD93-42F2-EDD9-06E3208FF040}"/>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52" name="Rectangle 551">
                <a:extLst>
                  <a:ext uri="{FF2B5EF4-FFF2-40B4-BE49-F238E27FC236}">
                    <a16:creationId xmlns:a16="http://schemas.microsoft.com/office/drawing/2014/main" id="{285B8193-B50A-EA56-DBEF-586E2ACCC618}"/>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553" name="Freeform 2">
            <a:extLst>
              <a:ext uri="{FF2B5EF4-FFF2-40B4-BE49-F238E27FC236}">
                <a16:creationId xmlns:a16="http://schemas.microsoft.com/office/drawing/2014/main" id="{B0E481B8-9BEA-4434-FDF2-4751853DF27B}"/>
              </a:ext>
            </a:extLst>
          </p:cNvPr>
          <p:cNvSpPr/>
          <p:nvPr/>
        </p:nvSpPr>
        <p:spPr>
          <a:xfrm>
            <a:off x="3068320" y="2124220"/>
            <a:ext cx="5598160" cy="1625600"/>
          </a:xfrm>
          <a:custGeom>
            <a:avLst/>
            <a:gdLst>
              <a:gd name="connsiteX0" fmla="*/ 5120640 w 5628640"/>
              <a:gd name="connsiteY0" fmla="*/ 0 h 1615440"/>
              <a:gd name="connsiteX1" fmla="*/ 0 w 5628640"/>
              <a:gd name="connsiteY1" fmla="*/ 1615440 h 1615440"/>
              <a:gd name="connsiteX2" fmla="*/ 3515360 w 5628640"/>
              <a:gd name="connsiteY2" fmla="*/ 1615440 h 1615440"/>
              <a:gd name="connsiteX3" fmla="*/ 5628640 w 5628640"/>
              <a:gd name="connsiteY3" fmla="*/ 10160 h 1615440"/>
              <a:gd name="connsiteX4" fmla="*/ 5120640 w 5628640"/>
              <a:gd name="connsiteY4" fmla="*/ 0 h 1615440"/>
              <a:gd name="connsiteX0" fmla="*/ 5120640 w 5628640"/>
              <a:gd name="connsiteY0" fmla="*/ 0 h 1615440"/>
              <a:gd name="connsiteX1" fmla="*/ 0 w 5628640"/>
              <a:gd name="connsiteY1" fmla="*/ 1615440 h 1615440"/>
              <a:gd name="connsiteX2" fmla="*/ 3515360 w 5628640"/>
              <a:gd name="connsiteY2" fmla="*/ 1615440 h 1615440"/>
              <a:gd name="connsiteX3" fmla="*/ 5628640 w 5628640"/>
              <a:gd name="connsiteY3" fmla="*/ 10160 h 1615440"/>
              <a:gd name="connsiteX4" fmla="*/ 5120640 w 5628640"/>
              <a:gd name="connsiteY4" fmla="*/ 0 h 161544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628640"/>
              <a:gd name="connsiteY0" fmla="*/ 0 h 1625600"/>
              <a:gd name="connsiteX1" fmla="*/ 0 w 5628640"/>
              <a:gd name="connsiteY1" fmla="*/ 1615440 h 1625600"/>
              <a:gd name="connsiteX2" fmla="*/ 3535680 w 5628640"/>
              <a:gd name="connsiteY2" fmla="*/ 1625600 h 1625600"/>
              <a:gd name="connsiteX3" fmla="*/ 5628640 w 5628640"/>
              <a:gd name="connsiteY3" fmla="*/ 10160 h 1625600"/>
              <a:gd name="connsiteX4" fmla="*/ 5120640 w 5628640"/>
              <a:gd name="connsiteY4" fmla="*/ 0 h 1625600"/>
              <a:gd name="connsiteX0" fmla="*/ 5120640 w 5598160"/>
              <a:gd name="connsiteY0" fmla="*/ 0 h 1625600"/>
              <a:gd name="connsiteX1" fmla="*/ 0 w 5598160"/>
              <a:gd name="connsiteY1" fmla="*/ 1615440 h 1625600"/>
              <a:gd name="connsiteX2" fmla="*/ 3535680 w 5598160"/>
              <a:gd name="connsiteY2" fmla="*/ 1625600 h 1625600"/>
              <a:gd name="connsiteX3" fmla="*/ 5598160 w 5598160"/>
              <a:gd name="connsiteY3" fmla="*/ 50800 h 1625600"/>
              <a:gd name="connsiteX4" fmla="*/ 5120640 w 5598160"/>
              <a:gd name="connsiteY4" fmla="*/ 0 h 1625600"/>
              <a:gd name="connsiteX0" fmla="*/ 5120640 w 5598160"/>
              <a:gd name="connsiteY0" fmla="*/ 0 h 1625600"/>
              <a:gd name="connsiteX1" fmla="*/ 0 w 5598160"/>
              <a:gd name="connsiteY1" fmla="*/ 1615440 h 1625600"/>
              <a:gd name="connsiteX2" fmla="*/ 3535680 w 5598160"/>
              <a:gd name="connsiteY2" fmla="*/ 1625600 h 1625600"/>
              <a:gd name="connsiteX3" fmla="*/ 5598160 w 5598160"/>
              <a:gd name="connsiteY3" fmla="*/ 50800 h 1625600"/>
              <a:gd name="connsiteX4" fmla="*/ 5120640 w 5598160"/>
              <a:gd name="connsiteY4" fmla="*/ 0 h 1625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160" h="1625600">
                <a:moveTo>
                  <a:pt x="5120640" y="0"/>
                </a:moveTo>
                <a:cubicBezTo>
                  <a:pt x="3495040" y="812800"/>
                  <a:pt x="2540000" y="1127760"/>
                  <a:pt x="0" y="1615440"/>
                </a:cubicBezTo>
                <a:lnTo>
                  <a:pt x="3535680" y="1625600"/>
                </a:lnTo>
                <a:cubicBezTo>
                  <a:pt x="4087707" y="988907"/>
                  <a:pt x="4243493" y="890693"/>
                  <a:pt x="5598160" y="50800"/>
                </a:cubicBezTo>
                <a:cubicBezTo>
                  <a:pt x="5317067" y="98213"/>
                  <a:pt x="5259493" y="115147"/>
                  <a:pt x="5120640" y="0"/>
                </a:cubicBezTo>
                <a:close/>
              </a:path>
            </a:pathLst>
          </a:custGeom>
          <a:gradFill>
            <a:gsLst>
              <a:gs pos="0">
                <a:schemeClr val="bg1">
                  <a:lumMod val="100000"/>
                </a:schemeClr>
              </a:gs>
              <a:gs pos="100000">
                <a:schemeClr val="accent5">
                  <a:lumMod val="20000"/>
                  <a:lumOff val="8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54" name="Group 553">
            <a:extLst>
              <a:ext uri="{FF2B5EF4-FFF2-40B4-BE49-F238E27FC236}">
                <a16:creationId xmlns:a16="http://schemas.microsoft.com/office/drawing/2014/main" id="{BF92591E-BE11-F2A0-CB60-FCB3A5E7E80D}"/>
              </a:ext>
            </a:extLst>
          </p:cNvPr>
          <p:cNvGrpSpPr/>
          <p:nvPr/>
        </p:nvGrpSpPr>
        <p:grpSpPr>
          <a:xfrm>
            <a:off x="7868428" y="1627689"/>
            <a:ext cx="1196054" cy="1022555"/>
            <a:chOff x="9655277" y="2349909"/>
            <a:chExt cx="1196054" cy="1022555"/>
          </a:xfrm>
        </p:grpSpPr>
        <p:sp>
          <p:nvSpPr>
            <p:cNvPr id="555" name="Freeform 234">
              <a:extLst>
                <a:ext uri="{FF2B5EF4-FFF2-40B4-BE49-F238E27FC236}">
                  <a16:creationId xmlns:a16="http://schemas.microsoft.com/office/drawing/2014/main" id="{9D5CFF98-EE0F-8B8F-D8FF-236953433B91}"/>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6" name="TextBox 555">
              <a:extLst>
                <a:ext uri="{FF2B5EF4-FFF2-40B4-BE49-F238E27FC236}">
                  <a16:creationId xmlns:a16="http://schemas.microsoft.com/office/drawing/2014/main" id="{01FEEF99-7E8B-ACDE-0489-DE7EFF669E24}"/>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Tree>
    <p:extLst>
      <p:ext uri="{BB962C8B-B14F-4D97-AF65-F5344CB8AC3E}">
        <p14:creationId xmlns:p14="http://schemas.microsoft.com/office/powerpoint/2010/main" val="2611533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par>
                                <p:cTn id="10" presetID="9" presetClass="entr" presetSubtype="0" fill="hold" grpId="0" nodeType="withEffect">
                                  <p:stCondLst>
                                    <p:cond delay="0"/>
                                  </p:stCondLst>
                                  <p:childTnLst>
                                    <p:set>
                                      <p:cBhvr>
                                        <p:cTn id="11" dur="1" fill="hold">
                                          <p:stCondLst>
                                            <p:cond delay="0"/>
                                          </p:stCondLst>
                                        </p:cTn>
                                        <p:tgtEl>
                                          <p:spTgt spid="535"/>
                                        </p:tgtEl>
                                        <p:attrNameLst>
                                          <p:attrName>style.visibility</p:attrName>
                                        </p:attrNameLst>
                                      </p:cBhvr>
                                      <p:to>
                                        <p:strVal val="visible"/>
                                      </p:to>
                                    </p:set>
                                    <p:animEffect transition="in" filter="dissolve">
                                      <p:cBhvr>
                                        <p:cTn id="12" dur="1000"/>
                                        <p:tgtEl>
                                          <p:spTgt spid="53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553"/>
                                        </p:tgtEl>
                                        <p:attrNameLst>
                                          <p:attrName>style.visibility</p:attrName>
                                        </p:attrNameLst>
                                      </p:cBhvr>
                                      <p:to>
                                        <p:strVal val="visible"/>
                                      </p:to>
                                    </p:set>
                                    <p:animEffect transition="in" filter="wipe(up)">
                                      <p:cBhvr>
                                        <p:cTn id="17" dur="500"/>
                                        <p:tgtEl>
                                          <p:spTgt spid="553"/>
                                        </p:tgtEl>
                                      </p:cBhvr>
                                    </p:animEffect>
                                  </p:childTnLst>
                                </p:cTn>
                              </p:par>
                            </p:childTnLst>
                          </p:cTn>
                        </p:par>
                        <p:par>
                          <p:cTn id="18" fill="hold">
                            <p:stCondLst>
                              <p:cond delay="500"/>
                            </p:stCondLst>
                            <p:childTnLst>
                              <p:par>
                                <p:cTn id="19" presetID="22" presetClass="entr" presetSubtype="1" fill="hold" grpId="0" nodeType="afterEffect">
                                  <p:stCondLst>
                                    <p:cond delay="0"/>
                                  </p:stCondLst>
                                  <p:childTnLst>
                                    <p:set>
                                      <p:cBhvr>
                                        <p:cTn id="20" dur="1" fill="hold">
                                          <p:stCondLst>
                                            <p:cond delay="0"/>
                                          </p:stCondLst>
                                        </p:cTn>
                                        <p:tgtEl>
                                          <p:spTgt spid="536"/>
                                        </p:tgtEl>
                                        <p:attrNameLst>
                                          <p:attrName>style.visibility</p:attrName>
                                        </p:attrNameLst>
                                      </p:cBhvr>
                                      <p:to>
                                        <p:strVal val="visible"/>
                                      </p:to>
                                    </p:set>
                                    <p:animEffect transition="in" filter="wipe(up)">
                                      <p:cBhvr>
                                        <p:cTn id="21" dur="500"/>
                                        <p:tgtEl>
                                          <p:spTgt spid="536"/>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537"/>
                                        </p:tgtEl>
                                        <p:attrNameLst>
                                          <p:attrName>style.visibility</p:attrName>
                                        </p:attrNameLst>
                                      </p:cBhvr>
                                      <p:to>
                                        <p:strVal val="visible"/>
                                      </p:to>
                                    </p:set>
                                    <p:animEffect transition="in" filter="dissolve">
                                      <p:cBhvr>
                                        <p:cTn id="26" dur="500"/>
                                        <p:tgtEl>
                                          <p:spTgt spid="53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38"/>
                                        </p:tgtEl>
                                        <p:attrNameLst>
                                          <p:attrName>style.visibility</p:attrName>
                                        </p:attrNameLst>
                                      </p:cBhvr>
                                      <p:to>
                                        <p:strVal val="visible"/>
                                      </p:to>
                                    </p:set>
                                    <p:animEffect transition="in" filter="dissolve">
                                      <p:cBhvr>
                                        <p:cTn id="31" dur="500"/>
                                        <p:tgtEl>
                                          <p:spTgt spid="538"/>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39"/>
                                        </p:tgtEl>
                                        <p:attrNameLst>
                                          <p:attrName>style.visibility</p:attrName>
                                        </p:attrNameLst>
                                      </p:cBhvr>
                                      <p:to>
                                        <p:strVal val="visible"/>
                                      </p:to>
                                    </p:set>
                                    <p:animEffect transition="in" filter="dissolve">
                                      <p:cBhvr>
                                        <p:cTn id="36" dur="500"/>
                                        <p:tgtEl>
                                          <p:spTgt spid="539"/>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540"/>
                                        </p:tgtEl>
                                        <p:attrNameLst>
                                          <p:attrName>style.visibility</p:attrName>
                                        </p:attrNameLst>
                                      </p:cBhvr>
                                      <p:to>
                                        <p:strVal val="visible"/>
                                      </p:to>
                                    </p:set>
                                    <p:animEffect transition="in" filter="dissolve">
                                      <p:cBhvr>
                                        <p:cTn id="41" dur="500"/>
                                        <p:tgtEl>
                                          <p:spTgt spid="540"/>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541"/>
                                        </p:tgtEl>
                                        <p:attrNameLst>
                                          <p:attrName>style.visibility</p:attrName>
                                        </p:attrNameLst>
                                      </p:cBhvr>
                                      <p:to>
                                        <p:strVal val="visible"/>
                                      </p:to>
                                    </p:set>
                                    <p:animEffect transition="in" filter="dissolve">
                                      <p:cBhvr>
                                        <p:cTn id="46" dur="500"/>
                                        <p:tgtEl>
                                          <p:spTgt spid="541"/>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542"/>
                                        </p:tgtEl>
                                        <p:attrNameLst>
                                          <p:attrName>style.visibility</p:attrName>
                                        </p:attrNameLst>
                                      </p:cBhvr>
                                      <p:to>
                                        <p:strVal val="visible"/>
                                      </p:to>
                                    </p:set>
                                    <p:animEffect transition="in" filter="dissolve">
                                      <p:cBhvr>
                                        <p:cTn id="51" dur="500"/>
                                        <p:tgtEl>
                                          <p:spTgt spid="542"/>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544"/>
                                        </p:tgtEl>
                                        <p:attrNameLst>
                                          <p:attrName>style.visibility</p:attrName>
                                        </p:attrNameLst>
                                      </p:cBhvr>
                                      <p:to>
                                        <p:strVal val="visible"/>
                                      </p:to>
                                    </p:set>
                                    <p:animEffect transition="in" filter="dissolve">
                                      <p:cBhvr>
                                        <p:cTn id="56" dur="500"/>
                                        <p:tgtEl>
                                          <p:spTgt spid="544"/>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543"/>
                                        </p:tgtEl>
                                        <p:attrNameLst>
                                          <p:attrName>style.visibility</p:attrName>
                                        </p:attrNameLst>
                                      </p:cBhvr>
                                      <p:to>
                                        <p:strVal val="visible"/>
                                      </p:to>
                                    </p:set>
                                    <p:animEffect transition="in" filter="dissolve">
                                      <p:cBhvr>
                                        <p:cTn id="61" dur="500"/>
                                        <p:tgtEl>
                                          <p:spTgt spid="543"/>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545"/>
                                        </p:tgtEl>
                                        <p:attrNameLst>
                                          <p:attrName>style.visibility</p:attrName>
                                        </p:attrNameLst>
                                      </p:cBhvr>
                                      <p:to>
                                        <p:strVal val="visible"/>
                                      </p:to>
                                    </p:set>
                                    <p:animEffect transition="in" filter="wipe(left)">
                                      <p:cBhvr>
                                        <p:cTn id="66" dur="500"/>
                                        <p:tgtEl>
                                          <p:spTgt spid="545"/>
                                        </p:tgtEl>
                                      </p:cBhvr>
                                    </p:animEffect>
                                  </p:childTnLst>
                                </p:cTn>
                              </p:par>
                            </p:childTnLst>
                          </p:cTn>
                        </p:par>
                        <p:par>
                          <p:cTn id="67" fill="hold">
                            <p:stCondLst>
                              <p:cond delay="500"/>
                            </p:stCondLst>
                            <p:childTnLst>
                              <p:par>
                                <p:cTn id="68" presetID="22" presetClass="entr" presetSubtype="8" fill="hold" nodeType="afterEffect">
                                  <p:stCondLst>
                                    <p:cond delay="0"/>
                                  </p:stCondLst>
                                  <p:childTnLst>
                                    <p:set>
                                      <p:cBhvr>
                                        <p:cTn id="69" dur="1" fill="hold">
                                          <p:stCondLst>
                                            <p:cond delay="0"/>
                                          </p:stCondLst>
                                        </p:cTn>
                                        <p:tgtEl>
                                          <p:spTgt spid="546"/>
                                        </p:tgtEl>
                                        <p:attrNameLst>
                                          <p:attrName>style.visibility</p:attrName>
                                        </p:attrNameLst>
                                      </p:cBhvr>
                                      <p:to>
                                        <p:strVal val="visible"/>
                                      </p:to>
                                    </p:set>
                                    <p:animEffect transition="in" filter="wipe(left)">
                                      <p:cBhvr>
                                        <p:cTn id="70" dur="500"/>
                                        <p:tgtEl>
                                          <p:spTgt spid="546"/>
                                        </p:tgtEl>
                                      </p:cBhvr>
                                    </p:animEffect>
                                  </p:childTnLst>
                                </p:cTn>
                              </p:par>
                            </p:childTnLst>
                          </p:cTn>
                        </p:par>
                      </p:childTnLst>
                    </p:cTn>
                  </p:par>
                  <p:par>
                    <p:cTn id="71" fill="hold">
                      <p:stCondLst>
                        <p:cond delay="indefinite"/>
                      </p:stCondLst>
                      <p:childTnLst>
                        <p:par>
                          <p:cTn id="72" fill="hold">
                            <p:stCondLst>
                              <p:cond delay="0"/>
                            </p:stCondLst>
                            <p:childTnLst>
                              <p:par>
                                <p:cTn id="73" presetID="0" presetClass="path" presetSubtype="0" accel="50000" decel="50000" fill="hold" nodeType="clickEffect">
                                  <p:stCondLst>
                                    <p:cond delay="0"/>
                                  </p:stCondLst>
                                  <p:childTnLst>
                                    <p:animMotion origin="layout" path="M -3.33333E-6 -2.96296E-6 L 0.20417 -0.54652 " pathEditMode="relative" rAng="0" ptsTypes="AA">
                                      <p:cBhvr>
                                        <p:cTn id="74" dur="2000" fill="hold"/>
                                        <p:tgtEl>
                                          <p:spTgt spid="546"/>
                                        </p:tgtEl>
                                        <p:attrNameLst>
                                          <p:attrName>ppt_x</p:attrName>
                                          <p:attrName>ppt_y</p:attrName>
                                        </p:attrNameLst>
                                      </p:cBhvr>
                                      <p:rCtr x="10208" y="-2733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5" grpId="0" animBg="1"/>
      <p:bldP spid="536" grpId="0" animBg="1"/>
      <p:bldP spid="537" grpId="0"/>
      <p:bldP spid="538" grpId="0"/>
      <p:bldP spid="539" grpId="0"/>
      <p:bldP spid="540" grpId="0"/>
      <p:bldP spid="541" grpId="0"/>
      <p:bldP spid="542" grpId="0"/>
      <p:bldP spid="543" grpId="0"/>
      <p:bldP spid="544" grpId="0"/>
      <p:bldP spid="545" grpId="0" animBg="1"/>
      <p:bldP spid="553"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cxnSp>
        <p:nvCxnSpPr>
          <p:cNvPr id="8" name="Straight Connector 7">
            <a:extLst>
              <a:ext uri="{FF2B5EF4-FFF2-40B4-BE49-F238E27FC236}">
                <a16:creationId xmlns:a16="http://schemas.microsoft.com/office/drawing/2014/main" id="{31109510-6F5E-171F-BC97-844FC68E5420}"/>
              </a:ext>
            </a:extLst>
          </p:cNvPr>
          <p:cNvCxnSpPr>
            <a:cxnSpLocks/>
            <a:stCxn id="11" idx="2"/>
            <a:endCxn id="11" idx="0"/>
          </p:cNvCxnSpPr>
          <p:nvPr/>
        </p:nvCxnSpPr>
        <p:spPr>
          <a:xfrm flipV="1">
            <a:off x="6530326" y="1960304"/>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23642F3-3BE7-F6D9-DC14-FDBB1BEFCB90}"/>
              </a:ext>
            </a:extLst>
          </p:cNvPr>
          <p:cNvCxnSpPr>
            <a:cxnSpLocks/>
            <a:stCxn id="11" idx="1"/>
            <a:endCxn id="11" idx="3"/>
          </p:cNvCxnSpPr>
          <p:nvPr/>
        </p:nvCxnSpPr>
        <p:spPr>
          <a:xfrm>
            <a:off x="4598770" y="3891859"/>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C71D192D-A4A8-9E63-3BFB-29A1977B9460}"/>
              </a:ext>
            </a:extLst>
          </p:cNvPr>
          <p:cNvSpPr/>
          <p:nvPr/>
        </p:nvSpPr>
        <p:spPr>
          <a:xfrm>
            <a:off x="4598770" y="1960304"/>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Rectangle 11">
            <a:extLst>
              <a:ext uri="{FF2B5EF4-FFF2-40B4-BE49-F238E27FC236}">
                <a16:creationId xmlns:a16="http://schemas.microsoft.com/office/drawing/2014/main" id="{40B9371E-24E1-75B8-803B-84365D5ADBF8}"/>
              </a:ext>
            </a:extLst>
          </p:cNvPr>
          <p:cNvSpPr/>
          <p:nvPr/>
        </p:nvSpPr>
        <p:spPr>
          <a:xfrm>
            <a:off x="8380337" y="2031654"/>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3" name="TextBox 12">
            <a:extLst>
              <a:ext uri="{FF2B5EF4-FFF2-40B4-BE49-F238E27FC236}">
                <a16:creationId xmlns:a16="http://schemas.microsoft.com/office/drawing/2014/main" id="{8A73E064-4BBC-50F2-034D-40B5DF1A2077}"/>
              </a:ext>
            </a:extLst>
          </p:cNvPr>
          <p:cNvSpPr txBox="1"/>
          <p:nvPr/>
        </p:nvSpPr>
        <p:spPr>
          <a:xfrm>
            <a:off x="4305782" y="2701706"/>
            <a:ext cx="301686" cy="338554"/>
          </a:xfrm>
          <a:prstGeom prst="rect">
            <a:avLst/>
          </a:prstGeom>
          <a:noFill/>
        </p:spPr>
        <p:txBody>
          <a:bodyPr wrap="square" rtlCol="0">
            <a:spAutoFit/>
          </a:bodyPr>
          <a:lstStyle/>
          <a:p>
            <a:r>
              <a:rPr lang="en-US" sz="1600" dirty="0"/>
              <a:t>1</a:t>
            </a:r>
          </a:p>
        </p:txBody>
      </p:sp>
      <p:sp>
        <p:nvSpPr>
          <p:cNvPr id="14" name="TextBox 13">
            <a:extLst>
              <a:ext uri="{FF2B5EF4-FFF2-40B4-BE49-F238E27FC236}">
                <a16:creationId xmlns:a16="http://schemas.microsoft.com/office/drawing/2014/main" id="{AE6E106E-1A0B-1D8F-AE97-1103B7FCB8E6}"/>
              </a:ext>
            </a:extLst>
          </p:cNvPr>
          <p:cNvSpPr txBox="1"/>
          <p:nvPr/>
        </p:nvSpPr>
        <p:spPr>
          <a:xfrm>
            <a:off x="6217534" y="2692061"/>
            <a:ext cx="288862" cy="338554"/>
          </a:xfrm>
          <a:prstGeom prst="rect">
            <a:avLst/>
          </a:prstGeom>
          <a:noFill/>
        </p:spPr>
        <p:txBody>
          <a:bodyPr wrap="none" rtlCol="0">
            <a:spAutoFit/>
          </a:bodyPr>
          <a:lstStyle/>
          <a:p>
            <a:r>
              <a:rPr lang="en-US" sz="1600" dirty="0"/>
              <a:t>1</a:t>
            </a:r>
          </a:p>
        </p:txBody>
      </p:sp>
      <p:sp>
        <p:nvSpPr>
          <p:cNvPr id="15" name="TextBox 14">
            <a:extLst>
              <a:ext uri="{FF2B5EF4-FFF2-40B4-BE49-F238E27FC236}">
                <a16:creationId xmlns:a16="http://schemas.microsoft.com/office/drawing/2014/main" id="{DC80573D-E5AB-6591-EEBB-1871DD327EB0}"/>
              </a:ext>
            </a:extLst>
          </p:cNvPr>
          <p:cNvSpPr txBox="1"/>
          <p:nvPr/>
        </p:nvSpPr>
        <p:spPr>
          <a:xfrm>
            <a:off x="4296138" y="4717630"/>
            <a:ext cx="301686" cy="338554"/>
          </a:xfrm>
          <a:prstGeom prst="rect">
            <a:avLst/>
          </a:prstGeom>
          <a:noFill/>
        </p:spPr>
        <p:txBody>
          <a:bodyPr wrap="square" rtlCol="0">
            <a:spAutoFit/>
          </a:bodyPr>
          <a:lstStyle/>
          <a:p>
            <a:r>
              <a:rPr lang="en-US" sz="1600" dirty="0"/>
              <a:t>1</a:t>
            </a:r>
          </a:p>
        </p:txBody>
      </p:sp>
      <p:sp>
        <p:nvSpPr>
          <p:cNvPr id="16" name="TextBox 15">
            <a:extLst>
              <a:ext uri="{FF2B5EF4-FFF2-40B4-BE49-F238E27FC236}">
                <a16:creationId xmlns:a16="http://schemas.microsoft.com/office/drawing/2014/main" id="{6E811810-8252-9CE0-04D1-32A47AF31F17}"/>
              </a:ext>
            </a:extLst>
          </p:cNvPr>
          <p:cNvSpPr txBox="1"/>
          <p:nvPr/>
        </p:nvSpPr>
        <p:spPr>
          <a:xfrm>
            <a:off x="6231040" y="4719560"/>
            <a:ext cx="288862" cy="338554"/>
          </a:xfrm>
          <a:prstGeom prst="rect">
            <a:avLst/>
          </a:prstGeom>
          <a:noFill/>
        </p:spPr>
        <p:txBody>
          <a:bodyPr wrap="none" rtlCol="0">
            <a:spAutoFit/>
          </a:bodyPr>
          <a:lstStyle/>
          <a:p>
            <a:r>
              <a:rPr lang="en-US" sz="1600" dirty="0"/>
              <a:t>1</a:t>
            </a:r>
          </a:p>
        </p:txBody>
      </p:sp>
      <p:sp>
        <p:nvSpPr>
          <p:cNvPr id="17" name="TextBox 16">
            <a:extLst>
              <a:ext uri="{FF2B5EF4-FFF2-40B4-BE49-F238E27FC236}">
                <a16:creationId xmlns:a16="http://schemas.microsoft.com/office/drawing/2014/main" id="{066BB6DE-A6F2-A5A8-A472-4BBC68D10A89}"/>
              </a:ext>
            </a:extLst>
          </p:cNvPr>
          <p:cNvSpPr txBox="1"/>
          <p:nvPr/>
        </p:nvSpPr>
        <p:spPr>
          <a:xfrm>
            <a:off x="8154365" y="4721490"/>
            <a:ext cx="288862" cy="338554"/>
          </a:xfrm>
          <a:prstGeom prst="rect">
            <a:avLst/>
          </a:prstGeom>
          <a:noFill/>
        </p:spPr>
        <p:txBody>
          <a:bodyPr wrap="none" rtlCol="0">
            <a:spAutoFit/>
          </a:bodyPr>
          <a:lstStyle/>
          <a:p>
            <a:r>
              <a:rPr lang="en-US" sz="1600" dirty="0"/>
              <a:t>1</a:t>
            </a:r>
          </a:p>
        </p:txBody>
      </p:sp>
      <p:sp>
        <p:nvSpPr>
          <p:cNvPr id="18" name="TextBox 17">
            <a:extLst>
              <a:ext uri="{FF2B5EF4-FFF2-40B4-BE49-F238E27FC236}">
                <a16:creationId xmlns:a16="http://schemas.microsoft.com/office/drawing/2014/main" id="{52B51557-089B-55F5-4D0C-25139E70AE16}"/>
              </a:ext>
            </a:extLst>
          </p:cNvPr>
          <p:cNvSpPr txBox="1"/>
          <p:nvPr/>
        </p:nvSpPr>
        <p:spPr>
          <a:xfrm>
            <a:off x="5442030" y="3861104"/>
            <a:ext cx="301686" cy="338554"/>
          </a:xfrm>
          <a:prstGeom prst="rect">
            <a:avLst/>
          </a:prstGeom>
          <a:noFill/>
        </p:spPr>
        <p:txBody>
          <a:bodyPr wrap="square" rtlCol="0">
            <a:spAutoFit/>
          </a:bodyPr>
          <a:lstStyle/>
          <a:p>
            <a:r>
              <a:rPr lang="en-US" sz="1600" dirty="0"/>
              <a:t>1</a:t>
            </a:r>
          </a:p>
        </p:txBody>
      </p:sp>
      <p:sp>
        <p:nvSpPr>
          <p:cNvPr id="19" name="TextBox 18">
            <a:extLst>
              <a:ext uri="{FF2B5EF4-FFF2-40B4-BE49-F238E27FC236}">
                <a16:creationId xmlns:a16="http://schemas.microsoft.com/office/drawing/2014/main" id="{14B8B15C-73B9-493E-F50A-0CADC26A8AA1}"/>
              </a:ext>
            </a:extLst>
          </p:cNvPr>
          <p:cNvSpPr txBox="1"/>
          <p:nvPr/>
        </p:nvSpPr>
        <p:spPr>
          <a:xfrm>
            <a:off x="7353782" y="3851459"/>
            <a:ext cx="288862" cy="338554"/>
          </a:xfrm>
          <a:prstGeom prst="rect">
            <a:avLst/>
          </a:prstGeom>
          <a:noFill/>
        </p:spPr>
        <p:txBody>
          <a:bodyPr wrap="none" rtlCol="0">
            <a:spAutoFit/>
          </a:bodyPr>
          <a:lstStyle/>
          <a:p>
            <a:r>
              <a:rPr lang="en-US" sz="1600" dirty="0"/>
              <a:t>1</a:t>
            </a:r>
          </a:p>
        </p:txBody>
      </p:sp>
      <p:sp>
        <p:nvSpPr>
          <p:cNvPr id="20" name="TextBox 19">
            <a:extLst>
              <a:ext uri="{FF2B5EF4-FFF2-40B4-BE49-F238E27FC236}">
                <a16:creationId xmlns:a16="http://schemas.microsoft.com/office/drawing/2014/main" id="{8C26DB01-FC33-B6C9-30E7-788E4BDE3C0B}"/>
              </a:ext>
            </a:extLst>
          </p:cNvPr>
          <p:cNvSpPr txBox="1"/>
          <p:nvPr/>
        </p:nvSpPr>
        <p:spPr>
          <a:xfrm>
            <a:off x="5443958" y="5784431"/>
            <a:ext cx="301686" cy="338554"/>
          </a:xfrm>
          <a:prstGeom prst="rect">
            <a:avLst/>
          </a:prstGeom>
          <a:noFill/>
        </p:spPr>
        <p:txBody>
          <a:bodyPr wrap="square" rtlCol="0">
            <a:spAutoFit/>
          </a:bodyPr>
          <a:lstStyle/>
          <a:p>
            <a:r>
              <a:rPr lang="en-US" sz="1600" dirty="0"/>
              <a:t>1</a:t>
            </a:r>
          </a:p>
        </p:txBody>
      </p:sp>
      <p:sp>
        <p:nvSpPr>
          <p:cNvPr id="21" name="TextBox 20">
            <a:extLst>
              <a:ext uri="{FF2B5EF4-FFF2-40B4-BE49-F238E27FC236}">
                <a16:creationId xmlns:a16="http://schemas.microsoft.com/office/drawing/2014/main" id="{6ABCFBBE-F2D8-BCCE-CB0C-A6851E2DFBB7}"/>
              </a:ext>
            </a:extLst>
          </p:cNvPr>
          <p:cNvSpPr txBox="1"/>
          <p:nvPr/>
        </p:nvSpPr>
        <p:spPr>
          <a:xfrm>
            <a:off x="7355710" y="5774786"/>
            <a:ext cx="288862" cy="338554"/>
          </a:xfrm>
          <a:prstGeom prst="rect">
            <a:avLst/>
          </a:prstGeom>
          <a:noFill/>
        </p:spPr>
        <p:txBody>
          <a:bodyPr wrap="none" rtlCol="0">
            <a:spAutoFit/>
          </a:bodyPr>
          <a:lstStyle/>
          <a:p>
            <a:r>
              <a:rPr lang="en-US" sz="1600" dirty="0"/>
              <a:t>1</a:t>
            </a:r>
          </a:p>
        </p:txBody>
      </p:sp>
      <p:sp>
        <p:nvSpPr>
          <p:cNvPr id="22" name="TextBox 21">
            <a:extLst>
              <a:ext uri="{FF2B5EF4-FFF2-40B4-BE49-F238E27FC236}">
                <a16:creationId xmlns:a16="http://schemas.microsoft.com/office/drawing/2014/main" id="{E0269736-B322-5B6D-9630-0A3C3C55CFC1}"/>
              </a:ext>
            </a:extLst>
          </p:cNvPr>
          <p:cNvSpPr txBox="1"/>
          <p:nvPr/>
        </p:nvSpPr>
        <p:spPr>
          <a:xfrm>
            <a:off x="5445886" y="1955140"/>
            <a:ext cx="301686" cy="338554"/>
          </a:xfrm>
          <a:prstGeom prst="rect">
            <a:avLst/>
          </a:prstGeom>
          <a:noFill/>
        </p:spPr>
        <p:txBody>
          <a:bodyPr wrap="square" rtlCol="0">
            <a:spAutoFit/>
          </a:bodyPr>
          <a:lstStyle/>
          <a:p>
            <a:r>
              <a:rPr lang="en-US" sz="1600" dirty="0"/>
              <a:t>8</a:t>
            </a:r>
          </a:p>
        </p:txBody>
      </p:sp>
      <p:sp>
        <p:nvSpPr>
          <p:cNvPr id="23" name="TextBox 22">
            <a:extLst>
              <a:ext uri="{FF2B5EF4-FFF2-40B4-BE49-F238E27FC236}">
                <a16:creationId xmlns:a16="http://schemas.microsoft.com/office/drawing/2014/main" id="{CC5D6B7E-BE91-BFAE-E9F3-FD5C64647027}"/>
              </a:ext>
            </a:extLst>
          </p:cNvPr>
          <p:cNvSpPr txBox="1"/>
          <p:nvPr/>
        </p:nvSpPr>
        <p:spPr>
          <a:xfrm>
            <a:off x="7357638" y="1945495"/>
            <a:ext cx="288862" cy="338554"/>
          </a:xfrm>
          <a:prstGeom prst="rect">
            <a:avLst/>
          </a:prstGeom>
          <a:noFill/>
        </p:spPr>
        <p:txBody>
          <a:bodyPr wrap="none" rtlCol="0">
            <a:spAutoFit/>
          </a:bodyPr>
          <a:lstStyle/>
          <a:p>
            <a:r>
              <a:rPr lang="en-US" sz="1600" dirty="0"/>
              <a:t>1</a:t>
            </a:r>
          </a:p>
        </p:txBody>
      </p:sp>
      <p:grpSp>
        <p:nvGrpSpPr>
          <p:cNvPr id="24" name="Group 23">
            <a:extLst>
              <a:ext uri="{FF2B5EF4-FFF2-40B4-BE49-F238E27FC236}">
                <a16:creationId xmlns:a16="http://schemas.microsoft.com/office/drawing/2014/main" id="{0D7DCF3A-D9EE-0A45-968F-67921DB7929C}"/>
              </a:ext>
            </a:extLst>
          </p:cNvPr>
          <p:cNvGrpSpPr/>
          <p:nvPr/>
        </p:nvGrpSpPr>
        <p:grpSpPr>
          <a:xfrm>
            <a:off x="584365" y="1690327"/>
            <a:ext cx="736099" cy="1229581"/>
            <a:chOff x="10030307" y="3444875"/>
            <a:chExt cx="736099" cy="1229581"/>
          </a:xfrm>
        </p:grpSpPr>
        <p:sp>
          <p:nvSpPr>
            <p:cNvPr id="25" name="TextBox 24">
              <a:extLst>
                <a:ext uri="{FF2B5EF4-FFF2-40B4-BE49-F238E27FC236}">
                  <a16:creationId xmlns:a16="http://schemas.microsoft.com/office/drawing/2014/main" id="{36982C83-7FD8-A204-B146-C705DA49E11F}"/>
                </a:ext>
              </a:extLst>
            </p:cNvPr>
            <p:cNvSpPr txBox="1"/>
            <p:nvPr/>
          </p:nvSpPr>
          <p:spPr>
            <a:xfrm>
              <a:off x="10030307" y="4089681"/>
              <a:ext cx="736099" cy="584775"/>
            </a:xfrm>
            <a:prstGeom prst="rect">
              <a:avLst/>
            </a:prstGeom>
            <a:noFill/>
          </p:spPr>
          <p:txBody>
            <a:bodyPr wrap="none" rtlCol="0">
              <a:spAutoFit/>
            </a:bodyPr>
            <a:lstStyle/>
            <a:p>
              <a:r>
                <a:rPr lang="en-US" sz="3200" dirty="0"/>
                <a:t>t=1</a:t>
              </a:r>
            </a:p>
          </p:txBody>
        </p:sp>
        <p:grpSp>
          <p:nvGrpSpPr>
            <p:cNvPr id="26" name="Group 25">
              <a:extLst>
                <a:ext uri="{FF2B5EF4-FFF2-40B4-BE49-F238E27FC236}">
                  <a16:creationId xmlns:a16="http://schemas.microsoft.com/office/drawing/2014/main" id="{D4E77928-ACE7-B838-3E05-8F90E1E2BEE6}"/>
                </a:ext>
              </a:extLst>
            </p:cNvPr>
            <p:cNvGrpSpPr/>
            <p:nvPr/>
          </p:nvGrpSpPr>
          <p:grpSpPr>
            <a:xfrm>
              <a:off x="10034588" y="3444875"/>
              <a:ext cx="682627" cy="682625"/>
              <a:chOff x="10034588" y="3444875"/>
              <a:chExt cx="682627" cy="682625"/>
            </a:xfrm>
          </p:grpSpPr>
          <p:sp>
            <p:nvSpPr>
              <p:cNvPr id="27" name="Oval 26">
                <a:extLst>
                  <a:ext uri="{FF2B5EF4-FFF2-40B4-BE49-F238E27FC236}">
                    <a16:creationId xmlns:a16="http://schemas.microsoft.com/office/drawing/2014/main" id="{C1BCE6B5-5F75-334A-9027-E558FCFD6238}"/>
                  </a:ext>
                </a:extLst>
              </p:cNvPr>
              <p:cNvSpPr/>
              <p:nvPr/>
            </p:nvSpPr>
            <p:spPr>
              <a:xfrm>
                <a:off x="10039551" y="3449256"/>
                <a:ext cx="671332" cy="671332"/>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8" name="Straight Connector 27">
                <a:extLst>
                  <a:ext uri="{FF2B5EF4-FFF2-40B4-BE49-F238E27FC236}">
                    <a16:creationId xmlns:a16="http://schemas.microsoft.com/office/drawing/2014/main" id="{78DF13E2-E977-B2A9-623F-DC6C08B31865}"/>
                  </a:ext>
                </a:extLst>
              </p:cNvPr>
              <p:cNvCxnSpPr/>
              <p:nvPr/>
            </p:nvCxnSpPr>
            <p:spPr>
              <a:xfrm>
                <a:off x="10372725" y="34448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3549D1B-47D2-C326-BCCE-8053ECB8D575}"/>
                  </a:ext>
                </a:extLst>
              </p:cNvPr>
              <p:cNvCxnSpPr/>
              <p:nvPr/>
            </p:nvCxnSpPr>
            <p:spPr>
              <a:xfrm>
                <a:off x="10372725" y="406717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0AE044C2-7154-83DB-5E07-F75E89C5185E}"/>
                  </a:ext>
                </a:extLst>
              </p:cNvPr>
              <p:cNvCxnSpPr>
                <a:cxnSpLocks/>
              </p:cNvCxnSpPr>
              <p:nvPr/>
            </p:nvCxnSpPr>
            <p:spPr>
              <a:xfrm rot="16200000">
                <a:off x="10064751"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255584D-9087-4F71-98E8-38D3F5B24E25}"/>
                  </a:ext>
                </a:extLst>
              </p:cNvPr>
              <p:cNvCxnSpPr>
                <a:cxnSpLocks/>
              </p:cNvCxnSpPr>
              <p:nvPr/>
            </p:nvCxnSpPr>
            <p:spPr>
              <a:xfrm rot="16200000">
                <a:off x="10687053" y="3756025"/>
                <a:ext cx="0" cy="6032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9A41A1A-CC67-34F9-961E-887E5C69FFF2}"/>
                  </a:ext>
                </a:extLst>
              </p:cNvPr>
              <p:cNvCxnSpPr>
                <a:cxnSpLocks/>
              </p:cNvCxnSpPr>
              <p:nvPr/>
            </p:nvCxnSpPr>
            <p:spPr>
              <a:xfrm>
                <a:off x="10523542" y="40370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C0C2488-221F-4626-18FD-08C39E016B83}"/>
                  </a:ext>
                </a:extLst>
              </p:cNvPr>
              <p:cNvCxnSpPr>
                <a:cxnSpLocks/>
              </p:cNvCxnSpPr>
              <p:nvPr/>
            </p:nvCxnSpPr>
            <p:spPr>
              <a:xfrm>
                <a:off x="10202867" y="3490913"/>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0FBE62F-0411-7716-38B4-3125610047B6}"/>
                  </a:ext>
                </a:extLst>
              </p:cNvPr>
              <p:cNvCxnSpPr>
                <a:cxnSpLocks/>
              </p:cNvCxnSpPr>
              <p:nvPr/>
            </p:nvCxnSpPr>
            <p:spPr>
              <a:xfrm flipH="1">
                <a:off x="10196517" y="40338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B545189E-634D-FBB0-2A86-D9FB6C416AF9}"/>
                  </a:ext>
                </a:extLst>
              </p:cNvPr>
              <p:cNvCxnSpPr>
                <a:cxnSpLocks/>
              </p:cNvCxnSpPr>
              <p:nvPr/>
            </p:nvCxnSpPr>
            <p:spPr>
              <a:xfrm flipH="1">
                <a:off x="10517192" y="3487738"/>
                <a:ext cx="26983" cy="42862"/>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6EA1FEE-9741-BC6A-368A-AC3FAB3DF61A}"/>
                  </a:ext>
                </a:extLst>
              </p:cNvPr>
              <p:cNvCxnSpPr>
                <a:cxnSpLocks/>
              </p:cNvCxnSpPr>
              <p:nvPr/>
            </p:nvCxnSpPr>
            <p:spPr>
              <a:xfrm flipH="1">
                <a:off x="10631493" y="36115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33D1C94-4669-A935-A531-912BCF11D1B3}"/>
                  </a:ext>
                </a:extLst>
              </p:cNvPr>
              <p:cNvCxnSpPr>
                <a:cxnSpLocks/>
              </p:cNvCxnSpPr>
              <p:nvPr/>
            </p:nvCxnSpPr>
            <p:spPr>
              <a:xfrm flipH="1">
                <a:off x="10085393" y="3929065"/>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7371E55-91DF-E77A-8527-C9A88A2C4B7B}"/>
                  </a:ext>
                </a:extLst>
              </p:cNvPr>
              <p:cNvCxnSpPr>
                <a:cxnSpLocks/>
              </p:cNvCxnSpPr>
              <p:nvPr/>
            </p:nvCxnSpPr>
            <p:spPr>
              <a:xfrm flipH="1" flipV="1">
                <a:off x="10094918" y="36147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EC26E92-EA77-4903-40E6-3A8B69419353}"/>
                  </a:ext>
                </a:extLst>
              </p:cNvPr>
              <p:cNvCxnSpPr>
                <a:cxnSpLocks/>
              </p:cNvCxnSpPr>
              <p:nvPr/>
            </p:nvCxnSpPr>
            <p:spPr>
              <a:xfrm flipH="1" flipV="1">
                <a:off x="10631493" y="3932240"/>
                <a:ext cx="36507" cy="26985"/>
              </a:xfrm>
              <a:prstGeom prst="line">
                <a:avLst/>
              </a:prstGeom>
              <a:ln w="254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40" name="Oval 39">
                <a:extLst>
                  <a:ext uri="{FF2B5EF4-FFF2-40B4-BE49-F238E27FC236}">
                    <a16:creationId xmlns:a16="http://schemas.microsoft.com/office/drawing/2014/main" id="{DA39FE1A-C8B9-2095-A3D2-944FE325AC79}"/>
                  </a:ext>
                </a:extLst>
              </p:cNvPr>
              <p:cNvSpPr/>
              <p:nvPr/>
            </p:nvSpPr>
            <p:spPr>
              <a:xfrm>
                <a:off x="10331450" y="3743325"/>
                <a:ext cx="82550" cy="87136"/>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41" name="Straight Connector 40">
            <a:extLst>
              <a:ext uri="{FF2B5EF4-FFF2-40B4-BE49-F238E27FC236}">
                <a16:creationId xmlns:a16="http://schemas.microsoft.com/office/drawing/2014/main" id="{75440ED9-E37D-B828-8CA6-F16B7344BD45}"/>
              </a:ext>
            </a:extLst>
          </p:cNvPr>
          <p:cNvCxnSpPr>
            <a:cxnSpLocks/>
          </p:cNvCxnSpPr>
          <p:nvPr/>
        </p:nvCxnSpPr>
        <p:spPr>
          <a:xfrm>
            <a:off x="919556" y="1827132"/>
            <a:ext cx="0" cy="196031"/>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2" name="Group 41">
            <a:extLst>
              <a:ext uri="{FF2B5EF4-FFF2-40B4-BE49-F238E27FC236}">
                <a16:creationId xmlns:a16="http://schemas.microsoft.com/office/drawing/2014/main" id="{4ACFBA80-1BD9-E892-0385-5B7ACEF7C6B6}"/>
              </a:ext>
            </a:extLst>
          </p:cNvPr>
          <p:cNvGrpSpPr/>
          <p:nvPr/>
        </p:nvGrpSpPr>
        <p:grpSpPr>
          <a:xfrm>
            <a:off x="6656438" y="67158"/>
            <a:ext cx="2493133" cy="1917291"/>
            <a:chOff x="7010400" y="108155"/>
            <a:chExt cx="2493133" cy="1917291"/>
          </a:xfrm>
        </p:grpSpPr>
        <p:sp>
          <p:nvSpPr>
            <p:cNvPr id="43" name="Freeform 241">
              <a:extLst>
                <a:ext uri="{FF2B5EF4-FFF2-40B4-BE49-F238E27FC236}">
                  <a16:creationId xmlns:a16="http://schemas.microsoft.com/office/drawing/2014/main" id="{45AAC8B1-EF98-DD61-1E77-962405B09C6D}"/>
                </a:ext>
              </a:extLst>
            </p:cNvPr>
            <p:cNvSpPr/>
            <p:nvPr/>
          </p:nvSpPr>
          <p:spPr>
            <a:xfrm>
              <a:off x="7010400" y="176982"/>
              <a:ext cx="2340077" cy="1848464"/>
            </a:xfrm>
            <a:custGeom>
              <a:avLst/>
              <a:gdLst>
                <a:gd name="connsiteX0" fmla="*/ 0 w 2340077"/>
                <a:gd name="connsiteY0" fmla="*/ 304800 h 432619"/>
                <a:gd name="connsiteX1" fmla="*/ 393290 w 2340077"/>
                <a:gd name="connsiteY1" fmla="*/ 0 h 432619"/>
                <a:gd name="connsiteX2" fmla="*/ 2340077 w 2340077"/>
                <a:gd name="connsiteY2" fmla="*/ 0 h 432619"/>
                <a:gd name="connsiteX3" fmla="*/ 147484 w 2340077"/>
                <a:gd name="connsiteY3" fmla="*/ 432619 h 432619"/>
                <a:gd name="connsiteX4" fmla="*/ 0 w 2340077"/>
                <a:gd name="connsiteY4" fmla="*/ 304800 h 432619"/>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18967"/>
                <a:gd name="connsiteX1" fmla="*/ 383458 w 2340077"/>
                <a:gd name="connsiteY1" fmla="*/ 0 h 1818967"/>
                <a:gd name="connsiteX2" fmla="*/ 2340077 w 2340077"/>
                <a:gd name="connsiteY2" fmla="*/ 1386348 h 1818967"/>
                <a:gd name="connsiteX3" fmla="*/ 147484 w 2340077"/>
                <a:gd name="connsiteY3" fmla="*/ 1818967 h 1818967"/>
                <a:gd name="connsiteX4" fmla="*/ 0 w 2340077"/>
                <a:gd name="connsiteY4" fmla="*/ 1691148 h 1818967"/>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28799"/>
                <a:gd name="connsiteX1" fmla="*/ 383458 w 2340077"/>
                <a:gd name="connsiteY1" fmla="*/ 0 h 1828799"/>
                <a:gd name="connsiteX2" fmla="*/ 2340077 w 2340077"/>
                <a:gd name="connsiteY2" fmla="*/ 1386348 h 1828799"/>
                <a:gd name="connsiteX3" fmla="*/ 186813 w 2340077"/>
                <a:gd name="connsiteY3" fmla="*/ 1828799 h 1828799"/>
                <a:gd name="connsiteX4" fmla="*/ 0 w 2340077"/>
                <a:gd name="connsiteY4" fmla="*/ 1691148 h 1828799"/>
                <a:gd name="connsiteX0" fmla="*/ 0 w 2340077"/>
                <a:gd name="connsiteY0" fmla="*/ 1691148 h 1848464"/>
                <a:gd name="connsiteX1" fmla="*/ 383458 w 2340077"/>
                <a:gd name="connsiteY1" fmla="*/ 0 h 1848464"/>
                <a:gd name="connsiteX2" fmla="*/ 2340077 w 2340077"/>
                <a:gd name="connsiteY2" fmla="*/ 1386348 h 1848464"/>
                <a:gd name="connsiteX3" fmla="*/ 137651 w 2340077"/>
                <a:gd name="connsiteY3" fmla="*/ 1848464 h 1848464"/>
                <a:gd name="connsiteX4" fmla="*/ 0 w 2340077"/>
                <a:gd name="connsiteY4" fmla="*/ 1691148 h 184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077" h="1848464">
                  <a:moveTo>
                    <a:pt x="0" y="1691148"/>
                  </a:moveTo>
                  <a:cubicBezTo>
                    <a:pt x="167148" y="1304412"/>
                    <a:pt x="285136" y="770193"/>
                    <a:pt x="383458" y="0"/>
                  </a:cubicBezTo>
                  <a:lnTo>
                    <a:pt x="2340077" y="1386348"/>
                  </a:lnTo>
                  <a:cubicBezTo>
                    <a:pt x="871794" y="1579716"/>
                    <a:pt x="740695" y="1645264"/>
                    <a:pt x="137651" y="1848464"/>
                  </a:cubicBezTo>
                  <a:lnTo>
                    <a:pt x="0" y="1691148"/>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4" name="Group 43">
              <a:extLst>
                <a:ext uri="{FF2B5EF4-FFF2-40B4-BE49-F238E27FC236}">
                  <a16:creationId xmlns:a16="http://schemas.microsoft.com/office/drawing/2014/main" id="{D72DC990-1265-98BB-C01A-2EE7F1FF3314}"/>
                </a:ext>
              </a:extLst>
            </p:cNvPr>
            <p:cNvGrpSpPr/>
            <p:nvPr/>
          </p:nvGrpSpPr>
          <p:grpSpPr>
            <a:xfrm>
              <a:off x="7323884" y="108155"/>
              <a:ext cx="2179649" cy="1445342"/>
              <a:chOff x="7323884" y="108155"/>
              <a:chExt cx="2179649" cy="1445342"/>
            </a:xfrm>
          </p:grpSpPr>
          <p:sp>
            <p:nvSpPr>
              <p:cNvPr id="45" name="Rectangle 44">
                <a:extLst>
                  <a:ext uri="{FF2B5EF4-FFF2-40B4-BE49-F238E27FC236}">
                    <a16:creationId xmlns:a16="http://schemas.microsoft.com/office/drawing/2014/main" id="{6D5A692B-E5E9-0610-416A-B8C1BD9851FD}"/>
                  </a:ext>
                </a:extLst>
              </p:cNvPr>
              <p:cNvSpPr/>
              <p:nvPr/>
            </p:nvSpPr>
            <p:spPr>
              <a:xfrm>
                <a:off x="7413523" y="108155"/>
                <a:ext cx="1936954" cy="143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9509EEEF-2C70-84AD-0FA6-37F2B57F7273}"/>
                  </a:ext>
                </a:extLst>
              </p:cNvPr>
              <p:cNvGrpSpPr/>
              <p:nvPr/>
            </p:nvGrpSpPr>
            <p:grpSpPr>
              <a:xfrm>
                <a:off x="7323884" y="120836"/>
                <a:ext cx="2179649" cy="1432661"/>
                <a:chOff x="7323884" y="120836"/>
                <a:chExt cx="2179649" cy="1432661"/>
              </a:xfrm>
            </p:grpSpPr>
            <p:sp>
              <p:nvSpPr>
                <p:cNvPr id="47" name="Rectangle 46">
                  <a:extLst>
                    <a:ext uri="{FF2B5EF4-FFF2-40B4-BE49-F238E27FC236}">
                      <a16:creationId xmlns:a16="http://schemas.microsoft.com/office/drawing/2014/main" id="{48101B75-F5F8-CB62-63D2-D0C3A3DAB4AB}"/>
                    </a:ext>
                  </a:extLst>
                </p:cNvPr>
                <p:cNvSpPr/>
                <p:nvPr/>
              </p:nvSpPr>
              <p:spPr>
                <a:xfrm>
                  <a:off x="7409951" y="124866"/>
                  <a:ext cx="1940525"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TextBox 47">
                  <a:extLst>
                    <a:ext uri="{FF2B5EF4-FFF2-40B4-BE49-F238E27FC236}">
                      <a16:creationId xmlns:a16="http://schemas.microsoft.com/office/drawing/2014/main" id="{A9AB6322-113D-714D-5A4B-E3638EE10D68}"/>
                    </a:ext>
                  </a:extLst>
                </p:cNvPr>
                <p:cNvSpPr txBox="1"/>
                <p:nvPr/>
              </p:nvSpPr>
              <p:spPr>
                <a:xfrm>
                  <a:off x="7799764" y="120836"/>
                  <a:ext cx="1117197" cy="400110"/>
                </a:xfrm>
                <a:prstGeom prst="rect">
                  <a:avLst/>
                </a:prstGeom>
                <a:noFill/>
              </p:spPr>
              <p:txBody>
                <a:bodyPr wrap="square" rtlCol="0">
                  <a:spAutoFit/>
                </a:bodyPr>
                <a:lstStyle/>
                <a:p>
                  <a:pPr algn="ctr">
                    <a:spcAft>
                      <a:spcPts val="400"/>
                    </a:spcAft>
                  </a:pPr>
                  <a:r>
                    <a:rPr lang="en-US" sz="2000" dirty="0">
                      <a:solidFill>
                        <a:schemeClr val="bg1"/>
                      </a:solidFill>
                    </a:rPr>
                    <a:t>DV in b:</a:t>
                  </a:r>
                </a:p>
              </p:txBody>
            </p:sp>
            <p:cxnSp>
              <p:nvCxnSpPr>
                <p:cNvPr id="49" name="Straight Connector 48">
                  <a:extLst>
                    <a:ext uri="{FF2B5EF4-FFF2-40B4-BE49-F238E27FC236}">
                      <a16:creationId xmlns:a16="http://schemas.microsoft.com/office/drawing/2014/main" id="{8326F2D6-EAAD-332F-5DA9-52E4D59D5869}"/>
                    </a:ext>
                  </a:extLst>
                </p:cNvPr>
                <p:cNvCxnSpPr>
                  <a:cxnSpLocks/>
                </p:cNvCxnSpPr>
                <p:nvPr/>
              </p:nvCxnSpPr>
              <p:spPr>
                <a:xfrm>
                  <a:off x="7401895" y="49525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11F00A3E-E530-0BFE-ED6E-742ECC93779D}"/>
                    </a:ext>
                  </a:extLst>
                </p:cNvPr>
                <p:cNvSpPr/>
                <p:nvPr/>
              </p:nvSpPr>
              <p:spPr>
                <a:xfrm>
                  <a:off x="7404189" y="124866"/>
                  <a:ext cx="1936455" cy="142863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TextBox 50">
                  <a:extLst>
                    <a:ext uri="{FF2B5EF4-FFF2-40B4-BE49-F238E27FC236}">
                      <a16:creationId xmlns:a16="http://schemas.microsoft.com/office/drawing/2014/main" id="{60E3A656-F0FD-934C-D9A7-621A0AA4D2CC}"/>
                    </a:ext>
                  </a:extLst>
                </p:cNvPr>
                <p:cNvSpPr txBox="1"/>
                <p:nvPr/>
              </p:nvSpPr>
              <p:spPr>
                <a:xfrm>
                  <a:off x="8392488" y="560500"/>
                  <a:ext cx="1111045" cy="978729"/>
                </a:xfrm>
                <a:prstGeom prst="rect">
                  <a:avLst/>
                </a:prstGeom>
                <a:noFill/>
              </p:spPr>
              <p:txBody>
                <a:bodyPr wrap="square" rtlCol="0">
                  <a:spAutoFit/>
                </a:bodyPr>
                <a:lstStyle/>
                <a:p>
                  <a:pPr>
                    <a:lnSpc>
                      <a:spcPct val="90000"/>
                    </a:lnSpc>
                  </a:pPr>
                  <a:r>
                    <a:rPr lang="en-US" sz="1600" dirty="0"/>
                    <a:t>D</a:t>
                  </a:r>
                  <a:r>
                    <a:rPr lang="en-US" sz="1600" baseline="-25000" dirty="0"/>
                    <a:t>b</a:t>
                  </a:r>
                  <a:r>
                    <a:rPr lang="en-US" sz="1600" dirty="0"/>
                    <a:t>(f) =</a:t>
                  </a:r>
                  <a:r>
                    <a:rPr lang="en-US" sz="1600" dirty="0">
                      <a:cs typeface="Arial" charset="0"/>
                    </a:rPr>
                    <a:t> ∞</a:t>
                  </a:r>
                </a:p>
                <a:p>
                  <a:pPr>
                    <a:lnSpc>
                      <a:spcPct val="90000"/>
                    </a:lnSpc>
                  </a:pPr>
                  <a:r>
                    <a:rPr lang="en-US" sz="1600" dirty="0"/>
                    <a:t>D</a:t>
                  </a:r>
                  <a:r>
                    <a:rPr lang="en-US" sz="1600" baseline="-25000" dirty="0"/>
                    <a:t>b</a:t>
                  </a:r>
                  <a:r>
                    <a:rPr lang="en-US" sz="1600" dirty="0"/>
                    <a:t>(g) =</a:t>
                  </a:r>
                  <a:r>
                    <a:rPr lang="en-US" sz="1600" dirty="0">
                      <a:cs typeface="Arial" charset="0"/>
                    </a:rPr>
                    <a:t> ∞</a:t>
                  </a:r>
                </a:p>
                <a:p>
                  <a:pPr>
                    <a:lnSpc>
                      <a:spcPct val="90000"/>
                    </a:lnSpc>
                  </a:pPr>
                  <a:r>
                    <a:rPr lang="en-US" sz="1600" dirty="0"/>
                    <a:t>D</a:t>
                  </a:r>
                  <a:r>
                    <a:rPr lang="en-US" sz="1600" baseline="-25000" dirty="0"/>
                    <a:t>b</a:t>
                  </a:r>
                  <a:r>
                    <a:rPr lang="en-US" sz="1600" dirty="0"/>
                    <a:t>(h) =</a:t>
                  </a:r>
                  <a:r>
                    <a:rPr lang="en-US" sz="1600" dirty="0">
                      <a:cs typeface="Arial" charset="0"/>
                    </a:rPr>
                    <a:t> ∞</a:t>
                  </a:r>
                </a:p>
                <a:p>
                  <a:pPr>
                    <a:lnSpc>
                      <a:spcPct val="90000"/>
                    </a:lnSpc>
                  </a:pPr>
                  <a:r>
                    <a:rPr lang="en-US" sz="1600" dirty="0"/>
                    <a:t>D</a:t>
                  </a:r>
                  <a:r>
                    <a:rPr lang="en-US" sz="1600" baseline="-25000" dirty="0"/>
                    <a:t>b</a:t>
                  </a:r>
                  <a:r>
                    <a:rPr lang="en-US" sz="1600" dirty="0"/>
                    <a:t>(i) =</a:t>
                  </a:r>
                  <a:r>
                    <a:rPr lang="en-US" sz="1600" dirty="0">
                      <a:cs typeface="Arial" charset="0"/>
                    </a:rPr>
                    <a:t> ∞</a:t>
                  </a:r>
                  <a:endParaRPr lang="en-US" sz="1600" dirty="0"/>
                </a:p>
              </p:txBody>
            </p:sp>
            <p:sp>
              <p:nvSpPr>
                <p:cNvPr id="52" name="TextBox 51">
                  <a:extLst>
                    <a:ext uri="{FF2B5EF4-FFF2-40B4-BE49-F238E27FC236}">
                      <a16:creationId xmlns:a16="http://schemas.microsoft.com/office/drawing/2014/main" id="{C3F679E5-386F-FA79-B754-6DDA71BBEFA7}"/>
                    </a:ext>
                  </a:extLst>
                </p:cNvPr>
                <p:cNvSpPr txBox="1"/>
                <p:nvPr/>
              </p:nvSpPr>
              <p:spPr>
                <a:xfrm>
                  <a:off x="7323884" y="557387"/>
                  <a:ext cx="1117197" cy="978729"/>
                </a:xfrm>
                <a:prstGeom prst="rect">
                  <a:avLst/>
                </a:prstGeom>
                <a:noFill/>
              </p:spPr>
              <p:txBody>
                <a:bodyPr wrap="square" rtlCol="0">
                  <a:spAutoFit/>
                </a:bodyPr>
                <a:lstStyle/>
                <a:p>
                  <a:pPr marL="114300" lvl="1">
                    <a:lnSpc>
                      <a:spcPct val="90000"/>
                    </a:lnSpc>
                  </a:pPr>
                  <a:r>
                    <a:rPr lang="en-US" sz="1600" dirty="0"/>
                    <a:t>D</a:t>
                  </a:r>
                  <a:r>
                    <a:rPr lang="en-US" sz="1600" baseline="-25000" dirty="0"/>
                    <a:t>b</a:t>
                  </a:r>
                  <a:r>
                    <a:rPr lang="en-US" sz="1600" dirty="0"/>
                    <a:t>(a) = 8</a:t>
                  </a:r>
                  <a:endParaRPr lang="en-US" sz="1600" dirty="0">
                    <a:cs typeface="Arial" charset="0"/>
                  </a:endParaRPr>
                </a:p>
                <a:p>
                  <a:pPr marL="114300" lvl="1">
                    <a:lnSpc>
                      <a:spcPct val="90000"/>
                    </a:lnSpc>
                  </a:pPr>
                  <a:r>
                    <a:rPr lang="en-US" sz="1600" dirty="0"/>
                    <a:t>D</a:t>
                  </a:r>
                  <a:r>
                    <a:rPr lang="en-US" sz="1600" baseline="-25000" dirty="0"/>
                    <a:t>b</a:t>
                  </a:r>
                  <a:r>
                    <a:rPr lang="en-US" sz="1600" dirty="0"/>
                    <a:t>(c) =</a:t>
                  </a:r>
                  <a:r>
                    <a:rPr lang="en-US" sz="1600" dirty="0">
                      <a:cs typeface="Arial" charset="0"/>
                    </a:rPr>
                    <a:t> 1</a:t>
                  </a:r>
                  <a:endParaRPr lang="en-US" sz="1600" dirty="0"/>
                </a:p>
                <a:p>
                  <a:pPr marL="114300" lvl="1">
                    <a:lnSpc>
                      <a:spcPct val="90000"/>
                    </a:lnSpc>
                  </a:pPr>
                  <a:r>
                    <a:rPr lang="en-US" sz="1600" dirty="0"/>
                    <a:t>D</a:t>
                  </a:r>
                  <a:r>
                    <a:rPr lang="en-US" sz="1600" baseline="-25000" dirty="0"/>
                    <a:t>b</a:t>
                  </a:r>
                  <a:r>
                    <a:rPr lang="en-US" sz="1600" dirty="0"/>
                    <a:t>(d) =</a:t>
                  </a:r>
                  <a:r>
                    <a:rPr lang="en-US" sz="1600" dirty="0">
                      <a:cs typeface="Arial" charset="0"/>
                    </a:rPr>
                    <a:t> ∞</a:t>
                  </a:r>
                  <a:endParaRPr lang="en-US" sz="1600" dirty="0"/>
                </a:p>
                <a:p>
                  <a:pPr marL="114300" lvl="1">
                    <a:lnSpc>
                      <a:spcPct val="90000"/>
                    </a:lnSpc>
                  </a:pPr>
                  <a:r>
                    <a:rPr lang="en-US" sz="1600" dirty="0"/>
                    <a:t>D</a:t>
                  </a:r>
                  <a:r>
                    <a:rPr lang="en-US" sz="1600" baseline="-25000" dirty="0"/>
                    <a:t>b</a:t>
                  </a:r>
                  <a:r>
                    <a:rPr lang="en-US" sz="1600" dirty="0"/>
                    <a:t>(e) =</a:t>
                  </a:r>
                  <a:r>
                    <a:rPr lang="en-US" sz="1600" dirty="0">
                      <a:cs typeface="Arial" charset="0"/>
                    </a:rPr>
                    <a:t> 1</a:t>
                  </a:r>
                  <a:endParaRPr lang="en-US" sz="1600" dirty="0"/>
                </a:p>
              </p:txBody>
            </p:sp>
          </p:grpSp>
        </p:grpSp>
      </p:grpSp>
      <p:sp>
        <p:nvSpPr>
          <p:cNvPr id="53" name="TextBox 52">
            <a:extLst>
              <a:ext uri="{FF2B5EF4-FFF2-40B4-BE49-F238E27FC236}">
                <a16:creationId xmlns:a16="http://schemas.microsoft.com/office/drawing/2014/main" id="{4EED449D-A2CE-5F06-A6DE-06B46483A14B}"/>
              </a:ext>
            </a:extLst>
          </p:cNvPr>
          <p:cNvSpPr txBox="1"/>
          <p:nvPr/>
        </p:nvSpPr>
        <p:spPr>
          <a:xfrm flipH="1">
            <a:off x="348626" y="2910175"/>
            <a:ext cx="2195814" cy="590931"/>
          </a:xfrm>
          <a:prstGeom prst="rect">
            <a:avLst/>
          </a:prstGeom>
          <a:noFill/>
        </p:spPr>
        <p:txBody>
          <a:bodyPr wrap="square" rtlCol="0">
            <a:spAutoFit/>
          </a:bodyPr>
          <a:lstStyle/>
          <a:p>
            <a:pPr marL="285750" indent="-285750">
              <a:lnSpc>
                <a:spcPct val="90000"/>
              </a:lnSpc>
              <a:buClr>
                <a:srgbClr val="0000A8"/>
              </a:buClr>
              <a:buFont typeface="Wingdings" pitchFamily="2" charset="2"/>
              <a:buChar char="§"/>
            </a:pPr>
            <a:r>
              <a:rPr lang="en-US" dirty="0"/>
              <a:t>e receives DVs from b, d, f, h</a:t>
            </a:r>
          </a:p>
        </p:txBody>
      </p:sp>
      <p:grpSp>
        <p:nvGrpSpPr>
          <p:cNvPr id="54" name="Group 53">
            <a:extLst>
              <a:ext uri="{FF2B5EF4-FFF2-40B4-BE49-F238E27FC236}">
                <a16:creationId xmlns:a16="http://schemas.microsoft.com/office/drawing/2014/main" id="{2D6F1D1C-2954-86EA-C3E2-059245D15D89}"/>
              </a:ext>
            </a:extLst>
          </p:cNvPr>
          <p:cNvGrpSpPr/>
          <p:nvPr/>
        </p:nvGrpSpPr>
        <p:grpSpPr>
          <a:xfrm>
            <a:off x="4333785" y="1737247"/>
            <a:ext cx="4395351" cy="404576"/>
            <a:chOff x="4333785" y="5772213"/>
            <a:chExt cx="4395351" cy="404576"/>
          </a:xfrm>
        </p:grpSpPr>
        <p:grpSp>
          <p:nvGrpSpPr>
            <p:cNvPr id="55" name="Group 54">
              <a:extLst>
                <a:ext uri="{FF2B5EF4-FFF2-40B4-BE49-F238E27FC236}">
                  <a16:creationId xmlns:a16="http://schemas.microsoft.com/office/drawing/2014/main" id="{4CB7BEF1-F5C6-ED46-B9E2-71E4E21E67AA}"/>
                </a:ext>
              </a:extLst>
            </p:cNvPr>
            <p:cNvGrpSpPr/>
            <p:nvPr/>
          </p:nvGrpSpPr>
          <p:grpSpPr>
            <a:xfrm>
              <a:off x="4333785" y="5772213"/>
              <a:ext cx="531821" cy="369069"/>
              <a:chOff x="1348328" y="2475647"/>
              <a:chExt cx="603916" cy="419100"/>
            </a:xfrm>
          </p:grpSpPr>
          <p:grpSp>
            <p:nvGrpSpPr>
              <p:cNvPr id="460" name="Group 459">
                <a:extLst>
                  <a:ext uri="{FF2B5EF4-FFF2-40B4-BE49-F238E27FC236}">
                    <a16:creationId xmlns:a16="http://schemas.microsoft.com/office/drawing/2014/main" id="{87A02C99-1932-08EF-4FC2-FA085F6C597E}"/>
                  </a:ext>
                </a:extLst>
              </p:cNvPr>
              <p:cNvGrpSpPr/>
              <p:nvPr/>
            </p:nvGrpSpPr>
            <p:grpSpPr>
              <a:xfrm>
                <a:off x="1348328" y="2555748"/>
                <a:ext cx="603916" cy="308999"/>
                <a:chOff x="5278570" y="2983486"/>
                <a:chExt cx="501650" cy="233363"/>
              </a:xfrm>
            </p:grpSpPr>
            <p:sp>
              <p:nvSpPr>
                <p:cNvPr id="464" name="Oval 5">
                  <a:extLst>
                    <a:ext uri="{FF2B5EF4-FFF2-40B4-BE49-F238E27FC236}">
                      <a16:creationId xmlns:a16="http://schemas.microsoft.com/office/drawing/2014/main" id="{95C6AACC-BCBA-53CC-DB1E-7479D81F50C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Line 6">
                  <a:extLst>
                    <a:ext uri="{FF2B5EF4-FFF2-40B4-BE49-F238E27FC236}">
                      <a16:creationId xmlns:a16="http://schemas.microsoft.com/office/drawing/2014/main" id="{58B5CED7-B683-CF72-5B01-D1A0E210D52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6" name="Line 7">
                  <a:extLst>
                    <a:ext uri="{FF2B5EF4-FFF2-40B4-BE49-F238E27FC236}">
                      <a16:creationId xmlns:a16="http://schemas.microsoft.com/office/drawing/2014/main" id="{A8DD822C-C12F-BFC3-9059-32C878A82372}"/>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Rectangle 8">
                  <a:extLst>
                    <a:ext uri="{FF2B5EF4-FFF2-40B4-BE49-F238E27FC236}">
                      <a16:creationId xmlns:a16="http://schemas.microsoft.com/office/drawing/2014/main" id="{1ABB3A2F-A4A9-8B98-4ED3-591FF15C1FD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Oval 9">
                  <a:extLst>
                    <a:ext uri="{FF2B5EF4-FFF2-40B4-BE49-F238E27FC236}">
                      <a16:creationId xmlns:a16="http://schemas.microsoft.com/office/drawing/2014/main" id="{2C3B843A-6EF1-43EA-7805-DA2F20895E6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1" name="Group 44">
                <a:extLst>
                  <a:ext uri="{FF2B5EF4-FFF2-40B4-BE49-F238E27FC236}">
                    <a16:creationId xmlns:a16="http://schemas.microsoft.com/office/drawing/2014/main" id="{2F910F10-392A-FB59-44D2-9D1087269C6B}"/>
                  </a:ext>
                </a:extLst>
              </p:cNvPr>
              <p:cNvGrpSpPr>
                <a:grpSpLocks/>
              </p:cNvGrpSpPr>
              <p:nvPr/>
            </p:nvGrpSpPr>
            <p:grpSpPr bwMode="auto">
              <a:xfrm>
                <a:off x="1456374" y="2475647"/>
                <a:ext cx="355165" cy="419100"/>
                <a:chOff x="2944" y="2405"/>
                <a:chExt cx="227" cy="264"/>
              </a:xfrm>
            </p:grpSpPr>
            <p:sp>
              <p:nvSpPr>
                <p:cNvPr id="462" name="Rectangle 45">
                  <a:extLst>
                    <a:ext uri="{FF2B5EF4-FFF2-40B4-BE49-F238E27FC236}">
                      <a16:creationId xmlns:a16="http://schemas.microsoft.com/office/drawing/2014/main" id="{C3B6C630-F895-84BC-DB81-A590D3B8459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Text Box 46">
                  <a:extLst>
                    <a:ext uri="{FF2B5EF4-FFF2-40B4-BE49-F238E27FC236}">
                      <a16:creationId xmlns:a16="http://schemas.microsoft.com/office/drawing/2014/main" id="{FC497D4A-44B7-D83D-703F-5F8FBFFAE0DC}"/>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6" name="Group 55">
              <a:extLst>
                <a:ext uri="{FF2B5EF4-FFF2-40B4-BE49-F238E27FC236}">
                  <a16:creationId xmlns:a16="http://schemas.microsoft.com/office/drawing/2014/main" id="{7CD818EC-2290-2F93-3126-07275C943743}"/>
                </a:ext>
              </a:extLst>
            </p:cNvPr>
            <p:cNvGrpSpPr/>
            <p:nvPr/>
          </p:nvGrpSpPr>
          <p:grpSpPr>
            <a:xfrm>
              <a:off x="6263949" y="5807720"/>
              <a:ext cx="531821" cy="369069"/>
              <a:chOff x="1348328" y="2507397"/>
              <a:chExt cx="603916" cy="419100"/>
            </a:xfrm>
          </p:grpSpPr>
          <p:grpSp>
            <p:nvGrpSpPr>
              <p:cNvPr id="451" name="Group 450">
                <a:extLst>
                  <a:ext uri="{FF2B5EF4-FFF2-40B4-BE49-F238E27FC236}">
                    <a16:creationId xmlns:a16="http://schemas.microsoft.com/office/drawing/2014/main" id="{F2724081-923A-E04C-206F-71BE1F39DCAC}"/>
                  </a:ext>
                </a:extLst>
              </p:cNvPr>
              <p:cNvGrpSpPr/>
              <p:nvPr/>
            </p:nvGrpSpPr>
            <p:grpSpPr>
              <a:xfrm>
                <a:off x="1348328" y="2555748"/>
                <a:ext cx="603916" cy="308999"/>
                <a:chOff x="5278570" y="2983486"/>
                <a:chExt cx="501650" cy="233363"/>
              </a:xfrm>
            </p:grpSpPr>
            <p:sp>
              <p:nvSpPr>
                <p:cNvPr id="455" name="Oval 5">
                  <a:extLst>
                    <a:ext uri="{FF2B5EF4-FFF2-40B4-BE49-F238E27FC236}">
                      <a16:creationId xmlns:a16="http://schemas.microsoft.com/office/drawing/2014/main" id="{DA117479-863C-E13A-5985-0FF50796179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Line 6">
                  <a:extLst>
                    <a:ext uri="{FF2B5EF4-FFF2-40B4-BE49-F238E27FC236}">
                      <a16:creationId xmlns:a16="http://schemas.microsoft.com/office/drawing/2014/main" id="{A40378D8-15BF-F5AE-50E9-143CD5E4CE3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7" name="Line 7">
                  <a:extLst>
                    <a:ext uri="{FF2B5EF4-FFF2-40B4-BE49-F238E27FC236}">
                      <a16:creationId xmlns:a16="http://schemas.microsoft.com/office/drawing/2014/main" id="{E5044141-AAD8-F32D-61C5-425D534F400A}"/>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Rectangle 8">
                  <a:extLst>
                    <a:ext uri="{FF2B5EF4-FFF2-40B4-BE49-F238E27FC236}">
                      <a16:creationId xmlns:a16="http://schemas.microsoft.com/office/drawing/2014/main" id="{091D433E-649E-DEC0-0DBF-1990B9EA2868}"/>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Oval 9">
                  <a:extLst>
                    <a:ext uri="{FF2B5EF4-FFF2-40B4-BE49-F238E27FC236}">
                      <a16:creationId xmlns:a16="http://schemas.microsoft.com/office/drawing/2014/main" id="{69385A21-76FE-BE8C-7133-EE47CACA53C7}"/>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2" name="Group 44">
                <a:extLst>
                  <a:ext uri="{FF2B5EF4-FFF2-40B4-BE49-F238E27FC236}">
                    <a16:creationId xmlns:a16="http://schemas.microsoft.com/office/drawing/2014/main" id="{48541A9B-4E1D-36AE-27CA-D94BE63F7181}"/>
                  </a:ext>
                </a:extLst>
              </p:cNvPr>
              <p:cNvGrpSpPr>
                <a:grpSpLocks/>
              </p:cNvGrpSpPr>
              <p:nvPr/>
            </p:nvGrpSpPr>
            <p:grpSpPr bwMode="auto">
              <a:xfrm>
                <a:off x="1456374" y="2507397"/>
                <a:ext cx="355165" cy="419100"/>
                <a:chOff x="2944" y="2425"/>
                <a:chExt cx="227" cy="264"/>
              </a:xfrm>
            </p:grpSpPr>
            <p:sp>
              <p:nvSpPr>
                <p:cNvPr id="453" name="Rectangle 45">
                  <a:extLst>
                    <a:ext uri="{FF2B5EF4-FFF2-40B4-BE49-F238E27FC236}">
                      <a16:creationId xmlns:a16="http://schemas.microsoft.com/office/drawing/2014/main" id="{A7FB6E7E-679F-DBDF-F519-1AC10806C88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4" name="Text Box 46">
                  <a:extLst>
                    <a:ext uri="{FF2B5EF4-FFF2-40B4-BE49-F238E27FC236}">
                      <a16:creationId xmlns:a16="http://schemas.microsoft.com/office/drawing/2014/main" id="{C940ECEA-1327-E0EB-E47E-96706C83589B}"/>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7" name="Group 56">
              <a:extLst>
                <a:ext uri="{FF2B5EF4-FFF2-40B4-BE49-F238E27FC236}">
                  <a16:creationId xmlns:a16="http://schemas.microsoft.com/office/drawing/2014/main" id="{0A7465AD-99BD-2107-352B-1D09EA71D2D5}"/>
                </a:ext>
              </a:extLst>
            </p:cNvPr>
            <p:cNvGrpSpPr/>
            <p:nvPr/>
          </p:nvGrpSpPr>
          <p:grpSpPr>
            <a:xfrm>
              <a:off x="8197315" y="5805271"/>
              <a:ext cx="531821" cy="369069"/>
              <a:chOff x="1348328" y="2507397"/>
              <a:chExt cx="603916" cy="419100"/>
            </a:xfrm>
          </p:grpSpPr>
          <p:grpSp>
            <p:nvGrpSpPr>
              <p:cNvPr id="58" name="Group 57">
                <a:extLst>
                  <a:ext uri="{FF2B5EF4-FFF2-40B4-BE49-F238E27FC236}">
                    <a16:creationId xmlns:a16="http://schemas.microsoft.com/office/drawing/2014/main" id="{AF80C8ED-BFF5-CE08-1ABE-DEDDDD08CBF0}"/>
                  </a:ext>
                </a:extLst>
              </p:cNvPr>
              <p:cNvGrpSpPr/>
              <p:nvPr/>
            </p:nvGrpSpPr>
            <p:grpSpPr>
              <a:xfrm>
                <a:off x="1348328" y="2555748"/>
                <a:ext cx="603916" cy="308999"/>
                <a:chOff x="5278570" y="2983486"/>
                <a:chExt cx="501650" cy="233363"/>
              </a:xfrm>
            </p:grpSpPr>
            <p:sp>
              <p:nvSpPr>
                <p:cNvPr id="62" name="Oval 5">
                  <a:extLst>
                    <a:ext uri="{FF2B5EF4-FFF2-40B4-BE49-F238E27FC236}">
                      <a16:creationId xmlns:a16="http://schemas.microsoft.com/office/drawing/2014/main" id="{60D1F465-7F7A-E6CE-C96D-5F50CCE39F35}"/>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Line 6">
                  <a:extLst>
                    <a:ext uri="{FF2B5EF4-FFF2-40B4-BE49-F238E27FC236}">
                      <a16:creationId xmlns:a16="http://schemas.microsoft.com/office/drawing/2014/main" id="{13F0DB12-00DA-C5FC-A569-230C10BF502A}"/>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Line 7">
                  <a:extLst>
                    <a:ext uri="{FF2B5EF4-FFF2-40B4-BE49-F238E27FC236}">
                      <a16:creationId xmlns:a16="http://schemas.microsoft.com/office/drawing/2014/main" id="{44B66C1A-E295-4F0D-F240-8F86AB32E71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Rectangle 8">
                  <a:extLst>
                    <a:ext uri="{FF2B5EF4-FFF2-40B4-BE49-F238E27FC236}">
                      <a16:creationId xmlns:a16="http://schemas.microsoft.com/office/drawing/2014/main" id="{6462C3FC-7DDE-E83E-DD17-17044CAC674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Oval 9">
                  <a:extLst>
                    <a:ext uri="{FF2B5EF4-FFF2-40B4-BE49-F238E27FC236}">
                      <a16:creationId xmlns:a16="http://schemas.microsoft.com/office/drawing/2014/main" id="{3CE52108-BD4F-98E4-D9C5-D83E3DC7765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9" name="Group 44">
                <a:extLst>
                  <a:ext uri="{FF2B5EF4-FFF2-40B4-BE49-F238E27FC236}">
                    <a16:creationId xmlns:a16="http://schemas.microsoft.com/office/drawing/2014/main" id="{B82D557E-615A-FB4A-3F8F-B04833C4A84F}"/>
                  </a:ext>
                </a:extLst>
              </p:cNvPr>
              <p:cNvGrpSpPr>
                <a:grpSpLocks/>
              </p:cNvGrpSpPr>
              <p:nvPr/>
            </p:nvGrpSpPr>
            <p:grpSpPr bwMode="auto">
              <a:xfrm>
                <a:off x="1464216" y="2507397"/>
                <a:ext cx="341085" cy="419100"/>
                <a:chOff x="2949" y="2425"/>
                <a:chExt cx="218" cy="264"/>
              </a:xfrm>
            </p:grpSpPr>
            <p:sp>
              <p:nvSpPr>
                <p:cNvPr id="60" name="Rectangle 45">
                  <a:extLst>
                    <a:ext uri="{FF2B5EF4-FFF2-40B4-BE49-F238E27FC236}">
                      <a16:creationId xmlns:a16="http://schemas.microsoft.com/office/drawing/2014/main" id="{A73E41BD-0087-A1BE-7A38-F76C9AD9B37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Text Box 46">
                  <a:extLst>
                    <a:ext uri="{FF2B5EF4-FFF2-40B4-BE49-F238E27FC236}">
                      <a16:creationId xmlns:a16="http://schemas.microsoft.com/office/drawing/2014/main" id="{104539D2-D322-23FE-92C2-547DBD99E077}"/>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469" name="Freeform 182">
            <a:extLst>
              <a:ext uri="{FF2B5EF4-FFF2-40B4-BE49-F238E27FC236}">
                <a16:creationId xmlns:a16="http://schemas.microsoft.com/office/drawing/2014/main" id="{EAD9DA44-0F67-5036-D3F7-BA0A390D35DD}"/>
              </a:ext>
            </a:extLst>
          </p:cNvPr>
          <p:cNvSpPr/>
          <p:nvPr/>
        </p:nvSpPr>
        <p:spPr>
          <a:xfrm>
            <a:off x="6774755" y="937642"/>
            <a:ext cx="2967758" cy="3014570"/>
          </a:xfrm>
          <a:custGeom>
            <a:avLst/>
            <a:gdLst>
              <a:gd name="connsiteX0" fmla="*/ 0 w 2615381"/>
              <a:gd name="connsiteY0" fmla="*/ 0 h 2615381"/>
              <a:gd name="connsiteX1" fmla="*/ 2595716 w 2615381"/>
              <a:gd name="connsiteY1" fmla="*/ 235975 h 2615381"/>
              <a:gd name="connsiteX2" fmla="*/ 2615381 w 2615381"/>
              <a:gd name="connsiteY2" fmla="*/ 2615381 h 2615381"/>
              <a:gd name="connsiteX3" fmla="*/ 9832 w 2615381"/>
              <a:gd name="connsiteY3" fmla="*/ 167149 h 2615381"/>
              <a:gd name="connsiteX4" fmla="*/ 0 w 2615381"/>
              <a:gd name="connsiteY4" fmla="*/ 0 h 2615381"/>
              <a:gd name="connsiteX0" fmla="*/ 0 w 2654709"/>
              <a:gd name="connsiteY0" fmla="*/ 0 h 2615381"/>
              <a:gd name="connsiteX1" fmla="*/ 2654709 w 2654709"/>
              <a:gd name="connsiteY1" fmla="*/ 255639 h 2615381"/>
              <a:gd name="connsiteX2" fmla="*/ 2615381 w 2654709"/>
              <a:gd name="connsiteY2" fmla="*/ 2615381 h 2615381"/>
              <a:gd name="connsiteX3" fmla="*/ 9832 w 2654709"/>
              <a:gd name="connsiteY3" fmla="*/ 167149 h 2615381"/>
              <a:gd name="connsiteX4" fmla="*/ 0 w 2654709"/>
              <a:gd name="connsiteY4" fmla="*/ 0 h 2615381"/>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0 w 2654710"/>
              <a:gd name="connsiteY0" fmla="*/ 0 h 2605549"/>
              <a:gd name="connsiteX1" fmla="*/ 2654709 w 2654710"/>
              <a:gd name="connsiteY1" fmla="*/ 255639 h 2605549"/>
              <a:gd name="connsiteX2" fmla="*/ 2654710 w 2654710"/>
              <a:gd name="connsiteY2" fmla="*/ 2605549 h 2605549"/>
              <a:gd name="connsiteX3" fmla="*/ 9832 w 2654710"/>
              <a:gd name="connsiteY3" fmla="*/ 167149 h 2605549"/>
              <a:gd name="connsiteX4" fmla="*/ 0 w 2654710"/>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9497 w 2684207"/>
              <a:gd name="connsiteY0" fmla="*/ 0 h 2605549"/>
              <a:gd name="connsiteX1" fmla="*/ 2684206 w 2684207"/>
              <a:gd name="connsiteY1" fmla="*/ 255639 h 2605549"/>
              <a:gd name="connsiteX2" fmla="*/ 2684207 w 2684207"/>
              <a:gd name="connsiteY2" fmla="*/ 2605549 h 2605549"/>
              <a:gd name="connsiteX3" fmla="*/ 0 w 2684207"/>
              <a:gd name="connsiteY3" fmla="*/ 176981 h 2605549"/>
              <a:gd name="connsiteX4" fmla="*/ 29497 w 2684207"/>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226143 w 2880853"/>
              <a:gd name="connsiteY0" fmla="*/ 0 h 2605549"/>
              <a:gd name="connsiteX1" fmla="*/ 2880852 w 2880853"/>
              <a:gd name="connsiteY1" fmla="*/ 255639 h 2605549"/>
              <a:gd name="connsiteX2" fmla="*/ 2880853 w 2880853"/>
              <a:gd name="connsiteY2" fmla="*/ 2605549 h 2605549"/>
              <a:gd name="connsiteX3" fmla="*/ 0 w 2880853"/>
              <a:gd name="connsiteY3" fmla="*/ 1543665 h 2605549"/>
              <a:gd name="connsiteX4" fmla="*/ 226143 w 2880853"/>
              <a:gd name="connsiteY4" fmla="*/ 0 h 2605549"/>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58992 w 2939845"/>
              <a:gd name="connsiteY3" fmla="*/ 1288026 h 2349910"/>
              <a:gd name="connsiteX4" fmla="*/ 0 w 2939845"/>
              <a:gd name="connsiteY4" fmla="*/ 1140541 h 2349910"/>
              <a:gd name="connsiteX0" fmla="*/ 0 w 2939845"/>
              <a:gd name="connsiteY0" fmla="*/ 1140541 h 2349910"/>
              <a:gd name="connsiteX1" fmla="*/ 2939844 w 2939845"/>
              <a:gd name="connsiteY1" fmla="*/ 0 h 2349910"/>
              <a:gd name="connsiteX2" fmla="*/ 2939845 w 2939845"/>
              <a:gd name="connsiteY2" fmla="*/ 2349910 h 2349910"/>
              <a:gd name="connsiteX3" fmla="*/ 19663 w 2939845"/>
              <a:gd name="connsiteY3" fmla="*/ 1307690 h 2349910"/>
              <a:gd name="connsiteX4" fmla="*/ 0 w 2939845"/>
              <a:gd name="connsiteY4" fmla="*/ 1140541 h 234991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39844"/>
              <a:gd name="connsiteY0" fmla="*/ 1140541 h 2878230"/>
              <a:gd name="connsiteX1" fmla="*/ 2939844 w 2939844"/>
              <a:gd name="connsiteY1" fmla="*/ 0 h 2878230"/>
              <a:gd name="connsiteX2" fmla="*/ 2919525 w 2939844"/>
              <a:gd name="connsiteY2" fmla="*/ 2878230 h 2878230"/>
              <a:gd name="connsiteX3" fmla="*/ 19663 w 2939844"/>
              <a:gd name="connsiteY3" fmla="*/ 1307690 h 2878230"/>
              <a:gd name="connsiteX4" fmla="*/ 0 w 2939844"/>
              <a:gd name="connsiteY4" fmla="*/ 1140541 h 287823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19663 w 2919525"/>
              <a:gd name="connsiteY3" fmla="*/ 106385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0 w 2919525"/>
              <a:gd name="connsiteY0" fmla="*/ 896701 h 2634390"/>
              <a:gd name="connsiteX1" fmla="*/ 2899204 w 2919525"/>
              <a:gd name="connsiteY1" fmla="*/ 0 h 2634390"/>
              <a:gd name="connsiteX2" fmla="*/ 2919525 w 2919525"/>
              <a:gd name="connsiteY2" fmla="*/ 2634390 h 2634390"/>
              <a:gd name="connsiteX3" fmla="*/ 29823 w 2919525"/>
              <a:gd name="connsiteY3" fmla="*/ 1094330 h 2634390"/>
              <a:gd name="connsiteX4" fmla="*/ 0 w 2919525"/>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889702"/>
              <a:gd name="connsiteY0" fmla="*/ 896701 h 2634390"/>
              <a:gd name="connsiteX1" fmla="*/ 2869381 w 2889702"/>
              <a:gd name="connsiteY1" fmla="*/ 0 h 2634390"/>
              <a:gd name="connsiteX2" fmla="*/ 2889702 w 2889702"/>
              <a:gd name="connsiteY2" fmla="*/ 2634390 h 2634390"/>
              <a:gd name="connsiteX3" fmla="*/ 0 w 2889702"/>
              <a:gd name="connsiteY3" fmla="*/ 1094330 h 2634390"/>
              <a:gd name="connsiteX4" fmla="*/ 10817 w 2889702"/>
              <a:gd name="connsiteY4" fmla="*/ 896701 h 2634390"/>
              <a:gd name="connsiteX0" fmla="*/ 10817 w 2991301"/>
              <a:gd name="connsiteY0" fmla="*/ 2319101 h 4056790"/>
              <a:gd name="connsiteX1" fmla="*/ 2991301 w 2991301"/>
              <a:gd name="connsiteY1" fmla="*/ 0 h 4056790"/>
              <a:gd name="connsiteX2" fmla="*/ 2889702 w 2991301"/>
              <a:gd name="connsiteY2" fmla="*/ 4056790 h 4056790"/>
              <a:gd name="connsiteX3" fmla="*/ 0 w 2991301"/>
              <a:gd name="connsiteY3" fmla="*/ 2516730 h 4056790"/>
              <a:gd name="connsiteX4" fmla="*/ 10817 w 2991301"/>
              <a:gd name="connsiteY4" fmla="*/ 2319101 h 4056790"/>
              <a:gd name="connsiteX0" fmla="*/ 10817 w 2991301"/>
              <a:gd name="connsiteY0" fmla="*/ 2319101 h 4056790"/>
              <a:gd name="connsiteX1" fmla="*/ 2991301 w 2991301"/>
              <a:gd name="connsiteY1" fmla="*/ 0 h 4056790"/>
              <a:gd name="connsiteX2" fmla="*/ 2889702 w 2991301"/>
              <a:gd name="connsiteY2" fmla="*/ 4056790 h 4056790"/>
              <a:gd name="connsiteX3" fmla="*/ 0 w 2991301"/>
              <a:gd name="connsiteY3" fmla="*/ 2516730 h 4056790"/>
              <a:gd name="connsiteX4" fmla="*/ 10817 w 2991301"/>
              <a:gd name="connsiteY4" fmla="*/ 2319101 h 4056790"/>
              <a:gd name="connsiteX0" fmla="*/ 10817 w 2991301"/>
              <a:gd name="connsiteY0" fmla="*/ 2319101 h 2614070"/>
              <a:gd name="connsiteX1" fmla="*/ 2991301 w 2991301"/>
              <a:gd name="connsiteY1" fmla="*/ 0 h 2614070"/>
              <a:gd name="connsiteX2" fmla="*/ 2930342 w 2991301"/>
              <a:gd name="connsiteY2" fmla="*/ 2614070 h 2614070"/>
              <a:gd name="connsiteX3" fmla="*/ 0 w 2991301"/>
              <a:gd name="connsiteY3" fmla="*/ 2516730 h 2614070"/>
              <a:gd name="connsiteX4" fmla="*/ 10817 w 2991301"/>
              <a:gd name="connsiteY4" fmla="*/ 2319101 h 2614070"/>
              <a:gd name="connsiteX0" fmla="*/ 10817 w 2991301"/>
              <a:gd name="connsiteY0" fmla="*/ 2319101 h 2614070"/>
              <a:gd name="connsiteX1" fmla="*/ 2991301 w 2991301"/>
              <a:gd name="connsiteY1" fmla="*/ 0 h 2614070"/>
              <a:gd name="connsiteX2" fmla="*/ 2930342 w 2991301"/>
              <a:gd name="connsiteY2" fmla="*/ 2614070 h 2614070"/>
              <a:gd name="connsiteX3" fmla="*/ 0 w 2991301"/>
              <a:gd name="connsiteY3" fmla="*/ 2516730 h 2614070"/>
              <a:gd name="connsiteX4" fmla="*/ 10817 w 2991301"/>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0484"/>
              <a:gd name="connsiteY0" fmla="*/ 2319101 h 2614070"/>
              <a:gd name="connsiteX1" fmla="*/ 2980484 w 2980484"/>
              <a:gd name="connsiteY1" fmla="*/ 0 h 2614070"/>
              <a:gd name="connsiteX2" fmla="*/ 2919525 w 2980484"/>
              <a:gd name="connsiteY2" fmla="*/ 2614070 h 2614070"/>
              <a:gd name="connsiteX3" fmla="*/ 50143 w 2980484"/>
              <a:gd name="connsiteY3" fmla="*/ 2506570 h 2614070"/>
              <a:gd name="connsiteX4" fmla="*/ 0 w 2980484"/>
              <a:gd name="connsiteY4" fmla="*/ 2319101 h 2614070"/>
              <a:gd name="connsiteX0" fmla="*/ 0 w 2987119"/>
              <a:gd name="connsiteY0" fmla="*/ 2319101 h 2593750"/>
              <a:gd name="connsiteX1" fmla="*/ 2980484 w 2987119"/>
              <a:gd name="connsiteY1" fmla="*/ 0 h 2593750"/>
              <a:gd name="connsiteX2" fmla="*/ 2970325 w 2987119"/>
              <a:gd name="connsiteY2" fmla="*/ 2593750 h 2593750"/>
              <a:gd name="connsiteX3" fmla="*/ 50143 w 2987119"/>
              <a:gd name="connsiteY3" fmla="*/ 2506570 h 2593750"/>
              <a:gd name="connsiteX4" fmla="*/ 0 w 2987119"/>
              <a:gd name="connsiteY4" fmla="*/ 2319101 h 2593750"/>
              <a:gd name="connsiteX0" fmla="*/ 0 w 2987119"/>
              <a:gd name="connsiteY0" fmla="*/ 2319101 h 2593750"/>
              <a:gd name="connsiteX1" fmla="*/ 2980484 w 2987119"/>
              <a:gd name="connsiteY1" fmla="*/ 0 h 2593750"/>
              <a:gd name="connsiteX2" fmla="*/ 2970325 w 2987119"/>
              <a:gd name="connsiteY2" fmla="*/ 2593750 h 2593750"/>
              <a:gd name="connsiteX3" fmla="*/ 50143 w 2987119"/>
              <a:gd name="connsiteY3" fmla="*/ 2506570 h 2593750"/>
              <a:gd name="connsiteX4" fmla="*/ 0 w 2987119"/>
              <a:gd name="connsiteY4" fmla="*/ 2319101 h 2593750"/>
              <a:gd name="connsiteX0" fmla="*/ 0 w 2987119"/>
              <a:gd name="connsiteY0" fmla="*/ 2319101 h 2593750"/>
              <a:gd name="connsiteX1" fmla="*/ 2980484 w 2987119"/>
              <a:gd name="connsiteY1" fmla="*/ 0 h 2593750"/>
              <a:gd name="connsiteX2" fmla="*/ 2970325 w 2987119"/>
              <a:gd name="connsiteY2" fmla="*/ 2593750 h 2593750"/>
              <a:gd name="connsiteX3" fmla="*/ 19663 w 2987119"/>
              <a:gd name="connsiteY3" fmla="*/ 2526890 h 2593750"/>
              <a:gd name="connsiteX4" fmla="*/ 0 w 2987119"/>
              <a:gd name="connsiteY4" fmla="*/ 2319101 h 2593750"/>
              <a:gd name="connsiteX0" fmla="*/ 0 w 3017599"/>
              <a:gd name="connsiteY0" fmla="*/ 2390221 h 2593750"/>
              <a:gd name="connsiteX1" fmla="*/ 3010964 w 3017599"/>
              <a:gd name="connsiteY1" fmla="*/ 0 h 2593750"/>
              <a:gd name="connsiteX2" fmla="*/ 3000805 w 3017599"/>
              <a:gd name="connsiteY2" fmla="*/ 2593750 h 2593750"/>
              <a:gd name="connsiteX3" fmla="*/ 50143 w 3017599"/>
              <a:gd name="connsiteY3" fmla="*/ 2526890 h 2593750"/>
              <a:gd name="connsiteX4" fmla="*/ 0 w 3017599"/>
              <a:gd name="connsiteY4" fmla="*/ 2390221 h 259375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3010964"/>
              <a:gd name="connsiteY0" fmla="*/ 2390221 h 2526890"/>
              <a:gd name="connsiteX1" fmla="*/ 3010964 w 3010964"/>
              <a:gd name="connsiteY1" fmla="*/ 0 h 2526890"/>
              <a:gd name="connsiteX2" fmla="*/ 2960165 w 3010964"/>
              <a:gd name="connsiteY2" fmla="*/ 2095910 h 2526890"/>
              <a:gd name="connsiteX3" fmla="*/ 50143 w 3010964"/>
              <a:gd name="connsiteY3" fmla="*/ 2526890 h 2526890"/>
              <a:gd name="connsiteX4" fmla="*/ 0 w 3010964"/>
              <a:gd name="connsiteY4" fmla="*/ 2390221 h 2526890"/>
              <a:gd name="connsiteX0" fmla="*/ 0 w 2967758"/>
              <a:gd name="connsiteY0" fmla="*/ 2877901 h 3014570"/>
              <a:gd name="connsiteX1" fmla="*/ 2919524 w 2967758"/>
              <a:gd name="connsiteY1" fmla="*/ 0 h 3014570"/>
              <a:gd name="connsiteX2" fmla="*/ 2960165 w 2967758"/>
              <a:gd name="connsiteY2" fmla="*/ 2583590 h 3014570"/>
              <a:gd name="connsiteX3" fmla="*/ 50143 w 2967758"/>
              <a:gd name="connsiteY3" fmla="*/ 3014570 h 3014570"/>
              <a:gd name="connsiteX4" fmla="*/ 0 w 2967758"/>
              <a:gd name="connsiteY4" fmla="*/ 2877901 h 3014570"/>
              <a:gd name="connsiteX0" fmla="*/ 0 w 2967758"/>
              <a:gd name="connsiteY0" fmla="*/ 2877901 h 3014570"/>
              <a:gd name="connsiteX1" fmla="*/ 2919524 w 2967758"/>
              <a:gd name="connsiteY1" fmla="*/ 0 h 3014570"/>
              <a:gd name="connsiteX2" fmla="*/ 2960165 w 2967758"/>
              <a:gd name="connsiteY2" fmla="*/ 2583590 h 3014570"/>
              <a:gd name="connsiteX3" fmla="*/ 50143 w 2967758"/>
              <a:gd name="connsiteY3" fmla="*/ 3014570 h 3014570"/>
              <a:gd name="connsiteX4" fmla="*/ 0 w 2967758"/>
              <a:gd name="connsiteY4" fmla="*/ 2877901 h 301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7758" h="3014570">
                <a:moveTo>
                  <a:pt x="0" y="2877901"/>
                </a:moveTo>
                <a:cubicBezTo>
                  <a:pt x="1740309" y="2497721"/>
                  <a:pt x="2305008" y="1488604"/>
                  <a:pt x="2919524" y="0"/>
                </a:cubicBezTo>
                <a:cubicBezTo>
                  <a:pt x="2919524" y="783303"/>
                  <a:pt x="2990645" y="1719007"/>
                  <a:pt x="2960165" y="2583590"/>
                </a:cubicBezTo>
                <a:cubicBezTo>
                  <a:pt x="2152608" y="2386944"/>
                  <a:pt x="1676726" y="2623574"/>
                  <a:pt x="50143" y="3014570"/>
                </a:cubicBezTo>
                <a:lnTo>
                  <a:pt x="0" y="2877901"/>
                </a:ln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177">
            <a:extLst>
              <a:ext uri="{FF2B5EF4-FFF2-40B4-BE49-F238E27FC236}">
                <a16:creationId xmlns:a16="http://schemas.microsoft.com/office/drawing/2014/main" id="{1A3C1D8A-421F-8D18-C428-6E4871D93FDA}"/>
              </a:ext>
            </a:extLst>
          </p:cNvPr>
          <p:cNvSpPr/>
          <p:nvPr/>
        </p:nvSpPr>
        <p:spPr>
          <a:xfrm>
            <a:off x="8446236" y="3705340"/>
            <a:ext cx="1239192" cy="2428567"/>
          </a:xfrm>
          <a:custGeom>
            <a:avLst/>
            <a:gdLst>
              <a:gd name="connsiteX0" fmla="*/ 9833 w 786581"/>
              <a:gd name="connsiteY0" fmla="*/ 501445 h 2458064"/>
              <a:gd name="connsiteX1" fmla="*/ 747252 w 786581"/>
              <a:gd name="connsiteY1" fmla="*/ 0 h 2458064"/>
              <a:gd name="connsiteX2" fmla="*/ 786581 w 786581"/>
              <a:gd name="connsiteY2" fmla="*/ 2458064 h 2458064"/>
              <a:gd name="connsiteX3" fmla="*/ 0 w 786581"/>
              <a:gd name="connsiteY3" fmla="*/ 668593 h 2458064"/>
              <a:gd name="connsiteX4" fmla="*/ 9833 w 786581"/>
              <a:gd name="connsiteY4" fmla="*/ 501445 h 2458064"/>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9833 w 786581"/>
              <a:gd name="connsiteY0" fmla="*/ 471948 h 2428567"/>
              <a:gd name="connsiteX1" fmla="*/ 776749 w 786581"/>
              <a:gd name="connsiteY1" fmla="*/ 0 h 2428567"/>
              <a:gd name="connsiteX2" fmla="*/ 786581 w 786581"/>
              <a:gd name="connsiteY2" fmla="*/ 2428567 h 2428567"/>
              <a:gd name="connsiteX3" fmla="*/ 0 w 786581"/>
              <a:gd name="connsiteY3" fmla="*/ 639096 h 2428567"/>
              <a:gd name="connsiteX4" fmla="*/ 9833 w 786581"/>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393291 w 1170039"/>
              <a:gd name="connsiteY0" fmla="*/ 471948 h 2428567"/>
              <a:gd name="connsiteX1" fmla="*/ 1160207 w 1170039"/>
              <a:gd name="connsiteY1" fmla="*/ 0 h 2428567"/>
              <a:gd name="connsiteX2" fmla="*/ 1170039 w 1170039"/>
              <a:gd name="connsiteY2" fmla="*/ 2428567 h 2428567"/>
              <a:gd name="connsiteX3" fmla="*/ 0 w 1170039"/>
              <a:gd name="connsiteY3" fmla="*/ 1946786 h 2428567"/>
              <a:gd name="connsiteX4" fmla="*/ 393291 w 1170039"/>
              <a:gd name="connsiteY4" fmla="*/ 471948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1 w 1170039"/>
              <a:gd name="connsiteY0" fmla="*/ 1809135 h 2428567"/>
              <a:gd name="connsiteX1" fmla="*/ 1160207 w 1170039"/>
              <a:gd name="connsiteY1" fmla="*/ 0 h 2428567"/>
              <a:gd name="connsiteX2" fmla="*/ 1170039 w 1170039"/>
              <a:gd name="connsiteY2" fmla="*/ 2428567 h 2428567"/>
              <a:gd name="connsiteX3" fmla="*/ 0 w 1170039"/>
              <a:gd name="connsiteY3" fmla="*/ 1946786 h 2428567"/>
              <a:gd name="connsiteX4" fmla="*/ 1 w 1170039"/>
              <a:gd name="connsiteY4" fmla="*/ 180913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0 w 1208624"/>
              <a:gd name="connsiteY0" fmla="*/ 224175 h 2428567"/>
              <a:gd name="connsiteX1" fmla="*/ 1198792 w 1208624"/>
              <a:gd name="connsiteY1" fmla="*/ 0 h 2428567"/>
              <a:gd name="connsiteX2" fmla="*/ 1208624 w 1208624"/>
              <a:gd name="connsiteY2" fmla="*/ 2428567 h 2428567"/>
              <a:gd name="connsiteX3" fmla="*/ 38585 w 1208624"/>
              <a:gd name="connsiteY3" fmla="*/ 1946786 h 2428567"/>
              <a:gd name="connsiteX4" fmla="*/ 0 w 1208624"/>
              <a:gd name="connsiteY4" fmla="*/ 224175 h 2428567"/>
              <a:gd name="connsiteX0" fmla="*/ 360141 w 1568765"/>
              <a:gd name="connsiteY0" fmla="*/ 224175 h 2428567"/>
              <a:gd name="connsiteX1" fmla="*/ 1558933 w 1568765"/>
              <a:gd name="connsiteY1" fmla="*/ 0 h 2428567"/>
              <a:gd name="connsiteX2" fmla="*/ 1568765 w 1568765"/>
              <a:gd name="connsiteY2" fmla="*/ 2428567 h 2428567"/>
              <a:gd name="connsiteX3" fmla="*/ 0 w 1568765"/>
              <a:gd name="connsiteY3" fmla="*/ 341506 h 2428567"/>
              <a:gd name="connsiteX4" fmla="*/ 360141 w 1568765"/>
              <a:gd name="connsiteY4" fmla="*/ 224175 h 2428567"/>
              <a:gd name="connsiteX0" fmla="*/ 360141 w 1568765"/>
              <a:gd name="connsiteY0" fmla="*/ 224175 h 2428567"/>
              <a:gd name="connsiteX1" fmla="*/ 1558933 w 1568765"/>
              <a:gd name="connsiteY1" fmla="*/ 0 h 2428567"/>
              <a:gd name="connsiteX2" fmla="*/ 1568765 w 1568765"/>
              <a:gd name="connsiteY2" fmla="*/ 2428567 h 2428567"/>
              <a:gd name="connsiteX3" fmla="*/ 0 w 1568765"/>
              <a:gd name="connsiteY3" fmla="*/ 341506 h 2428567"/>
              <a:gd name="connsiteX4" fmla="*/ 360141 w 1568765"/>
              <a:gd name="connsiteY4" fmla="*/ 224175 h 242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8765" h="2428567">
                <a:moveTo>
                  <a:pt x="360141" y="224175"/>
                </a:moveTo>
                <a:cubicBezTo>
                  <a:pt x="978394" y="281530"/>
                  <a:pt x="1236509" y="288085"/>
                  <a:pt x="1558933" y="0"/>
                </a:cubicBezTo>
                <a:cubicBezTo>
                  <a:pt x="1562210" y="809522"/>
                  <a:pt x="1565488" y="1619045"/>
                  <a:pt x="1568765" y="2428567"/>
                </a:cubicBezTo>
                <a:cubicBezTo>
                  <a:pt x="1218082" y="2058219"/>
                  <a:pt x="714478" y="485712"/>
                  <a:pt x="0" y="341506"/>
                </a:cubicBezTo>
                <a:cubicBezTo>
                  <a:pt x="0" y="295622"/>
                  <a:pt x="360141" y="270059"/>
                  <a:pt x="360141" y="224175"/>
                </a:cubicBezTo>
                <a:close/>
              </a:path>
            </a:pathLst>
          </a:custGeom>
          <a:gradFill>
            <a:gsLst>
              <a:gs pos="0">
                <a:schemeClr val="bg1">
                  <a:lumMod val="95000"/>
                </a:schemeClr>
              </a:gs>
              <a:gs pos="100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71" name="Group 470">
            <a:extLst>
              <a:ext uri="{FF2B5EF4-FFF2-40B4-BE49-F238E27FC236}">
                <a16:creationId xmlns:a16="http://schemas.microsoft.com/office/drawing/2014/main" id="{38ED1970-7A90-BC10-B37D-67CBE4EA42A6}"/>
              </a:ext>
            </a:extLst>
          </p:cNvPr>
          <p:cNvGrpSpPr/>
          <p:nvPr/>
        </p:nvGrpSpPr>
        <p:grpSpPr>
          <a:xfrm>
            <a:off x="9656848" y="3678301"/>
            <a:ext cx="1149458" cy="2667397"/>
            <a:chOff x="9764348" y="1447800"/>
            <a:chExt cx="1149458" cy="2667397"/>
          </a:xfrm>
        </p:grpSpPr>
        <p:sp>
          <p:nvSpPr>
            <p:cNvPr id="472" name="Rectangle 471">
              <a:extLst>
                <a:ext uri="{FF2B5EF4-FFF2-40B4-BE49-F238E27FC236}">
                  <a16:creationId xmlns:a16="http://schemas.microsoft.com/office/drawing/2014/main" id="{7ACEAAD9-D59C-72EB-51EB-433DC8EECFDB}"/>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73" name="Group 472">
              <a:extLst>
                <a:ext uri="{FF2B5EF4-FFF2-40B4-BE49-F238E27FC236}">
                  <a16:creationId xmlns:a16="http://schemas.microsoft.com/office/drawing/2014/main" id="{405F38D9-5B9C-D6C9-7E4A-55CD55C37A4F}"/>
                </a:ext>
              </a:extLst>
            </p:cNvPr>
            <p:cNvGrpSpPr/>
            <p:nvPr/>
          </p:nvGrpSpPr>
          <p:grpSpPr>
            <a:xfrm>
              <a:off x="9764348" y="1447800"/>
              <a:ext cx="1130291" cy="2667397"/>
              <a:chOff x="9472119" y="702026"/>
              <a:chExt cx="1130291" cy="2667397"/>
            </a:xfrm>
          </p:grpSpPr>
          <p:sp>
            <p:nvSpPr>
              <p:cNvPr id="474" name="Rectangle 473">
                <a:extLst>
                  <a:ext uri="{FF2B5EF4-FFF2-40B4-BE49-F238E27FC236}">
                    <a16:creationId xmlns:a16="http://schemas.microsoft.com/office/drawing/2014/main" id="{03F0C97F-BBE2-DD44-1EC5-175AD13AD993}"/>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5" name="TextBox 474">
                <a:extLst>
                  <a:ext uri="{FF2B5EF4-FFF2-40B4-BE49-F238E27FC236}">
                    <a16:creationId xmlns:a16="http://schemas.microsoft.com/office/drawing/2014/main" id="{ABD5F42F-9DC2-0D2C-53F3-75A680BD28E5}"/>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f:</a:t>
                </a:r>
              </a:p>
              <a:p>
                <a:pPr marL="114300" lvl="1"/>
                <a:r>
                  <a:rPr lang="en-US" sz="1600" dirty="0"/>
                  <a:t>D</a:t>
                </a:r>
                <a:r>
                  <a:rPr lang="en-US" sz="1600" baseline="-25000" dirty="0"/>
                  <a:t>c</a:t>
                </a:r>
                <a:r>
                  <a:rPr lang="en-US" sz="1600" dirty="0"/>
                  <a:t>(a) =</a:t>
                </a:r>
                <a:r>
                  <a:rPr lang="en-US" sz="1600" dirty="0">
                    <a:cs typeface="Arial" charset="0"/>
                  </a:rPr>
                  <a:t> ∞</a:t>
                </a:r>
              </a:p>
              <a:p>
                <a:pPr marL="114300" lvl="1"/>
                <a:r>
                  <a:rPr lang="en-US" sz="1600" dirty="0"/>
                  <a:t>D</a:t>
                </a:r>
                <a:r>
                  <a:rPr lang="en-US" sz="1600" baseline="-25000" dirty="0"/>
                  <a:t>c</a:t>
                </a:r>
                <a:r>
                  <a:rPr lang="en-US" sz="1600" dirty="0"/>
                  <a:t>(b) =</a:t>
                </a:r>
                <a:r>
                  <a:rPr lang="en-US" sz="1600" dirty="0">
                    <a:cs typeface="Arial" charset="0"/>
                  </a:rPr>
                  <a:t> ∞</a:t>
                </a:r>
                <a:endParaRPr lang="en-US" sz="1600" dirty="0"/>
              </a:p>
              <a:p>
                <a:pPr marL="114300" lvl="1"/>
                <a:r>
                  <a:rPr lang="en-US" sz="1600" dirty="0">
                    <a:cs typeface="Arial" charset="0"/>
                  </a:rPr>
                  <a:t>D</a:t>
                </a:r>
                <a:r>
                  <a:rPr lang="en-US" sz="1600" baseline="-25000" dirty="0">
                    <a:cs typeface="Arial" charset="0"/>
                  </a:rPr>
                  <a:t>c</a:t>
                </a:r>
                <a:r>
                  <a:rPr lang="en-US" sz="1600" dirty="0">
                    <a:cs typeface="Arial" charset="0"/>
                  </a:rPr>
                  <a:t>(c) = ∞</a:t>
                </a:r>
                <a:endParaRPr lang="en-US" sz="1600" dirty="0"/>
              </a:p>
              <a:p>
                <a:pPr marL="114300" lvl="1"/>
                <a:r>
                  <a:rPr lang="en-US" sz="1600" dirty="0"/>
                  <a:t>D</a:t>
                </a:r>
                <a:r>
                  <a:rPr lang="en-US" sz="1600" baseline="-25000" dirty="0"/>
                  <a:t>c</a:t>
                </a:r>
                <a:r>
                  <a:rPr lang="en-US" sz="1600" dirty="0"/>
                  <a:t>(d) =</a:t>
                </a:r>
                <a:r>
                  <a:rPr lang="en-US" sz="1600" dirty="0">
                    <a:cs typeface="Arial" charset="0"/>
                  </a:rPr>
                  <a:t> ∞</a:t>
                </a:r>
                <a:endParaRPr lang="en-US" sz="1600" dirty="0"/>
              </a:p>
              <a:p>
                <a:pPr marL="114300" lvl="1"/>
                <a:r>
                  <a:rPr lang="en-US" sz="1600" dirty="0"/>
                  <a:t>D</a:t>
                </a:r>
                <a:r>
                  <a:rPr lang="en-US" sz="1600" baseline="-25000" dirty="0"/>
                  <a:t>c</a:t>
                </a:r>
                <a:r>
                  <a:rPr lang="en-US" sz="1600" dirty="0"/>
                  <a:t>(e) =</a:t>
                </a:r>
                <a:r>
                  <a:rPr lang="en-US" sz="1600" dirty="0">
                    <a:cs typeface="Arial" charset="0"/>
                  </a:rPr>
                  <a:t> 1</a:t>
                </a:r>
                <a:endParaRPr lang="en-US" sz="1600" dirty="0"/>
              </a:p>
              <a:p>
                <a:pPr marL="114300" lvl="1"/>
                <a:r>
                  <a:rPr lang="en-US" sz="1600" dirty="0"/>
                  <a:t>D</a:t>
                </a:r>
                <a:r>
                  <a:rPr lang="en-US" sz="1600" baseline="-25000" dirty="0"/>
                  <a:t>c</a:t>
                </a:r>
                <a:r>
                  <a:rPr lang="en-US" sz="1600" dirty="0"/>
                  <a:t>(f) =</a:t>
                </a:r>
                <a:r>
                  <a:rPr lang="en-US" sz="1600" dirty="0">
                    <a:cs typeface="Arial" charset="0"/>
                  </a:rPr>
                  <a:t> 0</a:t>
                </a:r>
                <a:endParaRPr lang="en-US" sz="1600" dirty="0"/>
              </a:p>
              <a:p>
                <a:pPr marL="114300" lvl="1"/>
                <a:r>
                  <a:rPr lang="en-US" sz="1600" dirty="0"/>
                  <a:t>D</a:t>
                </a:r>
                <a:r>
                  <a:rPr lang="en-US" sz="1600" baseline="-25000" dirty="0"/>
                  <a:t>c</a:t>
                </a:r>
                <a:r>
                  <a:rPr lang="en-US" sz="1600" dirty="0"/>
                  <a:t>(g) =</a:t>
                </a:r>
                <a:r>
                  <a:rPr lang="en-US" sz="1600" dirty="0">
                    <a:cs typeface="Arial" charset="0"/>
                  </a:rPr>
                  <a:t> ∞</a:t>
                </a:r>
                <a:endParaRPr lang="en-US" sz="1600" dirty="0"/>
              </a:p>
              <a:p>
                <a:pPr marL="114300" lvl="1"/>
                <a:r>
                  <a:rPr lang="en-US" sz="1600" dirty="0"/>
                  <a:t>D</a:t>
                </a:r>
                <a:r>
                  <a:rPr lang="en-US" sz="1600" baseline="-25000" dirty="0"/>
                  <a:t>c</a:t>
                </a:r>
                <a:r>
                  <a:rPr lang="en-US" sz="1600" dirty="0"/>
                  <a:t>(h) =</a:t>
                </a:r>
                <a:r>
                  <a:rPr lang="en-US" sz="1600" dirty="0">
                    <a:cs typeface="Arial" charset="0"/>
                  </a:rPr>
                  <a:t> ∞</a:t>
                </a:r>
                <a:endParaRPr lang="en-US" sz="1600" dirty="0"/>
              </a:p>
              <a:p>
                <a:pPr marL="114300"/>
                <a:r>
                  <a:rPr lang="en-US" sz="1600" dirty="0"/>
                  <a:t>D</a:t>
                </a:r>
                <a:r>
                  <a:rPr lang="en-US" sz="1600" baseline="-25000" dirty="0"/>
                  <a:t>c</a:t>
                </a:r>
                <a:r>
                  <a:rPr lang="en-US" sz="1600" dirty="0"/>
                  <a:t>(i) =</a:t>
                </a:r>
                <a:r>
                  <a:rPr lang="en-US" sz="1600" dirty="0">
                    <a:cs typeface="Arial" charset="0"/>
                  </a:rPr>
                  <a:t> 1</a:t>
                </a:r>
                <a:endParaRPr lang="en-US" sz="1600" dirty="0"/>
              </a:p>
            </p:txBody>
          </p:sp>
          <p:cxnSp>
            <p:nvCxnSpPr>
              <p:cNvPr id="476" name="Straight Connector 475">
                <a:extLst>
                  <a:ext uri="{FF2B5EF4-FFF2-40B4-BE49-F238E27FC236}">
                    <a16:creationId xmlns:a16="http://schemas.microsoft.com/office/drawing/2014/main" id="{10D1FECE-5DC5-6C82-11B7-ACCE722EEDCE}"/>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77" name="Rectangle 476">
                <a:extLst>
                  <a:ext uri="{FF2B5EF4-FFF2-40B4-BE49-F238E27FC236}">
                    <a16:creationId xmlns:a16="http://schemas.microsoft.com/office/drawing/2014/main" id="{9E3F7491-E9AE-02C9-F805-8D161632549F}"/>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8" name="Group 477">
            <a:extLst>
              <a:ext uri="{FF2B5EF4-FFF2-40B4-BE49-F238E27FC236}">
                <a16:creationId xmlns:a16="http://schemas.microsoft.com/office/drawing/2014/main" id="{402AAC3D-40F2-3CC1-D0C4-CF6B917735C7}"/>
              </a:ext>
            </a:extLst>
          </p:cNvPr>
          <p:cNvGrpSpPr/>
          <p:nvPr/>
        </p:nvGrpSpPr>
        <p:grpSpPr>
          <a:xfrm>
            <a:off x="9685117" y="898640"/>
            <a:ext cx="1155603" cy="2672477"/>
            <a:chOff x="10325197" y="813456"/>
            <a:chExt cx="1155603" cy="2672477"/>
          </a:xfrm>
        </p:grpSpPr>
        <p:sp>
          <p:nvSpPr>
            <p:cNvPr id="479" name="Rectangle 478">
              <a:extLst>
                <a:ext uri="{FF2B5EF4-FFF2-40B4-BE49-F238E27FC236}">
                  <a16:creationId xmlns:a16="http://schemas.microsoft.com/office/drawing/2014/main" id="{5A942455-DE04-9626-ACBF-0A3113287AEF}"/>
                </a:ext>
              </a:extLst>
            </p:cNvPr>
            <p:cNvSpPr/>
            <p:nvPr/>
          </p:nvSpPr>
          <p:spPr>
            <a:xfrm>
              <a:off x="10355334" y="813456"/>
              <a:ext cx="1125466" cy="26307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0" name="Rectangle 479">
              <a:extLst>
                <a:ext uri="{FF2B5EF4-FFF2-40B4-BE49-F238E27FC236}">
                  <a16:creationId xmlns:a16="http://schemas.microsoft.com/office/drawing/2014/main" id="{60540EF9-5F3F-1225-689B-7CB5C6C96051}"/>
                </a:ext>
              </a:extLst>
            </p:cNvPr>
            <p:cNvSpPr/>
            <p:nvPr/>
          </p:nvSpPr>
          <p:spPr>
            <a:xfrm>
              <a:off x="10338507" y="825123"/>
              <a:ext cx="1141582" cy="407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1" name="TextBox 480">
              <a:extLst>
                <a:ext uri="{FF2B5EF4-FFF2-40B4-BE49-F238E27FC236}">
                  <a16:creationId xmlns:a16="http://schemas.microsoft.com/office/drawing/2014/main" id="{04DCA6AE-DC33-4986-82C1-CDA096DDAAA0}"/>
                </a:ext>
              </a:extLst>
            </p:cNvPr>
            <p:cNvSpPr txBox="1"/>
            <p:nvPr/>
          </p:nvSpPr>
          <p:spPr>
            <a:xfrm>
              <a:off x="10325197" y="821098"/>
              <a:ext cx="1117197" cy="2664835"/>
            </a:xfrm>
            <a:prstGeom prst="rect">
              <a:avLst/>
            </a:prstGeom>
            <a:noFill/>
          </p:spPr>
          <p:txBody>
            <a:bodyPr wrap="square" rtlCol="0">
              <a:spAutoFit/>
            </a:bodyPr>
            <a:lstStyle/>
            <a:p>
              <a:pPr algn="ctr">
                <a:spcAft>
                  <a:spcPts val="400"/>
                </a:spcAft>
              </a:pPr>
              <a:r>
                <a:rPr lang="en-US" sz="2000" dirty="0">
                  <a:solidFill>
                    <a:schemeClr val="bg1"/>
                  </a:solidFill>
                </a:rPr>
                <a:t>DV in e:</a:t>
              </a:r>
            </a:p>
            <a:p>
              <a:pPr marL="114300" lvl="1"/>
              <a:r>
                <a:rPr lang="en-US" sz="1600" dirty="0"/>
                <a:t>D</a:t>
              </a:r>
              <a:r>
                <a:rPr lang="en-US" sz="1600" baseline="-25000" dirty="0"/>
                <a:t>e</a:t>
              </a:r>
              <a:r>
                <a:rPr lang="en-US" sz="1600" dirty="0"/>
                <a:t>(a) =</a:t>
              </a:r>
              <a:r>
                <a:rPr lang="en-US" sz="1600" dirty="0">
                  <a:cs typeface="Arial" charset="0"/>
                </a:rPr>
                <a:t> ∞</a:t>
              </a:r>
            </a:p>
            <a:p>
              <a:pPr marL="114300" lvl="1"/>
              <a:r>
                <a:rPr lang="en-US" sz="1600" dirty="0"/>
                <a:t>D</a:t>
              </a:r>
              <a:r>
                <a:rPr lang="en-US" sz="1600" baseline="-25000" dirty="0"/>
                <a:t>e</a:t>
              </a:r>
              <a:r>
                <a:rPr lang="en-US" sz="1600" dirty="0"/>
                <a:t>(b) =</a:t>
              </a:r>
              <a:r>
                <a:rPr lang="en-US" sz="1600" dirty="0">
                  <a:cs typeface="Arial" charset="0"/>
                </a:rPr>
                <a:t> 1</a:t>
              </a:r>
              <a:endParaRPr lang="en-US" sz="1600" dirty="0"/>
            </a:p>
            <a:p>
              <a:pPr marL="114300" lvl="1"/>
              <a:r>
                <a:rPr lang="en-US" sz="1600" dirty="0"/>
                <a:t>D</a:t>
              </a:r>
              <a:r>
                <a:rPr lang="en-US" sz="1600" baseline="-25000" dirty="0"/>
                <a:t>e</a:t>
              </a:r>
              <a:r>
                <a:rPr lang="en-US" sz="1600" dirty="0"/>
                <a:t>(c) =</a:t>
              </a:r>
              <a:r>
                <a:rPr lang="en-US" sz="1600" dirty="0">
                  <a:cs typeface="Arial" charset="0"/>
                </a:rPr>
                <a:t> ∞</a:t>
              </a:r>
              <a:endParaRPr lang="en-US" sz="1600" dirty="0"/>
            </a:p>
            <a:p>
              <a:pPr marL="114300" lvl="1"/>
              <a:r>
                <a:rPr lang="en-US" sz="1600" dirty="0"/>
                <a:t>D</a:t>
              </a:r>
              <a:r>
                <a:rPr lang="en-US" sz="1600" baseline="-25000" dirty="0"/>
                <a:t>e</a:t>
              </a:r>
              <a:r>
                <a:rPr lang="en-US" sz="1600" dirty="0"/>
                <a:t>(d) =</a:t>
              </a:r>
              <a:r>
                <a:rPr lang="en-US" sz="1600" dirty="0">
                  <a:cs typeface="Arial" charset="0"/>
                </a:rPr>
                <a:t> 1</a:t>
              </a:r>
            </a:p>
            <a:p>
              <a:pPr marL="114300" lvl="1"/>
              <a:r>
                <a:rPr lang="en-US" sz="1600" dirty="0">
                  <a:cs typeface="Arial" charset="0"/>
                </a:rPr>
                <a:t>D</a:t>
              </a:r>
              <a:r>
                <a:rPr lang="en-US" sz="1600" baseline="-25000" dirty="0">
                  <a:cs typeface="Arial" charset="0"/>
                </a:rPr>
                <a:t>e</a:t>
              </a:r>
              <a:r>
                <a:rPr lang="en-US" sz="1600" dirty="0">
                  <a:cs typeface="Arial" charset="0"/>
                </a:rPr>
                <a:t>(e) = 0</a:t>
              </a:r>
              <a:endParaRPr lang="en-US" sz="1600" dirty="0"/>
            </a:p>
            <a:p>
              <a:pPr marL="114300" lvl="1"/>
              <a:r>
                <a:rPr lang="en-US" sz="1600" dirty="0"/>
                <a:t>D</a:t>
              </a:r>
              <a:r>
                <a:rPr lang="en-US" sz="1600" baseline="-25000" dirty="0"/>
                <a:t>e</a:t>
              </a:r>
              <a:r>
                <a:rPr lang="en-US" sz="1600" dirty="0"/>
                <a:t>(f) =</a:t>
              </a:r>
              <a:r>
                <a:rPr lang="en-US" sz="1600" dirty="0">
                  <a:cs typeface="Arial" charset="0"/>
                </a:rPr>
                <a:t> 1</a:t>
              </a:r>
              <a:endParaRPr lang="en-US" sz="1600" dirty="0"/>
            </a:p>
            <a:p>
              <a:pPr marL="114300" lvl="1"/>
              <a:r>
                <a:rPr lang="en-US" sz="1600" dirty="0"/>
                <a:t>D</a:t>
              </a:r>
              <a:r>
                <a:rPr lang="en-US" sz="1600" baseline="-25000" dirty="0"/>
                <a:t>e</a:t>
              </a:r>
              <a:r>
                <a:rPr lang="en-US" sz="1600" dirty="0"/>
                <a:t>(g) =</a:t>
              </a:r>
              <a:r>
                <a:rPr lang="en-US" sz="1600" dirty="0">
                  <a:cs typeface="Arial" charset="0"/>
                </a:rPr>
                <a:t> ∞</a:t>
              </a:r>
              <a:endParaRPr lang="en-US" sz="1600" dirty="0"/>
            </a:p>
            <a:p>
              <a:pPr marL="114300" lvl="1"/>
              <a:r>
                <a:rPr lang="en-US" sz="1600" dirty="0"/>
                <a:t>D</a:t>
              </a:r>
              <a:r>
                <a:rPr lang="en-US" sz="1600" baseline="-25000" dirty="0"/>
                <a:t>e</a:t>
              </a:r>
              <a:r>
                <a:rPr lang="en-US" sz="1600" dirty="0"/>
                <a:t>(h) =</a:t>
              </a:r>
              <a:r>
                <a:rPr lang="en-US" sz="1600" dirty="0">
                  <a:cs typeface="Arial" charset="0"/>
                </a:rPr>
                <a:t> 1</a:t>
              </a:r>
              <a:endParaRPr lang="en-US" sz="1600" dirty="0"/>
            </a:p>
            <a:p>
              <a:pPr marL="114300"/>
              <a:r>
                <a:rPr lang="en-US" sz="1600" dirty="0"/>
                <a:t>D</a:t>
              </a:r>
              <a:r>
                <a:rPr lang="en-US" sz="1600" baseline="-25000" dirty="0"/>
                <a:t>e</a:t>
              </a:r>
              <a:r>
                <a:rPr lang="en-US" sz="1600" dirty="0"/>
                <a:t>(i) =</a:t>
              </a:r>
              <a:r>
                <a:rPr lang="en-US" sz="1600" dirty="0">
                  <a:cs typeface="Arial" charset="0"/>
                </a:rPr>
                <a:t> ∞</a:t>
              </a:r>
              <a:endParaRPr lang="en-US" sz="1600" dirty="0"/>
            </a:p>
          </p:txBody>
        </p:sp>
        <p:cxnSp>
          <p:nvCxnSpPr>
            <p:cNvPr id="482" name="Straight Connector 481">
              <a:extLst>
                <a:ext uri="{FF2B5EF4-FFF2-40B4-BE49-F238E27FC236}">
                  <a16:creationId xmlns:a16="http://schemas.microsoft.com/office/drawing/2014/main" id="{E1E68910-4AA2-4A58-6C5B-3298D6F95248}"/>
                </a:ext>
              </a:extLst>
            </p:cNvPr>
            <p:cNvCxnSpPr>
              <a:cxnSpLocks/>
            </p:cNvCxnSpPr>
            <p:nvPr/>
          </p:nvCxnSpPr>
          <p:spPr>
            <a:xfrm>
              <a:off x="10330450" y="1225636"/>
              <a:ext cx="114861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83" name="Rectangle 482">
              <a:extLst>
                <a:ext uri="{FF2B5EF4-FFF2-40B4-BE49-F238E27FC236}">
                  <a16:creationId xmlns:a16="http://schemas.microsoft.com/office/drawing/2014/main" id="{D7805F10-33E6-18B2-C444-BC90E13DEB53}"/>
                </a:ext>
              </a:extLst>
            </p:cNvPr>
            <p:cNvSpPr/>
            <p:nvPr/>
          </p:nvSpPr>
          <p:spPr>
            <a:xfrm>
              <a:off x="10332745" y="825123"/>
              <a:ext cx="1122744" cy="26165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84" name="Group 483">
            <a:extLst>
              <a:ext uri="{FF2B5EF4-FFF2-40B4-BE49-F238E27FC236}">
                <a16:creationId xmlns:a16="http://schemas.microsoft.com/office/drawing/2014/main" id="{B3BE9F6F-186A-153B-E2DB-64769DD69B05}"/>
              </a:ext>
            </a:extLst>
          </p:cNvPr>
          <p:cNvGrpSpPr/>
          <p:nvPr/>
        </p:nvGrpSpPr>
        <p:grpSpPr>
          <a:xfrm>
            <a:off x="2595648" y="3901821"/>
            <a:ext cx="1149458" cy="2667397"/>
            <a:chOff x="9764348" y="1447800"/>
            <a:chExt cx="1149458" cy="2667397"/>
          </a:xfrm>
        </p:grpSpPr>
        <p:sp>
          <p:nvSpPr>
            <p:cNvPr id="485" name="Rectangle 484">
              <a:extLst>
                <a:ext uri="{FF2B5EF4-FFF2-40B4-BE49-F238E27FC236}">
                  <a16:creationId xmlns:a16="http://schemas.microsoft.com/office/drawing/2014/main" id="{498B6D5E-9404-D8DF-4D31-6CE042E8A76C}"/>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86" name="Group 485">
              <a:extLst>
                <a:ext uri="{FF2B5EF4-FFF2-40B4-BE49-F238E27FC236}">
                  <a16:creationId xmlns:a16="http://schemas.microsoft.com/office/drawing/2014/main" id="{BD46702A-AFDF-D876-2B9F-83DC61ED13B5}"/>
                </a:ext>
              </a:extLst>
            </p:cNvPr>
            <p:cNvGrpSpPr/>
            <p:nvPr/>
          </p:nvGrpSpPr>
          <p:grpSpPr>
            <a:xfrm>
              <a:off x="9764348" y="1447800"/>
              <a:ext cx="1130291" cy="2667397"/>
              <a:chOff x="9472119" y="702026"/>
              <a:chExt cx="1130291" cy="2667397"/>
            </a:xfrm>
          </p:grpSpPr>
          <p:sp>
            <p:nvSpPr>
              <p:cNvPr id="487" name="Rectangle 486">
                <a:extLst>
                  <a:ext uri="{FF2B5EF4-FFF2-40B4-BE49-F238E27FC236}">
                    <a16:creationId xmlns:a16="http://schemas.microsoft.com/office/drawing/2014/main" id="{72CDBD97-6D6D-D3C2-28A9-BC81E006E4D8}"/>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8" name="TextBox 487">
                <a:extLst>
                  <a:ext uri="{FF2B5EF4-FFF2-40B4-BE49-F238E27FC236}">
                    <a16:creationId xmlns:a16="http://schemas.microsoft.com/office/drawing/2014/main" id="{0DA3A052-76B9-7B41-6E72-3D6F63717536}"/>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h:</a:t>
                </a:r>
              </a:p>
              <a:p>
                <a:pPr marL="114300" lvl="1"/>
                <a:r>
                  <a:rPr lang="en-US" sz="1600" dirty="0"/>
                  <a:t>D</a:t>
                </a:r>
                <a:r>
                  <a:rPr lang="en-US" sz="1600" baseline="-25000" dirty="0"/>
                  <a:t>c</a:t>
                </a:r>
                <a:r>
                  <a:rPr lang="en-US" sz="1600" dirty="0"/>
                  <a:t>(a) =</a:t>
                </a:r>
                <a:r>
                  <a:rPr lang="en-US" sz="1600" dirty="0">
                    <a:cs typeface="Arial" charset="0"/>
                  </a:rPr>
                  <a:t> ∞</a:t>
                </a:r>
              </a:p>
              <a:p>
                <a:pPr marL="114300" lvl="1"/>
                <a:r>
                  <a:rPr lang="en-US" sz="1600" dirty="0"/>
                  <a:t>D</a:t>
                </a:r>
                <a:r>
                  <a:rPr lang="en-US" sz="1600" baseline="-25000" dirty="0"/>
                  <a:t>c</a:t>
                </a:r>
                <a:r>
                  <a:rPr lang="en-US" sz="1600" dirty="0"/>
                  <a:t>(b) =</a:t>
                </a:r>
                <a:r>
                  <a:rPr lang="en-US" sz="1600" dirty="0">
                    <a:cs typeface="Arial" charset="0"/>
                  </a:rPr>
                  <a:t> ∞</a:t>
                </a:r>
                <a:endParaRPr lang="en-US" sz="1600" dirty="0"/>
              </a:p>
              <a:p>
                <a:pPr marL="114300" lvl="1"/>
                <a:r>
                  <a:rPr lang="en-US" sz="1600" dirty="0">
                    <a:cs typeface="Arial" charset="0"/>
                  </a:rPr>
                  <a:t>D</a:t>
                </a:r>
                <a:r>
                  <a:rPr lang="en-US" sz="1600" baseline="-25000" dirty="0">
                    <a:cs typeface="Arial" charset="0"/>
                  </a:rPr>
                  <a:t>c</a:t>
                </a:r>
                <a:r>
                  <a:rPr lang="en-US" sz="1600" dirty="0">
                    <a:cs typeface="Arial" charset="0"/>
                  </a:rPr>
                  <a:t>(c) = ∞</a:t>
                </a:r>
                <a:endParaRPr lang="en-US" sz="1600" dirty="0"/>
              </a:p>
              <a:p>
                <a:pPr marL="114300" lvl="1"/>
                <a:r>
                  <a:rPr lang="en-US" sz="1600" dirty="0"/>
                  <a:t>D</a:t>
                </a:r>
                <a:r>
                  <a:rPr lang="en-US" sz="1600" baseline="-25000" dirty="0"/>
                  <a:t>c</a:t>
                </a:r>
                <a:r>
                  <a:rPr lang="en-US" sz="1600" dirty="0"/>
                  <a:t>(d) =</a:t>
                </a:r>
                <a:r>
                  <a:rPr lang="en-US" sz="1600" dirty="0">
                    <a:cs typeface="Arial" charset="0"/>
                  </a:rPr>
                  <a:t> ∞</a:t>
                </a:r>
                <a:endParaRPr lang="en-US" sz="1600" dirty="0"/>
              </a:p>
              <a:p>
                <a:pPr marL="114300" lvl="1"/>
                <a:r>
                  <a:rPr lang="en-US" sz="1600" dirty="0"/>
                  <a:t>D</a:t>
                </a:r>
                <a:r>
                  <a:rPr lang="en-US" sz="1600" baseline="-25000" dirty="0"/>
                  <a:t>c</a:t>
                </a:r>
                <a:r>
                  <a:rPr lang="en-US" sz="1600" dirty="0"/>
                  <a:t>(e) =</a:t>
                </a:r>
                <a:r>
                  <a:rPr lang="en-US" sz="1600" dirty="0">
                    <a:cs typeface="Arial" charset="0"/>
                  </a:rPr>
                  <a:t> 1</a:t>
                </a:r>
                <a:endParaRPr lang="en-US" sz="1600" dirty="0"/>
              </a:p>
              <a:p>
                <a:pPr marL="114300" lvl="1"/>
                <a:r>
                  <a:rPr lang="en-US" sz="1600" dirty="0"/>
                  <a:t>D</a:t>
                </a:r>
                <a:r>
                  <a:rPr lang="en-US" sz="1600" baseline="-25000" dirty="0"/>
                  <a:t>c</a:t>
                </a:r>
                <a:r>
                  <a:rPr lang="en-US" sz="1600" dirty="0"/>
                  <a:t>(f) =</a:t>
                </a:r>
                <a:r>
                  <a:rPr lang="en-US" sz="1600" dirty="0">
                    <a:cs typeface="Arial" charset="0"/>
                  </a:rPr>
                  <a:t> ∞</a:t>
                </a:r>
                <a:endParaRPr lang="en-US" sz="1600" dirty="0"/>
              </a:p>
              <a:p>
                <a:pPr marL="114300" lvl="1"/>
                <a:r>
                  <a:rPr lang="en-US" sz="1600" dirty="0"/>
                  <a:t>D</a:t>
                </a:r>
                <a:r>
                  <a:rPr lang="en-US" sz="1600" baseline="-25000" dirty="0"/>
                  <a:t>c</a:t>
                </a:r>
                <a:r>
                  <a:rPr lang="en-US" sz="1600" dirty="0"/>
                  <a:t>(g) =</a:t>
                </a:r>
                <a:r>
                  <a:rPr lang="en-US" sz="1600" dirty="0">
                    <a:cs typeface="Arial" charset="0"/>
                  </a:rPr>
                  <a:t> 1</a:t>
                </a:r>
                <a:endParaRPr lang="en-US" sz="1600" dirty="0"/>
              </a:p>
              <a:p>
                <a:pPr marL="114300" lvl="1"/>
                <a:r>
                  <a:rPr lang="en-US" sz="1600" dirty="0"/>
                  <a:t>D</a:t>
                </a:r>
                <a:r>
                  <a:rPr lang="en-US" sz="1600" baseline="-25000" dirty="0"/>
                  <a:t>c</a:t>
                </a:r>
                <a:r>
                  <a:rPr lang="en-US" sz="1600" dirty="0"/>
                  <a:t>(h) =</a:t>
                </a:r>
                <a:r>
                  <a:rPr lang="en-US" sz="1600" dirty="0">
                    <a:cs typeface="Arial" charset="0"/>
                  </a:rPr>
                  <a:t> 0</a:t>
                </a:r>
                <a:endParaRPr lang="en-US" sz="1600" dirty="0"/>
              </a:p>
              <a:p>
                <a:pPr marL="114300"/>
                <a:r>
                  <a:rPr lang="en-US" sz="1600" dirty="0"/>
                  <a:t>D</a:t>
                </a:r>
                <a:r>
                  <a:rPr lang="en-US" sz="1600" baseline="-25000" dirty="0"/>
                  <a:t>c</a:t>
                </a:r>
                <a:r>
                  <a:rPr lang="en-US" sz="1600" dirty="0"/>
                  <a:t>(i) =</a:t>
                </a:r>
                <a:r>
                  <a:rPr lang="en-US" sz="1600" dirty="0">
                    <a:cs typeface="Arial" charset="0"/>
                  </a:rPr>
                  <a:t> 1</a:t>
                </a:r>
                <a:endParaRPr lang="en-US" sz="1600" dirty="0"/>
              </a:p>
            </p:txBody>
          </p:sp>
          <p:cxnSp>
            <p:nvCxnSpPr>
              <p:cNvPr id="489" name="Straight Connector 488">
                <a:extLst>
                  <a:ext uri="{FF2B5EF4-FFF2-40B4-BE49-F238E27FC236}">
                    <a16:creationId xmlns:a16="http://schemas.microsoft.com/office/drawing/2014/main" id="{B33B0FEC-D516-E39A-9C7B-867D0DBABCF1}"/>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0" name="Rectangle 489">
                <a:extLst>
                  <a:ext uri="{FF2B5EF4-FFF2-40B4-BE49-F238E27FC236}">
                    <a16:creationId xmlns:a16="http://schemas.microsoft.com/office/drawing/2014/main" id="{6E97D592-C651-40F9-30FF-25F9C93DB430}"/>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91" name="Group 490">
            <a:extLst>
              <a:ext uri="{FF2B5EF4-FFF2-40B4-BE49-F238E27FC236}">
                <a16:creationId xmlns:a16="http://schemas.microsoft.com/office/drawing/2014/main" id="{B92B368A-4E84-8330-3C4F-B37565F407E3}"/>
              </a:ext>
            </a:extLst>
          </p:cNvPr>
          <p:cNvGrpSpPr/>
          <p:nvPr/>
        </p:nvGrpSpPr>
        <p:grpSpPr>
          <a:xfrm>
            <a:off x="2544848" y="1077341"/>
            <a:ext cx="1149458" cy="2667397"/>
            <a:chOff x="9764348" y="1447800"/>
            <a:chExt cx="1149458" cy="2667397"/>
          </a:xfrm>
        </p:grpSpPr>
        <p:sp>
          <p:nvSpPr>
            <p:cNvPr id="492" name="Rectangle 491">
              <a:extLst>
                <a:ext uri="{FF2B5EF4-FFF2-40B4-BE49-F238E27FC236}">
                  <a16:creationId xmlns:a16="http://schemas.microsoft.com/office/drawing/2014/main" id="{847B45BC-0F99-DD69-6C81-E7149A07C4E4}"/>
                </a:ext>
              </a:extLst>
            </p:cNvPr>
            <p:cNvSpPr/>
            <p:nvPr/>
          </p:nvSpPr>
          <p:spPr>
            <a:xfrm>
              <a:off x="9783097" y="1447800"/>
              <a:ext cx="1130709" cy="2426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3" name="Group 492">
              <a:extLst>
                <a:ext uri="{FF2B5EF4-FFF2-40B4-BE49-F238E27FC236}">
                  <a16:creationId xmlns:a16="http://schemas.microsoft.com/office/drawing/2014/main" id="{F80C1656-B736-94BE-2683-EE921354FFD5}"/>
                </a:ext>
              </a:extLst>
            </p:cNvPr>
            <p:cNvGrpSpPr/>
            <p:nvPr/>
          </p:nvGrpSpPr>
          <p:grpSpPr>
            <a:xfrm>
              <a:off x="9764348" y="1447800"/>
              <a:ext cx="1130291" cy="2667397"/>
              <a:chOff x="9472119" y="702026"/>
              <a:chExt cx="1130291" cy="2667397"/>
            </a:xfrm>
          </p:grpSpPr>
          <p:sp>
            <p:nvSpPr>
              <p:cNvPr id="494" name="Rectangle 493">
                <a:extLst>
                  <a:ext uri="{FF2B5EF4-FFF2-40B4-BE49-F238E27FC236}">
                    <a16:creationId xmlns:a16="http://schemas.microsoft.com/office/drawing/2014/main" id="{FB2623DB-EB3D-4D9A-000E-AA6BB984E47A}"/>
                  </a:ext>
                </a:extLst>
              </p:cNvPr>
              <p:cNvSpPr/>
              <p:nvPr/>
            </p:nvSpPr>
            <p:spPr>
              <a:xfrm>
                <a:off x="9485428" y="706056"/>
                <a:ext cx="1116982" cy="370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5" name="TextBox 494">
                <a:extLst>
                  <a:ext uri="{FF2B5EF4-FFF2-40B4-BE49-F238E27FC236}">
                    <a16:creationId xmlns:a16="http://schemas.microsoft.com/office/drawing/2014/main" id="{C589D43E-D61C-30F8-5455-C100884C43DE}"/>
                  </a:ext>
                </a:extLst>
              </p:cNvPr>
              <p:cNvSpPr txBox="1"/>
              <p:nvPr/>
            </p:nvSpPr>
            <p:spPr>
              <a:xfrm>
                <a:off x="9472119" y="702026"/>
                <a:ext cx="1088020" cy="2667397"/>
              </a:xfrm>
              <a:prstGeom prst="rect">
                <a:avLst/>
              </a:prstGeom>
              <a:noFill/>
            </p:spPr>
            <p:txBody>
              <a:bodyPr wrap="square" rtlCol="0">
                <a:spAutoFit/>
              </a:bodyPr>
              <a:lstStyle/>
              <a:p>
                <a:pPr algn="ctr">
                  <a:spcAft>
                    <a:spcPts val="400"/>
                  </a:spcAft>
                </a:pPr>
                <a:r>
                  <a:rPr lang="en-US" sz="2000" dirty="0">
                    <a:solidFill>
                      <a:schemeClr val="bg1"/>
                    </a:solidFill>
                  </a:rPr>
                  <a:t>DV in d:</a:t>
                </a:r>
              </a:p>
              <a:p>
                <a:pPr marL="114300" lvl="1"/>
                <a:r>
                  <a:rPr lang="en-US" sz="1600" dirty="0"/>
                  <a:t>D</a:t>
                </a:r>
                <a:r>
                  <a:rPr lang="en-US" sz="1600" baseline="-25000" dirty="0"/>
                  <a:t>c</a:t>
                </a:r>
                <a:r>
                  <a:rPr lang="en-US" sz="1600" dirty="0"/>
                  <a:t>(a) =</a:t>
                </a:r>
                <a:r>
                  <a:rPr lang="en-US" sz="1600" dirty="0">
                    <a:cs typeface="Arial" charset="0"/>
                  </a:rPr>
                  <a:t> 1</a:t>
                </a:r>
              </a:p>
              <a:p>
                <a:pPr marL="114300" lvl="1"/>
                <a:r>
                  <a:rPr lang="en-US" sz="1600" dirty="0"/>
                  <a:t>D</a:t>
                </a:r>
                <a:r>
                  <a:rPr lang="en-US" sz="1600" baseline="-25000" dirty="0"/>
                  <a:t>c</a:t>
                </a:r>
                <a:r>
                  <a:rPr lang="en-US" sz="1600" dirty="0"/>
                  <a:t>(b) =</a:t>
                </a:r>
                <a:r>
                  <a:rPr lang="en-US" sz="1600" dirty="0">
                    <a:cs typeface="Arial" charset="0"/>
                  </a:rPr>
                  <a:t> ∞</a:t>
                </a:r>
                <a:endParaRPr lang="en-US" sz="1600" dirty="0"/>
              </a:p>
              <a:p>
                <a:pPr marL="114300" lvl="1"/>
                <a:r>
                  <a:rPr lang="en-US" sz="1600" dirty="0">
                    <a:cs typeface="Arial" charset="0"/>
                  </a:rPr>
                  <a:t>D</a:t>
                </a:r>
                <a:r>
                  <a:rPr lang="en-US" sz="1600" baseline="-25000" dirty="0">
                    <a:cs typeface="Arial" charset="0"/>
                  </a:rPr>
                  <a:t>c</a:t>
                </a:r>
                <a:r>
                  <a:rPr lang="en-US" sz="1600" dirty="0">
                    <a:cs typeface="Arial" charset="0"/>
                  </a:rPr>
                  <a:t>(c) = ∞</a:t>
                </a:r>
                <a:endParaRPr lang="en-US" sz="1600" dirty="0"/>
              </a:p>
              <a:p>
                <a:pPr marL="114300" lvl="1"/>
                <a:r>
                  <a:rPr lang="en-US" sz="1600" dirty="0"/>
                  <a:t>D</a:t>
                </a:r>
                <a:r>
                  <a:rPr lang="en-US" sz="1600" baseline="-25000" dirty="0"/>
                  <a:t>c</a:t>
                </a:r>
                <a:r>
                  <a:rPr lang="en-US" sz="1600" dirty="0"/>
                  <a:t>(d) =</a:t>
                </a:r>
                <a:r>
                  <a:rPr lang="en-US" sz="1600" dirty="0">
                    <a:cs typeface="Arial" charset="0"/>
                  </a:rPr>
                  <a:t> 0</a:t>
                </a:r>
                <a:endParaRPr lang="en-US" sz="1600" dirty="0"/>
              </a:p>
              <a:p>
                <a:pPr marL="114300" lvl="1"/>
                <a:r>
                  <a:rPr lang="en-US" sz="1600" dirty="0"/>
                  <a:t>D</a:t>
                </a:r>
                <a:r>
                  <a:rPr lang="en-US" sz="1600" baseline="-25000" dirty="0"/>
                  <a:t>c</a:t>
                </a:r>
                <a:r>
                  <a:rPr lang="en-US" sz="1600" dirty="0"/>
                  <a:t>(e) =</a:t>
                </a:r>
                <a:r>
                  <a:rPr lang="en-US" sz="1600" dirty="0">
                    <a:cs typeface="Arial" charset="0"/>
                  </a:rPr>
                  <a:t> 1</a:t>
                </a:r>
                <a:endParaRPr lang="en-US" sz="1600" dirty="0"/>
              </a:p>
              <a:p>
                <a:pPr marL="114300" lvl="1"/>
                <a:r>
                  <a:rPr lang="en-US" sz="1600" dirty="0"/>
                  <a:t>D</a:t>
                </a:r>
                <a:r>
                  <a:rPr lang="en-US" sz="1600" baseline="-25000" dirty="0"/>
                  <a:t>c</a:t>
                </a:r>
                <a:r>
                  <a:rPr lang="en-US" sz="1600" dirty="0"/>
                  <a:t>(f) =</a:t>
                </a:r>
                <a:r>
                  <a:rPr lang="en-US" sz="1600" dirty="0">
                    <a:cs typeface="Arial" charset="0"/>
                  </a:rPr>
                  <a:t> ∞ </a:t>
                </a:r>
                <a:r>
                  <a:rPr lang="en-US" sz="1600" dirty="0"/>
                  <a:t>D</a:t>
                </a:r>
                <a:r>
                  <a:rPr lang="en-US" sz="1600" baseline="-25000" dirty="0"/>
                  <a:t>c</a:t>
                </a:r>
                <a:r>
                  <a:rPr lang="en-US" sz="1600" dirty="0"/>
                  <a:t>(g) = 1</a:t>
                </a:r>
              </a:p>
              <a:p>
                <a:pPr marL="114300" lvl="1"/>
                <a:r>
                  <a:rPr lang="en-US" sz="1600" dirty="0"/>
                  <a:t>D</a:t>
                </a:r>
                <a:r>
                  <a:rPr lang="en-US" sz="1600" baseline="-25000" dirty="0"/>
                  <a:t>c</a:t>
                </a:r>
                <a:r>
                  <a:rPr lang="en-US" sz="1600" dirty="0"/>
                  <a:t>(h) =</a:t>
                </a:r>
                <a:r>
                  <a:rPr lang="en-US" sz="1600" dirty="0">
                    <a:cs typeface="Arial" charset="0"/>
                  </a:rPr>
                  <a:t> ∞</a:t>
                </a:r>
                <a:endParaRPr lang="en-US" sz="1600" dirty="0"/>
              </a:p>
              <a:p>
                <a:pPr marL="114300"/>
                <a:r>
                  <a:rPr lang="en-US" sz="1600" dirty="0"/>
                  <a:t>D</a:t>
                </a:r>
                <a:r>
                  <a:rPr lang="en-US" sz="1600" baseline="-25000" dirty="0"/>
                  <a:t>c</a:t>
                </a:r>
                <a:r>
                  <a:rPr lang="en-US" sz="1600" dirty="0"/>
                  <a:t>(i) =</a:t>
                </a:r>
                <a:r>
                  <a:rPr lang="en-US" sz="1600" dirty="0">
                    <a:cs typeface="Arial" charset="0"/>
                  </a:rPr>
                  <a:t> ∞</a:t>
                </a:r>
                <a:endParaRPr lang="en-US" sz="1600" dirty="0"/>
              </a:p>
            </p:txBody>
          </p:sp>
          <p:cxnSp>
            <p:nvCxnSpPr>
              <p:cNvPr id="496" name="Straight Connector 495">
                <a:extLst>
                  <a:ext uri="{FF2B5EF4-FFF2-40B4-BE49-F238E27FC236}">
                    <a16:creationId xmlns:a16="http://schemas.microsoft.com/office/drawing/2014/main" id="{15113D5E-FC46-903B-B965-103AF77754F7}"/>
                  </a:ext>
                </a:extLst>
              </p:cNvPr>
              <p:cNvCxnSpPr>
                <a:cxnSpLocks/>
              </p:cNvCxnSpPr>
              <p:nvPr/>
            </p:nvCxnSpPr>
            <p:spPr>
              <a:xfrm>
                <a:off x="9477371" y="1076444"/>
                <a:ext cx="112386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2173BFFB-8320-2658-AAD2-180617D607E0}"/>
                  </a:ext>
                </a:extLst>
              </p:cNvPr>
              <p:cNvSpPr/>
              <p:nvPr/>
            </p:nvSpPr>
            <p:spPr>
              <a:xfrm>
                <a:off x="9479666" y="706055"/>
                <a:ext cx="1122744" cy="26207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498" name="Freeform 8">
            <a:extLst>
              <a:ext uri="{FF2B5EF4-FFF2-40B4-BE49-F238E27FC236}">
                <a16:creationId xmlns:a16="http://schemas.microsoft.com/office/drawing/2014/main" id="{0B9845B4-2C4C-5AEC-97BF-471AFFF0D5E2}"/>
              </a:ext>
            </a:extLst>
          </p:cNvPr>
          <p:cNvSpPr/>
          <p:nvPr/>
        </p:nvSpPr>
        <p:spPr>
          <a:xfrm>
            <a:off x="3677920" y="1111344"/>
            <a:ext cx="853440" cy="2824480"/>
          </a:xfrm>
          <a:custGeom>
            <a:avLst/>
            <a:gdLst>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2824480">
                <a:moveTo>
                  <a:pt x="680720" y="2824480"/>
                </a:moveTo>
                <a:cubicBezTo>
                  <a:pt x="443653" y="2705947"/>
                  <a:pt x="328507" y="2658533"/>
                  <a:pt x="0" y="2590800"/>
                </a:cubicBezTo>
                <a:lnTo>
                  <a:pt x="0" y="0"/>
                </a:lnTo>
                <a:cubicBezTo>
                  <a:pt x="254000" y="1222587"/>
                  <a:pt x="447040" y="1835573"/>
                  <a:pt x="853440" y="2631440"/>
                </a:cubicBezTo>
                <a:lnTo>
                  <a:pt x="680720" y="2824480"/>
                </a:lnTo>
                <a:close/>
              </a:path>
            </a:pathLst>
          </a:custGeom>
          <a:gradFill>
            <a:gsLst>
              <a:gs pos="0">
                <a:schemeClr val="bg1">
                  <a:lumMod val="95000"/>
                </a:schemeClr>
              </a:gs>
              <a:gs pos="100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9" name="Group 498">
            <a:extLst>
              <a:ext uri="{FF2B5EF4-FFF2-40B4-BE49-F238E27FC236}">
                <a16:creationId xmlns:a16="http://schemas.microsoft.com/office/drawing/2014/main" id="{58E43B07-6BB6-48A1-4C9F-361B86A2F6EB}"/>
              </a:ext>
            </a:extLst>
          </p:cNvPr>
          <p:cNvGrpSpPr/>
          <p:nvPr/>
        </p:nvGrpSpPr>
        <p:grpSpPr>
          <a:xfrm>
            <a:off x="4336458" y="3664974"/>
            <a:ext cx="4395351" cy="404576"/>
            <a:chOff x="4333785" y="5772213"/>
            <a:chExt cx="4395351" cy="404576"/>
          </a:xfrm>
        </p:grpSpPr>
        <p:grpSp>
          <p:nvGrpSpPr>
            <p:cNvPr id="500" name="Group 499">
              <a:extLst>
                <a:ext uri="{FF2B5EF4-FFF2-40B4-BE49-F238E27FC236}">
                  <a16:creationId xmlns:a16="http://schemas.microsoft.com/office/drawing/2014/main" id="{ADF92FC6-5330-0F14-9C11-1D8591B0AD68}"/>
                </a:ext>
              </a:extLst>
            </p:cNvPr>
            <p:cNvGrpSpPr/>
            <p:nvPr/>
          </p:nvGrpSpPr>
          <p:grpSpPr>
            <a:xfrm>
              <a:off x="4333785" y="5772213"/>
              <a:ext cx="531821" cy="369069"/>
              <a:chOff x="1348328" y="2475647"/>
              <a:chExt cx="603916" cy="419100"/>
            </a:xfrm>
          </p:grpSpPr>
          <p:grpSp>
            <p:nvGrpSpPr>
              <p:cNvPr id="522" name="Group 521">
                <a:extLst>
                  <a:ext uri="{FF2B5EF4-FFF2-40B4-BE49-F238E27FC236}">
                    <a16:creationId xmlns:a16="http://schemas.microsoft.com/office/drawing/2014/main" id="{5696FBDB-22C7-8BB3-CBBD-2529ECA52C4F}"/>
                  </a:ext>
                </a:extLst>
              </p:cNvPr>
              <p:cNvGrpSpPr/>
              <p:nvPr/>
            </p:nvGrpSpPr>
            <p:grpSpPr>
              <a:xfrm>
                <a:off x="1348328" y="2555748"/>
                <a:ext cx="603916" cy="308999"/>
                <a:chOff x="5278570" y="2983486"/>
                <a:chExt cx="501650" cy="233363"/>
              </a:xfrm>
            </p:grpSpPr>
            <p:sp>
              <p:nvSpPr>
                <p:cNvPr id="526" name="Oval 5">
                  <a:extLst>
                    <a:ext uri="{FF2B5EF4-FFF2-40B4-BE49-F238E27FC236}">
                      <a16:creationId xmlns:a16="http://schemas.microsoft.com/office/drawing/2014/main" id="{C7529AB2-6BD8-5783-FDB2-4BC24402830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7" name="Line 6">
                  <a:extLst>
                    <a:ext uri="{FF2B5EF4-FFF2-40B4-BE49-F238E27FC236}">
                      <a16:creationId xmlns:a16="http://schemas.microsoft.com/office/drawing/2014/main" id="{98EAE3EA-2E93-9D0F-F169-A58950E67D69}"/>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8" name="Line 7">
                  <a:extLst>
                    <a:ext uri="{FF2B5EF4-FFF2-40B4-BE49-F238E27FC236}">
                      <a16:creationId xmlns:a16="http://schemas.microsoft.com/office/drawing/2014/main" id="{47057197-59CE-1F1C-BDCF-948FFC1FDACA}"/>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Rectangle 8">
                  <a:extLst>
                    <a:ext uri="{FF2B5EF4-FFF2-40B4-BE49-F238E27FC236}">
                      <a16:creationId xmlns:a16="http://schemas.microsoft.com/office/drawing/2014/main" id="{061EDC0F-B809-ADA0-DFD4-F0B9735D86C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Oval 9">
                  <a:extLst>
                    <a:ext uri="{FF2B5EF4-FFF2-40B4-BE49-F238E27FC236}">
                      <a16:creationId xmlns:a16="http://schemas.microsoft.com/office/drawing/2014/main" id="{98A9ACB4-6332-52B9-62F2-86AF82D59498}"/>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23" name="Group 44">
                <a:extLst>
                  <a:ext uri="{FF2B5EF4-FFF2-40B4-BE49-F238E27FC236}">
                    <a16:creationId xmlns:a16="http://schemas.microsoft.com/office/drawing/2014/main" id="{841705BB-324D-876B-E350-B7B188AC6CE7}"/>
                  </a:ext>
                </a:extLst>
              </p:cNvPr>
              <p:cNvGrpSpPr>
                <a:grpSpLocks/>
              </p:cNvGrpSpPr>
              <p:nvPr/>
            </p:nvGrpSpPr>
            <p:grpSpPr bwMode="auto">
              <a:xfrm>
                <a:off x="1456374" y="2475647"/>
                <a:ext cx="355165" cy="419100"/>
                <a:chOff x="2944" y="2405"/>
                <a:chExt cx="227" cy="264"/>
              </a:xfrm>
            </p:grpSpPr>
            <p:sp>
              <p:nvSpPr>
                <p:cNvPr id="524" name="Rectangle 45">
                  <a:extLst>
                    <a:ext uri="{FF2B5EF4-FFF2-40B4-BE49-F238E27FC236}">
                      <a16:creationId xmlns:a16="http://schemas.microsoft.com/office/drawing/2014/main" id="{E0DA5237-BD63-427A-E285-621FECFB49C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Text Box 46">
                  <a:extLst>
                    <a:ext uri="{FF2B5EF4-FFF2-40B4-BE49-F238E27FC236}">
                      <a16:creationId xmlns:a16="http://schemas.microsoft.com/office/drawing/2014/main" id="{5034B38C-8E0D-EABE-0881-C7FFA4DDA743}"/>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01" name="Group 500">
              <a:extLst>
                <a:ext uri="{FF2B5EF4-FFF2-40B4-BE49-F238E27FC236}">
                  <a16:creationId xmlns:a16="http://schemas.microsoft.com/office/drawing/2014/main" id="{7176074C-2215-E9C2-45C4-4F425FE21B2F}"/>
                </a:ext>
              </a:extLst>
            </p:cNvPr>
            <p:cNvGrpSpPr/>
            <p:nvPr/>
          </p:nvGrpSpPr>
          <p:grpSpPr>
            <a:xfrm>
              <a:off x="6263949" y="5807720"/>
              <a:ext cx="531821" cy="369069"/>
              <a:chOff x="1348328" y="2507397"/>
              <a:chExt cx="603916" cy="419100"/>
            </a:xfrm>
          </p:grpSpPr>
          <p:grpSp>
            <p:nvGrpSpPr>
              <p:cNvPr id="513" name="Group 512">
                <a:extLst>
                  <a:ext uri="{FF2B5EF4-FFF2-40B4-BE49-F238E27FC236}">
                    <a16:creationId xmlns:a16="http://schemas.microsoft.com/office/drawing/2014/main" id="{ECABC1C9-632B-3EB8-0E4C-D6C176352D29}"/>
                  </a:ext>
                </a:extLst>
              </p:cNvPr>
              <p:cNvGrpSpPr/>
              <p:nvPr/>
            </p:nvGrpSpPr>
            <p:grpSpPr>
              <a:xfrm>
                <a:off x="1348328" y="2555748"/>
                <a:ext cx="603916" cy="308999"/>
                <a:chOff x="5278570" y="2983486"/>
                <a:chExt cx="501650" cy="233363"/>
              </a:xfrm>
            </p:grpSpPr>
            <p:sp>
              <p:nvSpPr>
                <p:cNvPr id="517" name="Oval 5">
                  <a:extLst>
                    <a:ext uri="{FF2B5EF4-FFF2-40B4-BE49-F238E27FC236}">
                      <a16:creationId xmlns:a16="http://schemas.microsoft.com/office/drawing/2014/main" id="{EF4BEDD8-84C1-A654-ACD7-7939F472748D}"/>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Line 6">
                  <a:extLst>
                    <a:ext uri="{FF2B5EF4-FFF2-40B4-BE49-F238E27FC236}">
                      <a16:creationId xmlns:a16="http://schemas.microsoft.com/office/drawing/2014/main" id="{78801EC6-F860-1794-69EB-B70B1CE7176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Line 7">
                  <a:extLst>
                    <a:ext uri="{FF2B5EF4-FFF2-40B4-BE49-F238E27FC236}">
                      <a16:creationId xmlns:a16="http://schemas.microsoft.com/office/drawing/2014/main" id="{77B606D8-CA8C-B01E-333E-0823DB0E4F5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0" name="Rectangle 8">
                  <a:extLst>
                    <a:ext uri="{FF2B5EF4-FFF2-40B4-BE49-F238E27FC236}">
                      <a16:creationId xmlns:a16="http://schemas.microsoft.com/office/drawing/2014/main" id="{BD76A9F3-02AF-E0D9-E2C9-A8B6B8D4686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1" name="Oval 9">
                  <a:extLst>
                    <a:ext uri="{FF2B5EF4-FFF2-40B4-BE49-F238E27FC236}">
                      <a16:creationId xmlns:a16="http://schemas.microsoft.com/office/drawing/2014/main" id="{18E23300-8AC9-8F76-02AF-220888C36D5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4" name="Group 44">
                <a:extLst>
                  <a:ext uri="{FF2B5EF4-FFF2-40B4-BE49-F238E27FC236}">
                    <a16:creationId xmlns:a16="http://schemas.microsoft.com/office/drawing/2014/main" id="{05802562-5AFE-44B0-F8E9-20C83C0836ED}"/>
                  </a:ext>
                </a:extLst>
              </p:cNvPr>
              <p:cNvGrpSpPr>
                <a:grpSpLocks/>
              </p:cNvGrpSpPr>
              <p:nvPr/>
            </p:nvGrpSpPr>
            <p:grpSpPr bwMode="auto">
              <a:xfrm>
                <a:off x="1456374" y="2507397"/>
                <a:ext cx="355165" cy="419100"/>
                <a:chOff x="2944" y="2425"/>
                <a:chExt cx="227" cy="264"/>
              </a:xfrm>
            </p:grpSpPr>
            <p:sp>
              <p:nvSpPr>
                <p:cNvPr id="515" name="Rectangle 45">
                  <a:extLst>
                    <a:ext uri="{FF2B5EF4-FFF2-40B4-BE49-F238E27FC236}">
                      <a16:creationId xmlns:a16="http://schemas.microsoft.com/office/drawing/2014/main" id="{E8B77669-0CA1-8FE7-C635-419CB28CF51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Text Box 46">
                  <a:extLst>
                    <a:ext uri="{FF2B5EF4-FFF2-40B4-BE49-F238E27FC236}">
                      <a16:creationId xmlns:a16="http://schemas.microsoft.com/office/drawing/2014/main" id="{00AC121A-43E3-32EA-8F25-872663F0D382}"/>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02" name="Group 501">
              <a:extLst>
                <a:ext uri="{FF2B5EF4-FFF2-40B4-BE49-F238E27FC236}">
                  <a16:creationId xmlns:a16="http://schemas.microsoft.com/office/drawing/2014/main" id="{7855989C-6E57-91BE-786D-1836CB928546}"/>
                </a:ext>
              </a:extLst>
            </p:cNvPr>
            <p:cNvGrpSpPr/>
            <p:nvPr/>
          </p:nvGrpSpPr>
          <p:grpSpPr>
            <a:xfrm>
              <a:off x="8197315" y="5805271"/>
              <a:ext cx="531821" cy="369069"/>
              <a:chOff x="1348328" y="2507397"/>
              <a:chExt cx="603916" cy="419100"/>
            </a:xfrm>
          </p:grpSpPr>
          <p:grpSp>
            <p:nvGrpSpPr>
              <p:cNvPr id="503" name="Group 502">
                <a:extLst>
                  <a:ext uri="{FF2B5EF4-FFF2-40B4-BE49-F238E27FC236}">
                    <a16:creationId xmlns:a16="http://schemas.microsoft.com/office/drawing/2014/main" id="{74EF344E-2FA0-5F5E-6049-7E2CCD34EA96}"/>
                  </a:ext>
                </a:extLst>
              </p:cNvPr>
              <p:cNvGrpSpPr/>
              <p:nvPr/>
            </p:nvGrpSpPr>
            <p:grpSpPr>
              <a:xfrm>
                <a:off x="1348328" y="2555748"/>
                <a:ext cx="603916" cy="308999"/>
                <a:chOff x="5278570" y="2983486"/>
                <a:chExt cx="501650" cy="233363"/>
              </a:xfrm>
            </p:grpSpPr>
            <p:sp>
              <p:nvSpPr>
                <p:cNvPr id="507" name="Oval 5">
                  <a:extLst>
                    <a:ext uri="{FF2B5EF4-FFF2-40B4-BE49-F238E27FC236}">
                      <a16:creationId xmlns:a16="http://schemas.microsoft.com/office/drawing/2014/main" id="{C95568AE-BA45-A29F-F0DC-35FC51B17E4B}"/>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Line 6">
                  <a:extLst>
                    <a:ext uri="{FF2B5EF4-FFF2-40B4-BE49-F238E27FC236}">
                      <a16:creationId xmlns:a16="http://schemas.microsoft.com/office/drawing/2014/main" id="{CD875EF1-5A22-672E-A194-D6999564B7A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Line 7">
                  <a:extLst>
                    <a:ext uri="{FF2B5EF4-FFF2-40B4-BE49-F238E27FC236}">
                      <a16:creationId xmlns:a16="http://schemas.microsoft.com/office/drawing/2014/main" id="{47CA8047-A987-DC01-86E9-D7C700AEAA3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Rectangle 8">
                  <a:extLst>
                    <a:ext uri="{FF2B5EF4-FFF2-40B4-BE49-F238E27FC236}">
                      <a16:creationId xmlns:a16="http://schemas.microsoft.com/office/drawing/2014/main" id="{6A8647D6-C292-324A-F98E-46B359802B09}"/>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Oval 9">
                  <a:extLst>
                    <a:ext uri="{FF2B5EF4-FFF2-40B4-BE49-F238E27FC236}">
                      <a16:creationId xmlns:a16="http://schemas.microsoft.com/office/drawing/2014/main" id="{FCF65692-CFD2-9BB8-9043-B3CBC0FBB40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4" name="Group 44">
                <a:extLst>
                  <a:ext uri="{FF2B5EF4-FFF2-40B4-BE49-F238E27FC236}">
                    <a16:creationId xmlns:a16="http://schemas.microsoft.com/office/drawing/2014/main" id="{29769FF5-F6D9-10C4-2035-91132668F984}"/>
                  </a:ext>
                </a:extLst>
              </p:cNvPr>
              <p:cNvGrpSpPr>
                <a:grpSpLocks/>
              </p:cNvGrpSpPr>
              <p:nvPr/>
            </p:nvGrpSpPr>
            <p:grpSpPr bwMode="auto">
              <a:xfrm>
                <a:off x="1492372" y="2507397"/>
                <a:ext cx="283194" cy="419100"/>
                <a:chOff x="2967" y="2425"/>
                <a:chExt cx="181" cy="264"/>
              </a:xfrm>
            </p:grpSpPr>
            <p:sp>
              <p:nvSpPr>
                <p:cNvPr id="505" name="Rectangle 45">
                  <a:extLst>
                    <a:ext uri="{FF2B5EF4-FFF2-40B4-BE49-F238E27FC236}">
                      <a16:creationId xmlns:a16="http://schemas.microsoft.com/office/drawing/2014/main" id="{8F65E4DE-330D-6B61-7F39-8DD3D9B5748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6" name="Text Box 46">
                  <a:extLst>
                    <a:ext uri="{FF2B5EF4-FFF2-40B4-BE49-F238E27FC236}">
                      <a16:creationId xmlns:a16="http://schemas.microsoft.com/office/drawing/2014/main" id="{3674FAF2-53FD-F9EE-734C-9A8E6D8506A5}"/>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31" name="Freeform 253">
            <a:extLst>
              <a:ext uri="{FF2B5EF4-FFF2-40B4-BE49-F238E27FC236}">
                <a16:creationId xmlns:a16="http://schemas.microsoft.com/office/drawing/2014/main" id="{025BFEB0-2C52-5288-B57C-A5563974C52B}"/>
              </a:ext>
            </a:extLst>
          </p:cNvPr>
          <p:cNvSpPr/>
          <p:nvPr/>
        </p:nvSpPr>
        <p:spPr>
          <a:xfrm>
            <a:off x="3728720" y="3945984"/>
            <a:ext cx="2722880" cy="2560320"/>
          </a:xfrm>
          <a:custGeom>
            <a:avLst/>
            <a:gdLst>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680720 w 853440"/>
              <a:gd name="connsiteY0" fmla="*/ 2824480 h 2824480"/>
              <a:gd name="connsiteX1" fmla="*/ 0 w 853440"/>
              <a:gd name="connsiteY1" fmla="*/ 2590800 h 2824480"/>
              <a:gd name="connsiteX2" fmla="*/ 0 w 853440"/>
              <a:gd name="connsiteY2" fmla="*/ 0 h 2824480"/>
              <a:gd name="connsiteX3" fmla="*/ 853440 w 853440"/>
              <a:gd name="connsiteY3" fmla="*/ 2631440 h 2824480"/>
              <a:gd name="connsiteX4" fmla="*/ 680720 w 853440"/>
              <a:gd name="connsiteY4" fmla="*/ 2824480 h 2824480"/>
              <a:gd name="connsiteX0" fmla="*/ 2529840 w 2702560"/>
              <a:gd name="connsiteY0" fmla="*/ 2824480 h 3438178"/>
              <a:gd name="connsiteX1" fmla="*/ 0 w 2702560"/>
              <a:gd name="connsiteY1" fmla="*/ 3434080 h 3438178"/>
              <a:gd name="connsiteX2" fmla="*/ 1849120 w 2702560"/>
              <a:gd name="connsiteY2" fmla="*/ 0 h 3438178"/>
              <a:gd name="connsiteX3" fmla="*/ 2702560 w 2702560"/>
              <a:gd name="connsiteY3" fmla="*/ 2631440 h 3438178"/>
              <a:gd name="connsiteX4" fmla="*/ 2529840 w 2702560"/>
              <a:gd name="connsiteY4" fmla="*/ 2824480 h 3438178"/>
              <a:gd name="connsiteX0" fmla="*/ 2529840 w 2702560"/>
              <a:gd name="connsiteY0" fmla="*/ 2824480 h 3434080"/>
              <a:gd name="connsiteX1" fmla="*/ 0 w 2702560"/>
              <a:gd name="connsiteY1" fmla="*/ 3434080 h 3434080"/>
              <a:gd name="connsiteX2" fmla="*/ 1849120 w 2702560"/>
              <a:gd name="connsiteY2" fmla="*/ 0 h 3434080"/>
              <a:gd name="connsiteX3" fmla="*/ 2702560 w 2702560"/>
              <a:gd name="connsiteY3" fmla="*/ 2631440 h 3434080"/>
              <a:gd name="connsiteX4" fmla="*/ 2529840 w 2702560"/>
              <a:gd name="connsiteY4" fmla="*/ 2824480 h 3434080"/>
              <a:gd name="connsiteX0" fmla="*/ 2529840 w 2702560"/>
              <a:gd name="connsiteY0" fmla="*/ 1981200 h 2590800"/>
              <a:gd name="connsiteX1" fmla="*/ 0 w 2702560"/>
              <a:gd name="connsiteY1" fmla="*/ 2590800 h 2590800"/>
              <a:gd name="connsiteX2" fmla="*/ 50800 w 2702560"/>
              <a:gd name="connsiteY2" fmla="*/ 0 h 2590800"/>
              <a:gd name="connsiteX3" fmla="*/ 2702560 w 2702560"/>
              <a:gd name="connsiteY3" fmla="*/ 1788160 h 2590800"/>
              <a:gd name="connsiteX4" fmla="*/ 2529840 w 2702560"/>
              <a:gd name="connsiteY4" fmla="*/ 1981200 h 2590800"/>
              <a:gd name="connsiteX0" fmla="*/ 2529840 w 2702560"/>
              <a:gd name="connsiteY0" fmla="*/ 1981200 h 2590800"/>
              <a:gd name="connsiteX1" fmla="*/ 0 w 2702560"/>
              <a:gd name="connsiteY1" fmla="*/ 2590800 h 2590800"/>
              <a:gd name="connsiteX2" fmla="*/ 50800 w 2702560"/>
              <a:gd name="connsiteY2" fmla="*/ 0 h 2590800"/>
              <a:gd name="connsiteX3" fmla="*/ 2702560 w 2702560"/>
              <a:gd name="connsiteY3" fmla="*/ 1788160 h 2590800"/>
              <a:gd name="connsiteX4" fmla="*/ 2529840 w 2702560"/>
              <a:gd name="connsiteY4" fmla="*/ 1981200 h 259080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 name="connsiteX0" fmla="*/ 2550160 w 2722880"/>
              <a:gd name="connsiteY0" fmla="*/ 1950720 h 2560320"/>
              <a:gd name="connsiteX1" fmla="*/ 20320 w 2722880"/>
              <a:gd name="connsiteY1" fmla="*/ 2560320 h 2560320"/>
              <a:gd name="connsiteX2" fmla="*/ 0 w 2722880"/>
              <a:gd name="connsiteY2" fmla="*/ 0 h 2560320"/>
              <a:gd name="connsiteX3" fmla="*/ 2722880 w 2722880"/>
              <a:gd name="connsiteY3" fmla="*/ 1757680 h 2560320"/>
              <a:gd name="connsiteX4" fmla="*/ 2550160 w 2722880"/>
              <a:gd name="connsiteY4" fmla="*/ 1950720 h 256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2880" h="2560320">
                <a:moveTo>
                  <a:pt x="2550160" y="1950720"/>
                </a:moveTo>
                <a:cubicBezTo>
                  <a:pt x="931333" y="1507067"/>
                  <a:pt x="399627" y="1347893"/>
                  <a:pt x="20320" y="2560320"/>
                </a:cubicBezTo>
                <a:lnTo>
                  <a:pt x="0" y="0"/>
                </a:lnTo>
                <a:cubicBezTo>
                  <a:pt x="1148080" y="887307"/>
                  <a:pt x="1513840" y="1297093"/>
                  <a:pt x="2722880" y="1757680"/>
                </a:cubicBezTo>
                <a:lnTo>
                  <a:pt x="2550160" y="1950720"/>
                </a:lnTo>
                <a:close/>
              </a:path>
            </a:pathLst>
          </a:custGeom>
          <a:gradFill>
            <a:gsLst>
              <a:gs pos="0">
                <a:schemeClr val="bg1">
                  <a:lumMod val="95000"/>
                </a:schemeClr>
              </a:gs>
              <a:gs pos="100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C2E5F587-AD22-95CD-503D-3D857B374994}"/>
              </a:ext>
            </a:extLst>
          </p:cNvPr>
          <p:cNvGrpSpPr/>
          <p:nvPr/>
        </p:nvGrpSpPr>
        <p:grpSpPr>
          <a:xfrm>
            <a:off x="4333785" y="5603397"/>
            <a:ext cx="4395351" cy="404576"/>
            <a:chOff x="4333785" y="5772213"/>
            <a:chExt cx="4395351" cy="404576"/>
          </a:xfrm>
        </p:grpSpPr>
        <p:grpSp>
          <p:nvGrpSpPr>
            <p:cNvPr id="533" name="Group 532">
              <a:extLst>
                <a:ext uri="{FF2B5EF4-FFF2-40B4-BE49-F238E27FC236}">
                  <a16:creationId xmlns:a16="http://schemas.microsoft.com/office/drawing/2014/main" id="{3906FB0A-AC37-1673-3859-7D0D7B5DF31B}"/>
                </a:ext>
              </a:extLst>
            </p:cNvPr>
            <p:cNvGrpSpPr/>
            <p:nvPr/>
          </p:nvGrpSpPr>
          <p:grpSpPr>
            <a:xfrm>
              <a:off x="4333785" y="5772213"/>
              <a:ext cx="531821" cy="369069"/>
              <a:chOff x="1348328" y="2475647"/>
              <a:chExt cx="603916" cy="419100"/>
            </a:xfrm>
          </p:grpSpPr>
          <p:grpSp>
            <p:nvGrpSpPr>
              <p:cNvPr id="554" name="Group 553">
                <a:extLst>
                  <a:ext uri="{FF2B5EF4-FFF2-40B4-BE49-F238E27FC236}">
                    <a16:creationId xmlns:a16="http://schemas.microsoft.com/office/drawing/2014/main" id="{21366071-DE30-7EBA-C660-BA0D95006E92}"/>
                  </a:ext>
                </a:extLst>
              </p:cNvPr>
              <p:cNvGrpSpPr/>
              <p:nvPr/>
            </p:nvGrpSpPr>
            <p:grpSpPr>
              <a:xfrm>
                <a:off x="1348328" y="2555748"/>
                <a:ext cx="603916" cy="308999"/>
                <a:chOff x="5278570" y="2983486"/>
                <a:chExt cx="501650" cy="233363"/>
              </a:xfrm>
            </p:grpSpPr>
            <p:sp>
              <p:nvSpPr>
                <p:cNvPr id="558" name="Oval 5">
                  <a:extLst>
                    <a:ext uri="{FF2B5EF4-FFF2-40B4-BE49-F238E27FC236}">
                      <a16:creationId xmlns:a16="http://schemas.microsoft.com/office/drawing/2014/main" id="{4ED0AC72-C20A-AB60-D962-A03A19416563}"/>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Line 6">
                  <a:extLst>
                    <a:ext uri="{FF2B5EF4-FFF2-40B4-BE49-F238E27FC236}">
                      <a16:creationId xmlns:a16="http://schemas.microsoft.com/office/drawing/2014/main" id="{2B3E02D0-FFCC-47A0-66A7-89B7A4F5151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0" name="Line 7">
                  <a:extLst>
                    <a:ext uri="{FF2B5EF4-FFF2-40B4-BE49-F238E27FC236}">
                      <a16:creationId xmlns:a16="http://schemas.microsoft.com/office/drawing/2014/main" id="{1B8C8CA6-F4E6-363D-BD5F-0D71613E93FD}"/>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1" name="Rectangle 8">
                  <a:extLst>
                    <a:ext uri="{FF2B5EF4-FFF2-40B4-BE49-F238E27FC236}">
                      <a16:creationId xmlns:a16="http://schemas.microsoft.com/office/drawing/2014/main" id="{C57DB9FF-BDAC-57FF-EFB2-D49E278DE04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Oval 9">
                  <a:extLst>
                    <a:ext uri="{FF2B5EF4-FFF2-40B4-BE49-F238E27FC236}">
                      <a16:creationId xmlns:a16="http://schemas.microsoft.com/office/drawing/2014/main" id="{58B6C4A4-D528-7F85-B89B-ABDED3DA816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55" name="Group 44">
                <a:extLst>
                  <a:ext uri="{FF2B5EF4-FFF2-40B4-BE49-F238E27FC236}">
                    <a16:creationId xmlns:a16="http://schemas.microsoft.com/office/drawing/2014/main" id="{3B372715-A7D6-1F70-89ED-E010A7AD7234}"/>
                  </a:ext>
                </a:extLst>
              </p:cNvPr>
              <p:cNvGrpSpPr>
                <a:grpSpLocks/>
              </p:cNvGrpSpPr>
              <p:nvPr/>
            </p:nvGrpSpPr>
            <p:grpSpPr bwMode="auto">
              <a:xfrm>
                <a:off x="1456374" y="2475647"/>
                <a:ext cx="355165" cy="419100"/>
                <a:chOff x="2944" y="2405"/>
                <a:chExt cx="227" cy="264"/>
              </a:xfrm>
            </p:grpSpPr>
            <p:sp>
              <p:nvSpPr>
                <p:cNvPr id="556" name="Rectangle 45">
                  <a:extLst>
                    <a:ext uri="{FF2B5EF4-FFF2-40B4-BE49-F238E27FC236}">
                      <a16:creationId xmlns:a16="http://schemas.microsoft.com/office/drawing/2014/main" id="{828527A5-D751-C696-A76C-A2167EFCC14F}"/>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Text Box 46">
                  <a:extLst>
                    <a:ext uri="{FF2B5EF4-FFF2-40B4-BE49-F238E27FC236}">
                      <a16:creationId xmlns:a16="http://schemas.microsoft.com/office/drawing/2014/main" id="{111B4FB7-F855-ECE3-5C46-8ED1CE58A711}"/>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34" name="Group 533">
              <a:extLst>
                <a:ext uri="{FF2B5EF4-FFF2-40B4-BE49-F238E27FC236}">
                  <a16:creationId xmlns:a16="http://schemas.microsoft.com/office/drawing/2014/main" id="{BE056808-C911-B19A-A29C-30DBE521DEFD}"/>
                </a:ext>
              </a:extLst>
            </p:cNvPr>
            <p:cNvGrpSpPr/>
            <p:nvPr/>
          </p:nvGrpSpPr>
          <p:grpSpPr>
            <a:xfrm>
              <a:off x="6263949" y="5807720"/>
              <a:ext cx="531821" cy="369069"/>
              <a:chOff x="1348328" y="2507397"/>
              <a:chExt cx="603916" cy="419100"/>
            </a:xfrm>
          </p:grpSpPr>
          <p:grpSp>
            <p:nvGrpSpPr>
              <p:cNvPr id="545" name="Group 544">
                <a:extLst>
                  <a:ext uri="{FF2B5EF4-FFF2-40B4-BE49-F238E27FC236}">
                    <a16:creationId xmlns:a16="http://schemas.microsoft.com/office/drawing/2014/main" id="{6F05A37C-AF65-E383-A6E5-1D42E2F5ECA1}"/>
                  </a:ext>
                </a:extLst>
              </p:cNvPr>
              <p:cNvGrpSpPr/>
              <p:nvPr/>
            </p:nvGrpSpPr>
            <p:grpSpPr>
              <a:xfrm>
                <a:off x="1348328" y="2555748"/>
                <a:ext cx="603916" cy="308999"/>
                <a:chOff x="5278570" y="2983486"/>
                <a:chExt cx="501650" cy="233363"/>
              </a:xfrm>
            </p:grpSpPr>
            <p:sp>
              <p:nvSpPr>
                <p:cNvPr id="549" name="Oval 5">
                  <a:extLst>
                    <a:ext uri="{FF2B5EF4-FFF2-40B4-BE49-F238E27FC236}">
                      <a16:creationId xmlns:a16="http://schemas.microsoft.com/office/drawing/2014/main" id="{64C27225-C4F5-3545-C427-1FA87A4EE66A}"/>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Line 6">
                  <a:extLst>
                    <a:ext uri="{FF2B5EF4-FFF2-40B4-BE49-F238E27FC236}">
                      <a16:creationId xmlns:a16="http://schemas.microsoft.com/office/drawing/2014/main" id="{2FA97964-1DA2-8524-618C-B5461EAEC9D6}"/>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Line 7">
                  <a:extLst>
                    <a:ext uri="{FF2B5EF4-FFF2-40B4-BE49-F238E27FC236}">
                      <a16:creationId xmlns:a16="http://schemas.microsoft.com/office/drawing/2014/main" id="{34825DAB-2C1C-1CE1-6D13-39DEE679D944}"/>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8">
                  <a:extLst>
                    <a:ext uri="{FF2B5EF4-FFF2-40B4-BE49-F238E27FC236}">
                      <a16:creationId xmlns:a16="http://schemas.microsoft.com/office/drawing/2014/main" id="{11CCF317-7311-D3C3-D05C-FAB1039A0F4D}"/>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Oval 9">
                  <a:extLst>
                    <a:ext uri="{FF2B5EF4-FFF2-40B4-BE49-F238E27FC236}">
                      <a16:creationId xmlns:a16="http://schemas.microsoft.com/office/drawing/2014/main" id="{5D161F98-1BB8-9D16-372D-BC27FD2B201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46" name="Group 44">
                <a:extLst>
                  <a:ext uri="{FF2B5EF4-FFF2-40B4-BE49-F238E27FC236}">
                    <a16:creationId xmlns:a16="http://schemas.microsoft.com/office/drawing/2014/main" id="{188E5E74-DF25-0929-A5B2-4E395A354C26}"/>
                  </a:ext>
                </a:extLst>
              </p:cNvPr>
              <p:cNvGrpSpPr>
                <a:grpSpLocks/>
              </p:cNvGrpSpPr>
              <p:nvPr/>
            </p:nvGrpSpPr>
            <p:grpSpPr bwMode="auto">
              <a:xfrm>
                <a:off x="1456374" y="2507397"/>
                <a:ext cx="355165" cy="419100"/>
                <a:chOff x="2944" y="2425"/>
                <a:chExt cx="227" cy="264"/>
              </a:xfrm>
            </p:grpSpPr>
            <p:sp>
              <p:nvSpPr>
                <p:cNvPr id="547" name="Rectangle 45">
                  <a:extLst>
                    <a:ext uri="{FF2B5EF4-FFF2-40B4-BE49-F238E27FC236}">
                      <a16:creationId xmlns:a16="http://schemas.microsoft.com/office/drawing/2014/main" id="{A942CB3F-81D5-1007-2D1B-2A92FAC6386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8" name="Text Box 46">
                  <a:extLst>
                    <a:ext uri="{FF2B5EF4-FFF2-40B4-BE49-F238E27FC236}">
                      <a16:creationId xmlns:a16="http://schemas.microsoft.com/office/drawing/2014/main" id="{0B8F1968-14BF-AFF7-AA8F-F4E961F094E9}"/>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35" name="Group 534">
              <a:extLst>
                <a:ext uri="{FF2B5EF4-FFF2-40B4-BE49-F238E27FC236}">
                  <a16:creationId xmlns:a16="http://schemas.microsoft.com/office/drawing/2014/main" id="{8F48F62C-8DDE-8F3F-1E86-BD1A6E89D57C}"/>
                </a:ext>
              </a:extLst>
            </p:cNvPr>
            <p:cNvGrpSpPr/>
            <p:nvPr/>
          </p:nvGrpSpPr>
          <p:grpSpPr>
            <a:xfrm>
              <a:off x="8197315" y="5805271"/>
              <a:ext cx="531821" cy="369069"/>
              <a:chOff x="1348328" y="2507397"/>
              <a:chExt cx="603916" cy="419100"/>
            </a:xfrm>
          </p:grpSpPr>
          <p:grpSp>
            <p:nvGrpSpPr>
              <p:cNvPr id="536" name="Group 535">
                <a:extLst>
                  <a:ext uri="{FF2B5EF4-FFF2-40B4-BE49-F238E27FC236}">
                    <a16:creationId xmlns:a16="http://schemas.microsoft.com/office/drawing/2014/main" id="{4DFDF9B7-C356-888E-14C7-77246E65640F}"/>
                  </a:ext>
                </a:extLst>
              </p:cNvPr>
              <p:cNvGrpSpPr/>
              <p:nvPr/>
            </p:nvGrpSpPr>
            <p:grpSpPr>
              <a:xfrm>
                <a:off x="1348328" y="2555748"/>
                <a:ext cx="603916" cy="308999"/>
                <a:chOff x="5278570" y="2983486"/>
                <a:chExt cx="501650" cy="233363"/>
              </a:xfrm>
            </p:grpSpPr>
            <p:sp>
              <p:nvSpPr>
                <p:cNvPr id="540" name="Oval 5">
                  <a:extLst>
                    <a:ext uri="{FF2B5EF4-FFF2-40B4-BE49-F238E27FC236}">
                      <a16:creationId xmlns:a16="http://schemas.microsoft.com/office/drawing/2014/main" id="{E5107E1E-3BC4-26B5-56EB-17ECCF14FDE3}"/>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6">
                  <a:extLst>
                    <a:ext uri="{FF2B5EF4-FFF2-40B4-BE49-F238E27FC236}">
                      <a16:creationId xmlns:a16="http://schemas.microsoft.com/office/drawing/2014/main" id="{A133791E-0609-238E-ECC6-F3166D9B0792}"/>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7">
                  <a:extLst>
                    <a:ext uri="{FF2B5EF4-FFF2-40B4-BE49-F238E27FC236}">
                      <a16:creationId xmlns:a16="http://schemas.microsoft.com/office/drawing/2014/main" id="{8D612397-8530-7345-E8E8-22E22567442B}"/>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Rectangle 8">
                  <a:extLst>
                    <a:ext uri="{FF2B5EF4-FFF2-40B4-BE49-F238E27FC236}">
                      <a16:creationId xmlns:a16="http://schemas.microsoft.com/office/drawing/2014/main" id="{50B0C264-29F3-DBC4-24D2-93940CE774D1}"/>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Oval 9">
                  <a:extLst>
                    <a:ext uri="{FF2B5EF4-FFF2-40B4-BE49-F238E27FC236}">
                      <a16:creationId xmlns:a16="http://schemas.microsoft.com/office/drawing/2014/main" id="{E1B59B54-A735-8F5A-7EE8-F259AA2D2B09}"/>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7" name="Group 44">
                <a:extLst>
                  <a:ext uri="{FF2B5EF4-FFF2-40B4-BE49-F238E27FC236}">
                    <a16:creationId xmlns:a16="http://schemas.microsoft.com/office/drawing/2014/main" id="{6EE4FB5A-2AA3-D89E-EF8A-129F2F9B5128}"/>
                  </a:ext>
                </a:extLst>
              </p:cNvPr>
              <p:cNvGrpSpPr>
                <a:grpSpLocks/>
              </p:cNvGrpSpPr>
              <p:nvPr/>
            </p:nvGrpSpPr>
            <p:grpSpPr bwMode="auto">
              <a:xfrm>
                <a:off x="1500196" y="2507397"/>
                <a:ext cx="267548" cy="419100"/>
                <a:chOff x="2972" y="2425"/>
                <a:chExt cx="171" cy="264"/>
              </a:xfrm>
            </p:grpSpPr>
            <p:sp>
              <p:nvSpPr>
                <p:cNvPr id="538" name="Rectangle 45">
                  <a:extLst>
                    <a:ext uri="{FF2B5EF4-FFF2-40B4-BE49-F238E27FC236}">
                      <a16:creationId xmlns:a16="http://schemas.microsoft.com/office/drawing/2014/main" id="{F6C01586-94F9-9477-67EE-98E0C73DD62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Text Box 46">
                  <a:extLst>
                    <a:ext uri="{FF2B5EF4-FFF2-40B4-BE49-F238E27FC236}">
                      <a16:creationId xmlns:a16="http://schemas.microsoft.com/office/drawing/2014/main" id="{1CE466A9-4D78-48F8-7F38-9E9655A099A9}"/>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563" name="Rectangle 562">
            <a:extLst>
              <a:ext uri="{FF2B5EF4-FFF2-40B4-BE49-F238E27FC236}">
                <a16:creationId xmlns:a16="http://schemas.microsoft.com/office/drawing/2014/main" id="{6295BE26-F2FE-5122-FCEA-16059432CE19}"/>
              </a:ext>
            </a:extLst>
          </p:cNvPr>
          <p:cNvSpPr/>
          <p:nvPr/>
        </p:nvSpPr>
        <p:spPr>
          <a:xfrm>
            <a:off x="4765040" y="2442304"/>
            <a:ext cx="3535680" cy="64008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Q: what is new DV computed in e at </a:t>
            </a:r>
            <a:r>
              <a:rPr lang="en-US" i="1" dirty="0">
                <a:solidFill>
                  <a:schemeClr val="tx1"/>
                </a:solidFill>
              </a:rPr>
              <a:t>t=1</a:t>
            </a:r>
            <a:r>
              <a:rPr lang="en-US" dirty="0">
                <a:solidFill>
                  <a:schemeClr val="tx1"/>
                </a:solidFill>
              </a:rPr>
              <a:t>?</a:t>
            </a:r>
          </a:p>
        </p:txBody>
      </p:sp>
      <p:sp>
        <p:nvSpPr>
          <p:cNvPr id="564" name="Right Arrow 255">
            <a:extLst>
              <a:ext uri="{FF2B5EF4-FFF2-40B4-BE49-F238E27FC236}">
                <a16:creationId xmlns:a16="http://schemas.microsoft.com/office/drawing/2014/main" id="{231066FD-7C6F-9933-CC05-1A470D7C0259}"/>
              </a:ext>
            </a:extLst>
          </p:cNvPr>
          <p:cNvSpPr/>
          <p:nvPr/>
        </p:nvSpPr>
        <p:spPr>
          <a:xfrm rot="5400000" flipV="1">
            <a:off x="6297558" y="3287225"/>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5" name="Right Arrow 256">
            <a:extLst>
              <a:ext uri="{FF2B5EF4-FFF2-40B4-BE49-F238E27FC236}">
                <a16:creationId xmlns:a16="http://schemas.microsoft.com/office/drawing/2014/main" id="{05610DBE-4D58-DB11-DF76-9AA214A63587}"/>
              </a:ext>
            </a:extLst>
          </p:cNvPr>
          <p:cNvSpPr/>
          <p:nvPr/>
        </p:nvSpPr>
        <p:spPr>
          <a:xfrm rot="16200000" flipV="1">
            <a:off x="6312308" y="428520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6" name="Right Arrow 257">
            <a:extLst>
              <a:ext uri="{FF2B5EF4-FFF2-40B4-BE49-F238E27FC236}">
                <a16:creationId xmlns:a16="http://schemas.microsoft.com/office/drawing/2014/main" id="{432557D0-BEC9-9FAD-9F03-B582CD6C09BC}"/>
              </a:ext>
            </a:extLst>
          </p:cNvPr>
          <p:cNvSpPr/>
          <p:nvPr/>
        </p:nvSpPr>
        <p:spPr>
          <a:xfrm rot="10800000" flipH="1">
            <a:off x="5651998" y="373579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7" name="Right Arrow 258">
            <a:extLst>
              <a:ext uri="{FF2B5EF4-FFF2-40B4-BE49-F238E27FC236}">
                <a16:creationId xmlns:a16="http://schemas.microsoft.com/office/drawing/2014/main" id="{8C2C041F-7DAC-E12B-69F5-EEFBC27867E7}"/>
              </a:ext>
            </a:extLst>
          </p:cNvPr>
          <p:cNvSpPr/>
          <p:nvPr/>
        </p:nvSpPr>
        <p:spPr>
          <a:xfrm flipH="1">
            <a:off x="6833078" y="3743384"/>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68" name="Group 567">
            <a:extLst>
              <a:ext uri="{FF2B5EF4-FFF2-40B4-BE49-F238E27FC236}">
                <a16:creationId xmlns:a16="http://schemas.microsoft.com/office/drawing/2014/main" id="{8DFB3141-4355-4C50-FA39-AC069E7E0852}"/>
              </a:ext>
            </a:extLst>
          </p:cNvPr>
          <p:cNvGrpSpPr/>
          <p:nvPr/>
        </p:nvGrpSpPr>
        <p:grpSpPr>
          <a:xfrm>
            <a:off x="6039628" y="3398653"/>
            <a:ext cx="1196054" cy="1022555"/>
            <a:chOff x="9655277" y="2349909"/>
            <a:chExt cx="1196054" cy="1022555"/>
          </a:xfrm>
        </p:grpSpPr>
        <p:sp>
          <p:nvSpPr>
            <p:cNvPr id="569" name="Freeform 260">
              <a:extLst>
                <a:ext uri="{FF2B5EF4-FFF2-40B4-BE49-F238E27FC236}">
                  <a16:creationId xmlns:a16="http://schemas.microsoft.com/office/drawing/2014/main" id="{EAA41CD1-B2B5-D709-679A-9607DE2755D9}"/>
                </a:ext>
              </a:extLst>
            </p:cNvPr>
            <p:cNvSpPr/>
            <p:nvPr/>
          </p:nvSpPr>
          <p:spPr>
            <a:xfrm>
              <a:off x="9655277" y="2349909"/>
              <a:ext cx="1196054" cy="1022555"/>
            </a:xfrm>
            <a:custGeom>
              <a:avLst/>
              <a:gdLst>
                <a:gd name="connsiteX0" fmla="*/ 1416106 w 2820074"/>
                <a:gd name="connsiteY0" fmla="*/ 606903 h 2290046"/>
                <a:gd name="connsiteX1" fmla="*/ 1096471 w 2820074"/>
                <a:gd name="connsiteY1" fmla="*/ 222531 h 2290046"/>
                <a:gd name="connsiteX2" fmla="*/ 954860 w 2820074"/>
                <a:gd name="connsiteY2" fmla="*/ 667593 h 2290046"/>
                <a:gd name="connsiteX3" fmla="*/ 89012 w 2820074"/>
                <a:gd name="connsiteY3" fmla="*/ 242761 h 2290046"/>
                <a:gd name="connsiteX4" fmla="*/ 610948 w 2820074"/>
                <a:gd name="connsiteY4" fmla="*/ 797066 h 2290046"/>
                <a:gd name="connsiteX5" fmla="*/ 0 w 2820074"/>
                <a:gd name="connsiteY5" fmla="*/ 902262 h 2290046"/>
                <a:gd name="connsiteX6" fmla="*/ 481476 w 2820074"/>
                <a:gd name="connsiteY6" fmla="*/ 1246174 h 2290046"/>
                <a:gd name="connsiteX7" fmla="*/ 36414 w 2820074"/>
                <a:gd name="connsiteY7" fmla="*/ 1533441 h 2290046"/>
                <a:gd name="connsiteX8" fmla="*/ 760651 w 2820074"/>
                <a:gd name="connsiteY8" fmla="*/ 1476797 h 2290046"/>
                <a:gd name="connsiteX9" fmla="*/ 623086 w 2820074"/>
                <a:gd name="connsiteY9" fmla="*/ 1869260 h 2290046"/>
                <a:gd name="connsiteX10" fmla="*/ 1003412 w 2820074"/>
                <a:gd name="connsiteY10" fmla="*/ 1658867 h 2290046"/>
                <a:gd name="connsiteX11" fmla="*/ 1104563 w 2820074"/>
                <a:gd name="connsiteY11" fmla="*/ 2290046 h 2290046"/>
                <a:gd name="connsiteX12" fmla="*/ 1383738 w 2820074"/>
                <a:gd name="connsiteY12" fmla="*/ 1569855 h 2290046"/>
                <a:gd name="connsiteX13" fmla="*/ 1743833 w 2820074"/>
                <a:gd name="connsiteY13" fmla="*/ 2091791 h 2290046"/>
                <a:gd name="connsiteX14" fmla="*/ 1836892 w 2820074"/>
                <a:gd name="connsiteY14" fmla="*/ 1529395 h 2290046"/>
                <a:gd name="connsiteX15" fmla="*/ 2375012 w 2820074"/>
                <a:gd name="connsiteY15" fmla="*/ 1889491 h 2290046"/>
                <a:gd name="connsiteX16" fmla="*/ 2209125 w 2820074"/>
                <a:gd name="connsiteY16" fmla="*/ 1351370 h 2290046"/>
                <a:gd name="connsiteX17" fmla="*/ 2820074 w 2820074"/>
                <a:gd name="connsiteY17" fmla="*/ 1399922 h 2290046"/>
                <a:gd name="connsiteX18" fmla="*/ 2310276 w 2820074"/>
                <a:gd name="connsiteY18" fmla="*/ 1092425 h 2290046"/>
                <a:gd name="connsiteX19" fmla="*/ 2775568 w 2820074"/>
                <a:gd name="connsiteY19" fmla="*/ 837526 h 2290046"/>
                <a:gd name="connsiteX20" fmla="*/ 2196987 w 2820074"/>
                <a:gd name="connsiteY20" fmla="*/ 768744 h 2290046"/>
                <a:gd name="connsiteX21" fmla="*/ 2427610 w 2820074"/>
                <a:gd name="connsiteY21" fmla="*/ 441016 h 2290046"/>
                <a:gd name="connsiteX22" fmla="*/ 1844984 w 2820074"/>
                <a:gd name="connsiteY22" fmla="*/ 546213 h 2290046"/>
                <a:gd name="connsiteX23" fmla="*/ 1901628 w 2820074"/>
                <a:gd name="connsiteY23" fmla="*/ 0 h 2290046"/>
                <a:gd name="connsiteX24" fmla="*/ 1416106 w 2820074"/>
                <a:gd name="connsiteY24" fmla="*/ 606903 h 22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20074" h="2290046">
                  <a:moveTo>
                    <a:pt x="1416106" y="606903"/>
                  </a:moveTo>
                  <a:lnTo>
                    <a:pt x="1096471" y="222531"/>
                  </a:lnTo>
                  <a:lnTo>
                    <a:pt x="954860" y="667593"/>
                  </a:lnTo>
                  <a:lnTo>
                    <a:pt x="89012" y="242761"/>
                  </a:lnTo>
                  <a:lnTo>
                    <a:pt x="610948" y="797066"/>
                  </a:lnTo>
                  <a:lnTo>
                    <a:pt x="0" y="902262"/>
                  </a:lnTo>
                  <a:lnTo>
                    <a:pt x="481476" y="1246174"/>
                  </a:lnTo>
                  <a:lnTo>
                    <a:pt x="36414" y="1533441"/>
                  </a:lnTo>
                  <a:lnTo>
                    <a:pt x="760651" y="1476797"/>
                  </a:lnTo>
                  <a:lnTo>
                    <a:pt x="623086" y="1869260"/>
                  </a:lnTo>
                  <a:lnTo>
                    <a:pt x="1003412" y="1658867"/>
                  </a:lnTo>
                  <a:lnTo>
                    <a:pt x="1104563" y="2290046"/>
                  </a:lnTo>
                  <a:lnTo>
                    <a:pt x="1383738" y="1569855"/>
                  </a:lnTo>
                  <a:lnTo>
                    <a:pt x="1743833" y="2091791"/>
                  </a:lnTo>
                  <a:lnTo>
                    <a:pt x="1836892" y="1529395"/>
                  </a:lnTo>
                  <a:lnTo>
                    <a:pt x="2375012" y="1889491"/>
                  </a:lnTo>
                  <a:lnTo>
                    <a:pt x="2209125" y="1351370"/>
                  </a:lnTo>
                  <a:lnTo>
                    <a:pt x="2820074" y="1399922"/>
                  </a:lnTo>
                  <a:lnTo>
                    <a:pt x="2310276" y="1092425"/>
                  </a:lnTo>
                  <a:lnTo>
                    <a:pt x="2775568" y="837526"/>
                  </a:lnTo>
                  <a:lnTo>
                    <a:pt x="2196987" y="768744"/>
                  </a:lnTo>
                  <a:lnTo>
                    <a:pt x="2427610" y="441016"/>
                  </a:lnTo>
                  <a:lnTo>
                    <a:pt x="1844984" y="546213"/>
                  </a:lnTo>
                  <a:lnTo>
                    <a:pt x="1901628" y="0"/>
                  </a:lnTo>
                  <a:lnTo>
                    <a:pt x="1416106" y="606903"/>
                  </a:lnTo>
                  <a:close/>
                </a:path>
              </a:pathLst>
            </a:custGeom>
            <a:solidFill>
              <a:srgbClr val="FFFF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0" name="TextBox 569">
              <a:extLst>
                <a:ext uri="{FF2B5EF4-FFF2-40B4-BE49-F238E27FC236}">
                  <a16:creationId xmlns:a16="http://schemas.microsoft.com/office/drawing/2014/main" id="{FB7EB790-530A-9A48-DD7F-7EF769AB409A}"/>
                </a:ext>
              </a:extLst>
            </p:cNvPr>
            <p:cNvSpPr txBox="1"/>
            <p:nvPr/>
          </p:nvSpPr>
          <p:spPr>
            <a:xfrm>
              <a:off x="9753600" y="2635045"/>
              <a:ext cx="1020216" cy="369332"/>
            </a:xfrm>
            <a:prstGeom prst="rect">
              <a:avLst/>
            </a:prstGeom>
            <a:noFill/>
          </p:spPr>
          <p:txBody>
            <a:bodyPr wrap="none" rtlCol="0">
              <a:spAutoFit/>
            </a:bodyPr>
            <a:lstStyle/>
            <a:p>
              <a:r>
                <a:rPr lang="en-US" dirty="0">
                  <a:solidFill>
                    <a:srgbClr val="C00000"/>
                  </a:solidFill>
                </a:rPr>
                <a:t>compute</a:t>
              </a:r>
            </a:p>
          </p:txBody>
        </p:sp>
      </p:grpSp>
    </p:spTree>
    <p:extLst>
      <p:ext uri="{BB962C8B-B14F-4D97-AF65-F5344CB8AC3E}">
        <p14:creationId xmlns:p14="http://schemas.microsoft.com/office/powerpoint/2010/main" val="307787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53"/>
                                        </p:tgtEl>
                                        <p:attrNameLst>
                                          <p:attrName>style.visibility</p:attrName>
                                        </p:attrNameLst>
                                      </p:cBhvr>
                                      <p:to>
                                        <p:strVal val="visible"/>
                                      </p:to>
                                    </p:set>
                                    <p:animEffect transition="in" filter="dissolve">
                                      <p:cBhvr>
                                        <p:cTn id="14" dur="500"/>
                                        <p:tgtEl>
                                          <p:spTgt spid="53"/>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566"/>
                                        </p:tgtEl>
                                        <p:attrNameLst>
                                          <p:attrName>style.visibility</p:attrName>
                                        </p:attrNameLst>
                                      </p:cBhvr>
                                      <p:to>
                                        <p:strVal val="visible"/>
                                      </p:to>
                                    </p:set>
                                    <p:animEffect transition="in" filter="wipe(left)">
                                      <p:cBhvr>
                                        <p:cTn id="17" dur="1000"/>
                                        <p:tgtEl>
                                          <p:spTgt spid="566"/>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564"/>
                                        </p:tgtEl>
                                        <p:attrNameLst>
                                          <p:attrName>style.visibility</p:attrName>
                                        </p:attrNameLst>
                                      </p:cBhvr>
                                      <p:to>
                                        <p:strVal val="visible"/>
                                      </p:to>
                                    </p:set>
                                    <p:animEffect transition="in" filter="wipe(up)">
                                      <p:cBhvr>
                                        <p:cTn id="20" dur="1000"/>
                                        <p:tgtEl>
                                          <p:spTgt spid="564"/>
                                        </p:tgtEl>
                                      </p:cBhvr>
                                    </p:animEffect>
                                  </p:childTnLst>
                                </p:cTn>
                              </p:par>
                              <p:par>
                                <p:cTn id="21" presetID="22" presetClass="entr" presetSubtype="2" fill="hold" grpId="0" nodeType="withEffect">
                                  <p:stCondLst>
                                    <p:cond delay="0"/>
                                  </p:stCondLst>
                                  <p:childTnLst>
                                    <p:set>
                                      <p:cBhvr>
                                        <p:cTn id="22" dur="1" fill="hold">
                                          <p:stCondLst>
                                            <p:cond delay="0"/>
                                          </p:stCondLst>
                                        </p:cTn>
                                        <p:tgtEl>
                                          <p:spTgt spid="567"/>
                                        </p:tgtEl>
                                        <p:attrNameLst>
                                          <p:attrName>style.visibility</p:attrName>
                                        </p:attrNameLst>
                                      </p:cBhvr>
                                      <p:to>
                                        <p:strVal val="visible"/>
                                      </p:to>
                                    </p:set>
                                    <p:animEffect transition="in" filter="wipe(right)">
                                      <p:cBhvr>
                                        <p:cTn id="23" dur="1000"/>
                                        <p:tgtEl>
                                          <p:spTgt spid="567"/>
                                        </p:tgtEl>
                                      </p:cBhvr>
                                    </p:animEffect>
                                  </p:childTnLst>
                                </p:cTn>
                              </p:par>
                              <p:par>
                                <p:cTn id="24" presetID="22" presetClass="entr" presetSubtype="4" fill="hold" grpId="0" nodeType="withEffect">
                                  <p:stCondLst>
                                    <p:cond delay="0"/>
                                  </p:stCondLst>
                                  <p:childTnLst>
                                    <p:set>
                                      <p:cBhvr>
                                        <p:cTn id="25" dur="1" fill="hold">
                                          <p:stCondLst>
                                            <p:cond delay="0"/>
                                          </p:stCondLst>
                                        </p:cTn>
                                        <p:tgtEl>
                                          <p:spTgt spid="565"/>
                                        </p:tgtEl>
                                        <p:attrNameLst>
                                          <p:attrName>style.visibility</p:attrName>
                                        </p:attrNameLst>
                                      </p:cBhvr>
                                      <p:to>
                                        <p:strVal val="visible"/>
                                      </p:to>
                                    </p:set>
                                    <p:animEffect transition="in" filter="wipe(down)">
                                      <p:cBhvr>
                                        <p:cTn id="26" dur="1000"/>
                                        <p:tgtEl>
                                          <p:spTgt spid="565"/>
                                        </p:tgtEl>
                                      </p:cBhvr>
                                    </p:animEffect>
                                  </p:childTnLst>
                                </p:cTn>
                              </p:par>
                            </p:childTnLst>
                          </p:cTn>
                        </p:par>
                        <p:par>
                          <p:cTn id="27" fill="hold">
                            <p:stCondLst>
                              <p:cond delay="1000"/>
                            </p:stCondLst>
                            <p:childTnLst>
                              <p:par>
                                <p:cTn id="28" presetID="9" presetClass="entr" presetSubtype="0" fill="hold" nodeType="afterEffect">
                                  <p:stCondLst>
                                    <p:cond delay="0"/>
                                  </p:stCondLst>
                                  <p:childTnLst>
                                    <p:set>
                                      <p:cBhvr>
                                        <p:cTn id="29" dur="1" fill="hold">
                                          <p:stCondLst>
                                            <p:cond delay="0"/>
                                          </p:stCondLst>
                                        </p:cTn>
                                        <p:tgtEl>
                                          <p:spTgt spid="568"/>
                                        </p:tgtEl>
                                        <p:attrNameLst>
                                          <p:attrName>style.visibility</p:attrName>
                                        </p:attrNameLst>
                                      </p:cBhvr>
                                      <p:to>
                                        <p:strVal val="visible"/>
                                      </p:to>
                                    </p:set>
                                    <p:animEffect transition="in" filter="dissolve">
                                      <p:cBhvr>
                                        <p:cTn id="30" dur="500"/>
                                        <p:tgtEl>
                                          <p:spTgt spid="56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563"/>
                                        </p:tgtEl>
                                        <p:attrNameLst>
                                          <p:attrName>style.visibility</p:attrName>
                                        </p:attrNameLst>
                                      </p:cBhvr>
                                      <p:to>
                                        <p:strVal val="visible"/>
                                      </p:to>
                                    </p:set>
                                    <p:animEffect transition="in" filter="wipe(up)">
                                      <p:cBhvr>
                                        <p:cTn id="35" dur="500"/>
                                        <p:tgtEl>
                                          <p:spTgt spid="5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63" grpId="0" animBg="1"/>
      <p:bldP spid="564" grpId="0" animBg="1"/>
      <p:bldP spid="565" grpId="0" animBg="1"/>
      <p:bldP spid="566" grpId="0" animBg="1"/>
      <p:bldP spid="56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27D92A47-61C7-4A99-6D63-EB1AAF3C2E48}"/>
              </a:ext>
            </a:extLst>
          </p:cNvPr>
          <p:cNvGrpSpPr/>
          <p:nvPr/>
        </p:nvGrpSpPr>
        <p:grpSpPr>
          <a:xfrm>
            <a:off x="6051049" y="1863189"/>
            <a:ext cx="5747430" cy="391540"/>
            <a:chOff x="-4167925" y="1916182"/>
            <a:chExt cx="5747430" cy="391540"/>
          </a:xfrm>
        </p:grpSpPr>
        <p:grpSp>
          <p:nvGrpSpPr>
            <p:cNvPr id="9" name="Group 8">
              <a:extLst>
                <a:ext uri="{FF2B5EF4-FFF2-40B4-BE49-F238E27FC236}">
                  <a16:creationId xmlns:a16="http://schemas.microsoft.com/office/drawing/2014/main" id="{EBD9400A-0848-C6AF-2578-B28B20F586AA}"/>
                </a:ext>
              </a:extLst>
            </p:cNvPr>
            <p:cNvGrpSpPr/>
            <p:nvPr/>
          </p:nvGrpSpPr>
          <p:grpSpPr>
            <a:xfrm>
              <a:off x="661263" y="1916182"/>
              <a:ext cx="918242" cy="375145"/>
              <a:chOff x="1097284" y="2163231"/>
              <a:chExt cx="918242" cy="375145"/>
            </a:xfrm>
          </p:grpSpPr>
          <p:sp>
            <p:nvSpPr>
              <p:cNvPr id="12" name="TextBox 11">
                <a:extLst>
                  <a:ext uri="{FF2B5EF4-FFF2-40B4-BE49-F238E27FC236}">
                    <a16:creationId xmlns:a16="http://schemas.microsoft.com/office/drawing/2014/main" id="{E8C77AC6-040E-FC44-78BC-E710C54F9909}"/>
                  </a:ext>
                </a:extLst>
              </p:cNvPr>
              <p:cNvSpPr txBox="1"/>
              <p:nvPr/>
            </p:nvSpPr>
            <p:spPr>
              <a:xfrm>
                <a:off x="1521480" y="2163231"/>
                <a:ext cx="494046" cy="369332"/>
              </a:xfrm>
              <a:prstGeom prst="rect">
                <a:avLst/>
              </a:prstGeom>
              <a:noFill/>
            </p:spPr>
            <p:txBody>
              <a:bodyPr wrap="none" rtlCol="0">
                <a:spAutoFit/>
              </a:bodyPr>
              <a:lstStyle/>
              <a:p>
                <a:r>
                  <a:rPr lang="en-US" b="1" dirty="0"/>
                  <a:t>t=0</a:t>
                </a:r>
              </a:p>
            </p:txBody>
          </p:sp>
          <p:grpSp>
            <p:nvGrpSpPr>
              <p:cNvPr id="13" name="Group 12">
                <a:extLst>
                  <a:ext uri="{FF2B5EF4-FFF2-40B4-BE49-F238E27FC236}">
                    <a16:creationId xmlns:a16="http://schemas.microsoft.com/office/drawing/2014/main" id="{FEE1A715-A80C-4E4D-AA54-799A8DBD73B1}"/>
                  </a:ext>
                </a:extLst>
              </p:cNvPr>
              <p:cNvGrpSpPr/>
              <p:nvPr/>
            </p:nvGrpSpPr>
            <p:grpSpPr>
              <a:xfrm>
                <a:off x="1097284" y="2174236"/>
                <a:ext cx="392849" cy="364140"/>
                <a:chOff x="1097284" y="2174236"/>
                <a:chExt cx="438579" cy="364140"/>
              </a:xfrm>
            </p:grpSpPr>
            <p:sp>
              <p:nvSpPr>
                <p:cNvPr id="14" name="Oval 13">
                  <a:extLst>
                    <a:ext uri="{FF2B5EF4-FFF2-40B4-BE49-F238E27FC236}">
                      <a16:creationId xmlns:a16="http://schemas.microsoft.com/office/drawing/2014/main" id="{796C082C-50B3-9743-B5E6-7FEB9C79AC01}"/>
                    </a:ext>
                  </a:extLst>
                </p:cNvPr>
                <p:cNvSpPr/>
                <p:nvPr/>
              </p:nvSpPr>
              <p:spPr>
                <a:xfrm>
                  <a:off x="1100473" y="2176595"/>
                  <a:ext cx="431322" cy="361447"/>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5" name="Straight Connector 14">
                  <a:extLst>
                    <a:ext uri="{FF2B5EF4-FFF2-40B4-BE49-F238E27FC236}">
                      <a16:creationId xmlns:a16="http://schemas.microsoft.com/office/drawing/2014/main" id="{CFDC1A5A-9F68-55DD-2F33-9CD765FD45C2}"/>
                    </a:ext>
                  </a:extLst>
                </p:cNvPr>
                <p:cNvCxnSpPr/>
                <p:nvPr/>
              </p:nvCxnSpPr>
              <p:spPr>
                <a:xfrm>
                  <a:off x="1314533" y="2174236"/>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2C4AEDC-1DCA-DC59-EF33-ECF13EE1000A}"/>
                    </a:ext>
                  </a:extLst>
                </p:cNvPr>
                <p:cNvCxnSpPr/>
                <p:nvPr/>
              </p:nvCxnSpPr>
              <p:spPr>
                <a:xfrm>
                  <a:off x="1314533" y="2505897"/>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5BAF03F-0592-73A8-67A7-78708BD89CD9}"/>
                    </a:ext>
                  </a:extLst>
                </p:cNvPr>
                <p:cNvCxnSpPr>
                  <a:cxnSpLocks/>
                </p:cNvCxnSpPr>
                <p:nvPr/>
              </p:nvCxnSpPr>
              <p:spPr>
                <a:xfrm rot="16200000">
                  <a:off x="1116663"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F5E98E8-668A-0C23-983A-24B1109DF481}"/>
                    </a:ext>
                  </a:extLst>
                </p:cNvPr>
                <p:cNvCxnSpPr>
                  <a:cxnSpLocks/>
                </p:cNvCxnSpPr>
                <p:nvPr/>
              </p:nvCxnSpPr>
              <p:spPr>
                <a:xfrm rot="16200000">
                  <a:off x="1516484"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8144F8B-7BB8-2910-3BEB-9EFE8F5925F8}"/>
                    </a:ext>
                  </a:extLst>
                </p:cNvPr>
                <p:cNvCxnSpPr>
                  <a:cxnSpLocks/>
                </p:cNvCxnSpPr>
                <p:nvPr/>
              </p:nvCxnSpPr>
              <p:spPr>
                <a:xfrm>
                  <a:off x="1411431" y="249304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1F54280-3608-526A-1EEB-F5C23DF3387B}"/>
                    </a:ext>
                  </a:extLst>
                </p:cNvPr>
                <p:cNvCxnSpPr>
                  <a:cxnSpLocks/>
                </p:cNvCxnSpPr>
                <p:nvPr/>
              </p:nvCxnSpPr>
              <p:spPr>
                <a:xfrm>
                  <a:off x="1205401" y="2199023"/>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B02B41D-06CE-F192-F174-38A1D40D1305}"/>
                    </a:ext>
                  </a:extLst>
                </p:cNvPr>
                <p:cNvCxnSpPr>
                  <a:cxnSpLocks/>
                </p:cNvCxnSpPr>
                <p:nvPr/>
              </p:nvCxnSpPr>
              <p:spPr>
                <a:xfrm flipH="1">
                  <a:off x="1201321" y="249133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42F3BA5-5FD5-6408-E0DE-2E1E247EB93C}"/>
                    </a:ext>
                  </a:extLst>
                </p:cNvPr>
                <p:cNvCxnSpPr>
                  <a:cxnSpLocks/>
                </p:cNvCxnSpPr>
                <p:nvPr/>
              </p:nvCxnSpPr>
              <p:spPr>
                <a:xfrm flipH="1">
                  <a:off x="1407351" y="2197314"/>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E6391E9E-E2A8-122C-8621-42589D89BA5A}"/>
                    </a:ext>
                  </a:extLst>
                </p:cNvPr>
                <p:cNvCxnSpPr>
                  <a:cxnSpLocks/>
                </p:cNvCxnSpPr>
                <p:nvPr/>
              </p:nvCxnSpPr>
              <p:spPr>
                <a:xfrm flipH="1">
                  <a:off x="1480788" y="226398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A1AD25D2-A2B0-AEA4-7021-52A0AF9E3B52}"/>
                    </a:ext>
                  </a:extLst>
                </p:cNvPr>
                <p:cNvCxnSpPr>
                  <a:cxnSpLocks/>
                </p:cNvCxnSpPr>
                <p:nvPr/>
              </p:nvCxnSpPr>
              <p:spPr>
                <a:xfrm flipH="1">
                  <a:off x="1129926" y="243492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DDB006E-2472-B739-D6A7-A89F67931C9C}"/>
                    </a:ext>
                  </a:extLst>
                </p:cNvPr>
                <p:cNvCxnSpPr>
                  <a:cxnSpLocks/>
                </p:cNvCxnSpPr>
                <p:nvPr/>
              </p:nvCxnSpPr>
              <p:spPr>
                <a:xfrm flipH="1" flipV="1">
                  <a:off x="1136045" y="226569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EB22B17-EBF6-AE84-A26D-B9D6C21C1F7D}"/>
                    </a:ext>
                  </a:extLst>
                </p:cNvPr>
                <p:cNvCxnSpPr>
                  <a:cxnSpLocks/>
                </p:cNvCxnSpPr>
                <p:nvPr/>
              </p:nvCxnSpPr>
              <p:spPr>
                <a:xfrm flipH="1" flipV="1">
                  <a:off x="1480788" y="243663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27" name="Oval 26">
                  <a:extLst>
                    <a:ext uri="{FF2B5EF4-FFF2-40B4-BE49-F238E27FC236}">
                      <a16:creationId xmlns:a16="http://schemas.microsoft.com/office/drawing/2014/main" id="{063FCDAE-716E-C208-820E-37DE189E99A9}"/>
                    </a:ext>
                  </a:extLst>
                </p:cNvPr>
                <p:cNvSpPr/>
                <p:nvPr/>
              </p:nvSpPr>
              <p:spPr>
                <a:xfrm>
                  <a:off x="1288014" y="2334922"/>
                  <a:ext cx="53037" cy="46914"/>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8" name="Straight Connector 27">
                  <a:extLst>
                    <a:ext uri="{FF2B5EF4-FFF2-40B4-BE49-F238E27FC236}">
                      <a16:creationId xmlns:a16="http://schemas.microsoft.com/office/drawing/2014/main" id="{8462E17E-F161-0122-8D13-BAB78837CED4}"/>
                    </a:ext>
                  </a:extLst>
                </p:cNvPr>
                <p:cNvCxnSpPr>
                  <a:cxnSpLocks/>
                </p:cNvCxnSpPr>
                <p:nvPr/>
              </p:nvCxnSpPr>
              <p:spPr>
                <a:xfrm>
                  <a:off x="1314533" y="2230033"/>
                  <a:ext cx="0" cy="111727"/>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1" name="TextBox 10">
              <a:extLst>
                <a:ext uri="{FF2B5EF4-FFF2-40B4-BE49-F238E27FC236}">
                  <a16:creationId xmlns:a16="http://schemas.microsoft.com/office/drawing/2014/main" id="{9F98BAD8-C522-CCA8-36EE-1740F9C6A631}"/>
                </a:ext>
              </a:extLst>
            </p:cNvPr>
            <p:cNvSpPr txBox="1"/>
            <p:nvPr/>
          </p:nvSpPr>
          <p:spPr>
            <a:xfrm flipH="1">
              <a:off x="-4167925" y="1956857"/>
              <a:ext cx="4680000" cy="350865"/>
            </a:xfrm>
            <a:prstGeom prst="rect">
              <a:avLst/>
            </a:prstGeom>
            <a:noFill/>
          </p:spPr>
          <p:txBody>
            <a:bodyPr wrap="square" rtlCol="0">
              <a:spAutoFit/>
            </a:bodyPr>
            <a:lstStyle/>
            <a:p>
              <a:pPr algn="r" rtl="1">
                <a:lnSpc>
                  <a:spcPct val="120000"/>
                </a:lnSpc>
                <a:buClr>
                  <a:srgbClr val="0000A8"/>
                </a:buClr>
              </a:pPr>
              <a:r>
                <a:rPr lang="fa-IR" sz="1400" b="1" dirty="0">
                  <a:latin typeface="IRANSans(FaNum)" panose="02040503050201020203" pitchFamily="18" charset="-78"/>
                  <a:cs typeface="IRANSans(FaNum)" panose="02040503050201020203" pitchFamily="18" charset="-78"/>
                </a:rPr>
                <a:t>حالت گره </a:t>
              </a:r>
              <a:r>
                <a:rPr lang="en-US" sz="1400" b="1" dirty="0">
                  <a:latin typeface="IRANSans(FaNum)" panose="02040503050201020203" pitchFamily="18" charset="-78"/>
                  <a:cs typeface="IRANSans(FaNum)" panose="02040503050201020203" pitchFamily="18" charset="-78"/>
                </a:rPr>
                <a:t>c</a:t>
              </a:r>
              <a:r>
                <a:rPr lang="fa-IR" sz="1400" b="1" dirty="0">
                  <a:latin typeface="IRANSans(FaNum)" panose="02040503050201020203" pitchFamily="18" charset="-78"/>
                  <a:cs typeface="IRANSans(FaNum)" panose="02040503050201020203" pitchFamily="18" charset="-78"/>
                </a:rPr>
                <a:t> در زمان </a:t>
              </a:r>
              <a:r>
                <a:rPr lang="en-US" sz="1400" b="1" dirty="0">
                  <a:latin typeface="IRANSans(FaNum)" panose="02040503050201020203" pitchFamily="18" charset="-78"/>
                  <a:cs typeface="IRANSans(FaNum)" panose="02040503050201020203" pitchFamily="18" charset="-78"/>
                </a:rPr>
                <a:t>t=0</a:t>
              </a:r>
              <a:r>
                <a:rPr lang="fa-IR" sz="1400" b="1" dirty="0">
                  <a:latin typeface="IRANSans(FaNum)" panose="02040503050201020203" pitchFamily="18" charset="-78"/>
                  <a:cs typeface="IRANSans(FaNum)" panose="02040503050201020203" pitchFamily="18" charset="-78"/>
                </a:rPr>
                <a:t> فقط در گره </a:t>
              </a:r>
              <a:r>
                <a:rPr lang="en-US" sz="1400" b="1" dirty="0">
                  <a:latin typeface="IRANSans(FaNum)" panose="02040503050201020203" pitchFamily="18" charset="-78"/>
                  <a:cs typeface="IRANSans(FaNum)" panose="02040503050201020203" pitchFamily="18" charset="-78"/>
                </a:rPr>
                <a:t>c</a:t>
              </a:r>
              <a:r>
                <a:rPr lang="fa-IR" sz="1400" b="1" dirty="0">
                  <a:latin typeface="IRANSans(FaNum)" panose="02040503050201020203" pitchFamily="18" charset="-78"/>
                  <a:cs typeface="IRANSans(FaNum)" panose="02040503050201020203" pitchFamily="18" charset="-78"/>
                </a:rPr>
                <a:t> است.</a:t>
              </a:r>
              <a:endParaRPr lang="en-US" sz="1400" b="1" dirty="0">
                <a:latin typeface="IRANSans(FaNum)" panose="02040503050201020203" pitchFamily="18" charset="-78"/>
                <a:cs typeface="IRANSans(FaNum)" panose="02040503050201020203" pitchFamily="18" charset="-78"/>
              </a:endParaRPr>
            </a:p>
          </p:txBody>
        </p:sp>
      </p:grpSp>
      <p:grpSp>
        <p:nvGrpSpPr>
          <p:cNvPr id="29" name="Group 28">
            <a:extLst>
              <a:ext uri="{FF2B5EF4-FFF2-40B4-BE49-F238E27FC236}">
                <a16:creationId xmlns:a16="http://schemas.microsoft.com/office/drawing/2014/main" id="{7F310444-DD34-0C06-EB6F-081C312C662D}"/>
              </a:ext>
            </a:extLst>
          </p:cNvPr>
          <p:cNvGrpSpPr/>
          <p:nvPr/>
        </p:nvGrpSpPr>
        <p:grpSpPr>
          <a:xfrm>
            <a:off x="827768" y="1836213"/>
            <a:ext cx="4435671" cy="4385738"/>
            <a:chOff x="6907258" y="1814623"/>
            <a:chExt cx="4435671" cy="4385738"/>
          </a:xfrm>
        </p:grpSpPr>
        <p:cxnSp>
          <p:nvCxnSpPr>
            <p:cNvPr id="30" name="Straight Connector 29">
              <a:extLst>
                <a:ext uri="{FF2B5EF4-FFF2-40B4-BE49-F238E27FC236}">
                  <a16:creationId xmlns:a16="http://schemas.microsoft.com/office/drawing/2014/main" id="{46C782BA-DE26-5139-A9D2-B7BCD0995B2F}"/>
                </a:ext>
              </a:extLst>
            </p:cNvPr>
            <p:cNvCxnSpPr>
              <a:cxnSpLocks/>
              <a:stCxn id="32" idx="2"/>
              <a:endCxn id="32" idx="0"/>
            </p:cNvCxnSpPr>
            <p:nvPr/>
          </p:nvCxnSpPr>
          <p:spPr>
            <a:xfrm flipV="1">
              <a:off x="9141446" y="2037680"/>
              <a:ext cx="0" cy="386311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4C28948C-5F4B-FB0C-D203-C9E7422717F6}"/>
                </a:ext>
              </a:extLst>
            </p:cNvPr>
            <p:cNvCxnSpPr>
              <a:cxnSpLocks/>
              <a:stCxn id="32" idx="1"/>
              <a:endCxn id="32" idx="3"/>
            </p:cNvCxnSpPr>
            <p:nvPr/>
          </p:nvCxnSpPr>
          <p:spPr>
            <a:xfrm>
              <a:off x="7209890" y="3969235"/>
              <a:ext cx="386311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466A08EA-75B7-67E3-E675-8EDD0B05FB08}"/>
                </a:ext>
              </a:extLst>
            </p:cNvPr>
            <p:cNvSpPr/>
            <p:nvPr/>
          </p:nvSpPr>
          <p:spPr>
            <a:xfrm>
              <a:off x="7209890" y="2037680"/>
              <a:ext cx="3863111" cy="386311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3" name="Rectangle 32">
              <a:extLst>
                <a:ext uri="{FF2B5EF4-FFF2-40B4-BE49-F238E27FC236}">
                  <a16:creationId xmlns:a16="http://schemas.microsoft.com/office/drawing/2014/main" id="{4DB24CF1-A9C9-EFAC-0E03-30108CBCDECB}"/>
                </a:ext>
              </a:extLst>
            </p:cNvPr>
            <p:cNvSpPr/>
            <p:nvPr/>
          </p:nvSpPr>
          <p:spPr>
            <a:xfrm>
              <a:off x="10991457" y="2109030"/>
              <a:ext cx="132508" cy="1855109"/>
            </a:xfrm>
            <a:prstGeom prst="rect">
              <a:avLst/>
            </a:prstGeom>
            <a:solidFill>
              <a:srgbClr val="FFFF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34" name="Group 33">
              <a:extLst>
                <a:ext uri="{FF2B5EF4-FFF2-40B4-BE49-F238E27FC236}">
                  <a16:creationId xmlns:a16="http://schemas.microsoft.com/office/drawing/2014/main" id="{2F8F39A6-629B-383A-54EE-670E061D7131}"/>
                </a:ext>
              </a:extLst>
            </p:cNvPr>
            <p:cNvGrpSpPr/>
            <p:nvPr/>
          </p:nvGrpSpPr>
          <p:grpSpPr>
            <a:xfrm>
              <a:off x="6944905" y="5680773"/>
              <a:ext cx="4395351" cy="404576"/>
              <a:chOff x="4333785" y="5772213"/>
              <a:chExt cx="4395351" cy="404576"/>
            </a:xfrm>
          </p:grpSpPr>
          <p:grpSp>
            <p:nvGrpSpPr>
              <p:cNvPr id="515" name="Group 514">
                <a:extLst>
                  <a:ext uri="{FF2B5EF4-FFF2-40B4-BE49-F238E27FC236}">
                    <a16:creationId xmlns:a16="http://schemas.microsoft.com/office/drawing/2014/main" id="{F735EBB0-327D-2344-2B81-EC052A6B7B6B}"/>
                  </a:ext>
                </a:extLst>
              </p:cNvPr>
              <p:cNvGrpSpPr/>
              <p:nvPr/>
            </p:nvGrpSpPr>
            <p:grpSpPr>
              <a:xfrm>
                <a:off x="4333785" y="5772213"/>
                <a:ext cx="531821" cy="369069"/>
                <a:chOff x="1348328" y="2475647"/>
                <a:chExt cx="603916" cy="419100"/>
              </a:xfrm>
            </p:grpSpPr>
            <p:grpSp>
              <p:nvGrpSpPr>
                <p:cNvPr id="536" name="Group 535">
                  <a:extLst>
                    <a:ext uri="{FF2B5EF4-FFF2-40B4-BE49-F238E27FC236}">
                      <a16:creationId xmlns:a16="http://schemas.microsoft.com/office/drawing/2014/main" id="{D2FC4848-0D4F-8114-EDBB-18850575B79D}"/>
                    </a:ext>
                  </a:extLst>
                </p:cNvPr>
                <p:cNvGrpSpPr/>
                <p:nvPr/>
              </p:nvGrpSpPr>
              <p:grpSpPr>
                <a:xfrm>
                  <a:off x="1348328" y="2555748"/>
                  <a:ext cx="603916" cy="308999"/>
                  <a:chOff x="5278570" y="2983486"/>
                  <a:chExt cx="501650" cy="233363"/>
                </a:xfrm>
              </p:grpSpPr>
              <p:sp>
                <p:nvSpPr>
                  <p:cNvPr id="540" name="Oval 5">
                    <a:extLst>
                      <a:ext uri="{FF2B5EF4-FFF2-40B4-BE49-F238E27FC236}">
                        <a16:creationId xmlns:a16="http://schemas.microsoft.com/office/drawing/2014/main" id="{F3744F26-50F8-3AA2-DA19-40C1E37745A6}"/>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6">
                    <a:extLst>
                      <a:ext uri="{FF2B5EF4-FFF2-40B4-BE49-F238E27FC236}">
                        <a16:creationId xmlns:a16="http://schemas.microsoft.com/office/drawing/2014/main" id="{D15C55EC-6669-00C3-245A-380C4E7925D6}"/>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7">
                    <a:extLst>
                      <a:ext uri="{FF2B5EF4-FFF2-40B4-BE49-F238E27FC236}">
                        <a16:creationId xmlns:a16="http://schemas.microsoft.com/office/drawing/2014/main" id="{60064761-4E5C-9BFB-0B72-8A9459D1D89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Rectangle 8">
                    <a:extLst>
                      <a:ext uri="{FF2B5EF4-FFF2-40B4-BE49-F238E27FC236}">
                        <a16:creationId xmlns:a16="http://schemas.microsoft.com/office/drawing/2014/main" id="{076948A3-E0C2-2B29-6AA4-A8DA760CDC4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Oval 9">
                    <a:extLst>
                      <a:ext uri="{FF2B5EF4-FFF2-40B4-BE49-F238E27FC236}">
                        <a16:creationId xmlns:a16="http://schemas.microsoft.com/office/drawing/2014/main" id="{A366A4FE-C663-F7B5-20B9-061F8619F286}"/>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7" name="Group 44">
                  <a:extLst>
                    <a:ext uri="{FF2B5EF4-FFF2-40B4-BE49-F238E27FC236}">
                      <a16:creationId xmlns:a16="http://schemas.microsoft.com/office/drawing/2014/main" id="{C5C65B8A-FE97-A650-4964-CF5A47EFFD13}"/>
                    </a:ext>
                  </a:extLst>
                </p:cNvPr>
                <p:cNvGrpSpPr>
                  <a:grpSpLocks/>
                </p:cNvGrpSpPr>
                <p:nvPr/>
              </p:nvGrpSpPr>
              <p:grpSpPr bwMode="auto">
                <a:xfrm>
                  <a:off x="1456374" y="2475647"/>
                  <a:ext cx="355165" cy="419100"/>
                  <a:chOff x="2944" y="2405"/>
                  <a:chExt cx="227" cy="264"/>
                </a:xfrm>
              </p:grpSpPr>
              <p:sp>
                <p:nvSpPr>
                  <p:cNvPr id="538" name="Rectangle 45">
                    <a:extLst>
                      <a:ext uri="{FF2B5EF4-FFF2-40B4-BE49-F238E27FC236}">
                        <a16:creationId xmlns:a16="http://schemas.microsoft.com/office/drawing/2014/main" id="{6AA0C0D0-11FD-640F-7AEC-D780AADF36F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Text Box 46">
                    <a:extLst>
                      <a:ext uri="{FF2B5EF4-FFF2-40B4-BE49-F238E27FC236}">
                        <a16:creationId xmlns:a16="http://schemas.microsoft.com/office/drawing/2014/main" id="{D98122FA-C510-5FC0-BE73-030340FDFA01}"/>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16" name="Group 515">
                <a:extLst>
                  <a:ext uri="{FF2B5EF4-FFF2-40B4-BE49-F238E27FC236}">
                    <a16:creationId xmlns:a16="http://schemas.microsoft.com/office/drawing/2014/main" id="{E49C7DBA-40B2-1227-4807-29F036699E5A}"/>
                  </a:ext>
                </a:extLst>
              </p:cNvPr>
              <p:cNvGrpSpPr/>
              <p:nvPr/>
            </p:nvGrpSpPr>
            <p:grpSpPr>
              <a:xfrm>
                <a:off x="6263949" y="5807720"/>
                <a:ext cx="531821" cy="369069"/>
                <a:chOff x="1348328" y="2507397"/>
                <a:chExt cx="603916" cy="419100"/>
              </a:xfrm>
            </p:grpSpPr>
            <p:grpSp>
              <p:nvGrpSpPr>
                <p:cNvPr id="527" name="Group 526">
                  <a:extLst>
                    <a:ext uri="{FF2B5EF4-FFF2-40B4-BE49-F238E27FC236}">
                      <a16:creationId xmlns:a16="http://schemas.microsoft.com/office/drawing/2014/main" id="{BE944AE2-F6C4-4A68-65EC-19BCD6869174}"/>
                    </a:ext>
                  </a:extLst>
                </p:cNvPr>
                <p:cNvGrpSpPr/>
                <p:nvPr/>
              </p:nvGrpSpPr>
              <p:grpSpPr>
                <a:xfrm>
                  <a:off x="1348328" y="2555748"/>
                  <a:ext cx="603916" cy="308999"/>
                  <a:chOff x="5278570" y="2983486"/>
                  <a:chExt cx="501650" cy="233363"/>
                </a:xfrm>
              </p:grpSpPr>
              <p:sp>
                <p:nvSpPr>
                  <p:cNvPr id="531" name="Oval 5">
                    <a:extLst>
                      <a:ext uri="{FF2B5EF4-FFF2-40B4-BE49-F238E27FC236}">
                        <a16:creationId xmlns:a16="http://schemas.microsoft.com/office/drawing/2014/main" id="{83C81028-466D-5393-8A2C-19C2F1C47EA8}"/>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Line 6">
                    <a:extLst>
                      <a:ext uri="{FF2B5EF4-FFF2-40B4-BE49-F238E27FC236}">
                        <a16:creationId xmlns:a16="http://schemas.microsoft.com/office/drawing/2014/main" id="{6202660E-D57F-988E-79DF-5257254BF043}"/>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Line 7">
                    <a:extLst>
                      <a:ext uri="{FF2B5EF4-FFF2-40B4-BE49-F238E27FC236}">
                        <a16:creationId xmlns:a16="http://schemas.microsoft.com/office/drawing/2014/main" id="{FC060481-BACA-A160-5BF7-AF729C92C1D7}"/>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Rectangle 8">
                    <a:extLst>
                      <a:ext uri="{FF2B5EF4-FFF2-40B4-BE49-F238E27FC236}">
                        <a16:creationId xmlns:a16="http://schemas.microsoft.com/office/drawing/2014/main" id="{89A8CADF-9F1E-ED64-0A3C-07F5AC9EDC5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9">
                    <a:extLst>
                      <a:ext uri="{FF2B5EF4-FFF2-40B4-BE49-F238E27FC236}">
                        <a16:creationId xmlns:a16="http://schemas.microsoft.com/office/drawing/2014/main" id="{45D0D788-33B1-557F-6C53-AEDCD74A5153}"/>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28" name="Group 44">
                  <a:extLst>
                    <a:ext uri="{FF2B5EF4-FFF2-40B4-BE49-F238E27FC236}">
                      <a16:creationId xmlns:a16="http://schemas.microsoft.com/office/drawing/2014/main" id="{65BC3481-AF0B-3F12-FB4E-4CC46DCDBCE4}"/>
                    </a:ext>
                  </a:extLst>
                </p:cNvPr>
                <p:cNvGrpSpPr>
                  <a:grpSpLocks/>
                </p:cNvGrpSpPr>
                <p:nvPr/>
              </p:nvGrpSpPr>
              <p:grpSpPr bwMode="auto">
                <a:xfrm>
                  <a:off x="1456374" y="2507397"/>
                  <a:ext cx="355165" cy="419100"/>
                  <a:chOff x="2944" y="2425"/>
                  <a:chExt cx="227" cy="264"/>
                </a:xfrm>
              </p:grpSpPr>
              <p:sp>
                <p:nvSpPr>
                  <p:cNvPr id="529" name="Rectangle 45">
                    <a:extLst>
                      <a:ext uri="{FF2B5EF4-FFF2-40B4-BE49-F238E27FC236}">
                        <a16:creationId xmlns:a16="http://schemas.microsoft.com/office/drawing/2014/main" id="{4CC34B27-4D63-F9AF-3EEC-E8B0A77A08D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Text Box 46">
                    <a:extLst>
                      <a:ext uri="{FF2B5EF4-FFF2-40B4-BE49-F238E27FC236}">
                        <a16:creationId xmlns:a16="http://schemas.microsoft.com/office/drawing/2014/main" id="{16CF7384-7E63-BCA2-1032-4BD6C95839EE}"/>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h</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17" name="Group 516">
                <a:extLst>
                  <a:ext uri="{FF2B5EF4-FFF2-40B4-BE49-F238E27FC236}">
                    <a16:creationId xmlns:a16="http://schemas.microsoft.com/office/drawing/2014/main" id="{04927AB1-E361-737B-BC70-D319FE031F4A}"/>
                  </a:ext>
                </a:extLst>
              </p:cNvPr>
              <p:cNvGrpSpPr/>
              <p:nvPr/>
            </p:nvGrpSpPr>
            <p:grpSpPr>
              <a:xfrm>
                <a:off x="8197315" y="5805271"/>
                <a:ext cx="531821" cy="369069"/>
                <a:chOff x="1348328" y="2507397"/>
                <a:chExt cx="603916" cy="419100"/>
              </a:xfrm>
            </p:grpSpPr>
            <p:grpSp>
              <p:nvGrpSpPr>
                <p:cNvPr id="518" name="Group 517">
                  <a:extLst>
                    <a:ext uri="{FF2B5EF4-FFF2-40B4-BE49-F238E27FC236}">
                      <a16:creationId xmlns:a16="http://schemas.microsoft.com/office/drawing/2014/main" id="{9C802B15-22A3-FE6A-5DFB-559048D426B3}"/>
                    </a:ext>
                  </a:extLst>
                </p:cNvPr>
                <p:cNvGrpSpPr/>
                <p:nvPr/>
              </p:nvGrpSpPr>
              <p:grpSpPr>
                <a:xfrm>
                  <a:off x="1348328" y="2555748"/>
                  <a:ext cx="603916" cy="308999"/>
                  <a:chOff x="5278570" y="2983486"/>
                  <a:chExt cx="501650" cy="233363"/>
                </a:xfrm>
              </p:grpSpPr>
              <p:sp>
                <p:nvSpPr>
                  <p:cNvPr id="522" name="Oval 5">
                    <a:extLst>
                      <a:ext uri="{FF2B5EF4-FFF2-40B4-BE49-F238E27FC236}">
                        <a16:creationId xmlns:a16="http://schemas.microsoft.com/office/drawing/2014/main" id="{CC9F0D1E-BC55-7134-761E-94AAE97134DF}"/>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3" name="Line 6">
                    <a:extLst>
                      <a:ext uri="{FF2B5EF4-FFF2-40B4-BE49-F238E27FC236}">
                        <a16:creationId xmlns:a16="http://schemas.microsoft.com/office/drawing/2014/main" id="{7C1A72C6-0C8C-8054-7AD8-036F319BCC01}"/>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Line 7">
                    <a:extLst>
                      <a:ext uri="{FF2B5EF4-FFF2-40B4-BE49-F238E27FC236}">
                        <a16:creationId xmlns:a16="http://schemas.microsoft.com/office/drawing/2014/main" id="{099AFD58-13D6-DDC7-151A-BECC8F7766B8}"/>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Rectangle 8">
                    <a:extLst>
                      <a:ext uri="{FF2B5EF4-FFF2-40B4-BE49-F238E27FC236}">
                        <a16:creationId xmlns:a16="http://schemas.microsoft.com/office/drawing/2014/main" id="{94D81314-BB9D-1492-7958-943A042EDE3B}"/>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6" name="Oval 9">
                    <a:extLst>
                      <a:ext uri="{FF2B5EF4-FFF2-40B4-BE49-F238E27FC236}">
                        <a16:creationId xmlns:a16="http://schemas.microsoft.com/office/drawing/2014/main" id="{278C0475-E41C-15C7-5F39-E66BD6FE059E}"/>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9" name="Group 44">
                  <a:extLst>
                    <a:ext uri="{FF2B5EF4-FFF2-40B4-BE49-F238E27FC236}">
                      <a16:creationId xmlns:a16="http://schemas.microsoft.com/office/drawing/2014/main" id="{472B99DE-A7BD-1A6D-EA78-E49E3197EFF6}"/>
                    </a:ext>
                  </a:extLst>
                </p:cNvPr>
                <p:cNvGrpSpPr>
                  <a:grpSpLocks/>
                </p:cNvGrpSpPr>
                <p:nvPr/>
              </p:nvGrpSpPr>
              <p:grpSpPr bwMode="auto">
                <a:xfrm>
                  <a:off x="1500196" y="2507397"/>
                  <a:ext cx="267548" cy="419100"/>
                  <a:chOff x="2972" y="2425"/>
                  <a:chExt cx="171" cy="264"/>
                </a:xfrm>
              </p:grpSpPr>
              <p:sp>
                <p:nvSpPr>
                  <p:cNvPr id="520" name="Rectangle 45">
                    <a:extLst>
                      <a:ext uri="{FF2B5EF4-FFF2-40B4-BE49-F238E27FC236}">
                        <a16:creationId xmlns:a16="http://schemas.microsoft.com/office/drawing/2014/main" id="{972FCDE3-3EC9-0442-6C2E-463124B00B3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1" name="Text Box 46">
                    <a:extLst>
                      <a:ext uri="{FF2B5EF4-FFF2-40B4-BE49-F238E27FC236}">
                        <a16:creationId xmlns:a16="http://schemas.microsoft.com/office/drawing/2014/main" id="{5FA9E53A-1B50-9E07-4F31-16CCF51C3DE1}"/>
                      </a:ext>
                    </a:extLst>
                  </p:cNvPr>
                  <p:cNvSpPr txBox="1">
                    <a:spLocks noChangeArrowheads="1"/>
                  </p:cNvSpPr>
                  <p:nvPr/>
                </p:nvSpPr>
                <p:spPr bwMode="auto">
                  <a:xfrm>
                    <a:off x="2972" y="2425"/>
                    <a:ext cx="17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35" name="TextBox 34">
              <a:extLst>
                <a:ext uri="{FF2B5EF4-FFF2-40B4-BE49-F238E27FC236}">
                  <a16:creationId xmlns:a16="http://schemas.microsoft.com/office/drawing/2014/main" id="{C2395BC8-456A-7082-4365-800788666E25}"/>
                </a:ext>
              </a:extLst>
            </p:cNvPr>
            <p:cNvSpPr txBox="1"/>
            <p:nvPr/>
          </p:nvSpPr>
          <p:spPr>
            <a:xfrm>
              <a:off x="6916902" y="2779082"/>
              <a:ext cx="301686" cy="338554"/>
            </a:xfrm>
            <a:prstGeom prst="rect">
              <a:avLst/>
            </a:prstGeom>
            <a:noFill/>
          </p:spPr>
          <p:txBody>
            <a:bodyPr wrap="square" rtlCol="0">
              <a:spAutoFit/>
            </a:bodyPr>
            <a:lstStyle/>
            <a:p>
              <a:r>
                <a:rPr lang="en-US" sz="1600" dirty="0"/>
                <a:t>1</a:t>
              </a:r>
            </a:p>
          </p:txBody>
        </p:sp>
        <p:sp>
          <p:nvSpPr>
            <p:cNvPr id="36" name="TextBox 35">
              <a:extLst>
                <a:ext uri="{FF2B5EF4-FFF2-40B4-BE49-F238E27FC236}">
                  <a16:creationId xmlns:a16="http://schemas.microsoft.com/office/drawing/2014/main" id="{A9B4B014-611E-9098-8324-1DF7AC95C0D2}"/>
                </a:ext>
              </a:extLst>
            </p:cNvPr>
            <p:cNvSpPr txBox="1"/>
            <p:nvPr/>
          </p:nvSpPr>
          <p:spPr>
            <a:xfrm>
              <a:off x="8828654" y="2769437"/>
              <a:ext cx="288862" cy="338554"/>
            </a:xfrm>
            <a:prstGeom prst="rect">
              <a:avLst/>
            </a:prstGeom>
            <a:noFill/>
          </p:spPr>
          <p:txBody>
            <a:bodyPr wrap="none" rtlCol="0">
              <a:spAutoFit/>
            </a:bodyPr>
            <a:lstStyle/>
            <a:p>
              <a:r>
                <a:rPr lang="en-US" sz="1600" dirty="0"/>
                <a:t>1</a:t>
              </a:r>
            </a:p>
          </p:txBody>
        </p:sp>
        <p:sp>
          <p:nvSpPr>
            <p:cNvPr id="37" name="TextBox 36">
              <a:extLst>
                <a:ext uri="{FF2B5EF4-FFF2-40B4-BE49-F238E27FC236}">
                  <a16:creationId xmlns:a16="http://schemas.microsoft.com/office/drawing/2014/main" id="{764DFB86-4AD1-7A65-6C8A-F613C8CCED6B}"/>
                </a:ext>
              </a:extLst>
            </p:cNvPr>
            <p:cNvSpPr txBox="1"/>
            <p:nvPr/>
          </p:nvSpPr>
          <p:spPr>
            <a:xfrm>
              <a:off x="6907258" y="4795006"/>
              <a:ext cx="301686" cy="338554"/>
            </a:xfrm>
            <a:prstGeom prst="rect">
              <a:avLst/>
            </a:prstGeom>
            <a:noFill/>
          </p:spPr>
          <p:txBody>
            <a:bodyPr wrap="square" rtlCol="0">
              <a:spAutoFit/>
            </a:bodyPr>
            <a:lstStyle/>
            <a:p>
              <a:r>
                <a:rPr lang="en-US" sz="1600" dirty="0"/>
                <a:t>1</a:t>
              </a:r>
            </a:p>
          </p:txBody>
        </p:sp>
        <p:sp>
          <p:nvSpPr>
            <p:cNvPr id="38" name="TextBox 37">
              <a:extLst>
                <a:ext uri="{FF2B5EF4-FFF2-40B4-BE49-F238E27FC236}">
                  <a16:creationId xmlns:a16="http://schemas.microsoft.com/office/drawing/2014/main" id="{36E52237-BB9F-506D-8BBA-A1C3D652D056}"/>
                </a:ext>
              </a:extLst>
            </p:cNvPr>
            <p:cNvSpPr txBox="1"/>
            <p:nvPr/>
          </p:nvSpPr>
          <p:spPr>
            <a:xfrm>
              <a:off x="8842160" y="4796936"/>
              <a:ext cx="288862" cy="338554"/>
            </a:xfrm>
            <a:prstGeom prst="rect">
              <a:avLst/>
            </a:prstGeom>
            <a:noFill/>
          </p:spPr>
          <p:txBody>
            <a:bodyPr wrap="none" rtlCol="0">
              <a:spAutoFit/>
            </a:bodyPr>
            <a:lstStyle/>
            <a:p>
              <a:r>
                <a:rPr lang="en-US" sz="1600" dirty="0"/>
                <a:t>1</a:t>
              </a:r>
            </a:p>
          </p:txBody>
        </p:sp>
        <p:sp>
          <p:nvSpPr>
            <p:cNvPr id="39" name="TextBox 38">
              <a:extLst>
                <a:ext uri="{FF2B5EF4-FFF2-40B4-BE49-F238E27FC236}">
                  <a16:creationId xmlns:a16="http://schemas.microsoft.com/office/drawing/2014/main" id="{FA81190E-1576-64B8-4B5A-CFBF27534132}"/>
                </a:ext>
              </a:extLst>
            </p:cNvPr>
            <p:cNvSpPr txBox="1"/>
            <p:nvPr/>
          </p:nvSpPr>
          <p:spPr>
            <a:xfrm>
              <a:off x="10765485" y="4798866"/>
              <a:ext cx="288862" cy="338554"/>
            </a:xfrm>
            <a:prstGeom prst="rect">
              <a:avLst/>
            </a:prstGeom>
            <a:noFill/>
          </p:spPr>
          <p:txBody>
            <a:bodyPr wrap="none" rtlCol="0">
              <a:spAutoFit/>
            </a:bodyPr>
            <a:lstStyle/>
            <a:p>
              <a:r>
                <a:rPr lang="en-US" sz="1600" dirty="0"/>
                <a:t>1</a:t>
              </a:r>
            </a:p>
          </p:txBody>
        </p:sp>
        <p:sp>
          <p:nvSpPr>
            <p:cNvPr id="40" name="TextBox 39">
              <a:extLst>
                <a:ext uri="{FF2B5EF4-FFF2-40B4-BE49-F238E27FC236}">
                  <a16:creationId xmlns:a16="http://schemas.microsoft.com/office/drawing/2014/main" id="{1D5EC4D8-42E3-3ECA-2BF8-72E296C316E7}"/>
                </a:ext>
              </a:extLst>
            </p:cNvPr>
            <p:cNvSpPr txBox="1"/>
            <p:nvPr/>
          </p:nvSpPr>
          <p:spPr>
            <a:xfrm>
              <a:off x="8053150" y="3938480"/>
              <a:ext cx="301686" cy="338554"/>
            </a:xfrm>
            <a:prstGeom prst="rect">
              <a:avLst/>
            </a:prstGeom>
            <a:noFill/>
          </p:spPr>
          <p:txBody>
            <a:bodyPr wrap="square" rtlCol="0">
              <a:spAutoFit/>
            </a:bodyPr>
            <a:lstStyle/>
            <a:p>
              <a:r>
                <a:rPr lang="en-US" sz="1600" dirty="0"/>
                <a:t>1</a:t>
              </a:r>
            </a:p>
          </p:txBody>
        </p:sp>
        <p:sp>
          <p:nvSpPr>
            <p:cNvPr id="41" name="TextBox 40">
              <a:extLst>
                <a:ext uri="{FF2B5EF4-FFF2-40B4-BE49-F238E27FC236}">
                  <a16:creationId xmlns:a16="http://schemas.microsoft.com/office/drawing/2014/main" id="{E6EEC20A-3106-90EF-3DAF-CC878ACEF0A6}"/>
                </a:ext>
              </a:extLst>
            </p:cNvPr>
            <p:cNvSpPr txBox="1"/>
            <p:nvPr/>
          </p:nvSpPr>
          <p:spPr>
            <a:xfrm>
              <a:off x="9964902" y="3928835"/>
              <a:ext cx="288862" cy="338554"/>
            </a:xfrm>
            <a:prstGeom prst="rect">
              <a:avLst/>
            </a:prstGeom>
            <a:noFill/>
          </p:spPr>
          <p:txBody>
            <a:bodyPr wrap="none" rtlCol="0">
              <a:spAutoFit/>
            </a:bodyPr>
            <a:lstStyle/>
            <a:p>
              <a:r>
                <a:rPr lang="en-US" sz="1600" dirty="0"/>
                <a:t>1</a:t>
              </a:r>
            </a:p>
          </p:txBody>
        </p:sp>
        <p:sp>
          <p:nvSpPr>
            <p:cNvPr id="42" name="TextBox 41">
              <a:extLst>
                <a:ext uri="{FF2B5EF4-FFF2-40B4-BE49-F238E27FC236}">
                  <a16:creationId xmlns:a16="http://schemas.microsoft.com/office/drawing/2014/main" id="{58D32FFD-6C05-338B-41D9-790092897CEC}"/>
                </a:ext>
              </a:extLst>
            </p:cNvPr>
            <p:cNvSpPr txBox="1"/>
            <p:nvPr/>
          </p:nvSpPr>
          <p:spPr>
            <a:xfrm>
              <a:off x="8055078" y="5861807"/>
              <a:ext cx="301686" cy="338554"/>
            </a:xfrm>
            <a:prstGeom prst="rect">
              <a:avLst/>
            </a:prstGeom>
            <a:noFill/>
          </p:spPr>
          <p:txBody>
            <a:bodyPr wrap="square" rtlCol="0">
              <a:spAutoFit/>
            </a:bodyPr>
            <a:lstStyle/>
            <a:p>
              <a:r>
                <a:rPr lang="en-US" sz="1600" dirty="0"/>
                <a:t>1</a:t>
              </a:r>
            </a:p>
          </p:txBody>
        </p:sp>
        <p:sp>
          <p:nvSpPr>
            <p:cNvPr id="43" name="TextBox 42">
              <a:extLst>
                <a:ext uri="{FF2B5EF4-FFF2-40B4-BE49-F238E27FC236}">
                  <a16:creationId xmlns:a16="http://schemas.microsoft.com/office/drawing/2014/main" id="{ADFCF974-676B-C045-01CC-4B352FB18041}"/>
                </a:ext>
              </a:extLst>
            </p:cNvPr>
            <p:cNvSpPr txBox="1"/>
            <p:nvPr/>
          </p:nvSpPr>
          <p:spPr>
            <a:xfrm>
              <a:off x="9966830" y="5852162"/>
              <a:ext cx="288862" cy="338554"/>
            </a:xfrm>
            <a:prstGeom prst="rect">
              <a:avLst/>
            </a:prstGeom>
            <a:noFill/>
          </p:spPr>
          <p:txBody>
            <a:bodyPr wrap="none" rtlCol="0">
              <a:spAutoFit/>
            </a:bodyPr>
            <a:lstStyle/>
            <a:p>
              <a:r>
                <a:rPr lang="en-US" sz="1600" dirty="0"/>
                <a:t>1</a:t>
              </a:r>
            </a:p>
          </p:txBody>
        </p:sp>
        <p:sp>
          <p:nvSpPr>
            <p:cNvPr id="44" name="TextBox 43">
              <a:extLst>
                <a:ext uri="{FF2B5EF4-FFF2-40B4-BE49-F238E27FC236}">
                  <a16:creationId xmlns:a16="http://schemas.microsoft.com/office/drawing/2014/main" id="{11E79AA5-5F97-7C32-B5B1-9B9C3AFA3BF3}"/>
                </a:ext>
              </a:extLst>
            </p:cNvPr>
            <p:cNvSpPr txBox="1"/>
            <p:nvPr/>
          </p:nvSpPr>
          <p:spPr>
            <a:xfrm>
              <a:off x="8057006" y="2032516"/>
              <a:ext cx="301686" cy="338554"/>
            </a:xfrm>
            <a:prstGeom prst="rect">
              <a:avLst/>
            </a:prstGeom>
            <a:noFill/>
          </p:spPr>
          <p:txBody>
            <a:bodyPr wrap="square" rtlCol="0">
              <a:spAutoFit/>
            </a:bodyPr>
            <a:lstStyle/>
            <a:p>
              <a:r>
                <a:rPr lang="en-US" sz="1600" dirty="0"/>
                <a:t>8</a:t>
              </a:r>
            </a:p>
          </p:txBody>
        </p:sp>
        <p:sp>
          <p:nvSpPr>
            <p:cNvPr id="45" name="TextBox 44">
              <a:extLst>
                <a:ext uri="{FF2B5EF4-FFF2-40B4-BE49-F238E27FC236}">
                  <a16:creationId xmlns:a16="http://schemas.microsoft.com/office/drawing/2014/main" id="{A458344D-A18D-4E97-6AF1-FEC15D3B7551}"/>
                </a:ext>
              </a:extLst>
            </p:cNvPr>
            <p:cNvSpPr txBox="1"/>
            <p:nvPr/>
          </p:nvSpPr>
          <p:spPr>
            <a:xfrm>
              <a:off x="9968758" y="2022871"/>
              <a:ext cx="288862" cy="338554"/>
            </a:xfrm>
            <a:prstGeom prst="rect">
              <a:avLst/>
            </a:prstGeom>
            <a:noFill/>
          </p:spPr>
          <p:txBody>
            <a:bodyPr wrap="none" rtlCol="0">
              <a:spAutoFit/>
            </a:bodyPr>
            <a:lstStyle/>
            <a:p>
              <a:r>
                <a:rPr lang="en-US" sz="1600" dirty="0"/>
                <a:t>1</a:t>
              </a:r>
            </a:p>
          </p:txBody>
        </p:sp>
        <p:sp>
          <p:nvSpPr>
            <p:cNvPr id="46" name="Right Arrow 1031">
              <a:extLst>
                <a:ext uri="{FF2B5EF4-FFF2-40B4-BE49-F238E27FC236}">
                  <a16:creationId xmlns:a16="http://schemas.microsoft.com/office/drawing/2014/main" id="{881143FF-02AC-7731-57B7-A4EDE6B4648A}"/>
                </a:ext>
              </a:extLst>
            </p:cNvPr>
            <p:cNvSpPr/>
            <p:nvPr/>
          </p:nvSpPr>
          <p:spPr>
            <a:xfrm rot="5400000">
              <a:off x="7011053" y="246986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ight Arrow 266">
              <a:extLst>
                <a:ext uri="{FF2B5EF4-FFF2-40B4-BE49-F238E27FC236}">
                  <a16:creationId xmlns:a16="http://schemas.microsoft.com/office/drawing/2014/main" id="{5A8F4E1D-E790-C80B-0C01-F9BDA6F1096E}"/>
                </a:ext>
              </a:extLst>
            </p:cNvPr>
            <p:cNvSpPr/>
            <p:nvPr/>
          </p:nvSpPr>
          <p:spPr>
            <a:xfrm rot="16200000">
              <a:off x="7006137" y="337934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ight Arrow 267">
              <a:extLst>
                <a:ext uri="{FF2B5EF4-FFF2-40B4-BE49-F238E27FC236}">
                  <a16:creationId xmlns:a16="http://schemas.microsoft.com/office/drawing/2014/main" id="{01AC8A19-CBFA-3F6A-8CD0-EAE2C1E1AD1A}"/>
                </a:ext>
              </a:extLst>
            </p:cNvPr>
            <p:cNvSpPr/>
            <p:nvPr/>
          </p:nvSpPr>
          <p:spPr>
            <a:xfrm rot="5400000">
              <a:off x="8913594" y="2455117"/>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ight Arrow 268">
              <a:extLst>
                <a:ext uri="{FF2B5EF4-FFF2-40B4-BE49-F238E27FC236}">
                  <a16:creationId xmlns:a16="http://schemas.microsoft.com/office/drawing/2014/main" id="{87E89B07-3802-2895-CAE2-C1CAA0421547}"/>
                </a:ext>
              </a:extLst>
            </p:cNvPr>
            <p:cNvSpPr/>
            <p:nvPr/>
          </p:nvSpPr>
          <p:spPr>
            <a:xfrm rot="16200000">
              <a:off x="8908678" y="3364601"/>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ight Arrow 269">
              <a:extLst>
                <a:ext uri="{FF2B5EF4-FFF2-40B4-BE49-F238E27FC236}">
                  <a16:creationId xmlns:a16="http://schemas.microsoft.com/office/drawing/2014/main" id="{6FF72D9C-97B1-48BD-8FDD-5C46E82BC1ED}"/>
                </a:ext>
              </a:extLst>
            </p:cNvPr>
            <p:cNvSpPr/>
            <p:nvPr/>
          </p:nvSpPr>
          <p:spPr>
            <a:xfrm rot="5400000">
              <a:off x="6981555" y="436749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Right Arrow 270">
              <a:extLst>
                <a:ext uri="{FF2B5EF4-FFF2-40B4-BE49-F238E27FC236}">
                  <a16:creationId xmlns:a16="http://schemas.microsoft.com/office/drawing/2014/main" id="{C0096823-F95C-4717-B8CE-B36BC9C8DD84}"/>
                </a:ext>
              </a:extLst>
            </p:cNvPr>
            <p:cNvSpPr/>
            <p:nvPr/>
          </p:nvSpPr>
          <p:spPr>
            <a:xfrm rot="16200000">
              <a:off x="6976639" y="5276978"/>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ight Arrow 271">
              <a:extLst>
                <a:ext uri="{FF2B5EF4-FFF2-40B4-BE49-F238E27FC236}">
                  <a16:creationId xmlns:a16="http://schemas.microsoft.com/office/drawing/2014/main" id="{BE3A7C84-6494-303C-3985-33F93227BB2A}"/>
                </a:ext>
              </a:extLst>
            </p:cNvPr>
            <p:cNvSpPr/>
            <p:nvPr/>
          </p:nvSpPr>
          <p:spPr>
            <a:xfrm rot="5400000">
              <a:off x="8923428" y="4362582"/>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ight Arrow 272">
              <a:extLst>
                <a:ext uri="{FF2B5EF4-FFF2-40B4-BE49-F238E27FC236}">
                  <a16:creationId xmlns:a16="http://schemas.microsoft.com/office/drawing/2014/main" id="{F34B1AF2-A1DE-0CA8-F36A-9BCCD4832CA7}"/>
                </a:ext>
              </a:extLst>
            </p:cNvPr>
            <p:cNvSpPr/>
            <p:nvPr/>
          </p:nvSpPr>
          <p:spPr>
            <a:xfrm rot="16200000">
              <a:off x="8918512" y="5272066"/>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Right Arrow 273">
              <a:extLst>
                <a:ext uri="{FF2B5EF4-FFF2-40B4-BE49-F238E27FC236}">
                  <a16:creationId xmlns:a16="http://schemas.microsoft.com/office/drawing/2014/main" id="{78480A6D-4BBA-0DAC-0189-945675145364}"/>
                </a:ext>
              </a:extLst>
            </p:cNvPr>
            <p:cNvSpPr/>
            <p:nvPr/>
          </p:nvSpPr>
          <p:spPr>
            <a:xfrm rot="5400000">
              <a:off x="10865301" y="4357670"/>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ight Arrow 274">
              <a:extLst>
                <a:ext uri="{FF2B5EF4-FFF2-40B4-BE49-F238E27FC236}">
                  <a16:creationId xmlns:a16="http://schemas.microsoft.com/office/drawing/2014/main" id="{DDFED23F-F3D4-7665-DF4F-599708CC3805}"/>
                </a:ext>
              </a:extLst>
            </p:cNvPr>
            <p:cNvSpPr/>
            <p:nvPr/>
          </p:nvSpPr>
          <p:spPr>
            <a:xfrm rot="16200000">
              <a:off x="10860385" y="5267154"/>
              <a:ext cx="639100" cy="157317"/>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ight Arrow 278">
              <a:extLst>
                <a:ext uri="{FF2B5EF4-FFF2-40B4-BE49-F238E27FC236}">
                  <a16:creationId xmlns:a16="http://schemas.microsoft.com/office/drawing/2014/main" id="{C3326444-AD2F-F53A-23E9-37EF49C98E8C}"/>
                </a:ext>
              </a:extLst>
            </p:cNvPr>
            <p:cNvSpPr/>
            <p:nvPr/>
          </p:nvSpPr>
          <p:spPr>
            <a:xfrm rot="10800000">
              <a:off x="10193515" y="5738225"/>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ight Arrow 279">
              <a:extLst>
                <a:ext uri="{FF2B5EF4-FFF2-40B4-BE49-F238E27FC236}">
                  <a16:creationId xmlns:a16="http://schemas.microsoft.com/office/drawing/2014/main" id="{11F0A5BE-A307-9478-7263-098FCEF577FB}"/>
                </a:ext>
              </a:extLst>
            </p:cNvPr>
            <p:cNvSpPr/>
            <p:nvPr/>
          </p:nvSpPr>
          <p:spPr>
            <a:xfrm>
              <a:off x="9430824" y="574314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C826CB95-342E-32A5-C2EA-84A8B72B552A}"/>
                </a:ext>
              </a:extLst>
            </p:cNvPr>
            <p:cNvGrpSpPr/>
            <p:nvPr/>
          </p:nvGrpSpPr>
          <p:grpSpPr>
            <a:xfrm>
              <a:off x="6947578" y="3742350"/>
              <a:ext cx="4395351" cy="404576"/>
              <a:chOff x="4333785" y="5772213"/>
              <a:chExt cx="4395351" cy="404576"/>
            </a:xfrm>
          </p:grpSpPr>
          <p:grpSp>
            <p:nvGrpSpPr>
              <p:cNvPr id="484" name="Group 483">
                <a:extLst>
                  <a:ext uri="{FF2B5EF4-FFF2-40B4-BE49-F238E27FC236}">
                    <a16:creationId xmlns:a16="http://schemas.microsoft.com/office/drawing/2014/main" id="{1948835D-6022-3B3C-CB4A-F05ED82706F2}"/>
                  </a:ext>
                </a:extLst>
              </p:cNvPr>
              <p:cNvGrpSpPr/>
              <p:nvPr/>
            </p:nvGrpSpPr>
            <p:grpSpPr>
              <a:xfrm>
                <a:off x="4333785" y="5772213"/>
                <a:ext cx="531821" cy="369069"/>
                <a:chOff x="1348328" y="2475647"/>
                <a:chExt cx="603916" cy="419100"/>
              </a:xfrm>
            </p:grpSpPr>
            <p:grpSp>
              <p:nvGrpSpPr>
                <p:cNvPr id="505" name="Group 504">
                  <a:extLst>
                    <a:ext uri="{FF2B5EF4-FFF2-40B4-BE49-F238E27FC236}">
                      <a16:creationId xmlns:a16="http://schemas.microsoft.com/office/drawing/2014/main" id="{987B970E-0510-CD04-53E6-F0FFC56B56B0}"/>
                    </a:ext>
                  </a:extLst>
                </p:cNvPr>
                <p:cNvGrpSpPr/>
                <p:nvPr/>
              </p:nvGrpSpPr>
              <p:grpSpPr>
                <a:xfrm>
                  <a:off x="1348328" y="2555748"/>
                  <a:ext cx="603916" cy="308999"/>
                  <a:chOff x="5278570" y="2983486"/>
                  <a:chExt cx="501650" cy="233363"/>
                </a:xfrm>
              </p:grpSpPr>
              <p:sp>
                <p:nvSpPr>
                  <p:cNvPr id="510" name="Oval 5">
                    <a:extLst>
                      <a:ext uri="{FF2B5EF4-FFF2-40B4-BE49-F238E27FC236}">
                        <a16:creationId xmlns:a16="http://schemas.microsoft.com/office/drawing/2014/main" id="{14BB6C70-E73A-A6B4-8802-FD481CE92251}"/>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Line 6">
                    <a:extLst>
                      <a:ext uri="{FF2B5EF4-FFF2-40B4-BE49-F238E27FC236}">
                        <a16:creationId xmlns:a16="http://schemas.microsoft.com/office/drawing/2014/main" id="{8062CBA7-B9DF-2281-E758-5DD703682F9F}"/>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Line 7">
                    <a:extLst>
                      <a:ext uri="{FF2B5EF4-FFF2-40B4-BE49-F238E27FC236}">
                        <a16:creationId xmlns:a16="http://schemas.microsoft.com/office/drawing/2014/main" id="{4BBB8341-9BC6-A680-9ADD-31C1B2F84FB1}"/>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Rectangle 8">
                    <a:extLst>
                      <a:ext uri="{FF2B5EF4-FFF2-40B4-BE49-F238E27FC236}">
                        <a16:creationId xmlns:a16="http://schemas.microsoft.com/office/drawing/2014/main" id="{2CABDCE6-B965-46AB-442B-725373F188AA}"/>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Oval 9">
                    <a:extLst>
                      <a:ext uri="{FF2B5EF4-FFF2-40B4-BE49-F238E27FC236}">
                        <a16:creationId xmlns:a16="http://schemas.microsoft.com/office/drawing/2014/main" id="{C6FEA249-594B-C041-75F1-4E1ADFCAFD15}"/>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6" name="Group 44">
                  <a:extLst>
                    <a:ext uri="{FF2B5EF4-FFF2-40B4-BE49-F238E27FC236}">
                      <a16:creationId xmlns:a16="http://schemas.microsoft.com/office/drawing/2014/main" id="{D0EC362A-F1B8-BC13-7F30-0BFAD7919179}"/>
                    </a:ext>
                  </a:extLst>
                </p:cNvPr>
                <p:cNvGrpSpPr>
                  <a:grpSpLocks/>
                </p:cNvGrpSpPr>
                <p:nvPr/>
              </p:nvGrpSpPr>
              <p:grpSpPr bwMode="auto">
                <a:xfrm>
                  <a:off x="1456374" y="2475647"/>
                  <a:ext cx="355165" cy="419100"/>
                  <a:chOff x="2944" y="2405"/>
                  <a:chExt cx="227" cy="264"/>
                </a:xfrm>
              </p:grpSpPr>
              <p:sp>
                <p:nvSpPr>
                  <p:cNvPr id="507" name="Rectangle 45">
                    <a:extLst>
                      <a:ext uri="{FF2B5EF4-FFF2-40B4-BE49-F238E27FC236}">
                        <a16:creationId xmlns:a16="http://schemas.microsoft.com/office/drawing/2014/main" id="{7056F5C0-9257-09EA-71B9-EA775E6D94D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Text Box 46">
                    <a:extLst>
                      <a:ext uri="{FF2B5EF4-FFF2-40B4-BE49-F238E27FC236}">
                        <a16:creationId xmlns:a16="http://schemas.microsoft.com/office/drawing/2014/main" id="{3EDA9D8B-3551-EA7F-5C62-9EBAA0936241}"/>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5" name="Group 484">
                <a:extLst>
                  <a:ext uri="{FF2B5EF4-FFF2-40B4-BE49-F238E27FC236}">
                    <a16:creationId xmlns:a16="http://schemas.microsoft.com/office/drawing/2014/main" id="{8474BE95-BF8C-1C7A-DDF0-DE026997B3E0}"/>
                  </a:ext>
                </a:extLst>
              </p:cNvPr>
              <p:cNvGrpSpPr/>
              <p:nvPr/>
            </p:nvGrpSpPr>
            <p:grpSpPr>
              <a:xfrm>
                <a:off x="6263949" y="5807720"/>
                <a:ext cx="531821" cy="369069"/>
                <a:chOff x="1348328" y="2507397"/>
                <a:chExt cx="603916" cy="419100"/>
              </a:xfrm>
            </p:grpSpPr>
            <p:grpSp>
              <p:nvGrpSpPr>
                <p:cNvPr id="496" name="Group 495">
                  <a:extLst>
                    <a:ext uri="{FF2B5EF4-FFF2-40B4-BE49-F238E27FC236}">
                      <a16:creationId xmlns:a16="http://schemas.microsoft.com/office/drawing/2014/main" id="{5CF0F25C-5068-D555-4CB4-69634CEAB22F}"/>
                    </a:ext>
                  </a:extLst>
                </p:cNvPr>
                <p:cNvGrpSpPr/>
                <p:nvPr/>
              </p:nvGrpSpPr>
              <p:grpSpPr>
                <a:xfrm>
                  <a:off x="1348328" y="2555748"/>
                  <a:ext cx="603916" cy="308999"/>
                  <a:chOff x="5278570" y="2983486"/>
                  <a:chExt cx="501650" cy="233363"/>
                </a:xfrm>
              </p:grpSpPr>
              <p:sp>
                <p:nvSpPr>
                  <p:cNvPr id="500" name="Oval 5">
                    <a:extLst>
                      <a:ext uri="{FF2B5EF4-FFF2-40B4-BE49-F238E27FC236}">
                        <a16:creationId xmlns:a16="http://schemas.microsoft.com/office/drawing/2014/main" id="{B8E219F6-60AD-744E-1521-2E8E6739A55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6">
                    <a:extLst>
                      <a:ext uri="{FF2B5EF4-FFF2-40B4-BE49-F238E27FC236}">
                        <a16:creationId xmlns:a16="http://schemas.microsoft.com/office/drawing/2014/main" id="{4A1F35B6-17D0-1626-7D2F-6A5969BF432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Line 7">
                    <a:extLst>
                      <a:ext uri="{FF2B5EF4-FFF2-40B4-BE49-F238E27FC236}">
                        <a16:creationId xmlns:a16="http://schemas.microsoft.com/office/drawing/2014/main" id="{9F18C982-583B-0CFD-B9C9-C936FB2864DC}"/>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Rectangle 8">
                    <a:extLst>
                      <a:ext uri="{FF2B5EF4-FFF2-40B4-BE49-F238E27FC236}">
                        <a16:creationId xmlns:a16="http://schemas.microsoft.com/office/drawing/2014/main" id="{556599BB-3006-03FA-1A56-E9E47D2571D7}"/>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4" name="Oval 9">
                    <a:extLst>
                      <a:ext uri="{FF2B5EF4-FFF2-40B4-BE49-F238E27FC236}">
                        <a16:creationId xmlns:a16="http://schemas.microsoft.com/office/drawing/2014/main" id="{83D727A0-2879-A4B2-D94B-B904F17A6214}"/>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97" name="Group 44">
                  <a:extLst>
                    <a:ext uri="{FF2B5EF4-FFF2-40B4-BE49-F238E27FC236}">
                      <a16:creationId xmlns:a16="http://schemas.microsoft.com/office/drawing/2014/main" id="{0FB6796A-99A6-620C-92DF-000B24E6F769}"/>
                    </a:ext>
                  </a:extLst>
                </p:cNvPr>
                <p:cNvGrpSpPr>
                  <a:grpSpLocks/>
                </p:cNvGrpSpPr>
                <p:nvPr/>
              </p:nvGrpSpPr>
              <p:grpSpPr bwMode="auto">
                <a:xfrm>
                  <a:off x="1456374" y="2507397"/>
                  <a:ext cx="355165" cy="419100"/>
                  <a:chOff x="2944" y="2425"/>
                  <a:chExt cx="227" cy="264"/>
                </a:xfrm>
              </p:grpSpPr>
              <p:sp>
                <p:nvSpPr>
                  <p:cNvPr id="498" name="Rectangle 45">
                    <a:extLst>
                      <a:ext uri="{FF2B5EF4-FFF2-40B4-BE49-F238E27FC236}">
                        <a16:creationId xmlns:a16="http://schemas.microsoft.com/office/drawing/2014/main" id="{61F21C1C-6861-07D9-AE4D-6D49CC930D0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Text Box 46">
                    <a:extLst>
                      <a:ext uri="{FF2B5EF4-FFF2-40B4-BE49-F238E27FC236}">
                        <a16:creationId xmlns:a16="http://schemas.microsoft.com/office/drawing/2014/main" id="{44E7AEE1-A30E-EAB0-1D56-74FF1E82CB35}"/>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e</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86" name="Group 485">
                <a:extLst>
                  <a:ext uri="{FF2B5EF4-FFF2-40B4-BE49-F238E27FC236}">
                    <a16:creationId xmlns:a16="http://schemas.microsoft.com/office/drawing/2014/main" id="{9D4A5427-4CAA-F303-F670-061907FF0EE6}"/>
                  </a:ext>
                </a:extLst>
              </p:cNvPr>
              <p:cNvGrpSpPr/>
              <p:nvPr/>
            </p:nvGrpSpPr>
            <p:grpSpPr>
              <a:xfrm>
                <a:off x="8197315" y="5805271"/>
                <a:ext cx="531821" cy="369069"/>
                <a:chOff x="1348328" y="2507397"/>
                <a:chExt cx="603916" cy="419100"/>
              </a:xfrm>
            </p:grpSpPr>
            <p:grpSp>
              <p:nvGrpSpPr>
                <p:cNvPr id="487" name="Group 486">
                  <a:extLst>
                    <a:ext uri="{FF2B5EF4-FFF2-40B4-BE49-F238E27FC236}">
                      <a16:creationId xmlns:a16="http://schemas.microsoft.com/office/drawing/2014/main" id="{179B239F-A3BD-BD51-A1C9-B1FACDCB61A9}"/>
                    </a:ext>
                  </a:extLst>
                </p:cNvPr>
                <p:cNvGrpSpPr/>
                <p:nvPr/>
              </p:nvGrpSpPr>
              <p:grpSpPr>
                <a:xfrm>
                  <a:off x="1348328" y="2555748"/>
                  <a:ext cx="603916" cy="308999"/>
                  <a:chOff x="5278570" y="2983486"/>
                  <a:chExt cx="501650" cy="233363"/>
                </a:xfrm>
              </p:grpSpPr>
              <p:sp>
                <p:nvSpPr>
                  <p:cNvPr id="491" name="Oval 5">
                    <a:extLst>
                      <a:ext uri="{FF2B5EF4-FFF2-40B4-BE49-F238E27FC236}">
                        <a16:creationId xmlns:a16="http://schemas.microsoft.com/office/drawing/2014/main" id="{33478FB1-589E-125C-3E34-70CBCDE9D57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Line 6">
                    <a:extLst>
                      <a:ext uri="{FF2B5EF4-FFF2-40B4-BE49-F238E27FC236}">
                        <a16:creationId xmlns:a16="http://schemas.microsoft.com/office/drawing/2014/main" id="{2EDB40F4-AB4E-2518-829B-AF8A9FF359EB}"/>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Line 7">
                    <a:extLst>
                      <a:ext uri="{FF2B5EF4-FFF2-40B4-BE49-F238E27FC236}">
                        <a16:creationId xmlns:a16="http://schemas.microsoft.com/office/drawing/2014/main" id="{0DF9C86B-DD1C-8C0D-0F4E-278C5DCB119E}"/>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Rectangle 8">
                    <a:extLst>
                      <a:ext uri="{FF2B5EF4-FFF2-40B4-BE49-F238E27FC236}">
                        <a16:creationId xmlns:a16="http://schemas.microsoft.com/office/drawing/2014/main" id="{43FF8538-4FB9-C0A8-C5AB-700522D7365F}"/>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5" name="Oval 9">
                    <a:extLst>
                      <a:ext uri="{FF2B5EF4-FFF2-40B4-BE49-F238E27FC236}">
                        <a16:creationId xmlns:a16="http://schemas.microsoft.com/office/drawing/2014/main" id="{C1744269-5854-3821-2B90-B99546A214FF}"/>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88" name="Group 44">
                  <a:extLst>
                    <a:ext uri="{FF2B5EF4-FFF2-40B4-BE49-F238E27FC236}">
                      <a16:creationId xmlns:a16="http://schemas.microsoft.com/office/drawing/2014/main" id="{966023F6-E7E9-2CEC-0C4B-C2BAA83A3FA5}"/>
                    </a:ext>
                  </a:extLst>
                </p:cNvPr>
                <p:cNvGrpSpPr>
                  <a:grpSpLocks/>
                </p:cNvGrpSpPr>
                <p:nvPr/>
              </p:nvGrpSpPr>
              <p:grpSpPr bwMode="auto">
                <a:xfrm>
                  <a:off x="1492372" y="2507397"/>
                  <a:ext cx="283194" cy="419100"/>
                  <a:chOff x="2967" y="2425"/>
                  <a:chExt cx="181" cy="264"/>
                </a:xfrm>
              </p:grpSpPr>
              <p:sp>
                <p:nvSpPr>
                  <p:cNvPr id="489" name="Rectangle 45">
                    <a:extLst>
                      <a:ext uri="{FF2B5EF4-FFF2-40B4-BE49-F238E27FC236}">
                        <a16:creationId xmlns:a16="http://schemas.microsoft.com/office/drawing/2014/main" id="{C28BDFAA-A2C5-18F7-085A-F6D1A98BC9B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Text Box 46">
                    <a:extLst>
                      <a:ext uri="{FF2B5EF4-FFF2-40B4-BE49-F238E27FC236}">
                        <a16:creationId xmlns:a16="http://schemas.microsoft.com/office/drawing/2014/main" id="{F57EDC87-D9F1-5182-7D29-408A549C1B83}"/>
                      </a:ext>
                    </a:extLst>
                  </p:cNvPr>
                  <p:cNvSpPr txBox="1">
                    <a:spLocks noChangeArrowheads="1"/>
                  </p:cNvSpPr>
                  <p:nvPr/>
                </p:nvSpPr>
                <p:spPr bwMode="auto">
                  <a:xfrm>
                    <a:off x="2967" y="2425"/>
                    <a:ext cx="181"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f</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9" name="Group 58">
              <a:extLst>
                <a:ext uri="{FF2B5EF4-FFF2-40B4-BE49-F238E27FC236}">
                  <a16:creationId xmlns:a16="http://schemas.microsoft.com/office/drawing/2014/main" id="{F077441F-F09A-B26F-1461-053CA5B23D38}"/>
                </a:ext>
              </a:extLst>
            </p:cNvPr>
            <p:cNvGrpSpPr/>
            <p:nvPr/>
          </p:nvGrpSpPr>
          <p:grpSpPr>
            <a:xfrm>
              <a:off x="6944905" y="1814623"/>
              <a:ext cx="4395351" cy="404576"/>
              <a:chOff x="4333785" y="5772213"/>
              <a:chExt cx="4395351" cy="404576"/>
            </a:xfrm>
          </p:grpSpPr>
          <p:grpSp>
            <p:nvGrpSpPr>
              <p:cNvPr id="454" name="Group 453">
                <a:extLst>
                  <a:ext uri="{FF2B5EF4-FFF2-40B4-BE49-F238E27FC236}">
                    <a16:creationId xmlns:a16="http://schemas.microsoft.com/office/drawing/2014/main" id="{CCAF9FAA-C42D-D802-49AD-7BFEC6948BA8}"/>
                  </a:ext>
                </a:extLst>
              </p:cNvPr>
              <p:cNvGrpSpPr/>
              <p:nvPr/>
            </p:nvGrpSpPr>
            <p:grpSpPr>
              <a:xfrm>
                <a:off x="4333785" y="5772213"/>
                <a:ext cx="531821" cy="369069"/>
                <a:chOff x="1348328" y="2475647"/>
                <a:chExt cx="603916" cy="419100"/>
              </a:xfrm>
            </p:grpSpPr>
            <p:grpSp>
              <p:nvGrpSpPr>
                <p:cNvPr id="475" name="Group 474">
                  <a:extLst>
                    <a:ext uri="{FF2B5EF4-FFF2-40B4-BE49-F238E27FC236}">
                      <a16:creationId xmlns:a16="http://schemas.microsoft.com/office/drawing/2014/main" id="{4A89928D-7529-86DC-0C1C-658F3C777A28}"/>
                    </a:ext>
                  </a:extLst>
                </p:cNvPr>
                <p:cNvGrpSpPr/>
                <p:nvPr/>
              </p:nvGrpSpPr>
              <p:grpSpPr>
                <a:xfrm>
                  <a:off x="1348328" y="2555748"/>
                  <a:ext cx="603916" cy="308999"/>
                  <a:chOff x="5278570" y="2983486"/>
                  <a:chExt cx="501650" cy="233363"/>
                </a:xfrm>
              </p:grpSpPr>
              <p:sp>
                <p:nvSpPr>
                  <p:cNvPr id="479" name="Oval 5">
                    <a:extLst>
                      <a:ext uri="{FF2B5EF4-FFF2-40B4-BE49-F238E27FC236}">
                        <a16:creationId xmlns:a16="http://schemas.microsoft.com/office/drawing/2014/main" id="{1A927E3D-DC77-497C-0ADB-42789227441B}"/>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6">
                    <a:extLst>
                      <a:ext uri="{FF2B5EF4-FFF2-40B4-BE49-F238E27FC236}">
                        <a16:creationId xmlns:a16="http://schemas.microsoft.com/office/drawing/2014/main" id="{DEFDCFDB-5FB1-151C-22DB-A3D11EC8296E}"/>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7">
                    <a:extLst>
                      <a:ext uri="{FF2B5EF4-FFF2-40B4-BE49-F238E27FC236}">
                        <a16:creationId xmlns:a16="http://schemas.microsoft.com/office/drawing/2014/main" id="{DAFD6FBF-4A51-B928-1E7F-E50113A0FB50}"/>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Rectangle 8">
                    <a:extLst>
                      <a:ext uri="{FF2B5EF4-FFF2-40B4-BE49-F238E27FC236}">
                        <a16:creationId xmlns:a16="http://schemas.microsoft.com/office/drawing/2014/main" id="{C1EACEC2-0FAB-2DE2-2F2E-1E6B1DB00435}"/>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3" name="Oval 9">
                    <a:extLst>
                      <a:ext uri="{FF2B5EF4-FFF2-40B4-BE49-F238E27FC236}">
                        <a16:creationId xmlns:a16="http://schemas.microsoft.com/office/drawing/2014/main" id="{3F709C30-DE08-4F49-FBDD-A69C74543C7A}"/>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6" name="Group 44">
                  <a:extLst>
                    <a:ext uri="{FF2B5EF4-FFF2-40B4-BE49-F238E27FC236}">
                      <a16:creationId xmlns:a16="http://schemas.microsoft.com/office/drawing/2014/main" id="{05BD379F-DDD2-82F5-73C2-0CC19FA64E73}"/>
                    </a:ext>
                  </a:extLst>
                </p:cNvPr>
                <p:cNvGrpSpPr>
                  <a:grpSpLocks/>
                </p:cNvGrpSpPr>
                <p:nvPr/>
              </p:nvGrpSpPr>
              <p:grpSpPr bwMode="auto">
                <a:xfrm>
                  <a:off x="1456374" y="2475647"/>
                  <a:ext cx="355165" cy="419100"/>
                  <a:chOff x="2944" y="2405"/>
                  <a:chExt cx="227" cy="264"/>
                </a:xfrm>
              </p:grpSpPr>
              <p:sp>
                <p:nvSpPr>
                  <p:cNvPr id="477" name="Rectangle 45">
                    <a:extLst>
                      <a:ext uri="{FF2B5EF4-FFF2-40B4-BE49-F238E27FC236}">
                        <a16:creationId xmlns:a16="http://schemas.microsoft.com/office/drawing/2014/main" id="{6578C3CB-5D32-FFD1-408B-400435341D3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Text Box 46">
                    <a:extLst>
                      <a:ext uri="{FF2B5EF4-FFF2-40B4-BE49-F238E27FC236}">
                        <a16:creationId xmlns:a16="http://schemas.microsoft.com/office/drawing/2014/main" id="{2A5BDFB3-A821-B691-240C-E4F6A0B15F29}"/>
                      </a:ext>
                    </a:extLst>
                  </p:cNvPr>
                  <p:cNvSpPr txBox="1">
                    <a:spLocks noChangeArrowheads="1"/>
                  </p:cNvSpPr>
                  <p:nvPr/>
                </p:nvSpPr>
                <p:spPr bwMode="auto">
                  <a:xfrm>
                    <a:off x="2944" y="240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5" name="Group 454">
                <a:extLst>
                  <a:ext uri="{FF2B5EF4-FFF2-40B4-BE49-F238E27FC236}">
                    <a16:creationId xmlns:a16="http://schemas.microsoft.com/office/drawing/2014/main" id="{5CDB9866-5380-B1B3-B466-C8E96F3E5D70}"/>
                  </a:ext>
                </a:extLst>
              </p:cNvPr>
              <p:cNvGrpSpPr/>
              <p:nvPr/>
            </p:nvGrpSpPr>
            <p:grpSpPr>
              <a:xfrm>
                <a:off x="6263949" y="5807720"/>
                <a:ext cx="531821" cy="369069"/>
                <a:chOff x="1348328" y="2507397"/>
                <a:chExt cx="603916" cy="419100"/>
              </a:xfrm>
            </p:grpSpPr>
            <p:grpSp>
              <p:nvGrpSpPr>
                <p:cNvPr id="466" name="Group 465">
                  <a:extLst>
                    <a:ext uri="{FF2B5EF4-FFF2-40B4-BE49-F238E27FC236}">
                      <a16:creationId xmlns:a16="http://schemas.microsoft.com/office/drawing/2014/main" id="{A721BA49-485A-A66F-DFB0-5FF6AD7B452F}"/>
                    </a:ext>
                  </a:extLst>
                </p:cNvPr>
                <p:cNvGrpSpPr/>
                <p:nvPr/>
              </p:nvGrpSpPr>
              <p:grpSpPr>
                <a:xfrm>
                  <a:off x="1348328" y="2555748"/>
                  <a:ext cx="603916" cy="308999"/>
                  <a:chOff x="5278570" y="2983486"/>
                  <a:chExt cx="501650" cy="233363"/>
                </a:xfrm>
              </p:grpSpPr>
              <p:sp>
                <p:nvSpPr>
                  <p:cNvPr id="470" name="Oval 5">
                    <a:extLst>
                      <a:ext uri="{FF2B5EF4-FFF2-40B4-BE49-F238E27FC236}">
                        <a16:creationId xmlns:a16="http://schemas.microsoft.com/office/drawing/2014/main" id="{8C6C4414-5B03-9780-6327-9FE0F531A647}"/>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6">
                    <a:extLst>
                      <a:ext uri="{FF2B5EF4-FFF2-40B4-BE49-F238E27FC236}">
                        <a16:creationId xmlns:a16="http://schemas.microsoft.com/office/drawing/2014/main" id="{6028A18F-1D6D-5009-8648-BF2A6DD23C68}"/>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Line 7">
                    <a:extLst>
                      <a:ext uri="{FF2B5EF4-FFF2-40B4-BE49-F238E27FC236}">
                        <a16:creationId xmlns:a16="http://schemas.microsoft.com/office/drawing/2014/main" id="{6DF8DDB7-9DC1-0476-069F-B9F325F0F1EF}"/>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Rectangle 8">
                    <a:extLst>
                      <a:ext uri="{FF2B5EF4-FFF2-40B4-BE49-F238E27FC236}">
                        <a16:creationId xmlns:a16="http://schemas.microsoft.com/office/drawing/2014/main" id="{13E4F294-211B-580C-314D-EFBC5BDAECC3}"/>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Oval 9">
                    <a:extLst>
                      <a:ext uri="{FF2B5EF4-FFF2-40B4-BE49-F238E27FC236}">
                        <a16:creationId xmlns:a16="http://schemas.microsoft.com/office/drawing/2014/main" id="{0F4D6B2A-49F6-2E2A-B927-218C1852B6E5}"/>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7" name="Group 44">
                  <a:extLst>
                    <a:ext uri="{FF2B5EF4-FFF2-40B4-BE49-F238E27FC236}">
                      <a16:creationId xmlns:a16="http://schemas.microsoft.com/office/drawing/2014/main" id="{10567B47-870A-4820-3790-040C602A5FB8}"/>
                    </a:ext>
                  </a:extLst>
                </p:cNvPr>
                <p:cNvGrpSpPr>
                  <a:grpSpLocks/>
                </p:cNvGrpSpPr>
                <p:nvPr/>
              </p:nvGrpSpPr>
              <p:grpSpPr bwMode="auto">
                <a:xfrm>
                  <a:off x="1456374" y="2507397"/>
                  <a:ext cx="355165" cy="419100"/>
                  <a:chOff x="2944" y="2425"/>
                  <a:chExt cx="227" cy="264"/>
                </a:xfrm>
              </p:grpSpPr>
              <p:sp>
                <p:nvSpPr>
                  <p:cNvPr id="468" name="Rectangle 45">
                    <a:extLst>
                      <a:ext uri="{FF2B5EF4-FFF2-40B4-BE49-F238E27FC236}">
                        <a16:creationId xmlns:a16="http://schemas.microsoft.com/office/drawing/2014/main" id="{F9371240-4FBF-7BC9-8D19-2A162E41C2AA}"/>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Text Box 46">
                    <a:extLst>
                      <a:ext uri="{FF2B5EF4-FFF2-40B4-BE49-F238E27FC236}">
                        <a16:creationId xmlns:a16="http://schemas.microsoft.com/office/drawing/2014/main" id="{727C3290-818B-092B-7E70-252D3011CA48}"/>
                      </a:ext>
                    </a:extLst>
                  </p:cNvPr>
                  <p:cNvSpPr txBox="1">
                    <a:spLocks noChangeArrowheads="1"/>
                  </p:cNvSpPr>
                  <p:nvPr/>
                </p:nvSpPr>
                <p:spPr bwMode="auto">
                  <a:xfrm>
                    <a:off x="2944" y="2425"/>
                    <a:ext cx="227"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56" name="Group 455">
                <a:extLst>
                  <a:ext uri="{FF2B5EF4-FFF2-40B4-BE49-F238E27FC236}">
                    <a16:creationId xmlns:a16="http://schemas.microsoft.com/office/drawing/2014/main" id="{81269A3E-40BE-B559-A83C-E858E01C7809}"/>
                  </a:ext>
                </a:extLst>
              </p:cNvPr>
              <p:cNvGrpSpPr/>
              <p:nvPr/>
            </p:nvGrpSpPr>
            <p:grpSpPr>
              <a:xfrm>
                <a:off x="8197315" y="5805271"/>
                <a:ext cx="531821" cy="369069"/>
                <a:chOff x="1348328" y="2507397"/>
                <a:chExt cx="603916" cy="419100"/>
              </a:xfrm>
            </p:grpSpPr>
            <p:grpSp>
              <p:nvGrpSpPr>
                <p:cNvPr id="457" name="Group 456">
                  <a:extLst>
                    <a:ext uri="{FF2B5EF4-FFF2-40B4-BE49-F238E27FC236}">
                      <a16:creationId xmlns:a16="http://schemas.microsoft.com/office/drawing/2014/main" id="{AAD3E261-16D0-4325-B07A-EE89A2894661}"/>
                    </a:ext>
                  </a:extLst>
                </p:cNvPr>
                <p:cNvGrpSpPr/>
                <p:nvPr/>
              </p:nvGrpSpPr>
              <p:grpSpPr>
                <a:xfrm>
                  <a:off x="1348328" y="2555748"/>
                  <a:ext cx="603916" cy="308999"/>
                  <a:chOff x="5278570" y="2983486"/>
                  <a:chExt cx="501650" cy="233363"/>
                </a:xfrm>
              </p:grpSpPr>
              <p:sp>
                <p:nvSpPr>
                  <p:cNvPr id="461" name="Oval 5">
                    <a:extLst>
                      <a:ext uri="{FF2B5EF4-FFF2-40B4-BE49-F238E27FC236}">
                        <a16:creationId xmlns:a16="http://schemas.microsoft.com/office/drawing/2014/main" id="{ABA65B0B-467C-865C-AB57-2C606D1D046E}"/>
                      </a:ext>
                    </a:extLst>
                  </p:cNvPr>
                  <p:cNvSpPr>
                    <a:spLocks noChangeArrowheads="1"/>
                  </p:cNvSpPr>
                  <p:nvPr/>
                </p:nvSpPr>
                <p:spPr bwMode="auto">
                  <a:xfrm>
                    <a:off x="5283332" y="308826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Line 6">
                    <a:extLst>
                      <a:ext uri="{FF2B5EF4-FFF2-40B4-BE49-F238E27FC236}">
                        <a16:creationId xmlns:a16="http://schemas.microsoft.com/office/drawing/2014/main" id="{8B085DA8-5483-79B6-0506-F0CCA41AB9B4}"/>
                      </a:ext>
                    </a:extLst>
                  </p:cNvPr>
                  <p:cNvSpPr>
                    <a:spLocks noChangeShapeType="1"/>
                  </p:cNvSpPr>
                  <p:nvPr/>
                </p:nvSpPr>
                <p:spPr bwMode="auto">
                  <a:xfrm>
                    <a:off x="5283332"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Line 7">
                    <a:extLst>
                      <a:ext uri="{FF2B5EF4-FFF2-40B4-BE49-F238E27FC236}">
                        <a16:creationId xmlns:a16="http://schemas.microsoft.com/office/drawing/2014/main" id="{264C81FA-D2C4-E19A-F587-B7ABE5A7C765}"/>
                      </a:ext>
                    </a:extLst>
                  </p:cNvPr>
                  <p:cNvSpPr>
                    <a:spLocks noChangeShapeType="1"/>
                  </p:cNvSpPr>
                  <p:nvPr/>
                </p:nvSpPr>
                <p:spPr bwMode="auto">
                  <a:xfrm>
                    <a:off x="5780220" y="307714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Rectangle 8">
                    <a:extLst>
                      <a:ext uri="{FF2B5EF4-FFF2-40B4-BE49-F238E27FC236}">
                        <a16:creationId xmlns:a16="http://schemas.microsoft.com/office/drawing/2014/main" id="{DB9E5ADD-A988-FC7B-02D9-C4235C06198E}"/>
                      </a:ext>
                    </a:extLst>
                  </p:cNvPr>
                  <p:cNvSpPr>
                    <a:spLocks noChangeArrowheads="1"/>
                  </p:cNvSpPr>
                  <p:nvPr/>
                </p:nvSpPr>
                <p:spPr bwMode="auto">
                  <a:xfrm>
                    <a:off x="5283332" y="307714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Oval 9">
                    <a:extLst>
                      <a:ext uri="{FF2B5EF4-FFF2-40B4-BE49-F238E27FC236}">
                        <a16:creationId xmlns:a16="http://schemas.microsoft.com/office/drawing/2014/main" id="{75855B1E-8314-C6DE-A269-84205FA992CC}"/>
                      </a:ext>
                    </a:extLst>
                  </p:cNvPr>
                  <p:cNvSpPr>
                    <a:spLocks noChangeArrowheads="1"/>
                  </p:cNvSpPr>
                  <p:nvPr/>
                </p:nvSpPr>
                <p:spPr bwMode="auto">
                  <a:xfrm>
                    <a:off x="5278570" y="298348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8" name="Group 44">
                  <a:extLst>
                    <a:ext uri="{FF2B5EF4-FFF2-40B4-BE49-F238E27FC236}">
                      <a16:creationId xmlns:a16="http://schemas.microsoft.com/office/drawing/2014/main" id="{5EBE7542-704F-BF42-2AF5-AB9E0EBD977B}"/>
                    </a:ext>
                  </a:extLst>
                </p:cNvPr>
                <p:cNvGrpSpPr>
                  <a:grpSpLocks/>
                </p:cNvGrpSpPr>
                <p:nvPr/>
              </p:nvGrpSpPr>
              <p:grpSpPr bwMode="auto">
                <a:xfrm>
                  <a:off x="1464202" y="2507397"/>
                  <a:ext cx="341084" cy="419100"/>
                  <a:chOff x="2949" y="2425"/>
                  <a:chExt cx="218" cy="264"/>
                </a:xfrm>
              </p:grpSpPr>
              <p:sp>
                <p:nvSpPr>
                  <p:cNvPr id="459" name="Rectangle 45">
                    <a:extLst>
                      <a:ext uri="{FF2B5EF4-FFF2-40B4-BE49-F238E27FC236}">
                        <a16:creationId xmlns:a16="http://schemas.microsoft.com/office/drawing/2014/main" id="{BE1C7769-C9BA-4B6B-6C7B-501FA94343D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Text Box 46">
                    <a:extLst>
                      <a:ext uri="{FF2B5EF4-FFF2-40B4-BE49-F238E27FC236}">
                        <a16:creationId xmlns:a16="http://schemas.microsoft.com/office/drawing/2014/main" id="{A714ADB4-3D5F-E670-E5B1-40B62A0220DF}"/>
                      </a:ext>
                    </a:extLst>
                  </p:cNvPr>
                  <p:cNvSpPr txBox="1">
                    <a:spLocks noChangeArrowheads="1"/>
                  </p:cNvSpPr>
                  <p:nvPr/>
                </p:nvSpPr>
                <p:spPr bwMode="auto">
                  <a:xfrm>
                    <a:off x="2949" y="2425"/>
                    <a:ext cx="218"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sp>
          <p:nvSpPr>
            <p:cNvPr id="60" name="Right Arrow 345">
              <a:extLst>
                <a:ext uri="{FF2B5EF4-FFF2-40B4-BE49-F238E27FC236}">
                  <a16:creationId xmlns:a16="http://schemas.microsoft.com/office/drawing/2014/main" id="{B3FDA5BF-1E71-0D78-3123-5D2D94C90097}"/>
                </a:ext>
              </a:extLst>
            </p:cNvPr>
            <p:cNvSpPr/>
            <p:nvPr/>
          </p:nvSpPr>
          <p:spPr>
            <a:xfrm rot="10800000">
              <a:off x="8271137" y="575159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ight Arrow 346">
              <a:extLst>
                <a:ext uri="{FF2B5EF4-FFF2-40B4-BE49-F238E27FC236}">
                  <a16:creationId xmlns:a16="http://schemas.microsoft.com/office/drawing/2014/main" id="{3C8DAEA9-4A0A-0EC9-71AA-AAFE2A51DA9A}"/>
                </a:ext>
              </a:extLst>
            </p:cNvPr>
            <p:cNvSpPr/>
            <p:nvPr/>
          </p:nvSpPr>
          <p:spPr>
            <a:xfrm>
              <a:off x="7508446" y="575651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ight Arrow 347">
              <a:extLst>
                <a:ext uri="{FF2B5EF4-FFF2-40B4-BE49-F238E27FC236}">
                  <a16:creationId xmlns:a16="http://schemas.microsoft.com/office/drawing/2014/main" id="{ED98F57C-DBB0-D269-4ED3-692CABD7A573}"/>
                </a:ext>
              </a:extLst>
            </p:cNvPr>
            <p:cNvSpPr/>
            <p:nvPr/>
          </p:nvSpPr>
          <p:spPr>
            <a:xfrm rot="10800000">
              <a:off x="8263118" y="3813171"/>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Right Arrow 348">
              <a:extLst>
                <a:ext uri="{FF2B5EF4-FFF2-40B4-BE49-F238E27FC236}">
                  <a16:creationId xmlns:a16="http://schemas.microsoft.com/office/drawing/2014/main" id="{8746D714-555B-F13F-413E-8B948439D2C6}"/>
                </a:ext>
              </a:extLst>
            </p:cNvPr>
            <p:cNvSpPr/>
            <p:nvPr/>
          </p:nvSpPr>
          <p:spPr>
            <a:xfrm>
              <a:off x="7516468" y="3818088"/>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8" name="Right Arrow 349">
              <a:extLst>
                <a:ext uri="{FF2B5EF4-FFF2-40B4-BE49-F238E27FC236}">
                  <a16:creationId xmlns:a16="http://schemas.microsoft.com/office/drawing/2014/main" id="{51DA191B-DF50-8EC9-C67D-23CF5462CBB9}"/>
                </a:ext>
              </a:extLst>
            </p:cNvPr>
            <p:cNvSpPr/>
            <p:nvPr/>
          </p:nvSpPr>
          <p:spPr>
            <a:xfrm rot="10800000">
              <a:off x="8271140" y="187474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Right Arrow 350">
              <a:extLst>
                <a:ext uri="{FF2B5EF4-FFF2-40B4-BE49-F238E27FC236}">
                  <a16:creationId xmlns:a16="http://schemas.microsoft.com/office/drawing/2014/main" id="{5BD609D4-5C5F-DB9A-8A73-44B2ED9733FA}"/>
                </a:ext>
              </a:extLst>
            </p:cNvPr>
            <p:cNvSpPr/>
            <p:nvPr/>
          </p:nvSpPr>
          <p:spPr>
            <a:xfrm>
              <a:off x="7535184" y="1895707"/>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Right Arrow 351">
              <a:extLst>
                <a:ext uri="{FF2B5EF4-FFF2-40B4-BE49-F238E27FC236}">
                  <a16:creationId xmlns:a16="http://schemas.microsoft.com/office/drawing/2014/main" id="{3EDBC3CE-F01A-7A9A-5BF2-04FD73B5EF1F}"/>
                </a:ext>
              </a:extLst>
            </p:cNvPr>
            <p:cNvSpPr/>
            <p:nvPr/>
          </p:nvSpPr>
          <p:spPr>
            <a:xfrm rot="10800000">
              <a:off x="10193519" y="1877422"/>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ight Arrow 352">
              <a:extLst>
                <a:ext uri="{FF2B5EF4-FFF2-40B4-BE49-F238E27FC236}">
                  <a16:creationId xmlns:a16="http://schemas.microsoft.com/office/drawing/2014/main" id="{8A806512-AD46-3A33-D722-F797979E0100}"/>
                </a:ext>
              </a:extLst>
            </p:cNvPr>
            <p:cNvSpPr/>
            <p:nvPr/>
          </p:nvSpPr>
          <p:spPr>
            <a:xfrm>
              <a:off x="9430828" y="1882339"/>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ight Arrow 353">
              <a:extLst>
                <a:ext uri="{FF2B5EF4-FFF2-40B4-BE49-F238E27FC236}">
                  <a16:creationId xmlns:a16="http://schemas.microsoft.com/office/drawing/2014/main" id="{EEC5F484-1F35-62B5-69C7-84541DA3C29C}"/>
                </a:ext>
              </a:extLst>
            </p:cNvPr>
            <p:cNvSpPr/>
            <p:nvPr/>
          </p:nvSpPr>
          <p:spPr>
            <a:xfrm rot="10800000">
              <a:off x="10206889" y="3815843"/>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Right Arrow 354">
              <a:extLst>
                <a:ext uri="{FF2B5EF4-FFF2-40B4-BE49-F238E27FC236}">
                  <a16:creationId xmlns:a16="http://schemas.microsoft.com/office/drawing/2014/main" id="{1FF3CA79-C106-CA98-F3DA-5AD915E5CA59}"/>
                </a:ext>
              </a:extLst>
            </p:cNvPr>
            <p:cNvSpPr/>
            <p:nvPr/>
          </p:nvSpPr>
          <p:spPr>
            <a:xfrm>
              <a:off x="9444198" y="3820760"/>
              <a:ext cx="575190" cy="152414"/>
            </a:xfrm>
            <a:prstGeom prst="rightArrow">
              <a:avLst/>
            </a:prstGeom>
            <a:gradFill>
              <a:gsLst>
                <a:gs pos="0">
                  <a:schemeClr val="bg1">
                    <a:lumMod val="95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45" name="Group 544">
            <a:extLst>
              <a:ext uri="{FF2B5EF4-FFF2-40B4-BE49-F238E27FC236}">
                <a16:creationId xmlns:a16="http://schemas.microsoft.com/office/drawing/2014/main" id="{9AE8B063-2B9A-C420-1C7D-A3AEE4C26EE6}"/>
              </a:ext>
            </a:extLst>
          </p:cNvPr>
          <p:cNvGrpSpPr/>
          <p:nvPr/>
        </p:nvGrpSpPr>
        <p:grpSpPr>
          <a:xfrm>
            <a:off x="6037994" y="2539948"/>
            <a:ext cx="5763347" cy="646331"/>
            <a:chOff x="-4187245" y="2631054"/>
            <a:chExt cx="5763347" cy="646331"/>
          </a:xfrm>
        </p:grpSpPr>
        <p:sp>
          <p:nvSpPr>
            <p:cNvPr id="546" name="TextBox 545">
              <a:extLst>
                <a:ext uri="{FF2B5EF4-FFF2-40B4-BE49-F238E27FC236}">
                  <a16:creationId xmlns:a16="http://schemas.microsoft.com/office/drawing/2014/main" id="{70337B1B-7A11-3A23-C609-B924030A8C9D}"/>
                </a:ext>
              </a:extLst>
            </p:cNvPr>
            <p:cNvSpPr txBox="1"/>
            <p:nvPr/>
          </p:nvSpPr>
          <p:spPr>
            <a:xfrm flipH="1">
              <a:off x="-4187245" y="2631054"/>
              <a:ext cx="4680000" cy="646331"/>
            </a:xfrm>
            <a:prstGeom prst="rect">
              <a:avLst/>
            </a:prstGeom>
            <a:noFill/>
          </p:spPr>
          <p:txBody>
            <a:bodyPr wrap="square" rtlCol="0">
              <a:spAutoFit/>
            </a:bodyPr>
            <a:lstStyle/>
            <a:p>
              <a:pPr algn="r" rtl="1">
                <a:lnSpc>
                  <a:spcPct val="120000"/>
                </a:lnSpc>
                <a:buClr>
                  <a:srgbClr val="0000A8"/>
                </a:buClr>
              </a:pPr>
              <a:r>
                <a:rPr lang="fa-IR" sz="1400" b="1" dirty="0">
                  <a:latin typeface="IRANSans(FaNum)" panose="02040503050201020203" pitchFamily="18" charset="-78"/>
                  <a:cs typeface="IRANSans(FaNum)" panose="02040503050201020203" pitchFamily="18" charset="-78"/>
                </a:rPr>
                <a:t>حالت گره </a:t>
              </a:r>
              <a:r>
                <a:rPr lang="en-US" sz="1400" b="1" dirty="0">
                  <a:latin typeface="IRANSans(FaNum)" panose="02040503050201020203" pitchFamily="18" charset="-78"/>
                  <a:cs typeface="IRANSans(FaNum)" panose="02040503050201020203" pitchFamily="18" charset="-78"/>
                </a:rPr>
                <a:t>c</a:t>
              </a:r>
              <a:r>
                <a:rPr lang="fa-IR" sz="1400" b="1" dirty="0">
                  <a:latin typeface="IRANSans(FaNum)" panose="02040503050201020203" pitchFamily="18" charset="-78"/>
                  <a:cs typeface="IRANSans(FaNum)" panose="02040503050201020203" pitchFamily="18" charset="-78"/>
                </a:rPr>
                <a:t> در زمان صفر به گره </a:t>
              </a:r>
              <a:r>
                <a:rPr lang="en-US" sz="1400" b="1" dirty="0">
                  <a:latin typeface="IRANSans(FaNum)" panose="02040503050201020203" pitchFamily="18" charset="-78"/>
                  <a:cs typeface="IRANSans(FaNum)" panose="02040503050201020203" pitchFamily="18" charset="-78"/>
                </a:rPr>
                <a:t>b</a:t>
              </a:r>
              <a:r>
                <a:rPr lang="fa-IR" sz="1400" b="1" dirty="0">
                  <a:latin typeface="IRANSans(FaNum)" panose="02040503050201020203" pitchFamily="18" charset="-78"/>
                  <a:cs typeface="IRANSans(FaNum)" panose="02040503050201020203" pitchFamily="18" charset="-78"/>
                </a:rPr>
                <a:t> ارسال می‌شود و امکان اثرگذاری در محاسبات بردار فاصله </a:t>
              </a:r>
              <a:r>
                <a:rPr lang="fa-IR" sz="1600" b="1" dirty="0">
                  <a:solidFill>
                    <a:srgbClr val="FF0000"/>
                  </a:solidFill>
                  <a:latin typeface="IRANSans(FaNum)" panose="02040503050201020203" pitchFamily="18" charset="-78"/>
                  <a:cs typeface="IRANSans(FaNum)" panose="02040503050201020203" pitchFamily="18" charset="-78"/>
                </a:rPr>
                <a:t>یک</a:t>
              </a:r>
              <a:r>
                <a:rPr lang="fa-IR" sz="1400" b="1" dirty="0">
                  <a:latin typeface="IRANSans(FaNum)" panose="02040503050201020203" pitchFamily="18" charset="-78"/>
                  <a:cs typeface="IRANSans(FaNum)" panose="02040503050201020203" pitchFamily="18" charset="-78"/>
                </a:rPr>
                <a:t> گام بعد یعنی گره </a:t>
              </a:r>
              <a:r>
                <a:rPr lang="en-US" sz="1400" b="1" dirty="0">
                  <a:latin typeface="IRANSans(FaNum)" panose="02040503050201020203" pitchFamily="18" charset="-78"/>
                  <a:cs typeface="IRANSans(FaNum)" panose="02040503050201020203" pitchFamily="18" charset="-78"/>
                </a:rPr>
                <a:t>b</a:t>
              </a:r>
              <a:r>
                <a:rPr lang="fa-IR" sz="1400" b="1" dirty="0">
                  <a:latin typeface="IRANSans(FaNum)" panose="02040503050201020203" pitchFamily="18" charset="-78"/>
                  <a:cs typeface="IRANSans(FaNum)" panose="02040503050201020203" pitchFamily="18" charset="-78"/>
                </a:rPr>
                <a:t> را دارد.</a:t>
              </a:r>
              <a:endParaRPr lang="en-US" sz="1400" b="1" dirty="0">
                <a:latin typeface="IRANSans(FaNum)" panose="02040503050201020203" pitchFamily="18" charset="-78"/>
                <a:cs typeface="IRANSans(FaNum)" panose="02040503050201020203" pitchFamily="18" charset="-78"/>
              </a:endParaRPr>
            </a:p>
          </p:txBody>
        </p:sp>
        <p:grpSp>
          <p:nvGrpSpPr>
            <p:cNvPr id="547" name="Group 546">
              <a:extLst>
                <a:ext uri="{FF2B5EF4-FFF2-40B4-BE49-F238E27FC236}">
                  <a16:creationId xmlns:a16="http://schemas.microsoft.com/office/drawing/2014/main" id="{58D8A498-FDDF-8FBC-5EF8-DD230C5627B7}"/>
                </a:ext>
              </a:extLst>
            </p:cNvPr>
            <p:cNvGrpSpPr/>
            <p:nvPr/>
          </p:nvGrpSpPr>
          <p:grpSpPr>
            <a:xfrm>
              <a:off x="657860" y="2750299"/>
              <a:ext cx="918242" cy="370050"/>
              <a:chOff x="1097284" y="2174236"/>
              <a:chExt cx="918242" cy="370050"/>
            </a:xfrm>
          </p:grpSpPr>
          <p:sp>
            <p:nvSpPr>
              <p:cNvPr id="548" name="TextBox 547">
                <a:extLst>
                  <a:ext uri="{FF2B5EF4-FFF2-40B4-BE49-F238E27FC236}">
                    <a16:creationId xmlns:a16="http://schemas.microsoft.com/office/drawing/2014/main" id="{1D2AA46C-9774-C276-B54B-71C8CAF7BF8F}"/>
                  </a:ext>
                </a:extLst>
              </p:cNvPr>
              <p:cNvSpPr txBox="1"/>
              <p:nvPr/>
            </p:nvSpPr>
            <p:spPr>
              <a:xfrm>
                <a:off x="1521480" y="2174954"/>
                <a:ext cx="494046" cy="369332"/>
              </a:xfrm>
              <a:prstGeom prst="rect">
                <a:avLst/>
              </a:prstGeom>
              <a:noFill/>
            </p:spPr>
            <p:txBody>
              <a:bodyPr wrap="none" rtlCol="0">
                <a:spAutoFit/>
              </a:bodyPr>
              <a:lstStyle/>
              <a:p>
                <a:r>
                  <a:rPr lang="en-US" b="1" dirty="0"/>
                  <a:t>t=1</a:t>
                </a:r>
              </a:p>
            </p:txBody>
          </p:sp>
          <p:grpSp>
            <p:nvGrpSpPr>
              <p:cNvPr id="549" name="Group 548">
                <a:extLst>
                  <a:ext uri="{FF2B5EF4-FFF2-40B4-BE49-F238E27FC236}">
                    <a16:creationId xmlns:a16="http://schemas.microsoft.com/office/drawing/2014/main" id="{A526330F-CCA1-28E1-0230-E9341BD91ED5}"/>
                  </a:ext>
                </a:extLst>
              </p:cNvPr>
              <p:cNvGrpSpPr/>
              <p:nvPr/>
            </p:nvGrpSpPr>
            <p:grpSpPr>
              <a:xfrm>
                <a:off x="1097284" y="2174236"/>
                <a:ext cx="392849" cy="364140"/>
                <a:chOff x="1097284" y="2174236"/>
                <a:chExt cx="438579" cy="364140"/>
              </a:xfrm>
            </p:grpSpPr>
            <p:sp>
              <p:nvSpPr>
                <p:cNvPr id="550" name="Oval 549">
                  <a:extLst>
                    <a:ext uri="{FF2B5EF4-FFF2-40B4-BE49-F238E27FC236}">
                      <a16:creationId xmlns:a16="http://schemas.microsoft.com/office/drawing/2014/main" id="{C3260037-4E42-21AF-111A-1487838E3CC0}"/>
                    </a:ext>
                  </a:extLst>
                </p:cNvPr>
                <p:cNvSpPr/>
                <p:nvPr/>
              </p:nvSpPr>
              <p:spPr>
                <a:xfrm>
                  <a:off x="1100473" y="2176595"/>
                  <a:ext cx="431322" cy="361447"/>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51" name="Straight Connector 550">
                  <a:extLst>
                    <a:ext uri="{FF2B5EF4-FFF2-40B4-BE49-F238E27FC236}">
                      <a16:creationId xmlns:a16="http://schemas.microsoft.com/office/drawing/2014/main" id="{40927FB6-E0DC-0CC5-AAC5-20E9D46211E3}"/>
                    </a:ext>
                  </a:extLst>
                </p:cNvPr>
                <p:cNvCxnSpPr/>
                <p:nvPr/>
              </p:nvCxnSpPr>
              <p:spPr>
                <a:xfrm>
                  <a:off x="1314533" y="2174236"/>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67CD85A-1EB6-1A12-E3B6-259F51C1CDFB}"/>
                    </a:ext>
                  </a:extLst>
                </p:cNvPr>
                <p:cNvCxnSpPr/>
                <p:nvPr/>
              </p:nvCxnSpPr>
              <p:spPr>
                <a:xfrm>
                  <a:off x="1314533" y="2505897"/>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3" name="Straight Connector 552">
                  <a:extLst>
                    <a:ext uri="{FF2B5EF4-FFF2-40B4-BE49-F238E27FC236}">
                      <a16:creationId xmlns:a16="http://schemas.microsoft.com/office/drawing/2014/main" id="{4318DA57-D330-3862-28DA-B45DF4871577}"/>
                    </a:ext>
                  </a:extLst>
                </p:cNvPr>
                <p:cNvCxnSpPr>
                  <a:cxnSpLocks/>
                </p:cNvCxnSpPr>
                <p:nvPr/>
              </p:nvCxnSpPr>
              <p:spPr>
                <a:xfrm rot="16200000">
                  <a:off x="1116663"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0E016C1B-A1E5-A6EF-6A9F-B498B33FE893}"/>
                    </a:ext>
                  </a:extLst>
                </p:cNvPr>
                <p:cNvCxnSpPr>
                  <a:cxnSpLocks/>
                </p:cNvCxnSpPr>
                <p:nvPr/>
              </p:nvCxnSpPr>
              <p:spPr>
                <a:xfrm rot="16200000">
                  <a:off x="1516484"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FFB55FF0-1B5C-2BFE-DA3D-FDF7C8E1BA57}"/>
                    </a:ext>
                  </a:extLst>
                </p:cNvPr>
                <p:cNvCxnSpPr>
                  <a:cxnSpLocks/>
                </p:cNvCxnSpPr>
                <p:nvPr/>
              </p:nvCxnSpPr>
              <p:spPr>
                <a:xfrm>
                  <a:off x="1411431" y="249304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3F08D965-EEC5-3A39-1E96-8B9C07EE2FEE}"/>
                    </a:ext>
                  </a:extLst>
                </p:cNvPr>
                <p:cNvCxnSpPr>
                  <a:cxnSpLocks/>
                </p:cNvCxnSpPr>
                <p:nvPr/>
              </p:nvCxnSpPr>
              <p:spPr>
                <a:xfrm>
                  <a:off x="1205401" y="2199023"/>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ED14D71F-7222-A078-63E7-09759255324A}"/>
                    </a:ext>
                  </a:extLst>
                </p:cNvPr>
                <p:cNvCxnSpPr>
                  <a:cxnSpLocks/>
                </p:cNvCxnSpPr>
                <p:nvPr/>
              </p:nvCxnSpPr>
              <p:spPr>
                <a:xfrm flipH="1">
                  <a:off x="1201321" y="249133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8" name="Straight Connector 557">
                  <a:extLst>
                    <a:ext uri="{FF2B5EF4-FFF2-40B4-BE49-F238E27FC236}">
                      <a16:creationId xmlns:a16="http://schemas.microsoft.com/office/drawing/2014/main" id="{FFAAF916-0824-3871-A749-361FDDC23752}"/>
                    </a:ext>
                  </a:extLst>
                </p:cNvPr>
                <p:cNvCxnSpPr>
                  <a:cxnSpLocks/>
                </p:cNvCxnSpPr>
                <p:nvPr/>
              </p:nvCxnSpPr>
              <p:spPr>
                <a:xfrm flipH="1">
                  <a:off x="1407351" y="2197314"/>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9" name="Straight Connector 558">
                  <a:extLst>
                    <a:ext uri="{FF2B5EF4-FFF2-40B4-BE49-F238E27FC236}">
                      <a16:creationId xmlns:a16="http://schemas.microsoft.com/office/drawing/2014/main" id="{3130A4C4-34BB-08E2-7AEC-55C012EEFF7F}"/>
                    </a:ext>
                  </a:extLst>
                </p:cNvPr>
                <p:cNvCxnSpPr>
                  <a:cxnSpLocks/>
                </p:cNvCxnSpPr>
                <p:nvPr/>
              </p:nvCxnSpPr>
              <p:spPr>
                <a:xfrm flipH="1">
                  <a:off x="1480788" y="226398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C71C1744-BAF6-A225-C9D1-623BB1FC5A8C}"/>
                    </a:ext>
                  </a:extLst>
                </p:cNvPr>
                <p:cNvCxnSpPr>
                  <a:cxnSpLocks/>
                </p:cNvCxnSpPr>
                <p:nvPr/>
              </p:nvCxnSpPr>
              <p:spPr>
                <a:xfrm flipH="1">
                  <a:off x="1129926" y="243492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275C1742-B516-FE1C-0577-4FDD14F163C9}"/>
                    </a:ext>
                  </a:extLst>
                </p:cNvPr>
                <p:cNvCxnSpPr>
                  <a:cxnSpLocks/>
                </p:cNvCxnSpPr>
                <p:nvPr/>
              </p:nvCxnSpPr>
              <p:spPr>
                <a:xfrm flipH="1" flipV="1">
                  <a:off x="1136045" y="226569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DC72A1BF-B4E2-EC06-A292-902CC23CE2CD}"/>
                    </a:ext>
                  </a:extLst>
                </p:cNvPr>
                <p:cNvCxnSpPr>
                  <a:cxnSpLocks/>
                </p:cNvCxnSpPr>
                <p:nvPr/>
              </p:nvCxnSpPr>
              <p:spPr>
                <a:xfrm flipH="1" flipV="1">
                  <a:off x="1480788" y="243663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63" name="Oval 562">
                  <a:extLst>
                    <a:ext uri="{FF2B5EF4-FFF2-40B4-BE49-F238E27FC236}">
                      <a16:creationId xmlns:a16="http://schemas.microsoft.com/office/drawing/2014/main" id="{567105C2-00CE-DFF4-4502-62A62D2373E2}"/>
                    </a:ext>
                  </a:extLst>
                </p:cNvPr>
                <p:cNvSpPr/>
                <p:nvPr/>
              </p:nvSpPr>
              <p:spPr>
                <a:xfrm>
                  <a:off x="1288014" y="2334922"/>
                  <a:ext cx="53037" cy="46914"/>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64" name="Straight Connector 563">
                  <a:extLst>
                    <a:ext uri="{FF2B5EF4-FFF2-40B4-BE49-F238E27FC236}">
                      <a16:creationId xmlns:a16="http://schemas.microsoft.com/office/drawing/2014/main" id="{E8B0EB9B-6853-8D91-3540-0A55CD4ADE17}"/>
                    </a:ext>
                  </a:extLst>
                </p:cNvPr>
                <p:cNvCxnSpPr>
                  <a:cxnSpLocks/>
                </p:cNvCxnSpPr>
                <p:nvPr/>
              </p:nvCxnSpPr>
              <p:spPr>
                <a:xfrm flipH="1">
                  <a:off x="1318079" y="2243337"/>
                  <a:ext cx="79786" cy="111123"/>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grpSp>
      <p:grpSp>
        <p:nvGrpSpPr>
          <p:cNvPr id="565" name="Group 564">
            <a:extLst>
              <a:ext uri="{FF2B5EF4-FFF2-40B4-BE49-F238E27FC236}">
                <a16:creationId xmlns:a16="http://schemas.microsoft.com/office/drawing/2014/main" id="{4B64BE36-7E85-3813-8B84-A51780D3D92B}"/>
              </a:ext>
            </a:extLst>
          </p:cNvPr>
          <p:cNvGrpSpPr/>
          <p:nvPr/>
        </p:nvGrpSpPr>
        <p:grpSpPr>
          <a:xfrm>
            <a:off x="6049021" y="3462782"/>
            <a:ext cx="5742949" cy="646331"/>
            <a:chOff x="-4180182" y="3678162"/>
            <a:chExt cx="5742949" cy="646331"/>
          </a:xfrm>
        </p:grpSpPr>
        <p:sp>
          <p:nvSpPr>
            <p:cNvPr id="566" name="TextBox 565">
              <a:extLst>
                <a:ext uri="{FF2B5EF4-FFF2-40B4-BE49-F238E27FC236}">
                  <a16:creationId xmlns:a16="http://schemas.microsoft.com/office/drawing/2014/main" id="{D19F8D13-59B2-2D7E-0948-40AFEAF6AFCB}"/>
                </a:ext>
              </a:extLst>
            </p:cNvPr>
            <p:cNvSpPr txBox="1"/>
            <p:nvPr/>
          </p:nvSpPr>
          <p:spPr>
            <a:xfrm flipH="1">
              <a:off x="-4180182" y="3678162"/>
              <a:ext cx="4680000" cy="646331"/>
            </a:xfrm>
            <a:prstGeom prst="rect">
              <a:avLst/>
            </a:prstGeom>
            <a:noFill/>
          </p:spPr>
          <p:txBody>
            <a:bodyPr wrap="square" rtlCol="0">
              <a:spAutoFit/>
            </a:bodyPr>
            <a:lstStyle/>
            <a:p>
              <a:pPr algn="r" rtl="1">
                <a:lnSpc>
                  <a:spcPct val="120000"/>
                </a:lnSpc>
                <a:buClr>
                  <a:srgbClr val="0000A8"/>
                </a:buClr>
              </a:pPr>
              <a:r>
                <a:rPr lang="fa-IR" sz="1400" b="1" dirty="0">
                  <a:latin typeface="IRANSans(FaNum)" panose="02040503050201020203" pitchFamily="18" charset="-78"/>
                  <a:cs typeface="IRANSans(FaNum)" panose="02040503050201020203" pitchFamily="18" charset="-78"/>
                </a:rPr>
                <a:t>حالت گره </a:t>
              </a:r>
              <a:r>
                <a:rPr lang="en-US" sz="1400" b="1" dirty="0">
                  <a:latin typeface="IRANSans(FaNum)" panose="02040503050201020203" pitchFamily="18" charset="-78"/>
                  <a:cs typeface="IRANSans(FaNum)" panose="02040503050201020203" pitchFamily="18" charset="-78"/>
                </a:rPr>
                <a:t>c</a:t>
              </a:r>
              <a:r>
                <a:rPr lang="fa-IR" sz="1400" b="1" dirty="0">
                  <a:latin typeface="IRANSans(FaNum)" panose="02040503050201020203" pitchFamily="18" charset="-78"/>
                  <a:cs typeface="IRANSans(FaNum)" panose="02040503050201020203" pitchFamily="18" charset="-78"/>
                </a:rPr>
                <a:t> در زمان صفر حالا امکان اثرگذاری در محاسبات بردار فاصله </a:t>
              </a:r>
              <a:r>
                <a:rPr lang="fa-IR" sz="1600" b="1" dirty="0">
                  <a:solidFill>
                    <a:srgbClr val="FF0000"/>
                  </a:solidFill>
                  <a:latin typeface="IRANSans(FaNum)" panose="02040503050201020203" pitchFamily="18" charset="-78"/>
                  <a:cs typeface="IRANSans(FaNum)" panose="02040503050201020203" pitchFamily="18" charset="-78"/>
                </a:rPr>
                <a:t>دو</a:t>
              </a:r>
              <a:r>
                <a:rPr lang="fa-IR" sz="1400" b="1" dirty="0">
                  <a:latin typeface="IRANSans(FaNum)" panose="02040503050201020203" pitchFamily="18" charset="-78"/>
                  <a:cs typeface="IRANSans(FaNum)" panose="02040503050201020203" pitchFamily="18" charset="-78"/>
                </a:rPr>
                <a:t> گام بعد یعنی گره‌ </a:t>
              </a:r>
              <a:r>
                <a:rPr lang="en-US" sz="1400" b="1" dirty="0">
                  <a:latin typeface="IRANSans(FaNum)" panose="02040503050201020203" pitchFamily="18" charset="-78"/>
                  <a:cs typeface="IRANSans(FaNum)" panose="02040503050201020203" pitchFamily="18" charset="-78"/>
                </a:rPr>
                <a:t>b</a:t>
              </a:r>
              <a:r>
                <a:rPr lang="fa-IR" sz="1400" b="1" dirty="0">
                  <a:latin typeface="IRANSans(FaNum)" panose="02040503050201020203" pitchFamily="18" charset="-78"/>
                  <a:cs typeface="IRANSans(FaNum)" panose="02040503050201020203" pitchFamily="18" charset="-78"/>
                </a:rPr>
                <a:t> و حالا گره‌های </a:t>
              </a:r>
              <a:r>
                <a:rPr lang="en-US" sz="1400" b="1" dirty="0">
                  <a:latin typeface="IRANSans(FaNum)" panose="02040503050201020203" pitchFamily="18" charset="-78"/>
                  <a:cs typeface="IRANSans(FaNum)" panose="02040503050201020203" pitchFamily="18" charset="-78"/>
                </a:rPr>
                <a:t>a</a:t>
              </a:r>
              <a:r>
                <a:rPr lang="fa-IR" sz="1400" b="1" dirty="0">
                  <a:latin typeface="IRANSans(FaNum)" panose="02040503050201020203" pitchFamily="18" charset="-78"/>
                  <a:cs typeface="IRANSans(FaNum)" panose="02040503050201020203" pitchFamily="18" charset="-78"/>
                </a:rPr>
                <a:t> و </a:t>
              </a:r>
              <a:r>
                <a:rPr lang="en-US" sz="1400" b="1" dirty="0">
                  <a:latin typeface="IRANSans(FaNum)" panose="02040503050201020203" pitchFamily="18" charset="-78"/>
                  <a:cs typeface="IRANSans(FaNum)" panose="02040503050201020203" pitchFamily="18" charset="-78"/>
                </a:rPr>
                <a:t>e</a:t>
              </a:r>
              <a:r>
                <a:rPr lang="fa-IR" sz="1400" b="1" dirty="0">
                  <a:latin typeface="IRANSans(FaNum)" panose="02040503050201020203" pitchFamily="18" charset="-78"/>
                  <a:cs typeface="IRANSans(FaNum)" panose="02040503050201020203" pitchFamily="18" charset="-78"/>
                </a:rPr>
                <a:t> را دارد.</a:t>
              </a:r>
              <a:endParaRPr lang="en-US" sz="1400" b="1" dirty="0">
                <a:latin typeface="IRANSans(FaNum)" panose="02040503050201020203" pitchFamily="18" charset="-78"/>
                <a:cs typeface="IRANSans(FaNum)" panose="02040503050201020203" pitchFamily="18" charset="-78"/>
              </a:endParaRPr>
            </a:p>
          </p:txBody>
        </p:sp>
        <p:grpSp>
          <p:nvGrpSpPr>
            <p:cNvPr id="567" name="Group 566">
              <a:extLst>
                <a:ext uri="{FF2B5EF4-FFF2-40B4-BE49-F238E27FC236}">
                  <a16:creationId xmlns:a16="http://schemas.microsoft.com/office/drawing/2014/main" id="{557AA93C-11E5-3606-BA61-443F7DB8A3E4}"/>
                </a:ext>
              </a:extLst>
            </p:cNvPr>
            <p:cNvGrpSpPr/>
            <p:nvPr/>
          </p:nvGrpSpPr>
          <p:grpSpPr>
            <a:xfrm>
              <a:off x="644525" y="3786611"/>
              <a:ext cx="918242" cy="369332"/>
              <a:chOff x="1097284" y="2171688"/>
              <a:chExt cx="918242" cy="369332"/>
            </a:xfrm>
          </p:grpSpPr>
          <p:sp>
            <p:nvSpPr>
              <p:cNvPr id="568" name="TextBox 567">
                <a:extLst>
                  <a:ext uri="{FF2B5EF4-FFF2-40B4-BE49-F238E27FC236}">
                    <a16:creationId xmlns:a16="http://schemas.microsoft.com/office/drawing/2014/main" id="{78B5B995-1273-C3D2-8A9B-92E59007C27D}"/>
                  </a:ext>
                </a:extLst>
              </p:cNvPr>
              <p:cNvSpPr txBox="1"/>
              <p:nvPr/>
            </p:nvSpPr>
            <p:spPr>
              <a:xfrm>
                <a:off x="1521480" y="2171688"/>
                <a:ext cx="494046" cy="369332"/>
              </a:xfrm>
              <a:prstGeom prst="rect">
                <a:avLst/>
              </a:prstGeom>
              <a:noFill/>
            </p:spPr>
            <p:txBody>
              <a:bodyPr wrap="none" rtlCol="0">
                <a:spAutoFit/>
              </a:bodyPr>
              <a:lstStyle/>
              <a:p>
                <a:r>
                  <a:rPr lang="en-US" b="1" dirty="0"/>
                  <a:t>t=2</a:t>
                </a:r>
              </a:p>
            </p:txBody>
          </p:sp>
          <p:grpSp>
            <p:nvGrpSpPr>
              <p:cNvPr id="569" name="Group 568">
                <a:extLst>
                  <a:ext uri="{FF2B5EF4-FFF2-40B4-BE49-F238E27FC236}">
                    <a16:creationId xmlns:a16="http://schemas.microsoft.com/office/drawing/2014/main" id="{35215618-4F00-9CAA-CBD0-6691D02909A9}"/>
                  </a:ext>
                </a:extLst>
              </p:cNvPr>
              <p:cNvGrpSpPr/>
              <p:nvPr/>
            </p:nvGrpSpPr>
            <p:grpSpPr>
              <a:xfrm>
                <a:off x="1097284" y="2174236"/>
                <a:ext cx="392849" cy="364140"/>
                <a:chOff x="1097284" y="2174236"/>
                <a:chExt cx="438579" cy="364140"/>
              </a:xfrm>
            </p:grpSpPr>
            <p:sp>
              <p:nvSpPr>
                <p:cNvPr id="570" name="Oval 569">
                  <a:extLst>
                    <a:ext uri="{FF2B5EF4-FFF2-40B4-BE49-F238E27FC236}">
                      <a16:creationId xmlns:a16="http://schemas.microsoft.com/office/drawing/2014/main" id="{54ACB054-AC21-3324-CB4D-1265B4D7E043}"/>
                    </a:ext>
                  </a:extLst>
                </p:cNvPr>
                <p:cNvSpPr/>
                <p:nvPr/>
              </p:nvSpPr>
              <p:spPr>
                <a:xfrm>
                  <a:off x="1100473" y="2176595"/>
                  <a:ext cx="431322" cy="361447"/>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71" name="Straight Connector 570">
                  <a:extLst>
                    <a:ext uri="{FF2B5EF4-FFF2-40B4-BE49-F238E27FC236}">
                      <a16:creationId xmlns:a16="http://schemas.microsoft.com/office/drawing/2014/main" id="{62E4226F-B0EB-374D-BD25-7D1732A7D82B}"/>
                    </a:ext>
                  </a:extLst>
                </p:cNvPr>
                <p:cNvCxnSpPr/>
                <p:nvPr/>
              </p:nvCxnSpPr>
              <p:spPr>
                <a:xfrm>
                  <a:off x="1314533" y="2174236"/>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F739E1E7-5005-8DA7-E5F2-1AC9C5CEE64F}"/>
                    </a:ext>
                  </a:extLst>
                </p:cNvPr>
                <p:cNvCxnSpPr/>
                <p:nvPr/>
              </p:nvCxnSpPr>
              <p:spPr>
                <a:xfrm>
                  <a:off x="1314533" y="2505897"/>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3" name="Straight Connector 572">
                  <a:extLst>
                    <a:ext uri="{FF2B5EF4-FFF2-40B4-BE49-F238E27FC236}">
                      <a16:creationId xmlns:a16="http://schemas.microsoft.com/office/drawing/2014/main" id="{BAB83014-03C5-DC67-1104-CAC57731EDBA}"/>
                    </a:ext>
                  </a:extLst>
                </p:cNvPr>
                <p:cNvCxnSpPr>
                  <a:cxnSpLocks/>
                </p:cNvCxnSpPr>
                <p:nvPr/>
              </p:nvCxnSpPr>
              <p:spPr>
                <a:xfrm rot="16200000">
                  <a:off x="1116663"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5C64FDF1-97A4-FEE4-8A60-71331449B35C}"/>
                    </a:ext>
                  </a:extLst>
                </p:cNvPr>
                <p:cNvCxnSpPr>
                  <a:cxnSpLocks/>
                </p:cNvCxnSpPr>
                <p:nvPr/>
              </p:nvCxnSpPr>
              <p:spPr>
                <a:xfrm rot="16200000">
                  <a:off x="1516484"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BD183C3E-B970-90D7-A0F2-A9AD6CBF3962}"/>
                    </a:ext>
                  </a:extLst>
                </p:cNvPr>
                <p:cNvCxnSpPr>
                  <a:cxnSpLocks/>
                </p:cNvCxnSpPr>
                <p:nvPr/>
              </p:nvCxnSpPr>
              <p:spPr>
                <a:xfrm>
                  <a:off x="1411431" y="249304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82695201-C357-C756-2FF2-551249F7C9F9}"/>
                    </a:ext>
                  </a:extLst>
                </p:cNvPr>
                <p:cNvCxnSpPr>
                  <a:cxnSpLocks/>
                </p:cNvCxnSpPr>
                <p:nvPr/>
              </p:nvCxnSpPr>
              <p:spPr>
                <a:xfrm>
                  <a:off x="1205401" y="2199023"/>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351E61A9-B0E4-2BF7-B25E-6102F56B0374}"/>
                    </a:ext>
                  </a:extLst>
                </p:cNvPr>
                <p:cNvCxnSpPr>
                  <a:cxnSpLocks/>
                </p:cNvCxnSpPr>
                <p:nvPr/>
              </p:nvCxnSpPr>
              <p:spPr>
                <a:xfrm flipH="1">
                  <a:off x="1201321" y="249133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FDFBF518-364B-1174-97D9-94205F9A291E}"/>
                    </a:ext>
                  </a:extLst>
                </p:cNvPr>
                <p:cNvCxnSpPr>
                  <a:cxnSpLocks/>
                </p:cNvCxnSpPr>
                <p:nvPr/>
              </p:nvCxnSpPr>
              <p:spPr>
                <a:xfrm flipH="1">
                  <a:off x="1407351" y="2197314"/>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DE881D18-804F-B796-AA45-557DCA491298}"/>
                    </a:ext>
                  </a:extLst>
                </p:cNvPr>
                <p:cNvCxnSpPr>
                  <a:cxnSpLocks/>
                </p:cNvCxnSpPr>
                <p:nvPr/>
              </p:nvCxnSpPr>
              <p:spPr>
                <a:xfrm flipH="1">
                  <a:off x="1480788" y="226398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7BCC2FC7-F9E0-E061-DA1B-4717DEC52CFB}"/>
                    </a:ext>
                  </a:extLst>
                </p:cNvPr>
                <p:cNvCxnSpPr>
                  <a:cxnSpLocks/>
                </p:cNvCxnSpPr>
                <p:nvPr/>
              </p:nvCxnSpPr>
              <p:spPr>
                <a:xfrm flipH="1">
                  <a:off x="1129926" y="243492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F370A729-6F14-0F05-1ADF-2EB479B1BCBA}"/>
                    </a:ext>
                  </a:extLst>
                </p:cNvPr>
                <p:cNvCxnSpPr>
                  <a:cxnSpLocks/>
                </p:cNvCxnSpPr>
                <p:nvPr/>
              </p:nvCxnSpPr>
              <p:spPr>
                <a:xfrm flipH="1" flipV="1">
                  <a:off x="1136045" y="226569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2FFF6953-F0E9-9D0A-8C03-A71376B404C8}"/>
                    </a:ext>
                  </a:extLst>
                </p:cNvPr>
                <p:cNvCxnSpPr>
                  <a:cxnSpLocks/>
                </p:cNvCxnSpPr>
                <p:nvPr/>
              </p:nvCxnSpPr>
              <p:spPr>
                <a:xfrm flipH="1" flipV="1">
                  <a:off x="1480788" y="243663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583" name="Oval 582">
                  <a:extLst>
                    <a:ext uri="{FF2B5EF4-FFF2-40B4-BE49-F238E27FC236}">
                      <a16:creationId xmlns:a16="http://schemas.microsoft.com/office/drawing/2014/main" id="{63CF03DA-B213-D570-E0C4-E03FE8718B25}"/>
                    </a:ext>
                  </a:extLst>
                </p:cNvPr>
                <p:cNvSpPr/>
                <p:nvPr/>
              </p:nvSpPr>
              <p:spPr>
                <a:xfrm>
                  <a:off x="1288014" y="2334922"/>
                  <a:ext cx="53037" cy="46914"/>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84" name="Straight Connector 583">
                  <a:extLst>
                    <a:ext uri="{FF2B5EF4-FFF2-40B4-BE49-F238E27FC236}">
                      <a16:creationId xmlns:a16="http://schemas.microsoft.com/office/drawing/2014/main" id="{DCD605ED-9BEB-A302-2295-D271367028F0}"/>
                    </a:ext>
                  </a:extLst>
                </p:cNvPr>
                <p:cNvCxnSpPr>
                  <a:cxnSpLocks/>
                </p:cNvCxnSpPr>
                <p:nvPr/>
              </p:nvCxnSpPr>
              <p:spPr>
                <a:xfrm flipH="1">
                  <a:off x="1310990" y="2293502"/>
                  <a:ext cx="151387" cy="67308"/>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grpSp>
      <p:grpSp>
        <p:nvGrpSpPr>
          <p:cNvPr id="585" name="Group 584">
            <a:extLst>
              <a:ext uri="{FF2B5EF4-FFF2-40B4-BE49-F238E27FC236}">
                <a16:creationId xmlns:a16="http://schemas.microsoft.com/office/drawing/2014/main" id="{DAB7B6B4-1028-79EB-4383-978D2FFC5F7A}"/>
              </a:ext>
            </a:extLst>
          </p:cNvPr>
          <p:cNvGrpSpPr/>
          <p:nvPr/>
        </p:nvGrpSpPr>
        <p:grpSpPr>
          <a:xfrm>
            <a:off x="6045729" y="4371253"/>
            <a:ext cx="5747789" cy="646331"/>
            <a:chOff x="-4171687" y="4639880"/>
            <a:chExt cx="5747789" cy="646331"/>
          </a:xfrm>
        </p:grpSpPr>
        <p:sp>
          <p:nvSpPr>
            <p:cNvPr id="586" name="TextBox 585">
              <a:extLst>
                <a:ext uri="{FF2B5EF4-FFF2-40B4-BE49-F238E27FC236}">
                  <a16:creationId xmlns:a16="http://schemas.microsoft.com/office/drawing/2014/main" id="{25D9CF73-7A15-3A76-70F5-858B5069E035}"/>
                </a:ext>
              </a:extLst>
            </p:cNvPr>
            <p:cNvSpPr txBox="1"/>
            <p:nvPr/>
          </p:nvSpPr>
          <p:spPr>
            <a:xfrm flipH="1">
              <a:off x="-4171687" y="4639880"/>
              <a:ext cx="4680000" cy="646331"/>
            </a:xfrm>
            <a:prstGeom prst="rect">
              <a:avLst/>
            </a:prstGeom>
            <a:noFill/>
          </p:spPr>
          <p:txBody>
            <a:bodyPr wrap="square" rtlCol="0">
              <a:spAutoFit/>
            </a:bodyPr>
            <a:lstStyle/>
            <a:p>
              <a:pPr algn="r" rtl="1">
                <a:lnSpc>
                  <a:spcPct val="120000"/>
                </a:lnSpc>
                <a:buClr>
                  <a:srgbClr val="0000A8"/>
                </a:buClr>
              </a:pPr>
              <a:r>
                <a:rPr lang="fa-IR" sz="1400" b="1" dirty="0">
                  <a:latin typeface="IRANSans(FaNum)" panose="02040503050201020203" pitchFamily="18" charset="-78"/>
                  <a:cs typeface="IRANSans(FaNum)" panose="02040503050201020203" pitchFamily="18" charset="-78"/>
                </a:rPr>
                <a:t>حالت گره </a:t>
              </a:r>
              <a:r>
                <a:rPr lang="en-US" sz="1400" b="1" dirty="0">
                  <a:latin typeface="IRANSans(FaNum)" panose="02040503050201020203" pitchFamily="18" charset="-78"/>
                  <a:cs typeface="IRANSans(FaNum)" panose="02040503050201020203" pitchFamily="18" charset="-78"/>
                </a:rPr>
                <a:t>c</a:t>
              </a:r>
              <a:r>
                <a:rPr lang="fa-IR" sz="1400" b="1" dirty="0">
                  <a:latin typeface="IRANSans(FaNum)" panose="02040503050201020203" pitchFamily="18" charset="-78"/>
                  <a:cs typeface="IRANSans(FaNum)" panose="02040503050201020203" pitchFamily="18" charset="-78"/>
                </a:rPr>
                <a:t> در زمان صفر امکان اثرگذاری در محاسبات بردار فاصله </a:t>
              </a:r>
              <a:r>
                <a:rPr lang="fa-IR" sz="1600" b="1" dirty="0">
                  <a:solidFill>
                    <a:srgbClr val="FF0000"/>
                  </a:solidFill>
                  <a:latin typeface="IRANSans(FaNum)" panose="02040503050201020203" pitchFamily="18" charset="-78"/>
                  <a:cs typeface="IRANSans(FaNum)" panose="02040503050201020203" pitchFamily="18" charset="-78"/>
                </a:rPr>
                <a:t>سه</a:t>
              </a:r>
              <a:r>
                <a:rPr lang="fa-IR" sz="1400" b="1" dirty="0">
                  <a:latin typeface="IRANSans(FaNum)" panose="02040503050201020203" pitchFamily="18" charset="-78"/>
                  <a:cs typeface="IRANSans(FaNum)" panose="02040503050201020203" pitchFamily="18" charset="-78"/>
                </a:rPr>
                <a:t> گام بعد یعنی گره‌‌های </a:t>
              </a:r>
              <a:r>
                <a:rPr lang="en-US" sz="1400" b="1" dirty="0">
                  <a:latin typeface="IRANSans(FaNum)" panose="02040503050201020203" pitchFamily="18" charset="-78"/>
                  <a:cs typeface="IRANSans(FaNum)" panose="02040503050201020203" pitchFamily="18" charset="-78"/>
                </a:rPr>
                <a:t>b</a:t>
              </a:r>
              <a:r>
                <a:rPr lang="fa-IR" sz="1400" b="1" dirty="0">
                  <a:latin typeface="IRANSans(FaNum)" panose="02040503050201020203" pitchFamily="18" charset="-78"/>
                  <a:cs typeface="IRANSans(FaNum)" panose="02040503050201020203" pitchFamily="18" charset="-78"/>
                </a:rPr>
                <a:t>، </a:t>
              </a:r>
              <a:r>
                <a:rPr lang="en-US" sz="1400" b="1" dirty="0">
                  <a:latin typeface="IRANSans(FaNum)" panose="02040503050201020203" pitchFamily="18" charset="-78"/>
                  <a:cs typeface="IRANSans(FaNum)" panose="02040503050201020203" pitchFamily="18" charset="-78"/>
                </a:rPr>
                <a:t>a</a:t>
              </a:r>
              <a:r>
                <a:rPr lang="fa-IR" sz="1400" b="1" dirty="0">
                  <a:latin typeface="IRANSans(FaNum)" panose="02040503050201020203" pitchFamily="18" charset="-78"/>
                  <a:cs typeface="IRANSans(FaNum)" panose="02040503050201020203" pitchFamily="18" charset="-78"/>
                </a:rPr>
                <a:t> و </a:t>
              </a:r>
              <a:r>
                <a:rPr lang="en-US" sz="1400" b="1" dirty="0">
                  <a:latin typeface="IRANSans(FaNum)" panose="02040503050201020203" pitchFamily="18" charset="-78"/>
                  <a:cs typeface="IRANSans(FaNum)" panose="02040503050201020203" pitchFamily="18" charset="-78"/>
                </a:rPr>
                <a:t>e</a:t>
              </a:r>
              <a:r>
                <a:rPr lang="fa-IR" sz="1400" b="1" dirty="0">
                  <a:latin typeface="IRANSans(FaNum)" panose="02040503050201020203" pitchFamily="18" charset="-78"/>
                  <a:cs typeface="IRANSans(FaNum)" panose="02040503050201020203" pitchFamily="18" charset="-78"/>
                </a:rPr>
                <a:t> و حالا گره‌های </a:t>
              </a:r>
              <a:r>
                <a:rPr lang="en-US" sz="1400" b="1" dirty="0">
                  <a:latin typeface="IRANSans(FaNum)" panose="02040503050201020203" pitchFamily="18" charset="-78"/>
                  <a:cs typeface="IRANSans(FaNum)" panose="02040503050201020203" pitchFamily="18" charset="-78"/>
                </a:rPr>
                <a:t>d</a:t>
              </a:r>
              <a:r>
                <a:rPr lang="fa-IR" sz="1400" b="1" dirty="0">
                  <a:latin typeface="IRANSans(FaNum)" panose="02040503050201020203" pitchFamily="18" charset="-78"/>
                  <a:cs typeface="IRANSans(FaNum)" panose="02040503050201020203" pitchFamily="18" charset="-78"/>
                </a:rPr>
                <a:t>، </a:t>
              </a:r>
              <a:r>
                <a:rPr lang="en-US" sz="1400" b="1" dirty="0">
                  <a:latin typeface="IRANSans(FaNum)" panose="02040503050201020203" pitchFamily="18" charset="-78"/>
                  <a:cs typeface="IRANSans(FaNum)" panose="02040503050201020203" pitchFamily="18" charset="-78"/>
                </a:rPr>
                <a:t>f</a:t>
              </a:r>
              <a:r>
                <a:rPr lang="fa-IR" sz="1400" b="1" dirty="0">
                  <a:latin typeface="IRANSans(FaNum)" panose="02040503050201020203" pitchFamily="18" charset="-78"/>
                  <a:cs typeface="IRANSans(FaNum)" panose="02040503050201020203" pitchFamily="18" charset="-78"/>
                </a:rPr>
                <a:t> و </a:t>
              </a:r>
              <a:r>
                <a:rPr lang="en-US" sz="1400" b="1" dirty="0">
                  <a:latin typeface="IRANSans(FaNum)" panose="02040503050201020203" pitchFamily="18" charset="-78"/>
                  <a:cs typeface="IRANSans(FaNum)" panose="02040503050201020203" pitchFamily="18" charset="-78"/>
                </a:rPr>
                <a:t>h</a:t>
              </a:r>
              <a:r>
                <a:rPr lang="fa-IR" sz="1400" b="1" dirty="0">
                  <a:latin typeface="IRANSans(FaNum)" panose="02040503050201020203" pitchFamily="18" charset="-78"/>
                  <a:cs typeface="IRANSans(FaNum)" panose="02040503050201020203" pitchFamily="18" charset="-78"/>
                </a:rPr>
                <a:t> را دارد.</a:t>
              </a:r>
              <a:endParaRPr lang="en-US" sz="1400" b="1" dirty="0">
                <a:latin typeface="IRANSans(FaNum)" panose="02040503050201020203" pitchFamily="18" charset="-78"/>
                <a:cs typeface="IRANSans(FaNum)" panose="02040503050201020203" pitchFamily="18" charset="-78"/>
              </a:endParaRPr>
            </a:p>
          </p:txBody>
        </p:sp>
        <p:grpSp>
          <p:nvGrpSpPr>
            <p:cNvPr id="587" name="Group 586">
              <a:extLst>
                <a:ext uri="{FF2B5EF4-FFF2-40B4-BE49-F238E27FC236}">
                  <a16:creationId xmlns:a16="http://schemas.microsoft.com/office/drawing/2014/main" id="{8F1BDB56-0839-623D-9F34-E324476FDDA1}"/>
                </a:ext>
              </a:extLst>
            </p:cNvPr>
            <p:cNvGrpSpPr/>
            <p:nvPr/>
          </p:nvGrpSpPr>
          <p:grpSpPr>
            <a:xfrm>
              <a:off x="657860" y="4759431"/>
              <a:ext cx="918242" cy="369332"/>
              <a:chOff x="1097284" y="2171688"/>
              <a:chExt cx="918242" cy="369332"/>
            </a:xfrm>
          </p:grpSpPr>
          <p:sp>
            <p:nvSpPr>
              <p:cNvPr id="588" name="TextBox 587">
                <a:extLst>
                  <a:ext uri="{FF2B5EF4-FFF2-40B4-BE49-F238E27FC236}">
                    <a16:creationId xmlns:a16="http://schemas.microsoft.com/office/drawing/2014/main" id="{F2889EC8-2F35-08FA-05EC-10332136EA6E}"/>
                  </a:ext>
                </a:extLst>
              </p:cNvPr>
              <p:cNvSpPr txBox="1"/>
              <p:nvPr/>
            </p:nvSpPr>
            <p:spPr>
              <a:xfrm>
                <a:off x="1521480" y="2171688"/>
                <a:ext cx="494046" cy="369332"/>
              </a:xfrm>
              <a:prstGeom prst="rect">
                <a:avLst/>
              </a:prstGeom>
              <a:noFill/>
            </p:spPr>
            <p:txBody>
              <a:bodyPr wrap="none" rtlCol="0">
                <a:spAutoFit/>
              </a:bodyPr>
              <a:lstStyle/>
              <a:p>
                <a:r>
                  <a:rPr lang="en-US" b="1" dirty="0"/>
                  <a:t>t=3</a:t>
                </a:r>
              </a:p>
            </p:txBody>
          </p:sp>
          <p:grpSp>
            <p:nvGrpSpPr>
              <p:cNvPr id="589" name="Group 588">
                <a:extLst>
                  <a:ext uri="{FF2B5EF4-FFF2-40B4-BE49-F238E27FC236}">
                    <a16:creationId xmlns:a16="http://schemas.microsoft.com/office/drawing/2014/main" id="{0E1958C1-CA99-6F45-CC01-BB893685CECC}"/>
                  </a:ext>
                </a:extLst>
              </p:cNvPr>
              <p:cNvGrpSpPr/>
              <p:nvPr/>
            </p:nvGrpSpPr>
            <p:grpSpPr>
              <a:xfrm>
                <a:off x="1097284" y="2174236"/>
                <a:ext cx="392849" cy="364140"/>
                <a:chOff x="1097284" y="2174236"/>
                <a:chExt cx="438579" cy="364140"/>
              </a:xfrm>
            </p:grpSpPr>
            <p:sp>
              <p:nvSpPr>
                <p:cNvPr id="590" name="Oval 589">
                  <a:extLst>
                    <a:ext uri="{FF2B5EF4-FFF2-40B4-BE49-F238E27FC236}">
                      <a16:creationId xmlns:a16="http://schemas.microsoft.com/office/drawing/2014/main" id="{E77AB9EA-4ED1-7450-BE33-2BC203EDA842}"/>
                    </a:ext>
                  </a:extLst>
                </p:cNvPr>
                <p:cNvSpPr/>
                <p:nvPr/>
              </p:nvSpPr>
              <p:spPr>
                <a:xfrm>
                  <a:off x="1100473" y="2176595"/>
                  <a:ext cx="431322" cy="361447"/>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91" name="Straight Connector 590">
                  <a:extLst>
                    <a:ext uri="{FF2B5EF4-FFF2-40B4-BE49-F238E27FC236}">
                      <a16:creationId xmlns:a16="http://schemas.microsoft.com/office/drawing/2014/main" id="{5EFDDB00-931A-3379-2935-7ED2EB91AA42}"/>
                    </a:ext>
                  </a:extLst>
                </p:cNvPr>
                <p:cNvCxnSpPr/>
                <p:nvPr/>
              </p:nvCxnSpPr>
              <p:spPr>
                <a:xfrm>
                  <a:off x="1314533" y="2174236"/>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5627B062-3D5B-CB3E-8351-01A19877B001}"/>
                    </a:ext>
                  </a:extLst>
                </p:cNvPr>
                <p:cNvCxnSpPr/>
                <p:nvPr/>
              </p:nvCxnSpPr>
              <p:spPr>
                <a:xfrm>
                  <a:off x="1314533" y="2505897"/>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1773D5DF-CE1B-EFA5-C617-04005DA3A22C}"/>
                    </a:ext>
                  </a:extLst>
                </p:cNvPr>
                <p:cNvCxnSpPr>
                  <a:cxnSpLocks/>
                </p:cNvCxnSpPr>
                <p:nvPr/>
              </p:nvCxnSpPr>
              <p:spPr>
                <a:xfrm rot="16200000">
                  <a:off x="1116663"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1E11204B-310E-0EDB-9CDB-2A2C7AA31BD5}"/>
                    </a:ext>
                  </a:extLst>
                </p:cNvPr>
                <p:cNvCxnSpPr>
                  <a:cxnSpLocks/>
                </p:cNvCxnSpPr>
                <p:nvPr/>
              </p:nvCxnSpPr>
              <p:spPr>
                <a:xfrm rot="16200000">
                  <a:off x="1516484"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5" name="Straight Connector 594">
                  <a:extLst>
                    <a:ext uri="{FF2B5EF4-FFF2-40B4-BE49-F238E27FC236}">
                      <a16:creationId xmlns:a16="http://schemas.microsoft.com/office/drawing/2014/main" id="{2385C93F-6D14-377B-CF30-2651A69C4821}"/>
                    </a:ext>
                  </a:extLst>
                </p:cNvPr>
                <p:cNvCxnSpPr>
                  <a:cxnSpLocks/>
                </p:cNvCxnSpPr>
                <p:nvPr/>
              </p:nvCxnSpPr>
              <p:spPr>
                <a:xfrm>
                  <a:off x="1411431" y="249304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6" name="Straight Connector 595">
                  <a:extLst>
                    <a:ext uri="{FF2B5EF4-FFF2-40B4-BE49-F238E27FC236}">
                      <a16:creationId xmlns:a16="http://schemas.microsoft.com/office/drawing/2014/main" id="{85C9F53F-F007-C1DD-C2E3-C45C99C95B71}"/>
                    </a:ext>
                  </a:extLst>
                </p:cNvPr>
                <p:cNvCxnSpPr>
                  <a:cxnSpLocks/>
                </p:cNvCxnSpPr>
                <p:nvPr/>
              </p:nvCxnSpPr>
              <p:spPr>
                <a:xfrm>
                  <a:off x="1205401" y="2199023"/>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7" name="Straight Connector 596">
                  <a:extLst>
                    <a:ext uri="{FF2B5EF4-FFF2-40B4-BE49-F238E27FC236}">
                      <a16:creationId xmlns:a16="http://schemas.microsoft.com/office/drawing/2014/main" id="{1D9CFA31-EB6B-170A-4088-76CC5007B999}"/>
                    </a:ext>
                  </a:extLst>
                </p:cNvPr>
                <p:cNvCxnSpPr>
                  <a:cxnSpLocks/>
                </p:cNvCxnSpPr>
                <p:nvPr/>
              </p:nvCxnSpPr>
              <p:spPr>
                <a:xfrm flipH="1">
                  <a:off x="1201321" y="249133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8" name="Straight Connector 597">
                  <a:extLst>
                    <a:ext uri="{FF2B5EF4-FFF2-40B4-BE49-F238E27FC236}">
                      <a16:creationId xmlns:a16="http://schemas.microsoft.com/office/drawing/2014/main" id="{AC08E7EB-7F1D-D67D-D730-A6BFC656FC64}"/>
                    </a:ext>
                  </a:extLst>
                </p:cNvPr>
                <p:cNvCxnSpPr>
                  <a:cxnSpLocks/>
                </p:cNvCxnSpPr>
                <p:nvPr/>
              </p:nvCxnSpPr>
              <p:spPr>
                <a:xfrm flipH="1">
                  <a:off x="1407351" y="2197314"/>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9" name="Straight Connector 598">
                  <a:extLst>
                    <a:ext uri="{FF2B5EF4-FFF2-40B4-BE49-F238E27FC236}">
                      <a16:creationId xmlns:a16="http://schemas.microsoft.com/office/drawing/2014/main" id="{92B551F9-5ED4-B6BE-CA42-6234A2275790}"/>
                    </a:ext>
                  </a:extLst>
                </p:cNvPr>
                <p:cNvCxnSpPr>
                  <a:cxnSpLocks/>
                </p:cNvCxnSpPr>
                <p:nvPr/>
              </p:nvCxnSpPr>
              <p:spPr>
                <a:xfrm flipH="1">
                  <a:off x="1480788" y="226398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7150114F-2FD5-5099-6C70-82761D004BB1}"/>
                    </a:ext>
                  </a:extLst>
                </p:cNvPr>
                <p:cNvCxnSpPr>
                  <a:cxnSpLocks/>
                </p:cNvCxnSpPr>
                <p:nvPr/>
              </p:nvCxnSpPr>
              <p:spPr>
                <a:xfrm flipH="1">
                  <a:off x="1129926" y="243492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B3DDF001-15B4-B9BA-1466-330E069D9A24}"/>
                    </a:ext>
                  </a:extLst>
                </p:cNvPr>
                <p:cNvCxnSpPr>
                  <a:cxnSpLocks/>
                </p:cNvCxnSpPr>
                <p:nvPr/>
              </p:nvCxnSpPr>
              <p:spPr>
                <a:xfrm flipH="1" flipV="1">
                  <a:off x="1136045" y="226569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C645A729-D62F-C1AA-F0CF-2DABE73D020D}"/>
                    </a:ext>
                  </a:extLst>
                </p:cNvPr>
                <p:cNvCxnSpPr>
                  <a:cxnSpLocks/>
                </p:cNvCxnSpPr>
                <p:nvPr/>
              </p:nvCxnSpPr>
              <p:spPr>
                <a:xfrm flipH="1" flipV="1">
                  <a:off x="1480788" y="243663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603" name="Oval 602">
                  <a:extLst>
                    <a:ext uri="{FF2B5EF4-FFF2-40B4-BE49-F238E27FC236}">
                      <a16:creationId xmlns:a16="http://schemas.microsoft.com/office/drawing/2014/main" id="{F9ECACEC-5143-7F64-C426-19F7341075EA}"/>
                    </a:ext>
                  </a:extLst>
                </p:cNvPr>
                <p:cNvSpPr/>
                <p:nvPr/>
              </p:nvSpPr>
              <p:spPr>
                <a:xfrm>
                  <a:off x="1288014" y="2334922"/>
                  <a:ext cx="53037" cy="46914"/>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04" name="Straight Connector 603">
                  <a:extLst>
                    <a:ext uri="{FF2B5EF4-FFF2-40B4-BE49-F238E27FC236}">
                      <a16:creationId xmlns:a16="http://schemas.microsoft.com/office/drawing/2014/main" id="{B2DEC5A8-8699-E883-1DFE-BCE35E36D899}"/>
                    </a:ext>
                  </a:extLst>
                </p:cNvPr>
                <p:cNvCxnSpPr>
                  <a:cxnSpLocks/>
                </p:cNvCxnSpPr>
                <p:nvPr/>
              </p:nvCxnSpPr>
              <p:spPr>
                <a:xfrm flipH="1">
                  <a:off x="1314533" y="2354460"/>
                  <a:ext cx="154224" cy="0"/>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grpSp>
      <p:grpSp>
        <p:nvGrpSpPr>
          <p:cNvPr id="605" name="Group 604">
            <a:extLst>
              <a:ext uri="{FF2B5EF4-FFF2-40B4-BE49-F238E27FC236}">
                <a16:creationId xmlns:a16="http://schemas.microsoft.com/office/drawing/2014/main" id="{B4241050-E41D-8F36-5C5C-CE471FA200F6}"/>
              </a:ext>
            </a:extLst>
          </p:cNvPr>
          <p:cNvGrpSpPr/>
          <p:nvPr/>
        </p:nvGrpSpPr>
        <p:grpSpPr>
          <a:xfrm>
            <a:off x="6039825" y="5286284"/>
            <a:ext cx="5755578" cy="646331"/>
            <a:chOff x="-4179476" y="5666257"/>
            <a:chExt cx="5755578" cy="646331"/>
          </a:xfrm>
        </p:grpSpPr>
        <p:sp>
          <p:nvSpPr>
            <p:cNvPr id="606" name="Rectangle 605">
              <a:extLst>
                <a:ext uri="{FF2B5EF4-FFF2-40B4-BE49-F238E27FC236}">
                  <a16:creationId xmlns:a16="http://schemas.microsoft.com/office/drawing/2014/main" id="{6326B823-426E-EF04-6BB3-3252132A2BCA}"/>
                </a:ext>
              </a:extLst>
            </p:cNvPr>
            <p:cNvSpPr/>
            <p:nvPr/>
          </p:nvSpPr>
          <p:spPr>
            <a:xfrm>
              <a:off x="-4179476" y="5666257"/>
              <a:ext cx="4680000" cy="646331"/>
            </a:xfrm>
            <a:prstGeom prst="rect">
              <a:avLst/>
            </a:prstGeom>
          </p:spPr>
          <p:txBody>
            <a:bodyPr wrap="square">
              <a:spAutoFit/>
            </a:bodyPr>
            <a:lstStyle/>
            <a:p>
              <a:pPr algn="r" rtl="1">
                <a:lnSpc>
                  <a:spcPct val="120000"/>
                </a:lnSpc>
                <a:buClr>
                  <a:srgbClr val="0000A8"/>
                </a:buClr>
              </a:pPr>
              <a:r>
                <a:rPr lang="fa-IR" sz="1400" b="1" dirty="0">
                  <a:latin typeface="IRANSans(FaNum)" panose="02040503050201020203" pitchFamily="18" charset="-78"/>
                  <a:cs typeface="IRANSans(FaNum)" panose="02040503050201020203" pitchFamily="18" charset="-78"/>
                </a:rPr>
                <a:t>حالت گره </a:t>
              </a:r>
              <a:r>
                <a:rPr lang="en-US" sz="1400" b="1" dirty="0">
                  <a:latin typeface="IRANSans(FaNum)" panose="02040503050201020203" pitchFamily="18" charset="-78"/>
                  <a:cs typeface="IRANSans(FaNum)" panose="02040503050201020203" pitchFamily="18" charset="-78"/>
                </a:rPr>
                <a:t>c</a:t>
              </a:r>
              <a:r>
                <a:rPr lang="fa-IR" sz="1400" b="1" dirty="0">
                  <a:latin typeface="IRANSans(FaNum)" panose="02040503050201020203" pitchFamily="18" charset="-78"/>
                  <a:cs typeface="IRANSans(FaNum)" panose="02040503050201020203" pitchFamily="18" charset="-78"/>
                </a:rPr>
                <a:t> در زمان صفر امکان اثرگذاری در محاسبات بردار فاصله </a:t>
              </a:r>
              <a:r>
                <a:rPr lang="fa-IR" sz="1600" b="1" dirty="0">
                  <a:solidFill>
                    <a:srgbClr val="FF0000"/>
                  </a:solidFill>
                  <a:latin typeface="IRANSans(FaNum)" panose="02040503050201020203" pitchFamily="18" charset="-78"/>
                  <a:cs typeface="IRANSans(FaNum)" panose="02040503050201020203" pitchFamily="18" charset="-78"/>
                </a:rPr>
                <a:t>چهار</a:t>
              </a:r>
              <a:r>
                <a:rPr lang="fa-IR" sz="1400" b="1" dirty="0">
                  <a:latin typeface="IRANSans(FaNum)" panose="02040503050201020203" pitchFamily="18" charset="-78"/>
                  <a:cs typeface="IRANSans(FaNum)" panose="02040503050201020203" pitchFamily="18" charset="-78"/>
                </a:rPr>
                <a:t> گام بعد یعنی گره‌های‌ </a:t>
              </a:r>
              <a:r>
                <a:rPr lang="en-US" sz="1400" b="1" dirty="0">
                  <a:latin typeface="IRANSans(FaNum)" panose="02040503050201020203" pitchFamily="18" charset="-78"/>
                  <a:cs typeface="IRANSans(FaNum)" panose="02040503050201020203" pitchFamily="18" charset="-78"/>
                </a:rPr>
                <a:t>b</a:t>
              </a:r>
              <a:r>
                <a:rPr lang="fa-IR" sz="1400" b="1" dirty="0">
                  <a:latin typeface="IRANSans(FaNum)" panose="02040503050201020203" pitchFamily="18" charset="-78"/>
                  <a:cs typeface="IRANSans(FaNum)" panose="02040503050201020203" pitchFamily="18" charset="-78"/>
                </a:rPr>
                <a:t>، </a:t>
              </a:r>
              <a:r>
                <a:rPr lang="en-US" sz="1400" b="1" dirty="0">
                  <a:latin typeface="IRANSans(FaNum)" panose="02040503050201020203" pitchFamily="18" charset="-78"/>
                  <a:cs typeface="IRANSans(FaNum)" panose="02040503050201020203" pitchFamily="18" charset="-78"/>
                </a:rPr>
                <a:t>a</a:t>
              </a:r>
              <a:r>
                <a:rPr lang="fa-IR" sz="1400" b="1" dirty="0">
                  <a:latin typeface="IRANSans(FaNum)" panose="02040503050201020203" pitchFamily="18" charset="-78"/>
                  <a:cs typeface="IRANSans(FaNum)" panose="02040503050201020203" pitchFamily="18" charset="-78"/>
                </a:rPr>
                <a:t>، </a:t>
              </a:r>
              <a:r>
                <a:rPr lang="en-US" sz="1400" b="1" dirty="0">
                  <a:latin typeface="IRANSans(FaNum)" panose="02040503050201020203" pitchFamily="18" charset="-78"/>
                  <a:cs typeface="IRANSans(FaNum)" panose="02040503050201020203" pitchFamily="18" charset="-78"/>
                </a:rPr>
                <a:t>e</a:t>
              </a:r>
              <a:r>
                <a:rPr lang="fa-IR" sz="1400" b="1" dirty="0">
                  <a:latin typeface="IRANSans(FaNum)" panose="02040503050201020203" pitchFamily="18" charset="-78"/>
                  <a:cs typeface="IRANSans(FaNum)" panose="02040503050201020203" pitchFamily="18" charset="-78"/>
                </a:rPr>
                <a:t>، </a:t>
              </a:r>
              <a:r>
                <a:rPr lang="en-US" sz="1400" b="1" dirty="0">
                  <a:latin typeface="IRANSans(FaNum)" panose="02040503050201020203" pitchFamily="18" charset="-78"/>
                  <a:cs typeface="IRANSans(FaNum)" panose="02040503050201020203" pitchFamily="18" charset="-78"/>
                </a:rPr>
                <a:t>d</a:t>
              </a:r>
              <a:r>
                <a:rPr lang="fa-IR" sz="1400" b="1" dirty="0">
                  <a:latin typeface="IRANSans(FaNum)" panose="02040503050201020203" pitchFamily="18" charset="-78"/>
                  <a:cs typeface="IRANSans(FaNum)" panose="02040503050201020203" pitchFamily="18" charset="-78"/>
                </a:rPr>
                <a:t>، </a:t>
              </a:r>
              <a:r>
                <a:rPr lang="en-US" sz="1400" b="1" dirty="0">
                  <a:latin typeface="IRANSans(FaNum)" panose="02040503050201020203" pitchFamily="18" charset="-78"/>
                  <a:cs typeface="IRANSans(FaNum)" panose="02040503050201020203" pitchFamily="18" charset="-78"/>
                </a:rPr>
                <a:t>f</a:t>
              </a:r>
              <a:r>
                <a:rPr lang="fa-IR" sz="1400" b="1" dirty="0">
                  <a:latin typeface="IRANSans(FaNum)" panose="02040503050201020203" pitchFamily="18" charset="-78"/>
                  <a:cs typeface="IRANSans(FaNum)" panose="02040503050201020203" pitchFamily="18" charset="-78"/>
                </a:rPr>
                <a:t> و </a:t>
              </a:r>
              <a:r>
                <a:rPr lang="en-US" sz="1400" b="1" dirty="0">
                  <a:latin typeface="IRANSans(FaNum)" panose="02040503050201020203" pitchFamily="18" charset="-78"/>
                  <a:cs typeface="IRANSans(FaNum)" panose="02040503050201020203" pitchFamily="18" charset="-78"/>
                </a:rPr>
                <a:t>h</a:t>
              </a:r>
              <a:r>
                <a:rPr lang="fa-IR" sz="1400" b="1" dirty="0">
                  <a:latin typeface="IRANSans(FaNum)" panose="02040503050201020203" pitchFamily="18" charset="-78"/>
                  <a:cs typeface="IRANSans(FaNum)" panose="02040503050201020203" pitchFamily="18" charset="-78"/>
                </a:rPr>
                <a:t> و حالا گره </a:t>
              </a:r>
              <a:r>
                <a:rPr lang="en-US" sz="1400" b="1" dirty="0" err="1">
                  <a:latin typeface="IRANSans(FaNum)" panose="02040503050201020203" pitchFamily="18" charset="-78"/>
                  <a:cs typeface="IRANSans(FaNum)" panose="02040503050201020203" pitchFamily="18" charset="-78"/>
                </a:rPr>
                <a:t>i</a:t>
              </a:r>
              <a:r>
                <a:rPr lang="fa-IR" sz="1400" b="1" dirty="0">
                  <a:latin typeface="IRANSans(FaNum)" panose="02040503050201020203" pitchFamily="18" charset="-78"/>
                  <a:cs typeface="IRANSans(FaNum)" panose="02040503050201020203" pitchFamily="18" charset="-78"/>
                </a:rPr>
                <a:t> را دارد.</a:t>
              </a:r>
              <a:endParaRPr lang="en-US" sz="1400" b="1" dirty="0">
                <a:latin typeface="IRANSans(FaNum)" panose="02040503050201020203" pitchFamily="18" charset="-78"/>
                <a:cs typeface="IRANSans(FaNum)" panose="02040503050201020203" pitchFamily="18" charset="-78"/>
              </a:endParaRPr>
            </a:p>
          </p:txBody>
        </p:sp>
        <p:grpSp>
          <p:nvGrpSpPr>
            <p:cNvPr id="607" name="Group 606">
              <a:extLst>
                <a:ext uri="{FF2B5EF4-FFF2-40B4-BE49-F238E27FC236}">
                  <a16:creationId xmlns:a16="http://schemas.microsoft.com/office/drawing/2014/main" id="{FB47B6C6-ECF4-D70E-743E-89018C7376A7}"/>
                </a:ext>
              </a:extLst>
            </p:cNvPr>
            <p:cNvGrpSpPr/>
            <p:nvPr/>
          </p:nvGrpSpPr>
          <p:grpSpPr>
            <a:xfrm>
              <a:off x="657860" y="5775431"/>
              <a:ext cx="918242" cy="369332"/>
              <a:chOff x="1097284" y="2171688"/>
              <a:chExt cx="918242" cy="369332"/>
            </a:xfrm>
          </p:grpSpPr>
          <p:sp>
            <p:nvSpPr>
              <p:cNvPr id="608" name="TextBox 607">
                <a:extLst>
                  <a:ext uri="{FF2B5EF4-FFF2-40B4-BE49-F238E27FC236}">
                    <a16:creationId xmlns:a16="http://schemas.microsoft.com/office/drawing/2014/main" id="{241ED82F-8C03-5C56-84FB-D625CE52FC20}"/>
                  </a:ext>
                </a:extLst>
              </p:cNvPr>
              <p:cNvSpPr txBox="1"/>
              <p:nvPr/>
            </p:nvSpPr>
            <p:spPr>
              <a:xfrm>
                <a:off x="1521480" y="2171688"/>
                <a:ext cx="494046" cy="369332"/>
              </a:xfrm>
              <a:prstGeom prst="rect">
                <a:avLst/>
              </a:prstGeom>
              <a:noFill/>
            </p:spPr>
            <p:txBody>
              <a:bodyPr wrap="none" rtlCol="0">
                <a:spAutoFit/>
              </a:bodyPr>
              <a:lstStyle/>
              <a:p>
                <a:r>
                  <a:rPr lang="en-US" b="1" dirty="0"/>
                  <a:t>t=4</a:t>
                </a:r>
              </a:p>
            </p:txBody>
          </p:sp>
          <p:grpSp>
            <p:nvGrpSpPr>
              <p:cNvPr id="609" name="Group 608">
                <a:extLst>
                  <a:ext uri="{FF2B5EF4-FFF2-40B4-BE49-F238E27FC236}">
                    <a16:creationId xmlns:a16="http://schemas.microsoft.com/office/drawing/2014/main" id="{9D7F9E7E-3559-FDD6-242D-ECCEBC85E874}"/>
                  </a:ext>
                </a:extLst>
              </p:cNvPr>
              <p:cNvGrpSpPr/>
              <p:nvPr/>
            </p:nvGrpSpPr>
            <p:grpSpPr>
              <a:xfrm>
                <a:off x="1097284" y="2174236"/>
                <a:ext cx="392849" cy="364140"/>
                <a:chOff x="1097284" y="2174236"/>
                <a:chExt cx="438579" cy="364140"/>
              </a:xfrm>
            </p:grpSpPr>
            <p:sp>
              <p:nvSpPr>
                <p:cNvPr id="610" name="Oval 609">
                  <a:extLst>
                    <a:ext uri="{FF2B5EF4-FFF2-40B4-BE49-F238E27FC236}">
                      <a16:creationId xmlns:a16="http://schemas.microsoft.com/office/drawing/2014/main" id="{FA415E88-0440-1C4C-CEE9-869543FF9E9C}"/>
                    </a:ext>
                  </a:extLst>
                </p:cNvPr>
                <p:cNvSpPr/>
                <p:nvPr/>
              </p:nvSpPr>
              <p:spPr>
                <a:xfrm>
                  <a:off x="1100473" y="2176595"/>
                  <a:ext cx="431322" cy="361447"/>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11" name="Straight Connector 610">
                  <a:extLst>
                    <a:ext uri="{FF2B5EF4-FFF2-40B4-BE49-F238E27FC236}">
                      <a16:creationId xmlns:a16="http://schemas.microsoft.com/office/drawing/2014/main" id="{E41C863C-5C94-F7C5-C215-EC353FD6E5C2}"/>
                    </a:ext>
                  </a:extLst>
                </p:cNvPr>
                <p:cNvCxnSpPr/>
                <p:nvPr/>
              </p:nvCxnSpPr>
              <p:spPr>
                <a:xfrm>
                  <a:off x="1314533" y="2174236"/>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C6E1E27D-BBCD-A5CF-77A0-39380BFCCA0B}"/>
                    </a:ext>
                  </a:extLst>
                </p:cNvPr>
                <p:cNvCxnSpPr/>
                <p:nvPr/>
              </p:nvCxnSpPr>
              <p:spPr>
                <a:xfrm>
                  <a:off x="1314533" y="2505897"/>
                  <a:ext cx="0" cy="3247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CA61DCCF-7A3D-E58E-5BA6-07D5ACFF1CD4}"/>
                    </a:ext>
                  </a:extLst>
                </p:cNvPr>
                <p:cNvCxnSpPr>
                  <a:cxnSpLocks/>
                </p:cNvCxnSpPr>
                <p:nvPr/>
              </p:nvCxnSpPr>
              <p:spPr>
                <a:xfrm rot="16200000">
                  <a:off x="1116663"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C38AAA69-3853-548C-E0F9-59F51E644016}"/>
                    </a:ext>
                  </a:extLst>
                </p:cNvPr>
                <p:cNvCxnSpPr>
                  <a:cxnSpLocks/>
                </p:cNvCxnSpPr>
                <p:nvPr/>
              </p:nvCxnSpPr>
              <p:spPr>
                <a:xfrm rot="16200000">
                  <a:off x="1516484" y="2338620"/>
                  <a:ext cx="0" cy="38758"/>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2F1C7BBA-A1EA-9766-67BD-432E02AB4386}"/>
                    </a:ext>
                  </a:extLst>
                </p:cNvPr>
                <p:cNvCxnSpPr>
                  <a:cxnSpLocks/>
                </p:cNvCxnSpPr>
                <p:nvPr/>
              </p:nvCxnSpPr>
              <p:spPr>
                <a:xfrm>
                  <a:off x="1411431" y="249304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6" name="Straight Connector 615">
                  <a:extLst>
                    <a:ext uri="{FF2B5EF4-FFF2-40B4-BE49-F238E27FC236}">
                      <a16:creationId xmlns:a16="http://schemas.microsoft.com/office/drawing/2014/main" id="{15822D7B-6D87-03A0-018E-81DE7FB01B80}"/>
                    </a:ext>
                  </a:extLst>
                </p:cNvPr>
                <p:cNvCxnSpPr>
                  <a:cxnSpLocks/>
                </p:cNvCxnSpPr>
                <p:nvPr/>
              </p:nvCxnSpPr>
              <p:spPr>
                <a:xfrm>
                  <a:off x="1205401" y="2199023"/>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7" name="Straight Connector 616">
                  <a:extLst>
                    <a:ext uri="{FF2B5EF4-FFF2-40B4-BE49-F238E27FC236}">
                      <a16:creationId xmlns:a16="http://schemas.microsoft.com/office/drawing/2014/main" id="{B50DD5C1-5428-C641-C1A7-AAF50C6354CE}"/>
                    </a:ext>
                  </a:extLst>
                </p:cNvPr>
                <p:cNvCxnSpPr>
                  <a:cxnSpLocks/>
                </p:cNvCxnSpPr>
                <p:nvPr/>
              </p:nvCxnSpPr>
              <p:spPr>
                <a:xfrm flipH="1">
                  <a:off x="1201321" y="2491335"/>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8" name="Straight Connector 617">
                  <a:extLst>
                    <a:ext uri="{FF2B5EF4-FFF2-40B4-BE49-F238E27FC236}">
                      <a16:creationId xmlns:a16="http://schemas.microsoft.com/office/drawing/2014/main" id="{D5AA8974-4776-4722-5340-FD718A12F014}"/>
                    </a:ext>
                  </a:extLst>
                </p:cNvPr>
                <p:cNvCxnSpPr>
                  <a:cxnSpLocks/>
                </p:cNvCxnSpPr>
                <p:nvPr/>
              </p:nvCxnSpPr>
              <p:spPr>
                <a:xfrm flipH="1">
                  <a:off x="1407351" y="2197314"/>
                  <a:ext cx="17336" cy="23077"/>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19" name="Straight Connector 618">
                  <a:extLst>
                    <a:ext uri="{FF2B5EF4-FFF2-40B4-BE49-F238E27FC236}">
                      <a16:creationId xmlns:a16="http://schemas.microsoft.com/office/drawing/2014/main" id="{399DBC75-0082-B94C-61D1-C7FA38778B67}"/>
                    </a:ext>
                  </a:extLst>
                </p:cNvPr>
                <p:cNvCxnSpPr>
                  <a:cxnSpLocks/>
                </p:cNvCxnSpPr>
                <p:nvPr/>
              </p:nvCxnSpPr>
              <p:spPr>
                <a:xfrm flipH="1">
                  <a:off x="1480788" y="226398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0" name="Straight Connector 619">
                  <a:extLst>
                    <a:ext uri="{FF2B5EF4-FFF2-40B4-BE49-F238E27FC236}">
                      <a16:creationId xmlns:a16="http://schemas.microsoft.com/office/drawing/2014/main" id="{D9E9DB37-3F32-2A8C-5F90-7610794707EA}"/>
                    </a:ext>
                  </a:extLst>
                </p:cNvPr>
                <p:cNvCxnSpPr>
                  <a:cxnSpLocks/>
                </p:cNvCxnSpPr>
                <p:nvPr/>
              </p:nvCxnSpPr>
              <p:spPr>
                <a:xfrm flipH="1">
                  <a:off x="1129926" y="243492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1" name="Straight Connector 620">
                  <a:extLst>
                    <a:ext uri="{FF2B5EF4-FFF2-40B4-BE49-F238E27FC236}">
                      <a16:creationId xmlns:a16="http://schemas.microsoft.com/office/drawing/2014/main" id="{2DEA981E-3E46-E367-2B2E-C4676A974CC7}"/>
                    </a:ext>
                  </a:extLst>
                </p:cNvPr>
                <p:cNvCxnSpPr>
                  <a:cxnSpLocks/>
                </p:cNvCxnSpPr>
                <p:nvPr/>
              </p:nvCxnSpPr>
              <p:spPr>
                <a:xfrm flipH="1" flipV="1">
                  <a:off x="1136045" y="2265692"/>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2" name="Straight Connector 621">
                  <a:extLst>
                    <a:ext uri="{FF2B5EF4-FFF2-40B4-BE49-F238E27FC236}">
                      <a16:creationId xmlns:a16="http://schemas.microsoft.com/office/drawing/2014/main" id="{B30A3082-697F-A634-9A9D-E608887830D5}"/>
                    </a:ext>
                  </a:extLst>
                </p:cNvPr>
                <p:cNvCxnSpPr>
                  <a:cxnSpLocks/>
                </p:cNvCxnSpPr>
                <p:nvPr/>
              </p:nvCxnSpPr>
              <p:spPr>
                <a:xfrm flipH="1" flipV="1">
                  <a:off x="1480788" y="2436635"/>
                  <a:ext cx="23455" cy="14529"/>
                </a:xfrm>
                <a:prstGeom prst="line">
                  <a:avLst/>
                </a:prstGeom>
                <a:ln w="12700" cap="rnd">
                  <a:solidFill>
                    <a:srgbClr val="C00000"/>
                  </a:solidFill>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3B3FFB3-E2EE-0EE9-D9E6-4CF7BBD75F75}"/>
                    </a:ext>
                  </a:extLst>
                </p:cNvPr>
                <p:cNvSpPr/>
                <p:nvPr/>
              </p:nvSpPr>
              <p:spPr>
                <a:xfrm>
                  <a:off x="1288014" y="2334922"/>
                  <a:ext cx="53037" cy="46914"/>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24" name="Straight Connector 623">
                  <a:extLst>
                    <a:ext uri="{FF2B5EF4-FFF2-40B4-BE49-F238E27FC236}">
                      <a16:creationId xmlns:a16="http://schemas.microsoft.com/office/drawing/2014/main" id="{9A55A193-5FE8-EC3A-28A5-1D54A1807D71}"/>
                    </a:ext>
                  </a:extLst>
                </p:cNvPr>
                <p:cNvCxnSpPr>
                  <a:cxnSpLocks/>
                </p:cNvCxnSpPr>
                <p:nvPr/>
              </p:nvCxnSpPr>
              <p:spPr>
                <a:xfrm flipH="1" flipV="1">
                  <a:off x="1310989" y="2351285"/>
                  <a:ext cx="140045" cy="71122"/>
                </a:xfrm>
                <a:prstGeom prst="line">
                  <a:avLst/>
                </a:prstGeom>
                <a:ln w="25400" cap="flat">
                  <a:solidFill>
                    <a:srgbClr val="C00000"/>
                  </a:solidFill>
                </a:ln>
              </p:spPr>
              <p:style>
                <a:lnRef idx="1">
                  <a:schemeClr val="accent1"/>
                </a:lnRef>
                <a:fillRef idx="0">
                  <a:schemeClr val="accent1"/>
                </a:fillRef>
                <a:effectRef idx="0">
                  <a:schemeClr val="accent1"/>
                </a:effectRef>
                <a:fontRef idx="minor">
                  <a:schemeClr val="tx1"/>
                </a:fontRef>
              </p:style>
            </p:cxnSp>
          </p:grpSp>
        </p:grpSp>
      </p:grpSp>
      <p:sp>
        <p:nvSpPr>
          <p:cNvPr id="625" name="TextBox 624">
            <a:extLst>
              <a:ext uri="{FF2B5EF4-FFF2-40B4-BE49-F238E27FC236}">
                <a16:creationId xmlns:a16="http://schemas.microsoft.com/office/drawing/2014/main" id="{B7726EE9-7DC8-17F5-14D3-1E18DFDB67A3}"/>
              </a:ext>
            </a:extLst>
          </p:cNvPr>
          <p:cNvSpPr txBox="1"/>
          <p:nvPr/>
        </p:nvSpPr>
        <p:spPr>
          <a:xfrm>
            <a:off x="802640" y="1252888"/>
            <a:ext cx="11048549" cy="369332"/>
          </a:xfrm>
          <a:prstGeom prst="rect">
            <a:avLst/>
          </a:prstGeom>
          <a:noFill/>
        </p:spPr>
        <p:txBody>
          <a:bodyPr wrap="square" rtlCol="0">
            <a:spAutoFit/>
          </a:bodyPr>
          <a:lstStyle/>
          <a:p>
            <a:pPr algn="r" rtl="1"/>
            <a:r>
              <a:rPr lang="fa-IR" b="1" dirty="0">
                <a:latin typeface="IRANSans(FaNum)" panose="02040503050201020203" pitchFamily="18" charset="-78"/>
                <a:cs typeface="IRANSans(FaNum)" panose="02040503050201020203" pitchFamily="18" charset="-78"/>
              </a:rPr>
              <a:t>تبادل تکرارشونده و انجام گام‌های محاسباتی و انتشار آن از طریق شبکه:</a:t>
            </a:r>
            <a:endParaRPr lang="en-US" b="1" dirty="0">
              <a:latin typeface="IRANSans(FaNum)" panose="02040503050201020203" pitchFamily="18" charset="-78"/>
              <a:cs typeface="IRANSans(FaNum)" panose="02040503050201020203" pitchFamily="18" charset="-78"/>
            </a:endParaRPr>
          </a:p>
        </p:txBody>
      </p:sp>
      <p:grpSp>
        <p:nvGrpSpPr>
          <p:cNvPr id="626" name="Group 625">
            <a:extLst>
              <a:ext uri="{FF2B5EF4-FFF2-40B4-BE49-F238E27FC236}">
                <a16:creationId xmlns:a16="http://schemas.microsoft.com/office/drawing/2014/main" id="{80CD023B-3244-DD22-BBBC-84C4B3E29474}"/>
              </a:ext>
            </a:extLst>
          </p:cNvPr>
          <p:cNvGrpSpPr/>
          <p:nvPr/>
        </p:nvGrpSpPr>
        <p:grpSpPr>
          <a:xfrm>
            <a:off x="2535749" y="1632298"/>
            <a:ext cx="2857489" cy="1596883"/>
            <a:chOff x="8879399" y="1803748"/>
            <a:chExt cx="2857489" cy="1596883"/>
          </a:xfrm>
        </p:grpSpPr>
        <p:sp>
          <p:nvSpPr>
            <p:cNvPr id="627" name="Freeform 14">
              <a:extLst>
                <a:ext uri="{FF2B5EF4-FFF2-40B4-BE49-F238E27FC236}">
                  <a16:creationId xmlns:a16="http://schemas.microsoft.com/office/drawing/2014/main" id="{CD774A44-01E9-35D3-7E16-D1487A8148AD}"/>
                </a:ext>
              </a:extLst>
            </p:cNvPr>
            <p:cNvSpPr/>
            <p:nvPr/>
          </p:nvSpPr>
          <p:spPr>
            <a:xfrm>
              <a:off x="8879399" y="1803748"/>
              <a:ext cx="2857489" cy="1536065"/>
            </a:xfrm>
            <a:custGeom>
              <a:avLst/>
              <a:gdLst>
                <a:gd name="connsiteX0" fmla="*/ 0 w 3319398"/>
                <a:gd name="connsiteY0" fmla="*/ 0 h 1215025"/>
                <a:gd name="connsiteX1" fmla="*/ 613776 w 3319398"/>
                <a:gd name="connsiteY1" fmla="*/ 1189973 h 1215025"/>
                <a:gd name="connsiteX2" fmla="*/ 3319398 w 3319398"/>
                <a:gd name="connsiteY2" fmla="*/ 1215025 h 1215025"/>
                <a:gd name="connsiteX0" fmla="*/ 0 w 3319398"/>
                <a:gd name="connsiteY0" fmla="*/ 0 h 1284889"/>
                <a:gd name="connsiteX1" fmla="*/ 613776 w 3319398"/>
                <a:gd name="connsiteY1" fmla="*/ 1189973 h 1284889"/>
                <a:gd name="connsiteX2" fmla="*/ 3319398 w 3319398"/>
                <a:gd name="connsiteY2" fmla="*/ 1215025 h 1284889"/>
                <a:gd name="connsiteX0" fmla="*/ 0 w 3319398"/>
                <a:gd name="connsiteY0" fmla="*/ 0 h 1528175"/>
                <a:gd name="connsiteX1" fmla="*/ 613776 w 3319398"/>
                <a:gd name="connsiteY1" fmla="*/ 1189973 h 1528175"/>
                <a:gd name="connsiteX2" fmla="*/ 3319398 w 3319398"/>
                <a:gd name="connsiteY2" fmla="*/ 1528175 h 1528175"/>
                <a:gd name="connsiteX0" fmla="*/ 0 w 3319398"/>
                <a:gd name="connsiteY0" fmla="*/ 0 h 1528175"/>
                <a:gd name="connsiteX1" fmla="*/ 613776 w 3319398"/>
                <a:gd name="connsiteY1" fmla="*/ 1189973 h 1528175"/>
                <a:gd name="connsiteX2" fmla="*/ 3319398 w 3319398"/>
                <a:gd name="connsiteY2" fmla="*/ 1528175 h 1528175"/>
                <a:gd name="connsiteX0" fmla="*/ 0 w 3181611"/>
                <a:gd name="connsiteY0" fmla="*/ 0 h 1528175"/>
                <a:gd name="connsiteX1" fmla="*/ 475989 w 3181611"/>
                <a:gd name="connsiteY1" fmla="*/ 1189973 h 1528175"/>
                <a:gd name="connsiteX2" fmla="*/ 3181611 w 3181611"/>
                <a:gd name="connsiteY2" fmla="*/ 1528175 h 1528175"/>
                <a:gd name="connsiteX0" fmla="*/ 9476 w 3191087"/>
                <a:gd name="connsiteY0" fmla="*/ 0 h 1528175"/>
                <a:gd name="connsiteX1" fmla="*/ 485465 w 3191087"/>
                <a:gd name="connsiteY1" fmla="*/ 1189973 h 1528175"/>
                <a:gd name="connsiteX2" fmla="*/ 3191087 w 3191087"/>
                <a:gd name="connsiteY2" fmla="*/ 1528175 h 1528175"/>
                <a:gd name="connsiteX0" fmla="*/ 9703 w 3203840"/>
                <a:gd name="connsiteY0" fmla="*/ 0 h 1453019"/>
                <a:gd name="connsiteX1" fmla="*/ 485692 w 3203840"/>
                <a:gd name="connsiteY1" fmla="*/ 1189973 h 1453019"/>
                <a:gd name="connsiteX2" fmla="*/ 3203840 w 3203840"/>
                <a:gd name="connsiteY2" fmla="*/ 1453019 h 1453019"/>
                <a:gd name="connsiteX0" fmla="*/ 6182 w 3200319"/>
                <a:gd name="connsiteY0" fmla="*/ 0 h 1461838"/>
                <a:gd name="connsiteX1" fmla="*/ 519749 w 3200319"/>
                <a:gd name="connsiteY1" fmla="*/ 1290182 h 1461838"/>
                <a:gd name="connsiteX2" fmla="*/ 3200319 w 3200319"/>
                <a:gd name="connsiteY2" fmla="*/ 1453019 h 1461838"/>
                <a:gd name="connsiteX0" fmla="*/ 113523 w 2944405"/>
                <a:gd name="connsiteY0" fmla="*/ 0 h 1461838"/>
                <a:gd name="connsiteX1" fmla="*/ 263835 w 2944405"/>
                <a:gd name="connsiteY1" fmla="*/ 1290182 h 1461838"/>
                <a:gd name="connsiteX2" fmla="*/ 2944405 w 2944405"/>
                <a:gd name="connsiteY2" fmla="*/ 1453019 h 1461838"/>
                <a:gd name="connsiteX0" fmla="*/ 7733 w 2838615"/>
                <a:gd name="connsiteY0" fmla="*/ 0 h 1523002"/>
                <a:gd name="connsiteX1" fmla="*/ 446144 w 2838615"/>
                <a:gd name="connsiteY1" fmla="*/ 1402916 h 1523002"/>
                <a:gd name="connsiteX2" fmla="*/ 2838615 w 2838615"/>
                <a:gd name="connsiteY2" fmla="*/ 1453019 h 1523002"/>
                <a:gd name="connsiteX0" fmla="*/ 6626 w 2837508"/>
                <a:gd name="connsiteY0" fmla="*/ 0 h 1484577"/>
                <a:gd name="connsiteX1" fmla="*/ 457563 w 2837508"/>
                <a:gd name="connsiteY1" fmla="*/ 1340286 h 1484577"/>
                <a:gd name="connsiteX2" fmla="*/ 2837508 w 2837508"/>
                <a:gd name="connsiteY2" fmla="*/ 1453019 h 1484577"/>
                <a:gd name="connsiteX0" fmla="*/ 6626 w 2837508"/>
                <a:gd name="connsiteY0" fmla="*/ 0 h 1506274"/>
                <a:gd name="connsiteX1" fmla="*/ 457563 w 2837508"/>
                <a:gd name="connsiteY1" fmla="*/ 1340286 h 1506274"/>
                <a:gd name="connsiteX2" fmla="*/ 2837508 w 2837508"/>
                <a:gd name="connsiteY2" fmla="*/ 1490597 h 1506274"/>
                <a:gd name="connsiteX0" fmla="*/ 6626 w 2837508"/>
                <a:gd name="connsiteY0" fmla="*/ 0 h 1532376"/>
                <a:gd name="connsiteX1" fmla="*/ 457563 w 2837508"/>
                <a:gd name="connsiteY1" fmla="*/ 1340286 h 1532376"/>
                <a:gd name="connsiteX2" fmla="*/ 2837508 w 2837508"/>
                <a:gd name="connsiteY2" fmla="*/ 1528175 h 1532376"/>
                <a:gd name="connsiteX0" fmla="*/ 2412 w 2833294"/>
                <a:gd name="connsiteY0" fmla="*/ 0 h 1532376"/>
                <a:gd name="connsiteX1" fmla="*/ 453349 w 2833294"/>
                <a:gd name="connsiteY1" fmla="*/ 1340286 h 1532376"/>
                <a:gd name="connsiteX2" fmla="*/ 2833294 w 2833294"/>
                <a:gd name="connsiteY2" fmla="*/ 1528175 h 1532376"/>
                <a:gd name="connsiteX0" fmla="*/ 1555 w 2857489"/>
                <a:gd name="connsiteY0" fmla="*/ 0 h 1519367"/>
                <a:gd name="connsiteX1" fmla="*/ 477544 w 2857489"/>
                <a:gd name="connsiteY1" fmla="*/ 1327760 h 1519367"/>
                <a:gd name="connsiteX2" fmla="*/ 2857489 w 2857489"/>
                <a:gd name="connsiteY2" fmla="*/ 1515649 h 1519367"/>
                <a:gd name="connsiteX0" fmla="*/ 1555 w 2857489"/>
                <a:gd name="connsiteY0" fmla="*/ 0 h 1493055"/>
                <a:gd name="connsiteX1" fmla="*/ 477544 w 2857489"/>
                <a:gd name="connsiteY1" fmla="*/ 1327760 h 1493055"/>
                <a:gd name="connsiteX2" fmla="*/ 2857489 w 2857489"/>
                <a:gd name="connsiteY2" fmla="*/ 1478071 h 1493055"/>
                <a:gd name="connsiteX0" fmla="*/ 1555 w 2857489"/>
                <a:gd name="connsiteY0" fmla="*/ 0 h 1508807"/>
                <a:gd name="connsiteX1" fmla="*/ 477544 w 2857489"/>
                <a:gd name="connsiteY1" fmla="*/ 1327760 h 1508807"/>
                <a:gd name="connsiteX2" fmla="*/ 2857489 w 2857489"/>
                <a:gd name="connsiteY2" fmla="*/ 1478071 h 1508807"/>
                <a:gd name="connsiteX0" fmla="*/ 1555 w 2857489"/>
                <a:gd name="connsiteY0" fmla="*/ 0 h 1536065"/>
                <a:gd name="connsiteX1" fmla="*/ 477544 w 2857489"/>
                <a:gd name="connsiteY1" fmla="*/ 1327760 h 1536065"/>
                <a:gd name="connsiteX2" fmla="*/ 2857489 w 2857489"/>
                <a:gd name="connsiteY2" fmla="*/ 1515649 h 1536065"/>
              </a:gdLst>
              <a:ahLst/>
              <a:cxnLst>
                <a:cxn ang="0">
                  <a:pos x="connsiteX0" y="connsiteY0"/>
                </a:cxn>
                <a:cxn ang="0">
                  <a:pos x="connsiteX1" y="connsiteY1"/>
                </a:cxn>
                <a:cxn ang="0">
                  <a:pos x="connsiteX2" y="connsiteY2"/>
                </a:cxn>
              </a:cxnLst>
              <a:rect l="l" t="t" r="r" b="b"/>
              <a:pathLst>
                <a:path w="2857489" h="1536065">
                  <a:moveTo>
                    <a:pt x="1555" y="0"/>
                  </a:moveTo>
                  <a:cubicBezTo>
                    <a:pt x="-6794" y="271398"/>
                    <a:pt x="1555" y="1075152"/>
                    <a:pt x="477544" y="1327760"/>
                  </a:cubicBezTo>
                  <a:cubicBezTo>
                    <a:pt x="953533" y="1580368"/>
                    <a:pt x="1968141" y="1544876"/>
                    <a:pt x="2857489" y="1515649"/>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8" name="TextBox 627">
              <a:extLst>
                <a:ext uri="{FF2B5EF4-FFF2-40B4-BE49-F238E27FC236}">
                  <a16:creationId xmlns:a16="http://schemas.microsoft.com/office/drawing/2014/main" id="{7D81695A-4BEB-4A9E-2DB2-A35CCA2D2CE0}"/>
                </a:ext>
              </a:extLst>
            </p:cNvPr>
            <p:cNvSpPr txBox="1"/>
            <p:nvPr/>
          </p:nvSpPr>
          <p:spPr>
            <a:xfrm>
              <a:off x="11185743" y="3031299"/>
              <a:ext cx="546945" cy="369332"/>
            </a:xfrm>
            <a:prstGeom prst="rect">
              <a:avLst/>
            </a:prstGeom>
            <a:noFill/>
          </p:spPr>
          <p:txBody>
            <a:bodyPr wrap="none" rtlCol="0">
              <a:spAutoFit/>
            </a:bodyPr>
            <a:lstStyle/>
            <a:p>
              <a:r>
                <a:rPr lang="en-US" dirty="0">
                  <a:solidFill>
                    <a:srgbClr val="0000A8"/>
                  </a:solidFill>
                </a:rPr>
                <a:t>t=1 </a:t>
              </a:r>
            </a:p>
          </p:txBody>
        </p:sp>
      </p:grpSp>
      <p:grpSp>
        <p:nvGrpSpPr>
          <p:cNvPr id="629" name="Group 628">
            <a:extLst>
              <a:ext uri="{FF2B5EF4-FFF2-40B4-BE49-F238E27FC236}">
                <a16:creationId xmlns:a16="http://schemas.microsoft.com/office/drawing/2014/main" id="{B9EC3043-4999-5E20-D245-125FAA47A747}"/>
              </a:ext>
            </a:extLst>
          </p:cNvPr>
          <p:cNvGrpSpPr/>
          <p:nvPr/>
        </p:nvGrpSpPr>
        <p:grpSpPr>
          <a:xfrm>
            <a:off x="806065" y="1758071"/>
            <a:ext cx="4586651" cy="2599426"/>
            <a:chOff x="8907795" y="1814699"/>
            <a:chExt cx="2775713" cy="2599426"/>
          </a:xfrm>
        </p:grpSpPr>
        <p:sp>
          <p:nvSpPr>
            <p:cNvPr id="630" name="Freeform 253">
              <a:extLst>
                <a:ext uri="{FF2B5EF4-FFF2-40B4-BE49-F238E27FC236}">
                  <a16:creationId xmlns:a16="http://schemas.microsoft.com/office/drawing/2014/main" id="{35825E89-86A5-E84D-EF04-7F413AE0370A}"/>
                </a:ext>
              </a:extLst>
            </p:cNvPr>
            <p:cNvSpPr/>
            <p:nvPr/>
          </p:nvSpPr>
          <p:spPr>
            <a:xfrm>
              <a:off x="8907795" y="1814699"/>
              <a:ext cx="2745708" cy="2599426"/>
            </a:xfrm>
            <a:custGeom>
              <a:avLst/>
              <a:gdLst>
                <a:gd name="connsiteX0" fmla="*/ 0 w 3319398"/>
                <a:gd name="connsiteY0" fmla="*/ 0 h 1215025"/>
                <a:gd name="connsiteX1" fmla="*/ 613776 w 3319398"/>
                <a:gd name="connsiteY1" fmla="*/ 1189973 h 1215025"/>
                <a:gd name="connsiteX2" fmla="*/ 3319398 w 3319398"/>
                <a:gd name="connsiteY2" fmla="*/ 1215025 h 1215025"/>
                <a:gd name="connsiteX0" fmla="*/ 0 w 3319398"/>
                <a:gd name="connsiteY0" fmla="*/ 0 h 1284889"/>
                <a:gd name="connsiteX1" fmla="*/ 613776 w 3319398"/>
                <a:gd name="connsiteY1" fmla="*/ 1189973 h 1284889"/>
                <a:gd name="connsiteX2" fmla="*/ 3319398 w 3319398"/>
                <a:gd name="connsiteY2" fmla="*/ 1215025 h 1284889"/>
                <a:gd name="connsiteX0" fmla="*/ 0 w 3319398"/>
                <a:gd name="connsiteY0" fmla="*/ 0 h 1528175"/>
                <a:gd name="connsiteX1" fmla="*/ 613776 w 3319398"/>
                <a:gd name="connsiteY1" fmla="*/ 1189973 h 1528175"/>
                <a:gd name="connsiteX2" fmla="*/ 3319398 w 3319398"/>
                <a:gd name="connsiteY2" fmla="*/ 1528175 h 1528175"/>
                <a:gd name="connsiteX0" fmla="*/ 0 w 3319398"/>
                <a:gd name="connsiteY0" fmla="*/ 0 h 1528175"/>
                <a:gd name="connsiteX1" fmla="*/ 613776 w 3319398"/>
                <a:gd name="connsiteY1" fmla="*/ 1189973 h 1528175"/>
                <a:gd name="connsiteX2" fmla="*/ 3319398 w 3319398"/>
                <a:gd name="connsiteY2" fmla="*/ 1528175 h 1528175"/>
                <a:gd name="connsiteX0" fmla="*/ 0 w 3181611"/>
                <a:gd name="connsiteY0" fmla="*/ 0 h 1528175"/>
                <a:gd name="connsiteX1" fmla="*/ 475989 w 3181611"/>
                <a:gd name="connsiteY1" fmla="*/ 1189973 h 1528175"/>
                <a:gd name="connsiteX2" fmla="*/ 3181611 w 3181611"/>
                <a:gd name="connsiteY2" fmla="*/ 1528175 h 1528175"/>
                <a:gd name="connsiteX0" fmla="*/ 9476 w 3191087"/>
                <a:gd name="connsiteY0" fmla="*/ 0 h 1528175"/>
                <a:gd name="connsiteX1" fmla="*/ 485465 w 3191087"/>
                <a:gd name="connsiteY1" fmla="*/ 1189973 h 1528175"/>
                <a:gd name="connsiteX2" fmla="*/ 3191087 w 3191087"/>
                <a:gd name="connsiteY2" fmla="*/ 1528175 h 1528175"/>
                <a:gd name="connsiteX0" fmla="*/ 9703 w 3203840"/>
                <a:gd name="connsiteY0" fmla="*/ 0 h 1453019"/>
                <a:gd name="connsiteX1" fmla="*/ 485692 w 3203840"/>
                <a:gd name="connsiteY1" fmla="*/ 1189973 h 1453019"/>
                <a:gd name="connsiteX2" fmla="*/ 3203840 w 3203840"/>
                <a:gd name="connsiteY2" fmla="*/ 1453019 h 1453019"/>
                <a:gd name="connsiteX0" fmla="*/ 6182 w 3200319"/>
                <a:gd name="connsiteY0" fmla="*/ 0 h 1461838"/>
                <a:gd name="connsiteX1" fmla="*/ 519749 w 3200319"/>
                <a:gd name="connsiteY1" fmla="*/ 1290182 h 1461838"/>
                <a:gd name="connsiteX2" fmla="*/ 3200319 w 3200319"/>
                <a:gd name="connsiteY2" fmla="*/ 1453019 h 1461838"/>
                <a:gd name="connsiteX0" fmla="*/ 113523 w 2944405"/>
                <a:gd name="connsiteY0" fmla="*/ 0 h 1461838"/>
                <a:gd name="connsiteX1" fmla="*/ 263835 w 2944405"/>
                <a:gd name="connsiteY1" fmla="*/ 1290182 h 1461838"/>
                <a:gd name="connsiteX2" fmla="*/ 2944405 w 2944405"/>
                <a:gd name="connsiteY2" fmla="*/ 1453019 h 1461838"/>
                <a:gd name="connsiteX0" fmla="*/ 7733 w 2838615"/>
                <a:gd name="connsiteY0" fmla="*/ 0 h 1523002"/>
                <a:gd name="connsiteX1" fmla="*/ 446144 w 2838615"/>
                <a:gd name="connsiteY1" fmla="*/ 1402916 h 1523002"/>
                <a:gd name="connsiteX2" fmla="*/ 2838615 w 2838615"/>
                <a:gd name="connsiteY2" fmla="*/ 1453019 h 1523002"/>
                <a:gd name="connsiteX0" fmla="*/ 6626 w 2837508"/>
                <a:gd name="connsiteY0" fmla="*/ 0 h 1484577"/>
                <a:gd name="connsiteX1" fmla="*/ 457563 w 2837508"/>
                <a:gd name="connsiteY1" fmla="*/ 1340286 h 1484577"/>
                <a:gd name="connsiteX2" fmla="*/ 2837508 w 2837508"/>
                <a:gd name="connsiteY2" fmla="*/ 1453019 h 1484577"/>
                <a:gd name="connsiteX0" fmla="*/ 6626 w 2837508"/>
                <a:gd name="connsiteY0" fmla="*/ 0 h 1506274"/>
                <a:gd name="connsiteX1" fmla="*/ 457563 w 2837508"/>
                <a:gd name="connsiteY1" fmla="*/ 1340286 h 1506274"/>
                <a:gd name="connsiteX2" fmla="*/ 2837508 w 2837508"/>
                <a:gd name="connsiteY2" fmla="*/ 1490597 h 1506274"/>
                <a:gd name="connsiteX0" fmla="*/ 6626 w 2837508"/>
                <a:gd name="connsiteY0" fmla="*/ 0 h 1532376"/>
                <a:gd name="connsiteX1" fmla="*/ 457563 w 2837508"/>
                <a:gd name="connsiteY1" fmla="*/ 1340286 h 1532376"/>
                <a:gd name="connsiteX2" fmla="*/ 2837508 w 2837508"/>
                <a:gd name="connsiteY2" fmla="*/ 1528175 h 1532376"/>
                <a:gd name="connsiteX0" fmla="*/ 2412 w 2833294"/>
                <a:gd name="connsiteY0" fmla="*/ 0 h 1532376"/>
                <a:gd name="connsiteX1" fmla="*/ 453349 w 2833294"/>
                <a:gd name="connsiteY1" fmla="*/ 1340286 h 1532376"/>
                <a:gd name="connsiteX2" fmla="*/ 2833294 w 2833294"/>
                <a:gd name="connsiteY2" fmla="*/ 1528175 h 1532376"/>
                <a:gd name="connsiteX0" fmla="*/ 1555 w 2857489"/>
                <a:gd name="connsiteY0" fmla="*/ 0 h 1519367"/>
                <a:gd name="connsiteX1" fmla="*/ 477544 w 2857489"/>
                <a:gd name="connsiteY1" fmla="*/ 1327760 h 1519367"/>
                <a:gd name="connsiteX2" fmla="*/ 2857489 w 2857489"/>
                <a:gd name="connsiteY2" fmla="*/ 1515649 h 1519367"/>
                <a:gd name="connsiteX0" fmla="*/ 1555 w 2857489"/>
                <a:gd name="connsiteY0" fmla="*/ 0 h 1493055"/>
                <a:gd name="connsiteX1" fmla="*/ 477544 w 2857489"/>
                <a:gd name="connsiteY1" fmla="*/ 1327760 h 1493055"/>
                <a:gd name="connsiteX2" fmla="*/ 2857489 w 2857489"/>
                <a:gd name="connsiteY2" fmla="*/ 1478071 h 1493055"/>
                <a:gd name="connsiteX0" fmla="*/ 1555 w 2857489"/>
                <a:gd name="connsiteY0" fmla="*/ 0 h 1508807"/>
                <a:gd name="connsiteX1" fmla="*/ 477544 w 2857489"/>
                <a:gd name="connsiteY1" fmla="*/ 1327760 h 1508807"/>
                <a:gd name="connsiteX2" fmla="*/ 2857489 w 2857489"/>
                <a:gd name="connsiteY2" fmla="*/ 1478071 h 1508807"/>
                <a:gd name="connsiteX0" fmla="*/ 1555 w 2857489"/>
                <a:gd name="connsiteY0" fmla="*/ 0 h 1536065"/>
                <a:gd name="connsiteX1" fmla="*/ 477544 w 2857489"/>
                <a:gd name="connsiteY1" fmla="*/ 1327760 h 1536065"/>
                <a:gd name="connsiteX2" fmla="*/ 2857489 w 2857489"/>
                <a:gd name="connsiteY2" fmla="*/ 1515649 h 1536065"/>
                <a:gd name="connsiteX0" fmla="*/ 1555 w 2857489"/>
                <a:gd name="connsiteY0" fmla="*/ 0 h 1536841"/>
                <a:gd name="connsiteX1" fmla="*/ 477544 w 2857489"/>
                <a:gd name="connsiteY1" fmla="*/ 1327760 h 1536841"/>
                <a:gd name="connsiteX2" fmla="*/ 1394471 w 2857489"/>
                <a:gd name="connsiteY2" fmla="*/ 1524673 h 1536841"/>
                <a:gd name="connsiteX3" fmla="*/ 2857489 w 2857489"/>
                <a:gd name="connsiteY3" fmla="*/ 1515649 h 1536841"/>
                <a:gd name="connsiteX0" fmla="*/ 206 w 2856140"/>
                <a:gd name="connsiteY0" fmla="*/ 0 h 2379901"/>
                <a:gd name="connsiteX1" fmla="*/ 476195 w 2856140"/>
                <a:gd name="connsiteY1" fmla="*/ 1327760 h 2379901"/>
                <a:gd name="connsiteX2" fmla="*/ 1423443 w 2856140"/>
                <a:gd name="connsiteY2" fmla="*/ 2379097 h 2379901"/>
                <a:gd name="connsiteX3" fmla="*/ 2856140 w 2856140"/>
                <a:gd name="connsiteY3" fmla="*/ 1515649 h 2379901"/>
                <a:gd name="connsiteX0" fmla="*/ 206 w 2856140"/>
                <a:gd name="connsiteY0" fmla="*/ 0 h 2379097"/>
                <a:gd name="connsiteX1" fmla="*/ 476195 w 2856140"/>
                <a:gd name="connsiteY1" fmla="*/ 1327760 h 2379097"/>
                <a:gd name="connsiteX2" fmla="*/ 1423443 w 2856140"/>
                <a:gd name="connsiteY2" fmla="*/ 2379097 h 2379097"/>
                <a:gd name="connsiteX3" fmla="*/ 2856140 w 2856140"/>
                <a:gd name="connsiteY3" fmla="*/ 1515649 h 2379097"/>
                <a:gd name="connsiteX0" fmla="*/ 206 w 2856140"/>
                <a:gd name="connsiteY0" fmla="*/ 0 h 2379097"/>
                <a:gd name="connsiteX1" fmla="*/ 476195 w 2856140"/>
                <a:gd name="connsiteY1" fmla="*/ 1327760 h 2379097"/>
                <a:gd name="connsiteX2" fmla="*/ 1423443 w 2856140"/>
                <a:gd name="connsiteY2" fmla="*/ 2379097 h 2379097"/>
                <a:gd name="connsiteX3" fmla="*/ 2856140 w 2856140"/>
                <a:gd name="connsiteY3" fmla="*/ 1515649 h 2379097"/>
                <a:gd name="connsiteX0" fmla="*/ 206 w 2772756"/>
                <a:gd name="connsiteY0" fmla="*/ 0 h 2379097"/>
                <a:gd name="connsiteX1" fmla="*/ 476195 w 2772756"/>
                <a:gd name="connsiteY1" fmla="*/ 1327760 h 2379097"/>
                <a:gd name="connsiteX2" fmla="*/ 1423443 w 2772756"/>
                <a:gd name="connsiteY2" fmla="*/ 2379097 h 2379097"/>
                <a:gd name="connsiteX3" fmla="*/ 2772756 w 2772756"/>
                <a:gd name="connsiteY3" fmla="*/ 1549826 h 2379097"/>
                <a:gd name="connsiteX0" fmla="*/ 206 w 2772756"/>
                <a:gd name="connsiteY0" fmla="*/ 0 h 2379097"/>
                <a:gd name="connsiteX1" fmla="*/ 476195 w 2772756"/>
                <a:gd name="connsiteY1" fmla="*/ 1327760 h 2379097"/>
                <a:gd name="connsiteX2" fmla="*/ 1423443 w 2772756"/>
                <a:gd name="connsiteY2" fmla="*/ 2379097 h 2379097"/>
                <a:gd name="connsiteX3" fmla="*/ 2772756 w 2772756"/>
                <a:gd name="connsiteY3" fmla="*/ 1549826 h 2379097"/>
                <a:gd name="connsiteX0" fmla="*/ 0 w 2772550"/>
                <a:gd name="connsiteY0" fmla="*/ 0 h 2379097"/>
                <a:gd name="connsiteX1" fmla="*/ 475989 w 2772550"/>
                <a:gd name="connsiteY1" fmla="*/ 1327760 h 2379097"/>
                <a:gd name="connsiteX2" fmla="*/ 1423237 w 2772550"/>
                <a:gd name="connsiteY2" fmla="*/ 2379097 h 2379097"/>
                <a:gd name="connsiteX3" fmla="*/ 2772550 w 2772550"/>
                <a:gd name="connsiteY3" fmla="*/ 1549826 h 2379097"/>
                <a:gd name="connsiteX0" fmla="*/ 0 w 2772550"/>
                <a:gd name="connsiteY0" fmla="*/ 0 h 2379097"/>
                <a:gd name="connsiteX1" fmla="*/ 544213 w 2772550"/>
                <a:gd name="connsiteY1" fmla="*/ 1373330 h 2379097"/>
                <a:gd name="connsiteX2" fmla="*/ 1423237 w 2772550"/>
                <a:gd name="connsiteY2" fmla="*/ 2379097 h 2379097"/>
                <a:gd name="connsiteX3" fmla="*/ 2772550 w 2772550"/>
                <a:gd name="connsiteY3" fmla="*/ 1549826 h 2379097"/>
                <a:gd name="connsiteX0" fmla="*/ 0 w 2772550"/>
                <a:gd name="connsiteY0" fmla="*/ 0 h 2379097"/>
                <a:gd name="connsiteX1" fmla="*/ 544213 w 2772550"/>
                <a:gd name="connsiteY1" fmla="*/ 1373330 h 2379097"/>
                <a:gd name="connsiteX2" fmla="*/ 1423237 w 2772550"/>
                <a:gd name="connsiteY2" fmla="*/ 2379097 h 2379097"/>
                <a:gd name="connsiteX3" fmla="*/ 2772550 w 2772550"/>
                <a:gd name="connsiteY3" fmla="*/ 1549826 h 2379097"/>
                <a:gd name="connsiteX0" fmla="*/ 0 w 2772550"/>
                <a:gd name="connsiteY0" fmla="*/ 0 h 2379097"/>
                <a:gd name="connsiteX1" fmla="*/ 491150 w 2772550"/>
                <a:gd name="connsiteY1" fmla="*/ 1487254 h 2379097"/>
                <a:gd name="connsiteX2" fmla="*/ 1423237 w 2772550"/>
                <a:gd name="connsiteY2" fmla="*/ 2379097 h 2379097"/>
                <a:gd name="connsiteX3" fmla="*/ 2772550 w 2772550"/>
                <a:gd name="connsiteY3" fmla="*/ 1549826 h 2379097"/>
                <a:gd name="connsiteX0" fmla="*/ 4133 w 2776683"/>
                <a:gd name="connsiteY0" fmla="*/ 0 h 2379097"/>
                <a:gd name="connsiteX1" fmla="*/ 495283 w 2776683"/>
                <a:gd name="connsiteY1" fmla="*/ 1487254 h 2379097"/>
                <a:gd name="connsiteX2" fmla="*/ 1427370 w 2776683"/>
                <a:gd name="connsiteY2" fmla="*/ 2379097 h 2379097"/>
                <a:gd name="connsiteX3" fmla="*/ 2776683 w 2776683"/>
                <a:gd name="connsiteY3" fmla="*/ 1549826 h 2379097"/>
                <a:gd name="connsiteX0" fmla="*/ 7071 w 2779621"/>
                <a:gd name="connsiteY0" fmla="*/ 0 h 2379097"/>
                <a:gd name="connsiteX1" fmla="*/ 498221 w 2779621"/>
                <a:gd name="connsiteY1" fmla="*/ 1487254 h 2379097"/>
                <a:gd name="connsiteX2" fmla="*/ 1430308 w 2779621"/>
                <a:gd name="connsiteY2" fmla="*/ 2379097 h 2379097"/>
                <a:gd name="connsiteX3" fmla="*/ 2779621 w 2779621"/>
                <a:gd name="connsiteY3" fmla="*/ 1549826 h 2379097"/>
                <a:gd name="connsiteX0" fmla="*/ 11488 w 2784038"/>
                <a:gd name="connsiteY0" fmla="*/ 0 h 2379097"/>
                <a:gd name="connsiteX1" fmla="*/ 502638 w 2784038"/>
                <a:gd name="connsiteY1" fmla="*/ 1487254 h 2379097"/>
                <a:gd name="connsiteX2" fmla="*/ 1434725 w 2784038"/>
                <a:gd name="connsiteY2" fmla="*/ 2379097 h 2379097"/>
                <a:gd name="connsiteX3" fmla="*/ 2784038 w 2784038"/>
                <a:gd name="connsiteY3" fmla="*/ 1549826 h 2379097"/>
                <a:gd name="connsiteX0" fmla="*/ 16 w 2786015"/>
                <a:gd name="connsiteY0" fmla="*/ 0 h 2369138"/>
                <a:gd name="connsiteX1" fmla="*/ 504615 w 2786015"/>
                <a:gd name="connsiteY1" fmla="*/ 1477295 h 2369138"/>
                <a:gd name="connsiteX2" fmla="*/ 1436702 w 2786015"/>
                <a:gd name="connsiteY2" fmla="*/ 2369138 h 2369138"/>
                <a:gd name="connsiteX3" fmla="*/ 2786015 w 2786015"/>
                <a:gd name="connsiteY3" fmla="*/ 1539867 h 2369138"/>
                <a:gd name="connsiteX0" fmla="*/ 0 w 2785999"/>
                <a:gd name="connsiteY0" fmla="*/ 0 h 2369138"/>
                <a:gd name="connsiteX1" fmla="*/ 504599 w 2785999"/>
                <a:gd name="connsiteY1" fmla="*/ 1477295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780300 w 2785999"/>
                <a:gd name="connsiteY1" fmla="*/ 1512155 h 2369138"/>
                <a:gd name="connsiteX2" fmla="*/ 1436686 w 2785999"/>
                <a:gd name="connsiteY2" fmla="*/ 2369138 h 2369138"/>
                <a:gd name="connsiteX3" fmla="*/ 2785999 w 2785999"/>
                <a:gd name="connsiteY3" fmla="*/ 1539867 h 2369138"/>
                <a:gd name="connsiteX0" fmla="*/ 0 w 2785999"/>
                <a:gd name="connsiteY0" fmla="*/ 0 h 2364158"/>
                <a:gd name="connsiteX1" fmla="*/ 780300 w 2785999"/>
                <a:gd name="connsiteY1" fmla="*/ 1512155 h 2364158"/>
                <a:gd name="connsiteX2" fmla="*/ 1376166 w 2785999"/>
                <a:gd name="connsiteY2" fmla="*/ 2364158 h 2364158"/>
                <a:gd name="connsiteX3" fmla="*/ 2785999 w 2785999"/>
                <a:gd name="connsiteY3" fmla="*/ 1539867 h 2364158"/>
                <a:gd name="connsiteX0" fmla="*/ 0 w 2785999"/>
                <a:gd name="connsiteY0" fmla="*/ 0 h 2364158"/>
                <a:gd name="connsiteX1" fmla="*/ 780300 w 2785999"/>
                <a:gd name="connsiteY1" fmla="*/ 1512155 h 2364158"/>
                <a:gd name="connsiteX2" fmla="*/ 1376166 w 2785999"/>
                <a:gd name="connsiteY2" fmla="*/ 2364158 h 2364158"/>
                <a:gd name="connsiteX3" fmla="*/ 2785999 w 2785999"/>
                <a:gd name="connsiteY3" fmla="*/ 1539867 h 2364158"/>
              </a:gdLst>
              <a:ahLst/>
              <a:cxnLst>
                <a:cxn ang="0">
                  <a:pos x="connsiteX0" y="connsiteY0"/>
                </a:cxn>
                <a:cxn ang="0">
                  <a:pos x="connsiteX1" y="connsiteY1"/>
                </a:cxn>
                <a:cxn ang="0">
                  <a:pos x="connsiteX2" y="connsiteY2"/>
                </a:cxn>
                <a:cxn ang="0">
                  <a:pos x="connsiteX3" y="connsiteY3"/>
                </a:cxn>
              </a:cxnLst>
              <a:rect l="l" t="t" r="r" b="b"/>
              <a:pathLst>
                <a:path w="2785999" h="2364158">
                  <a:moveTo>
                    <a:pt x="0" y="0"/>
                  </a:moveTo>
                  <a:cubicBezTo>
                    <a:pt x="943" y="1381432"/>
                    <a:pt x="550939" y="1118129"/>
                    <a:pt x="780300" y="1512155"/>
                  </a:cubicBezTo>
                  <a:cubicBezTo>
                    <a:pt x="1009661" y="1906181"/>
                    <a:pt x="979509" y="2332843"/>
                    <a:pt x="1376166" y="2364158"/>
                  </a:cubicBezTo>
                  <a:cubicBezTo>
                    <a:pt x="1818305" y="2338511"/>
                    <a:pt x="1761382" y="1586941"/>
                    <a:pt x="2785999" y="1539867"/>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31" name="TextBox 630">
              <a:extLst>
                <a:ext uri="{FF2B5EF4-FFF2-40B4-BE49-F238E27FC236}">
                  <a16:creationId xmlns:a16="http://schemas.microsoft.com/office/drawing/2014/main" id="{222642F1-350A-0523-E586-8C43F2EC8C5F}"/>
                </a:ext>
              </a:extLst>
            </p:cNvPr>
            <p:cNvSpPr txBox="1"/>
            <p:nvPr/>
          </p:nvSpPr>
          <p:spPr>
            <a:xfrm>
              <a:off x="11352512" y="3203511"/>
              <a:ext cx="330996" cy="369332"/>
            </a:xfrm>
            <a:prstGeom prst="rect">
              <a:avLst/>
            </a:prstGeom>
            <a:noFill/>
          </p:spPr>
          <p:txBody>
            <a:bodyPr wrap="none" rtlCol="0">
              <a:spAutoFit/>
            </a:bodyPr>
            <a:lstStyle/>
            <a:p>
              <a:r>
                <a:rPr lang="en-US" dirty="0">
                  <a:solidFill>
                    <a:srgbClr val="0000A8"/>
                  </a:solidFill>
                </a:rPr>
                <a:t>t=2 </a:t>
              </a:r>
            </a:p>
          </p:txBody>
        </p:sp>
      </p:grpSp>
      <p:grpSp>
        <p:nvGrpSpPr>
          <p:cNvPr id="632" name="Group 631">
            <a:extLst>
              <a:ext uri="{FF2B5EF4-FFF2-40B4-BE49-F238E27FC236}">
                <a16:creationId xmlns:a16="http://schemas.microsoft.com/office/drawing/2014/main" id="{EA394239-2D7C-0049-1382-B0B176D75380}"/>
              </a:ext>
            </a:extLst>
          </p:cNvPr>
          <p:cNvGrpSpPr/>
          <p:nvPr/>
        </p:nvGrpSpPr>
        <p:grpSpPr>
          <a:xfrm>
            <a:off x="682891" y="1822788"/>
            <a:ext cx="4824649" cy="4365597"/>
            <a:chOff x="8907795" y="1814698"/>
            <a:chExt cx="2919743" cy="4365597"/>
          </a:xfrm>
        </p:grpSpPr>
        <p:sp>
          <p:nvSpPr>
            <p:cNvPr id="633" name="Freeform 357">
              <a:extLst>
                <a:ext uri="{FF2B5EF4-FFF2-40B4-BE49-F238E27FC236}">
                  <a16:creationId xmlns:a16="http://schemas.microsoft.com/office/drawing/2014/main" id="{C76E1F0B-15AD-DDB3-478F-5B02E9DBA36C}"/>
                </a:ext>
              </a:extLst>
            </p:cNvPr>
            <p:cNvSpPr/>
            <p:nvPr/>
          </p:nvSpPr>
          <p:spPr>
            <a:xfrm>
              <a:off x="8907795" y="1814698"/>
              <a:ext cx="2806352" cy="4365597"/>
            </a:xfrm>
            <a:custGeom>
              <a:avLst/>
              <a:gdLst>
                <a:gd name="connsiteX0" fmla="*/ 0 w 3319398"/>
                <a:gd name="connsiteY0" fmla="*/ 0 h 1215025"/>
                <a:gd name="connsiteX1" fmla="*/ 613776 w 3319398"/>
                <a:gd name="connsiteY1" fmla="*/ 1189973 h 1215025"/>
                <a:gd name="connsiteX2" fmla="*/ 3319398 w 3319398"/>
                <a:gd name="connsiteY2" fmla="*/ 1215025 h 1215025"/>
                <a:gd name="connsiteX0" fmla="*/ 0 w 3319398"/>
                <a:gd name="connsiteY0" fmla="*/ 0 h 1284889"/>
                <a:gd name="connsiteX1" fmla="*/ 613776 w 3319398"/>
                <a:gd name="connsiteY1" fmla="*/ 1189973 h 1284889"/>
                <a:gd name="connsiteX2" fmla="*/ 3319398 w 3319398"/>
                <a:gd name="connsiteY2" fmla="*/ 1215025 h 1284889"/>
                <a:gd name="connsiteX0" fmla="*/ 0 w 3319398"/>
                <a:gd name="connsiteY0" fmla="*/ 0 h 1528175"/>
                <a:gd name="connsiteX1" fmla="*/ 613776 w 3319398"/>
                <a:gd name="connsiteY1" fmla="*/ 1189973 h 1528175"/>
                <a:gd name="connsiteX2" fmla="*/ 3319398 w 3319398"/>
                <a:gd name="connsiteY2" fmla="*/ 1528175 h 1528175"/>
                <a:gd name="connsiteX0" fmla="*/ 0 w 3319398"/>
                <a:gd name="connsiteY0" fmla="*/ 0 h 1528175"/>
                <a:gd name="connsiteX1" fmla="*/ 613776 w 3319398"/>
                <a:gd name="connsiteY1" fmla="*/ 1189973 h 1528175"/>
                <a:gd name="connsiteX2" fmla="*/ 3319398 w 3319398"/>
                <a:gd name="connsiteY2" fmla="*/ 1528175 h 1528175"/>
                <a:gd name="connsiteX0" fmla="*/ 0 w 3181611"/>
                <a:gd name="connsiteY0" fmla="*/ 0 h 1528175"/>
                <a:gd name="connsiteX1" fmla="*/ 475989 w 3181611"/>
                <a:gd name="connsiteY1" fmla="*/ 1189973 h 1528175"/>
                <a:gd name="connsiteX2" fmla="*/ 3181611 w 3181611"/>
                <a:gd name="connsiteY2" fmla="*/ 1528175 h 1528175"/>
                <a:gd name="connsiteX0" fmla="*/ 9476 w 3191087"/>
                <a:gd name="connsiteY0" fmla="*/ 0 h 1528175"/>
                <a:gd name="connsiteX1" fmla="*/ 485465 w 3191087"/>
                <a:gd name="connsiteY1" fmla="*/ 1189973 h 1528175"/>
                <a:gd name="connsiteX2" fmla="*/ 3191087 w 3191087"/>
                <a:gd name="connsiteY2" fmla="*/ 1528175 h 1528175"/>
                <a:gd name="connsiteX0" fmla="*/ 9703 w 3203840"/>
                <a:gd name="connsiteY0" fmla="*/ 0 h 1453019"/>
                <a:gd name="connsiteX1" fmla="*/ 485692 w 3203840"/>
                <a:gd name="connsiteY1" fmla="*/ 1189973 h 1453019"/>
                <a:gd name="connsiteX2" fmla="*/ 3203840 w 3203840"/>
                <a:gd name="connsiteY2" fmla="*/ 1453019 h 1453019"/>
                <a:gd name="connsiteX0" fmla="*/ 6182 w 3200319"/>
                <a:gd name="connsiteY0" fmla="*/ 0 h 1461838"/>
                <a:gd name="connsiteX1" fmla="*/ 519749 w 3200319"/>
                <a:gd name="connsiteY1" fmla="*/ 1290182 h 1461838"/>
                <a:gd name="connsiteX2" fmla="*/ 3200319 w 3200319"/>
                <a:gd name="connsiteY2" fmla="*/ 1453019 h 1461838"/>
                <a:gd name="connsiteX0" fmla="*/ 113523 w 2944405"/>
                <a:gd name="connsiteY0" fmla="*/ 0 h 1461838"/>
                <a:gd name="connsiteX1" fmla="*/ 263835 w 2944405"/>
                <a:gd name="connsiteY1" fmla="*/ 1290182 h 1461838"/>
                <a:gd name="connsiteX2" fmla="*/ 2944405 w 2944405"/>
                <a:gd name="connsiteY2" fmla="*/ 1453019 h 1461838"/>
                <a:gd name="connsiteX0" fmla="*/ 7733 w 2838615"/>
                <a:gd name="connsiteY0" fmla="*/ 0 h 1523002"/>
                <a:gd name="connsiteX1" fmla="*/ 446144 w 2838615"/>
                <a:gd name="connsiteY1" fmla="*/ 1402916 h 1523002"/>
                <a:gd name="connsiteX2" fmla="*/ 2838615 w 2838615"/>
                <a:gd name="connsiteY2" fmla="*/ 1453019 h 1523002"/>
                <a:gd name="connsiteX0" fmla="*/ 6626 w 2837508"/>
                <a:gd name="connsiteY0" fmla="*/ 0 h 1484577"/>
                <a:gd name="connsiteX1" fmla="*/ 457563 w 2837508"/>
                <a:gd name="connsiteY1" fmla="*/ 1340286 h 1484577"/>
                <a:gd name="connsiteX2" fmla="*/ 2837508 w 2837508"/>
                <a:gd name="connsiteY2" fmla="*/ 1453019 h 1484577"/>
                <a:gd name="connsiteX0" fmla="*/ 6626 w 2837508"/>
                <a:gd name="connsiteY0" fmla="*/ 0 h 1506274"/>
                <a:gd name="connsiteX1" fmla="*/ 457563 w 2837508"/>
                <a:gd name="connsiteY1" fmla="*/ 1340286 h 1506274"/>
                <a:gd name="connsiteX2" fmla="*/ 2837508 w 2837508"/>
                <a:gd name="connsiteY2" fmla="*/ 1490597 h 1506274"/>
                <a:gd name="connsiteX0" fmla="*/ 6626 w 2837508"/>
                <a:gd name="connsiteY0" fmla="*/ 0 h 1532376"/>
                <a:gd name="connsiteX1" fmla="*/ 457563 w 2837508"/>
                <a:gd name="connsiteY1" fmla="*/ 1340286 h 1532376"/>
                <a:gd name="connsiteX2" fmla="*/ 2837508 w 2837508"/>
                <a:gd name="connsiteY2" fmla="*/ 1528175 h 1532376"/>
                <a:gd name="connsiteX0" fmla="*/ 2412 w 2833294"/>
                <a:gd name="connsiteY0" fmla="*/ 0 h 1532376"/>
                <a:gd name="connsiteX1" fmla="*/ 453349 w 2833294"/>
                <a:gd name="connsiteY1" fmla="*/ 1340286 h 1532376"/>
                <a:gd name="connsiteX2" fmla="*/ 2833294 w 2833294"/>
                <a:gd name="connsiteY2" fmla="*/ 1528175 h 1532376"/>
                <a:gd name="connsiteX0" fmla="*/ 1555 w 2857489"/>
                <a:gd name="connsiteY0" fmla="*/ 0 h 1519367"/>
                <a:gd name="connsiteX1" fmla="*/ 477544 w 2857489"/>
                <a:gd name="connsiteY1" fmla="*/ 1327760 h 1519367"/>
                <a:gd name="connsiteX2" fmla="*/ 2857489 w 2857489"/>
                <a:gd name="connsiteY2" fmla="*/ 1515649 h 1519367"/>
                <a:gd name="connsiteX0" fmla="*/ 1555 w 2857489"/>
                <a:gd name="connsiteY0" fmla="*/ 0 h 1493055"/>
                <a:gd name="connsiteX1" fmla="*/ 477544 w 2857489"/>
                <a:gd name="connsiteY1" fmla="*/ 1327760 h 1493055"/>
                <a:gd name="connsiteX2" fmla="*/ 2857489 w 2857489"/>
                <a:gd name="connsiteY2" fmla="*/ 1478071 h 1493055"/>
                <a:gd name="connsiteX0" fmla="*/ 1555 w 2857489"/>
                <a:gd name="connsiteY0" fmla="*/ 0 h 1508807"/>
                <a:gd name="connsiteX1" fmla="*/ 477544 w 2857489"/>
                <a:gd name="connsiteY1" fmla="*/ 1327760 h 1508807"/>
                <a:gd name="connsiteX2" fmla="*/ 2857489 w 2857489"/>
                <a:gd name="connsiteY2" fmla="*/ 1478071 h 1508807"/>
                <a:gd name="connsiteX0" fmla="*/ 1555 w 2857489"/>
                <a:gd name="connsiteY0" fmla="*/ 0 h 1536065"/>
                <a:gd name="connsiteX1" fmla="*/ 477544 w 2857489"/>
                <a:gd name="connsiteY1" fmla="*/ 1327760 h 1536065"/>
                <a:gd name="connsiteX2" fmla="*/ 2857489 w 2857489"/>
                <a:gd name="connsiteY2" fmla="*/ 1515649 h 1536065"/>
                <a:gd name="connsiteX0" fmla="*/ 1555 w 2857489"/>
                <a:gd name="connsiteY0" fmla="*/ 0 h 1536841"/>
                <a:gd name="connsiteX1" fmla="*/ 477544 w 2857489"/>
                <a:gd name="connsiteY1" fmla="*/ 1327760 h 1536841"/>
                <a:gd name="connsiteX2" fmla="*/ 1394471 w 2857489"/>
                <a:gd name="connsiteY2" fmla="*/ 1524673 h 1536841"/>
                <a:gd name="connsiteX3" fmla="*/ 2857489 w 2857489"/>
                <a:gd name="connsiteY3" fmla="*/ 1515649 h 1536841"/>
                <a:gd name="connsiteX0" fmla="*/ 206 w 2856140"/>
                <a:gd name="connsiteY0" fmla="*/ 0 h 2379901"/>
                <a:gd name="connsiteX1" fmla="*/ 476195 w 2856140"/>
                <a:gd name="connsiteY1" fmla="*/ 1327760 h 2379901"/>
                <a:gd name="connsiteX2" fmla="*/ 1423443 w 2856140"/>
                <a:gd name="connsiteY2" fmla="*/ 2379097 h 2379901"/>
                <a:gd name="connsiteX3" fmla="*/ 2856140 w 2856140"/>
                <a:gd name="connsiteY3" fmla="*/ 1515649 h 2379901"/>
                <a:gd name="connsiteX0" fmla="*/ 206 w 2856140"/>
                <a:gd name="connsiteY0" fmla="*/ 0 h 2379097"/>
                <a:gd name="connsiteX1" fmla="*/ 476195 w 2856140"/>
                <a:gd name="connsiteY1" fmla="*/ 1327760 h 2379097"/>
                <a:gd name="connsiteX2" fmla="*/ 1423443 w 2856140"/>
                <a:gd name="connsiteY2" fmla="*/ 2379097 h 2379097"/>
                <a:gd name="connsiteX3" fmla="*/ 2856140 w 2856140"/>
                <a:gd name="connsiteY3" fmla="*/ 1515649 h 2379097"/>
                <a:gd name="connsiteX0" fmla="*/ 206 w 2856140"/>
                <a:gd name="connsiteY0" fmla="*/ 0 h 2379097"/>
                <a:gd name="connsiteX1" fmla="*/ 476195 w 2856140"/>
                <a:gd name="connsiteY1" fmla="*/ 1327760 h 2379097"/>
                <a:gd name="connsiteX2" fmla="*/ 1423443 w 2856140"/>
                <a:gd name="connsiteY2" fmla="*/ 2379097 h 2379097"/>
                <a:gd name="connsiteX3" fmla="*/ 2856140 w 2856140"/>
                <a:gd name="connsiteY3" fmla="*/ 1515649 h 2379097"/>
                <a:gd name="connsiteX0" fmla="*/ 206 w 2772756"/>
                <a:gd name="connsiteY0" fmla="*/ 0 h 2379097"/>
                <a:gd name="connsiteX1" fmla="*/ 476195 w 2772756"/>
                <a:gd name="connsiteY1" fmla="*/ 1327760 h 2379097"/>
                <a:gd name="connsiteX2" fmla="*/ 1423443 w 2772756"/>
                <a:gd name="connsiteY2" fmla="*/ 2379097 h 2379097"/>
                <a:gd name="connsiteX3" fmla="*/ 2772756 w 2772756"/>
                <a:gd name="connsiteY3" fmla="*/ 1549826 h 2379097"/>
                <a:gd name="connsiteX0" fmla="*/ 206 w 2772756"/>
                <a:gd name="connsiteY0" fmla="*/ 0 h 2379097"/>
                <a:gd name="connsiteX1" fmla="*/ 476195 w 2772756"/>
                <a:gd name="connsiteY1" fmla="*/ 1327760 h 2379097"/>
                <a:gd name="connsiteX2" fmla="*/ 1423443 w 2772756"/>
                <a:gd name="connsiteY2" fmla="*/ 2379097 h 2379097"/>
                <a:gd name="connsiteX3" fmla="*/ 2772756 w 2772756"/>
                <a:gd name="connsiteY3" fmla="*/ 1549826 h 2379097"/>
                <a:gd name="connsiteX0" fmla="*/ 0 w 2772550"/>
                <a:gd name="connsiteY0" fmla="*/ 0 h 2379097"/>
                <a:gd name="connsiteX1" fmla="*/ 475989 w 2772550"/>
                <a:gd name="connsiteY1" fmla="*/ 1327760 h 2379097"/>
                <a:gd name="connsiteX2" fmla="*/ 1423237 w 2772550"/>
                <a:gd name="connsiteY2" fmla="*/ 2379097 h 2379097"/>
                <a:gd name="connsiteX3" fmla="*/ 2772550 w 2772550"/>
                <a:gd name="connsiteY3" fmla="*/ 1549826 h 2379097"/>
                <a:gd name="connsiteX0" fmla="*/ 0 w 2772550"/>
                <a:gd name="connsiteY0" fmla="*/ 0 h 2379097"/>
                <a:gd name="connsiteX1" fmla="*/ 544213 w 2772550"/>
                <a:gd name="connsiteY1" fmla="*/ 1373330 h 2379097"/>
                <a:gd name="connsiteX2" fmla="*/ 1423237 w 2772550"/>
                <a:gd name="connsiteY2" fmla="*/ 2379097 h 2379097"/>
                <a:gd name="connsiteX3" fmla="*/ 2772550 w 2772550"/>
                <a:gd name="connsiteY3" fmla="*/ 1549826 h 2379097"/>
                <a:gd name="connsiteX0" fmla="*/ 0 w 2772550"/>
                <a:gd name="connsiteY0" fmla="*/ 0 h 2379097"/>
                <a:gd name="connsiteX1" fmla="*/ 544213 w 2772550"/>
                <a:gd name="connsiteY1" fmla="*/ 1373330 h 2379097"/>
                <a:gd name="connsiteX2" fmla="*/ 1423237 w 2772550"/>
                <a:gd name="connsiteY2" fmla="*/ 2379097 h 2379097"/>
                <a:gd name="connsiteX3" fmla="*/ 2772550 w 2772550"/>
                <a:gd name="connsiteY3" fmla="*/ 1549826 h 2379097"/>
                <a:gd name="connsiteX0" fmla="*/ 0 w 2772550"/>
                <a:gd name="connsiteY0" fmla="*/ 0 h 2379097"/>
                <a:gd name="connsiteX1" fmla="*/ 491150 w 2772550"/>
                <a:gd name="connsiteY1" fmla="*/ 1487254 h 2379097"/>
                <a:gd name="connsiteX2" fmla="*/ 1423237 w 2772550"/>
                <a:gd name="connsiteY2" fmla="*/ 2379097 h 2379097"/>
                <a:gd name="connsiteX3" fmla="*/ 2772550 w 2772550"/>
                <a:gd name="connsiteY3" fmla="*/ 1549826 h 2379097"/>
                <a:gd name="connsiteX0" fmla="*/ 4133 w 2776683"/>
                <a:gd name="connsiteY0" fmla="*/ 0 h 2379097"/>
                <a:gd name="connsiteX1" fmla="*/ 495283 w 2776683"/>
                <a:gd name="connsiteY1" fmla="*/ 1487254 h 2379097"/>
                <a:gd name="connsiteX2" fmla="*/ 1427370 w 2776683"/>
                <a:gd name="connsiteY2" fmla="*/ 2379097 h 2379097"/>
                <a:gd name="connsiteX3" fmla="*/ 2776683 w 2776683"/>
                <a:gd name="connsiteY3" fmla="*/ 1549826 h 2379097"/>
                <a:gd name="connsiteX0" fmla="*/ 7071 w 2779621"/>
                <a:gd name="connsiteY0" fmla="*/ 0 h 2379097"/>
                <a:gd name="connsiteX1" fmla="*/ 498221 w 2779621"/>
                <a:gd name="connsiteY1" fmla="*/ 1487254 h 2379097"/>
                <a:gd name="connsiteX2" fmla="*/ 1430308 w 2779621"/>
                <a:gd name="connsiteY2" fmla="*/ 2379097 h 2379097"/>
                <a:gd name="connsiteX3" fmla="*/ 2779621 w 2779621"/>
                <a:gd name="connsiteY3" fmla="*/ 1549826 h 2379097"/>
                <a:gd name="connsiteX0" fmla="*/ 11488 w 2784038"/>
                <a:gd name="connsiteY0" fmla="*/ 0 h 2379097"/>
                <a:gd name="connsiteX1" fmla="*/ 502638 w 2784038"/>
                <a:gd name="connsiteY1" fmla="*/ 1487254 h 2379097"/>
                <a:gd name="connsiteX2" fmla="*/ 1434725 w 2784038"/>
                <a:gd name="connsiteY2" fmla="*/ 2379097 h 2379097"/>
                <a:gd name="connsiteX3" fmla="*/ 2784038 w 2784038"/>
                <a:gd name="connsiteY3" fmla="*/ 1549826 h 2379097"/>
                <a:gd name="connsiteX0" fmla="*/ 16 w 2786015"/>
                <a:gd name="connsiteY0" fmla="*/ 0 h 2369138"/>
                <a:gd name="connsiteX1" fmla="*/ 504615 w 2786015"/>
                <a:gd name="connsiteY1" fmla="*/ 1477295 h 2369138"/>
                <a:gd name="connsiteX2" fmla="*/ 1436702 w 2786015"/>
                <a:gd name="connsiteY2" fmla="*/ 2369138 h 2369138"/>
                <a:gd name="connsiteX3" fmla="*/ 2786015 w 2786015"/>
                <a:gd name="connsiteY3" fmla="*/ 1539867 h 2369138"/>
                <a:gd name="connsiteX0" fmla="*/ 0 w 2785999"/>
                <a:gd name="connsiteY0" fmla="*/ 0 h 2369138"/>
                <a:gd name="connsiteX1" fmla="*/ 504599 w 2785999"/>
                <a:gd name="connsiteY1" fmla="*/ 1477295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780300 w 2785999"/>
                <a:gd name="connsiteY1" fmla="*/ 1512155 h 2369138"/>
                <a:gd name="connsiteX2" fmla="*/ 1436686 w 2785999"/>
                <a:gd name="connsiteY2" fmla="*/ 2369138 h 2369138"/>
                <a:gd name="connsiteX3" fmla="*/ 2785999 w 2785999"/>
                <a:gd name="connsiteY3" fmla="*/ 1539867 h 2369138"/>
                <a:gd name="connsiteX0" fmla="*/ 0 w 2785999"/>
                <a:gd name="connsiteY0" fmla="*/ 0 h 2364158"/>
                <a:gd name="connsiteX1" fmla="*/ 780300 w 2785999"/>
                <a:gd name="connsiteY1" fmla="*/ 1512155 h 2364158"/>
                <a:gd name="connsiteX2" fmla="*/ 1376166 w 2785999"/>
                <a:gd name="connsiteY2" fmla="*/ 2364158 h 2364158"/>
                <a:gd name="connsiteX3" fmla="*/ 2785999 w 2785999"/>
                <a:gd name="connsiteY3" fmla="*/ 1539867 h 2364158"/>
                <a:gd name="connsiteX0" fmla="*/ 0 w 2785999"/>
                <a:gd name="connsiteY0" fmla="*/ 0 h 2364158"/>
                <a:gd name="connsiteX1" fmla="*/ 780300 w 2785999"/>
                <a:gd name="connsiteY1" fmla="*/ 1512155 h 2364158"/>
                <a:gd name="connsiteX2" fmla="*/ 1376166 w 2785999"/>
                <a:gd name="connsiteY2" fmla="*/ 2364158 h 2364158"/>
                <a:gd name="connsiteX3" fmla="*/ 2785999 w 2785999"/>
                <a:gd name="connsiteY3" fmla="*/ 1539867 h 2364158"/>
                <a:gd name="connsiteX0" fmla="*/ 0 w 2855224"/>
                <a:gd name="connsiteY0" fmla="*/ 0 h 2581827"/>
                <a:gd name="connsiteX1" fmla="*/ 780300 w 2855224"/>
                <a:gd name="connsiteY1" fmla="*/ 1512155 h 2581827"/>
                <a:gd name="connsiteX2" fmla="*/ 1376166 w 2855224"/>
                <a:gd name="connsiteY2" fmla="*/ 2364158 h 2581827"/>
                <a:gd name="connsiteX3" fmla="*/ 2855224 w 2855224"/>
                <a:gd name="connsiteY3" fmla="*/ 2576569 h 2581827"/>
                <a:gd name="connsiteX0" fmla="*/ 0 w 2855224"/>
                <a:gd name="connsiteY0" fmla="*/ 0 h 4061615"/>
                <a:gd name="connsiteX1" fmla="*/ 780300 w 2855224"/>
                <a:gd name="connsiteY1" fmla="*/ 1512155 h 4061615"/>
                <a:gd name="connsiteX2" fmla="*/ 1453083 w 2855224"/>
                <a:gd name="connsiteY2" fmla="*/ 4061615 h 4061615"/>
                <a:gd name="connsiteX3" fmla="*/ 2855224 w 2855224"/>
                <a:gd name="connsiteY3" fmla="*/ 2576569 h 4061615"/>
                <a:gd name="connsiteX0" fmla="*/ 72336 w 2927560"/>
                <a:gd name="connsiteY0" fmla="*/ 0 h 4061615"/>
                <a:gd name="connsiteX1" fmla="*/ 121931 w 2927560"/>
                <a:gd name="connsiteY1" fmla="*/ 2229872 h 4061615"/>
                <a:gd name="connsiteX2" fmla="*/ 1525419 w 2927560"/>
                <a:gd name="connsiteY2" fmla="*/ 4061615 h 4061615"/>
                <a:gd name="connsiteX3" fmla="*/ 2927560 w 2927560"/>
                <a:gd name="connsiteY3" fmla="*/ 2576569 h 4061615"/>
                <a:gd name="connsiteX0" fmla="*/ 72336 w 2904485"/>
                <a:gd name="connsiteY0" fmla="*/ 0 h 4061615"/>
                <a:gd name="connsiteX1" fmla="*/ 121931 w 2904485"/>
                <a:gd name="connsiteY1" fmla="*/ 2229872 h 4061615"/>
                <a:gd name="connsiteX2" fmla="*/ 1525419 w 2904485"/>
                <a:gd name="connsiteY2" fmla="*/ 4061615 h 4061615"/>
                <a:gd name="connsiteX3" fmla="*/ 2904485 w 2904485"/>
                <a:gd name="connsiteY3" fmla="*/ 2724670 h 4061615"/>
                <a:gd name="connsiteX0" fmla="*/ 0 w 2832149"/>
                <a:gd name="connsiteY0" fmla="*/ 0 h 4061615"/>
                <a:gd name="connsiteX1" fmla="*/ 49595 w 2832149"/>
                <a:gd name="connsiteY1" fmla="*/ 2229872 h 4061615"/>
                <a:gd name="connsiteX2" fmla="*/ 1453083 w 2832149"/>
                <a:gd name="connsiteY2" fmla="*/ 4061615 h 4061615"/>
                <a:gd name="connsiteX3" fmla="*/ 2832149 w 2832149"/>
                <a:gd name="connsiteY3" fmla="*/ 2724670 h 4061615"/>
                <a:gd name="connsiteX0" fmla="*/ 3732 w 2835881"/>
                <a:gd name="connsiteY0" fmla="*/ 0 h 4061615"/>
                <a:gd name="connsiteX1" fmla="*/ 10330 w 2835881"/>
                <a:gd name="connsiteY1" fmla="*/ 2237364 h 4061615"/>
                <a:gd name="connsiteX2" fmla="*/ 1456815 w 2835881"/>
                <a:gd name="connsiteY2" fmla="*/ 4061615 h 4061615"/>
                <a:gd name="connsiteX3" fmla="*/ 2835881 w 2835881"/>
                <a:gd name="connsiteY3" fmla="*/ 2724670 h 4061615"/>
                <a:gd name="connsiteX0" fmla="*/ 0 w 2832149"/>
                <a:gd name="connsiteY0" fmla="*/ 0 h 4061615"/>
                <a:gd name="connsiteX1" fmla="*/ 6598 w 2832149"/>
                <a:gd name="connsiteY1" fmla="*/ 2237364 h 4061615"/>
                <a:gd name="connsiteX2" fmla="*/ 1453083 w 2832149"/>
                <a:gd name="connsiteY2" fmla="*/ 4061615 h 4061615"/>
                <a:gd name="connsiteX3" fmla="*/ 2832149 w 2832149"/>
                <a:gd name="connsiteY3" fmla="*/ 2724670 h 4061615"/>
                <a:gd name="connsiteX0" fmla="*/ 0 w 2832149"/>
                <a:gd name="connsiteY0" fmla="*/ 0 h 4061618"/>
                <a:gd name="connsiteX1" fmla="*/ 6598 w 2832149"/>
                <a:gd name="connsiteY1" fmla="*/ 2237364 h 4061618"/>
                <a:gd name="connsiteX2" fmla="*/ 1453083 w 2832149"/>
                <a:gd name="connsiteY2" fmla="*/ 4061615 h 4061618"/>
                <a:gd name="connsiteX3" fmla="*/ 2832149 w 2832149"/>
                <a:gd name="connsiteY3" fmla="*/ 2724670 h 4061618"/>
                <a:gd name="connsiteX0" fmla="*/ 0 w 2832149"/>
                <a:gd name="connsiteY0" fmla="*/ 0 h 4061618"/>
                <a:gd name="connsiteX1" fmla="*/ 6598 w 2832149"/>
                <a:gd name="connsiteY1" fmla="*/ 2237364 h 4061618"/>
                <a:gd name="connsiteX2" fmla="*/ 1453083 w 2832149"/>
                <a:gd name="connsiteY2" fmla="*/ 4061615 h 4061618"/>
                <a:gd name="connsiteX3" fmla="*/ 2832149 w 2832149"/>
                <a:gd name="connsiteY3" fmla="*/ 2724670 h 4061618"/>
                <a:gd name="connsiteX0" fmla="*/ 0 w 2832149"/>
                <a:gd name="connsiteY0" fmla="*/ 0 h 4061691"/>
                <a:gd name="connsiteX1" fmla="*/ 6598 w 2832149"/>
                <a:gd name="connsiteY1" fmla="*/ 2237364 h 4061691"/>
                <a:gd name="connsiteX2" fmla="*/ 1453083 w 2832149"/>
                <a:gd name="connsiteY2" fmla="*/ 4061615 h 4061691"/>
                <a:gd name="connsiteX3" fmla="*/ 2832149 w 2832149"/>
                <a:gd name="connsiteY3" fmla="*/ 2724670 h 4061691"/>
                <a:gd name="connsiteX0" fmla="*/ 0 w 2847532"/>
                <a:gd name="connsiteY0" fmla="*/ 0 h 4067726"/>
                <a:gd name="connsiteX1" fmla="*/ 6598 w 2847532"/>
                <a:gd name="connsiteY1" fmla="*/ 2237364 h 4067726"/>
                <a:gd name="connsiteX2" fmla="*/ 1453083 w 2847532"/>
                <a:gd name="connsiteY2" fmla="*/ 4061615 h 4067726"/>
                <a:gd name="connsiteX3" fmla="*/ 2847532 w 2847532"/>
                <a:gd name="connsiteY3" fmla="*/ 2861378 h 4067726"/>
                <a:gd name="connsiteX0" fmla="*/ 0 w 2847532"/>
                <a:gd name="connsiteY0" fmla="*/ 0 h 4067526"/>
                <a:gd name="connsiteX1" fmla="*/ 6598 w 2847532"/>
                <a:gd name="connsiteY1" fmla="*/ 2237364 h 4067526"/>
                <a:gd name="connsiteX2" fmla="*/ 1453083 w 2847532"/>
                <a:gd name="connsiteY2" fmla="*/ 4061615 h 4067526"/>
                <a:gd name="connsiteX3" fmla="*/ 2847532 w 2847532"/>
                <a:gd name="connsiteY3" fmla="*/ 2861378 h 4067526"/>
                <a:gd name="connsiteX0" fmla="*/ 0 w 2847532"/>
                <a:gd name="connsiteY0" fmla="*/ 0 h 4061616"/>
                <a:gd name="connsiteX1" fmla="*/ 6598 w 2847532"/>
                <a:gd name="connsiteY1" fmla="*/ 2237364 h 4061616"/>
                <a:gd name="connsiteX2" fmla="*/ 1453083 w 2847532"/>
                <a:gd name="connsiteY2" fmla="*/ 4061615 h 4061616"/>
                <a:gd name="connsiteX3" fmla="*/ 2847532 w 2847532"/>
                <a:gd name="connsiteY3" fmla="*/ 2861378 h 4061616"/>
                <a:gd name="connsiteX0" fmla="*/ 0 w 2847532"/>
                <a:gd name="connsiteY0" fmla="*/ 0 h 4068872"/>
                <a:gd name="connsiteX1" fmla="*/ 6598 w 2847532"/>
                <a:gd name="connsiteY1" fmla="*/ 2237364 h 4068872"/>
                <a:gd name="connsiteX2" fmla="*/ 1453083 w 2847532"/>
                <a:gd name="connsiteY2" fmla="*/ 4061615 h 4068872"/>
                <a:gd name="connsiteX3" fmla="*/ 2847532 w 2847532"/>
                <a:gd name="connsiteY3" fmla="*/ 2918339 h 4068872"/>
                <a:gd name="connsiteX0" fmla="*/ 100281 w 2947813"/>
                <a:gd name="connsiteY0" fmla="*/ 0 h 3978267"/>
                <a:gd name="connsiteX1" fmla="*/ 106879 w 2947813"/>
                <a:gd name="connsiteY1" fmla="*/ 2237364 h 3978267"/>
                <a:gd name="connsiteX2" fmla="*/ 1522598 w 2947813"/>
                <a:gd name="connsiteY2" fmla="*/ 3970477 h 3978267"/>
                <a:gd name="connsiteX3" fmla="*/ 2947813 w 2947813"/>
                <a:gd name="connsiteY3" fmla="*/ 2918339 h 3978267"/>
                <a:gd name="connsiteX0" fmla="*/ 100281 w 2947813"/>
                <a:gd name="connsiteY0" fmla="*/ 0 h 3970477"/>
                <a:gd name="connsiteX1" fmla="*/ 106879 w 2947813"/>
                <a:gd name="connsiteY1" fmla="*/ 2237364 h 3970477"/>
                <a:gd name="connsiteX2" fmla="*/ 1522598 w 2947813"/>
                <a:gd name="connsiteY2" fmla="*/ 3970477 h 3970477"/>
                <a:gd name="connsiteX3" fmla="*/ 2947813 w 2947813"/>
                <a:gd name="connsiteY3" fmla="*/ 2918339 h 3970477"/>
                <a:gd name="connsiteX0" fmla="*/ 0 w 2847532"/>
                <a:gd name="connsiteY0" fmla="*/ 0 h 3970477"/>
                <a:gd name="connsiteX1" fmla="*/ 6598 w 2847532"/>
                <a:gd name="connsiteY1" fmla="*/ 2237364 h 3970477"/>
                <a:gd name="connsiteX2" fmla="*/ 1422317 w 2847532"/>
                <a:gd name="connsiteY2" fmla="*/ 3970477 h 3970477"/>
                <a:gd name="connsiteX3" fmla="*/ 2847532 w 2847532"/>
                <a:gd name="connsiteY3" fmla="*/ 2918339 h 3970477"/>
              </a:gdLst>
              <a:ahLst/>
              <a:cxnLst>
                <a:cxn ang="0">
                  <a:pos x="connsiteX0" y="connsiteY0"/>
                </a:cxn>
                <a:cxn ang="0">
                  <a:pos x="connsiteX1" y="connsiteY1"/>
                </a:cxn>
                <a:cxn ang="0">
                  <a:pos x="connsiteX2" y="connsiteY2"/>
                </a:cxn>
                <a:cxn ang="0">
                  <a:pos x="connsiteX3" y="connsiteY3"/>
                </a:cxn>
              </a:cxnLst>
              <a:rect l="l" t="t" r="r" b="b"/>
              <a:pathLst>
                <a:path w="2847532" h="3970477">
                  <a:moveTo>
                    <a:pt x="0" y="0"/>
                  </a:moveTo>
                  <a:cubicBezTo>
                    <a:pt x="943" y="1381432"/>
                    <a:pt x="7986" y="1928780"/>
                    <a:pt x="6598" y="2237364"/>
                  </a:cubicBezTo>
                  <a:cubicBezTo>
                    <a:pt x="5210" y="2545948"/>
                    <a:pt x="941136" y="3970903"/>
                    <a:pt x="1422317" y="3970477"/>
                  </a:cubicBezTo>
                  <a:cubicBezTo>
                    <a:pt x="1903498" y="3970051"/>
                    <a:pt x="2053664" y="2919844"/>
                    <a:pt x="2847532" y="2918339"/>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34" name="TextBox 633">
              <a:extLst>
                <a:ext uri="{FF2B5EF4-FFF2-40B4-BE49-F238E27FC236}">
                  <a16:creationId xmlns:a16="http://schemas.microsoft.com/office/drawing/2014/main" id="{84333740-B4AA-174D-411D-E6211331F16B}"/>
                </a:ext>
              </a:extLst>
            </p:cNvPr>
            <p:cNvSpPr txBox="1"/>
            <p:nvPr/>
          </p:nvSpPr>
          <p:spPr>
            <a:xfrm>
              <a:off x="11496542" y="4706635"/>
              <a:ext cx="330996" cy="369332"/>
            </a:xfrm>
            <a:prstGeom prst="rect">
              <a:avLst/>
            </a:prstGeom>
            <a:noFill/>
          </p:spPr>
          <p:txBody>
            <a:bodyPr wrap="none" rtlCol="0">
              <a:spAutoFit/>
            </a:bodyPr>
            <a:lstStyle/>
            <a:p>
              <a:r>
                <a:rPr lang="en-US" dirty="0">
                  <a:solidFill>
                    <a:srgbClr val="0000A8"/>
                  </a:solidFill>
                </a:rPr>
                <a:t>t=3 </a:t>
              </a:r>
            </a:p>
          </p:txBody>
        </p:sp>
      </p:grpSp>
      <p:grpSp>
        <p:nvGrpSpPr>
          <p:cNvPr id="635" name="Group 634">
            <a:extLst>
              <a:ext uri="{FF2B5EF4-FFF2-40B4-BE49-F238E27FC236}">
                <a16:creationId xmlns:a16="http://schemas.microsoft.com/office/drawing/2014/main" id="{4310A3B6-F2A4-944F-21A4-38975F777525}"/>
              </a:ext>
            </a:extLst>
          </p:cNvPr>
          <p:cNvGrpSpPr/>
          <p:nvPr/>
        </p:nvGrpSpPr>
        <p:grpSpPr>
          <a:xfrm>
            <a:off x="484562" y="1832717"/>
            <a:ext cx="5205658" cy="4487257"/>
            <a:chOff x="8907795" y="1823741"/>
            <a:chExt cx="2917701" cy="3238676"/>
          </a:xfrm>
        </p:grpSpPr>
        <p:sp>
          <p:nvSpPr>
            <p:cNvPr id="636" name="Freeform 361">
              <a:extLst>
                <a:ext uri="{FF2B5EF4-FFF2-40B4-BE49-F238E27FC236}">
                  <a16:creationId xmlns:a16="http://schemas.microsoft.com/office/drawing/2014/main" id="{B3F35482-CB18-F3E6-5AD9-FA86AF9B84CE}"/>
                </a:ext>
              </a:extLst>
            </p:cNvPr>
            <p:cNvSpPr/>
            <p:nvPr/>
          </p:nvSpPr>
          <p:spPr>
            <a:xfrm>
              <a:off x="8907795" y="1823741"/>
              <a:ext cx="2806351" cy="3234534"/>
            </a:xfrm>
            <a:custGeom>
              <a:avLst/>
              <a:gdLst>
                <a:gd name="connsiteX0" fmla="*/ 0 w 3319398"/>
                <a:gd name="connsiteY0" fmla="*/ 0 h 1215025"/>
                <a:gd name="connsiteX1" fmla="*/ 613776 w 3319398"/>
                <a:gd name="connsiteY1" fmla="*/ 1189973 h 1215025"/>
                <a:gd name="connsiteX2" fmla="*/ 3319398 w 3319398"/>
                <a:gd name="connsiteY2" fmla="*/ 1215025 h 1215025"/>
                <a:gd name="connsiteX0" fmla="*/ 0 w 3319398"/>
                <a:gd name="connsiteY0" fmla="*/ 0 h 1284889"/>
                <a:gd name="connsiteX1" fmla="*/ 613776 w 3319398"/>
                <a:gd name="connsiteY1" fmla="*/ 1189973 h 1284889"/>
                <a:gd name="connsiteX2" fmla="*/ 3319398 w 3319398"/>
                <a:gd name="connsiteY2" fmla="*/ 1215025 h 1284889"/>
                <a:gd name="connsiteX0" fmla="*/ 0 w 3319398"/>
                <a:gd name="connsiteY0" fmla="*/ 0 h 1528175"/>
                <a:gd name="connsiteX1" fmla="*/ 613776 w 3319398"/>
                <a:gd name="connsiteY1" fmla="*/ 1189973 h 1528175"/>
                <a:gd name="connsiteX2" fmla="*/ 3319398 w 3319398"/>
                <a:gd name="connsiteY2" fmla="*/ 1528175 h 1528175"/>
                <a:gd name="connsiteX0" fmla="*/ 0 w 3319398"/>
                <a:gd name="connsiteY0" fmla="*/ 0 h 1528175"/>
                <a:gd name="connsiteX1" fmla="*/ 613776 w 3319398"/>
                <a:gd name="connsiteY1" fmla="*/ 1189973 h 1528175"/>
                <a:gd name="connsiteX2" fmla="*/ 3319398 w 3319398"/>
                <a:gd name="connsiteY2" fmla="*/ 1528175 h 1528175"/>
                <a:gd name="connsiteX0" fmla="*/ 0 w 3181611"/>
                <a:gd name="connsiteY0" fmla="*/ 0 h 1528175"/>
                <a:gd name="connsiteX1" fmla="*/ 475989 w 3181611"/>
                <a:gd name="connsiteY1" fmla="*/ 1189973 h 1528175"/>
                <a:gd name="connsiteX2" fmla="*/ 3181611 w 3181611"/>
                <a:gd name="connsiteY2" fmla="*/ 1528175 h 1528175"/>
                <a:gd name="connsiteX0" fmla="*/ 9476 w 3191087"/>
                <a:gd name="connsiteY0" fmla="*/ 0 h 1528175"/>
                <a:gd name="connsiteX1" fmla="*/ 485465 w 3191087"/>
                <a:gd name="connsiteY1" fmla="*/ 1189973 h 1528175"/>
                <a:gd name="connsiteX2" fmla="*/ 3191087 w 3191087"/>
                <a:gd name="connsiteY2" fmla="*/ 1528175 h 1528175"/>
                <a:gd name="connsiteX0" fmla="*/ 9703 w 3203840"/>
                <a:gd name="connsiteY0" fmla="*/ 0 h 1453019"/>
                <a:gd name="connsiteX1" fmla="*/ 485692 w 3203840"/>
                <a:gd name="connsiteY1" fmla="*/ 1189973 h 1453019"/>
                <a:gd name="connsiteX2" fmla="*/ 3203840 w 3203840"/>
                <a:gd name="connsiteY2" fmla="*/ 1453019 h 1453019"/>
                <a:gd name="connsiteX0" fmla="*/ 6182 w 3200319"/>
                <a:gd name="connsiteY0" fmla="*/ 0 h 1461838"/>
                <a:gd name="connsiteX1" fmla="*/ 519749 w 3200319"/>
                <a:gd name="connsiteY1" fmla="*/ 1290182 h 1461838"/>
                <a:gd name="connsiteX2" fmla="*/ 3200319 w 3200319"/>
                <a:gd name="connsiteY2" fmla="*/ 1453019 h 1461838"/>
                <a:gd name="connsiteX0" fmla="*/ 113523 w 2944405"/>
                <a:gd name="connsiteY0" fmla="*/ 0 h 1461838"/>
                <a:gd name="connsiteX1" fmla="*/ 263835 w 2944405"/>
                <a:gd name="connsiteY1" fmla="*/ 1290182 h 1461838"/>
                <a:gd name="connsiteX2" fmla="*/ 2944405 w 2944405"/>
                <a:gd name="connsiteY2" fmla="*/ 1453019 h 1461838"/>
                <a:gd name="connsiteX0" fmla="*/ 7733 w 2838615"/>
                <a:gd name="connsiteY0" fmla="*/ 0 h 1523002"/>
                <a:gd name="connsiteX1" fmla="*/ 446144 w 2838615"/>
                <a:gd name="connsiteY1" fmla="*/ 1402916 h 1523002"/>
                <a:gd name="connsiteX2" fmla="*/ 2838615 w 2838615"/>
                <a:gd name="connsiteY2" fmla="*/ 1453019 h 1523002"/>
                <a:gd name="connsiteX0" fmla="*/ 6626 w 2837508"/>
                <a:gd name="connsiteY0" fmla="*/ 0 h 1484577"/>
                <a:gd name="connsiteX1" fmla="*/ 457563 w 2837508"/>
                <a:gd name="connsiteY1" fmla="*/ 1340286 h 1484577"/>
                <a:gd name="connsiteX2" fmla="*/ 2837508 w 2837508"/>
                <a:gd name="connsiteY2" fmla="*/ 1453019 h 1484577"/>
                <a:gd name="connsiteX0" fmla="*/ 6626 w 2837508"/>
                <a:gd name="connsiteY0" fmla="*/ 0 h 1506274"/>
                <a:gd name="connsiteX1" fmla="*/ 457563 w 2837508"/>
                <a:gd name="connsiteY1" fmla="*/ 1340286 h 1506274"/>
                <a:gd name="connsiteX2" fmla="*/ 2837508 w 2837508"/>
                <a:gd name="connsiteY2" fmla="*/ 1490597 h 1506274"/>
                <a:gd name="connsiteX0" fmla="*/ 6626 w 2837508"/>
                <a:gd name="connsiteY0" fmla="*/ 0 h 1532376"/>
                <a:gd name="connsiteX1" fmla="*/ 457563 w 2837508"/>
                <a:gd name="connsiteY1" fmla="*/ 1340286 h 1532376"/>
                <a:gd name="connsiteX2" fmla="*/ 2837508 w 2837508"/>
                <a:gd name="connsiteY2" fmla="*/ 1528175 h 1532376"/>
                <a:gd name="connsiteX0" fmla="*/ 2412 w 2833294"/>
                <a:gd name="connsiteY0" fmla="*/ 0 h 1532376"/>
                <a:gd name="connsiteX1" fmla="*/ 453349 w 2833294"/>
                <a:gd name="connsiteY1" fmla="*/ 1340286 h 1532376"/>
                <a:gd name="connsiteX2" fmla="*/ 2833294 w 2833294"/>
                <a:gd name="connsiteY2" fmla="*/ 1528175 h 1532376"/>
                <a:gd name="connsiteX0" fmla="*/ 1555 w 2857489"/>
                <a:gd name="connsiteY0" fmla="*/ 0 h 1519367"/>
                <a:gd name="connsiteX1" fmla="*/ 477544 w 2857489"/>
                <a:gd name="connsiteY1" fmla="*/ 1327760 h 1519367"/>
                <a:gd name="connsiteX2" fmla="*/ 2857489 w 2857489"/>
                <a:gd name="connsiteY2" fmla="*/ 1515649 h 1519367"/>
                <a:gd name="connsiteX0" fmla="*/ 1555 w 2857489"/>
                <a:gd name="connsiteY0" fmla="*/ 0 h 1493055"/>
                <a:gd name="connsiteX1" fmla="*/ 477544 w 2857489"/>
                <a:gd name="connsiteY1" fmla="*/ 1327760 h 1493055"/>
                <a:gd name="connsiteX2" fmla="*/ 2857489 w 2857489"/>
                <a:gd name="connsiteY2" fmla="*/ 1478071 h 1493055"/>
                <a:gd name="connsiteX0" fmla="*/ 1555 w 2857489"/>
                <a:gd name="connsiteY0" fmla="*/ 0 h 1508807"/>
                <a:gd name="connsiteX1" fmla="*/ 477544 w 2857489"/>
                <a:gd name="connsiteY1" fmla="*/ 1327760 h 1508807"/>
                <a:gd name="connsiteX2" fmla="*/ 2857489 w 2857489"/>
                <a:gd name="connsiteY2" fmla="*/ 1478071 h 1508807"/>
                <a:gd name="connsiteX0" fmla="*/ 1555 w 2857489"/>
                <a:gd name="connsiteY0" fmla="*/ 0 h 1536065"/>
                <a:gd name="connsiteX1" fmla="*/ 477544 w 2857489"/>
                <a:gd name="connsiteY1" fmla="*/ 1327760 h 1536065"/>
                <a:gd name="connsiteX2" fmla="*/ 2857489 w 2857489"/>
                <a:gd name="connsiteY2" fmla="*/ 1515649 h 1536065"/>
                <a:gd name="connsiteX0" fmla="*/ 1555 w 2857489"/>
                <a:gd name="connsiteY0" fmla="*/ 0 h 1536841"/>
                <a:gd name="connsiteX1" fmla="*/ 477544 w 2857489"/>
                <a:gd name="connsiteY1" fmla="*/ 1327760 h 1536841"/>
                <a:gd name="connsiteX2" fmla="*/ 1394471 w 2857489"/>
                <a:gd name="connsiteY2" fmla="*/ 1524673 h 1536841"/>
                <a:gd name="connsiteX3" fmla="*/ 2857489 w 2857489"/>
                <a:gd name="connsiteY3" fmla="*/ 1515649 h 1536841"/>
                <a:gd name="connsiteX0" fmla="*/ 206 w 2856140"/>
                <a:gd name="connsiteY0" fmla="*/ 0 h 2379901"/>
                <a:gd name="connsiteX1" fmla="*/ 476195 w 2856140"/>
                <a:gd name="connsiteY1" fmla="*/ 1327760 h 2379901"/>
                <a:gd name="connsiteX2" fmla="*/ 1423443 w 2856140"/>
                <a:gd name="connsiteY2" fmla="*/ 2379097 h 2379901"/>
                <a:gd name="connsiteX3" fmla="*/ 2856140 w 2856140"/>
                <a:gd name="connsiteY3" fmla="*/ 1515649 h 2379901"/>
                <a:gd name="connsiteX0" fmla="*/ 206 w 2856140"/>
                <a:gd name="connsiteY0" fmla="*/ 0 h 2379097"/>
                <a:gd name="connsiteX1" fmla="*/ 476195 w 2856140"/>
                <a:gd name="connsiteY1" fmla="*/ 1327760 h 2379097"/>
                <a:gd name="connsiteX2" fmla="*/ 1423443 w 2856140"/>
                <a:gd name="connsiteY2" fmla="*/ 2379097 h 2379097"/>
                <a:gd name="connsiteX3" fmla="*/ 2856140 w 2856140"/>
                <a:gd name="connsiteY3" fmla="*/ 1515649 h 2379097"/>
                <a:gd name="connsiteX0" fmla="*/ 206 w 2856140"/>
                <a:gd name="connsiteY0" fmla="*/ 0 h 2379097"/>
                <a:gd name="connsiteX1" fmla="*/ 476195 w 2856140"/>
                <a:gd name="connsiteY1" fmla="*/ 1327760 h 2379097"/>
                <a:gd name="connsiteX2" fmla="*/ 1423443 w 2856140"/>
                <a:gd name="connsiteY2" fmla="*/ 2379097 h 2379097"/>
                <a:gd name="connsiteX3" fmla="*/ 2856140 w 2856140"/>
                <a:gd name="connsiteY3" fmla="*/ 1515649 h 2379097"/>
                <a:gd name="connsiteX0" fmla="*/ 206 w 2772756"/>
                <a:gd name="connsiteY0" fmla="*/ 0 h 2379097"/>
                <a:gd name="connsiteX1" fmla="*/ 476195 w 2772756"/>
                <a:gd name="connsiteY1" fmla="*/ 1327760 h 2379097"/>
                <a:gd name="connsiteX2" fmla="*/ 1423443 w 2772756"/>
                <a:gd name="connsiteY2" fmla="*/ 2379097 h 2379097"/>
                <a:gd name="connsiteX3" fmla="*/ 2772756 w 2772756"/>
                <a:gd name="connsiteY3" fmla="*/ 1549826 h 2379097"/>
                <a:gd name="connsiteX0" fmla="*/ 206 w 2772756"/>
                <a:gd name="connsiteY0" fmla="*/ 0 h 2379097"/>
                <a:gd name="connsiteX1" fmla="*/ 476195 w 2772756"/>
                <a:gd name="connsiteY1" fmla="*/ 1327760 h 2379097"/>
                <a:gd name="connsiteX2" fmla="*/ 1423443 w 2772756"/>
                <a:gd name="connsiteY2" fmla="*/ 2379097 h 2379097"/>
                <a:gd name="connsiteX3" fmla="*/ 2772756 w 2772756"/>
                <a:gd name="connsiteY3" fmla="*/ 1549826 h 2379097"/>
                <a:gd name="connsiteX0" fmla="*/ 0 w 2772550"/>
                <a:gd name="connsiteY0" fmla="*/ 0 h 2379097"/>
                <a:gd name="connsiteX1" fmla="*/ 475989 w 2772550"/>
                <a:gd name="connsiteY1" fmla="*/ 1327760 h 2379097"/>
                <a:gd name="connsiteX2" fmla="*/ 1423237 w 2772550"/>
                <a:gd name="connsiteY2" fmla="*/ 2379097 h 2379097"/>
                <a:gd name="connsiteX3" fmla="*/ 2772550 w 2772550"/>
                <a:gd name="connsiteY3" fmla="*/ 1549826 h 2379097"/>
                <a:gd name="connsiteX0" fmla="*/ 0 w 2772550"/>
                <a:gd name="connsiteY0" fmla="*/ 0 h 2379097"/>
                <a:gd name="connsiteX1" fmla="*/ 544213 w 2772550"/>
                <a:gd name="connsiteY1" fmla="*/ 1373330 h 2379097"/>
                <a:gd name="connsiteX2" fmla="*/ 1423237 w 2772550"/>
                <a:gd name="connsiteY2" fmla="*/ 2379097 h 2379097"/>
                <a:gd name="connsiteX3" fmla="*/ 2772550 w 2772550"/>
                <a:gd name="connsiteY3" fmla="*/ 1549826 h 2379097"/>
                <a:gd name="connsiteX0" fmla="*/ 0 w 2772550"/>
                <a:gd name="connsiteY0" fmla="*/ 0 h 2379097"/>
                <a:gd name="connsiteX1" fmla="*/ 544213 w 2772550"/>
                <a:gd name="connsiteY1" fmla="*/ 1373330 h 2379097"/>
                <a:gd name="connsiteX2" fmla="*/ 1423237 w 2772550"/>
                <a:gd name="connsiteY2" fmla="*/ 2379097 h 2379097"/>
                <a:gd name="connsiteX3" fmla="*/ 2772550 w 2772550"/>
                <a:gd name="connsiteY3" fmla="*/ 1549826 h 2379097"/>
                <a:gd name="connsiteX0" fmla="*/ 0 w 2772550"/>
                <a:gd name="connsiteY0" fmla="*/ 0 h 2379097"/>
                <a:gd name="connsiteX1" fmla="*/ 491150 w 2772550"/>
                <a:gd name="connsiteY1" fmla="*/ 1487254 h 2379097"/>
                <a:gd name="connsiteX2" fmla="*/ 1423237 w 2772550"/>
                <a:gd name="connsiteY2" fmla="*/ 2379097 h 2379097"/>
                <a:gd name="connsiteX3" fmla="*/ 2772550 w 2772550"/>
                <a:gd name="connsiteY3" fmla="*/ 1549826 h 2379097"/>
                <a:gd name="connsiteX0" fmla="*/ 4133 w 2776683"/>
                <a:gd name="connsiteY0" fmla="*/ 0 h 2379097"/>
                <a:gd name="connsiteX1" fmla="*/ 495283 w 2776683"/>
                <a:gd name="connsiteY1" fmla="*/ 1487254 h 2379097"/>
                <a:gd name="connsiteX2" fmla="*/ 1427370 w 2776683"/>
                <a:gd name="connsiteY2" fmla="*/ 2379097 h 2379097"/>
                <a:gd name="connsiteX3" fmla="*/ 2776683 w 2776683"/>
                <a:gd name="connsiteY3" fmla="*/ 1549826 h 2379097"/>
                <a:gd name="connsiteX0" fmla="*/ 7071 w 2779621"/>
                <a:gd name="connsiteY0" fmla="*/ 0 h 2379097"/>
                <a:gd name="connsiteX1" fmla="*/ 498221 w 2779621"/>
                <a:gd name="connsiteY1" fmla="*/ 1487254 h 2379097"/>
                <a:gd name="connsiteX2" fmla="*/ 1430308 w 2779621"/>
                <a:gd name="connsiteY2" fmla="*/ 2379097 h 2379097"/>
                <a:gd name="connsiteX3" fmla="*/ 2779621 w 2779621"/>
                <a:gd name="connsiteY3" fmla="*/ 1549826 h 2379097"/>
                <a:gd name="connsiteX0" fmla="*/ 11488 w 2784038"/>
                <a:gd name="connsiteY0" fmla="*/ 0 h 2379097"/>
                <a:gd name="connsiteX1" fmla="*/ 502638 w 2784038"/>
                <a:gd name="connsiteY1" fmla="*/ 1487254 h 2379097"/>
                <a:gd name="connsiteX2" fmla="*/ 1434725 w 2784038"/>
                <a:gd name="connsiteY2" fmla="*/ 2379097 h 2379097"/>
                <a:gd name="connsiteX3" fmla="*/ 2784038 w 2784038"/>
                <a:gd name="connsiteY3" fmla="*/ 1549826 h 2379097"/>
                <a:gd name="connsiteX0" fmla="*/ 16 w 2786015"/>
                <a:gd name="connsiteY0" fmla="*/ 0 h 2369138"/>
                <a:gd name="connsiteX1" fmla="*/ 504615 w 2786015"/>
                <a:gd name="connsiteY1" fmla="*/ 1477295 h 2369138"/>
                <a:gd name="connsiteX2" fmla="*/ 1436702 w 2786015"/>
                <a:gd name="connsiteY2" fmla="*/ 2369138 h 2369138"/>
                <a:gd name="connsiteX3" fmla="*/ 2786015 w 2786015"/>
                <a:gd name="connsiteY3" fmla="*/ 1539867 h 2369138"/>
                <a:gd name="connsiteX0" fmla="*/ 0 w 2785999"/>
                <a:gd name="connsiteY0" fmla="*/ 0 h 2369138"/>
                <a:gd name="connsiteX1" fmla="*/ 504599 w 2785999"/>
                <a:gd name="connsiteY1" fmla="*/ 1477295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444079 w 2785999"/>
                <a:gd name="connsiteY1" fmla="*/ 1482276 h 2369138"/>
                <a:gd name="connsiteX2" fmla="*/ 1436686 w 2785999"/>
                <a:gd name="connsiteY2" fmla="*/ 2369138 h 2369138"/>
                <a:gd name="connsiteX3" fmla="*/ 2785999 w 2785999"/>
                <a:gd name="connsiteY3" fmla="*/ 1539867 h 2369138"/>
                <a:gd name="connsiteX0" fmla="*/ 0 w 2785999"/>
                <a:gd name="connsiteY0" fmla="*/ 0 h 2369138"/>
                <a:gd name="connsiteX1" fmla="*/ 780300 w 2785999"/>
                <a:gd name="connsiteY1" fmla="*/ 1512155 h 2369138"/>
                <a:gd name="connsiteX2" fmla="*/ 1436686 w 2785999"/>
                <a:gd name="connsiteY2" fmla="*/ 2369138 h 2369138"/>
                <a:gd name="connsiteX3" fmla="*/ 2785999 w 2785999"/>
                <a:gd name="connsiteY3" fmla="*/ 1539867 h 2369138"/>
                <a:gd name="connsiteX0" fmla="*/ 0 w 2785999"/>
                <a:gd name="connsiteY0" fmla="*/ 0 h 2364158"/>
                <a:gd name="connsiteX1" fmla="*/ 780300 w 2785999"/>
                <a:gd name="connsiteY1" fmla="*/ 1512155 h 2364158"/>
                <a:gd name="connsiteX2" fmla="*/ 1376166 w 2785999"/>
                <a:gd name="connsiteY2" fmla="*/ 2364158 h 2364158"/>
                <a:gd name="connsiteX3" fmla="*/ 2785999 w 2785999"/>
                <a:gd name="connsiteY3" fmla="*/ 1539867 h 2364158"/>
                <a:gd name="connsiteX0" fmla="*/ 0 w 2785999"/>
                <a:gd name="connsiteY0" fmla="*/ 0 h 2364158"/>
                <a:gd name="connsiteX1" fmla="*/ 780300 w 2785999"/>
                <a:gd name="connsiteY1" fmla="*/ 1512155 h 2364158"/>
                <a:gd name="connsiteX2" fmla="*/ 1376166 w 2785999"/>
                <a:gd name="connsiteY2" fmla="*/ 2364158 h 2364158"/>
                <a:gd name="connsiteX3" fmla="*/ 2785999 w 2785999"/>
                <a:gd name="connsiteY3" fmla="*/ 1539867 h 2364158"/>
                <a:gd name="connsiteX0" fmla="*/ 0 w 2855224"/>
                <a:gd name="connsiteY0" fmla="*/ 0 h 2581827"/>
                <a:gd name="connsiteX1" fmla="*/ 780300 w 2855224"/>
                <a:gd name="connsiteY1" fmla="*/ 1512155 h 2581827"/>
                <a:gd name="connsiteX2" fmla="*/ 1376166 w 2855224"/>
                <a:gd name="connsiteY2" fmla="*/ 2364158 h 2581827"/>
                <a:gd name="connsiteX3" fmla="*/ 2855224 w 2855224"/>
                <a:gd name="connsiteY3" fmla="*/ 2576569 h 2581827"/>
                <a:gd name="connsiteX0" fmla="*/ 0 w 2855224"/>
                <a:gd name="connsiteY0" fmla="*/ 0 h 4061615"/>
                <a:gd name="connsiteX1" fmla="*/ 780300 w 2855224"/>
                <a:gd name="connsiteY1" fmla="*/ 1512155 h 4061615"/>
                <a:gd name="connsiteX2" fmla="*/ 1453083 w 2855224"/>
                <a:gd name="connsiteY2" fmla="*/ 4061615 h 4061615"/>
                <a:gd name="connsiteX3" fmla="*/ 2855224 w 2855224"/>
                <a:gd name="connsiteY3" fmla="*/ 2576569 h 4061615"/>
                <a:gd name="connsiteX0" fmla="*/ 72336 w 2927560"/>
                <a:gd name="connsiteY0" fmla="*/ 0 h 4061615"/>
                <a:gd name="connsiteX1" fmla="*/ 121931 w 2927560"/>
                <a:gd name="connsiteY1" fmla="*/ 2229872 h 4061615"/>
                <a:gd name="connsiteX2" fmla="*/ 1525419 w 2927560"/>
                <a:gd name="connsiteY2" fmla="*/ 4061615 h 4061615"/>
                <a:gd name="connsiteX3" fmla="*/ 2927560 w 2927560"/>
                <a:gd name="connsiteY3" fmla="*/ 2576569 h 4061615"/>
                <a:gd name="connsiteX0" fmla="*/ 72336 w 2904485"/>
                <a:gd name="connsiteY0" fmla="*/ 0 h 4061615"/>
                <a:gd name="connsiteX1" fmla="*/ 121931 w 2904485"/>
                <a:gd name="connsiteY1" fmla="*/ 2229872 h 4061615"/>
                <a:gd name="connsiteX2" fmla="*/ 1525419 w 2904485"/>
                <a:gd name="connsiteY2" fmla="*/ 4061615 h 4061615"/>
                <a:gd name="connsiteX3" fmla="*/ 2904485 w 2904485"/>
                <a:gd name="connsiteY3" fmla="*/ 2724670 h 4061615"/>
                <a:gd name="connsiteX0" fmla="*/ 0 w 2832149"/>
                <a:gd name="connsiteY0" fmla="*/ 0 h 4061615"/>
                <a:gd name="connsiteX1" fmla="*/ 49595 w 2832149"/>
                <a:gd name="connsiteY1" fmla="*/ 2229872 h 4061615"/>
                <a:gd name="connsiteX2" fmla="*/ 1453083 w 2832149"/>
                <a:gd name="connsiteY2" fmla="*/ 4061615 h 4061615"/>
                <a:gd name="connsiteX3" fmla="*/ 2832149 w 2832149"/>
                <a:gd name="connsiteY3" fmla="*/ 2724670 h 4061615"/>
                <a:gd name="connsiteX0" fmla="*/ 3732 w 2835881"/>
                <a:gd name="connsiteY0" fmla="*/ 0 h 4061615"/>
                <a:gd name="connsiteX1" fmla="*/ 10330 w 2835881"/>
                <a:gd name="connsiteY1" fmla="*/ 2237364 h 4061615"/>
                <a:gd name="connsiteX2" fmla="*/ 1456815 w 2835881"/>
                <a:gd name="connsiteY2" fmla="*/ 4061615 h 4061615"/>
                <a:gd name="connsiteX3" fmla="*/ 2835881 w 2835881"/>
                <a:gd name="connsiteY3" fmla="*/ 2724670 h 4061615"/>
                <a:gd name="connsiteX0" fmla="*/ 0 w 2832149"/>
                <a:gd name="connsiteY0" fmla="*/ 0 h 4061615"/>
                <a:gd name="connsiteX1" fmla="*/ 6598 w 2832149"/>
                <a:gd name="connsiteY1" fmla="*/ 2237364 h 4061615"/>
                <a:gd name="connsiteX2" fmla="*/ 1453083 w 2832149"/>
                <a:gd name="connsiteY2" fmla="*/ 4061615 h 4061615"/>
                <a:gd name="connsiteX3" fmla="*/ 2832149 w 2832149"/>
                <a:gd name="connsiteY3" fmla="*/ 2724670 h 4061615"/>
                <a:gd name="connsiteX0" fmla="*/ 0 w 2832149"/>
                <a:gd name="connsiteY0" fmla="*/ 0 h 4061618"/>
                <a:gd name="connsiteX1" fmla="*/ 6598 w 2832149"/>
                <a:gd name="connsiteY1" fmla="*/ 2237364 h 4061618"/>
                <a:gd name="connsiteX2" fmla="*/ 1453083 w 2832149"/>
                <a:gd name="connsiteY2" fmla="*/ 4061615 h 4061618"/>
                <a:gd name="connsiteX3" fmla="*/ 2832149 w 2832149"/>
                <a:gd name="connsiteY3" fmla="*/ 2724670 h 4061618"/>
                <a:gd name="connsiteX0" fmla="*/ 0 w 2832149"/>
                <a:gd name="connsiteY0" fmla="*/ 0 h 4061618"/>
                <a:gd name="connsiteX1" fmla="*/ 6598 w 2832149"/>
                <a:gd name="connsiteY1" fmla="*/ 2237364 h 4061618"/>
                <a:gd name="connsiteX2" fmla="*/ 1453083 w 2832149"/>
                <a:gd name="connsiteY2" fmla="*/ 4061615 h 4061618"/>
                <a:gd name="connsiteX3" fmla="*/ 2832149 w 2832149"/>
                <a:gd name="connsiteY3" fmla="*/ 2724670 h 4061618"/>
                <a:gd name="connsiteX0" fmla="*/ 0 w 2832149"/>
                <a:gd name="connsiteY0" fmla="*/ 0 h 4061691"/>
                <a:gd name="connsiteX1" fmla="*/ 6598 w 2832149"/>
                <a:gd name="connsiteY1" fmla="*/ 2237364 h 4061691"/>
                <a:gd name="connsiteX2" fmla="*/ 1453083 w 2832149"/>
                <a:gd name="connsiteY2" fmla="*/ 4061615 h 4061691"/>
                <a:gd name="connsiteX3" fmla="*/ 2832149 w 2832149"/>
                <a:gd name="connsiteY3" fmla="*/ 2724670 h 4061691"/>
                <a:gd name="connsiteX0" fmla="*/ 0 w 2847532"/>
                <a:gd name="connsiteY0" fmla="*/ 0 h 4067726"/>
                <a:gd name="connsiteX1" fmla="*/ 6598 w 2847532"/>
                <a:gd name="connsiteY1" fmla="*/ 2237364 h 4067726"/>
                <a:gd name="connsiteX2" fmla="*/ 1453083 w 2847532"/>
                <a:gd name="connsiteY2" fmla="*/ 4061615 h 4067726"/>
                <a:gd name="connsiteX3" fmla="*/ 2847532 w 2847532"/>
                <a:gd name="connsiteY3" fmla="*/ 2861378 h 4067726"/>
                <a:gd name="connsiteX0" fmla="*/ 0 w 2847532"/>
                <a:gd name="connsiteY0" fmla="*/ 0 h 4067526"/>
                <a:gd name="connsiteX1" fmla="*/ 6598 w 2847532"/>
                <a:gd name="connsiteY1" fmla="*/ 2237364 h 4067526"/>
                <a:gd name="connsiteX2" fmla="*/ 1453083 w 2847532"/>
                <a:gd name="connsiteY2" fmla="*/ 4061615 h 4067526"/>
                <a:gd name="connsiteX3" fmla="*/ 2847532 w 2847532"/>
                <a:gd name="connsiteY3" fmla="*/ 2861378 h 4067526"/>
                <a:gd name="connsiteX0" fmla="*/ 0 w 2847532"/>
                <a:gd name="connsiteY0" fmla="*/ 0 h 4061616"/>
                <a:gd name="connsiteX1" fmla="*/ 6598 w 2847532"/>
                <a:gd name="connsiteY1" fmla="*/ 2237364 h 4061616"/>
                <a:gd name="connsiteX2" fmla="*/ 1453083 w 2847532"/>
                <a:gd name="connsiteY2" fmla="*/ 4061615 h 4061616"/>
                <a:gd name="connsiteX3" fmla="*/ 2847532 w 2847532"/>
                <a:gd name="connsiteY3" fmla="*/ 2861378 h 4061616"/>
                <a:gd name="connsiteX0" fmla="*/ 0 w 2847532"/>
                <a:gd name="connsiteY0" fmla="*/ 0 h 4068872"/>
                <a:gd name="connsiteX1" fmla="*/ 6598 w 2847532"/>
                <a:gd name="connsiteY1" fmla="*/ 2237364 h 4068872"/>
                <a:gd name="connsiteX2" fmla="*/ 1453083 w 2847532"/>
                <a:gd name="connsiteY2" fmla="*/ 4061615 h 4068872"/>
                <a:gd name="connsiteX3" fmla="*/ 2847532 w 2847532"/>
                <a:gd name="connsiteY3" fmla="*/ 2918339 h 4068872"/>
                <a:gd name="connsiteX0" fmla="*/ 205842 w 3053374"/>
                <a:gd name="connsiteY0" fmla="*/ 0 h 2918339"/>
                <a:gd name="connsiteX1" fmla="*/ 212440 w 3053374"/>
                <a:gd name="connsiteY1" fmla="*/ 2237364 h 2918339"/>
                <a:gd name="connsiteX2" fmla="*/ 3053374 w 3053374"/>
                <a:gd name="connsiteY2" fmla="*/ 2918339 h 2918339"/>
                <a:gd name="connsiteX0" fmla="*/ 108602 w 2956134"/>
                <a:gd name="connsiteY0" fmla="*/ 0 h 3037186"/>
                <a:gd name="connsiteX1" fmla="*/ 257674 w 2956134"/>
                <a:gd name="connsiteY1" fmla="*/ 2829378 h 3037186"/>
                <a:gd name="connsiteX2" fmla="*/ 2956134 w 2956134"/>
                <a:gd name="connsiteY2" fmla="*/ 2918339 h 3037186"/>
                <a:gd name="connsiteX0" fmla="*/ 0 w 2847532"/>
                <a:gd name="connsiteY0" fmla="*/ 0 h 2918339"/>
                <a:gd name="connsiteX1" fmla="*/ 149072 w 2847532"/>
                <a:gd name="connsiteY1" fmla="*/ 2829378 h 2918339"/>
                <a:gd name="connsiteX2" fmla="*/ 2847532 w 2847532"/>
                <a:gd name="connsiteY2" fmla="*/ 2918339 h 2918339"/>
                <a:gd name="connsiteX0" fmla="*/ 0 w 2847532"/>
                <a:gd name="connsiteY0" fmla="*/ 0 h 2918339"/>
                <a:gd name="connsiteX1" fmla="*/ 156195 w 2847532"/>
                <a:gd name="connsiteY1" fmla="*/ 2878713 h 2918339"/>
                <a:gd name="connsiteX2" fmla="*/ 2847532 w 2847532"/>
                <a:gd name="connsiteY2" fmla="*/ 2918339 h 2918339"/>
                <a:gd name="connsiteX0" fmla="*/ 104232 w 2951764"/>
                <a:gd name="connsiteY0" fmla="*/ 0 h 3066150"/>
                <a:gd name="connsiteX1" fmla="*/ 260427 w 2951764"/>
                <a:gd name="connsiteY1" fmla="*/ 2870491 h 3066150"/>
                <a:gd name="connsiteX2" fmla="*/ 2951764 w 2951764"/>
                <a:gd name="connsiteY2" fmla="*/ 2910117 h 3066150"/>
                <a:gd name="connsiteX0" fmla="*/ 99818 w 2947350"/>
                <a:gd name="connsiteY0" fmla="*/ 0 h 3066150"/>
                <a:gd name="connsiteX1" fmla="*/ 256013 w 2947350"/>
                <a:gd name="connsiteY1" fmla="*/ 2870491 h 3066150"/>
                <a:gd name="connsiteX2" fmla="*/ 2947350 w 2947350"/>
                <a:gd name="connsiteY2" fmla="*/ 2910117 h 3066150"/>
                <a:gd name="connsiteX0" fmla="*/ 0 w 2847532"/>
                <a:gd name="connsiteY0" fmla="*/ 0 h 2929561"/>
                <a:gd name="connsiteX1" fmla="*/ 156195 w 2847532"/>
                <a:gd name="connsiteY1" fmla="*/ 2870491 h 2929561"/>
                <a:gd name="connsiteX2" fmla="*/ 2847532 w 2847532"/>
                <a:gd name="connsiteY2" fmla="*/ 2910117 h 2929561"/>
                <a:gd name="connsiteX0" fmla="*/ 0 w 2847532"/>
                <a:gd name="connsiteY0" fmla="*/ 0 h 2940104"/>
                <a:gd name="connsiteX1" fmla="*/ 156195 w 2847532"/>
                <a:gd name="connsiteY1" fmla="*/ 2870491 h 2940104"/>
                <a:gd name="connsiteX2" fmla="*/ 2847532 w 2847532"/>
                <a:gd name="connsiteY2" fmla="*/ 2910117 h 2940104"/>
                <a:gd name="connsiteX0" fmla="*/ 0 w 2847532"/>
                <a:gd name="connsiteY0" fmla="*/ 0 h 2978647"/>
                <a:gd name="connsiteX1" fmla="*/ 156195 w 2847532"/>
                <a:gd name="connsiteY1" fmla="*/ 2870491 h 2978647"/>
                <a:gd name="connsiteX2" fmla="*/ 2847532 w 2847532"/>
                <a:gd name="connsiteY2" fmla="*/ 2910117 h 2978647"/>
                <a:gd name="connsiteX0" fmla="*/ 75033 w 2922565"/>
                <a:gd name="connsiteY0" fmla="*/ 0 h 2947368"/>
                <a:gd name="connsiteX1" fmla="*/ 95877 w 2922565"/>
                <a:gd name="connsiteY1" fmla="*/ 2812934 h 2947368"/>
                <a:gd name="connsiteX2" fmla="*/ 2922565 w 2922565"/>
                <a:gd name="connsiteY2" fmla="*/ 2910117 h 2947368"/>
                <a:gd name="connsiteX0" fmla="*/ 0 w 2847532"/>
                <a:gd name="connsiteY0" fmla="*/ 0 h 2921786"/>
                <a:gd name="connsiteX1" fmla="*/ 20844 w 2847532"/>
                <a:gd name="connsiteY1" fmla="*/ 2812934 h 2921786"/>
                <a:gd name="connsiteX2" fmla="*/ 2847532 w 2847532"/>
                <a:gd name="connsiteY2" fmla="*/ 2910117 h 2921786"/>
                <a:gd name="connsiteX0" fmla="*/ 0 w 2847532"/>
                <a:gd name="connsiteY0" fmla="*/ 0 h 2921786"/>
                <a:gd name="connsiteX1" fmla="*/ 92081 w 2847532"/>
                <a:gd name="connsiteY1" fmla="*/ 2812934 h 2921786"/>
                <a:gd name="connsiteX2" fmla="*/ 2847532 w 2847532"/>
                <a:gd name="connsiteY2" fmla="*/ 2910117 h 2921786"/>
                <a:gd name="connsiteX0" fmla="*/ 0 w 2847532"/>
                <a:gd name="connsiteY0" fmla="*/ 0 h 2929781"/>
                <a:gd name="connsiteX1" fmla="*/ 92081 w 2847532"/>
                <a:gd name="connsiteY1" fmla="*/ 2812934 h 2929781"/>
                <a:gd name="connsiteX2" fmla="*/ 2847532 w 2847532"/>
                <a:gd name="connsiteY2" fmla="*/ 2910117 h 2929781"/>
                <a:gd name="connsiteX0" fmla="*/ 0 w 2847532"/>
                <a:gd name="connsiteY0" fmla="*/ 0 h 2941785"/>
                <a:gd name="connsiteX1" fmla="*/ 92081 w 2847532"/>
                <a:gd name="connsiteY1" fmla="*/ 2812934 h 2941785"/>
                <a:gd name="connsiteX2" fmla="*/ 2847532 w 2847532"/>
                <a:gd name="connsiteY2" fmla="*/ 2910117 h 2941785"/>
              </a:gdLst>
              <a:ahLst/>
              <a:cxnLst>
                <a:cxn ang="0">
                  <a:pos x="connsiteX0" y="connsiteY0"/>
                </a:cxn>
                <a:cxn ang="0">
                  <a:pos x="connsiteX1" y="connsiteY1"/>
                </a:cxn>
                <a:cxn ang="0">
                  <a:pos x="connsiteX2" y="connsiteY2"/>
                </a:cxn>
              </a:cxnLst>
              <a:rect l="l" t="t" r="r" b="b"/>
              <a:pathLst>
                <a:path w="2847532" h="2941785">
                  <a:moveTo>
                    <a:pt x="0" y="0"/>
                  </a:moveTo>
                  <a:cubicBezTo>
                    <a:pt x="15191" y="1611659"/>
                    <a:pt x="-19201" y="2632144"/>
                    <a:pt x="92081" y="2812934"/>
                  </a:cubicBezTo>
                  <a:cubicBezTo>
                    <a:pt x="203363" y="2993724"/>
                    <a:pt x="2234300" y="2940917"/>
                    <a:pt x="2847532" y="2910117"/>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37" name="TextBox 636">
              <a:extLst>
                <a:ext uri="{FF2B5EF4-FFF2-40B4-BE49-F238E27FC236}">
                  <a16:creationId xmlns:a16="http://schemas.microsoft.com/office/drawing/2014/main" id="{6F719EE7-0F4F-728F-D1A6-96B066DDA14F}"/>
                </a:ext>
              </a:extLst>
            </p:cNvPr>
            <p:cNvSpPr txBox="1"/>
            <p:nvPr/>
          </p:nvSpPr>
          <p:spPr>
            <a:xfrm>
              <a:off x="11518941" y="4795852"/>
              <a:ext cx="306555" cy="266565"/>
            </a:xfrm>
            <a:prstGeom prst="rect">
              <a:avLst/>
            </a:prstGeom>
            <a:noFill/>
          </p:spPr>
          <p:txBody>
            <a:bodyPr wrap="none" rtlCol="0">
              <a:spAutoFit/>
            </a:bodyPr>
            <a:lstStyle/>
            <a:p>
              <a:r>
                <a:rPr lang="en-US" dirty="0">
                  <a:solidFill>
                    <a:srgbClr val="0000A8"/>
                  </a:solidFill>
                </a:rPr>
                <a:t>t=4 </a:t>
              </a:r>
            </a:p>
          </p:txBody>
        </p:sp>
      </p:grpSp>
    </p:spTree>
    <p:extLst>
      <p:ext uri="{BB962C8B-B14F-4D97-AF65-F5344CB8AC3E}">
        <p14:creationId xmlns:p14="http://schemas.microsoft.com/office/powerpoint/2010/main" val="427587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545"/>
                                        </p:tgtEl>
                                        <p:attrNameLst>
                                          <p:attrName>style.visibility</p:attrName>
                                        </p:attrNameLst>
                                      </p:cBhvr>
                                      <p:to>
                                        <p:strVal val="visible"/>
                                      </p:to>
                                    </p:set>
                                    <p:animEffect transition="in" filter="dissolve">
                                      <p:cBhvr>
                                        <p:cTn id="14" dur="500"/>
                                        <p:tgtEl>
                                          <p:spTgt spid="545"/>
                                        </p:tgtEl>
                                      </p:cBhvr>
                                    </p:animEffect>
                                  </p:childTnLst>
                                </p:cTn>
                              </p:par>
                              <p:par>
                                <p:cTn id="15" presetID="9" presetClass="entr" presetSubtype="0" fill="hold" nodeType="withEffect">
                                  <p:stCondLst>
                                    <p:cond delay="0"/>
                                  </p:stCondLst>
                                  <p:childTnLst>
                                    <p:set>
                                      <p:cBhvr>
                                        <p:cTn id="16" dur="1" fill="hold">
                                          <p:stCondLst>
                                            <p:cond delay="0"/>
                                          </p:stCondLst>
                                        </p:cTn>
                                        <p:tgtEl>
                                          <p:spTgt spid="626"/>
                                        </p:tgtEl>
                                        <p:attrNameLst>
                                          <p:attrName>style.visibility</p:attrName>
                                        </p:attrNameLst>
                                      </p:cBhvr>
                                      <p:to>
                                        <p:strVal val="visible"/>
                                      </p:to>
                                    </p:set>
                                    <p:animEffect transition="in" filter="dissolve">
                                      <p:cBhvr>
                                        <p:cTn id="17" dur="500"/>
                                        <p:tgtEl>
                                          <p:spTgt spid="6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5"/>
                                        </p:tgtEl>
                                        <p:attrNameLst>
                                          <p:attrName>style.visibility</p:attrName>
                                        </p:attrNameLst>
                                      </p:cBhvr>
                                      <p:to>
                                        <p:strVal val="visible"/>
                                      </p:to>
                                    </p:set>
                                    <p:animEffect transition="in" filter="dissolve">
                                      <p:cBhvr>
                                        <p:cTn id="22" dur="500"/>
                                        <p:tgtEl>
                                          <p:spTgt spid="565"/>
                                        </p:tgtEl>
                                      </p:cBhvr>
                                    </p:animEffect>
                                  </p:childTnLst>
                                </p:cTn>
                              </p:par>
                              <p:par>
                                <p:cTn id="23" presetID="9" presetClass="exit" presetSubtype="0" fill="hold" nodeType="withEffect">
                                  <p:stCondLst>
                                    <p:cond delay="0"/>
                                  </p:stCondLst>
                                  <p:childTnLst>
                                    <p:animEffect transition="out" filter="dissolve">
                                      <p:cBhvr>
                                        <p:cTn id="24" dur="500"/>
                                        <p:tgtEl>
                                          <p:spTgt spid="626"/>
                                        </p:tgtEl>
                                      </p:cBhvr>
                                    </p:animEffect>
                                    <p:set>
                                      <p:cBhvr>
                                        <p:cTn id="25" dur="1" fill="hold">
                                          <p:stCondLst>
                                            <p:cond delay="499"/>
                                          </p:stCondLst>
                                        </p:cTn>
                                        <p:tgtEl>
                                          <p:spTgt spid="626"/>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629"/>
                                        </p:tgtEl>
                                        <p:attrNameLst>
                                          <p:attrName>style.visibility</p:attrName>
                                        </p:attrNameLst>
                                      </p:cBhvr>
                                      <p:to>
                                        <p:strVal val="visible"/>
                                      </p:to>
                                    </p:set>
                                    <p:animEffect transition="in" filter="dissolve">
                                      <p:cBhvr>
                                        <p:cTn id="28" dur="500"/>
                                        <p:tgtEl>
                                          <p:spTgt spid="62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585"/>
                                        </p:tgtEl>
                                        <p:attrNameLst>
                                          <p:attrName>style.visibility</p:attrName>
                                        </p:attrNameLst>
                                      </p:cBhvr>
                                      <p:to>
                                        <p:strVal val="visible"/>
                                      </p:to>
                                    </p:set>
                                    <p:animEffect transition="in" filter="dissolve">
                                      <p:cBhvr>
                                        <p:cTn id="33" dur="500"/>
                                        <p:tgtEl>
                                          <p:spTgt spid="585"/>
                                        </p:tgtEl>
                                      </p:cBhvr>
                                    </p:animEffect>
                                  </p:childTnLst>
                                </p:cTn>
                              </p:par>
                              <p:par>
                                <p:cTn id="34" presetID="9" presetClass="exit" presetSubtype="0" fill="hold" nodeType="withEffect">
                                  <p:stCondLst>
                                    <p:cond delay="0"/>
                                  </p:stCondLst>
                                  <p:childTnLst>
                                    <p:animEffect transition="out" filter="dissolve">
                                      <p:cBhvr>
                                        <p:cTn id="35" dur="500"/>
                                        <p:tgtEl>
                                          <p:spTgt spid="629"/>
                                        </p:tgtEl>
                                      </p:cBhvr>
                                    </p:animEffect>
                                    <p:set>
                                      <p:cBhvr>
                                        <p:cTn id="36" dur="1" fill="hold">
                                          <p:stCondLst>
                                            <p:cond delay="499"/>
                                          </p:stCondLst>
                                        </p:cTn>
                                        <p:tgtEl>
                                          <p:spTgt spid="629"/>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632"/>
                                        </p:tgtEl>
                                        <p:attrNameLst>
                                          <p:attrName>style.visibility</p:attrName>
                                        </p:attrNameLst>
                                      </p:cBhvr>
                                      <p:to>
                                        <p:strVal val="visible"/>
                                      </p:to>
                                    </p:set>
                                    <p:animEffect transition="in" filter="dissolve">
                                      <p:cBhvr>
                                        <p:cTn id="39" dur="500"/>
                                        <p:tgtEl>
                                          <p:spTgt spid="632"/>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nodeType="clickEffect">
                                  <p:stCondLst>
                                    <p:cond delay="0"/>
                                  </p:stCondLst>
                                  <p:childTnLst>
                                    <p:set>
                                      <p:cBhvr>
                                        <p:cTn id="43" dur="1" fill="hold">
                                          <p:stCondLst>
                                            <p:cond delay="0"/>
                                          </p:stCondLst>
                                        </p:cTn>
                                        <p:tgtEl>
                                          <p:spTgt spid="605"/>
                                        </p:tgtEl>
                                        <p:attrNameLst>
                                          <p:attrName>style.visibility</p:attrName>
                                        </p:attrNameLst>
                                      </p:cBhvr>
                                      <p:to>
                                        <p:strVal val="visible"/>
                                      </p:to>
                                    </p:set>
                                    <p:animEffect transition="in" filter="dissolve">
                                      <p:cBhvr>
                                        <p:cTn id="44" dur="500"/>
                                        <p:tgtEl>
                                          <p:spTgt spid="605"/>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632"/>
                                        </p:tgtEl>
                                      </p:cBhvr>
                                    </p:animEffect>
                                    <p:set>
                                      <p:cBhvr>
                                        <p:cTn id="49" dur="1" fill="hold">
                                          <p:stCondLst>
                                            <p:cond delay="499"/>
                                          </p:stCondLst>
                                        </p:cTn>
                                        <p:tgtEl>
                                          <p:spTgt spid="63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nodeType="clickEffect">
                                  <p:stCondLst>
                                    <p:cond delay="0"/>
                                  </p:stCondLst>
                                  <p:childTnLst>
                                    <p:set>
                                      <p:cBhvr>
                                        <p:cTn id="53" dur="1" fill="hold">
                                          <p:stCondLst>
                                            <p:cond delay="0"/>
                                          </p:stCondLst>
                                        </p:cTn>
                                        <p:tgtEl>
                                          <p:spTgt spid="635"/>
                                        </p:tgtEl>
                                        <p:attrNameLst>
                                          <p:attrName>style.visibility</p:attrName>
                                        </p:attrNameLst>
                                      </p:cBhvr>
                                      <p:to>
                                        <p:strVal val="visible"/>
                                      </p:to>
                                    </p:set>
                                    <p:animEffect transition="in" filter="dissolve">
                                      <p:cBhvr>
                                        <p:cTn id="54" dur="500"/>
                                        <p:tgtEl>
                                          <p:spTgt spid="6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sp>
        <p:nvSpPr>
          <p:cNvPr id="8" name="Text Box 4">
            <a:extLst>
              <a:ext uri="{FF2B5EF4-FFF2-40B4-BE49-F238E27FC236}">
                <a16:creationId xmlns:a16="http://schemas.microsoft.com/office/drawing/2014/main" id="{015313C9-5805-5DF3-76D3-ED60D5E6428D}"/>
              </a:ext>
            </a:extLst>
          </p:cNvPr>
          <p:cNvSpPr txBox="1">
            <a:spLocks noChangeArrowheads="1"/>
          </p:cNvSpPr>
          <p:nvPr/>
        </p:nvSpPr>
        <p:spPr bwMode="auto">
          <a:xfrm>
            <a:off x="10201027" y="4385788"/>
            <a:ext cx="1841326" cy="4524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rtl="1">
              <a:lnSpc>
                <a:spcPct val="130000"/>
              </a:lnSpc>
            </a:pPr>
            <a:r>
              <a:rPr lang="fa-IR" altLang="ja-JP" sz="1800" b="1" dirty="0">
                <a:solidFill>
                  <a:srgbClr val="C00000"/>
                </a:solidFill>
                <a:latin typeface="IRANSans(FaNum)" panose="02040503050201020203" pitchFamily="18" charset="-78"/>
                <a:cs typeface="IRANSans(FaNum)" panose="02040503050201020203" pitchFamily="18" charset="-78"/>
              </a:rPr>
              <a:t>"همگرایی سریع"</a:t>
            </a:r>
            <a:endParaRPr lang="en-US" sz="1200" b="1" dirty="0">
              <a:solidFill>
                <a:srgbClr val="C00000"/>
              </a:solidFill>
              <a:latin typeface="IRANSans(FaNum)" panose="02040503050201020203" pitchFamily="18" charset="-78"/>
              <a:cs typeface="IRANSans(FaNum)" panose="02040503050201020203" pitchFamily="18" charset="-78"/>
            </a:endParaRPr>
          </a:p>
        </p:txBody>
      </p:sp>
      <mc:AlternateContent xmlns:mc="http://schemas.openxmlformats.org/markup-compatibility/2006" xmlns:a14="http://schemas.microsoft.com/office/drawing/2010/main">
        <mc:Choice Requires="a14">
          <p:sp>
            <p:nvSpPr>
              <p:cNvPr id="9" name="Rectangle 41">
                <a:extLst>
                  <a:ext uri="{FF2B5EF4-FFF2-40B4-BE49-F238E27FC236}">
                    <a16:creationId xmlns:a16="http://schemas.microsoft.com/office/drawing/2014/main" id="{5141DBBA-3E97-8F53-AE5A-54461F7601E7}"/>
                  </a:ext>
                </a:extLst>
              </p:cNvPr>
              <p:cNvSpPr>
                <a:spLocks noChangeArrowheads="1"/>
              </p:cNvSpPr>
              <p:nvPr/>
            </p:nvSpPr>
            <p:spPr bwMode="auto">
              <a:xfrm>
                <a:off x="76582" y="3791222"/>
                <a:ext cx="10080000" cy="338554"/>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algn="r" rtl="1">
                  <a:tabLst>
                    <a:tab pos="228600" algn="l"/>
                    <a:tab pos="457200" algn="l"/>
                  </a:tabLst>
                </a:pPr>
                <a14:m>
                  <m:oMath xmlns:m="http://schemas.openxmlformats.org/officeDocument/2006/math">
                    <m:sSub>
                      <m:sSubPr>
                        <m:ctrlPr>
                          <a:rPr lang="en-US" sz="1600" b="1" i="1" dirty="0" smtClean="0">
                            <a:latin typeface="Cambria Math" panose="02040503050406030204" pitchFamily="18" charset="0"/>
                            <a:cs typeface="IRANSans(FaNum)" panose="02040503050201020203" pitchFamily="18" charset="-78"/>
                          </a:rPr>
                        </m:ctrlPr>
                      </m:sSubPr>
                      <m:e>
                        <m:r>
                          <a:rPr lang="en-US" sz="1600" b="1" i="1" dirty="0" smtClean="0">
                            <a:latin typeface="Cambria Math" panose="02040503050406030204" pitchFamily="18" charset="0"/>
                            <a:cs typeface="IRANSans(FaNum)" panose="02040503050201020203" pitchFamily="18" charset="-78"/>
                          </a:rPr>
                          <m:t>𝒕</m:t>
                        </m:r>
                      </m:e>
                      <m:sub>
                        <m:r>
                          <a:rPr lang="en-US" sz="1600" b="1" i="1" dirty="0" smtClean="0">
                            <a:latin typeface="Cambria Math" panose="02040503050406030204" pitchFamily="18" charset="0"/>
                            <a:cs typeface="IRANSans(FaNum)" panose="02040503050201020203" pitchFamily="18" charset="-78"/>
                          </a:rPr>
                          <m:t>𝟎</m:t>
                        </m:r>
                      </m:sub>
                    </m:sSub>
                  </m:oMath>
                </a14:m>
                <a:r>
                  <a:rPr lang="fa-IR" sz="1600" b="1" dirty="0">
                    <a:latin typeface="IRANSans(FaNum)" panose="02040503050201020203" pitchFamily="18" charset="-78"/>
                    <a:cs typeface="IRANSans(FaNum)" panose="02040503050201020203" pitchFamily="18" charset="-78"/>
                  </a:rPr>
                  <a:t>: گره </a:t>
                </a:r>
                <a:r>
                  <a:rPr lang="en-US" sz="1600" b="1" dirty="0">
                    <a:latin typeface="IRANSans(FaNum)" panose="02040503050201020203" pitchFamily="18" charset="-78"/>
                    <a:cs typeface="IRANSans(FaNum)" panose="02040503050201020203" pitchFamily="18" charset="-78"/>
                  </a:rPr>
                  <a:t>y</a:t>
                </a:r>
                <a:r>
                  <a:rPr lang="fa-IR" sz="1600" b="1" dirty="0">
                    <a:latin typeface="IRANSans(FaNum)" panose="02040503050201020203" pitchFamily="18" charset="-78"/>
                    <a:cs typeface="IRANSans(FaNum)" panose="02040503050201020203" pitchFamily="18" charset="-78"/>
                  </a:rPr>
                  <a:t> تغییر هزینه لینک را تشخیص داده، جدول بردار فاصله خود را به روز کرده و آن را به اطلاع همسایه‌های خود می‌رساند.</a:t>
                </a:r>
                <a:endParaRPr lang="en-US" sz="1200" b="1" dirty="0">
                  <a:latin typeface="IRANSans(FaNum)" panose="02040503050201020203" pitchFamily="18" charset="-78"/>
                  <a:cs typeface="IRANSans(FaNum)" panose="02040503050201020203" pitchFamily="18" charset="-78"/>
                </a:endParaRPr>
              </a:p>
            </p:txBody>
          </p:sp>
        </mc:Choice>
        <mc:Fallback xmlns="">
          <p:sp>
            <p:nvSpPr>
              <p:cNvPr id="9" name="Rectangle 41">
                <a:extLst>
                  <a:ext uri="{FF2B5EF4-FFF2-40B4-BE49-F238E27FC236}">
                    <a16:creationId xmlns:a16="http://schemas.microsoft.com/office/drawing/2014/main" id="{5141DBBA-3E97-8F53-AE5A-54461F7601E7}"/>
                  </a:ext>
                </a:extLst>
              </p:cNvPr>
              <p:cNvSpPr>
                <a:spLocks noRot="1" noChangeAspect="1" noMove="1" noResize="1" noEditPoints="1" noAdjustHandles="1" noChangeArrowheads="1" noChangeShapeType="1" noTextEdit="1"/>
              </p:cNvSpPr>
              <p:nvPr/>
            </p:nvSpPr>
            <p:spPr bwMode="auto">
              <a:xfrm>
                <a:off x="76582" y="3791222"/>
                <a:ext cx="10080000" cy="338554"/>
              </a:xfrm>
              <a:prstGeom prst="rect">
                <a:avLst/>
              </a:prstGeom>
              <a:blipFill>
                <a:blip r:embed="rId4"/>
                <a:stretch>
                  <a:fillRect t="-1818" b="-27273"/>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1" name="Rectangle 42">
                <a:extLst>
                  <a:ext uri="{FF2B5EF4-FFF2-40B4-BE49-F238E27FC236}">
                    <a16:creationId xmlns:a16="http://schemas.microsoft.com/office/drawing/2014/main" id="{EAD39EA9-EEC6-EF30-7312-C6F6635B8474}"/>
                  </a:ext>
                </a:extLst>
              </p:cNvPr>
              <p:cNvSpPr>
                <a:spLocks noChangeArrowheads="1"/>
              </p:cNvSpPr>
              <p:nvPr/>
            </p:nvSpPr>
            <p:spPr bwMode="auto">
              <a:xfrm>
                <a:off x="80684" y="4227160"/>
                <a:ext cx="10080000" cy="732508"/>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600" b="1" i="1" dirty="0" smtClean="0">
                            <a:latin typeface="Cambria Math" panose="02040503050406030204" pitchFamily="18" charset="0"/>
                            <a:cs typeface="IRANSans(FaNum)" panose="02040503050201020203" pitchFamily="18" charset="-78"/>
                          </a:rPr>
                        </m:ctrlPr>
                      </m:sSubPr>
                      <m:e>
                        <m:r>
                          <a:rPr lang="en-US" sz="1600" b="1" i="1" dirty="0">
                            <a:latin typeface="Cambria Math" panose="02040503050406030204" pitchFamily="18" charset="0"/>
                            <a:cs typeface="IRANSans(FaNum)" panose="02040503050201020203" pitchFamily="18" charset="-78"/>
                          </a:rPr>
                          <m:t>𝒕</m:t>
                        </m:r>
                      </m:e>
                      <m:sub>
                        <m:r>
                          <a:rPr lang="fa-IR" sz="1600" b="1" i="1" dirty="0" smtClean="0">
                            <a:latin typeface="Cambria Math" panose="02040503050406030204" pitchFamily="18" charset="0"/>
                            <a:cs typeface="IRANSans(FaNum)" panose="02040503050201020203" pitchFamily="18" charset="-78"/>
                          </a:rPr>
                          <m:t>𝟏</m:t>
                        </m:r>
                      </m:sub>
                    </m:sSub>
                  </m:oMath>
                </a14:m>
                <a:r>
                  <a:rPr lang="fa-IR" sz="1600" b="1" dirty="0">
                    <a:latin typeface="IRANSans(FaNum)" panose="02040503050201020203" pitchFamily="18" charset="-78"/>
                    <a:cs typeface="IRANSans(FaNum)" panose="02040503050201020203" pitchFamily="18" charset="-78"/>
                  </a:rPr>
                  <a:t>: گره </a:t>
                </a:r>
                <a:r>
                  <a:rPr lang="en-US" sz="1600" b="1" dirty="0">
                    <a:latin typeface="IRANSans(FaNum)" panose="02040503050201020203" pitchFamily="18" charset="-78"/>
                    <a:cs typeface="IRANSans(FaNum)" panose="02040503050201020203" pitchFamily="18" charset="-78"/>
                  </a:rPr>
                  <a:t>z</a:t>
                </a:r>
                <a:r>
                  <a:rPr lang="fa-IR" sz="1600" b="1" dirty="0">
                    <a:latin typeface="IRANSans(FaNum)" panose="02040503050201020203" pitchFamily="18" charset="-78"/>
                    <a:cs typeface="IRANSans(FaNum)" panose="02040503050201020203" pitchFamily="18" charset="-78"/>
                  </a:rPr>
                  <a:t> با دریافت به روز رسانی از گره </a:t>
                </a:r>
                <a:r>
                  <a:rPr lang="en-US" sz="1600" b="1" dirty="0">
                    <a:latin typeface="IRANSans(FaNum)" panose="02040503050201020203" pitchFamily="18" charset="-78"/>
                    <a:cs typeface="IRANSans(FaNum)" panose="02040503050201020203" pitchFamily="18" charset="-78"/>
                  </a:rPr>
                  <a:t>y</a:t>
                </a:r>
                <a:r>
                  <a:rPr lang="fa-IR" sz="1600" b="1" dirty="0">
                    <a:latin typeface="IRANSans(FaNum)" panose="02040503050201020203" pitchFamily="18" charset="-78"/>
                    <a:cs typeface="IRANSans(FaNum)" panose="02040503050201020203" pitchFamily="18" charset="-78"/>
                  </a:rPr>
                  <a:t> جدول آن را به روز می‌کند و کم‌ترین هزینه به مقصد گره </a:t>
                </a:r>
                <a:r>
                  <a:rPr lang="en-US" sz="1600" b="1" dirty="0">
                    <a:latin typeface="IRANSans(FaNum)" panose="02040503050201020203" pitchFamily="18" charset="-78"/>
                    <a:cs typeface="IRANSans(FaNum)" panose="02040503050201020203" pitchFamily="18" charset="-78"/>
                  </a:rPr>
                  <a:t>x</a:t>
                </a:r>
                <a:r>
                  <a:rPr lang="fa-IR" sz="1600" b="1" dirty="0">
                    <a:latin typeface="IRANSans(FaNum)" panose="02040503050201020203" pitchFamily="18" charset="-78"/>
                    <a:cs typeface="IRANSans(FaNum)" panose="02040503050201020203" pitchFamily="18" charset="-78"/>
                  </a:rPr>
                  <a:t> را محاسبه نموده و بردار فاصله‌اش را برای همسایه‌هایش ارسال می‌کند.</a:t>
                </a:r>
              </a:p>
            </p:txBody>
          </p:sp>
        </mc:Choice>
        <mc:Fallback xmlns="">
          <p:sp>
            <p:nvSpPr>
              <p:cNvPr id="11" name="Rectangle 42">
                <a:extLst>
                  <a:ext uri="{FF2B5EF4-FFF2-40B4-BE49-F238E27FC236}">
                    <a16:creationId xmlns:a16="http://schemas.microsoft.com/office/drawing/2014/main" id="{EAD39EA9-EEC6-EF30-7312-C6F6635B8474}"/>
                  </a:ext>
                </a:extLst>
              </p:cNvPr>
              <p:cNvSpPr>
                <a:spLocks noRot="1" noChangeAspect="1" noMove="1" noResize="1" noEditPoints="1" noAdjustHandles="1" noChangeArrowheads="1" noChangeShapeType="1" noTextEdit="1"/>
              </p:cNvSpPr>
              <p:nvPr/>
            </p:nvSpPr>
            <p:spPr bwMode="auto">
              <a:xfrm>
                <a:off x="80684" y="4227160"/>
                <a:ext cx="10080000" cy="732508"/>
              </a:xfrm>
              <a:prstGeom prst="rect">
                <a:avLst/>
              </a:prstGeom>
              <a:blipFill>
                <a:blip r:embed="rId5"/>
                <a:stretch>
                  <a:fillRect b="-9917"/>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2" name="Rectangle 43">
                <a:extLst>
                  <a:ext uri="{FF2B5EF4-FFF2-40B4-BE49-F238E27FC236}">
                    <a16:creationId xmlns:a16="http://schemas.microsoft.com/office/drawing/2014/main" id="{5A8F6890-49FE-5409-8BD0-D68A661B1477}"/>
                  </a:ext>
                </a:extLst>
              </p:cNvPr>
              <p:cNvSpPr>
                <a:spLocks noChangeArrowheads="1"/>
              </p:cNvSpPr>
              <p:nvPr/>
            </p:nvSpPr>
            <p:spPr bwMode="auto">
              <a:xfrm>
                <a:off x="80685" y="5047268"/>
                <a:ext cx="10080000" cy="732508"/>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457200" algn="l"/>
                  </a:tabLst>
                </a:pPr>
                <a14:m>
                  <m:oMath xmlns:m="http://schemas.openxmlformats.org/officeDocument/2006/math">
                    <m:sSub>
                      <m:sSubPr>
                        <m:ctrlPr>
                          <a:rPr lang="en-US" sz="1600" b="1" i="1" dirty="0" smtClean="0">
                            <a:latin typeface="Cambria Math" panose="02040503050406030204" pitchFamily="18" charset="0"/>
                            <a:cs typeface="IRANSans(FaNum)" panose="02040503050201020203" pitchFamily="18" charset="-78"/>
                          </a:rPr>
                        </m:ctrlPr>
                      </m:sSubPr>
                      <m:e>
                        <m:r>
                          <a:rPr lang="en-US" sz="1600" b="1" i="1" dirty="0">
                            <a:latin typeface="Cambria Math" panose="02040503050406030204" pitchFamily="18" charset="0"/>
                            <a:cs typeface="IRANSans(FaNum)" panose="02040503050201020203" pitchFamily="18" charset="-78"/>
                          </a:rPr>
                          <m:t>𝒕</m:t>
                        </m:r>
                      </m:e>
                      <m:sub>
                        <m:r>
                          <a:rPr lang="fa-IR" sz="1600" b="1" i="1" dirty="0" smtClean="0">
                            <a:latin typeface="Cambria Math" panose="02040503050406030204" pitchFamily="18" charset="0"/>
                            <a:cs typeface="IRANSans(FaNum)" panose="02040503050201020203" pitchFamily="18" charset="-78"/>
                          </a:rPr>
                          <m:t>𝟐</m:t>
                        </m:r>
                      </m:sub>
                    </m:sSub>
                  </m:oMath>
                </a14:m>
                <a:r>
                  <a:rPr lang="fa-IR" sz="1600" b="1" dirty="0">
                    <a:latin typeface="IRANSans(FaNum)" panose="02040503050201020203" pitchFamily="18" charset="-78"/>
                    <a:cs typeface="IRANSans(FaNum)" panose="02040503050201020203" pitchFamily="18" charset="-78"/>
                  </a:rPr>
                  <a:t>: گره </a:t>
                </a:r>
                <a:r>
                  <a:rPr lang="en-US" sz="1600" b="1" dirty="0">
                    <a:latin typeface="IRANSans(FaNum)" panose="02040503050201020203" pitchFamily="18" charset="-78"/>
                    <a:cs typeface="IRANSans(FaNum)" panose="02040503050201020203" pitchFamily="18" charset="-78"/>
                  </a:rPr>
                  <a:t>y</a:t>
                </a:r>
                <a:r>
                  <a:rPr lang="fa-IR" sz="1600" b="1" dirty="0">
                    <a:latin typeface="IRANSans(FaNum)" panose="02040503050201020203" pitchFamily="18" charset="-78"/>
                    <a:cs typeface="IRANSans(FaNum)" panose="02040503050201020203" pitchFamily="18" charset="-78"/>
                  </a:rPr>
                  <a:t> با دریافت به روز رسانی از گره </a:t>
                </a:r>
                <a:r>
                  <a:rPr lang="en-US" sz="1600" b="1" dirty="0">
                    <a:latin typeface="IRANSans(FaNum)" panose="02040503050201020203" pitchFamily="18" charset="-78"/>
                    <a:cs typeface="IRANSans(FaNum)" panose="02040503050201020203" pitchFamily="18" charset="-78"/>
                  </a:rPr>
                  <a:t>z</a:t>
                </a:r>
                <a:r>
                  <a:rPr lang="fa-IR" sz="1600" b="1" dirty="0">
                    <a:latin typeface="IRANSans(FaNum)" panose="02040503050201020203" pitchFamily="18" charset="-78"/>
                    <a:cs typeface="IRANSans(FaNum)" panose="02040503050201020203" pitchFamily="18" charset="-78"/>
                  </a:rPr>
                  <a:t> جدول آن را به روز می‌کند. کم‌ترین هزینه‌ به مقصد </a:t>
                </a:r>
                <a:r>
                  <a:rPr lang="en-US" sz="1600" b="1" dirty="0">
                    <a:latin typeface="IRANSans(FaNum)" panose="02040503050201020203" pitchFamily="18" charset="-78"/>
                    <a:cs typeface="IRANSans(FaNum)" panose="02040503050201020203" pitchFamily="18" charset="-78"/>
                  </a:rPr>
                  <a:t>x</a:t>
                </a:r>
                <a:r>
                  <a:rPr lang="fa-IR" sz="1600" b="1" dirty="0">
                    <a:latin typeface="IRANSans(FaNum)" panose="02040503050201020203" pitchFamily="18" charset="-78"/>
                    <a:cs typeface="IRANSans(FaNum)" panose="02040503050201020203" pitchFamily="18" charset="-78"/>
                  </a:rPr>
                  <a:t> تغییر نمی‌کند، بنابراین گره </a:t>
                </a:r>
                <a:r>
                  <a:rPr lang="en-US" sz="1600" b="1" dirty="0">
                    <a:latin typeface="IRANSans(FaNum)" panose="02040503050201020203" pitchFamily="18" charset="-78"/>
                    <a:cs typeface="IRANSans(FaNum)" panose="02040503050201020203" pitchFamily="18" charset="-78"/>
                  </a:rPr>
                  <a:t>y</a:t>
                </a:r>
                <a:r>
                  <a:rPr lang="fa-IR" sz="1600" b="1" dirty="0">
                    <a:latin typeface="IRANSans(FaNum)" panose="02040503050201020203" pitchFamily="18" charset="-78"/>
                    <a:cs typeface="IRANSans(FaNum)" panose="02040503050201020203" pitchFamily="18" charset="-78"/>
                  </a:rPr>
                  <a:t> پیامی به گره </a:t>
                </a:r>
                <a:r>
                  <a:rPr lang="en-US" sz="1600" b="1" dirty="0">
                    <a:latin typeface="IRANSans(FaNum)" panose="02040503050201020203" pitchFamily="18" charset="-78"/>
                    <a:cs typeface="IRANSans(FaNum)" panose="02040503050201020203" pitchFamily="18" charset="-78"/>
                  </a:rPr>
                  <a:t>z</a:t>
                </a:r>
                <a:r>
                  <a:rPr lang="fa-IR" sz="1600" b="1" dirty="0">
                    <a:latin typeface="IRANSans(FaNum)" panose="02040503050201020203" pitchFamily="18" charset="-78"/>
                    <a:cs typeface="IRANSans(FaNum)" panose="02040503050201020203" pitchFamily="18" charset="-78"/>
                  </a:rPr>
                  <a:t> ارسال نمی‌کند.</a:t>
                </a:r>
                <a:endParaRPr lang="en-US" sz="1600" b="1" dirty="0">
                  <a:latin typeface="IRANSans(FaNum)" panose="02040503050201020203" pitchFamily="18" charset="-78"/>
                  <a:cs typeface="IRANSans(FaNum)" panose="02040503050201020203" pitchFamily="18" charset="-78"/>
                </a:endParaRPr>
              </a:p>
            </p:txBody>
          </p:sp>
        </mc:Choice>
        <mc:Fallback xmlns="">
          <p:sp>
            <p:nvSpPr>
              <p:cNvPr id="12" name="Rectangle 43">
                <a:extLst>
                  <a:ext uri="{FF2B5EF4-FFF2-40B4-BE49-F238E27FC236}">
                    <a16:creationId xmlns:a16="http://schemas.microsoft.com/office/drawing/2014/main" id="{5A8F6890-49FE-5409-8BD0-D68A661B1477}"/>
                  </a:ext>
                </a:extLst>
              </p:cNvPr>
              <p:cNvSpPr>
                <a:spLocks noRot="1" noChangeAspect="1" noMove="1" noResize="1" noEditPoints="1" noAdjustHandles="1" noChangeArrowheads="1" noChangeShapeType="1" noTextEdit="1"/>
              </p:cNvSpPr>
              <p:nvPr/>
            </p:nvSpPr>
            <p:spPr bwMode="auto">
              <a:xfrm>
                <a:off x="80685" y="5047268"/>
                <a:ext cx="10080000" cy="732508"/>
              </a:xfrm>
              <a:prstGeom prst="rect">
                <a:avLst/>
              </a:prstGeom>
              <a:blipFill>
                <a:blip r:embed="rId6"/>
                <a:stretch>
                  <a:fillRect b="-10833"/>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p:sp>
        <p:nvSpPr>
          <p:cNvPr id="13" name="Rectangle 3">
            <a:extLst>
              <a:ext uri="{FF2B5EF4-FFF2-40B4-BE49-F238E27FC236}">
                <a16:creationId xmlns:a16="http://schemas.microsoft.com/office/drawing/2014/main" id="{D8E2B982-02CD-0A83-7A45-B8D5FD39683C}"/>
              </a:ext>
            </a:extLst>
          </p:cNvPr>
          <p:cNvSpPr>
            <a:spLocks noChangeArrowheads="1"/>
          </p:cNvSpPr>
          <p:nvPr/>
        </p:nvSpPr>
        <p:spPr bwMode="auto">
          <a:xfrm>
            <a:off x="3677832" y="1573516"/>
            <a:ext cx="8066762" cy="20069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gn="r" rtl="1">
              <a:lnSpc>
                <a:spcPct val="125000"/>
              </a:lnSpc>
              <a:spcBef>
                <a:spcPct val="20000"/>
              </a:spcBef>
              <a:buClr>
                <a:srgbClr val="000099"/>
              </a:buClr>
              <a:buSzPct val="100000"/>
            </a:pPr>
            <a:r>
              <a:rPr lang="fa-IR" sz="2000" b="1" dirty="0">
                <a:solidFill>
                  <a:srgbClr val="0000A8"/>
                </a:solidFill>
                <a:latin typeface="IRANSans(FaNum)" panose="02040503050201020203" pitchFamily="18" charset="-78"/>
                <a:cs typeface="IRANSans(FaNum)" panose="02040503050201020203" pitchFamily="18" charset="-78"/>
              </a:rPr>
              <a:t>تغییرات هزینه لینک:</a:t>
            </a:r>
            <a:endParaRPr lang="en-US" sz="2000" b="1" dirty="0">
              <a:solidFill>
                <a:srgbClr val="0000A8"/>
              </a:solidFill>
              <a:latin typeface="IRANSans(FaNum)" panose="02040503050201020203" pitchFamily="18" charset="-78"/>
              <a:cs typeface="IRANSans(FaNum)" panose="02040503050201020203" pitchFamily="18" charset="-78"/>
            </a:endParaRPr>
          </a:p>
          <a:p>
            <a:pPr marL="432000" indent="-216000" algn="r" rtl="1">
              <a:lnSpc>
                <a:spcPct val="125000"/>
              </a:lnSpc>
              <a:spcBef>
                <a:spcPct val="20000"/>
              </a:spcBef>
              <a:buClr>
                <a:srgbClr val="000099"/>
              </a:buClr>
              <a:buSzPct val="100000"/>
              <a:buFont typeface="Arial" panose="020B0604020202020204" pitchFamily="34" charset="0"/>
              <a:buChar char="•"/>
            </a:pPr>
            <a:r>
              <a:rPr lang="fa-IR" b="1" dirty="0">
                <a:latin typeface="IRANSans(FaNum)" panose="02040503050201020203" pitchFamily="18" charset="-78"/>
                <a:cs typeface="IRANSans(FaNum)" panose="02040503050201020203" pitchFamily="18" charset="-78"/>
              </a:rPr>
              <a:t>تشخیص تغییر هزینه لینک محلی توسط گره </a:t>
            </a:r>
            <a:endParaRPr lang="en-US" b="1" dirty="0">
              <a:latin typeface="IRANSans(FaNum)" panose="02040503050201020203" pitchFamily="18" charset="-78"/>
              <a:cs typeface="IRANSans(FaNum)" panose="02040503050201020203" pitchFamily="18" charset="-78"/>
            </a:endParaRPr>
          </a:p>
          <a:p>
            <a:pPr marL="432000" indent="-216000" algn="r" rtl="1">
              <a:lnSpc>
                <a:spcPct val="125000"/>
              </a:lnSpc>
              <a:spcBef>
                <a:spcPct val="20000"/>
              </a:spcBef>
              <a:buClr>
                <a:srgbClr val="000099"/>
              </a:buClr>
              <a:buSzPct val="100000"/>
              <a:buFont typeface="Arial" panose="020B0604020202020204" pitchFamily="34" charset="0"/>
              <a:buChar char="•"/>
            </a:pPr>
            <a:r>
              <a:rPr lang="fa-IR" b="1" dirty="0">
                <a:latin typeface="IRANSans(FaNum)" panose="02040503050201020203" pitchFamily="18" charset="-78"/>
                <a:cs typeface="IRANSans(FaNum)" panose="02040503050201020203" pitchFamily="18" charset="-78"/>
              </a:rPr>
              <a:t>به روز رسانی اطلاعات مسیریابی و محاسبه مجدد بردار فاصله محلی</a:t>
            </a:r>
            <a:endParaRPr lang="en-US" b="1" dirty="0">
              <a:latin typeface="IRANSans(FaNum)" panose="02040503050201020203" pitchFamily="18" charset="-78"/>
              <a:cs typeface="IRANSans(FaNum)" panose="02040503050201020203" pitchFamily="18" charset="-78"/>
            </a:endParaRPr>
          </a:p>
          <a:p>
            <a:pPr marL="432000" indent="-216000" algn="r" rtl="1">
              <a:lnSpc>
                <a:spcPct val="125000"/>
              </a:lnSpc>
              <a:spcBef>
                <a:spcPct val="20000"/>
              </a:spcBef>
              <a:buClr>
                <a:srgbClr val="000099"/>
              </a:buClr>
              <a:buSzPct val="100000"/>
              <a:buFont typeface="Arial" panose="020B0604020202020204" pitchFamily="34" charset="0"/>
              <a:buChar char="•"/>
            </a:pPr>
            <a:r>
              <a:rPr lang="fa-IR" b="1" dirty="0">
                <a:latin typeface="IRANSans(FaNum)" panose="02040503050201020203" pitchFamily="18" charset="-78"/>
                <a:cs typeface="IRANSans(FaNum)" panose="02040503050201020203" pitchFamily="18" charset="-78"/>
              </a:rPr>
              <a:t>اطلاع‌رسانی به همسایه‌ها در صورت تغییر بردار فاصله</a:t>
            </a:r>
            <a:endParaRPr lang="en-US" sz="1600" b="1" dirty="0">
              <a:latin typeface="IRANSans(FaNum)" panose="02040503050201020203" pitchFamily="18" charset="-78"/>
              <a:cs typeface="IRANSans(FaNum)" panose="02040503050201020203" pitchFamily="18" charset="-78"/>
            </a:endParaRPr>
          </a:p>
        </p:txBody>
      </p:sp>
      <p:grpSp>
        <p:nvGrpSpPr>
          <p:cNvPr id="51" name="Group 5">
            <a:extLst>
              <a:ext uri="{FF2B5EF4-FFF2-40B4-BE49-F238E27FC236}">
                <a16:creationId xmlns:a16="http://schemas.microsoft.com/office/drawing/2014/main" id="{7981D6E3-CA4B-9568-2226-CB04172DA97A}"/>
              </a:ext>
            </a:extLst>
          </p:cNvPr>
          <p:cNvGrpSpPr>
            <a:grpSpLocks noChangeAspect="1"/>
          </p:cNvGrpSpPr>
          <p:nvPr/>
        </p:nvGrpSpPr>
        <p:grpSpPr bwMode="auto">
          <a:xfrm>
            <a:off x="1046026" y="1556712"/>
            <a:ext cx="2880000" cy="1733023"/>
            <a:chOff x="3625" y="1076"/>
            <a:chExt cx="1376" cy="828"/>
          </a:xfrm>
        </p:grpSpPr>
        <p:sp>
          <p:nvSpPr>
            <p:cNvPr id="52" name="Freeform 6">
              <a:extLst>
                <a:ext uri="{FF2B5EF4-FFF2-40B4-BE49-F238E27FC236}">
                  <a16:creationId xmlns:a16="http://schemas.microsoft.com/office/drawing/2014/main" id="{2A1C0879-12E3-A463-EAA0-076DCC5CF511}"/>
                </a:ext>
              </a:extLst>
            </p:cNvPr>
            <p:cNvSpPr>
              <a:spLocks/>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Freeform 7">
              <a:extLst>
                <a:ext uri="{FF2B5EF4-FFF2-40B4-BE49-F238E27FC236}">
                  <a16:creationId xmlns:a16="http://schemas.microsoft.com/office/drawing/2014/main" id="{2EB3B496-0D8D-DF9D-FC52-7305E92A1E37}"/>
                </a:ext>
              </a:extLst>
            </p:cNvPr>
            <p:cNvSpPr>
              <a:spLocks/>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 name="Oval 8">
              <a:extLst>
                <a:ext uri="{FF2B5EF4-FFF2-40B4-BE49-F238E27FC236}">
                  <a16:creationId xmlns:a16="http://schemas.microsoft.com/office/drawing/2014/main" id="{7DBD1BE7-0E82-3FC4-AD57-5C577970B9CD}"/>
                </a:ext>
              </a:extLst>
            </p:cNvPr>
            <p:cNvSpPr>
              <a:spLocks noChangeArrowheads="1"/>
            </p:cNvSpPr>
            <p:nvPr/>
          </p:nvSpPr>
          <p:spPr bwMode="auto">
            <a:xfrm>
              <a:off x="3724" y="164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Line 9">
              <a:extLst>
                <a:ext uri="{FF2B5EF4-FFF2-40B4-BE49-F238E27FC236}">
                  <a16:creationId xmlns:a16="http://schemas.microsoft.com/office/drawing/2014/main" id="{24957020-F068-9E29-2A01-95224BB7CD13}"/>
                </a:ext>
              </a:extLst>
            </p:cNvPr>
            <p:cNvSpPr>
              <a:spLocks noChangeShapeType="1"/>
            </p:cNvSpPr>
            <p:nvPr/>
          </p:nvSpPr>
          <p:spPr bwMode="auto">
            <a:xfrm>
              <a:off x="3724"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Line 10">
              <a:extLst>
                <a:ext uri="{FF2B5EF4-FFF2-40B4-BE49-F238E27FC236}">
                  <a16:creationId xmlns:a16="http://schemas.microsoft.com/office/drawing/2014/main" id="{A1D55132-ECB2-D035-6AB1-DD42E03A2402}"/>
                </a:ext>
              </a:extLst>
            </p:cNvPr>
            <p:cNvSpPr>
              <a:spLocks noChangeShapeType="1"/>
            </p:cNvSpPr>
            <p:nvPr/>
          </p:nvSpPr>
          <p:spPr bwMode="auto">
            <a:xfrm>
              <a:off x="4037"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Rectangle 11">
              <a:extLst>
                <a:ext uri="{FF2B5EF4-FFF2-40B4-BE49-F238E27FC236}">
                  <a16:creationId xmlns:a16="http://schemas.microsoft.com/office/drawing/2014/main" id="{6CCF5129-7953-78B2-5B59-1248FA1B5D92}"/>
                </a:ext>
              </a:extLst>
            </p:cNvPr>
            <p:cNvSpPr>
              <a:spLocks noChangeArrowheads="1"/>
            </p:cNvSpPr>
            <p:nvPr/>
          </p:nvSpPr>
          <p:spPr bwMode="auto">
            <a:xfrm>
              <a:off x="3724" y="163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58" name="Oval 12">
              <a:extLst>
                <a:ext uri="{FF2B5EF4-FFF2-40B4-BE49-F238E27FC236}">
                  <a16:creationId xmlns:a16="http://schemas.microsoft.com/office/drawing/2014/main" id="{F3C2750F-F977-D218-4AD7-7A8014E46DC5}"/>
                </a:ext>
              </a:extLst>
            </p:cNvPr>
            <p:cNvSpPr>
              <a:spLocks noChangeArrowheads="1"/>
            </p:cNvSpPr>
            <p:nvPr/>
          </p:nvSpPr>
          <p:spPr bwMode="auto">
            <a:xfrm>
              <a:off x="3721" y="157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Freeform 13">
              <a:extLst>
                <a:ext uri="{FF2B5EF4-FFF2-40B4-BE49-F238E27FC236}">
                  <a16:creationId xmlns:a16="http://schemas.microsoft.com/office/drawing/2014/main" id="{E7B74F3B-6AC9-6342-7DB7-D296C2D14608}"/>
                </a:ext>
              </a:extLst>
            </p:cNvPr>
            <p:cNvSpPr>
              <a:spLocks/>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Freeform 14">
              <a:extLst>
                <a:ext uri="{FF2B5EF4-FFF2-40B4-BE49-F238E27FC236}">
                  <a16:creationId xmlns:a16="http://schemas.microsoft.com/office/drawing/2014/main" id="{A6884011-11A4-E421-EA15-344F0B945D4B}"/>
                </a:ext>
              </a:extLst>
            </p:cNvPr>
            <p:cNvSpPr>
              <a:spLocks/>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1" name="Group 15">
              <a:extLst>
                <a:ext uri="{FF2B5EF4-FFF2-40B4-BE49-F238E27FC236}">
                  <a16:creationId xmlns:a16="http://schemas.microsoft.com/office/drawing/2014/main" id="{ED0E3C00-4CF6-8345-36A0-42C85F9A0585}"/>
                </a:ext>
              </a:extLst>
            </p:cNvPr>
            <p:cNvGrpSpPr>
              <a:grpSpLocks/>
            </p:cNvGrpSpPr>
            <p:nvPr/>
          </p:nvGrpSpPr>
          <p:grpSpPr bwMode="auto">
            <a:xfrm>
              <a:off x="3770" y="1526"/>
              <a:ext cx="210" cy="250"/>
              <a:chOff x="2951" y="2429"/>
              <a:chExt cx="213" cy="250"/>
            </a:xfrm>
          </p:grpSpPr>
          <p:sp>
            <p:nvSpPr>
              <p:cNvPr id="469" name="Rectangle 16">
                <a:extLst>
                  <a:ext uri="{FF2B5EF4-FFF2-40B4-BE49-F238E27FC236}">
                    <a16:creationId xmlns:a16="http://schemas.microsoft.com/office/drawing/2014/main" id="{502C1652-4C65-1998-8B56-02D587C87C5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Text Box 17">
                <a:extLst>
                  <a:ext uri="{FF2B5EF4-FFF2-40B4-BE49-F238E27FC236}">
                    <a16:creationId xmlns:a16="http://schemas.microsoft.com/office/drawing/2014/main" id="{14507861-1619-2485-5359-8E3A61255046}"/>
                  </a:ext>
                </a:extLst>
              </p:cNvPr>
              <p:cNvSpPr txBox="1">
                <a:spLocks noChangeArrowheads="1"/>
              </p:cNvSpPr>
              <p:nvPr/>
            </p:nvSpPr>
            <p:spPr bwMode="auto">
              <a:xfrm>
                <a:off x="2951" y="2429"/>
                <a:ext cx="213"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nvGrpSpPr>
            <p:cNvPr id="62" name="Group 18">
              <a:extLst>
                <a:ext uri="{FF2B5EF4-FFF2-40B4-BE49-F238E27FC236}">
                  <a16:creationId xmlns:a16="http://schemas.microsoft.com/office/drawing/2014/main" id="{9CCE6CCA-A63D-E5DB-8A62-B77780AC1BE4}"/>
                </a:ext>
              </a:extLst>
            </p:cNvPr>
            <p:cNvGrpSpPr>
              <a:grpSpLocks/>
            </p:cNvGrpSpPr>
            <p:nvPr/>
          </p:nvGrpSpPr>
          <p:grpSpPr bwMode="auto">
            <a:xfrm>
              <a:off x="4566" y="1538"/>
              <a:ext cx="316" cy="250"/>
              <a:chOff x="1740" y="2306"/>
              <a:chExt cx="316" cy="250"/>
            </a:xfrm>
          </p:grpSpPr>
          <p:sp>
            <p:nvSpPr>
              <p:cNvPr id="461" name="Oval 19">
                <a:extLst>
                  <a:ext uri="{FF2B5EF4-FFF2-40B4-BE49-F238E27FC236}">
                    <a16:creationId xmlns:a16="http://schemas.microsoft.com/office/drawing/2014/main" id="{82EA1C03-F3BF-57AD-CA88-1DEE039C1FD1}"/>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Line 20">
                <a:extLst>
                  <a:ext uri="{FF2B5EF4-FFF2-40B4-BE49-F238E27FC236}">
                    <a16:creationId xmlns:a16="http://schemas.microsoft.com/office/drawing/2014/main" id="{1354E5E6-21F5-2F3D-1548-327E673477C0}"/>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Line 21">
                <a:extLst>
                  <a:ext uri="{FF2B5EF4-FFF2-40B4-BE49-F238E27FC236}">
                    <a16:creationId xmlns:a16="http://schemas.microsoft.com/office/drawing/2014/main" id="{7B3FB319-5B9D-CE4A-580A-F8DF9FF569E3}"/>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Rectangle 22">
                <a:extLst>
                  <a:ext uri="{FF2B5EF4-FFF2-40B4-BE49-F238E27FC236}">
                    <a16:creationId xmlns:a16="http://schemas.microsoft.com/office/drawing/2014/main" id="{5A395B43-057B-B413-C452-1E2682812F70}"/>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465" name="Oval 23">
                <a:extLst>
                  <a:ext uri="{FF2B5EF4-FFF2-40B4-BE49-F238E27FC236}">
                    <a16:creationId xmlns:a16="http://schemas.microsoft.com/office/drawing/2014/main" id="{305CE083-7292-7BFD-2867-6086CD45487F}"/>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66" name="Group 24">
                <a:extLst>
                  <a:ext uri="{FF2B5EF4-FFF2-40B4-BE49-F238E27FC236}">
                    <a16:creationId xmlns:a16="http://schemas.microsoft.com/office/drawing/2014/main" id="{47077196-1A8B-8800-D3DC-AF1A86A7C0F1}"/>
                  </a:ext>
                </a:extLst>
              </p:cNvPr>
              <p:cNvGrpSpPr>
                <a:grpSpLocks/>
              </p:cNvGrpSpPr>
              <p:nvPr/>
            </p:nvGrpSpPr>
            <p:grpSpPr bwMode="auto">
              <a:xfrm>
                <a:off x="1800" y="2306"/>
                <a:ext cx="202" cy="250"/>
                <a:chOff x="2955" y="2429"/>
                <a:chExt cx="205" cy="250"/>
              </a:xfrm>
            </p:grpSpPr>
            <p:sp>
              <p:nvSpPr>
                <p:cNvPr id="467" name="Rectangle 25">
                  <a:extLst>
                    <a:ext uri="{FF2B5EF4-FFF2-40B4-BE49-F238E27FC236}">
                      <a16:creationId xmlns:a16="http://schemas.microsoft.com/office/drawing/2014/main" id="{41EDF320-112C-F8C5-6C83-824ED076CD1F}"/>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Text Box 26">
                  <a:extLst>
                    <a:ext uri="{FF2B5EF4-FFF2-40B4-BE49-F238E27FC236}">
                      <a16:creationId xmlns:a16="http://schemas.microsoft.com/office/drawing/2014/main" id="{C8F275D1-7C5D-1768-1E6A-88B0750052CB}"/>
                    </a:ext>
                  </a:extLst>
                </p:cNvPr>
                <p:cNvSpPr txBox="1">
                  <a:spLocks noChangeArrowheads="1"/>
                </p:cNvSpPr>
                <p:nvPr/>
              </p:nvSpPr>
              <p:spPr bwMode="auto">
                <a:xfrm>
                  <a:off x="2955" y="2429"/>
                  <a:ext cx="20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z</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63" name="Text Box 27">
              <a:extLst>
                <a:ext uri="{FF2B5EF4-FFF2-40B4-BE49-F238E27FC236}">
                  <a16:creationId xmlns:a16="http://schemas.microsoft.com/office/drawing/2014/main" id="{AE764ECB-C6E7-9D15-9D6D-D635C3400572}"/>
                </a:ext>
              </a:extLst>
            </p:cNvPr>
            <p:cNvSpPr txBox="1">
              <a:spLocks noChangeArrowheads="1"/>
            </p:cNvSpPr>
            <p:nvPr/>
          </p:nvSpPr>
          <p:spPr bwMode="auto">
            <a:xfrm>
              <a:off x="4469" y="1328"/>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448" name="Text Box 28">
              <a:extLst>
                <a:ext uri="{FF2B5EF4-FFF2-40B4-BE49-F238E27FC236}">
                  <a16:creationId xmlns:a16="http://schemas.microsoft.com/office/drawing/2014/main" id="{8C83574B-AF9D-8C74-C423-CC3294FF1D7F}"/>
                </a:ext>
              </a:extLst>
            </p:cNvPr>
            <p:cNvSpPr txBox="1">
              <a:spLocks noChangeArrowheads="1"/>
            </p:cNvSpPr>
            <p:nvPr/>
          </p:nvSpPr>
          <p:spPr bwMode="auto">
            <a:xfrm>
              <a:off x="3930" y="1325"/>
              <a:ext cx="2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449" name="Text Box 29">
              <a:extLst>
                <a:ext uri="{FF2B5EF4-FFF2-40B4-BE49-F238E27FC236}">
                  <a16:creationId xmlns:a16="http://schemas.microsoft.com/office/drawing/2014/main" id="{42695B41-3887-D44A-ED75-EA1A09F67025}"/>
                </a:ext>
              </a:extLst>
            </p:cNvPr>
            <p:cNvSpPr txBox="1">
              <a:spLocks noChangeArrowheads="1"/>
            </p:cNvSpPr>
            <p:nvPr/>
          </p:nvSpPr>
          <p:spPr bwMode="auto">
            <a:xfrm>
              <a:off x="4171" y="1658"/>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50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nvGrpSpPr>
            <p:cNvPr id="450" name="Group 30">
              <a:extLst>
                <a:ext uri="{FF2B5EF4-FFF2-40B4-BE49-F238E27FC236}">
                  <a16:creationId xmlns:a16="http://schemas.microsoft.com/office/drawing/2014/main" id="{C203DA9D-FD0E-EFFF-2E8E-C0F545576512}"/>
                </a:ext>
              </a:extLst>
            </p:cNvPr>
            <p:cNvGrpSpPr>
              <a:grpSpLocks/>
            </p:cNvGrpSpPr>
            <p:nvPr/>
          </p:nvGrpSpPr>
          <p:grpSpPr bwMode="auto">
            <a:xfrm>
              <a:off x="4146" y="1214"/>
              <a:ext cx="316" cy="250"/>
              <a:chOff x="1740" y="2306"/>
              <a:chExt cx="316" cy="250"/>
            </a:xfrm>
          </p:grpSpPr>
          <p:sp>
            <p:nvSpPr>
              <p:cNvPr id="453" name="Oval 31">
                <a:extLst>
                  <a:ext uri="{FF2B5EF4-FFF2-40B4-BE49-F238E27FC236}">
                    <a16:creationId xmlns:a16="http://schemas.microsoft.com/office/drawing/2014/main" id="{CB7128F1-79DD-74DE-9234-AA2B7BF8B879}"/>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4" name="Line 32">
                <a:extLst>
                  <a:ext uri="{FF2B5EF4-FFF2-40B4-BE49-F238E27FC236}">
                    <a16:creationId xmlns:a16="http://schemas.microsoft.com/office/drawing/2014/main" id="{4B4A9CEE-13A5-8F7E-DC4A-C9B282E187E5}"/>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5" name="Line 33">
                <a:extLst>
                  <a:ext uri="{FF2B5EF4-FFF2-40B4-BE49-F238E27FC236}">
                    <a16:creationId xmlns:a16="http://schemas.microsoft.com/office/drawing/2014/main" id="{A6C8E0C8-BD5A-5A1E-2F0A-DBFF44A5A07E}"/>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Rectangle 34">
                <a:extLst>
                  <a:ext uri="{FF2B5EF4-FFF2-40B4-BE49-F238E27FC236}">
                    <a16:creationId xmlns:a16="http://schemas.microsoft.com/office/drawing/2014/main" id="{04802551-572C-5EA0-B927-4FA0D6FE1014}"/>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457" name="Oval 35">
                <a:extLst>
                  <a:ext uri="{FF2B5EF4-FFF2-40B4-BE49-F238E27FC236}">
                    <a16:creationId xmlns:a16="http://schemas.microsoft.com/office/drawing/2014/main" id="{F8AA5E87-585C-C5FE-78E6-49CBF4914DCD}"/>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8" name="Group 36">
                <a:extLst>
                  <a:ext uri="{FF2B5EF4-FFF2-40B4-BE49-F238E27FC236}">
                    <a16:creationId xmlns:a16="http://schemas.microsoft.com/office/drawing/2014/main" id="{CC56468A-F805-BB1E-9346-2BF666D81287}"/>
                  </a:ext>
                </a:extLst>
              </p:cNvPr>
              <p:cNvGrpSpPr>
                <a:grpSpLocks/>
              </p:cNvGrpSpPr>
              <p:nvPr/>
            </p:nvGrpSpPr>
            <p:grpSpPr bwMode="auto">
              <a:xfrm>
                <a:off x="1802" y="2306"/>
                <a:ext cx="199" cy="250"/>
                <a:chOff x="2957" y="2429"/>
                <a:chExt cx="202" cy="250"/>
              </a:xfrm>
            </p:grpSpPr>
            <p:sp>
              <p:nvSpPr>
                <p:cNvPr id="459" name="Rectangle 37">
                  <a:extLst>
                    <a:ext uri="{FF2B5EF4-FFF2-40B4-BE49-F238E27FC236}">
                      <a16:creationId xmlns:a16="http://schemas.microsoft.com/office/drawing/2014/main" id="{6A3882B6-5250-FC07-FE2B-823509281006}"/>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Text Box 38">
                  <a:extLst>
                    <a:ext uri="{FF2B5EF4-FFF2-40B4-BE49-F238E27FC236}">
                      <a16:creationId xmlns:a16="http://schemas.microsoft.com/office/drawing/2014/main" id="{917D9B21-51D4-1074-2689-52C199A2DED5}"/>
                    </a:ext>
                  </a:extLst>
                </p:cNvPr>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451" name="Text Box 39">
              <a:extLst>
                <a:ext uri="{FF2B5EF4-FFF2-40B4-BE49-F238E27FC236}">
                  <a16:creationId xmlns:a16="http://schemas.microsoft.com/office/drawing/2014/main" id="{ED4036F1-431E-C02E-F5ED-E5FE96371B2A}"/>
                </a:ext>
              </a:extLst>
            </p:cNvPr>
            <p:cNvSpPr txBox="1">
              <a:spLocks noChangeArrowheads="1"/>
            </p:cNvSpPr>
            <p:nvPr/>
          </p:nvSpPr>
          <p:spPr bwMode="auto">
            <a:xfrm>
              <a:off x="3837" y="1076"/>
              <a:ext cx="182"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lang="en-US" sz="1800" kern="0" dirty="0">
                  <a:solidFill>
                    <a:srgbClr val="FF0000"/>
                  </a:solidFill>
                  <a:latin typeface="Comic Sans MS" charset="0"/>
                </a:rPr>
                <a:t>1</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452" name="Line 40">
              <a:extLst>
                <a:ext uri="{FF2B5EF4-FFF2-40B4-BE49-F238E27FC236}">
                  <a16:creationId xmlns:a16="http://schemas.microsoft.com/office/drawing/2014/main" id="{AE052A59-1281-15A9-8552-732FA2AB136B}"/>
                </a:ext>
              </a:extLst>
            </p:cNvPr>
            <p:cNvSpPr>
              <a:spLocks noChangeShapeType="1"/>
            </p:cNvSpPr>
            <p:nvPr/>
          </p:nvSpPr>
          <p:spPr bwMode="auto">
            <a:xfrm flipH="1" flipV="1">
              <a:off x="3948" y="1272"/>
              <a:ext cx="132" cy="228"/>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279869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nodeType="after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dissolve">
                                      <p:cBhvr>
                                        <p:cTn id="13" dur="500"/>
                                        <p:tgtEl>
                                          <p:spTgt spid="51"/>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3">
                                            <p:txEl>
                                              <p:pRg st="0" end="0"/>
                                            </p:txEl>
                                          </p:spTgt>
                                        </p:tgtEl>
                                        <p:attrNameLst>
                                          <p:attrName>style.visibility</p:attrName>
                                        </p:attrNameLst>
                                      </p:cBhvr>
                                      <p:to>
                                        <p:strVal val="visible"/>
                                      </p:to>
                                    </p:set>
                                    <p:animEffect transition="in" filter="fade">
                                      <p:cBhvr>
                                        <p:cTn id="17" dur="1000"/>
                                        <p:tgtEl>
                                          <p:spTgt spid="13">
                                            <p:txEl>
                                              <p:pRg st="0" end="0"/>
                                            </p:txEl>
                                          </p:spTgt>
                                        </p:tgtEl>
                                      </p:cBhvr>
                                    </p:animEffect>
                                    <p:anim calcmode="lin" valueType="num">
                                      <p:cBhvr>
                                        <p:cTn id="18"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19" dur="1000" fill="hold"/>
                                        <p:tgtEl>
                                          <p:spTgt spid="13">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fade">
                                      <p:cBhvr>
                                        <p:cTn id="23" dur="1000"/>
                                        <p:tgtEl>
                                          <p:spTgt spid="13">
                                            <p:txEl>
                                              <p:pRg st="1" end="1"/>
                                            </p:txEl>
                                          </p:spTgt>
                                        </p:tgtEl>
                                      </p:cBhvr>
                                    </p:animEffect>
                                    <p:anim calcmode="lin" valueType="num">
                                      <p:cBhvr>
                                        <p:cTn id="24" dur="1000" fill="hold"/>
                                        <p:tgtEl>
                                          <p:spTgt spid="13">
                                            <p:txEl>
                                              <p:pRg st="1" end="1"/>
                                            </p:txEl>
                                          </p:spTgt>
                                        </p:tgtEl>
                                        <p:attrNameLst>
                                          <p:attrName>ppt_x</p:attrName>
                                        </p:attrNameLst>
                                      </p:cBhvr>
                                      <p:tavLst>
                                        <p:tav tm="0">
                                          <p:val>
                                            <p:strVal val="#ppt_x"/>
                                          </p:val>
                                        </p:tav>
                                        <p:tav tm="100000">
                                          <p:val>
                                            <p:strVal val="#ppt_x"/>
                                          </p:val>
                                        </p:tav>
                                      </p:tavLst>
                                    </p:anim>
                                    <p:anim calcmode="lin" valueType="num">
                                      <p:cBhvr>
                                        <p:cTn id="25" dur="1000" fill="hold"/>
                                        <p:tgtEl>
                                          <p:spTgt spid="13">
                                            <p:txEl>
                                              <p:pRg st="1" end="1"/>
                                            </p:txEl>
                                          </p:spTgt>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13">
                                            <p:txEl>
                                              <p:pRg st="2" end="2"/>
                                            </p:txEl>
                                          </p:spTgt>
                                        </p:tgtEl>
                                        <p:attrNameLst>
                                          <p:attrName>style.visibility</p:attrName>
                                        </p:attrNameLst>
                                      </p:cBhvr>
                                      <p:to>
                                        <p:strVal val="visible"/>
                                      </p:to>
                                    </p:set>
                                    <p:animEffect transition="in" filter="fade">
                                      <p:cBhvr>
                                        <p:cTn id="29" dur="1000"/>
                                        <p:tgtEl>
                                          <p:spTgt spid="13">
                                            <p:txEl>
                                              <p:pRg st="2" end="2"/>
                                            </p:txEl>
                                          </p:spTgt>
                                        </p:tgtEl>
                                      </p:cBhvr>
                                    </p:animEffect>
                                    <p:anim calcmode="lin" valueType="num">
                                      <p:cBhvr>
                                        <p:cTn id="30" dur="1000" fill="hold"/>
                                        <p:tgtEl>
                                          <p:spTgt spid="13">
                                            <p:txEl>
                                              <p:pRg st="2" end="2"/>
                                            </p:txEl>
                                          </p:spTgt>
                                        </p:tgtEl>
                                        <p:attrNameLst>
                                          <p:attrName>ppt_x</p:attrName>
                                        </p:attrNameLst>
                                      </p:cBhvr>
                                      <p:tavLst>
                                        <p:tav tm="0">
                                          <p:val>
                                            <p:strVal val="#ppt_x"/>
                                          </p:val>
                                        </p:tav>
                                        <p:tav tm="100000">
                                          <p:val>
                                            <p:strVal val="#ppt_x"/>
                                          </p:val>
                                        </p:tav>
                                      </p:tavLst>
                                    </p:anim>
                                    <p:anim calcmode="lin" valueType="num">
                                      <p:cBhvr>
                                        <p:cTn id="31" dur="1000" fill="hold"/>
                                        <p:tgtEl>
                                          <p:spTgt spid="13">
                                            <p:txEl>
                                              <p:pRg st="2" end="2"/>
                                            </p:txEl>
                                          </p:spTgt>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13">
                                            <p:txEl>
                                              <p:pRg st="3" end="3"/>
                                            </p:txEl>
                                          </p:spTgt>
                                        </p:tgtEl>
                                        <p:attrNameLst>
                                          <p:attrName>style.visibility</p:attrName>
                                        </p:attrNameLst>
                                      </p:cBhvr>
                                      <p:to>
                                        <p:strVal val="visible"/>
                                      </p:to>
                                    </p:set>
                                    <p:animEffect transition="in" filter="fade">
                                      <p:cBhvr>
                                        <p:cTn id="35" dur="1000"/>
                                        <p:tgtEl>
                                          <p:spTgt spid="13">
                                            <p:txEl>
                                              <p:pRg st="3" end="3"/>
                                            </p:txEl>
                                          </p:spTgt>
                                        </p:tgtEl>
                                      </p:cBhvr>
                                    </p:animEffect>
                                    <p:anim calcmode="lin" valueType="num">
                                      <p:cBhvr>
                                        <p:cTn id="36" dur="1000" fill="hold"/>
                                        <p:tgtEl>
                                          <p:spTgt spid="13">
                                            <p:txEl>
                                              <p:pRg st="3" end="3"/>
                                            </p:txEl>
                                          </p:spTgt>
                                        </p:tgtEl>
                                        <p:attrNameLst>
                                          <p:attrName>ppt_x</p:attrName>
                                        </p:attrNameLst>
                                      </p:cBhvr>
                                      <p:tavLst>
                                        <p:tav tm="0">
                                          <p:val>
                                            <p:strVal val="#ppt_x"/>
                                          </p:val>
                                        </p:tav>
                                        <p:tav tm="100000">
                                          <p:val>
                                            <p:strVal val="#ppt_x"/>
                                          </p:val>
                                        </p:tav>
                                      </p:tavLst>
                                    </p:anim>
                                    <p:anim calcmode="lin" valueType="num">
                                      <p:cBhvr>
                                        <p:cTn id="37" dur="1000" fill="hold"/>
                                        <p:tgtEl>
                                          <p:spTgt spid="13">
                                            <p:txEl>
                                              <p:pRg st="3" end="3"/>
                                            </p:txEl>
                                          </p:spTgt>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22" presetClass="entr" presetSubtype="2" fill="hold" grpId="0" nodeType="after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wipe(right)">
                                      <p:cBhvr>
                                        <p:cTn id="41" dur="500"/>
                                        <p:tgtEl>
                                          <p:spTgt spid="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9"/>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11"/>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p:bldP spid="12"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5">
            <a:extLst>
              <a:ext uri="{FF2B5EF4-FFF2-40B4-BE49-F238E27FC236}">
                <a16:creationId xmlns:a16="http://schemas.microsoft.com/office/drawing/2014/main" id="{B504A76C-84FE-D3A5-7835-FA3F8A423596}"/>
              </a:ext>
            </a:extLst>
          </p:cNvPr>
          <p:cNvGrpSpPr>
            <a:grpSpLocks noChangeAspect="1"/>
          </p:cNvGrpSpPr>
          <p:nvPr/>
        </p:nvGrpSpPr>
        <p:grpSpPr bwMode="auto">
          <a:xfrm>
            <a:off x="464926" y="1376651"/>
            <a:ext cx="2880000" cy="1733023"/>
            <a:chOff x="3625" y="1076"/>
            <a:chExt cx="1376" cy="828"/>
          </a:xfrm>
        </p:grpSpPr>
        <p:sp>
          <p:nvSpPr>
            <p:cNvPr id="9" name="Freeform 6">
              <a:extLst>
                <a:ext uri="{FF2B5EF4-FFF2-40B4-BE49-F238E27FC236}">
                  <a16:creationId xmlns:a16="http://schemas.microsoft.com/office/drawing/2014/main" id="{89FF8119-552C-12D1-4801-1C29DF4732F8}"/>
                </a:ext>
              </a:extLst>
            </p:cNvPr>
            <p:cNvSpPr>
              <a:spLocks/>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 name="Freeform 7">
              <a:extLst>
                <a:ext uri="{FF2B5EF4-FFF2-40B4-BE49-F238E27FC236}">
                  <a16:creationId xmlns:a16="http://schemas.microsoft.com/office/drawing/2014/main" id="{B40196E5-EBB2-FA3A-0CDC-621B983E5CA8}"/>
                </a:ext>
              </a:extLst>
            </p:cNvPr>
            <p:cNvSpPr>
              <a:spLocks/>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 name="Oval 8">
              <a:extLst>
                <a:ext uri="{FF2B5EF4-FFF2-40B4-BE49-F238E27FC236}">
                  <a16:creationId xmlns:a16="http://schemas.microsoft.com/office/drawing/2014/main" id="{E1F7B680-6A34-606E-07BB-0A81911E30B9}"/>
                </a:ext>
              </a:extLst>
            </p:cNvPr>
            <p:cNvSpPr>
              <a:spLocks noChangeArrowheads="1"/>
            </p:cNvSpPr>
            <p:nvPr/>
          </p:nvSpPr>
          <p:spPr bwMode="auto">
            <a:xfrm>
              <a:off x="3724" y="164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 name="Line 9">
              <a:extLst>
                <a:ext uri="{FF2B5EF4-FFF2-40B4-BE49-F238E27FC236}">
                  <a16:creationId xmlns:a16="http://schemas.microsoft.com/office/drawing/2014/main" id="{7AF99815-B196-2A48-A693-1B4B7F0DFB3F}"/>
                </a:ext>
              </a:extLst>
            </p:cNvPr>
            <p:cNvSpPr>
              <a:spLocks noChangeShapeType="1"/>
            </p:cNvSpPr>
            <p:nvPr/>
          </p:nvSpPr>
          <p:spPr bwMode="auto">
            <a:xfrm>
              <a:off x="3724"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 name="Line 10">
              <a:extLst>
                <a:ext uri="{FF2B5EF4-FFF2-40B4-BE49-F238E27FC236}">
                  <a16:creationId xmlns:a16="http://schemas.microsoft.com/office/drawing/2014/main" id="{B769DADC-3C11-8045-6116-B89790AEA4E9}"/>
                </a:ext>
              </a:extLst>
            </p:cNvPr>
            <p:cNvSpPr>
              <a:spLocks noChangeShapeType="1"/>
            </p:cNvSpPr>
            <p:nvPr/>
          </p:nvSpPr>
          <p:spPr bwMode="auto">
            <a:xfrm>
              <a:off x="4037"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 name="Rectangle 11">
              <a:extLst>
                <a:ext uri="{FF2B5EF4-FFF2-40B4-BE49-F238E27FC236}">
                  <a16:creationId xmlns:a16="http://schemas.microsoft.com/office/drawing/2014/main" id="{0082BB32-72C5-BF75-BF60-7D07A6C97CEA}"/>
                </a:ext>
              </a:extLst>
            </p:cNvPr>
            <p:cNvSpPr>
              <a:spLocks noChangeArrowheads="1"/>
            </p:cNvSpPr>
            <p:nvPr/>
          </p:nvSpPr>
          <p:spPr bwMode="auto">
            <a:xfrm>
              <a:off x="3724" y="163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16" name="Oval 12">
              <a:extLst>
                <a:ext uri="{FF2B5EF4-FFF2-40B4-BE49-F238E27FC236}">
                  <a16:creationId xmlns:a16="http://schemas.microsoft.com/office/drawing/2014/main" id="{006DAFBB-0216-E98D-2A50-869CCDEE17C7}"/>
                </a:ext>
              </a:extLst>
            </p:cNvPr>
            <p:cNvSpPr>
              <a:spLocks noChangeArrowheads="1"/>
            </p:cNvSpPr>
            <p:nvPr/>
          </p:nvSpPr>
          <p:spPr bwMode="auto">
            <a:xfrm>
              <a:off x="3721" y="157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 name="Freeform 13">
              <a:extLst>
                <a:ext uri="{FF2B5EF4-FFF2-40B4-BE49-F238E27FC236}">
                  <a16:creationId xmlns:a16="http://schemas.microsoft.com/office/drawing/2014/main" id="{58585A27-3169-CC39-B2C9-9B068AC840C9}"/>
                </a:ext>
              </a:extLst>
            </p:cNvPr>
            <p:cNvSpPr>
              <a:spLocks/>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 name="Freeform 14">
              <a:extLst>
                <a:ext uri="{FF2B5EF4-FFF2-40B4-BE49-F238E27FC236}">
                  <a16:creationId xmlns:a16="http://schemas.microsoft.com/office/drawing/2014/main" id="{8B0019F1-99F4-93AC-B5D3-73D6E7C64AE8}"/>
                </a:ext>
              </a:extLst>
            </p:cNvPr>
            <p:cNvSpPr>
              <a:spLocks/>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9" name="Group 15">
              <a:extLst>
                <a:ext uri="{FF2B5EF4-FFF2-40B4-BE49-F238E27FC236}">
                  <a16:creationId xmlns:a16="http://schemas.microsoft.com/office/drawing/2014/main" id="{3958815B-0873-BDC0-14FE-F080419C6A0D}"/>
                </a:ext>
              </a:extLst>
            </p:cNvPr>
            <p:cNvGrpSpPr>
              <a:grpSpLocks/>
            </p:cNvGrpSpPr>
            <p:nvPr/>
          </p:nvGrpSpPr>
          <p:grpSpPr bwMode="auto">
            <a:xfrm>
              <a:off x="3770" y="1526"/>
              <a:ext cx="210" cy="250"/>
              <a:chOff x="2951" y="2429"/>
              <a:chExt cx="213" cy="250"/>
            </a:xfrm>
          </p:grpSpPr>
          <p:sp>
            <p:nvSpPr>
              <p:cNvPr id="44" name="Rectangle 16">
                <a:extLst>
                  <a:ext uri="{FF2B5EF4-FFF2-40B4-BE49-F238E27FC236}">
                    <a16:creationId xmlns:a16="http://schemas.microsoft.com/office/drawing/2014/main" id="{9529DC01-5DBE-13BB-DFB2-D4DB23ED9BCB}"/>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Text Box 17">
                <a:extLst>
                  <a:ext uri="{FF2B5EF4-FFF2-40B4-BE49-F238E27FC236}">
                    <a16:creationId xmlns:a16="http://schemas.microsoft.com/office/drawing/2014/main" id="{BC7C511A-4DA9-4EF4-F694-77D66B0FF3B4}"/>
                  </a:ext>
                </a:extLst>
              </p:cNvPr>
              <p:cNvSpPr txBox="1">
                <a:spLocks noChangeArrowheads="1"/>
              </p:cNvSpPr>
              <p:nvPr/>
            </p:nvSpPr>
            <p:spPr bwMode="auto">
              <a:xfrm>
                <a:off x="2951" y="2429"/>
                <a:ext cx="213"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nvGrpSpPr>
            <p:cNvPr id="20" name="Group 18">
              <a:extLst>
                <a:ext uri="{FF2B5EF4-FFF2-40B4-BE49-F238E27FC236}">
                  <a16:creationId xmlns:a16="http://schemas.microsoft.com/office/drawing/2014/main" id="{3902F3C5-D227-0671-2CC8-B92F28A49D03}"/>
                </a:ext>
              </a:extLst>
            </p:cNvPr>
            <p:cNvGrpSpPr>
              <a:grpSpLocks/>
            </p:cNvGrpSpPr>
            <p:nvPr/>
          </p:nvGrpSpPr>
          <p:grpSpPr bwMode="auto">
            <a:xfrm>
              <a:off x="4566" y="1538"/>
              <a:ext cx="316" cy="250"/>
              <a:chOff x="1740" y="2306"/>
              <a:chExt cx="316" cy="250"/>
            </a:xfrm>
          </p:grpSpPr>
          <p:sp>
            <p:nvSpPr>
              <p:cNvPr id="36" name="Oval 19">
                <a:extLst>
                  <a:ext uri="{FF2B5EF4-FFF2-40B4-BE49-F238E27FC236}">
                    <a16:creationId xmlns:a16="http://schemas.microsoft.com/office/drawing/2014/main" id="{647E8E1A-5F9B-C320-794B-4F7B3BCFB4B0}"/>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20">
                <a:extLst>
                  <a:ext uri="{FF2B5EF4-FFF2-40B4-BE49-F238E27FC236}">
                    <a16:creationId xmlns:a16="http://schemas.microsoft.com/office/drawing/2014/main" id="{F3BD27C1-0E14-C4B1-DEF4-926291D20715}"/>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Line 21">
                <a:extLst>
                  <a:ext uri="{FF2B5EF4-FFF2-40B4-BE49-F238E27FC236}">
                    <a16:creationId xmlns:a16="http://schemas.microsoft.com/office/drawing/2014/main" id="{9D8B5F36-4459-63D6-B4E5-F72029019BC8}"/>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Rectangle 22">
                <a:extLst>
                  <a:ext uri="{FF2B5EF4-FFF2-40B4-BE49-F238E27FC236}">
                    <a16:creationId xmlns:a16="http://schemas.microsoft.com/office/drawing/2014/main" id="{DCE47248-FEAB-2F69-0F31-EBD534CD24DB}"/>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40" name="Oval 23">
                <a:extLst>
                  <a:ext uri="{FF2B5EF4-FFF2-40B4-BE49-F238E27FC236}">
                    <a16:creationId xmlns:a16="http://schemas.microsoft.com/office/drawing/2014/main" id="{9AC89D66-BCDB-FEFB-0B79-0E6A172B9F72}"/>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 name="Group 24">
                <a:extLst>
                  <a:ext uri="{FF2B5EF4-FFF2-40B4-BE49-F238E27FC236}">
                    <a16:creationId xmlns:a16="http://schemas.microsoft.com/office/drawing/2014/main" id="{E86A7A7D-5AD1-42BB-8D41-51C2E04218AD}"/>
                  </a:ext>
                </a:extLst>
              </p:cNvPr>
              <p:cNvGrpSpPr>
                <a:grpSpLocks/>
              </p:cNvGrpSpPr>
              <p:nvPr/>
            </p:nvGrpSpPr>
            <p:grpSpPr bwMode="auto">
              <a:xfrm>
                <a:off x="1800" y="2306"/>
                <a:ext cx="202" cy="250"/>
                <a:chOff x="2955" y="2429"/>
                <a:chExt cx="205" cy="250"/>
              </a:xfrm>
            </p:grpSpPr>
            <p:sp>
              <p:nvSpPr>
                <p:cNvPr id="42" name="Rectangle 25">
                  <a:extLst>
                    <a:ext uri="{FF2B5EF4-FFF2-40B4-BE49-F238E27FC236}">
                      <a16:creationId xmlns:a16="http://schemas.microsoft.com/office/drawing/2014/main" id="{075C1779-38BE-D971-0ADC-40A0DA07BAD4}"/>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Text Box 26">
                  <a:extLst>
                    <a:ext uri="{FF2B5EF4-FFF2-40B4-BE49-F238E27FC236}">
                      <a16:creationId xmlns:a16="http://schemas.microsoft.com/office/drawing/2014/main" id="{8C111EC0-5C1C-0509-2E56-9A82DAD3B5BA}"/>
                    </a:ext>
                  </a:extLst>
                </p:cNvPr>
                <p:cNvSpPr txBox="1">
                  <a:spLocks noChangeArrowheads="1"/>
                </p:cNvSpPr>
                <p:nvPr/>
              </p:nvSpPr>
              <p:spPr bwMode="auto">
                <a:xfrm>
                  <a:off x="2955" y="2429"/>
                  <a:ext cx="20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z</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21" name="Text Box 27">
              <a:extLst>
                <a:ext uri="{FF2B5EF4-FFF2-40B4-BE49-F238E27FC236}">
                  <a16:creationId xmlns:a16="http://schemas.microsoft.com/office/drawing/2014/main" id="{D0347D2A-E5B7-CA7C-4E7F-46FB8F1116E6}"/>
                </a:ext>
              </a:extLst>
            </p:cNvPr>
            <p:cNvSpPr txBox="1">
              <a:spLocks noChangeArrowheads="1"/>
            </p:cNvSpPr>
            <p:nvPr/>
          </p:nvSpPr>
          <p:spPr bwMode="auto">
            <a:xfrm>
              <a:off x="4469" y="1328"/>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22" name="Text Box 28">
              <a:extLst>
                <a:ext uri="{FF2B5EF4-FFF2-40B4-BE49-F238E27FC236}">
                  <a16:creationId xmlns:a16="http://schemas.microsoft.com/office/drawing/2014/main" id="{67C542DD-3FF9-17E9-4E83-EBDB8F9F9F7F}"/>
                </a:ext>
              </a:extLst>
            </p:cNvPr>
            <p:cNvSpPr txBox="1">
              <a:spLocks noChangeArrowheads="1"/>
            </p:cNvSpPr>
            <p:nvPr/>
          </p:nvSpPr>
          <p:spPr bwMode="auto">
            <a:xfrm>
              <a:off x="3930" y="1325"/>
              <a:ext cx="2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24" name="Text Box 29">
              <a:extLst>
                <a:ext uri="{FF2B5EF4-FFF2-40B4-BE49-F238E27FC236}">
                  <a16:creationId xmlns:a16="http://schemas.microsoft.com/office/drawing/2014/main" id="{04086810-900A-E415-CAAC-DAA07EE4CDEF}"/>
                </a:ext>
              </a:extLst>
            </p:cNvPr>
            <p:cNvSpPr txBox="1">
              <a:spLocks noChangeArrowheads="1"/>
            </p:cNvSpPr>
            <p:nvPr/>
          </p:nvSpPr>
          <p:spPr bwMode="auto">
            <a:xfrm>
              <a:off x="4171" y="1658"/>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50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nvGrpSpPr>
            <p:cNvPr id="25" name="Group 30">
              <a:extLst>
                <a:ext uri="{FF2B5EF4-FFF2-40B4-BE49-F238E27FC236}">
                  <a16:creationId xmlns:a16="http://schemas.microsoft.com/office/drawing/2014/main" id="{953F9085-375E-D2C4-CF01-0A32E2F7F781}"/>
                </a:ext>
              </a:extLst>
            </p:cNvPr>
            <p:cNvGrpSpPr>
              <a:grpSpLocks/>
            </p:cNvGrpSpPr>
            <p:nvPr/>
          </p:nvGrpSpPr>
          <p:grpSpPr bwMode="auto">
            <a:xfrm>
              <a:off x="4146" y="1214"/>
              <a:ext cx="316" cy="250"/>
              <a:chOff x="1740" y="2306"/>
              <a:chExt cx="316" cy="250"/>
            </a:xfrm>
          </p:grpSpPr>
          <p:sp>
            <p:nvSpPr>
              <p:cNvPr id="28" name="Oval 31">
                <a:extLst>
                  <a:ext uri="{FF2B5EF4-FFF2-40B4-BE49-F238E27FC236}">
                    <a16:creationId xmlns:a16="http://schemas.microsoft.com/office/drawing/2014/main" id="{02A8F04F-6F99-648F-05AA-403009B86803}"/>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Line 32">
                <a:extLst>
                  <a:ext uri="{FF2B5EF4-FFF2-40B4-BE49-F238E27FC236}">
                    <a16:creationId xmlns:a16="http://schemas.microsoft.com/office/drawing/2014/main" id="{93AB122A-925B-59D8-50B9-06254AA93FA4}"/>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Line 33">
                <a:extLst>
                  <a:ext uri="{FF2B5EF4-FFF2-40B4-BE49-F238E27FC236}">
                    <a16:creationId xmlns:a16="http://schemas.microsoft.com/office/drawing/2014/main" id="{AA3CF136-00C5-112A-0AFF-476866DEB841}"/>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Rectangle 34">
                <a:extLst>
                  <a:ext uri="{FF2B5EF4-FFF2-40B4-BE49-F238E27FC236}">
                    <a16:creationId xmlns:a16="http://schemas.microsoft.com/office/drawing/2014/main" id="{241B08CB-2B5E-7D2A-6680-6EF0607D86C1}"/>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32" name="Oval 35">
                <a:extLst>
                  <a:ext uri="{FF2B5EF4-FFF2-40B4-BE49-F238E27FC236}">
                    <a16:creationId xmlns:a16="http://schemas.microsoft.com/office/drawing/2014/main" id="{A97AA89E-A93F-6A77-D4AC-8FEDAF95D92E}"/>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3" name="Group 36">
                <a:extLst>
                  <a:ext uri="{FF2B5EF4-FFF2-40B4-BE49-F238E27FC236}">
                    <a16:creationId xmlns:a16="http://schemas.microsoft.com/office/drawing/2014/main" id="{747C00F6-C684-190A-21F4-85915C8688F9}"/>
                  </a:ext>
                </a:extLst>
              </p:cNvPr>
              <p:cNvGrpSpPr>
                <a:grpSpLocks/>
              </p:cNvGrpSpPr>
              <p:nvPr/>
            </p:nvGrpSpPr>
            <p:grpSpPr bwMode="auto">
              <a:xfrm>
                <a:off x="1802" y="2306"/>
                <a:ext cx="199" cy="250"/>
                <a:chOff x="2957" y="2429"/>
                <a:chExt cx="202" cy="250"/>
              </a:xfrm>
            </p:grpSpPr>
            <p:sp>
              <p:nvSpPr>
                <p:cNvPr id="34" name="Rectangle 37">
                  <a:extLst>
                    <a:ext uri="{FF2B5EF4-FFF2-40B4-BE49-F238E27FC236}">
                      <a16:creationId xmlns:a16="http://schemas.microsoft.com/office/drawing/2014/main" id="{8B1B2FEA-1B62-D526-D4E9-AC57C115FA7C}"/>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Text Box 38">
                  <a:extLst>
                    <a:ext uri="{FF2B5EF4-FFF2-40B4-BE49-F238E27FC236}">
                      <a16:creationId xmlns:a16="http://schemas.microsoft.com/office/drawing/2014/main" id="{DE32E506-CA97-15E9-566E-591B23A50FB1}"/>
                    </a:ext>
                  </a:extLst>
                </p:cNvPr>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26" name="Text Box 39">
              <a:extLst>
                <a:ext uri="{FF2B5EF4-FFF2-40B4-BE49-F238E27FC236}">
                  <a16:creationId xmlns:a16="http://schemas.microsoft.com/office/drawing/2014/main" id="{B3BA3B79-00CF-6530-F9B6-19408FBFEE5C}"/>
                </a:ext>
              </a:extLst>
            </p:cNvPr>
            <p:cNvSpPr txBox="1">
              <a:spLocks noChangeArrowheads="1"/>
            </p:cNvSpPr>
            <p:nvPr/>
          </p:nvSpPr>
          <p:spPr bwMode="auto">
            <a:xfrm>
              <a:off x="3781" y="1076"/>
              <a:ext cx="29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lang="en-US" sz="1800" kern="0" dirty="0">
                  <a:solidFill>
                    <a:srgbClr val="FF0000"/>
                  </a:solidFill>
                  <a:latin typeface="Comic Sans MS" charset="0"/>
                </a:rPr>
                <a:t>6</a:t>
              </a:r>
              <a:r>
                <a:rPr kumimoji="0" lang="en-US" sz="1800" b="0" i="0" u="none" strike="noStrike" kern="0" cap="none" spc="0" normalizeH="0" baseline="0" noProof="0" dirty="0">
                  <a:ln>
                    <a:noFill/>
                  </a:ln>
                  <a:solidFill>
                    <a:srgbClr val="FF0000"/>
                  </a:solidFill>
                  <a:effectLst/>
                  <a:uLnTx/>
                  <a:uFillTx/>
                  <a:latin typeface="Comic Sans MS" charset="0"/>
                  <a:ea typeface="ＭＳ Ｐゴシック" charset="0"/>
                </a:rPr>
                <a:t>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27" name="Line 40">
              <a:extLst>
                <a:ext uri="{FF2B5EF4-FFF2-40B4-BE49-F238E27FC236}">
                  <a16:creationId xmlns:a16="http://schemas.microsoft.com/office/drawing/2014/main" id="{1732A720-894F-B460-6253-F40304B70440}"/>
                </a:ext>
              </a:extLst>
            </p:cNvPr>
            <p:cNvSpPr>
              <a:spLocks noChangeShapeType="1"/>
            </p:cNvSpPr>
            <p:nvPr/>
          </p:nvSpPr>
          <p:spPr bwMode="auto">
            <a:xfrm flipH="1" flipV="1">
              <a:off x="3948" y="1272"/>
              <a:ext cx="132" cy="228"/>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6" name="Rectangle 3">
            <a:extLst>
              <a:ext uri="{FF2B5EF4-FFF2-40B4-BE49-F238E27FC236}">
                <a16:creationId xmlns:a16="http://schemas.microsoft.com/office/drawing/2014/main" id="{30C84118-A088-11D4-97AB-9F34F05628B9}"/>
              </a:ext>
            </a:extLst>
          </p:cNvPr>
          <p:cNvSpPr>
            <a:spLocks noChangeArrowheads="1"/>
          </p:cNvSpPr>
          <p:nvPr/>
        </p:nvSpPr>
        <p:spPr bwMode="auto">
          <a:xfrm>
            <a:off x="4018690" y="1492834"/>
            <a:ext cx="7725904" cy="15757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gn="r" rtl="1">
              <a:lnSpc>
                <a:spcPct val="125000"/>
              </a:lnSpc>
              <a:spcBef>
                <a:spcPct val="20000"/>
              </a:spcBef>
              <a:buClr>
                <a:srgbClr val="000099"/>
              </a:buClr>
              <a:buSzPct val="100000"/>
            </a:pPr>
            <a:r>
              <a:rPr lang="fa-IR" sz="2000" b="1" dirty="0">
                <a:solidFill>
                  <a:srgbClr val="0000A8"/>
                </a:solidFill>
                <a:latin typeface="IRANSans(FaNum)" panose="02040503050201020203" pitchFamily="18" charset="-78"/>
                <a:cs typeface="IRANSans(FaNum)" panose="02040503050201020203" pitchFamily="18" charset="-78"/>
              </a:rPr>
              <a:t>تغییرات هزینه لینک:</a:t>
            </a:r>
            <a:endParaRPr lang="en-US" sz="2000" b="1" dirty="0">
              <a:solidFill>
                <a:srgbClr val="0000A8"/>
              </a:solidFill>
              <a:latin typeface="IRANSans(FaNum)" panose="02040503050201020203" pitchFamily="18" charset="-78"/>
              <a:cs typeface="IRANSans(FaNum)" panose="02040503050201020203" pitchFamily="18" charset="-78"/>
            </a:endParaRPr>
          </a:p>
          <a:p>
            <a:pPr marL="432000" indent="-144000" algn="r" rtl="1">
              <a:lnSpc>
                <a:spcPct val="125000"/>
              </a:lnSpc>
              <a:spcBef>
                <a:spcPct val="20000"/>
              </a:spcBef>
              <a:buClr>
                <a:srgbClr val="000099"/>
              </a:buClr>
              <a:buSzPct val="100000"/>
              <a:buFont typeface="Arial" panose="020B0604020202020204" pitchFamily="34" charset="0"/>
              <a:buChar char="•"/>
            </a:pPr>
            <a:r>
              <a:rPr lang="fa-IR" sz="2000" b="1" dirty="0">
                <a:latin typeface="IRANSans(FaNum)" panose="02040503050201020203" pitchFamily="18" charset="-78"/>
                <a:cs typeface="IRANSans(FaNum)" panose="02040503050201020203" pitchFamily="18" charset="-78"/>
              </a:rPr>
              <a:t>تشخیص تغییر هزینه لینک محلی توسط گره </a:t>
            </a:r>
            <a:endParaRPr lang="en-US" sz="2000" b="1" dirty="0">
              <a:latin typeface="IRANSans(FaNum)" panose="02040503050201020203" pitchFamily="18" charset="-78"/>
              <a:cs typeface="IRANSans(FaNum)" panose="02040503050201020203" pitchFamily="18" charset="-78"/>
            </a:endParaRPr>
          </a:p>
          <a:p>
            <a:pPr marL="432000" indent="-144000" algn="r" rtl="1">
              <a:lnSpc>
                <a:spcPct val="125000"/>
              </a:lnSpc>
              <a:spcBef>
                <a:spcPct val="20000"/>
              </a:spcBef>
              <a:buClr>
                <a:srgbClr val="000099"/>
              </a:buClr>
              <a:buSzPct val="100000"/>
              <a:buFont typeface="Arial" panose="020B0604020202020204" pitchFamily="34" charset="0"/>
              <a:buChar char="•"/>
            </a:pPr>
            <a:r>
              <a:rPr lang="fa-IR" sz="2000" b="1" dirty="0">
                <a:latin typeface="IRANSans(FaNum)" panose="02040503050201020203" pitchFamily="18" charset="-78"/>
                <a:cs typeface="IRANSans(FaNum)" panose="02040503050201020203" pitchFamily="18" charset="-78"/>
              </a:rPr>
              <a:t>"همگرایی کند" – </a:t>
            </a:r>
            <a:r>
              <a:rPr lang="fa-IR" sz="2000" b="1" dirty="0">
                <a:solidFill>
                  <a:srgbClr val="C00000"/>
                </a:solidFill>
                <a:latin typeface="IRANSans(FaNum)" panose="02040503050201020203" pitchFamily="18" charset="-78"/>
                <a:cs typeface="IRANSans(FaNum)" panose="02040503050201020203" pitchFamily="18" charset="-78"/>
              </a:rPr>
              <a:t>مسئله شمارش تا بی‌نهایت (</a:t>
            </a:r>
            <a:r>
              <a:rPr lang="en-US" sz="2000" b="1" dirty="0">
                <a:solidFill>
                  <a:srgbClr val="C00000"/>
                </a:solidFill>
                <a:latin typeface="IRANSans(FaNum)" panose="02040503050201020203" pitchFamily="18" charset="-78"/>
                <a:cs typeface="IRANSans(FaNum)" panose="02040503050201020203" pitchFamily="18" charset="-78"/>
              </a:rPr>
              <a:t>count-to-infinity</a:t>
            </a:r>
            <a:r>
              <a:rPr lang="fa-IR" sz="2000" b="1" dirty="0">
                <a:solidFill>
                  <a:srgbClr val="C00000"/>
                </a:solidFill>
                <a:latin typeface="IRANSans(FaNum)" panose="02040503050201020203" pitchFamily="18" charset="-78"/>
                <a:cs typeface="IRANSans(FaNum)" panose="02040503050201020203" pitchFamily="18" charset="-78"/>
              </a:rPr>
              <a:t>)</a:t>
            </a:r>
            <a:endParaRPr lang="en-US" sz="2000" b="1" dirty="0">
              <a:solidFill>
                <a:srgbClr val="C00000"/>
              </a:solidFill>
              <a:latin typeface="IRANSans(FaNum)" panose="02040503050201020203" pitchFamily="18" charset="-78"/>
              <a:cs typeface="IRANSans(FaNum)" panose="02040503050201020203" pitchFamily="18" charset="-78"/>
            </a:endParaRPr>
          </a:p>
        </p:txBody>
      </p:sp>
      <mc:AlternateContent xmlns:mc="http://schemas.openxmlformats.org/markup-compatibility/2006" xmlns:a14="http://schemas.microsoft.com/office/drawing/2010/main">
        <mc:Choice Requires="a14">
          <p:sp>
            <p:nvSpPr>
              <p:cNvPr id="23" name="Rectangle 41">
                <a:extLst>
                  <a:ext uri="{FF2B5EF4-FFF2-40B4-BE49-F238E27FC236}">
                    <a16:creationId xmlns:a16="http://schemas.microsoft.com/office/drawing/2014/main" id="{E83CC5BE-DF71-C577-A6F8-BE60D166401F}"/>
                  </a:ext>
                </a:extLst>
              </p:cNvPr>
              <p:cNvSpPr>
                <a:spLocks noChangeArrowheads="1"/>
              </p:cNvSpPr>
              <p:nvPr/>
            </p:nvSpPr>
            <p:spPr bwMode="auto">
              <a:xfrm>
                <a:off x="76582" y="3284635"/>
                <a:ext cx="11160000" cy="652486"/>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457200"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smtClean="0">
                            <a:latin typeface="Cambria Math" panose="02040503050406030204" pitchFamily="18" charset="0"/>
                            <a:cs typeface="IRANSans(FaNum)" panose="02040503050201020203" pitchFamily="18" charset="-78"/>
                          </a:rPr>
                          <m:t>𝒕</m:t>
                        </m:r>
                      </m:e>
                      <m:sub>
                        <m:r>
                          <a:rPr lang="en-US" sz="1400" b="1" i="1" dirty="0" smtClean="0">
                            <a:latin typeface="Cambria Math" panose="02040503050406030204" pitchFamily="18" charset="0"/>
                            <a:cs typeface="IRANSans(FaNum)" panose="02040503050201020203" pitchFamily="18" charset="-78"/>
                          </a:rPr>
                          <m:t>𝟎</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تغییر هزینه لینک مستقیم به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60 تشخیص می‌دهد، اما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می‌گوید مسیر با هزینه 5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دارد، در نتیجه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را با هزینه 6</a:t>
                </a:r>
                <a:r>
                  <a:rPr lang="en-US" sz="1400" b="1" dirty="0">
                    <a:latin typeface="IRANSans(FaNum)" panose="02040503050201020203" pitchFamily="18" charset="-78"/>
                    <a:cs typeface="IRANSans(FaNum)" panose="02040503050201020203" pitchFamily="18" charset="-78"/>
                  </a:rPr>
                  <a:t> </a:t>
                </a:r>
                <a:r>
                  <a:rPr lang="fa-IR" sz="1400" b="1" dirty="0">
                    <a:latin typeface="IRANSans(FaNum)" panose="02040503050201020203" pitchFamily="18" charset="-78"/>
                    <a:cs typeface="IRANSans(FaNum)" panose="02040503050201020203" pitchFamily="18" charset="-78"/>
                  </a:rPr>
                  <a:t>محاسبه نموده و آن را به اطلاع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می‌رساند.</a:t>
                </a:r>
                <a:endParaRPr lang="en-US" sz="1100" b="1" dirty="0">
                  <a:latin typeface="IRANSans(FaNum)" panose="02040503050201020203" pitchFamily="18" charset="-78"/>
                  <a:cs typeface="IRANSans(FaNum)" panose="02040503050201020203" pitchFamily="18" charset="-78"/>
                </a:endParaRPr>
              </a:p>
            </p:txBody>
          </p:sp>
        </mc:Choice>
        <mc:Fallback xmlns="">
          <p:sp>
            <p:nvSpPr>
              <p:cNvPr id="23" name="Rectangle 41">
                <a:extLst>
                  <a:ext uri="{FF2B5EF4-FFF2-40B4-BE49-F238E27FC236}">
                    <a16:creationId xmlns:a16="http://schemas.microsoft.com/office/drawing/2014/main" id="{E83CC5BE-DF71-C577-A6F8-BE60D166401F}"/>
                  </a:ext>
                </a:extLst>
              </p:cNvPr>
              <p:cNvSpPr>
                <a:spLocks noRot="1" noChangeAspect="1" noMove="1" noResize="1" noEditPoints="1" noAdjustHandles="1" noChangeArrowheads="1" noChangeShapeType="1" noTextEdit="1"/>
              </p:cNvSpPr>
              <p:nvPr/>
            </p:nvSpPr>
            <p:spPr bwMode="auto">
              <a:xfrm>
                <a:off x="76582" y="3284635"/>
                <a:ext cx="11160000" cy="652486"/>
              </a:xfrm>
              <a:prstGeom prst="rect">
                <a:avLst/>
              </a:prstGeom>
              <a:blipFill>
                <a:blip r:embed="rId4"/>
                <a:stretch>
                  <a:fillRect b="-9346"/>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 name="Rectangle 42">
                <a:extLst>
                  <a:ext uri="{FF2B5EF4-FFF2-40B4-BE49-F238E27FC236}">
                    <a16:creationId xmlns:a16="http://schemas.microsoft.com/office/drawing/2014/main" id="{41F4BF27-AA5D-353F-D75B-74C488ED85E6}"/>
                  </a:ext>
                </a:extLst>
              </p:cNvPr>
              <p:cNvSpPr>
                <a:spLocks noChangeArrowheads="1"/>
              </p:cNvSpPr>
              <p:nvPr/>
            </p:nvSpPr>
            <p:spPr bwMode="auto">
              <a:xfrm>
                <a:off x="76202" y="3834964"/>
                <a:ext cx="11160000" cy="41242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fa-IR" sz="1400" b="1" i="1" dirty="0" smtClean="0">
                            <a:latin typeface="Cambria Math" panose="02040503050406030204" pitchFamily="18" charset="0"/>
                            <a:cs typeface="IRANSans(FaNum)" panose="02040503050201020203" pitchFamily="18" charset="-78"/>
                          </a:rPr>
                          <m:t>𝟏</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در می‌یابد که مسیر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هزینه </a:t>
                </a:r>
                <a:r>
                  <a:rPr lang="fa-IR" sz="1600" b="1" dirty="0">
                    <a:solidFill>
                      <a:srgbClr val="FF0000"/>
                    </a:solidFill>
                    <a:latin typeface="IRANSans(FaNum)" panose="02040503050201020203" pitchFamily="18" charset="-78"/>
                    <a:cs typeface="IRANSans(FaNum)" panose="02040503050201020203" pitchFamily="18" charset="-78"/>
                  </a:rPr>
                  <a:t>6</a:t>
                </a:r>
                <a:r>
                  <a:rPr lang="fa-IR" sz="1400" b="1" dirty="0">
                    <a:latin typeface="IRANSans(FaNum)" panose="02040503050201020203" pitchFamily="18" charset="-78"/>
                    <a:cs typeface="IRANSans(FaNum)" panose="02040503050201020203" pitchFamily="18" charset="-78"/>
                  </a:rPr>
                  <a:t> دارد، بنابراین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با هزینه </a:t>
                </a:r>
                <a:r>
                  <a:rPr lang="fa-IR" sz="1600" b="1" dirty="0">
                    <a:solidFill>
                      <a:srgbClr val="FF0000"/>
                    </a:solidFill>
                    <a:latin typeface="IRANSans(FaNum)" panose="02040503050201020203" pitchFamily="18" charset="-78"/>
                    <a:cs typeface="IRANSans(FaNum)" panose="02040503050201020203" pitchFamily="18" charset="-78"/>
                  </a:rPr>
                  <a:t>7</a:t>
                </a:r>
                <a:r>
                  <a:rPr lang="fa-IR" sz="1400" b="1" dirty="0">
                    <a:latin typeface="IRANSans(FaNum)" panose="02040503050201020203" pitchFamily="18" charset="-78"/>
                    <a:cs typeface="IRANSans(FaNum)" panose="02040503050201020203" pitchFamily="18" charset="-78"/>
                  </a:rPr>
                  <a:t> محاسبه کرده و به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اطلاع می‌دهد.  </a:t>
                </a:r>
              </a:p>
            </p:txBody>
          </p:sp>
        </mc:Choice>
        <mc:Fallback xmlns="">
          <p:sp>
            <p:nvSpPr>
              <p:cNvPr id="48" name="Rectangle 42">
                <a:extLst>
                  <a:ext uri="{FF2B5EF4-FFF2-40B4-BE49-F238E27FC236}">
                    <a16:creationId xmlns:a16="http://schemas.microsoft.com/office/drawing/2014/main" id="{41F4BF27-AA5D-353F-D75B-74C488ED85E6}"/>
                  </a:ext>
                </a:extLst>
              </p:cNvPr>
              <p:cNvSpPr>
                <a:spLocks noRot="1" noChangeAspect="1" noMove="1" noResize="1" noEditPoints="1" noAdjustHandles="1" noChangeArrowheads="1" noChangeShapeType="1" noTextEdit="1"/>
              </p:cNvSpPr>
              <p:nvPr/>
            </p:nvSpPr>
            <p:spPr bwMode="auto">
              <a:xfrm>
                <a:off x="76202" y="3834964"/>
                <a:ext cx="11160000" cy="412421"/>
              </a:xfrm>
              <a:prstGeom prst="rect">
                <a:avLst/>
              </a:prstGeom>
              <a:blipFill>
                <a:blip r:embed="rId5"/>
                <a:stretch>
                  <a:fillRect b="-17647"/>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0" name="Rectangle 42">
                <a:extLst>
                  <a:ext uri="{FF2B5EF4-FFF2-40B4-BE49-F238E27FC236}">
                    <a16:creationId xmlns:a16="http://schemas.microsoft.com/office/drawing/2014/main" id="{7F7F926D-8BAA-7CE4-D1A4-1A610660D823}"/>
                  </a:ext>
                </a:extLst>
              </p:cNvPr>
              <p:cNvSpPr>
                <a:spLocks noChangeArrowheads="1"/>
              </p:cNvSpPr>
              <p:nvPr/>
            </p:nvSpPr>
            <p:spPr bwMode="auto">
              <a:xfrm>
                <a:off x="76202" y="4128483"/>
                <a:ext cx="11160000" cy="41242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fa-IR" sz="1400" b="1" i="1" dirty="0" smtClean="0">
                            <a:latin typeface="Cambria Math" panose="02040503050406030204" pitchFamily="18" charset="0"/>
                            <a:cs typeface="IRANSans(FaNum)" panose="02040503050201020203" pitchFamily="18" charset="-78"/>
                          </a:rPr>
                          <m:t>𝟐</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در می‌یابد که مسیر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هزینه </a:t>
                </a:r>
                <a:r>
                  <a:rPr lang="en-US" sz="1600" b="1" dirty="0">
                    <a:solidFill>
                      <a:srgbClr val="FF0000"/>
                    </a:solidFill>
                    <a:latin typeface="IRANSans(FaNum)" panose="02040503050201020203" pitchFamily="18" charset="-78"/>
                    <a:cs typeface="IRANSans(FaNum)" panose="02040503050201020203" pitchFamily="18" charset="-78"/>
                  </a:rPr>
                  <a:t>7</a:t>
                </a:r>
                <a:r>
                  <a:rPr lang="fa-IR" sz="1400" b="1" dirty="0">
                    <a:latin typeface="IRANSans(FaNum)" panose="02040503050201020203" pitchFamily="18" charset="-78"/>
                    <a:cs typeface="IRANSans(FaNum)" panose="02040503050201020203" pitchFamily="18" charset="-78"/>
                  </a:rPr>
                  <a:t> دارد، بنابراین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با هزینه</a:t>
                </a:r>
                <a:r>
                  <a:rPr lang="en-US" sz="1600" b="1" dirty="0">
                    <a:solidFill>
                      <a:srgbClr val="FF0000"/>
                    </a:solidFill>
                    <a:latin typeface="IRANSans(FaNum)" panose="02040503050201020203" pitchFamily="18" charset="-78"/>
                    <a:cs typeface="IRANSans(FaNum)" panose="02040503050201020203" pitchFamily="18" charset="-78"/>
                  </a:rPr>
                  <a:t>8 </a:t>
                </a:r>
                <a:r>
                  <a:rPr lang="fa-IR" sz="1600" b="1" dirty="0">
                    <a:solidFill>
                      <a:srgbClr val="FF0000"/>
                    </a:solidFill>
                    <a:latin typeface="IRANSans(FaNum)" panose="02040503050201020203" pitchFamily="18" charset="-78"/>
                    <a:cs typeface="IRANSans(FaNum)" panose="02040503050201020203" pitchFamily="18" charset="-78"/>
                  </a:rPr>
                  <a:t> </a:t>
                </a:r>
                <a:r>
                  <a:rPr lang="fa-IR" sz="1400" b="1" dirty="0">
                    <a:latin typeface="IRANSans(FaNum)" panose="02040503050201020203" pitchFamily="18" charset="-78"/>
                    <a:cs typeface="IRANSans(FaNum)" panose="02040503050201020203" pitchFamily="18" charset="-78"/>
                  </a:rPr>
                  <a:t>محاسبه کرده و به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اطلاع می‌دهد.  </a:t>
                </a:r>
              </a:p>
            </p:txBody>
          </p:sp>
        </mc:Choice>
        <mc:Fallback xmlns="">
          <p:sp>
            <p:nvSpPr>
              <p:cNvPr id="50" name="Rectangle 42">
                <a:extLst>
                  <a:ext uri="{FF2B5EF4-FFF2-40B4-BE49-F238E27FC236}">
                    <a16:creationId xmlns:a16="http://schemas.microsoft.com/office/drawing/2014/main" id="{7F7F926D-8BAA-7CE4-D1A4-1A610660D823}"/>
                  </a:ext>
                </a:extLst>
              </p:cNvPr>
              <p:cNvSpPr>
                <a:spLocks noRot="1" noChangeAspect="1" noMove="1" noResize="1" noEditPoints="1" noAdjustHandles="1" noChangeArrowheads="1" noChangeShapeType="1" noTextEdit="1"/>
              </p:cNvSpPr>
              <p:nvPr/>
            </p:nvSpPr>
            <p:spPr bwMode="auto">
              <a:xfrm>
                <a:off x="76202" y="4128483"/>
                <a:ext cx="11160000" cy="412421"/>
              </a:xfrm>
              <a:prstGeom prst="rect">
                <a:avLst/>
              </a:prstGeom>
              <a:blipFill>
                <a:blip r:embed="rId6"/>
                <a:stretch>
                  <a:fillRect b="-19118"/>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1" name="Rectangle 42">
                <a:extLst>
                  <a:ext uri="{FF2B5EF4-FFF2-40B4-BE49-F238E27FC236}">
                    <a16:creationId xmlns:a16="http://schemas.microsoft.com/office/drawing/2014/main" id="{7E3FF2A3-53E2-AC69-9C51-B567280E9765}"/>
                  </a:ext>
                </a:extLst>
              </p:cNvPr>
              <p:cNvSpPr>
                <a:spLocks noChangeArrowheads="1"/>
              </p:cNvSpPr>
              <p:nvPr/>
            </p:nvSpPr>
            <p:spPr bwMode="auto">
              <a:xfrm>
                <a:off x="67238" y="4409883"/>
                <a:ext cx="11160000" cy="41242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en-US" sz="1400" b="1" i="1" dirty="0" smtClean="0">
                            <a:latin typeface="Cambria Math" panose="02040503050406030204" pitchFamily="18" charset="0"/>
                            <a:cs typeface="IRANSans(FaNum)" panose="02040503050201020203" pitchFamily="18" charset="-78"/>
                          </a:rPr>
                          <m:t>𝟑</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در می‌یابد که مسیر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هزینه </a:t>
                </a:r>
                <a:r>
                  <a:rPr lang="en-US" sz="1600" b="1" dirty="0">
                    <a:solidFill>
                      <a:srgbClr val="FF0000"/>
                    </a:solidFill>
                    <a:latin typeface="IRANSans(FaNum)" panose="02040503050201020203" pitchFamily="18" charset="-78"/>
                    <a:cs typeface="IRANSans(FaNum)" panose="02040503050201020203" pitchFamily="18" charset="-78"/>
                  </a:rPr>
                  <a:t>8</a:t>
                </a:r>
                <a:r>
                  <a:rPr lang="fa-IR" sz="1400" b="1" dirty="0">
                    <a:latin typeface="IRANSans(FaNum)" panose="02040503050201020203" pitchFamily="18" charset="-78"/>
                    <a:cs typeface="IRANSans(FaNum)" panose="02040503050201020203" pitchFamily="18" charset="-78"/>
                  </a:rPr>
                  <a:t> دارد، بنابراین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با هزینه </a:t>
                </a:r>
                <a:r>
                  <a:rPr lang="en-US" sz="1600" b="1" dirty="0">
                    <a:solidFill>
                      <a:srgbClr val="FF0000"/>
                    </a:solidFill>
                    <a:latin typeface="IRANSans(FaNum)" panose="02040503050201020203" pitchFamily="18" charset="-78"/>
                    <a:cs typeface="IRANSans(FaNum)" panose="02040503050201020203" pitchFamily="18" charset="-78"/>
                  </a:rPr>
                  <a:t>9 </a:t>
                </a:r>
                <a:r>
                  <a:rPr lang="fa-IR" sz="1400" b="1" dirty="0">
                    <a:latin typeface="IRANSans(FaNum)" panose="02040503050201020203" pitchFamily="18" charset="-78"/>
                    <a:cs typeface="IRANSans(FaNum)" panose="02040503050201020203" pitchFamily="18" charset="-78"/>
                  </a:rPr>
                  <a:t>محاسبه کرده و به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اطلاع می‌دهد.  </a:t>
                </a:r>
              </a:p>
            </p:txBody>
          </p:sp>
        </mc:Choice>
        <mc:Fallback xmlns="">
          <p:sp>
            <p:nvSpPr>
              <p:cNvPr id="51" name="Rectangle 42">
                <a:extLst>
                  <a:ext uri="{FF2B5EF4-FFF2-40B4-BE49-F238E27FC236}">
                    <a16:creationId xmlns:a16="http://schemas.microsoft.com/office/drawing/2014/main" id="{7E3FF2A3-53E2-AC69-9C51-B567280E9765}"/>
                  </a:ext>
                </a:extLst>
              </p:cNvPr>
              <p:cNvSpPr>
                <a:spLocks noRot="1" noChangeAspect="1" noMove="1" noResize="1" noEditPoints="1" noAdjustHandles="1" noChangeArrowheads="1" noChangeShapeType="1" noTextEdit="1"/>
              </p:cNvSpPr>
              <p:nvPr/>
            </p:nvSpPr>
            <p:spPr bwMode="auto">
              <a:xfrm>
                <a:off x="67238" y="4409883"/>
                <a:ext cx="11160000" cy="412421"/>
              </a:xfrm>
              <a:prstGeom prst="rect">
                <a:avLst/>
              </a:prstGeom>
              <a:blipFill>
                <a:blip r:embed="rId7"/>
                <a:stretch>
                  <a:fillRect b="-19118"/>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2" name="Rectangle 42">
                <a:extLst>
                  <a:ext uri="{FF2B5EF4-FFF2-40B4-BE49-F238E27FC236}">
                    <a16:creationId xmlns:a16="http://schemas.microsoft.com/office/drawing/2014/main" id="{B34A2470-7E11-28A9-CA76-01F093F5FA01}"/>
                  </a:ext>
                </a:extLst>
              </p:cNvPr>
              <p:cNvSpPr>
                <a:spLocks noChangeArrowheads="1"/>
              </p:cNvSpPr>
              <p:nvPr/>
            </p:nvSpPr>
            <p:spPr bwMode="auto">
              <a:xfrm>
                <a:off x="67238" y="4697740"/>
                <a:ext cx="11160000" cy="41242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en-US" sz="1400" b="1" i="1" dirty="0" smtClean="0">
                            <a:latin typeface="Cambria Math" panose="02040503050406030204" pitchFamily="18" charset="0"/>
                            <a:cs typeface="IRANSans(FaNum)" panose="02040503050201020203" pitchFamily="18" charset="-78"/>
                          </a:rPr>
                          <m:t>𝟒</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در می‌یابد که مسیر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هزینه </a:t>
                </a:r>
                <a:r>
                  <a:rPr lang="en-US" sz="1600" b="1" dirty="0">
                    <a:solidFill>
                      <a:srgbClr val="FF0000"/>
                    </a:solidFill>
                    <a:latin typeface="IRANSans(FaNum)" panose="02040503050201020203" pitchFamily="18" charset="-78"/>
                    <a:cs typeface="IRANSans(FaNum)" panose="02040503050201020203" pitchFamily="18" charset="-78"/>
                  </a:rPr>
                  <a:t>9</a:t>
                </a:r>
                <a:r>
                  <a:rPr lang="fa-IR" sz="1400" b="1" dirty="0">
                    <a:latin typeface="IRANSans(FaNum)" panose="02040503050201020203" pitchFamily="18" charset="-78"/>
                    <a:cs typeface="IRANSans(FaNum)" panose="02040503050201020203" pitchFamily="18" charset="-78"/>
                  </a:rPr>
                  <a:t> دارد، بنابراین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با هزینه</a:t>
                </a:r>
                <a:r>
                  <a:rPr lang="en-US" sz="1600" b="1" dirty="0">
                    <a:solidFill>
                      <a:srgbClr val="FF0000"/>
                    </a:solidFill>
                    <a:latin typeface="IRANSans(FaNum)" panose="02040503050201020203" pitchFamily="18" charset="-78"/>
                    <a:cs typeface="IRANSans(FaNum)" panose="02040503050201020203" pitchFamily="18" charset="-78"/>
                  </a:rPr>
                  <a:t>10 </a:t>
                </a:r>
                <a:r>
                  <a:rPr lang="fa-IR" sz="1600" b="1" dirty="0">
                    <a:solidFill>
                      <a:srgbClr val="FF0000"/>
                    </a:solidFill>
                    <a:latin typeface="IRANSans(FaNum)" panose="02040503050201020203" pitchFamily="18" charset="-78"/>
                    <a:cs typeface="IRANSans(FaNum)" panose="02040503050201020203" pitchFamily="18" charset="-78"/>
                  </a:rPr>
                  <a:t> </a:t>
                </a:r>
                <a:r>
                  <a:rPr lang="fa-IR" sz="1400" b="1" dirty="0">
                    <a:latin typeface="IRANSans(FaNum)" panose="02040503050201020203" pitchFamily="18" charset="-78"/>
                    <a:cs typeface="IRANSans(FaNum)" panose="02040503050201020203" pitchFamily="18" charset="-78"/>
                  </a:rPr>
                  <a:t>محاسبه کرده و به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اطلاع می‌دهد.  </a:t>
                </a:r>
              </a:p>
            </p:txBody>
          </p:sp>
        </mc:Choice>
        <mc:Fallback xmlns="">
          <p:sp>
            <p:nvSpPr>
              <p:cNvPr id="52" name="Rectangle 42">
                <a:extLst>
                  <a:ext uri="{FF2B5EF4-FFF2-40B4-BE49-F238E27FC236}">
                    <a16:creationId xmlns:a16="http://schemas.microsoft.com/office/drawing/2014/main" id="{B34A2470-7E11-28A9-CA76-01F093F5FA01}"/>
                  </a:ext>
                </a:extLst>
              </p:cNvPr>
              <p:cNvSpPr>
                <a:spLocks noRot="1" noChangeAspect="1" noMove="1" noResize="1" noEditPoints="1" noAdjustHandles="1" noChangeArrowheads="1" noChangeShapeType="1" noTextEdit="1"/>
              </p:cNvSpPr>
              <p:nvPr/>
            </p:nvSpPr>
            <p:spPr bwMode="auto">
              <a:xfrm>
                <a:off x="67238" y="4697740"/>
                <a:ext cx="11160000" cy="412421"/>
              </a:xfrm>
              <a:prstGeom prst="rect">
                <a:avLst/>
              </a:prstGeom>
              <a:blipFill>
                <a:blip r:embed="rId8"/>
                <a:stretch>
                  <a:fillRect b="-19403"/>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5" name="Rectangle 42">
                <a:extLst>
                  <a:ext uri="{FF2B5EF4-FFF2-40B4-BE49-F238E27FC236}">
                    <a16:creationId xmlns:a16="http://schemas.microsoft.com/office/drawing/2014/main" id="{827C5E7D-E026-21FE-D089-96A8187E406F}"/>
                  </a:ext>
                </a:extLst>
              </p:cNvPr>
              <p:cNvSpPr>
                <a:spLocks noChangeArrowheads="1"/>
              </p:cNvSpPr>
              <p:nvPr/>
            </p:nvSpPr>
            <p:spPr bwMode="auto">
              <a:xfrm>
                <a:off x="228602" y="5435913"/>
                <a:ext cx="11160000" cy="41242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en-US" sz="1400" b="1" i="1" dirty="0" smtClean="0">
                            <a:latin typeface="Cambria Math" panose="02040503050406030204" pitchFamily="18" charset="0"/>
                            <a:cs typeface="IRANSans(FaNum)" panose="02040503050201020203" pitchFamily="18" charset="-78"/>
                          </a:rPr>
                          <m:t>𝟒𝟓</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در می‌یابد که مسیر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هزینه </a:t>
                </a:r>
                <a:r>
                  <a:rPr lang="en-US" sz="1600" b="1" dirty="0">
                    <a:solidFill>
                      <a:srgbClr val="FF0000"/>
                    </a:solidFill>
                    <a:latin typeface="IRANSans(FaNum)" panose="02040503050201020203" pitchFamily="18" charset="-78"/>
                    <a:cs typeface="IRANSans(FaNum)" panose="02040503050201020203" pitchFamily="18" charset="-78"/>
                  </a:rPr>
                  <a:t>50</a:t>
                </a:r>
                <a:r>
                  <a:rPr lang="fa-IR" sz="1400" b="1" dirty="0">
                    <a:latin typeface="IRANSans(FaNum)" panose="02040503050201020203" pitchFamily="18" charset="-78"/>
                    <a:cs typeface="IRANSans(FaNum)" panose="02040503050201020203" pitchFamily="18" charset="-78"/>
                  </a:rPr>
                  <a:t> دارد، بنابراین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با هزینه</a:t>
                </a:r>
                <a:r>
                  <a:rPr lang="en-US" sz="1600" b="1" dirty="0">
                    <a:solidFill>
                      <a:srgbClr val="FF0000"/>
                    </a:solidFill>
                    <a:latin typeface="IRANSans(FaNum)" panose="02040503050201020203" pitchFamily="18" charset="-78"/>
                    <a:cs typeface="IRANSans(FaNum)" panose="02040503050201020203" pitchFamily="18" charset="-78"/>
                  </a:rPr>
                  <a:t>51 </a:t>
                </a:r>
                <a:r>
                  <a:rPr lang="fa-IR" sz="1600" b="1" dirty="0">
                    <a:solidFill>
                      <a:srgbClr val="FF0000"/>
                    </a:solidFill>
                    <a:latin typeface="IRANSans(FaNum)" panose="02040503050201020203" pitchFamily="18" charset="-78"/>
                    <a:cs typeface="IRANSans(FaNum)" panose="02040503050201020203" pitchFamily="18" charset="-78"/>
                  </a:rPr>
                  <a:t> </a:t>
                </a:r>
                <a:r>
                  <a:rPr lang="fa-IR" sz="1400" b="1" dirty="0">
                    <a:latin typeface="IRANSans(FaNum)" panose="02040503050201020203" pitchFamily="18" charset="-78"/>
                    <a:cs typeface="IRANSans(FaNum)" panose="02040503050201020203" pitchFamily="18" charset="-78"/>
                  </a:rPr>
                  <a:t>محاسبه کرده و به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اطلاع می‌دهد.  </a:t>
                </a:r>
              </a:p>
            </p:txBody>
          </p:sp>
        </mc:Choice>
        <mc:Fallback xmlns="">
          <p:sp>
            <p:nvSpPr>
              <p:cNvPr id="55" name="Rectangle 42">
                <a:extLst>
                  <a:ext uri="{FF2B5EF4-FFF2-40B4-BE49-F238E27FC236}">
                    <a16:creationId xmlns:a16="http://schemas.microsoft.com/office/drawing/2014/main" id="{827C5E7D-E026-21FE-D089-96A8187E406F}"/>
                  </a:ext>
                </a:extLst>
              </p:cNvPr>
              <p:cNvSpPr>
                <a:spLocks noRot="1" noChangeAspect="1" noMove="1" noResize="1" noEditPoints="1" noAdjustHandles="1" noChangeArrowheads="1" noChangeShapeType="1" noTextEdit="1"/>
              </p:cNvSpPr>
              <p:nvPr/>
            </p:nvSpPr>
            <p:spPr bwMode="auto">
              <a:xfrm>
                <a:off x="228602" y="5435913"/>
                <a:ext cx="11160000" cy="412421"/>
              </a:xfrm>
              <a:prstGeom prst="rect">
                <a:avLst/>
              </a:prstGeom>
              <a:blipFill>
                <a:blip r:embed="rId9"/>
                <a:stretch>
                  <a:fillRect b="-19403"/>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6" name="Rectangle 42">
                <a:extLst>
                  <a:ext uri="{FF2B5EF4-FFF2-40B4-BE49-F238E27FC236}">
                    <a16:creationId xmlns:a16="http://schemas.microsoft.com/office/drawing/2014/main" id="{DEEB0715-7B55-97C7-0068-948412EAFBFD}"/>
                  </a:ext>
                </a:extLst>
              </p:cNvPr>
              <p:cNvSpPr>
                <a:spLocks noChangeArrowheads="1"/>
              </p:cNvSpPr>
              <p:nvPr/>
            </p:nvSpPr>
            <p:spPr bwMode="auto">
              <a:xfrm>
                <a:off x="219638" y="5717313"/>
                <a:ext cx="11160000" cy="41242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en-US" sz="1400" b="1" i="1" dirty="0" smtClean="0">
                            <a:latin typeface="Cambria Math" panose="02040503050406030204" pitchFamily="18" charset="0"/>
                            <a:cs typeface="IRANSans(FaNum)" panose="02040503050201020203" pitchFamily="18" charset="-78"/>
                          </a:rPr>
                          <m:t>𝟒𝟔</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در می‌یابد که مسیر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هزینه </a:t>
                </a:r>
                <a:r>
                  <a:rPr lang="en-US" sz="1600" b="1" dirty="0">
                    <a:solidFill>
                      <a:srgbClr val="FF0000"/>
                    </a:solidFill>
                    <a:latin typeface="IRANSans(FaNum)" panose="02040503050201020203" pitchFamily="18" charset="-78"/>
                    <a:cs typeface="IRANSans(FaNum)" panose="02040503050201020203" pitchFamily="18" charset="-78"/>
                  </a:rPr>
                  <a:t>51</a:t>
                </a:r>
                <a:r>
                  <a:rPr lang="fa-IR" sz="1400" b="1" dirty="0">
                    <a:latin typeface="IRANSans(FaNum)" panose="02040503050201020203" pitchFamily="18" charset="-78"/>
                    <a:cs typeface="IRANSans(FaNum)" panose="02040503050201020203" pitchFamily="18" charset="-78"/>
                  </a:rPr>
                  <a:t> دارد، بنابراین تغییری در بردار فاصله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اتاق نمی‌افتد و در نتیجه اطلاع‌رسانی نیز انجام نمی‌شود. </a:t>
                </a:r>
              </a:p>
            </p:txBody>
          </p:sp>
        </mc:Choice>
        <mc:Fallback xmlns="">
          <p:sp>
            <p:nvSpPr>
              <p:cNvPr id="56" name="Rectangle 42">
                <a:extLst>
                  <a:ext uri="{FF2B5EF4-FFF2-40B4-BE49-F238E27FC236}">
                    <a16:creationId xmlns:a16="http://schemas.microsoft.com/office/drawing/2014/main" id="{DEEB0715-7B55-97C7-0068-948412EAFBFD}"/>
                  </a:ext>
                </a:extLst>
              </p:cNvPr>
              <p:cNvSpPr>
                <a:spLocks noRot="1" noChangeAspect="1" noMove="1" noResize="1" noEditPoints="1" noAdjustHandles="1" noChangeArrowheads="1" noChangeShapeType="1" noTextEdit="1"/>
              </p:cNvSpPr>
              <p:nvPr/>
            </p:nvSpPr>
            <p:spPr bwMode="auto">
              <a:xfrm>
                <a:off x="219638" y="5717313"/>
                <a:ext cx="11160000" cy="412421"/>
              </a:xfrm>
              <a:prstGeom prst="rect">
                <a:avLst/>
              </a:prstGeom>
              <a:blipFill>
                <a:blip r:embed="rId10"/>
                <a:stretch>
                  <a:fillRect b="-17647"/>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 name="Rectangle 42">
                <a:extLst>
                  <a:ext uri="{FF2B5EF4-FFF2-40B4-BE49-F238E27FC236}">
                    <a16:creationId xmlns:a16="http://schemas.microsoft.com/office/drawing/2014/main" id="{27CA64E1-4E84-7F01-C069-E9525B314108}"/>
                  </a:ext>
                </a:extLst>
              </p:cNvPr>
              <p:cNvSpPr>
                <a:spLocks noChangeArrowheads="1"/>
              </p:cNvSpPr>
              <p:nvPr/>
            </p:nvSpPr>
            <p:spPr bwMode="auto">
              <a:xfrm>
                <a:off x="2937286" y="4978666"/>
                <a:ext cx="8474436" cy="572464"/>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Para xmlns:m="http://schemas.openxmlformats.org/officeDocument/2006/math">
                    <m:oMathParaPr>
                      <m:jc m:val="centerGroup"/>
                    </m:oMathParaPr>
                    <m:oMath xmlns:m="http://schemas.openxmlformats.org/officeDocument/2006/math">
                      <m:r>
                        <a:rPr lang="fa-IR" sz="2400" b="0" i="1" smtClean="0">
                          <a:solidFill>
                            <a:srgbClr val="FF0000"/>
                          </a:solidFill>
                          <a:latin typeface="Cambria Math" panose="02040503050406030204" pitchFamily="18" charset="0"/>
                          <a:ea typeface="Cambria Math" panose="02040503050406030204" pitchFamily="18" charset="0"/>
                          <a:cs typeface="IRANSans(FaNum)" panose="02040503050201020203" pitchFamily="18" charset="-78"/>
                        </a:rPr>
                        <m:t>⋮</m:t>
                      </m:r>
                    </m:oMath>
                  </m:oMathPara>
                </a14:m>
                <a:endParaRPr lang="fa-IR" sz="2400" dirty="0">
                  <a:solidFill>
                    <a:srgbClr val="FF0000"/>
                  </a:solidFill>
                  <a:latin typeface="IRANSans(FaNum)" panose="02040503050201020203" pitchFamily="18" charset="-78"/>
                  <a:cs typeface="IRANSans(FaNum)" panose="02040503050201020203" pitchFamily="18" charset="-78"/>
                </a:endParaRPr>
              </a:p>
            </p:txBody>
          </p:sp>
        </mc:Choice>
        <mc:Fallback xmlns="">
          <p:sp>
            <p:nvSpPr>
              <p:cNvPr id="58" name="Rectangle 42">
                <a:extLst>
                  <a:ext uri="{FF2B5EF4-FFF2-40B4-BE49-F238E27FC236}">
                    <a16:creationId xmlns:a16="http://schemas.microsoft.com/office/drawing/2014/main" id="{27CA64E1-4E84-7F01-C069-E9525B314108}"/>
                  </a:ext>
                </a:extLst>
              </p:cNvPr>
              <p:cNvSpPr>
                <a:spLocks noRot="1" noChangeAspect="1" noMove="1" noResize="1" noEditPoints="1" noAdjustHandles="1" noChangeArrowheads="1" noChangeShapeType="1" noTextEdit="1"/>
              </p:cNvSpPr>
              <p:nvPr/>
            </p:nvSpPr>
            <p:spPr bwMode="auto">
              <a:xfrm>
                <a:off x="2937286" y="4978666"/>
                <a:ext cx="8474436" cy="572464"/>
              </a:xfrm>
              <a:prstGeom prst="rect">
                <a:avLst/>
              </a:prstGeom>
              <a:blipFill>
                <a:blip r:embed="rId11"/>
                <a:stretch>
                  <a:fillRect/>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p:spTree>
    <p:extLst>
      <p:ext uri="{BB962C8B-B14F-4D97-AF65-F5344CB8AC3E}">
        <p14:creationId xmlns:p14="http://schemas.microsoft.com/office/powerpoint/2010/main" val="3803093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dissolve">
                                      <p:cBhvr>
                                        <p:cTn id="13" dur="500"/>
                                        <p:tgtEl>
                                          <p:spTgt spid="8"/>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46">
                                            <p:txEl>
                                              <p:pRg st="0" end="0"/>
                                            </p:txEl>
                                          </p:spTgt>
                                        </p:tgtEl>
                                        <p:attrNameLst>
                                          <p:attrName>style.visibility</p:attrName>
                                        </p:attrNameLst>
                                      </p:cBhvr>
                                      <p:to>
                                        <p:strVal val="visible"/>
                                      </p:to>
                                    </p:set>
                                    <p:animEffect transition="in" filter="fade">
                                      <p:cBhvr>
                                        <p:cTn id="17" dur="1000"/>
                                        <p:tgtEl>
                                          <p:spTgt spid="46">
                                            <p:txEl>
                                              <p:pRg st="0" end="0"/>
                                            </p:txEl>
                                          </p:spTgt>
                                        </p:tgtEl>
                                      </p:cBhvr>
                                    </p:animEffect>
                                    <p:anim calcmode="lin" valueType="num">
                                      <p:cBhvr>
                                        <p:cTn id="18" dur="100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19" dur="100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46">
                                            <p:txEl>
                                              <p:pRg st="1" end="1"/>
                                            </p:txEl>
                                          </p:spTgt>
                                        </p:tgtEl>
                                        <p:attrNameLst>
                                          <p:attrName>style.visibility</p:attrName>
                                        </p:attrNameLst>
                                      </p:cBhvr>
                                      <p:to>
                                        <p:strVal val="visible"/>
                                      </p:to>
                                    </p:set>
                                    <p:animEffect transition="in" filter="fade">
                                      <p:cBhvr>
                                        <p:cTn id="23" dur="1000"/>
                                        <p:tgtEl>
                                          <p:spTgt spid="46">
                                            <p:txEl>
                                              <p:pRg st="1" end="1"/>
                                            </p:txEl>
                                          </p:spTgt>
                                        </p:tgtEl>
                                      </p:cBhvr>
                                    </p:animEffect>
                                    <p:anim calcmode="lin" valueType="num">
                                      <p:cBhvr>
                                        <p:cTn id="24" dur="1000" fill="hold"/>
                                        <p:tgtEl>
                                          <p:spTgt spid="46">
                                            <p:txEl>
                                              <p:pRg st="1" end="1"/>
                                            </p:txEl>
                                          </p:spTgt>
                                        </p:tgtEl>
                                        <p:attrNameLst>
                                          <p:attrName>ppt_x</p:attrName>
                                        </p:attrNameLst>
                                      </p:cBhvr>
                                      <p:tavLst>
                                        <p:tav tm="0">
                                          <p:val>
                                            <p:strVal val="#ppt_x"/>
                                          </p:val>
                                        </p:tav>
                                        <p:tav tm="100000">
                                          <p:val>
                                            <p:strVal val="#ppt_x"/>
                                          </p:val>
                                        </p:tav>
                                      </p:tavLst>
                                    </p:anim>
                                    <p:anim calcmode="lin" valueType="num">
                                      <p:cBhvr>
                                        <p:cTn id="25" dur="1000" fill="hold"/>
                                        <p:tgtEl>
                                          <p:spTgt spid="46">
                                            <p:txEl>
                                              <p:pRg st="1" end="1"/>
                                            </p:txEl>
                                          </p:spTgt>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46">
                                            <p:txEl>
                                              <p:pRg st="2" end="2"/>
                                            </p:txEl>
                                          </p:spTgt>
                                        </p:tgtEl>
                                        <p:attrNameLst>
                                          <p:attrName>style.visibility</p:attrName>
                                        </p:attrNameLst>
                                      </p:cBhvr>
                                      <p:to>
                                        <p:strVal val="visible"/>
                                      </p:to>
                                    </p:set>
                                    <p:animEffect transition="in" filter="fade">
                                      <p:cBhvr>
                                        <p:cTn id="29" dur="1000"/>
                                        <p:tgtEl>
                                          <p:spTgt spid="46">
                                            <p:txEl>
                                              <p:pRg st="2" end="2"/>
                                            </p:txEl>
                                          </p:spTgt>
                                        </p:tgtEl>
                                      </p:cBhvr>
                                    </p:animEffect>
                                    <p:anim calcmode="lin" valueType="num">
                                      <p:cBhvr>
                                        <p:cTn id="30" dur="1000" fill="hold"/>
                                        <p:tgtEl>
                                          <p:spTgt spid="46">
                                            <p:txEl>
                                              <p:pRg st="2" end="2"/>
                                            </p:txEl>
                                          </p:spTgt>
                                        </p:tgtEl>
                                        <p:attrNameLst>
                                          <p:attrName>ppt_x</p:attrName>
                                        </p:attrNameLst>
                                      </p:cBhvr>
                                      <p:tavLst>
                                        <p:tav tm="0">
                                          <p:val>
                                            <p:strVal val="#ppt_x"/>
                                          </p:val>
                                        </p:tav>
                                        <p:tav tm="100000">
                                          <p:val>
                                            <p:strVal val="#ppt_x"/>
                                          </p:val>
                                        </p:tav>
                                      </p:tavLst>
                                    </p:anim>
                                    <p:anim calcmode="lin" valueType="num">
                                      <p:cBhvr>
                                        <p:cTn id="31" dur="1000" fill="hold"/>
                                        <p:tgtEl>
                                          <p:spTgt spid="46">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3"/>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48"/>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50"/>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51"/>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5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58"/>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55"/>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48" grpId="0"/>
      <p:bldP spid="50" grpId="0"/>
      <p:bldP spid="51" grpId="0"/>
      <p:bldP spid="52" grpId="0"/>
      <p:bldP spid="55" grpId="0"/>
      <p:bldP spid="56" grpId="0"/>
      <p:bldP spid="5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الگوریتم مسیریابی بردار فاصله (</a:t>
            </a:r>
            <a:r>
              <a:rPr lang="en-US" b="1" dirty="0">
                <a:solidFill>
                  <a:srgbClr val="C00000"/>
                </a:solidFill>
                <a:latin typeface="IRANSans(FaNum)" panose="02040503050201020203" pitchFamily="18" charset="-78"/>
              </a:rPr>
              <a:t>Distance Vector</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pSp>
        <p:nvGrpSpPr>
          <p:cNvPr id="8" name="Group 5">
            <a:extLst>
              <a:ext uri="{FF2B5EF4-FFF2-40B4-BE49-F238E27FC236}">
                <a16:creationId xmlns:a16="http://schemas.microsoft.com/office/drawing/2014/main" id="{B504A76C-84FE-D3A5-7835-FA3F8A423596}"/>
              </a:ext>
            </a:extLst>
          </p:cNvPr>
          <p:cNvGrpSpPr>
            <a:grpSpLocks noChangeAspect="1"/>
          </p:cNvGrpSpPr>
          <p:nvPr/>
        </p:nvGrpSpPr>
        <p:grpSpPr bwMode="auto">
          <a:xfrm>
            <a:off x="464926" y="1392693"/>
            <a:ext cx="2880000" cy="1733023"/>
            <a:chOff x="3625" y="1076"/>
            <a:chExt cx="1376" cy="828"/>
          </a:xfrm>
        </p:grpSpPr>
        <p:sp>
          <p:nvSpPr>
            <p:cNvPr id="9" name="Freeform 6">
              <a:extLst>
                <a:ext uri="{FF2B5EF4-FFF2-40B4-BE49-F238E27FC236}">
                  <a16:creationId xmlns:a16="http://schemas.microsoft.com/office/drawing/2014/main" id="{89FF8119-552C-12D1-4801-1C29DF4732F8}"/>
                </a:ext>
              </a:extLst>
            </p:cNvPr>
            <p:cNvSpPr>
              <a:spLocks/>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 name="Freeform 7">
              <a:extLst>
                <a:ext uri="{FF2B5EF4-FFF2-40B4-BE49-F238E27FC236}">
                  <a16:creationId xmlns:a16="http://schemas.microsoft.com/office/drawing/2014/main" id="{B40196E5-EBB2-FA3A-0CDC-621B983E5CA8}"/>
                </a:ext>
              </a:extLst>
            </p:cNvPr>
            <p:cNvSpPr>
              <a:spLocks/>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 name="Oval 8">
              <a:extLst>
                <a:ext uri="{FF2B5EF4-FFF2-40B4-BE49-F238E27FC236}">
                  <a16:creationId xmlns:a16="http://schemas.microsoft.com/office/drawing/2014/main" id="{E1F7B680-6A34-606E-07BB-0A81911E30B9}"/>
                </a:ext>
              </a:extLst>
            </p:cNvPr>
            <p:cNvSpPr>
              <a:spLocks noChangeArrowheads="1"/>
            </p:cNvSpPr>
            <p:nvPr/>
          </p:nvSpPr>
          <p:spPr bwMode="auto">
            <a:xfrm>
              <a:off x="3724" y="164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 name="Line 9">
              <a:extLst>
                <a:ext uri="{FF2B5EF4-FFF2-40B4-BE49-F238E27FC236}">
                  <a16:creationId xmlns:a16="http://schemas.microsoft.com/office/drawing/2014/main" id="{7AF99815-B196-2A48-A693-1B4B7F0DFB3F}"/>
                </a:ext>
              </a:extLst>
            </p:cNvPr>
            <p:cNvSpPr>
              <a:spLocks noChangeShapeType="1"/>
            </p:cNvSpPr>
            <p:nvPr/>
          </p:nvSpPr>
          <p:spPr bwMode="auto">
            <a:xfrm>
              <a:off x="3724"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 name="Line 10">
              <a:extLst>
                <a:ext uri="{FF2B5EF4-FFF2-40B4-BE49-F238E27FC236}">
                  <a16:creationId xmlns:a16="http://schemas.microsoft.com/office/drawing/2014/main" id="{B769DADC-3C11-8045-6116-B89790AEA4E9}"/>
                </a:ext>
              </a:extLst>
            </p:cNvPr>
            <p:cNvSpPr>
              <a:spLocks noChangeShapeType="1"/>
            </p:cNvSpPr>
            <p:nvPr/>
          </p:nvSpPr>
          <p:spPr bwMode="auto">
            <a:xfrm>
              <a:off x="4037"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 name="Rectangle 11">
              <a:extLst>
                <a:ext uri="{FF2B5EF4-FFF2-40B4-BE49-F238E27FC236}">
                  <a16:creationId xmlns:a16="http://schemas.microsoft.com/office/drawing/2014/main" id="{0082BB32-72C5-BF75-BF60-7D07A6C97CEA}"/>
                </a:ext>
              </a:extLst>
            </p:cNvPr>
            <p:cNvSpPr>
              <a:spLocks noChangeArrowheads="1"/>
            </p:cNvSpPr>
            <p:nvPr/>
          </p:nvSpPr>
          <p:spPr bwMode="auto">
            <a:xfrm>
              <a:off x="3724" y="163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16" name="Oval 12">
              <a:extLst>
                <a:ext uri="{FF2B5EF4-FFF2-40B4-BE49-F238E27FC236}">
                  <a16:creationId xmlns:a16="http://schemas.microsoft.com/office/drawing/2014/main" id="{006DAFBB-0216-E98D-2A50-869CCDEE17C7}"/>
                </a:ext>
              </a:extLst>
            </p:cNvPr>
            <p:cNvSpPr>
              <a:spLocks noChangeArrowheads="1"/>
            </p:cNvSpPr>
            <p:nvPr/>
          </p:nvSpPr>
          <p:spPr bwMode="auto">
            <a:xfrm>
              <a:off x="3721" y="157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 name="Freeform 13">
              <a:extLst>
                <a:ext uri="{FF2B5EF4-FFF2-40B4-BE49-F238E27FC236}">
                  <a16:creationId xmlns:a16="http://schemas.microsoft.com/office/drawing/2014/main" id="{58585A27-3169-CC39-B2C9-9B068AC840C9}"/>
                </a:ext>
              </a:extLst>
            </p:cNvPr>
            <p:cNvSpPr>
              <a:spLocks/>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 name="Freeform 14">
              <a:extLst>
                <a:ext uri="{FF2B5EF4-FFF2-40B4-BE49-F238E27FC236}">
                  <a16:creationId xmlns:a16="http://schemas.microsoft.com/office/drawing/2014/main" id="{8B0019F1-99F4-93AC-B5D3-73D6E7C64AE8}"/>
                </a:ext>
              </a:extLst>
            </p:cNvPr>
            <p:cNvSpPr>
              <a:spLocks/>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9" name="Group 15">
              <a:extLst>
                <a:ext uri="{FF2B5EF4-FFF2-40B4-BE49-F238E27FC236}">
                  <a16:creationId xmlns:a16="http://schemas.microsoft.com/office/drawing/2014/main" id="{3958815B-0873-BDC0-14FE-F080419C6A0D}"/>
                </a:ext>
              </a:extLst>
            </p:cNvPr>
            <p:cNvGrpSpPr>
              <a:grpSpLocks/>
            </p:cNvGrpSpPr>
            <p:nvPr/>
          </p:nvGrpSpPr>
          <p:grpSpPr bwMode="auto">
            <a:xfrm>
              <a:off x="3770" y="1526"/>
              <a:ext cx="210" cy="250"/>
              <a:chOff x="2951" y="2429"/>
              <a:chExt cx="213" cy="250"/>
            </a:xfrm>
          </p:grpSpPr>
          <p:sp>
            <p:nvSpPr>
              <p:cNvPr id="44" name="Rectangle 16">
                <a:extLst>
                  <a:ext uri="{FF2B5EF4-FFF2-40B4-BE49-F238E27FC236}">
                    <a16:creationId xmlns:a16="http://schemas.microsoft.com/office/drawing/2014/main" id="{9529DC01-5DBE-13BB-DFB2-D4DB23ED9BCB}"/>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Text Box 17">
                <a:extLst>
                  <a:ext uri="{FF2B5EF4-FFF2-40B4-BE49-F238E27FC236}">
                    <a16:creationId xmlns:a16="http://schemas.microsoft.com/office/drawing/2014/main" id="{BC7C511A-4DA9-4EF4-F694-77D66B0FF3B4}"/>
                  </a:ext>
                </a:extLst>
              </p:cNvPr>
              <p:cNvSpPr txBox="1">
                <a:spLocks noChangeArrowheads="1"/>
              </p:cNvSpPr>
              <p:nvPr/>
            </p:nvSpPr>
            <p:spPr bwMode="auto">
              <a:xfrm>
                <a:off x="2951" y="2429"/>
                <a:ext cx="213"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nvGrpSpPr>
            <p:cNvPr id="20" name="Group 18">
              <a:extLst>
                <a:ext uri="{FF2B5EF4-FFF2-40B4-BE49-F238E27FC236}">
                  <a16:creationId xmlns:a16="http://schemas.microsoft.com/office/drawing/2014/main" id="{3902F3C5-D227-0671-2CC8-B92F28A49D03}"/>
                </a:ext>
              </a:extLst>
            </p:cNvPr>
            <p:cNvGrpSpPr>
              <a:grpSpLocks/>
            </p:cNvGrpSpPr>
            <p:nvPr/>
          </p:nvGrpSpPr>
          <p:grpSpPr bwMode="auto">
            <a:xfrm>
              <a:off x="4566" y="1538"/>
              <a:ext cx="316" cy="250"/>
              <a:chOff x="1740" y="2306"/>
              <a:chExt cx="316" cy="250"/>
            </a:xfrm>
          </p:grpSpPr>
          <p:sp>
            <p:nvSpPr>
              <p:cNvPr id="36" name="Oval 19">
                <a:extLst>
                  <a:ext uri="{FF2B5EF4-FFF2-40B4-BE49-F238E27FC236}">
                    <a16:creationId xmlns:a16="http://schemas.microsoft.com/office/drawing/2014/main" id="{647E8E1A-5F9B-C320-794B-4F7B3BCFB4B0}"/>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20">
                <a:extLst>
                  <a:ext uri="{FF2B5EF4-FFF2-40B4-BE49-F238E27FC236}">
                    <a16:creationId xmlns:a16="http://schemas.microsoft.com/office/drawing/2014/main" id="{F3BD27C1-0E14-C4B1-DEF4-926291D20715}"/>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Line 21">
                <a:extLst>
                  <a:ext uri="{FF2B5EF4-FFF2-40B4-BE49-F238E27FC236}">
                    <a16:creationId xmlns:a16="http://schemas.microsoft.com/office/drawing/2014/main" id="{9D8B5F36-4459-63D6-B4E5-F72029019BC8}"/>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 name="Rectangle 22">
                <a:extLst>
                  <a:ext uri="{FF2B5EF4-FFF2-40B4-BE49-F238E27FC236}">
                    <a16:creationId xmlns:a16="http://schemas.microsoft.com/office/drawing/2014/main" id="{DCE47248-FEAB-2F69-0F31-EBD534CD24DB}"/>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40" name="Oval 23">
                <a:extLst>
                  <a:ext uri="{FF2B5EF4-FFF2-40B4-BE49-F238E27FC236}">
                    <a16:creationId xmlns:a16="http://schemas.microsoft.com/office/drawing/2014/main" id="{9AC89D66-BCDB-FEFB-0B79-0E6A172B9F72}"/>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 name="Group 24">
                <a:extLst>
                  <a:ext uri="{FF2B5EF4-FFF2-40B4-BE49-F238E27FC236}">
                    <a16:creationId xmlns:a16="http://schemas.microsoft.com/office/drawing/2014/main" id="{E86A7A7D-5AD1-42BB-8D41-51C2E04218AD}"/>
                  </a:ext>
                </a:extLst>
              </p:cNvPr>
              <p:cNvGrpSpPr>
                <a:grpSpLocks/>
              </p:cNvGrpSpPr>
              <p:nvPr/>
            </p:nvGrpSpPr>
            <p:grpSpPr bwMode="auto">
              <a:xfrm>
                <a:off x="1800" y="2306"/>
                <a:ext cx="202" cy="250"/>
                <a:chOff x="2955" y="2429"/>
                <a:chExt cx="205" cy="250"/>
              </a:xfrm>
            </p:grpSpPr>
            <p:sp>
              <p:nvSpPr>
                <p:cNvPr id="42" name="Rectangle 25">
                  <a:extLst>
                    <a:ext uri="{FF2B5EF4-FFF2-40B4-BE49-F238E27FC236}">
                      <a16:creationId xmlns:a16="http://schemas.microsoft.com/office/drawing/2014/main" id="{075C1779-38BE-D971-0ADC-40A0DA07BAD4}"/>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Text Box 26">
                  <a:extLst>
                    <a:ext uri="{FF2B5EF4-FFF2-40B4-BE49-F238E27FC236}">
                      <a16:creationId xmlns:a16="http://schemas.microsoft.com/office/drawing/2014/main" id="{8C111EC0-5C1C-0509-2E56-9A82DAD3B5BA}"/>
                    </a:ext>
                  </a:extLst>
                </p:cNvPr>
                <p:cNvSpPr txBox="1">
                  <a:spLocks noChangeArrowheads="1"/>
                </p:cNvSpPr>
                <p:nvPr/>
              </p:nvSpPr>
              <p:spPr bwMode="auto">
                <a:xfrm>
                  <a:off x="2955" y="2429"/>
                  <a:ext cx="20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z</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21" name="Text Box 27">
              <a:extLst>
                <a:ext uri="{FF2B5EF4-FFF2-40B4-BE49-F238E27FC236}">
                  <a16:creationId xmlns:a16="http://schemas.microsoft.com/office/drawing/2014/main" id="{D0347D2A-E5B7-CA7C-4E7F-46FB8F1116E6}"/>
                </a:ext>
              </a:extLst>
            </p:cNvPr>
            <p:cNvSpPr txBox="1">
              <a:spLocks noChangeArrowheads="1"/>
            </p:cNvSpPr>
            <p:nvPr/>
          </p:nvSpPr>
          <p:spPr bwMode="auto">
            <a:xfrm>
              <a:off x="4469" y="1328"/>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22" name="Text Box 28">
              <a:extLst>
                <a:ext uri="{FF2B5EF4-FFF2-40B4-BE49-F238E27FC236}">
                  <a16:creationId xmlns:a16="http://schemas.microsoft.com/office/drawing/2014/main" id="{67C542DD-3FF9-17E9-4E83-EBDB8F9F9F7F}"/>
                </a:ext>
              </a:extLst>
            </p:cNvPr>
            <p:cNvSpPr txBox="1">
              <a:spLocks noChangeArrowheads="1"/>
            </p:cNvSpPr>
            <p:nvPr/>
          </p:nvSpPr>
          <p:spPr bwMode="auto">
            <a:xfrm>
              <a:off x="3930" y="1325"/>
              <a:ext cx="2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24" name="Text Box 29">
              <a:extLst>
                <a:ext uri="{FF2B5EF4-FFF2-40B4-BE49-F238E27FC236}">
                  <a16:creationId xmlns:a16="http://schemas.microsoft.com/office/drawing/2014/main" id="{04086810-900A-E415-CAAC-DAA07EE4CDEF}"/>
                </a:ext>
              </a:extLst>
            </p:cNvPr>
            <p:cNvSpPr txBox="1">
              <a:spLocks noChangeArrowheads="1"/>
            </p:cNvSpPr>
            <p:nvPr/>
          </p:nvSpPr>
          <p:spPr bwMode="auto">
            <a:xfrm>
              <a:off x="4171" y="1658"/>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50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nvGrpSpPr>
            <p:cNvPr id="25" name="Group 30">
              <a:extLst>
                <a:ext uri="{FF2B5EF4-FFF2-40B4-BE49-F238E27FC236}">
                  <a16:creationId xmlns:a16="http://schemas.microsoft.com/office/drawing/2014/main" id="{953F9085-375E-D2C4-CF01-0A32E2F7F781}"/>
                </a:ext>
              </a:extLst>
            </p:cNvPr>
            <p:cNvGrpSpPr>
              <a:grpSpLocks/>
            </p:cNvGrpSpPr>
            <p:nvPr/>
          </p:nvGrpSpPr>
          <p:grpSpPr bwMode="auto">
            <a:xfrm>
              <a:off x="4146" y="1214"/>
              <a:ext cx="316" cy="250"/>
              <a:chOff x="1740" y="2306"/>
              <a:chExt cx="316" cy="250"/>
            </a:xfrm>
          </p:grpSpPr>
          <p:sp>
            <p:nvSpPr>
              <p:cNvPr id="28" name="Oval 31">
                <a:extLst>
                  <a:ext uri="{FF2B5EF4-FFF2-40B4-BE49-F238E27FC236}">
                    <a16:creationId xmlns:a16="http://schemas.microsoft.com/office/drawing/2014/main" id="{02A8F04F-6F99-648F-05AA-403009B86803}"/>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Line 32">
                <a:extLst>
                  <a:ext uri="{FF2B5EF4-FFF2-40B4-BE49-F238E27FC236}">
                    <a16:creationId xmlns:a16="http://schemas.microsoft.com/office/drawing/2014/main" id="{93AB122A-925B-59D8-50B9-06254AA93FA4}"/>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Line 33">
                <a:extLst>
                  <a:ext uri="{FF2B5EF4-FFF2-40B4-BE49-F238E27FC236}">
                    <a16:creationId xmlns:a16="http://schemas.microsoft.com/office/drawing/2014/main" id="{AA3CF136-00C5-112A-0AFF-476866DEB841}"/>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Rectangle 34">
                <a:extLst>
                  <a:ext uri="{FF2B5EF4-FFF2-40B4-BE49-F238E27FC236}">
                    <a16:creationId xmlns:a16="http://schemas.microsoft.com/office/drawing/2014/main" id="{241B08CB-2B5E-7D2A-6680-6EF0607D86C1}"/>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32" name="Oval 35">
                <a:extLst>
                  <a:ext uri="{FF2B5EF4-FFF2-40B4-BE49-F238E27FC236}">
                    <a16:creationId xmlns:a16="http://schemas.microsoft.com/office/drawing/2014/main" id="{A97AA89E-A93F-6A77-D4AC-8FEDAF95D92E}"/>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3" name="Group 36">
                <a:extLst>
                  <a:ext uri="{FF2B5EF4-FFF2-40B4-BE49-F238E27FC236}">
                    <a16:creationId xmlns:a16="http://schemas.microsoft.com/office/drawing/2014/main" id="{747C00F6-C684-190A-21F4-85915C8688F9}"/>
                  </a:ext>
                </a:extLst>
              </p:cNvPr>
              <p:cNvGrpSpPr>
                <a:grpSpLocks/>
              </p:cNvGrpSpPr>
              <p:nvPr/>
            </p:nvGrpSpPr>
            <p:grpSpPr bwMode="auto">
              <a:xfrm>
                <a:off x="1802" y="2306"/>
                <a:ext cx="199" cy="250"/>
                <a:chOff x="2957" y="2429"/>
                <a:chExt cx="202" cy="250"/>
              </a:xfrm>
            </p:grpSpPr>
            <p:sp>
              <p:nvSpPr>
                <p:cNvPr id="34" name="Rectangle 37">
                  <a:extLst>
                    <a:ext uri="{FF2B5EF4-FFF2-40B4-BE49-F238E27FC236}">
                      <a16:creationId xmlns:a16="http://schemas.microsoft.com/office/drawing/2014/main" id="{8B1B2FEA-1B62-D526-D4E9-AC57C115FA7C}"/>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Text Box 38">
                  <a:extLst>
                    <a:ext uri="{FF2B5EF4-FFF2-40B4-BE49-F238E27FC236}">
                      <a16:creationId xmlns:a16="http://schemas.microsoft.com/office/drawing/2014/main" id="{DE32E506-CA97-15E9-566E-591B23A50FB1}"/>
                    </a:ext>
                  </a:extLst>
                </p:cNvPr>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26" name="Text Box 39">
              <a:extLst>
                <a:ext uri="{FF2B5EF4-FFF2-40B4-BE49-F238E27FC236}">
                  <a16:creationId xmlns:a16="http://schemas.microsoft.com/office/drawing/2014/main" id="{B3BA3B79-00CF-6530-F9B6-19408FBFEE5C}"/>
                </a:ext>
              </a:extLst>
            </p:cNvPr>
            <p:cNvSpPr txBox="1">
              <a:spLocks noChangeArrowheads="1"/>
            </p:cNvSpPr>
            <p:nvPr/>
          </p:nvSpPr>
          <p:spPr bwMode="auto">
            <a:xfrm>
              <a:off x="3781" y="1076"/>
              <a:ext cx="29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lang="en-US" sz="1800" kern="0" dirty="0">
                  <a:solidFill>
                    <a:srgbClr val="FF0000"/>
                  </a:solidFill>
                  <a:latin typeface="Comic Sans MS" charset="0"/>
                </a:rPr>
                <a:t>6</a:t>
              </a:r>
              <a:r>
                <a:rPr kumimoji="0" lang="en-US" sz="1800" b="0" i="0" u="none" strike="noStrike" kern="0" cap="none" spc="0" normalizeH="0" baseline="0" noProof="0" dirty="0">
                  <a:ln>
                    <a:noFill/>
                  </a:ln>
                  <a:solidFill>
                    <a:srgbClr val="FF0000"/>
                  </a:solidFill>
                  <a:effectLst/>
                  <a:uLnTx/>
                  <a:uFillTx/>
                  <a:latin typeface="Comic Sans MS" charset="0"/>
                  <a:ea typeface="ＭＳ Ｐゴシック" charset="0"/>
                </a:rPr>
                <a:t>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27" name="Line 40">
              <a:extLst>
                <a:ext uri="{FF2B5EF4-FFF2-40B4-BE49-F238E27FC236}">
                  <a16:creationId xmlns:a16="http://schemas.microsoft.com/office/drawing/2014/main" id="{1732A720-894F-B460-6253-F40304B70440}"/>
                </a:ext>
              </a:extLst>
            </p:cNvPr>
            <p:cNvSpPr>
              <a:spLocks noChangeShapeType="1"/>
            </p:cNvSpPr>
            <p:nvPr/>
          </p:nvSpPr>
          <p:spPr bwMode="auto">
            <a:xfrm flipH="1" flipV="1">
              <a:off x="3948" y="1272"/>
              <a:ext cx="132" cy="228"/>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6" name="Rectangle 3">
            <a:extLst>
              <a:ext uri="{FF2B5EF4-FFF2-40B4-BE49-F238E27FC236}">
                <a16:creationId xmlns:a16="http://schemas.microsoft.com/office/drawing/2014/main" id="{30C84118-A088-11D4-97AB-9F34F05628B9}"/>
              </a:ext>
            </a:extLst>
          </p:cNvPr>
          <p:cNvSpPr>
            <a:spLocks noChangeArrowheads="1"/>
          </p:cNvSpPr>
          <p:nvPr/>
        </p:nvSpPr>
        <p:spPr bwMode="auto">
          <a:xfrm>
            <a:off x="3254737" y="1492834"/>
            <a:ext cx="8489858" cy="19361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gn="r" rtl="1">
              <a:lnSpc>
                <a:spcPct val="125000"/>
              </a:lnSpc>
              <a:spcBef>
                <a:spcPct val="20000"/>
              </a:spcBef>
              <a:buClr>
                <a:srgbClr val="000099"/>
              </a:buClr>
              <a:buSzPct val="100000"/>
            </a:pPr>
            <a:r>
              <a:rPr lang="fa-IR" sz="2000" b="1" dirty="0">
                <a:solidFill>
                  <a:srgbClr val="0000A8"/>
                </a:solidFill>
                <a:latin typeface="IRANSans(FaNum)" panose="02040503050201020203" pitchFamily="18" charset="-78"/>
                <a:cs typeface="IRANSans(FaNum)" panose="02040503050201020203" pitchFamily="18" charset="-78"/>
              </a:rPr>
              <a:t>تغییرات هزینه لینک:</a:t>
            </a:r>
            <a:endParaRPr lang="en-US" sz="2000" b="1" dirty="0">
              <a:solidFill>
                <a:srgbClr val="0000A8"/>
              </a:solidFill>
              <a:latin typeface="IRANSans(FaNum)" panose="02040503050201020203" pitchFamily="18" charset="-78"/>
              <a:cs typeface="IRANSans(FaNum)" panose="02040503050201020203" pitchFamily="18" charset="-78"/>
            </a:endParaRPr>
          </a:p>
          <a:p>
            <a:pPr marL="432000" indent="-144000" algn="r" rtl="1">
              <a:lnSpc>
                <a:spcPct val="125000"/>
              </a:lnSpc>
              <a:spcBef>
                <a:spcPct val="20000"/>
              </a:spcBef>
              <a:buClr>
                <a:srgbClr val="000099"/>
              </a:buClr>
              <a:buSzPct val="100000"/>
              <a:buFont typeface="Arial" panose="020B0604020202020204" pitchFamily="34" charset="0"/>
              <a:buChar char="•"/>
            </a:pPr>
            <a:r>
              <a:rPr lang="fa-IR" sz="2000" b="1" dirty="0">
                <a:latin typeface="IRANSans(FaNum)" panose="02040503050201020203" pitchFamily="18" charset="-78"/>
                <a:cs typeface="IRANSans(FaNum)" panose="02040503050201020203" pitchFamily="18" charset="-78"/>
              </a:rPr>
              <a:t>تشخیص تغییر هزینه لینک محلی توسط گره </a:t>
            </a:r>
            <a:endParaRPr lang="en-US" sz="2000" b="1" dirty="0">
              <a:latin typeface="IRANSans(FaNum)" panose="02040503050201020203" pitchFamily="18" charset="-78"/>
              <a:cs typeface="IRANSans(FaNum)" panose="02040503050201020203" pitchFamily="18" charset="-78"/>
            </a:endParaRPr>
          </a:p>
          <a:p>
            <a:pPr marL="432000" indent="-144000" algn="r" rtl="1">
              <a:lnSpc>
                <a:spcPct val="125000"/>
              </a:lnSpc>
              <a:spcBef>
                <a:spcPct val="20000"/>
              </a:spcBef>
              <a:buClr>
                <a:srgbClr val="000099"/>
              </a:buClr>
              <a:buSzPct val="100000"/>
              <a:buFont typeface="Arial" panose="020B0604020202020204" pitchFamily="34" charset="0"/>
              <a:buChar char="•"/>
            </a:pPr>
            <a:r>
              <a:rPr lang="fa-IR" sz="2000" b="1" dirty="0">
                <a:latin typeface="IRANSans(FaNum)" panose="02040503050201020203" pitchFamily="18" charset="-78"/>
                <a:cs typeface="IRANSans(FaNum)" panose="02040503050201020203" pitchFamily="18" charset="-78"/>
              </a:rPr>
              <a:t>"همگرایی کند" – مسئله شمارش تا بی‌نهایت (</a:t>
            </a:r>
            <a:r>
              <a:rPr lang="en-US" sz="2000" b="1" dirty="0">
                <a:latin typeface="IRANSans(FaNum)" panose="02040503050201020203" pitchFamily="18" charset="-78"/>
                <a:cs typeface="IRANSans(FaNum)" panose="02040503050201020203" pitchFamily="18" charset="-78"/>
              </a:rPr>
              <a:t>count-to-infinity</a:t>
            </a:r>
            <a:r>
              <a:rPr lang="fa-IR" sz="2000" b="1" dirty="0">
                <a:latin typeface="IRANSans(FaNum)" panose="02040503050201020203" pitchFamily="18" charset="-78"/>
                <a:cs typeface="IRANSans(FaNum)" panose="02040503050201020203" pitchFamily="18" charset="-78"/>
              </a:rPr>
              <a:t>)</a:t>
            </a:r>
          </a:p>
          <a:p>
            <a:pPr marL="432000" indent="-144000" algn="r" rtl="1">
              <a:lnSpc>
                <a:spcPct val="125000"/>
              </a:lnSpc>
              <a:spcBef>
                <a:spcPct val="20000"/>
              </a:spcBef>
              <a:buClr>
                <a:srgbClr val="000099"/>
              </a:buClr>
              <a:buSzPct val="100000"/>
              <a:buFont typeface="Arial" panose="020B0604020202020204" pitchFamily="34" charset="0"/>
              <a:buChar char="•"/>
            </a:pPr>
            <a:r>
              <a:rPr lang="fa-IR" sz="2000" b="1" dirty="0">
                <a:latin typeface="IRANSans(FaNum)" panose="02040503050201020203" pitchFamily="18" charset="-78"/>
                <a:cs typeface="IRANSans(FaNum)" panose="02040503050201020203" pitchFamily="18" charset="-78"/>
              </a:rPr>
              <a:t>افزودن قابلیت </a:t>
            </a:r>
            <a:r>
              <a:rPr lang="en-US" sz="2000" b="1" dirty="0">
                <a:latin typeface="IRANSans(FaNum)" panose="02040503050201020203" pitchFamily="18" charset="-78"/>
                <a:cs typeface="IRANSans(FaNum)" panose="02040503050201020203" pitchFamily="18" charset="-78"/>
              </a:rPr>
              <a:t>poisoned reverse</a:t>
            </a:r>
            <a:r>
              <a:rPr lang="fa-IR" sz="2000" b="1" dirty="0">
                <a:latin typeface="IRANSans(FaNum)" panose="02040503050201020203" pitchFamily="18" charset="-78"/>
                <a:cs typeface="IRANSans(FaNum)" panose="02040503050201020203" pitchFamily="18" charset="-78"/>
              </a:rPr>
              <a:t> (عکس مسمومیت) به الگوریتم بردار فاصله</a:t>
            </a:r>
          </a:p>
        </p:txBody>
      </p:sp>
      <mc:AlternateContent xmlns:mc="http://schemas.openxmlformats.org/markup-compatibility/2006" xmlns:a14="http://schemas.microsoft.com/office/drawing/2010/main">
        <mc:Choice Requires="a14">
          <p:sp>
            <p:nvSpPr>
              <p:cNvPr id="23" name="Rectangle 41">
                <a:extLst>
                  <a:ext uri="{FF2B5EF4-FFF2-40B4-BE49-F238E27FC236}">
                    <a16:creationId xmlns:a16="http://schemas.microsoft.com/office/drawing/2014/main" id="{E83CC5BE-DF71-C577-A6F8-BE60D166401F}"/>
                  </a:ext>
                </a:extLst>
              </p:cNvPr>
              <p:cNvSpPr>
                <a:spLocks noChangeArrowheads="1"/>
              </p:cNvSpPr>
              <p:nvPr/>
            </p:nvSpPr>
            <p:spPr bwMode="auto">
              <a:xfrm>
                <a:off x="300262" y="4569953"/>
                <a:ext cx="11160000" cy="652486"/>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457200"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smtClean="0">
                            <a:latin typeface="Cambria Math" panose="02040503050406030204" pitchFamily="18" charset="0"/>
                            <a:cs typeface="IRANSans(FaNum)" panose="02040503050201020203" pitchFamily="18" charset="-78"/>
                          </a:rPr>
                          <m:t>𝒕</m:t>
                        </m:r>
                      </m:e>
                      <m:sub>
                        <m:r>
                          <a:rPr lang="en-US" sz="1400" b="1" i="1" dirty="0" smtClean="0">
                            <a:latin typeface="Cambria Math" panose="02040503050406030204" pitchFamily="18" charset="0"/>
                            <a:cs typeface="IRANSans(FaNum)" panose="02040503050201020203" pitchFamily="18" charset="-78"/>
                          </a:rPr>
                          <m:t>𝟎</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تغییر هزینه لینک مستقیم به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60 تشخیص می‌دهد، اما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می‌گوید مسیری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ندارد (هزینه </a:t>
                </a:r>
                <a14:m>
                  <m:oMath xmlns:m="http://schemas.openxmlformats.org/officeDocument/2006/math">
                    <m:r>
                      <a:rPr lang="fa-IR" sz="1400" b="1" i="1" smtClean="0">
                        <a:latin typeface="Cambria Math" panose="02040503050406030204" pitchFamily="18" charset="0"/>
                        <a:ea typeface="Cambria Math" panose="02040503050406030204" pitchFamily="18" charset="0"/>
                        <a:cs typeface="IRANSans(FaNum)" panose="02040503050201020203" pitchFamily="18" charset="-78"/>
                      </a:rPr>
                      <m:t>∞</m:t>
                    </m:r>
                  </m:oMath>
                </a14:m>
                <a:r>
                  <a:rPr lang="fa-IR" sz="1400" b="1" dirty="0">
                    <a:latin typeface="IRANSans(FaNum)" panose="02040503050201020203" pitchFamily="18" charset="-78"/>
                    <a:cs typeface="IRANSans(FaNum)" panose="02040503050201020203" pitchFamily="18" charset="-78"/>
                  </a:rPr>
                  <a:t>)، در نتیجه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نیز مسیری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پیدا نمی‌کند و هزینه مسیر آن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بی‌نهایت شده آن را به اطلاع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می‌رساند.</a:t>
                </a:r>
                <a:endParaRPr lang="en-US" sz="1100" b="1" dirty="0">
                  <a:latin typeface="IRANSans(FaNum)" panose="02040503050201020203" pitchFamily="18" charset="-78"/>
                  <a:cs typeface="IRANSans(FaNum)" panose="02040503050201020203" pitchFamily="18" charset="-78"/>
                </a:endParaRPr>
              </a:p>
            </p:txBody>
          </p:sp>
        </mc:Choice>
        <mc:Fallback xmlns="">
          <p:sp>
            <p:nvSpPr>
              <p:cNvPr id="23" name="Rectangle 41">
                <a:extLst>
                  <a:ext uri="{FF2B5EF4-FFF2-40B4-BE49-F238E27FC236}">
                    <a16:creationId xmlns:a16="http://schemas.microsoft.com/office/drawing/2014/main" id="{E83CC5BE-DF71-C577-A6F8-BE60D166401F}"/>
                  </a:ext>
                </a:extLst>
              </p:cNvPr>
              <p:cNvSpPr>
                <a:spLocks noRot="1" noChangeAspect="1" noMove="1" noResize="1" noEditPoints="1" noAdjustHandles="1" noChangeArrowheads="1" noChangeShapeType="1" noTextEdit="1"/>
              </p:cNvSpPr>
              <p:nvPr/>
            </p:nvSpPr>
            <p:spPr bwMode="auto">
              <a:xfrm>
                <a:off x="300262" y="4569953"/>
                <a:ext cx="11160000" cy="652486"/>
              </a:xfrm>
              <a:prstGeom prst="rect">
                <a:avLst/>
              </a:prstGeom>
              <a:blipFill>
                <a:blip r:embed="rId4"/>
                <a:stretch>
                  <a:fillRect b="-9346"/>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48" name="Rectangle 42">
                <a:extLst>
                  <a:ext uri="{FF2B5EF4-FFF2-40B4-BE49-F238E27FC236}">
                    <a16:creationId xmlns:a16="http://schemas.microsoft.com/office/drawing/2014/main" id="{41F4BF27-AA5D-353F-D75B-74C488ED85E6}"/>
                  </a:ext>
                </a:extLst>
              </p:cNvPr>
              <p:cNvSpPr>
                <a:spLocks noChangeArrowheads="1"/>
              </p:cNvSpPr>
              <p:nvPr/>
            </p:nvSpPr>
            <p:spPr bwMode="auto">
              <a:xfrm>
                <a:off x="299882" y="5220214"/>
                <a:ext cx="11160000" cy="393954"/>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fa-IR" sz="1400" b="1" i="1" dirty="0" smtClean="0">
                            <a:latin typeface="Cambria Math" panose="02040503050406030204" pitchFamily="18" charset="0"/>
                            <a:cs typeface="IRANSans(FaNum)" panose="02040503050201020203" pitchFamily="18" charset="-78"/>
                          </a:rPr>
                          <m:t>𝟏</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در می‌یابد که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مسیری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ندارد (هزینه </a:t>
                </a:r>
                <a14:m>
                  <m:oMath xmlns:m="http://schemas.openxmlformats.org/officeDocument/2006/math">
                    <m:r>
                      <a:rPr lang="fa-IR" sz="1600" b="1" i="1" dirty="0" smtClean="0">
                        <a:solidFill>
                          <a:srgbClr val="FF0000"/>
                        </a:solidFill>
                        <a:latin typeface="Cambria Math" panose="02040503050406030204" pitchFamily="18" charset="0"/>
                        <a:ea typeface="Cambria Math" panose="02040503050406030204" pitchFamily="18" charset="0"/>
                        <a:cs typeface="IRANSans(FaNum)" panose="02040503050201020203" pitchFamily="18" charset="-78"/>
                      </a:rPr>
                      <m:t>∞</m:t>
                    </m:r>
                  </m:oMath>
                </a14:m>
                <a:r>
                  <a:rPr lang="fa-IR" sz="1400" b="1" dirty="0">
                    <a:latin typeface="IRANSans(FaNum)" panose="02040503050201020203" pitchFamily="18" charset="-78"/>
                    <a:cs typeface="IRANSans(FaNum)" panose="02040503050201020203" pitchFamily="18" charset="-78"/>
                  </a:rPr>
                  <a:t>)، بنابراین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با هزینه </a:t>
                </a:r>
                <a:r>
                  <a:rPr lang="fa-IR" sz="1600" b="1" dirty="0">
                    <a:solidFill>
                      <a:srgbClr val="FF0000"/>
                    </a:solidFill>
                    <a:latin typeface="IRANSans(FaNum)" panose="02040503050201020203" pitchFamily="18" charset="-78"/>
                    <a:cs typeface="IRANSans(FaNum)" panose="02040503050201020203" pitchFamily="18" charset="-78"/>
                  </a:rPr>
                  <a:t>50</a:t>
                </a:r>
                <a:r>
                  <a:rPr lang="fa-IR" sz="1400" b="1" dirty="0">
                    <a:latin typeface="IRANSans(FaNum)" panose="02040503050201020203" pitchFamily="18" charset="-78"/>
                    <a:cs typeface="IRANSans(FaNum)" panose="02040503050201020203" pitchFamily="18" charset="-78"/>
                  </a:rPr>
                  <a:t> محاسبه کرده و به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اطلاع می‌دهد.  </a:t>
                </a:r>
              </a:p>
            </p:txBody>
          </p:sp>
        </mc:Choice>
        <mc:Fallback xmlns="">
          <p:sp>
            <p:nvSpPr>
              <p:cNvPr id="48" name="Rectangle 42">
                <a:extLst>
                  <a:ext uri="{FF2B5EF4-FFF2-40B4-BE49-F238E27FC236}">
                    <a16:creationId xmlns:a16="http://schemas.microsoft.com/office/drawing/2014/main" id="{41F4BF27-AA5D-353F-D75B-74C488ED85E6}"/>
                  </a:ext>
                </a:extLst>
              </p:cNvPr>
              <p:cNvSpPr>
                <a:spLocks noRot="1" noChangeAspect="1" noMove="1" noResize="1" noEditPoints="1" noAdjustHandles="1" noChangeArrowheads="1" noChangeShapeType="1" noTextEdit="1"/>
              </p:cNvSpPr>
              <p:nvPr/>
            </p:nvSpPr>
            <p:spPr bwMode="auto">
              <a:xfrm>
                <a:off x="299882" y="5220214"/>
                <a:ext cx="11160000" cy="393954"/>
              </a:xfrm>
              <a:prstGeom prst="rect">
                <a:avLst/>
              </a:prstGeom>
              <a:blipFill>
                <a:blip r:embed="rId5"/>
                <a:stretch>
                  <a:fillRect b="-23077"/>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5" name="Rectangle 42">
                <a:extLst>
                  <a:ext uri="{FF2B5EF4-FFF2-40B4-BE49-F238E27FC236}">
                    <a16:creationId xmlns:a16="http://schemas.microsoft.com/office/drawing/2014/main" id="{827C5E7D-E026-21FE-D089-96A8187E406F}"/>
                  </a:ext>
                </a:extLst>
              </p:cNvPr>
              <p:cNvSpPr>
                <a:spLocks noChangeArrowheads="1"/>
              </p:cNvSpPr>
              <p:nvPr/>
            </p:nvSpPr>
            <p:spPr bwMode="auto">
              <a:xfrm>
                <a:off x="228602" y="5652480"/>
                <a:ext cx="11160000" cy="412421"/>
              </a:xfrm>
              <a:prstGeom prst="rect">
                <a:avLst/>
              </a:prstGeom>
              <a:noFill/>
              <a:ln>
                <a:noFill/>
              </a:ln>
              <a:extLst>
                <a:ext uri="{909E8E84-426E-40dd-AFC4-6F175D3DCCD1}">
                  <a14:hiddenFill xmlns="">
                    <a:solidFill>
                      <a:srgbClr val="FFFFFF"/>
                    </a:solidFill>
                  </a14:hiddenFill>
                </a:ext>
                <a:ext uri="{91240B29-F687-4f45-9708-019B960494DF}">
                  <a14:hiddenLine xmlns="" w="9525">
                    <a:solidFill>
                      <a:srgbClr val="000000"/>
                    </a:solidFill>
                    <a:miter lim="800000"/>
                    <a:headEnd/>
                    <a:tailEnd/>
                  </a14:hiddenLine>
                </a:ext>
              </a:extLst>
            </p:spPr>
            <p:txBody>
              <a:bodyPr wrap="square" anchor="ctr">
                <a:spAutoFit/>
              </a:bodyPr>
              <a:lstStyle/>
              <a:p>
                <a:pPr marL="288000" indent="-288000" algn="r" rtl="1">
                  <a:lnSpc>
                    <a:spcPct val="130000"/>
                  </a:lnSpc>
                  <a:tabLst>
                    <a:tab pos="228600" algn="l"/>
                    <a:tab pos="334963" algn="l"/>
                  </a:tabLst>
                </a:pPr>
                <a14:m>
                  <m:oMath xmlns:m="http://schemas.openxmlformats.org/officeDocument/2006/math">
                    <m:sSub>
                      <m:sSubPr>
                        <m:ctrlPr>
                          <a:rPr lang="en-US" sz="1400" b="1" i="1" dirty="0" smtClean="0">
                            <a:latin typeface="Cambria Math" panose="02040503050406030204" pitchFamily="18" charset="0"/>
                            <a:cs typeface="IRANSans(FaNum)" panose="02040503050201020203" pitchFamily="18" charset="-78"/>
                          </a:rPr>
                        </m:ctrlPr>
                      </m:sSubPr>
                      <m:e>
                        <m:r>
                          <a:rPr lang="en-US" sz="1400" b="1" i="1" dirty="0">
                            <a:latin typeface="Cambria Math" panose="02040503050406030204" pitchFamily="18" charset="0"/>
                            <a:cs typeface="IRANSans(FaNum)" panose="02040503050201020203" pitchFamily="18" charset="-78"/>
                          </a:rPr>
                          <m:t>𝒕</m:t>
                        </m:r>
                      </m:e>
                      <m:sub>
                        <m:r>
                          <a:rPr lang="fa-IR" sz="1400" b="1" i="1" dirty="0" smtClean="0">
                            <a:latin typeface="Cambria Math" panose="02040503050406030204" pitchFamily="18" charset="0"/>
                            <a:cs typeface="IRANSans(FaNum)" panose="02040503050201020203" pitchFamily="18" charset="-78"/>
                          </a:rPr>
                          <m:t>𝟐</m:t>
                        </m:r>
                      </m:sub>
                    </m:sSub>
                  </m:oMath>
                </a14:m>
                <a:r>
                  <a:rPr lang="fa-IR" sz="1400" b="1" dirty="0">
                    <a:latin typeface="IRANSans(FaNum)" panose="02040503050201020203" pitchFamily="18" charset="-78"/>
                    <a:cs typeface="IRANSans(FaNum)" panose="02040503050201020203" pitchFamily="18" charset="-78"/>
                  </a:rPr>
                  <a:t>: گره </a:t>
                </a:r>
                <a:r>
                  <a:rPr lang="en-US" sz="1400" b="1" dirty="0">
                    <a:latin typeface="IRANSans(FaNum)" panose="02040503050201020203" pitchFamily="18" charset="-78"/>
                    <a:cs typeface="IRANSans(FaNum)" panose="02040503050201020203" pitchFamily="18" charset="-78"/>
                  </a:rPr>
                  <a:t>y</a:t>
                </a:r>
                <a:r>
                  <a:rPr lang="fa-IR" sz="1400" b="1" dirty="0">
                    <a:latin typeface="IRANSans(FaNum)" panose="02040503050201020203" pitchFamily="18" charset="-78"/>
                    <a:cs typeface="IRANSans(FaNum)" panose="02040503050201020203" pitchFamily="18" charset="-78"/>
                  </a:rPr>
                  <a:t> در می‌یابد که مسیر به مقصد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از طریق </a:t>
                </a:r>
                <a:r>
                  <a:rPr lang="en-US" sz="1400" b="1" dirty="0">
                    <a:latin typeface="IRANSans(FaNum)" panose="02040503050201020203" pitchFamily="18" charset="-78"/>
                    <a:cs typeface="IRANSans(FaNum)" panose="02040503050201020203" pitchFamily="18" charset="-78"/>
                  </a:rPr>
                  <a:t>z</a:t>
                </a:r>
                <a:r>
                  <a:rPr lang="fa-IR" sz="1400" b="1" dirty="0">
                    <a:latin typeface="IRANSans(FaNum)" panose="02040503050201020203" pitchFamily="18" charset="-78"/>
                    <a:cs typeface="IRANSans(FaNum)" panose="02040503050201020203" pitchFamily="18" charset="-78"/>
                  </a:rPr>
                  <a:t> هزینه </a:t>
                </a:r>
                <a:r>
                  <a:rPr lang="en-US" sz="1600" b="1" dirty="0">
                    <a:solidFill>
                      <a:srgbClr val="FF0000"/>
                    </a:solidFill>
                    <a:latin typeface="IRANSans(FaNum)" panose="02040503050201020203" pitchFamily="18" charset="-78"/>
                    <a:cs typeface="IRANSans(FaNum)" panose="02040503050201020203" pitchFamily="18" charset="-78"/>
                  </a:rPr>
                  <a:t>50</a:t>
                </a:r>
                <a:r>
                  <a:rPr lang="fa-IR" sz="1400" b="1" dirty="0">
                    <a:latin typeface="IRANSans(FaNum)" panose="02040503050201020203" pitchFamily="18" charset="-78"/>
                    <a:cs typeface="IRANSans(FaNum)" panose="02040503050201020203" pitchFamily="18" charset="-78"/>
                  </a:rPr>
                  <a:t> دارد، بنابراین مسیر جدید به مقصد گره </a:t>
                </a:r>
                <a:r>
                  <a:rPr lang="en-US" sz="1400" b="1" dirty="0">
                    <a:latin typeface="IRANSans(FaNum)" panose="02040503050201020203" pitchFamily="18" charset="-78"/>
                    <a:cs typeface="IRANSans(FaNum)" panose="02040503050201020203" pitchFamily="18" charset="-78"/>
                  </a:rPr>
                  <a:t>x</a:t>
                </a:r>
                <a:r>
                  <a:rPr lang="fa-IR" sz="1400" b="1" dirty="0">
                    <a:latin typeface="IRANSans(FaNum)" panose="02040503050201020203" pitchFamily="18" charset="-78"/>
                    <a:cs typeface="IRANSans(FaNum)" panose="02040503050201020203" pitchFamily="18" charset="-78"/>
                  </a:rPr>
                  <a:t> را با هزینه</a:t>
                </a:r>
                <a:r>
                  <a:rPr lang="en-US" sz="1600" b="1" dirty="0">
                    <a:solidFill>
                      <a:srgbClr val="FF0000"/>
                    </a:solidFill>
                    <a:latin typeface="IRANSans(FaNum)" panose="02040503050201020203" pitchFamily="18" charset="-78"/>
                    <a:cs typeface="IRANSans(FaNum)" panose="02040503050201020203" pitchFamily="18" charset="-78"/>
                  </a:rPr>
                  <a:t>51 </a:t>
                </a:r>
                <a:r>
                  <a:rPr lang="fa-IR" sz="1600" b="1" dirty="0">
                    <a:solidFill>
                      <a:srgbClr val="FF0000"/>
                    </a:solidFill>
                    <a:latin typeface="IRANSans(FaNum)" panose="02040503050201020203" pitchFamily="18" charset="-78"/>
                    <a:cs typeface="IRANSans(FaNum)" panose="02040503050201020203" pitchFamily="18" charset="-78"/>
                  </a:rPr>
                  <a:t> </a:t>
                </a:r>
                <a:r>
                  <a:rPr lang="fa-IR" sz="1400" b="1" dirty="0">
                    <a:latin typeface="IRANSans(FaNum)" panose="02040503050201020203" pitchFamily="18" charset="-78"/>
                    <a:cs typeface="IRANSans(FaNum)" panose="02040503050201020203" pitchFamily="18" charset="-78"/>
                  </a:rPr>
                  <a:t>محاسبه می‌کند.</a:t>
                </a:r>
              </a:p>
            </p:txBody>
          </p:sp>
        </mc:Choice>
        <mc:Fallback xmlns="">
          <p:sp>
            <p:nvSpPr>
              <p:cNvPr id="55" name="Rectangle 42">
                <a:extLst>
                  <a:ext uri="{FF2B5EF4-FFF2-40B4-BE49-F238E27FC236}">
                    <a16:creationId xmlns:a16="http://schemas.microsoft.com/office/drawing/2014/main" id="{827C5E7D-E026-21FE-D089-96A8187E406F}"/>
                  </a:ext>
                </a:extLst>
              </p:cNvPr>
              <p:cNvSpPr>
                <a:spLocks noRot="1" noChangeAspect="1" noMove="1" noResize="1" noEditPoints="1" noAdjustHandles="1" noChangeArrowheads="1" noChangeShapeType="1" noTextEdit="1"/>
              </p:cNvSpPr>
              <p:nvPr/>
            </p:nvSpPr>
            <p:spPr bwMode="auto">
              <a:xfrm>
                <a:off x="228602" y="5652480"/>
                <a:ext cx="11160000" cy="412421"/>
              </a:xfrm>
              <a:prstGeom prst="rect">
                <a:avLst/>
              </a:prstGeom>
              <a:blipFill>
                <a:blip r:embed="rId6"/>
                <a:stretch>
                  <a:fillRect b="-19118"/>
                </a:stretch>
              </a:blip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p:sp>
        <p:nvSpPr>
          <p:cNvPr id="60" name="Rectangle 41">
            <a:extLst>
              <a:ext uri="{FF2B5EF4-FFF2-40B4-BE49-F238E27FC236}">
                <a16:creationId xmlns:a16="http://schemas.microsoft.com/office/drawing/2014/main" id="{7E70F93C-C924-152B-B460-345402113144}"/>
              </a:ext>
            </a:extLst>
          </p:cNvPr>
          <p:cNvSpPr>
            <a:spLocks noChangeArrowheads="1"/>
          </p:cNvSpPr>
          <p:nvPr/>
        </p:nvSpPr>
        <p:spPr bwMode="auto">
          <a:xfrm>
            <a:off x="228602" y="3340006"/>
            <a:ext cx="10820928" cy="11726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144000" indent="-144000" algn="r" rtl="1">
              <a:lnSpc>
                <a:spcPct val="130000"/>
              </a:lnSpc>
              <a:buFont typeface="Arial" panose="020B0604020202020204" pitchFamily="34" charset="0"/>
              <a:buChar char="•"/>
              <a:tabLst>
                <a:tab pos="228600" algn="l"/>
                <a:tab pos="457200" algn="l"/>
              </a:tabLst>
            </a:pPr>
            <a:r>
              <a:rPr lang="fa-IR" b="1" dirty="0">
                <a:solidFill>
                  <a:srgbClr val="1F1FFF"/>
                </a:solidFill>
                <a:latin typeface="IRANSans(FaNum)" panose="02040503050201020203" pitchFamily="18" charset="-78"/>
                <a:cs typeface="IRANSans(FaNum)" panose="02040503050201020203" pitchFamily="18" charset="-78"/>
              </a:rPr>
              <a:t>اگر گره </a:t>
            </a:r>
            <a:r>
              <a:rPr lang="en-US" b="1" dirty="0">
                <a:solidFill>
                  <a:srgbClr val="1F1FFF"/>
                </a:solidFill>
                <a:latin typeface="IRANSans(FaNum)" panose="02040503050201020203" pitchFamily="18" charset="-78"/>
                <a:cs typeface="IRANSans(FaNum)" panose="02040503050201020203" pitchFamily="18" charset="-78"/>
              </a:rPr>
              <a:t>Z</a:t>
            </a:r>
            <a:r>
              <a:rPr lang="fa-IR" b="1" dirty="0">
                <a:solidFill>
                  <a:srgbClr val="1F1FFF"/>
                </a:solidFill>
                <a:latin typeface="IRANSans(FaNum)" panose="02040503050201020203" pitchFamily="18" charset="-78"/>
                <a:cs typeface="IRANSans(FaNum)" panose="02040503050201020203" pitchFamily="18" charset="-78"/>
              </a:rPr>
              <a:t> از طریق گره </a:t>
            </a:r>
            <a:r>
              <a:rPr lang="en-US" b="1" dirty="0">
                <a:solidFill>
                  <a:srgbClr val="1F1FFF"/>
                </a:solidFill>
                <a:latin typeface="IRANSans(FaNum)" panose="02040503050201020203" pitchFamily="18" charset="-78"/>
                <a:cs typeface="IRANSans(FaNum)" panose="02040503050201020203" pitchFamily="18" charset="-78"/>
              </a:rPr>
              <a:t>Y</a:t>
            </a:r>
            <a:r>
              <a:rPr lang="fa-IR" b="1" dirty="0">
                <a:solidFill>
                  <a:srgbClr val="1F1FFF"/>
                </a:solidFill>
                <a:latin typeface="IRANSans(FaNum)" panose="02040503050201020203" pitchFamily="18" charset="-78"/>
                <a:cs typeface="IRANSans(FaNum)" panose="02040503050201020203" pitchFamily="18" charset="-78"/>
              </a:rPr>
              <a:t> مسیری به مقصد گره </a:t>
            </a:r>
            <a:r>
              <a:rPr lang="en-US" b="1" dirty="0">
                <a:solidFill>
                  <a:srgbClr val="1F1FFF"/>
                </a:solidFill>
                <a:latin typeface="IRANSans(FaNum)" panose="02040503050201020203" pitchFamily="18" charset="-78"/>
                <a:cs typeface="IRANSans(FaNum)" panose="02040503050201020203" pitchFamily="18" charset="-78"/>
              </a:rPr>
              <a:t>X</a:t>
            </a:r>
            <a:r>
              <a:rPr lang="fa-IR" b="1" dirty="0">
                <a:solidFill>
                  <a:srgbClr val="1F1FFF"/>
                </a:solidFill>
                <a:latin typeface="IRANSans(FaNum)" panose="02040503050201020203" pitchFamily="18" charset="-78"/>
                <a:cs typeface="IRANSans(FaNum)" panose="02040503050201020203" pitchFamily="18" charset="-78"/>
              </a:rPr>
              <a:t> داشته باشد، آنگاه گره </a:t>
            </a:r>
            <a:r>
              <a:rPr lang="en-US" b="1" dirty="0">
                <a:solidFill>
                  <a:srgbClr val="1F1FFF"/>
                </a:solidFill>
                <a:latin typeface="IRANSans(FaNum)" panose="02040503050201020203" pitchFamily="18" charset="-78"/>
                <a:cs typeface="IRANSans(FaNum)" panose="02040503050201020203" pitchFamily="18" charset="-78"/>
              </a:rPr>
              <a:t>Z</a:t>
            </a:r>
            <a:r>
              <a:rPr lang="fa-IR" b="1" dirty="0">
                <a:solidFill>
                  <a:srgbClr val="1F1FFF"/>
                </a:solidFill>
                <a:latin typeface="IRANSans(FaNum)" panose="02040503050201020203" pitchFamily="18" charset="-78"/>
                <a:cs typeface="IRANSans(FaNum)" panose="02040503050201020203" pitchFamily="18" charset="-78"/>
              </a:rPr>
              <a:t> هزینه مسیر خود به مقصد گره </a:t>
            </a:r>
            <a:r>
              <a:rPr lang="en-US" b="1" dirty="0">
                <a:solidFill>
                  <a:srgbClr val="1F1FFF"/>
                </a:solidFill>
                <a:latin typeface="IRANSans(FaNum)" panose="02040503050201020203" pitchFamily="18" charset="-78"/>
                <a:cs typeface="IRANSans(FaNum)" panose="02040503050201020203" pitchFamily="18" charset="-78"/>
              </a:rPr>
              <a:t>X</a:t>
            </a:r>
            <a:r>
              <a:rPr lang="fa-IR" b="1" dirty="0">
                <a:solidFill>
                  <a:srgbClr val="1F1FFF"/>
                </a:solidFill>
                <a:latin typeface="IRANSans(FaNum)" panose="02040503050201020203" pitchFamily="18" charset="-78"/>
                <a:cs typeface="IRANSans(FaNum)" panose="02040503050201020203" pitchFamily="18" charset="-78"/>
              </a:rPr>
              <a:t> را به گره </a:t>
            </a:r>
            <a:r>
              <a:rPr lang="en-US" b="1" dirty="0">
                <a:solidFill>
                  <a:srgbClr val="1F1FFF"/>
                </a:solidFill>
                <a:latin typeface="IRANSans(FaNum)" panose="02040503050201020203" pitchFamily="18" charset="-78"/>
                <a:cs typeface="IRANSans(FaNum)" panose="02040503050201020203" pitchFamily="18" charset="-78"/>
              </a:rPr>
              <a:t>Y</a:t>
            </a:r>
            <a:r>
              <a:rPr lang="fa-IR" b="1" dirty="0">
                <a:solidFill>
                  <a:srgbClr val="1F1FFF"/>
                </a:solidFill>
                <a:latin typeface="IRANSans(FaNum)" panose="02040503050201020203" pitchFamily="18" charset="-78"/>
                <a:cs typeface="IRANSans(FaNum)" panose="02040503050201020203" pitchFamily="18" charset="-78"/>
              </a:rPr>
              <a:t> بی‌نهایت اعلام می‌کند.</a:t>
            </a:r>
          </a:p>
          <a:p>
            <a:pPr marL="144000" indent="-144000" algn="r" rtl="1">
              <a:lnSpc>
                <a:spcPct val="130000"/>
              </a:lnSpc>
              <a:buFont typeface="Arial" panose="020B0604020202020204" pitchFamily="34" charset="0"/>
              <a:buChar char="•"/>
              <a:tabLst>
                <a:tab pos="228600" algn="l"/>
                <a:tab pos="457200" algn="l"/>
              </a:tabLst>
            </a:pPr>
            <a:r>
              <a:rPr lang="fa-IR" b="1" dirty="0">
                <a:solidFill>
                  <a:srgbClr val="1F1FFF"/>
                </a:solidFill>
                <a:latin typeface="IRANSans(FaNum)" panose="02040503050201020203" pitchFamily="18" charset="-78"/>
                <a:cs typeface="IRANSans(FaNum)" panose="02040503050201020203" pitchFamily="18" charset="-78"/>
              </a:rPr>
              <a:t>آیا </a:t>
            </a:r>
            <a:r>
              <a:rPr lang="en-US" b="1" dirty="0">
                <a:solidFill>
                  <a:srgbClr val="1F1FFF"/>
                </a:solidFill>
                <a:latin typeface="IRANSans(FaNum)" panose="02040503050201020203" pitchFamily="18" charset="-78"/>
                <a:cs typeface="IRANSans(FaNum)" panose="02040503050201020203" pitchFamily="18" charset="-78"/>
              </a:rPr>
              <a:t>poisoned reverse</a:t>
            </a:r>
            <a:r>
              <a:rPr lang="fa-IR" b="1" dirty="0">
                <a:solidFill>
                  <a:srgbClr val="1F1FFF"/>
                </a:solidFill>
                <a:latin typeface="IRANSans(FaNum)" panose="02040503050201020203" pitchFamily="18" charset="-78"/>
                <a:cs typeface="IRANSans(FaNum)" panose="02040503050201020203" pitchFamily="18" charset="-78"/>
              </a:rPr>
              <a:t> می‌تواند مسئله شمارش تا بی‌نهایت را به طور کامل حل ‌کند؟</a:t>
            </a:r>
            <a:endParaRPr lang="en-US" b="1" dirty="0">
              <a:solidFill>
                <a:srgbClr val="1F1FFF"/>
              </a:solidFill>
              <a:latin typeface="IRANSans(FaNum)" panose="02040503050201020203" pitchFamily="18" charset="-78"/>
              <a:cs typeface="IRANSans(FaNum)" panose="02040503050201020203" pitchFamily="18" charset="-78"/>
            </a:endParaRPr>
          </a:p>
        </p:txBody>
      </p:sp>
    </p:spTree>
    <p:extLst>
      <p:ext uri="{BB962C8B-B14F-4D97-AF65-F5344CB8AC3E}">
        <p14:creationId xmlns:p14="http://schemas.microsoft.com/office/powerpoint/2010/main" val="2797738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dissolve">
                                      <p:cBhvr>
                                        <p:cTn id="13" dur="500"/>
                                        <p:tgtEl>
                                          <p:spTgt spid="8"/>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46">
                                            <p:txEl>
                                              <p:pRg st="0" end="0"/>
                                            </p:txEl>
                                          </p:spTgt>
                                        </p:tgtEl>
                                        <p:attrNameLst>
                                          <p:attrName>style.visibility</p:attrName>
                                        </p:attrNameLst>
                                      </p:cBhvr>
                                      <p:to>
                                        <p:strVal val="visible"/>
                                      </p:to>
                                    </p:set>
                                    <p:animEffect transition="in" filter="fade">
                                      <p:cBhvr>
                                        <p:cTn id="17" dur="1000"/>
                                        <p:tgtEl>
                                          <p:spTgt spid="46">
                                            <p:txEl>
                                              <p:pRg st="0" end="0"/>
                                            </p:txEl>
                                          </p:spTgt>
                                        </p:tgtEl>
                                      </p:cBhvr>
                                    </p:animEffect>
                                    <p:anim calcmode="lin" valueType="num">
                                      <p:cBhvr>
                                        <p:cTn id="18" dur="100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19" dur="100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46">
                                            <p:txEl>
                                              <p:pRg st="1" end="1"/>
                                            </p:txEl>
                                          </p:spTgt>
                                        </p:tgtEl>
                                        <p:attrNameLst>
                                          <p:attrName>style.visibility</p:attrName>
                                        </p:attrNameLst>
                                      </p:cBhvr>
                                      <p:to>
                                        <p:strVal val="visible"/>
                                      </p:to>
                                    </p:set>
                                    <p:animEffect transition="in" filter="fade">
                                      <p:cBhvr>
                                        <p:cTn id="23" dur="1000"/>
                                        <p:tgtEl>
                                          <p:spTgt spid="46">
                                            <p:txEl>
                                              <p:pRg st="1" end="1"/>
                                            </p:txEl>
                                          </p:spTgt>
                                        </p:tgtEl>
                                      </p:cBhvr>
                                    </p:animEffect>
                                    <p:anim calcmode="lin" valueType="num">
                                      <p:cBhvr>
                                        <p:cTn id="24" dur="1000" fill="hold"/>
                                        <p:tgtEl>
                                          <p:spTgt spid="46">
                                            <p:txEl>
                                              <p:pRg st="1" end="1"/>
                                            </p:txEl>
                                          </p:spTgt>
                                        </p:tgtEl>
                                        <p:attrNameLst>
                                          <p:attrName>ppt_x</p:attrName>
                                        </p:attrNameLst>
                                      </p:cBhvr>
                                      <p:tavLst>
                                        <p:tav tm="0">
                                          <p:val>
                                            <p:strVal val="#ppt_x"/>
                                          </p:val>
                                        </p:tav>
                                        <p:tav tm="100000">
                                          <p:val>
                                            <p:strVal val="#ppt_x"/>
                                          </p:val>
                                        </p:tav>
                                      </p:tavLst>
                                    </p:anim>
                                    <p:anim calcmode="lin" valueType="num">
                                      <p:cBhvr>
                                        <p:cTn id="25" dur="1000" fill="hold"/>
                                        <p:tgtEl>
                                          <p:spTgt spid="46">
                                            <p:txEl>
                                              <p:pRg st="1" end="1"/>
                                            </p:txEl>
                                          </p:spTgt>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46">
                                            <p:txEl>
                                              <p:pRg st="2" end="2"/>
                                            </p:txEl>
                                          </p:spTgt>
                                        </p:tgtEl>
                                        <p:attrNameLst>
                                          <p:attrName>style.visibility</p:attrName>
                                        </p:attrNameLst>
                                      </p:cBhvr>
                                      <p:to>
                                        <p:strVal val="visible"/>
                                      </p:to>
                                    </p:set>
                                    <p:animEffect transition="in" filter="fade">
                                      <p:cBhvr>
                                        <p:cTn id="29" dur="1000"/>
                                        <p:tgtEl>
                                          <p:spTgt spid="46">
                                            <p:txEl>
                                              <p:pRg st="2" end="2"/>
                                            </p:txEl>
                                          </p:spTgt>
                                        </p:tgtEl>
                                      </p:cBhvr>
                                    </p:animEffect>
                                    <p:anim calcmode="lin" valueType="num">
                                      <p:cBhvr>
                                        <p:cTn id="30" dur="1000" fill="hold"/>
                                        <p:tgtEl>
                                          <p:spTgt spid="46">
                                            <p:txEl>
                                              <p:pRg st="2" end="2"/>
                                            </p:txEl>
                                          </p:spTgt>
                                        </p:tgtEl>
                                        <p:attrNameLst>
                                          <p:attrName>ppt_x</p:attrName>
                                        </p:attrNameLst>
                                      </p:cBhvr>
                                      <p:tavLst>
                                        <p:tav tm="0">
                                          <p:val>
                                            <p:strVal val="#ppt_x"/>
                                          </p:val>
                                        </p:tav>
                                        <p:tav tm="100000">
                                          <p:val>
                                            <p:strVal val="#ppt_x"/>
                                          </p:val>
                                        </p:tav>
                                      </p:tavLst>
                                    </p:anim>
                                    <p:anim calcmode="lin" valueType="num">
                                      <p:cBhvr>
                                        <p:cTn id="31" dur="1000" fill="hold"/>
                                        <p:tgtEl>
                                          <p:spTgt spid="46">
                                            <p:txEl>
                                              <p:pRg st="2" end="2"/>
                                            </p:txEl>
                                          </p:spTgt>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46">
                                            <p:txEl>
                                              <p:pRg st="3" end="3"/>
                                            </p:txEl>
                                          </p:spTgt>
                                        </p:tgtEl>
                                        <p:attrNameLst>
                                          <p:attrName>style.visibility</p:attrName>
                                        </p:attrNameLst>
                                      </p:cBhvr>
                                      <p:to>
                                        <p:strVal val="visible"/>
                                      </p:to>
                                    </p:set>
                                    <p:animEffect transition="in" filter="fade">
                                      <p:cBhvr>
                                        <p:cTn id="35" dur="1000"/>
                                        <p:tgtEl>
                                          <p:spTgt spid="46">
                                            <p:txEl>
                                              <p:pRg st="3" end="3"/>
                                            </p:txEl>
                                          </p:spTgt>
                                        </p:tgtEl>
                                      </p:cBhvr>
                                    </p:animEffect>
                                    <p:anim calcmode="lin" valueType="num">
                                      <p:cBhvr>
                                        <p:cTn id="36" dur="1000" fill="hold"/>
                                        <p:tgtEl>
                                          <p:spTgt spid="46">
                                            <p:txEl>
                                              <p:pRg st="3" end="3"/>
                                            </p:txEl>
                                          </p:spTgt>
                                        </p:tgtEl>
                                        <p:attrNameLst>
                                          <p:attrName>ppt_x</p:attrName>
                                        </p:attrNameLst>
                                      </p:cBhvr>
                                      <p:tavLst>
                                        <p:tav tm="0">
                                          <p:val>
                                            <p:strVal val="#ppt_x"/>
                                          </p:val>
                                        </p:tav>
                                        <p:tav tm="100000">
                                          <p:val>
                                            <p:strVal val="#ppt_x"/>
                                          </p:val>
                                        </p:tav>
                                      </p:tavLst>
                                    </p:anim>
                                    <p:anim calcmode="lin" valueType="num">
                                      <p:cBhvr>
                                        <p:cTn id="37" dur="1000" fill="hold"/>
                                        <p:tgtEl>
                                          <p:spTgt spid="46">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60"/>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23"/>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48"/>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48" grpId="0"/>
      <p:bldP spid="55" grpId="0"/>
      <p:bldP spid="6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الگوریتم مسیریابی: مقایسه الگوریتم‌های وضعیت لینک (</a:t>
            </a:r>
            <a:r>
              <a:rPr lang="en-US" b="1" dirty="0">
                <a:solidFill>
                  <a:srgbClr val="C00000"/>
                </a:solidFill>
                <a:latin typeface="IRANSans(FaNum)" panose="02040503050201020203" pitchFamily="18" charset="-78"/>
              </a:rPr>
              <a:t>LS</a:t>
            </a:r>
            <a:r>
              <a:rPr lang="fa-IR" b="1" dirty="0">
                <a:solidFill>
                  <a:srgbClr val="C00000"/>
                </a:solidFill>
                <a:latin typeface="IRANSans(FaNum)" panose="02040503050201020203" pitchFamily="18" charset="-78"/>
              </a:rPr>
              <a:t>) و بردار فاصله (</a:t>
            </a:r>
            <a:r>
              <a:rPr lang="en-US" b="1" dirty="0">
                <a:solidFill>
                  <a:srgbClr val="C00000"/>
                </a:solidFill>
                <a:latin typeface="IRANSans(FaNum)" panose="02040503050201020203" pitchFamily="18" charset="-78"/>
              </a:rPr>
              <a:t>DV</a:t>
            </a:r>
            <a:r>
              <a:rPr lang="fa-IR" b="1" dirty="0">
                <a:solidFill>
                  <a:srgbClr val="C00000"/>
                </a:solidFill>
                <a:latin typeface="IRANSans(FaNum)" panose="02040503050201020203" pitchFamily="18" charset="-78"/>
              </a:rPr>
              <a:t>)</a:t>
            </a:r>
            <a:endParaRPr lang="fa-IR" sz="3600" b="1" dirty="0">
              <a:solidFill>
                <a:srgbClr val="0000FF"/>
              </a:solidFill>
              <a:latin typeface="IRANSans(FaNum)" panose="02040503050201020203" pitchFamily="18" charset="-78"/>
            </a:endParaRPr>
          </a:p>
        </p:txBody>
      </p:sp>
      <p:graphicFrame>
        <p:nvGraphicFramePr>
          <p:cNvPr id="8" name="Table 7">
            <a:extLst>
              <a:ext uri="{FF2B5EF4-FFF2-40B4-BE49-F238E27FC236}">
                <a16:creationId xmlns:a16="http://schemas.microsoft.com/office/drawing/2014/main" id="{1DB36FB9-BB14-C488-8CEE-8EB5F809E6A6}"/>
              </a:ext>
            </a:extLst>
          </p:cNvPr>
          <p:cNvGraphicFramePr>
            <a:graphicFrameLocks noGrp="1"/>
          </p:cNvGraphicFramePr>
          <p:nvPr>
            <p:extLst>
              <p:ext uri="{D42A27DB-BD31-4B8C-83A1-F6EECF244321}">
                <p14:modId xmlns:p14="http://schemas.microsoft.com/office/powerpoint/2010/main" val="1475112954"/>
              </p:ext>
            </p:extLst>
          </p:nvPr>
        </p:nvGraphicFramePr>
        <p:xfrm>
          <a:off x="408000" y="1400003"/>
          <a:ext cx="11376000" cy="4792029"/>
        </p:xfrm>
        <a:graphic>
          <a:graphicData uri="http://schemas.openxmlformats.org/drawingml/2006/table">
            <a:tbl>
              <a:tblPr firstRow="1" bandRow="1">
                <a:tableStyleId>{5C22544A-7EE6-4342-B048-85BDC9FD1C3A}</a:tableStyleId>
              </a:tblPr>
              <a:tblGrid>
                <a:gridCol w="4500000">
                  <a:extLst>
                    <a:ext uri="{9D8B030D-6E8A-4147-A177-3AD203B41FA5}">
                      <a16:colId xmlns:a16="http://schemas.microsoft.com/office/drawing/2014/main" val="2106043812"/>
                    </a:ext>
                  </a:extLst>
                </a:gridCol>
                <a:gridCol w="4500000">
                  <a:extLst>
                    <a:ext uri="{9D8B030D-6E8A-4147-A177-3AD203B41FA5}">
                      <a16:colId xmlns:a16="http://schemas.microsoft.com/office/drawing/2014/main" val="1340727336"/>
                    </a:ext>
                  </a:extLst>
                </a:gridCol>
                <a:gridCol w="2376000">
                  <a:extLst>
                    <a:ext uri="{9D8B030D-6E8A-4147-A177-3AD203B41FA5}">
                      <a16:colId xmlns:a16="http://schemas.microsoft.com/office/drawing/2014/main" val="1366351230"/>
                    </a:ext>
                  </a:extLst>
                </a:gridCol>
              </a:tblGrid>
              <a:tr h="724029">
                <a:tc>
                  <a:txBody>
                    <a:bodyPr/>
                    <a:lstStyle/>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بردار فاصله</a:t>
                      </a:r>
                    </a:p>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a:t>
                      </a:r>
                      <a:r>
                        <a:rPr lang="en-US" sz="1400" b="1" dirty="0">
                          <a:solidFill>
                            <a:schemeClr val="tx1"/>
                          </a:solidFill>
                          <a:latin typeface="IRANSans(FaNum)" panose="02040503050201020203" pitchFamily="18" charset="-78"/>
                          <a:cs typeface="IRANSans(FaNum)" panose="02040503050201020203" pitchFamily="18" charset="-78"/>
                        </a:rPr>
                        <a:t>Distance Vector</a:t>
                      </a:r>
                      <a:r>
                        <a:rPr lang="fa-IR" sz="1400" b="1" dirty="0">
                          <a:solidFill>
                            <a:schemeClr val="tx1"/>
                          </a:solidFill>
                          <a:latin typeface="IRANSans(FaNum)" panose="02040503050201020203" pitchFamily="18" charset="-78"/>
                          <a:cs typeface="IRANSans(FaNum)" panose="02040503050201020203" pitchFamily="18" charset="-78"/>
                        </a:rPr>
                        <a:t>)</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وضعیت لینک</a:t>
                      </a:r>
                    </a:p>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a:t>
                      </a:r>
                      <a:r>
                        <a:rPr lang="en-US" sz="1400" b="1" dirty="0">
                          <a:solidFill>
                            <a:schemeClr val="tx1"/>
                          </a:solidFill>
                          <a:latin typeface="IRANSans(FaNum)" panose="02040503050201020203" pitchFamily="18" charset="-78"/>
                          <a:cs typeface="IRANSans(FaNum)" panose="02040503050201020203" pitchFamily="18" charset="-78"/>
                        </a:rPr>
                        <a:t>Link State</a:t>
                      </a:r>
                      <a:r>
                        <a:rPr lang="fa-IR" sz="1400" b="1" dirty="0">
                          <a:solidFill>
                            <a:schemeClr val="tx1"/>
                          </a:solidFill>
                          <a:latin typeface="IRANSans(FaNum)" panose="02040503050201020203" pitchFamily="18" charset="-78"/>
                          <a:cs typeface="IRANSans(FaNum)" panose="02040503050201020203" pitchFamily="18" charset="-78"/>
                        </a:rPr>
                        <a:t>)</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الگوریتم</a:t>
                      </a:r>
                    </a:p>
                    <a:p>
                      <a:pPr algn="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شاخص</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BlToTr w="12700" cap="flat" cmpd="sng" algn="ctr">
                      <a:solidFill>
                        <a:schemeClr val="tx1"/>
                      </a:solidFill>
                      <a:prstDash val="solid"/>
                      <a:round/>
                      <a:headEnd type="none" w="med" len="med"/>
                      <a:tailEnd type="none" w="med" len="med"/>
                    </a:lnBlToTr>
                    <a:noFill/>
                  </a:tcPr>
                </a:tc>
                <a:extLst>
                  <a:ext uri="{0D108BD9-81ED-4DB2-BD59-A6C34878D82A}">
                    <a16:rowId xmlns:a16="http://schemas.microsoft.com/office/drawing/2014/main" val="1239924077"/>
                  </a:ext>
                </a:extLst>
              </a:tr>
              <a:tr h="792000">
                <a:tc>
                  <a:txBody>
                    <a:bodyPr/>
                    <a:lstStyle/>
                    <a:p>
                      <a:pPr algn="ctr" rtl="1">
                        <a:lnSpc>
                          <a:spcPct val="125000"/>
                        </a:lnSpc>
                      </a:pPr>
                      <a:endParaRPr lang="en-US" sz="1400" b="1">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1">
                        <a:lnSpc>
                          <a:spcPct val="125000"/>
                        </a:lnSpc>
                      </a:pP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پیچیدگی پیام</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85381473"/>
                  </a:ext>
                </a:extLst>
              </a:tr>
              <a:tr h="1512000">
                <a:tc>
                  <a:txBody>
                    <a:bodyPr/>
                    <a:lstStyle/>
                    <a:p>
                      <a:pPr algn="ctr" rtl="1">
                        <a:lnSpc>
                          <a:spcPct val="125000"/>
                        </a:lnSpc>
                      </a:pP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1">
                        <a:lnSpc>
                          <a:spcPct val="125000"/>
                        </a:lnSpc>
                      </a:pP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سرعت همگرایی</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0290538"/>
                  </a:ext>
                </a:extLst>
              </a:tr>
              <a:tr h="1764000">
                <a:tc>
                  <a:txBody>
                    <a:bodyPr/>
                    <a:lstStyle/>
                    <a:p>
                      <a:pPr algn="ctr" rtl="1">
                        <a:lnSpc>
                          <a:spcPct val="125000"/>
                        </a:lnSpc>
                      </a:pP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1">
                        <a:lnSpc>
                          <a:spcPct val="125000"/>
                        </a:lnSpc>
                      </a:pP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مقاوم بودن</a:t>
                      </a:r>
                    </a:p>
                    <a:p>
                      <a:pPr algn="ctr" rtl="1">
                        <a:lnSpc>
                          <a:spcPct val="125000"/>
                        </a:lnSpc>
                      </a:pPr>
                      <a:r>
                        <a:rPr lang="fa-IR" sz="1400" b="1" dirty="0">
                          <a:solidFill>
                            <a:schemeClr val="tx1"/>
                          </a:solidFill>
                          <a:latin typeface="IRANSans(FaNum)" panose="02040503050201020203" pitchFamily="18" charset="-78"/>
                          <a:cs typeface="IRANSans(FaNum)" panose="02040503050201020203" pitchFamily="18" charset="-78"/>
                        </a:rPr>
                        <a:t>(در مقابل عملکرد اشتباه مسیریابی یا حملات امنیتی)</a:t>
                      </a:r>
                      <a:endParaRPr lang="en-US" sz="1400" b="1" dirty="0">
                        <a:solidFill>
                          <a:schemeClr val="tx1"/>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90986412"/>
                  </a:ext>
                </a:extLst>
              </a:tr>
            </a:tbl>
          </a:graphicData>
        </a:graphic>
      </p:graphicFrame>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8749B7B8-848F-9F2A-E343-D0E0321F40D5}"/>
                  </a:ext>
                </a:extLst>
              </p:cNvPr>
              <p:cNvSpPr txBox="1"/>
              <p:nvPr/>
            </p:nvSpPr>
            <p:spPr>
              <a:xfrm>
                <a:off x="4938957" y="2363357"/>
                <a:ext cx="4428000" cy="312586"/>
              </a:xfrm>
              <a:prstGeom prst="rect">
                <a:avLst/>
              </a:prstGeom>
              <a:noFill/>
            </p:spPr>
            <p:txBody>
              <a:bodyPr wrap="square" rtlCol="0">
                <a:spAutoFit/>
              </a:bodyPr>
              <a:lstStyle/>
              <a:p>
                <a:pPr algn="ctr" rtl="1"/>
                <a:r>
                  <a:rPr lang="fa-IR" sz="1400" b="1" dirty="0">
                    <a:solidFill>
                      <a:srgbClr val="1F1FFF"/>
                    </a:solidFill>
                    <a:latin typeface="IRANSans(FaNum)" panose="02040503050201020203" pitchFamily="18" charset="-78"/>
                    <a:cs typeface="IRANSans(FaNum)" panose="02040503050201020203" pitchFamily="18" charset="-78"/>
                  </a:rPr>
                  <a:t>با </a:t>
                </a:r>
                <a:r>
                  <a:rPr lang="en-US" sz="1400" b="1" dirty="0">
                    <a:solidFill>
                      <a:srgbClr val="1F1FFF"/>
                    </a:solidFill>
                    <a:latin typeface="IRANSans(FaNum)" panose="02040503050201020203" pitchFamily="18" charset="-78"/>
                    <a:cs typeface="IRANSans(FaNum)" panose="02040503050201020203" pitchFamily="18" charset="-78"/>
                  </a:rPr>
                  <a:t> </a:t>
                </a:r>
                <a14:m>
                  <m:oMath xmlns:m="http://schemas.openxmlformats.org/officeDocument/2006/math">
                    <m:r>
                      <a:rPr lang="en-US" sz="1400" b="1" i="1" smtClean="0">
                        <a:solidFill>
                          <a:srgbClr val="1F1FFF"/>
                        </a:solidFill>
                        <a:latin typeface="Cambria Math" panose="02040503050406030204" pitchFamily="18" charset="0"/>
                        <a:cs typeface="IRANSans(FaNum)" panose="02040503050201020203" pitchFamily="18" charset="-78"/>
                      </a:rPr>
                      <m:t>𝒏</m:t>
                    </m:r>
                  </m:oMath>
                </a14:m>
                <a:r>
                  <a:rPr lang="fa-IR" sz="1400" b="1" dirty="0">
                    <a:solidFill>
                      <a:srgbClr val="1F1FFF"/>
                    </a:solidFill>
                    <a:latin typeface="IRANSans(FaNum)" panose="02040503050201020203" pitchFamily="18" charset="-78"/>
                    <a:cs typeface="IRANSans(FaNum)" panose="02040503050201020203" pitchFamily="18" charset="-78"/>
                  </a:rPr>
                  <a:t>مسیریاب، پیچیدگی پیام </a:t>
                </a:r>
                <a14:m>
                  <m:oMath xmlns:m="http://schemas.openxmlformats.org/officeDocument/2006/math">
                    <m:r>
                      <a:rPr lang="en-US" sz="1400" b="1" i="1" smtClean="0">
                        <a:solidFill>
                          <a:srgbClr val="1F1FFF"/>
                        </a:solidFill>
                        <a:latin typeface="Cambria Math" panose="02040503050406030204" pitchFamily="18" charset="0"/>
                        <a:cs typeface="IRANSans(FaNum)" panose="02040503050201020203" pitchFamily="18" charset="-78"/>
                      </a:rPr>
                      <m:t>𝑶</m:t>
                    </m:r>
                    <m:r>
                      <a:rPr lang="en-US" sz="1400" b="1" i="1" smtClean="0">
                        <a:solidFill>
                          <a:srgbClr val="1F1FFF"/>
                        </a:solidFill>
                        <a:latin typeface="Cambria Math" panose="02040503050406030204" pitchFamily="18" charset="0"/>
                        <a:cs typeface="IRANSans(FaNum)" panose="02040503050201020203" pitchFamily="18" charset="-78"/>
                      </a:rPr>
                      <m:t>(</m:t>
                    </m:r>
                    <m:sSup>
                      <m:sSupPr>
                        <m:ctrlPr>
                          <a:rPr lang="en-US" sz="1400" b="1" i="1" smtClean="0">
                            <a:solidFill>
                              <a:srgbClr val="1F1FFF"/>
                            </a:solidFill>
                            <a:latin typeface="Cambria Math" panose="02040503050406030204" pitchFamily="18" charset="0"/>
                            <a:cs typeface="IRANSans(FaNum)" panose="02040503050201020203" pitchFamily="18" charset="-78"/>
                          </a:rPr>
                        </m:ctrlPr>
                      </m:sSupPr>
                      <m:e>
                        <m:r>
                          <a:rPr lang="en-US" sz="1400" b="1" i="1" smtClean="0">
                            <a:solidFill>
                              <a:srgbClr val="1F1FFF"/>
                            </a:solidFill>
                            <a:latin typeface="Cambria Math" panose="02040503050406030204" pitchFamily="18" charset="0"/>
                            <a:cs typeface="IRANSans(FaNum)" panose="02040503050201020203" pitchFamily="18" charset="-78"/>
                          </a:rPr>
                          <m:t>𝒏</m:t>
                        </m:r>
                      </m:e>
                      <m:sup>
                        <m:r>
                          <a:rPr lang="en-US" sz="1400" b="1" i="1" smtClean="0">
                            <a:solidFill>
                              <a:srgbClr val="1F1FFF"/>
                            </a:solidFill>
                            <a:latin typeface="Cambria Math" panose="02040503050406030204" pitchFamily="18" charset="0"/>
                            <a:cs typeface="IRANSans(FaNum)" panose="02040503050201020203" pitchFamily="18" charset="-78"/>
                          </a:rPr>
                          <m:t>𝟐</m:t>
                        </m:r>
                      </m:sup>
                    </m:sSup>
                    <m:r>
                      <a:rPr lang="en-US" sz="1400" b="1" i="1" smtClean="0">
                        <a:solidFill>
                          <a:srgbClr val="1F1FFF"/>
                        </a:solidFill>
                        <a:latin typeface="Cambria Math" panose="02040503050406030204" pitchFamily="18" charset="0"/>
                        <a:cs typeface="IRANSans(FaNum)" panose="02040503050201020203" pitchFamily="18" charset="-78"/>
                      </a:rPr>
                      <m:t>)</m:t>
                    </m:r>
                  </m:oMath>
                </a14:m>
                <a:r>
                  <a:rPr lang="fa-IR" sz="1400" b="1" dirty="0">
                    <a:solidFill>
                      <a:srgbClr val="1F1FFF"/>
                    </a:solidFill>
                    <a:latin typeface="IRANSans(FaNum)" panose="02040503050201020203" pitchFamily="18" charset="-78"/>
                    <a:cs typeface="IRANSans(FaNum)" panose="02040503050201020203" pitchFamily="18" charset="-78"/>
                  </a:rPr>
                  <a:t> است.</a:t>
                </a:r>
                <a:endParaRPr lang="en-US" sz="1400" b="1" dirty="0">
                  <a:solidFill>
                    <a:srgbClr val="1F1FFF"/>
                  </a:solidFill>
                  <a:latin typeface="IRANSans(FaNum)" panose="02040503050201020203" pitchFamily="18" charset="-78"/>
                  <a:cs typeface="IRANSans(FaNum)" panose="02040503050201020203" pitchFamily="18" charset="-78"/>
                </a:endParaRPr>
              </a:p>
            </p:txBody>
          </p:sp>
        </mc:Choice>
        <mc:Fallback xmlns="">
          <p:sp>
            <p:nvSpPr>
              <p:cNvPr id="9" name="TextBox 8">
                <a:extLst>
                  <a:ext uri="{FF2B5EF4-FFF2-40B4-BE49-F238E27FC236}">
                    <a16:creationId xmlns:a16="http://schemas.microsoft.com/office/drawing/2014/main" id="{8749B7B8-848F-9F2A-E343-D0E0321F40D5}"/>
                  </a:ext>
                </a:extLst>
              </p:cNvPr>
              <p:cNvSpPr txBox="1">
                <a:spLocks noRot="1" noChangeAspect="1" noMove="1" noResize="1" noEditPoints="1" noAdjustHandles="1" noChangeArrowheads="1" noChangeShapeType="1" noTextEdit="1"/>
              </p:cNvSpPr>
              <p:nvPr/>
            </p:nvSpPr>
            <p:spPr>
              <a:xfrm>
                <a:off x="4938957" y="2363357"/>
                <a:ext cx="4428000" cy="312586"/>
              </a:xfrm>
              <a:prstGeom prst="rect">
                <a:avLst/>
              </a:prstGeom>
              <a:blipFill>
                <a:blip r:embed="rId4"/>
                <a:stretch>
                  <a:fillRect b="-23529"/>
                </a:stretch>
              </a:blipFill>
            </p:spPr>
            <p:txBody>
              <a:bodyPr/>
              <a:lstStyle/>
              <a:p>
                <a:r>
                  <a:rPr lang="en-US">
                    <a:noFill/>
                  </a:rPr>
                  <a:t> </a:t>
                </a:r>
              </a:p>
            </p:txBody>
          </p:sp>
        </mc:Fallback>
      </mc:AlternateContent>
      <p:sp>
        <p:nvSpPr>
          <p:cNvPr id="11" name="TextBox 10">
            <a:extLst>
              <a:ext uri="{FF2B5EF4-FFF2-40B4-BE49-F238E27FC236}">
                <a16:creationId xmlns:a16="http://schemas.microsoft.com/office/drawing/2014/main" id="{BF20DC0A-DFB2-D87F-F799-B75C25D1C550}"/>
              </a:ext>
            </a:extLst>
          </p:cNvPr>
          <p:cNvSpPr txBox="1"/>
          <p:nvPr/>
        </p:nvSpPr>
        <p:spPr>
          <a:xfrm>
            <a:off x="441919" y="2174494"/>
            <a:ext cx="4428000" cy="652486"/>
          </a:xfrm>
          <a:prstGeom prst="rect">
            <a:avLst/>
          </a:prstGeom>
          <a:noFill/>
        </p:spPr>
        <p:txBody>
          <a:bodyPr wrap="square" rtlCol="0">
            <a:spAutoFit/>
          </a:bodyPr>
          <a:lstStyle/>
          <a:p>
            <a:pPr algn="ctr" rtl="1">
              <a:lnSpc>
                <a:spcPct val="130000"/>
              </a:lnSpc>
            </a:pPr>
            <a:r>
              <a:rPr lang="fa-IR" sz="1400" b="1" dirty="0">
                <a:solidFill>
                  <a:srgbClr val="1F1FFF"/>
                </a:solidFill>
                <a:latin typeface="IRANSans(FaNum)" panose="02040503050201020203" pitchFamily="18" charset="-78"/>
                <a:cs typeface="IRANSans(FaNum)" panose="02040503050201020203" pitchFamily="18" charset="-78"/>
              </a:rPr>
              <a:t>هر گره، هر تغییر در جدول جلورانی را به اطلاع همه همسایگان خود می‌رساند. پیچیدگی پیام وابسته به زمان همگرایی است.</a:t>
            </a:r>
            <a:endParaRPr lang="en-US" sz="1400" b="1" dirty="0">
              <a:solidFill>
                <a:srgbClr val="1F1FFF"/>
              </a:solidFill>
              <a:latin typeface="IRANSans(FaNum)" panose="02040503050201020203" pitchFamily="18" charset="-78"/>
              <a:cs typeface="IRANSans(FaNum)" panose="02040503050201020203" pitchFamily="18" charset="-78"/>
            </a:endParaRPr>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783B252F-1531-4742-CD31-03541FF6FAE4}"/>
                  </a:ext>
                </a:extLst>
              </p:cNvPr>
              <p:cNvSpPr txBox="1"/>
              <p:nvPr/>
            </p:nvSpPr>
            <p:spPr>
              <a:xfrm>
                <a:off x="4948989" y="3129637"/>
                <a:ext cx="4428000" cy="1098891"/>
              </a:xfrm>
              <a:prstGeom prst="rect">
                <a:avLst/>
              </a:prstGeom>
              <a:noFill/>
            </p:spPr>
            <p:txBody>
              <a:bodyPr wrap="square" rtlCol="0">
                <a:spAutoFit/>
              </a:bodyPr>
              <a:lstStyle/>
              <a:p>
                <a:pPr algn="just" rtl="1">
                  <a:lnSpc>
                    <a:spcPct val="130000"/>
                  </a:lnSpc>
                </a:pPr>
                <a:r>
                  <a:rPr lang="fa-IR" sz="1400" b="1" dirty="0">
                    <a:solidFill>
                      <a:srgbClr val="1F1FFF"/>
                    </a:solidFill>
                    <a:latin typeface="IRANSans(FaNum)" panose="02040503050201020203" pitchFamily="18" charset="-78"/>
                    <a:cs typeface="IRANSans(FaNum)" panose="02040503050201020203" pitchFamily="18" charset="-78"/>
                  </a:rPr>
                  <a:t>پیچیدگی محاسباتی </a:t>
                </a:r>
                <a14:m>
                  <m:oMath xmlns:m="http://schemas.openxmlformats.org/officeDocument/2006/math">
                    <m:r>
                      <a:rPr lang="en-US" sz="1400" b="1" i="1">
                        <a:solidFill>
                          <a:srgbClr val="1F1FFF"/>
                        </a:solidFill>
                        <a:latin typeface="Cambria Math" panose="02040503050406030204" pitchFamily="18" charset="0"/>
                        <a:cs typeface="IRANSans(FaNum)" panose="02040503050201020203" pitchFamily="18" charset="-78"/>
                      </a:rPr>
                      <m:t>𝑶</m:t>
                    </m:r>
                    <m:r>
                      <a:rPr lang="en-US" sz="1400" b="1" i="1">
                        <a:solidFill>
                          <a:srgbClr val="1F1FFF"/>
                        </a:solidFill>
                        <a:latin typeface="Cambria Math" panose="02040503050406030204" pitchFamily="18" charset="0"/>
                        <a:cs typeface="IRANSans(FaNum)" panose="02040503050201020203" pitchFamily="18" charset="-78"/>
                      </a:rPr>
                      <m:t>(</m:t>
                    </m:r>
                    <m:sSup>
                      <m:sSupPr>
                        <m:ctrlPr>
                          <a:rPr lang="en-US" sz="1400" b="1" i="1">
                            <a:solidFill>
                              <a:srgbClr val="1F1FFF"/>
                            </a:solidFill>
                            <a:latin typeface="Cambria Math" panose="02040503050406030204" pitchFamily="18" charset="0"/>
                            <a:cs typeface="IRANSans(FaNum)" panose="02040503050201020203" pitchFamily="18" charset="-78"/>
                          </a:rPr>
                        </m:ctrlPr>
                      </m:sSupPr>
                      <m:e>
                        <m:r>
                          <a:rPr lang="en-US" sz="1400" b="1" i="1">
                            <a:solidFill>
                              <a:srgbClr val="1F1FFF"/>
                            </a:solidFill>
                            <a:latin typeface="Cambria Math" panose="02040503050406030204" pitchFamily="18" charset="0"/>
                            <a:cs typeface="IRANSans(FaNum)" panose="02040503050201020203" pitchFamily="18" charset="-78"/>
                          </a:rPr>
                          <m:t>𝒏</m:t>
                        </m:r>
                      </m:e>
                      <m:sup>
                        <m:r>
                          <a:rPr lang="en-US" sz="1400" b="1" i="1">
                            <a:solidFill>
                              <a:srgbClr val="1F1FFF"/>
                            </a:solidFill>
                            <a:latin typeface="Cambria Math" panose="02040503050406030204" pitchFamily="18" charset="0"/>
                            <a:cs typeface="IRANSans(FaNum)" panose="02040503050201020203" pitchFamily="18" charset="-78"/>
                          </a:rPr>
                          <m:t>𝟐</m:t>
                        </m:r>
                      </m:sup>
                    </m:sSup>
                    <m:r>
                      <a:rPr lang="en-US" sz="1400" b="1" i="1">
                        <a:solidFill>
                          <a:srgbClr val="1F1FFF"/>
                        </a:solidFill>
                        <a:latin typeface="Cambria Math" panose="02040503050406030204" pitchFamily="18" charset="0"/>
                        <a:cs typeface="IRANSans(FaNum)" panose="02040503050201020203" pitchFamily="18" charset="-78"/>
                      </a:rPr>
                      <m:t>)</m:t>
                    </m:r>
                  </m:oMath>
                </a14:m>
                <a:r>
                  <a:rPr lang="fa-IR" sz="1400" b="1" dirty="0">
                    <a:solidFill>
                      <a:srgbClr val="1F1FFF"/>
                    </a:solidFill>
                    <a:latin typeface="IRANSans(FaNum)" panose="02040503050201020203" pitchFamily="18" charset="-78"/>
                    <a:cs typeface="IRANSans(FaNum)" panose="02040503050201020203" pitchFamily="18" charset="-78"/>
                  </a:rPr>
                  <a:t> و پیچیدگی پیام </a:t>
                </a:r>
                <a14:m>
                  <m:oMath xmlns:m="http://schemas.openxmlformats.org/officeDocument/2006/math">
                    <m:r>
                      <a:rPr lang="en-US" sz="1400" b="1" i="1">
                        <a:solidFill>
                          <a:srgbClr val="1F1FFF"/>
                        </a:solidFill>
                        <a:latin typeface="Cambria Math" panose="02040503050406030204" pitchFamily="18" charset="0"/>
                        <a:cs typeface="IRANSans(FaNum)" panose="02040503050201020203" pitchFamily="18" charset="-78"/>
                      </a:rPr>
                      <m:t>𝑶</m:t>
                    </m:r>
                    <m:r>
                      <a:rPr lang="en-US" sz="1400" b="1" i="1">
                        <a:solidFill>
                          <a:srgbClr val="1F1FFF"/>
                        </a:solidFill>
                        <a:latin typeface="Cambria Math" panose="02040503050406030204" pitchFamily="18" charset="0"/>
                        <a:cs typeface="IRANSans(FaNum)" panose="02040503050201020203" pitchFamily="18" charset="-78"/>
                      </a:rPr>
                      <m:t>(</m:t>
                    </m:r>
                    <m:sSup>
                      <m:sSupPr>
                        <m:ctrlPr>
                          <a:rPr lang="en-US" sz="1400" b="1" i="1">
                            <a:solidFill>
                              <a:srgbClr val="1F1FFF"/>
                            </a:solidFill>
                            <a:latin typeface="Cambria Math" panose="02040503050406030204" pitchFamily="18" charset="0"/>
                            <a:cs typeface="IRANSans(FaNum)" panose="02040503050201020203" pitchFamily="18" charset="-78"/>
                          </a:rPr>
                        </m:ctrlPr>
                      </m:sSupPr>
                      <m:e>
                        <m:r>
                          <a:rPr lang="en-US" sz="1400" b="1" i="1">
                            <a:solidFill>
                              <a:srgbClr val="1F1FFF"/>
                            </a:solidFill>
                            <a:latin typeface="Cambria Math" panose="02040503050406030204" pitchFamily="18" charset="0"/>
                            <a:cs typeface="IRANSans(FaNum)" panose="02040503050201020203" pitchFamily="18" charset="-78"/>
                          </a:rPr>
                          <m:t>𝒏</m:t>
                        </m:r>
                      </m:e>
                      <m:sup>
                        <m:r>
                          <a:rPr lang="en-US" sz="1400" b="1" i="1">
                            <a:solidFill>
                              <a:srgbClr val="1F1FFF"/>
                            </a:solidFill>
                            <a:latin typeface="Cambria Math" panose="02040503050406030204" pitchFamily="18" charset="0"/>
                            <a:cs typeface="IRANSans(FaNum)" panose="02040503050201020203" pitchFamily="18" charset="-78"/>
                          </a:rPr>
                          <m:t>𝟐</m:t>
                        </m:r>
                      </m:sup>
                    </m:sSup>
                    <m:r>
                      <a:rPr lang="en-US" sz="1400" b="1" i="1">
                        <a:solidFill>
                          <a:srgbClr val="1F1FFF"/>
                        </a:solidFill>
                        <a:latin typeface="Cambria Math" panose="02040503050406030204" pitchFamily="18" charset="0"/>
                        <a:cs typeface="IRANSans(FaNum)" panose="02040503050201020203" pitchFamily="18" charset="-78"/>
                      </a:rPr>
                      <m:t>)</m:t>
                    </m:r>
                  </m:oMath>
                </a14:m>
                <a:r>
                  <a:rPr lang="fa-IR" sz="1400" b="1" dirty="0">
                    <a:solidFill>
                      <a:srgbClr val="1F1FFF"/>
                    </a:solidFill>
                    <a:latin typeface="IRANSans(FaNum)" panose="02040503050201020203" pitchFamily="18" charset="-78"/>
                    <a:cs typeface="IRANSans(FaNum)" panose="02040503050201020203" pitchFamily="18" charset="-78"/>
                  </a:rPr>
                  <a:t> است.</a:t>
                </a:r>
              </a:p>
              <a:p>
                <a:pPr marL="180000" indent="-108000" algn="r" rtl="1">
                  <a:lnSpc>
                    <a:spcPct val="130000"/>
                  </a:lnSpc>
                  <a:buFont typeface="Arial" panose="020B0604020202020204" pitchFamily="34" charset="0"/>
                  <a:buChar char="•"/>
                </a:pPr>
                <a:r>
                  <a:rPr lang="fa-IR" sz="1200" b="1" dirty="0">
                    <a:solidFill>
                      <a:srgbClr val="1F1FFF"/>
                    </a:solidFill>
                    <a:latin typeface="IRANSans(FaNum)" panose="02040503050201020203" pitchFamily="18" charset="-78"/>
                    <a:cs typeface="IRANSans(FaNum)" panose="02040503050201020203" pitchFamily="18" charset="-78"/>
                  </a:rPr>
                  <a:t>بدلیل پخش اطلاعات وضعیت لینک و انجام محاسبات متمرکز در حالت طبیعی، سرعت همگرایی بالاتری نسبت به </a:t>
                </a:r>
                <a:r>
                  <a:rPr lang="en-US" sz="1200" b="1" dirty="0">
                    <a:solidFill>
                      <a:srgbClr val="1F1FFF"/>
                    </a:solidFill>
                    <a:latin typeface="IRANSans(FaNum)" panose="02040503050201020203" pitchFamily="18" charset="-78"/>
                    <a:cs typeface="IRANSans(FaNum)" panose="02040503050201020203" pitchFamily="18" charset="-78"/>
                  </a:rPr>
                  <a:t>DV</a:t>
                </a:r>
                <a:r>
                  <a:rPr lang="fa-IR" sz="1200" b="1" dirty="0">
                    <a:solidFill>
                      <a:srgbClr val="1F1FFF"/>
                    </a:solidFill>
                    <a:latin typeface="IRANSans(FaNum)" panose="02040503050201020203" pitchFamily="18" charset="-78"/>
                    <a:cs typeface="IRANSans(FaNum)" panose="02040503050201020203" pitchFamily="18" charset="-78"/>
                  </a:rPr>
                  <a:t> دارد.</a:t>
                </a:r>
              </a:p>
              <a:p>
                <a:pPr marL="180000" indent="-108000" algn="r" rtl="1">
                  <a:lnSpc>
                    <a:spcPct val="130000"/>
                  </a:lnSpc>
                  <a:buFont typeface="Arial" panose="020B0604020202020204" pitchFamily="34" charset="0"/>
                  <a:buChar char="•"/>
                </a:pPr>
                <a:r>
                  <a:rPr lang="fa-IR" sz="1200" b="1" dirty="0">
                    <a:solidFill>
                      <a:srgbClr val="1F1FFF"/>
                    </a:solidFill>
                    <a:latin typeface="IRANSans(FaNum)" panose="02040503050201020203" pitchFamily="18" charset="-78"/>
                    <a:cs typeface="IRANSans(FaNum)" panose="02040503050201020203" pitchFamily="18" charset="-78"/>
                  </a:rPr>
                  <a:t>امکان تغییر پی در پی مسیر وجود دارد.</a:t>
                </a:r>
                <a:endParaRPr lang="en-US" sz="1200" b="1" dirty="0">
                  <a:solidFill>
                    <a:srgbClr val="1F1FFF"/>
                  </a:solidFill>
                  <a:latin typeface="IRANSans(FaNum)" panose="02040503050201020203" pitchFamily="18" charset="-78"/>
                  <a:cs typeface="IRANSans(FaNum)" panose="02040503050201020203" pitchFamily="18" charset="-78"/>
                </a:endParaRPr>
              </a:p>
            </p:txBody>
          </p:sp>
        </mc:Choice>
        <mc:Fallback xmlns="">
          <p:sp>
            <p:nvSpPr>
              <p:cNvPr id="12" name="TextBox 11">
                <a:extLst>
                  <a:ext uri="{FF2B5EF4-FFF2-40B4-BE49-F238E27FC236}">
                    <a16:creationId xmlns:a16="http://schemas.microsoft.com/office/drawing/2014/main" id="{783B252F-1531-4742-CD31-03541FF6FAE4}"/>
                  </a:ext>
                </a:extLst>
              </p:cNvPr>
              <p:cNvSpPr txBox="1">
                <a:spLocks noRot="1" noChangeAspect="1" noMove="1" noResize="1" noEditPoints="1" noAdjustHandles="1" noChangeArrowheads="1" noChangeShapeType="1" noTextEdit="1"/>
              </p:cNvSpPr>
              <p:nvPr/>
            </p:nvSpPr>
            <p:spPr>
              <a:xfrm>
                <a:off x="4948989" y="3129637"/>
                <a:ext cx="4428000" cy="1098891"/>
              </a:xfrm>
              <a:prstGeom prst="rect">
                <a:avLst/>
              </a:prstGeom>
              <a:blipFill>
                <a:blip r:embed="rId5"/>
                <a:stretch>
                  <a:fillRect r="-413" b="-3315"/>
                </a:stretch>
              </a:blipFill>
            </p:spPr>
            <p:txBody>
              <a:bodyPr/>
              <a:lstStyle/>
              <a:p>
                <a:r>
                  <a:rPr lang="en-US">
                    <a:noFill/>
                  </a:rPr>
                  <a:t> </a:t>
                </a:r>
              </a:p>
            </p:txBody>
          </p:sp>
        </mc:Fallback>
      </mc:AlternateContent>
      <p:sp>
        <p:nvSpPr>
          <p:cNvPr id="16" name="TextBox 15">
            <a:extLst>
              <a:ext uri="{FF2B5EF4-FFF2-40B4-BE49-F238E27FC236}">
                <a16:creationId xmlns:a16="http://schemas.microsoft.com/office/drawing/2014/main" id="{A1ECC7B0-A398-0D9C-2EE7-2051BD888ECE}"/>
              </a:ext>
            </a:extLst>
          </p:cNvPr>
          <p:cNvSpPr txBox="1"/>
          <p:nvPr/>
        </p:nvSpPr>
        <p:spPr>
          <a:xfrm>
            <a:off x="434594" y="2961706"/>
            <a:ext cx="4428000" cy="1412694"/>
          </a:xfrm>
          <a:prstGeom prst="rect">
            <a:avLst/>
          </a:prstGeom>
          <a:noFill/>
        </p:spPr>
        <p:txBody>
          <a:bodyPr wrap="square" rtlCol="0">
            <a:spAutoFit/>
          </a:bodyPr>
          <a:lstStyle/>
          <a:p>
            <a:pPr algn="just" rtl="1">
              <a:lnSpc>
                <a:spcPct val="130000"/>
              </a:lnSpc>
            </a:pPr>
            <a:r>
              <a:rPr lang="fa-IR" sz="1400" b="1" dirty="0">
                <a:solidFill>
                  <a:srgbClr val="1F1FFF"/>
                </a:solidFill>
                <a:latin typeface="IRANSans(FaNum)" panose="02040503050201020203" pitchFamily="18" charset="-78"/>
                <a:cs typeface="IRANSans(FaNum)" panose="02040503050201020203" pitchFamily="18" charset="-78"/>
              </a:rPr>
              <a:t>زمان همگرایی متغیر است، اما به دلیل اطلاع‌رسانی پس از انجام محاسبات توزیع‌شده در گره‌ها، در حالت طبیعی، سرعت همگرایی کم‌تری نسبت به </a:t>
            </a:r>
            <a:r>
              <a:rPr lang="en-US" sz="1400" b="1" dirty="0">
                <a:solidFill>
                  <a:srgbClr val="1F1FFF"/>
                </a:solidFill>
                <a:latin typeface="IRANSans(FaNum)" panose="02040503050201020203" pitchFamily="18" charset="-78"/>
                <a:cs typeface="IRANSans(FaNum)" panose="02040503050201020203" pitchFamily="18" charset="-78"/>
              </a:rPr>
              <a:t>LS</a:t>
            </a:r>
            <a:r>
              <a:rPr lang="fa-IR" sz="1400" b="1" dirty="0">
                <a:solidFill>
                  <a:srgbClr val="1F1FFF"/>
                </a:solidFill>
                <a:latin typeface="IRANSans(FaNum)" panose="02040503050201020203" pitchFamily="18" charset="-78"/>
                <a:cs typeface="IRANSans(FaNum)" panose="02040503050201020203" pitchFamily="18" charset="-78"/>
              </a:rPr>
              <a:t> دارد.</a:t>
            </a:r>
          </a:p>
          <a:p>
            <a:pPr marL="180000" indent="-108000" algn="r" rtl="1">
              <a:lnSpc>
                <a:spcPct val="130000"/>
              </a:lnSpc>
              <a:buFont typeface="Arial" panose="020B0604020202020204" pitchFamily="34" charset="0"/>
              <a:buChar char="•"/>
            </a:pPr>
            <a:r>
              <a:rPr lang="fa-IR" sz="1200" b="1" dirty="0">
                <a:solidFill>
                  <a:srgbClr val="1F1FFF"/>
                </a:solidFill>
                <a:latin typeface="IRANSans(FaNum)" panose="02040503050201020203" pitchFamily="18" charset="-78"/>
                <a:cs typeface="IRANSans(FaNum)" panose="02040503050201020203" pitchFamily="18" charset="-78"/>
              </a:rPr>
              <a:t>امکان داشتن حلقه در مسیربابی</a:t>
            </a:r>
          </a:p>
          <a:p>
            <a:pPr marL="180000" indent="-108000" algn="r" rtl="1">
              <a:lnSpc>
                <a:spcPct val="130000"/>
              </a:lnSpc>
              <a:buFont typeface="Arial" panose="020B0604020202020204" pitchFamily="34" charset="0"/>
              <a:buChar char="•"/>
            </a:pPr>
            <a:r>
              <a:rPr lang="fa-IR" sz="1200" b="1" dirty="0">
                <a:solidFill>
                  <a:srgbClr val="1F1FFF"/>
                </a:solidFill>
                <a:latin typeface="IRANSans(FaNum)" panose="02040503050201020203" pitchFamily="18" charset="-78"/>
                <a:cs typeface="IRANSans(FaNum)" panose="02040503050201020203" pitchFamily="18" charset="-78"/>
              </a:rPr>
              <a:t>مسئله شمارش تا بی‌نهایت</a:t>
            </a:r>
          </a:p>
        </p:txBody>
      </p:sp>
      <p:sp>
        <p:nvSpPr>
          <p:cNvPr id="17" name="TextBox 16">
            <a:extLst>
              <a:ext uri="{FF2B5EF4-FFF2-40B4-BE49-F238E27FC236}">
                <a16:creationId xmlns:a16="http://schemas.microsoft.com/office/drawing/2014/main" id="{96AC1A42-EDBD-4DAC-6158-1EB6AA985C37}"/>
              </a:ext>
            </a:extLst>
          </p:cNvPr>
          <p:cNvSpPr txBox="1"/>
          <p:nvPr/>
        </p:nvSpPr>
        <p:spPr>
          <a:xfrm>
            <a:off x="4938957" y="4778646"/>
            <a:ext cx="4428000" cy="1009507"/>
          </a:xfrm>
          <a:prstGeom prst="rect">
            <a:avLst/>
          </a:prstGeom>
          <a:noFill/>
        </p:spPr>
        <p:txBody>
          <a:bodyPr wrap="square" rtlCol="0">
            <a:spAutoFit/>
          </a:bodyPr>
          <a:lstStyle/>
          <a:p>
            <a:pPr marL="108000" indent="-108000" algn="just" rtl="1">
              <a:lnSpc>
                <a:spcPct val="130000"/>
              </a:lnSpc>
              <a:buFont typeface="Arial" panose="020B0604020202020204" pitchFamily="34" charset="0"/>
              <a:buChar char="•"/>
            </a:pPr>
            <a:r>
              <a:rPr lang="fa-IR" sz="1400" b="1" dirty="0">
                <a:solidFill>
                  <a:srgbClr val="1F1FFF"/>
                </a:solidFill>
                <a:latin typeface="IRANSans(FaNum)" panose="02040503050201020203" pitchFamily="18" charset="-78"/>
                <a:cs typeface="IRANSans(FaNum)" panose="02040503050201020203" pitchFamily="18" charset="-78"/>
              </a:rPr>
              <a:t>یک مسیریاب می‌تواند اطلاعات اشتباه از وضعیت لینک اعلان کند.</a:t>
            </a:r>
          </a:p>
          <a:p>
            <a:pPr marL="108000" indent="-108000" algn="r" rtl="1">
              <a:lnSpc>
                <a:spcPct val="130000"/>
              </a:lnSpc>
              <a:spcBef>
                <a:spcPts val="600"/>
              </a:spcBef>
              <a:buFont typeface="Arial" panose="020B0604020202020204" pitchFamily="34" charset="0"/>
              <a:buChar char="•"/>
            </a:pPr>
            <a:r>
              <a:rPr lang="fa-IR" sz="1400" b="1" dirty="0">
                <a:solidFill>
                  <a:srgbClr val="1F1FFF"/>
                </a:solidFill>
                <a:latin typeface="IRANSans(FaNum)" panose="02040503050201020203" pitchFamily="18" charset="-78"/>
                <a:cs typeface="IRANSans(FaNum)" panose="02040503050201020203" pitchFamily="18" charset="-78"/>
              </a:rPr>
              <a:t>هر مسیریاب فقط جدول جلورانی خود را محاسبه می‌کند.</a:t>
            </a:r>
          </a:p>
        </p:txBody>
      </p:sp>
      <p:sp>
        <p:nvSpPr>
          <p:cNvPr id="18" name="TextBox 17">
            <a:extLst>
              <a:ext uri="{FF2B5EF4-FFF2-40B4-BE49-F238E27FC236}">
                <a16:creationId xmlns:a16="http://schemas.microsoft.com/office/drawing/2014/main" id="{F4430132-F95A-FEC7-2082-38A6CA97EAC8}"/>
              </a:ext>
            </a:extLst>
          </p:cNvPr>
          <p:cNvSpPr txBox="1"/>
          <p:nvPr/>
        </p:nvSpPr>
        <p:spPr>
          <a:xfrm>
            <a:off x="427395" y="4516556"/>
            <a:ext cx="4428000" cy="1569660"/>
          </a:xfrm>
          <a:prstGeom prst="rect">
            <a:avLst/>
          </a:prstGeom>
          <a:noFill/>
        </p:spPr>
        <p:txBody>
          <a:bodyPr wrap="square" rtlCol="0">
            <a:spAutoFit/>
          </a:bodyPr>
          <a:lstStyle/>
          <a:p>
            <a:pPr marL="108000" indent="-108000" algn="just" rtl="1">
              <a:lnSpc>
                <a:spcPct val="130000"/>
              </a:lnSpc>
              <a:buFont typeface="Arial" panose="020B0604020202020204" pitchFamily="34" charset="0"/>
              <a:buChar char="•"/>
            </a:pPr>
            <a:r>
              <a:rPr lang="fa-IR" sz="1400" b="1" dirty="0">
                <a:solidFill>
                  <a:srgbClr val="1F1FFF"/>
                </a:solidFill>
                <a:latin typeface="IRANSans(FaNum)" panose="02040503050201020203" pitchFamily="18" charset="-78"/>
                <a:cs typeface="IRANSans(FaNum)" panose="02040503050201020203" pitchFamily="18" charset="-78"/>
              </a:rPr>
              <a:t>یک مسیریاب می‌تواند اطلاعات اشتباه از هزینه مسیر را اعلان کند (حمله </a:t>
            </a:r>
            <a:r>
              <a:rPr lang="en-US" sz="1400" b="1" dirty="0">
                <a:solidFill>
                  <a:srgbClr val="1F1FFF"/>
                </a:solidFill>
                <a:latin typeface="IRANSans(FaNum)" panose="02040503050201020203" pitchFamily="18" charset="-78"/>
                <a:cs typeface="IRANSans(FaNum)" panose="02040503050201020203" pitchFamily="18" charset="-78"/>
              </a:rPr>
              <a:t>black-holing</a:t>
            </a:r>
            <a:r>
              <a:rPr lang="fa-IR" sz="1400" b="1" dirty="0">
                <a:solidFill>
                  <a:srgbClr val="1F1FFF"/>
                </a:solidFill>
                <a:latin typeface="IRANSans(FaNum)" panose="02040503050201020203" pitchFamily="18" charset="-78"/>
                <a:cs typeface="IRANSans(FaNum)" panose="02040503050201020203" pitchFamily="18" charset="-78"/>
              </a:rPr>
              <a:t>: یک مسیریاب می‌تواند اعلان کند که به همه گره‌های شبکه مسیرهای با کم‌ترین هزینه را دارد).</a:t>
            </a:r>
          </a:p>
          <a:p>
            <a:pPr marL="108000" indent="-108000" algn="just" rtl="1">
              <a:lnSpc>
                <a:spcPct val="130000"/>
              </a:lnSpc>
              <a:spcBef>
                <a:spcPts val="600"/>
              </a:spcBef>
              <a:buFont typeface="Arial" panose="020B0604020202020204" pitchFamily="34" charset="0"/>
              <a:buChar char="•"/>
            </a:pPr>
            <a:r>
              <a:rPr lang="fa-IR" sz="1400" b="1" dirty="0">
                <a:solidFill>
                  <a:srgbClr val="1F1FFF"/>
                </a:solidFill>
                <a:latin typeface="IRANSans(FaNum)" panose="02040503050201020203" pitchFamily="18" charset="-78"/>
                <a:cs typeface="IRANSans(FaNum)" panose="02040503050201020203" pitchFamily="18" charset="-78"/>
              </a:rPr>
              <a:t>جدول جلورانی هر مسیریاب توسط مسیریاب‌های دیگر استفاده می‌شود، بنابراین خطا در کل شبکه منتشر می‌شود.</a:t>
            </a:r>
          </a:p>
        </p:txBody>
      </p:sp>
    </p:spTree>
    <p:extLst>
      <p:ext uri="{BB962C8B-B14F-4D97-AF65-F5344CB8AC3E}">
        <p14:creationId xmlns:p14="http://schemas.microsoft.com/office/powerpoint/2010/main" val="2421040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dissolve">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p:cTn id="18" dur="500" fill="hold"/>
                                        <p:tgtEl>
                                          <p:spTgt spid="9"/>
                                        </p:tgtEl>
                                        <p:attrNameLst>
                                          <p:attrName>ppt_w</p:attrName>
                                        </p:attrNameLst>
                                      </p:cBhvr>
                                      <p:tavLst>
                                        <p:tav tm="0">
                                          <p:val>
                                            <p:fltVal val="0"/>
                                          </p:val>
                                        </p:tav>
                                        <p:tav tm="100000">
                                          <p:val>
                                            <p:strVal val="#ppt_w"/>
                                          </p:val>
                                        </p:tav>
                                      </p:tavLst>
                                    </p:anim>
                                    <p:anim calcmode="lin" valueType="num">
                                      <p:cBhvr>
                                        <p:cTn id="19" dur="500" fill="hold"/>
                                        <p:tgtEl>
                                          <p:spTgt spid="9"/>
                                        </p:tgtEl>
                                        <p:attrNameLst>
                                          <p:attrName>ppt_h</p:attrName>
                                        </p:attrNameLst>
                                      </p:cBhvr>
                                      <p:tavLst>
                                        <p:tav tm="0">
                                          <p:val>
                                            <p:fltVal val="0"/>
                                          </p:val>
                                        </p:tav>
                                        <p:tav tm="100000">
                                          <p:val>
                                            <p:strVal val="#ppt_h"/>
                                          </p:val>
                                        </p:tav>
                                      </p:tavLst>
                                    </p:anim>
                                    <p:animEffect transition="in" filter="fade">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ppt_w</p:attrName>
                                        </p:attrNameLst>
                                      </p:cBhvr>
                                      <p:tavLst>
                                        <p:tav tm="0">
                                          <p:val>
                                            <p:fltVal val="0"/>
                                          </p:val>
                                        </p:tav>
                                        <p:tav tm="100000">
                                          <p:val>
                                            <p:strVal val="#ppt_w"/>
                                          </p:val>
                                        </p:tav>
                                      </p:tavLst>
                                    </p:anim>
                                    <p:anim calcmode="lin" valueType="num">
                                      <p:cBhvr>
                                        <p:cTn id="26" dur="500" fill="hold"/>
                                        <p:tgtEl>
                                          <p:spTgt spid="11"/>
                                        </p:tgtEl>
                                        <p:attrNameLst>
                                          <p:attrName>ppt_h</p:attrName>
                                        </p:attrNameLst>
                                      </p:cBhvr>
                                      <p:tavLst>
                                        <p:tav tm="0">
                                          <p:val>
                                            <p:fltVal val="0"/>
                                          </p:val>
                                        </p:tav>
                                        <p:tav tm="100000">
                                          <p:val>
                                            <p:strVal val="#ppt_h"/>
                                          </p:val>
                                        </p:tav>
                                      </p:tavLst>
                                    </p:anim>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500" fill="hold"/>
                                        <p:tgtEl>
                                          <p:spTgt spid="12"/>
                                        </p:tgtEl>
                                        <p:attrNameLst>
                                          <p:attrName>ppt_w</p:attrName>
                                        </p:attrNameLst>
                                      </p:cBhvr>
                                      <p:tavLst>
                                        <p:tav tm="0">
                                          <p:val>
                                            <p:fltVal val="0"/>
                                          </p:val>
                                        </p:tav>
                                        <p:tav tm="100000">
                                          <p:val>
                                            <p:strVal val="#ppt_w"/>
                                          </p:val>
                                        </p:tav>
                                      </p:tavLst>
                                    </p:anim>
                                    <p:anim calcmode="lin" valueType="num">
                                      <p:cBhvr>
                                        <p:cTn id="33" dur="500" fill="hold"/>
                                        <p:tgtEl>
                                          <p:spTgt spid="12"/>
                                        </p:tgtEl>
                                        <p:attrNameLst>
                                          <p:attrName>ppt_h</p:attrName>
                                        </p:attrNameLst>
                                      </p:cBhvr>
                                      <p:tavLst>
                                        <p:tav tm="0">
                                          <p:val>
                                            <p:fltVal val="0"/>
                                          </p:val>
                                        </p:tav>
                                        <p:tav tm="100000">
                                          <p:val>
                                            <p:strVal val="#ppt_h"/>
                                          </p:val>
                                        </p:tav>
                                      </p:tavLst>
                                    </p:anim>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p:cTn id="39" dur="500" fill="hold"/>
                                        <p:tgtEl>
                                          <p:spTgt spid="16"/>
                                        </p:tgtEl>
                                        <p:attrNameLst>
                                          <p:attrName>ppt_w</p:attrName>
                                        </p:attrNameLst>
                                      </p:cBhvr>
                                      <p:tavLst>
                                        <p:tav tm="0">
                                          <p:val>
                                            <p:fltVal val="0"/>
                                          </p:val>
                                        </p:tav>
                                        <p:tav tm="100000">
                                          <p:val>
                                            <p:strVal val="#ppt_w"/>
                                          </p:val>
                                        </p:tav>
                                      </p:tavLst>
                                    </p:anim>
                                    <p:anim calcmode="lin" valueType="num">
                                      <p:cBhvr>
                                        <p:cTn id="40" dur="500" fill="hold"/>
                                        <p:tgtEl>
                                          <p:spTgt spid="16"/>
                                        </p:tgtEl>
                                        <p:attrNameLst>
                                          <p:attrName>ppt_h</p:attrName>
                                        </p:attrNameLst>
                                      </p:cBhvr>
                                      <p:tavLst>
                                        <p:tav tm="0">
                                          <p:val>
                                            <p:fltVal val="0"/>
                                          </p:val>
                                        </p:tav>
                                        <p:tav tm="100000">
                                          <p:val>
                                            <p:strVal val="#ppt_h"/>
                                          </p:val>
                                        </p:tav>
                                      </p:tavLst>
                                    </p:anim>
                                    <p:animEffect transition="in" filter="fade">
                                      <p:cBhvr>
                                        <p:cTn id="41" dur="500"/>
                                        <p:tgtEl>
                                          <p:spTgt spid="16"/>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p:cTn id="46" dur="500" fill="hold"/>
                                        <p:tgtEl>
                                          <p:spTgt spid="17"/>
                                        </p:tgtEl>
                                        <p:attrNameLst>
                                          <p:attrName>ppt_w</p:attrName>
                                        </p:attrNameLst>
                                      </p:cBhvr>
                                      <p:tavLst>
                                        <p:tav tm="0">
                                          <p:val>
                                            <p:fltVal val="0"/>
                                          </p:val>
                                        </p:tav>
                                        <p:tav tm="100000">
                                          <p:val>
                                            <p:strVal val="#ppt_w"/>
                                          </p:val>
                                        </p:tav>
                                      </p:tavLst>
                                    </p:anim>
                                    <p:anim calcmode="lin" valueType="num">
                                      <p:cBhvr>
                                        <p:cTn id="47" dur="500" fill="hold"/>
                                        <p:tgtEl>
                                          <p:spTgt spid="17"/>
                                        </p:tgtEl>
                                        <p:attrNameLst>
                                          <p:attrName>ppt_h</p:attrName>
                                        </p:attrNameLst>
                                      </p:cBhvr>
                                      <p:tavLst>
                                        <p:tav tm="0">
                                          <p:val>
                                            <p:fltVal val="0"/>
                                          </p:val>
                                        </p:tav>
                                        <p:tav tm="100000">
                                          <p:val>
                                            <p:strVal val="#ppt_h"/>
                                          </p:val>
                                        </p:tav>
                                      </p:tavLst>
                                    </p:anim>
                                    <p:animEffect transition="in" filter="fade">
                                      <p:cBhvr>
                                        <p:cTn id="48" dur="500"/>
                                        <p:tgtEl>
                                          <p:spTgt spid="17"/>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grpId="0" nodeType="clickEffect">
                                  <p:stCondLst>
                                    <p:cond delay="0"/>
                                  </p:stCondLst>
                                  <p:childTnLst>
                                    <p:set>
                                      <p:cBhvr>
                                        <p:cTn id="52" dur="1" fill="hold">
                                          <p:stCondLst>
                                            <p:cond delay="0"/>
                                          </p:stCondLst>
                                        </p:cTn>
                                        <p:tgtEl>
                                          <p:spTgt spid="18"/>
                                        </p:tgtEl>
                                        <p:attrNameLst>
                                          <p:attrName>style.visibility</p:attrName>
                                        </p:attrNameLst>
                                      </p:cBhvr>
                                      <p:to>
                                        <p:strVal val="visible"/>
                                      </p:to>
                                    </p:set>
                                    <p:anim calcmode="lin" valueType="num">
                                      <p:cBhvr>
                                        <p:cTn id="53" dur="500" fill="hold"/>
                                        <p:tgtEl>
                                          <p:spTgt spid="18"/>
                                        </p:tgtEl>
                                        <p:attrNameLst>
                                          <p:attrName>ppt_w</p:attrName>
                                        </p:attrNameLst>
                                      </p:cBhvr>
                                      <p:tavLst>
                                        <p:tav tm="0">
                                          <p:val>
                                            <p:fltVal val="0"/>
                                          </p:val>
                                        </p:tav>
                                        <p:tav tm="100000">
                                          <p:val>
                                            <p:strVal val="#ppt_w"/>
                                          </p:val>
                                        </p:tav>
                                      </p:tavLst>
                                    </p:anim>
                                    <p:anim calcmode="lin" valueType="num">
                                      <p:cBhvr>
                                        <p:cTn id="54" dur="500" fill="hold"/>
                                        <p:tgtEl>
                                          <p:spTgt spid="18"/>
                                        </p:tgtEl>
                                        <p:attrNameLst>
                                          <p:attrName>ppt_h</p:attrName>
                                        </p:attrNameLst>
                                      </p:cBhvr>
                                      <p:tavLst>
                                        <p:tav tm="0">
                                          <p:val>
                                            <p:fltVal val="0"/>
                                          </p:val>
                                        </p:tav>
                                        <p:tav tm="100000">
                                          <p:val>
                                            <p:strVal val="#ppt_h"/>
                                          </p:val>
                                        </p:tav>
                                      </p:tavLst>
                                    </p:anim>
                                    <p:animEffect transition="in" filter="fade">
                                      <p:cBhvr>
                                        <p:cTn id="5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2" grpId="0"/>
      <p:bldP spid="16" grpId="0"/>
      <p:bldP spid="17" grpId="0"/>
      <p:bldP spid="1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39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سیستم‌های مستقل</a:t>
            </a:r>
            <a:endParaRPr lang="fa-IR" sz="3600" b="1" dirty="0">
              <a:solidFill>
                <a:srgbClr val="0000FF"/>
              </a:solidFill>
              <a:latin typeface="IRANSans(FaNum)" panose="02040503050201020203" pitchFamily="18" charset="-78"/>
            </a:endParaRPr>
          </a:p>
        </p:txBody>
      </p:sp>
      <p:sp>
        <p:nvSpPr>
          <p:cNvPr id="13" name="Content Placeholder 2">
            <a:extLst>
              <a:ext uri="{FF2B5EF4-FFF2-40B4-BE49-F238E27FC236}">
                <a16:creationId xmlns:a16="http://schemas.microsoft.com/office/drawing/2014/main" id="{18E470C9-2821-8645-3E66-614ED35A05EE}"/>
              </a:ext>
            </a:extLst>
          </p:cNvPr>
          <p:cNvSpPr txBox="1">
            <a:spLocks/>
          </p:cNvSpPr>
          <p:nvPr/>
        </p:nvSpPr>
        <p:spPr>
          <a:xfrm>
            <a:off x="433754" y="1226671"/>
            <a:ext cx="11418277" cy="514657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2000" b="1" dirty="0">
                <a:solidFill>
                  <a:srgbClr val="1F1FFF"/>
                </a:solidFill>
                <a:latin typeface="IRANSans(FaNum)" panose="02040503050201020203" pitchFamily="18" charset="-78"/>
              </a:rPr>
              <a:t>اینترنت شبکه‌ای از شبکه‌هاست.</a:t>
            </a:r>
          </a:p>
          <a:p>
            <a:pPr marL="432000" indent="-144000">
              <a:lnSpc>
                <a:spcPct val="130000"/>
              </a:lnSpc>
              <a:spcBef>
                <a:spcPts val="600"/>
              </a:spcBef>
              <a:spcAft>
                <a:spcPts val="600"/>
              </a:spcAft>
            </a:pPr>
            <a:r>
              <a:rPr lang="fa-IR" sz="1600" b="1" dirty="0">
                <a:solidFill>
                  <a:srgbClr val="1F1FFF"/>
                </a:solidFill>
                <a:latin typeface="IRANSans(FaNum)" panose="02040503050201020203" pitchFamily="18" charset="-78"/>
              </a:rPr>
              <a:t>هر شبکه (یا زیرشبکه اینترنت) مالکیت و مدیریت مستقل دارد و به صورت یک سیستم مستقل یا خودمختار (</a:t>
            </a:r>
            <a:r>
              <a:rPr lang="en-US" sz="1600" b="1" dirty="0">
                <a:solidFill>
                  <a:srgbClr val="1F1FFF"/>
                </a:solidFill>
                <a:latin typeface="IRANSans(FaNum)" panose="02040503050201020203" pitchFamily="18" charset="-78"/>
              </a:rPr>
              <a:t>Autonomous System</a:t>
            </a:r>
            <a:r>
              <a:rPr lang="fa-IR" sz="1600" b="1" dirty="0">
                <a:solidFill>
                  <a:srgbClr val="1F1FFF"/>
                </a:solidFill>
                <a:latin typeface="IRANSans(FaNum)" panose="02040503050201020203" pitchFamily="18" charset="-78"/>
              </a:rPr>
              <a:t>) عمل می‌کند.</a:t>
            </a:r>
          </a:p>
          <a:p>
            <a:pPr marL="432000" indent="-144000">
              <a:lnSpc>
                <a:spcPct val="130000"/>
              </a:lnSpc>
              <a:spcBef>
                <a:spcPts val="600"/>
              </a:spcBef>
              <a:spcAft>
                <a:spcPts val="600"/>
              </a:spcAft>
            </a:pPr>
            <a:r>
              <a:rPr lang="fa-IR" sz="1600" b="1" dirty="0">
                <a:solidFill>
                  <a:srgbClr val="1F1FFF"/>
                </a:solidFill>
                <a:latin typeface="IRANSans(FaNum)" panose="02040503050201020203" pitchFamily="18" charset="-78"/>
              </a:rPr>
              <a:t>به این سیستم‌های مستقل (</a:t>
            </a:r>
            <a:r>
              <a:rPr lang="en-US" sz="1600" b="1" dirty="0">
                <a:solidFill>
                  <a:srgbClr val="1F1FFF"/>
                </a:solidFill>
                <a:latin typeface="IRANSans(FaNum)" panose="02040503050201020203" pitchFamily="18" charset="-78"/>
              </a:rPr>
              <a:t>AS</a:t>
            </a:r>
            <a:r>
              <a:rPr lang="fa-IR" sz="1600" b="1" dirty="0">
                <a:solidFill>
                  <a:srgbClr val="1F1FFF"/>
                </a:solidFill>
                <a:latin typeface="IRANSans(FaNum)" panose="02040503050201020203" pitchFamily="18" charset="-78"/>
              </a:rPr>
              <a:t>) دامنه (</a:t>
            </a:r>
            <a:r>
              <a:rPr lang="en-US" sz="1600" b="1" dirty="0">
                <a:solidFill>
                  <a:srgbClr val="1F1FFF"/>
                </a:solidFill>
                <a:latin typeface="IRANSans(FaNum)" panose="02040503050201020203" pitchFamily="18" charset="-78"/>
              </a:rPr>
              <a:t>domain</a:t>
            </a:r>
            <a:r>
              <a:rPr lang="fa-IR" sz="1600" b="1" dirty="0">
                <a:solidFill>
                  <a:srgbClr val="1F1FFF"/>
                </a:solidFill>
                <a:latin typeface="IRANSans(FaNum)" panose="02040503050201020203" pitchFamily="18" charset="-78"/>
              </a:rPr>
              <a:t>) نیز می‌گویند.</a:t>
            </a:r>
          </a:p>
          <a:p>
            <a:pPr marL="432000" indent="-144000">
              <a:lnSpc>
                <a:spcPct val="130000"/>
              </a:lnSpc>
              <a:spcBef>
                <a:spcPts val="600"/>
              </a:spcBef>
              <a:spcAft>
                <a:spcPts val="600"/>
              </a:spcAft>
            </a:pPr>
            <a:r>
              <a:rPr lang="fa-IR" sz="1600" b="1" dirty="0">
                <a:solidFill>
                  <a:srgbClr val="1F1FFF"/>
                </a:solidFill>
                <a:latin typeface="IRANSans(FaNum)" panose="02040503050201020203" pitchFamily="18" charset="-78"/>
              </a:rPr>
              <a:t>تعریف </a:t>
            </a:r>
            <a:r>
              <a:rPr lang="en-US" sz="1600" b="1" dirty="0">
                <a:solidFill>
                  <a:srgbClr val="1F1FFF"/>
                </a:solidFill>
                <a:latin typeface="IRANSans(FaNum)" panose="02040503050201020203" pitchFamily="18" charset="-78"/>
              </a:rPr>
              <a:t>AS</a:t>
            </a:r>
            <a:r>
              <a:rPr lang="fa-IR" sz="1600" b="1" dirty="0">
                <a:solidFill>
                  <a:srgbClr val="1F1FFF"/>
                </a:solidFill>
                <a:latin typeface="IRANSans(FaNum)" panose="02040503050201020203" pitchFamily="18" charset="-78"/>
              </a:rPr>
              <a:t> (دامنه): یک </a:t>
            </a:r>
            <a:r>
              <a:rPr lang="en-US" sz="1600" b="1" dirty="0">
                <a:solidFill>
                  <a:srgbClr val="1F1FFF"/>
                </a:solidFill>
                <a:latin typeface="IRANSans(FaNum)" panose="02040503050201020203" pitchFamily="18" charset="-78"/>
              </a:rPr>
              <a:t>AS</a:t>
            </a:r>
            <a:r>
              <a:rPr lang="fa-IR" sz="1600" b="1" dirty="0">
                <a:solidFill>
                  <a:srgbClr val="1F1FFF"/>
                </a:solidFill>
                <a:latin typeface="IRANSans(FaNum)" panose="02040503050201020203" pitchFamily="18" charset="-78"/>
              </a:rPr>
              <a:t> (دامنه) شبکه‌ای با مجموعه‌ای از مسیریاب‌ها است که تحت مالکیت و مدیریت یک سازمان است.</a:t>
            </a:r>
          </a:p>
          <a:p>
            <a:pPr marL="432000" indent="-144000">
              <a:lnSpc>
                <a:spcPct val="130000"/>
              </a:lnSpc>
              <a:spcBef>
                <a:spcPts val="600"/>
              </a:spcBef>
              <a:spcAft>
                <a:spcPts val="600"/>
              </a:spcAft>
            </a:pPr>
            <a:r>
              <a:rPr lang="fa-IR" sz="1600" b="1" dirty="0">
                <a:solidFill>
                  <a:srgbClr val="1F1FFF"/>
                </a:solidFill>
                <a:latin typeface="IRANSans(FaNum)" panose="02040503050201020203" pitchFamily="18" charset="-78"/>
              </a:rPr>
              <a:t>هر میزبان در شبکه اینترنت متعلق به یک دامنه یا </a:t>
            </a:r>
            <a:r>
              <a:rPr lang="en-US" sz="1600" b="1" dirty="0">
                <a:solidFill>
                  <a:srgbClr val="1F1FFF"/>
                </a:solidFill>
                <a:latin typeface="IRANSans(FaNum)" panose="02040503050201020203" pitchFamily="18" charset="-78"/>
              </a:rPr>
              <a:t>AS</a:t>
            </a:r>
            <a:r>
              <a:rPr lang="fa-IR" sz="1600" b="1" dirty="0">
                <a:solidFill>
                  <a:srgbClr val="1F1FFF"/>
                </a:solidFill>
                <a:latin typeface="IRANSans(FaNum)" panose="02040503050201020203" pitchFamily="18" charset="-78"/>
              </a:rPr>
              <a:t> است.</a:t>
            </a:r>
          </a:p>
          <a:p>
            <a:pPr marL="432000" indent="-144000">
              <a:lnSpc>
                <a:spcPct val="130000"/>
              </a:lnSpc>
              <a:spcBef>
                <a:spcPts val="600"/>
              </a:spcBef>
              <a:spcAft>
                <a:spcPts val="600"/>
              </a:spcAft>
            </a:pPr>
            <a:r>
              <a:rPr lang="fa-IR" sz="1600" b="1" dirty="0">
                <a:solidFill>
                  <a:srgbClr val="1F1FFF"/>
                </a:solidFill>
                <a:latin typeface="IRANSans(FaNum)" panose="02040503050201020203" pitchFamily="18" charset="-78"/>
              </a:rPr>
              <a:t>سیستم‌های مستقل در شبکه اینترنت به سه گروه دسته‌بندی می‌شوند:</a:t>
            </a:r>
          </a:p>
          <a:p>
            <a:pPr marL="864000" lvl="1" indent="-144000">
              <a:lnSpc>
                <a:spcPct val="130000"/>
              </a:lnSpc>
              <a:spcBef>
                <a:spcPts val="0"/>
              </a:spcBef>
              <a:spcAft>
                <a:spcPts val="600"/>
              </a:spcAft>
            </a:pPr>
            <a:r>
              <a:rPr lang="en-US" sz="1400" b="1" dirty="0">
                <a:solidFill>
                  <a:srgbClr val="1F1FFF"/>
                </a:solidFill>
                <a:latin typeface="IRANSans(FaNum)" panose="02040503050201020203" pitchFamily="18" charset="-78"/>
              </a:rPr>
              <a:t>stub AS</a:t>
            </a:r>
            <a:r>
              <a:rPr lang="fa-IR" sz="1400" b="1" dirty="0">
                <a:solidFill>
                  <a:srgbClr val="1F1FFF"/>
                </a:solidFill>
                <a:latin typeface="IRANSans(FaNum)" panose="02040503050201020203" pitchFamily="18" charset="-78"/>
              </a:rPr>
              <a:t>: سیستم مستقلی که فقط از طریق یک اتصال به بقیه شبکه اینترنت متصل است.</a:t>
            </a:r>
          </a:p>
          <a:p>
            <a:pPr marL="864000" lvl="1" indent="-144000">
              <a:lnSpc>
                <a:spcPct val="130000"/>
              </a:lnSpc>
              <a:spcBef>
                <a:spcPts val="0"/>
              </a:spcBef>
              <a:spcAft>
                <a:spcPts val="600"/>
              </a:spcAft>
            </a:pPr>
            <a:r>
              <a:rPr lang="en-US" sz="1400" b="1" dirty="0">
                <a:solidFill>
                  <a:srgbClr val="1F1FFF"/>
                </a:solidFill>
                <a:latin typeface="IRANSans(FaNum)" panose="02040503050201020203" pitchFamily="18" charset="-78"/>
              </a:rPr>
              <a:t>multihomed AS</a:t>
            </a:r>
            <a:r>
              <a:rPr lang="fa-IR" sz="1400" b="1" dirty="0">
                <a:solidFill>
                  <a:srgbClr val="1F1FFF"/>
                </a:solidFill>
                <a:latin typeface="IRANSans(FaNum)" panose="02040503050201020203" pitchFamily="18" charset="-78"/>
              </a:rPr>
              <a:t>: سیستم مستقلی که از طریق چند اتصال به بقیه شبکه اینترنت متصل است، ولی ترافیک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های دیگر را از خودش عبور نمی‌دهد.</a:t>
            </a:r>
          </a:p>
          <a:p>
            <a:pPr marL="864000" lvl="1" indent="-144000">
              <a:lnSpc>
                <a:spcPct val="130000"/>
              </a:lnSpc>
              <a:spcBef>
                <a:spcPts val="0"/>
              </a:spcBef>
              <a:spcAft>
                <a:spcPts val="600"/>
              </a:spcAft>
            </a:pPr>
            <a:r>
              <a:rPr lang="en-US" sz="1400" b="1" dirty="0">
                <a:solidFill>
                  <a:srgbClr val="1F1FFF"/>
                </a:solidFill>
                <a:latin typeface="IRANSans(FaNum)" panose="02040503050201020203" pitchFamily="18" charset="-78"/>
              </a:rPr>
              <a:t>transit AS</a:t>
            </a:r>
            <a:r>
              <a:rPr lang="fa-IR" sz="1400" b="1" dirty="0">
                <a:solidFill>
                  <a:srgbClr val="1F1FFF"/>
                </a:solidFill>
                <a:latin typeface="IRANSans(FaNum)" panose="02040503050201020203" pitchFamily="18" charset="-78"/>
              </a:rPr>
              <a:t>: سیستم مستقلی که اتصال‌دهنده چند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به هم و به بقیه شبکه اینترنت است و می‌تواند ترافیک آن‌ها را خود عبور دهد.</a:t>
            </a:r>
          </a:p>
          <a:p>
            <a:pPr marL="406800" indent="-144000">
              <a:lnSpc>
                <a:spcPct val="130000"/>
              </a:lnSpc>
              <a:spcBef>
                <a:spcPts val="1200"/>
              </a:spcBef>
              <a:spcAft>
                <a:spcPts val="600"/>
              </a:spcAft>
            </a:pPr>
            <a:r>
              <a:rPr lang="fa-IR" sz="1600" b="1" dirty="0">
                <a:solidFill>
                  <a:srgbClr val="1F1FFF"/>
                </a:solidFill>
                <a:latin typeface="IRANSans(FaNum)" panose="02040503050201020203" pitchFamily="18" charset="-78"/>
              </a:rPr>
              <a:t>هر </a:t>
            </a:r>
            <a:r>
              <a:rPr lang="en-US" sz="1600" b="1" dirty="0">
                <a:solidFill>
                  <a:srgbClr val="1F1FFF"/>
                </a:solidFill>
                <a:latin typeface="IRANSans(FaNum)" panose="02040503050201020203" pitchFamily="18" charset="-78"/>
              </a:rPr>
              <a:t>AS</a:t>
            </a:r>
            <a:r>
              <a:rPr lang="fa-IR" sz="1600" b="1" dirty="0">
                <a:solidFill>
                  <a:srgbClr val="1F1FFF"/>
                </a:solidFill>
                <a:latin typeface="IRANSans(FaNum)" panose="02040503050201020203" pitchFamily="18" charset="-78"/>
              </a:rPr>
              <a:t> به جز </a:t>
            </a:r>
            <a:r>
              <a:rPr lang="en-US" sz="1600" b="1" dirty="0">
                <a:solidFill>
                  <a:srgbClr val="1F1FFF"/>
                </a:solidFill>
                <a:latin typeface="IRANSans(FaNum)" panose="02040503050201020203" pitchFamily="18" charset="-78"/>
              </a:rPr>
              <a:t>stub AS</a:t>
            </a:r>
            <a:r>
              <a:rPr lang="fa-IR" sz="1600" b="1" dirty="0">
                <a:solidFill>
                  <a:srgbClr val="1F1FFF"/>
                </a:solidFill>
                <a:latin typeface="IRANSans(FaNum)" panose="02040503050201020203" pitchFamily="18" charset="-78"/>
              </a:rPr>
              <a:t>، با یک شماره سیستم مستقل (</a:t>
            </a:r>
            <a:r>
              <a:rPr lang="en-US" sz="1600" b="1" dirty="0">
                <a:solidFill>
                  <a:srgbClr val="1F1FFF"/>
                </a:solidFill>
                <a:latin typeface="IRANSans(FaNum)" panose="02040503050201020203" pitchFamily="18" charset="-78"/>
              </a:rPr>
              <a:t>ASN: Autonomous System Number</a:t>
            </a:r>
            <a:r>
              <a:rPr lang="fa-IR" sz="1600" b="1" dirty="0">
                <a:solidFill>
                  <a:srgbClr val="1F1FFF"/>
                </a:solidFill>
                <a:latin typeface="IRANSans(FaNum)" panose="02040503050201020203" pitchFamily="18" charset="-78"/>
              </a:rPr>
              <a:t>) معرفی می‌شود (</a:t>
            </a:r>
            <a:r>
              <a:rPr lang="en-US" sz="1600" b="1" dirty="0">
                <a:solidFill>
                  <a:srgbClr val="1F1FFF"/>
                </a:solidFill>
                <a:latin typeface="IRANSans(FaNum)" panose="02040503050201020203" pitchFamily="18" charset="-78"/>
              </a:rPr>
              <a:t>ASN</a:t>
            </a:r>
            <a:r>
              <a:rPr lang="fa-IR" sz="1600" b="1" dirty="0">
                <a:solidFill>
                  <a:srgbClr val="1F1FFF"/>
                </a:solidFill>
                <a:latin typeface="IRANSans(FaNum)" panose="02040503050201020203" pitchFamily="18" charset="-78"/>
              </a:rPr>
              <a:t> یک عدد 16 بیتی است).</a:t>
            </a:r>
            <a:r>
              <a:rPr lang="en-US" sz="1600" b="1" dirty="0">
                <a:solidFill>
                  <a:srgbClr val="1F1FFF"/>
                </a:solidFill>
                <a:latin typeface="IRANSans(FaNum)" panose="02040503050201020203" pitchFamily="18" charset="-78"/>
              </a:rPr>
              <a:t> </a:t>
            </a:r>
            <a:r>
              <a:rPr lang="fa-IR" sz="1600" b="1" dirty="0">
                <a:solidFill>
                  <a:srgbClr val="1F1FFF"/>
                </a:solidFill>
                <a:latin typeface="IRANSans(FaNum)" panose="02040503050201020203" pitchFamily="18" charset="-78"/>
              </a:rPr>
              <a:t> </a:t>
            </a:r>
            <a:r>
              <a:rPr lang="en-US" sz="1600" b="1" dirty="0">
                <a:solidFill>
                  <a:srgbClr val="1F1FFF"/>
                </a:solidFill>
                <a:latin typeface="IRANSans(FaNum)" panose="02040503050201020203" pitchFamily="18" charset="-78"/>
              </a:rPr>
              <a:t>stub AS</a:t>
            </a:r>
            <a:r>
              <a:rPr lang="fa-IR" sz="1600" b="1" dirty="0">
                <a:solidFill>
                  <a:srgbClr val="1F1FFF"/>
                </a:solidFill>
                <a:latin typeface="IRANSans(FaNum)" panose="02040503050201020203" pitchFamily="18" charset="-78"/>
              </a:rPr>
              <a:t>ها،</a:t>
            </a:r>
            <a:r>
              <a:rPr lang="en-US" sz="1600" b="1" dirty="0">
                <a:solidFill>
                  <a:srgbClr val="1F1FFF"/>
                </a:solidFill>
                <a:latin typeface="IRANSans(FaNum)" panose="02040503050201020203" pitchFamily="18" charset="-78"/>
              </a:rPr>
              <a:t> </a:t>
            </a:r>
            <a:r>
              <a:rPr lang="fa-IR" sz="1600" b="1" dirty="0">
                <a:solidFill>
                  <a:srgbClr val="1F1FFF"/>
                </a:solidFill>
                <a:latin typeface="IRANSans(FaNum)" panose="02040503050201020203" pitchFamily="18" charset="-78"/>
              </a:rPr>
              <a:t> </a:t>
            </a:r>
            <a:r>
              <a:rPr lang="en-US" sz="1600" b="1" dirty="0">
                <a:solidFill>
                  <a:srgbClr val="1F1FFF"/>
                </a:solidFill>
                <a:latin typeface="IRANSans(FaNum)" panose="02040503050201020203" pitchFamily="18" charset="-78"/>
              </a:rPr>
              <a:t>ASN</a:t>
            </a:r>
            <a:r>
              <a:rPr lang="fa-IR" sz="1600" b="1" dirty="0">
                <a:solidFill>
                  <a:srgbClr val="1F1FFF"/>
                </a:solidFill>
                <a:latin typeface="IRANSans(FaNum)" panose="02040503050201020203" pitchFamily="18" charset="-78"/>
              </a:rPr>
              <a:t> تأمین‌کننده سرویس اینترنت خود را دارند.</a:t>
            </a:r>
          </a:p>
        </p:txBody>
      </p:sp>
    </p:spTree>
    <p:extLst>
      <p:ext uri="{BB962C8B-B14F-4D97-AF65-F5344CB8AC3E}">
        <p14:creationId xmlns:p14="http://schemas.microsoft.com/office/powerpoint/2010/main" val="2394775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xEl>
                                              <p:pRg st="0" end="0"/>
                                            </p:txEl>
                                          </p:spTgt>
                                        </p:tgtEl>
                                        <p:attrNameLst>
                                          <p:attrName>style.visibility</p:attrName>
                                        </p:attrNameLst>
                                      </p:cBhvr>
                                      <p:to>
                                        <p:strVal val="visible"/>
                                      </p:to>
                                    </p:set>
                                    <p:animEffect transition="in" filter="fade">
                                      <p:cBhvr>
                                        <p:cTn id="13" dur="1000"/>
                                        <p:tgtEl>
                                          <p:spTgt spid="13">
                                            <p:txEl>
                                              <p:pRg st="0" end="0"/>
                                            </p:txEl>
                                          </p:spTgt>
                                        </p:tgtEl>
                                      </p:cBhvr>
                                    </p:animEffect>
                                    <p:anim calcmode="lin" valueType="num">
                                      <p:cBhvr>
                                        <p:cTn id="14"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13">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13">
                                            <p:txEl>
                                              <p:pRg st="1" end="1"/>
                                            </p:txEl>
                                          </p:spTgt>
                                        </p:tgtEl>
                                        <p:attrNameLst>
                                          <p:attrName>style.visibility</p:attrName>
                                        </p:attrNameLst>
                                      </p:cBhvr>
                                      <p:to>
                                        <p:strVal val="visible"/>
                                      </p:to>
                                    </p:set>
                                    <p:animEffect transition="in" filter="fade">
                                      <p:cBhvr>
                                        <p:cTn id="19" dur="1000"/>
                                        <p:tgtEl>
                                          <p:spTgt spid="13">
                                            <p:txEl>
                                              <p:pRg st="1" end="1"/>
                                            </p:txEl>
                                          </p:spTgt>
                                        </p:tgtEl>
                                      </p:cBhvr>
                                    </p:animEffect>
                                    <p:anim calcmode="lin" valueType="num">
                                      <p:cBhvr>
                                        <p:cTn id="20" dur="1000" fill="hold"/>
                                        <p:tgtEl>
                                          <p:spTgt spid="13">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13">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13">
                                            <p:txEl>
                                              <p:pRg st="2" end="2"/>
                                            </p:txEl>
                                          </p:spTgt>
                                        </p:tgtEl>
                                        <p:attrNameLst>
                                          <p:attrName>style.visibility</p:attrName>
                                        </p:attrNameLst>
                                      </p:cBhvr>
                                      <p:to>
                                        <p:strVal val="visible"/>
                                      </p:to>
                                    </p:set>
                                    <p:animEffect transition="in" filter="fade">
                                      <p:cBhvr>
                                        <p:cTn id="25" dur="1000"/>
                                        <p:tgtEl>
                                          <p:spTgt spid="13">
                                            <p:txEl>
                                              <p:pRg st="2" end="2"/>
                                            </p:txEl>
                                          </p:spTgt>
                                        </p:tgtEl>
                                      </p:cBhvr>
                                    </p:animEffect>
                                    <p:anim calcmode="lin" valueType="num">
                                      <p:cBhvr>
                                        <p:cTn id="26" dur="1000" fill="hold"/>
                                        <p:tgtEl>
                                          <p:spTgt spid="13">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13">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13">
                                            <p:txEl>
                                              <p:pRg st="3" end="3"/>
                                            </p:txEl>
                                          </p:spTgt>
                                        </p:tgtEl>
                                        <p:attrNameLst>
                                          <p:attrName>style.visibility</p:attrName>
                                        </p:attrNameLst>
                                      </p:cBhvr>
                                      <p:to>
                                        <p:strVal val="visible"/>
                                      </p:to>
                                    </p:set>
                                    <p:animEffect transition="in" filter="fade">
                                      <p:cBhvr>
                                        <p:cTn id="31" dur="1000"/>
                                        <p:tgtEl>
                                          <p:spTgt spid="13">
                                            <p:txEl>
                                              <p:pRg st="3" end="3"/>
                                            </p:txEl>
                                          </p:spTgt>
                                        </p:tgtEl>
                                      </p:cBhvr>
                                    </p:animEffect>
                                    <p:anim calcmode="lin" valueType="num">
                                      <p:cBhvr>
                                        <p:cTn id="32" dur="1000" fill="hold"/>
                                        <p:tgtEl>
                                          <p:spTgt spid="13">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13">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13">
                                            <p:txEl>
                                              <p:pRg st="4" end="4"/>
                                            </p:txEl>
                                          </p:spTgt>
                                        </p:tgtEl>
                                        <p:attrNameLst>
                                          <p:attrName>style.visibility</p:attrName>
                                        </p:attrNameLst>
                                      </p:cBhvr>
                                      <p:to>
                                        <p:strVal val="visible"/>
                                      </p:to>
                                    </p:set>
                                    <p:animEffect transition="in" filter="fade">
                                      <p:cBhvr>
                                        <p:cTn id="37" dur="1000"/>
                                        <p:tgtEl>
                                          <p:spTgt spid="13">
                                            <p:txEl>
                                              <p:pRg st="4" end="4"/>
                                            </p:txEl>
                                          </p:spTgt>
                                        </p:tgtEl>
                                      </p:cBhvr>
                                    </p:animEffect>
                                    <p:anim calcmode="lin" valueType="num">
                                      <p:cBhvr>
                                        <p:cTn id="38" dur="1000" fill="hold"/>
                                        <p:tgtEl>
                                          <p:spTgt spid="13">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13">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13">
                                            <p:txEl>
                                              <p:pRg st="5" end="5"/>
                                            </p:txEl>
                                          </p:spTgt>
                                        </p:tgtEl>
                                        <p:attrNameLst>
                                          <p:attrName>style.visibility</p:attrName>
                                        </p:attrNameLst>
                                      </p:cBhvr>
                                      <p:to>
                                        <p:strVal val="visible"/>
                                      </p:to>
                                    </p:set>
                                    <p:animEffect transition="in" filter="fade">
                                      <p:cBhvr>
                                        <p:cTn id="43" dur="1000"/>
                                        <p:tgtEl>
                                          <p:spTgt spid="13">
                                            <p:txEl>
                                              <p:pRg st="5" end="5"/>
                                            </p:txEl>
                                          </p:spTgt>
                                        </p:tgtEl>
                                      </p:cBhvr>
                                    </p:animEffect>
                                    <p:anim calcmode="lin" valueType="num">
                                      <p:cBhvr>
                                        <p:cTn id="44" dur="1000" fill="hold"/>
                                        <p:tgtEl>
                                          <p:spTgt spid="13">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13">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13">
                                            <p:txEl>
                                              <p:pRg st="6" end="6"/>
                                            </p:txEl>
                                          </p:spTgt>
                                        </p:tgtEl>
                                        <p:attrNameLst>
                                          <p:attrName>style.visibility</p:attrName>
                                        </p:attrNameLst>
                                      </p:cBhvr>
                                      <p:to>
                                        <p:strVal val="visible"/>
                                      </p:to>
                                    </p:set>
                                    <p:animEffect transition="in" filter="fade">
                                      <p:cBhvr>
                                        <p:cTn id="49" dur="1000"/>
                                        <p:tgtEl>
                                          <p:spTgt spid="13">
                                            <p:txEl>
                                              <p:pRg st="6" end="6"/>
                                            </p:txEl>
                                          </p:spTgt>
                                        </p:tgtEl>
                                      </p:cBhvr>
                                    </p:animEffect>
                                    <p:anim calcmode="lin" valueType="num">
                                      <p:cBhvr>
                                        <p:cTn id="50" dur="1000" fill="hold"/>
                                        <p:tgtEl>
                                          <p:spTgt spid="13">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13">
                                            <p:txEl>
                                              <p:pRg st="6" end="6"/>
                                            </p:txEl>
                                          </p:spTgt>
                                        </p:tgtEl>
                                        <p:attrNameLst>
                                          <p:attrName>ppt_y</p:attrName>
                                        </p:attrNameLst>
                                      </p:cBhvr>
                                      <p:tavLst>
                                        <p:tav tm="0">
                                          <p:val>
                                            <p:strVal val="#ppt_y+.1"/>
                                          </p:val>
                                        </p:tav>
                                        <p:tav tm="100000">
                                          <p:val>
                                            <p:strVal val="#ppt_y"/>
                                          </p:val>
                                        </p:tav>
                                      </p:tavLst>
                                    </p:anim>
                                  </p:childTnLst>
                                </p:cTn>
                              </p:par>
                            </p:childTnLst>
                          </p:cTn>
                        </p:par>
                        <p:par>
                          <p:cTn id="52" fill="hold">
                            <p:stCondLst>
                              <p:cond delay="8000"/>
                            </p:stCondLst>
                            <p:childTnLst>
                              <p:par>
                                <p:cTn id="53" presetID="42" presetClass="entr" presetSubtype="0" fill="hold" nodeType="afterEffect">
                                  <p:stCondLst>
                                    <p:cond delay="0"/>
                                  </p:stCondLst>
                                  <p:childTnLst>
                                    <p:set>
                                      <p:cBhvr>
                                        <p:cTn id="54" dur="1" fill="hold">
                                          <p:stCondLst>
                                            <p:cond delay="0"/>
                                          </p:stCondLst>
                                        </p:cTn>
                                        <p:tgtEl>
                                          <p:spTgt spid="13">
                                            <p:txEl>
                                              <p:pRg st="7" end="7"/>
                                            </p:txEl>
                                          </p:spTgt>
                                        </p:tgtEl>
                                        <p:attrNameLst>
                                          <p:attrName>style.visibility</p:attrName>
                                        </p:attrNameLst>
                                      </p:cBhvr>
                                      <p:to>
                                        <p:strVal val="visible"/>
                                      </p:to>
                                    </p:set>
                                    <p:animEffect transition="in" filter="fade">
                                      <p:cBhvr>
                                        <p:cTn id="55" dur="1000"/>
                                        <p:tgtEl>
                                          <p:spTgt spid="13">
                                            <p:txEl>
                                              <p:pRg st="7" end="7"/>
                                            </p:txEl>
                                          </p:spTgt>
                                        </p:tgtEl>
                                      </p:cBhvr>
                                    </p:animEffect>
                                    <p:anim calcmode="lin" valueType="num">
                                      <p:cBhvr>
                                        <p:cTn id="56" dur="1000" fill="hold"/>
                                        <p:tgtEl>
                                          <p:spTgt spid="13">
                                            <p:txEl>
                                              <p:pRg st="7" end="7"/>
                                            </p:txEl>
                                          </p:spTgt>
                                        </p:tgtEl>
                                        <p:attrNameLst>
                                          <p:attrName>ppt_x</p:attrName>
                                        </p:attrNameLst>
                                      </p:cBhvr>
                                      <p:tavLst>
                                        <p:tav tm="0">
                                          <p:val>
                                            <p:strVal val="#ppt_x"/>
                                          </p:val>
                                        </p:tav>
                                        <p:tav tm="100000">
                                          <p:val>
                                            <p:strVal val="#ppt_x"/>
                                          </p:val>
                                        </p:tav>
                                      </p:tavLst>
                                    </p:anim>
                                    <p:anim calcmode="lin" valueType="num">
                                      <p:cBhvr>
                                        <p:cTn id="57" dur="1000" fill="hold"/>
                                        <p:tgtEl>
                                          <p:spTgt spid="13">
                                            <p:txEl>
                                              <p:pRg st="7" end="7"/>
                                            </p:txEl>
                                          </p:spTgt>
                                        </p:tgtEl>
                                        <p:attrNameLst>
                                          <p:attrName>ppt_y</p:attrName>
                                        </p:attrNameLst>
                                      </p:cBhvr>
                                      <p:tavLst>
                                        <p:tav tm="0">
                                          <p:val>
                                            <p:strVal val="#ppt_y+.1"/>
                                          </p:val>
                                        </p:tav>
                                        <p:tav tm="100000">
                                          <p:val>
                                            <p:strVal val="#ppt_y"/>
                                          </p:val>
                                        </p:tav>
                                      </p:tavLst>
                                    </p:anim>
                                  </p:childTnLst>
                                </p:cTn>
                              </p:par>
                            </p:childTnLst>
                          </p:cTn>
                        </p:par>
                        <p:par>
                          <p:cTn id="58" fill="hold">
                            <p:stCondLst>
                              <p:cond delay="9000"/>
                            </p:stCondLst>
                            <p:childTnLst>
                              <p:par>
                                <p:cTn id="59" presetID="42" presetClass="entr" presetSubtype="0" fill="hold" nodeType="afterEffect">
                                  <p:stCondLst>
                                    <p:cond delay="0"/>
                                  </p:stCondLst>
                                  <p:childTnLst>
                                    <p:set>
                                      <p:cBhvr>
                                        <p:cTn id="60" dur="1" fill="hold">
                                          <p:stCondLst>
                                            <p:cond delay="0"/>
                                          </p:stCondLst>
                                        </p:cTn>
                                        <p:tgtEl>
                                          <p:spTgt spid="13">
                                            <p:txEl>
                                              <p:pRg st="8" end="8"/>
                                            </p:txEl>
                                          </p:spTgt>
                                        </p:tgtEl>
                                        <p:attrNameLst>
                                          <p:attrName>style.visibility</p:attrName>
                                        </p:attrNameLst>
                                      </p:cBhvr>
                                      <p:to>
                                        <p:strVal val="visible"/>
                                      </p:to>
                                    </p:set>
                                    <p:animEffect transition="in" filter="fade">
                                      <p:cBhvr>
                                        <p:cTn id="61" dur="1000"/>
                                        <p:tgtEl>
                                          <p:spTgt spid="13">
                                            <p:txEl>
                                              <p:pRg st="8" end="8"/>
                                            </p:txEl>
                                          </p:spTgt>
                                        </p:tgtEl>
                                      </p:cBhvr>
                                    </p:animEffect>
                                    <p:anim calcmode="lin" valueType="num">
                                      <p:cBhvr>
                                        <p:cTn id="62" dur="1000" fill="hold"/>
                                        <p:tgtEl>
                                          <p:spTgt spid="13">
                                            <p:txEl>
                                              <p:pRg st="8" end="8"/>
                                            </p:txEl>
                                          </p:spTgt>
                                        </p:tgtEl>
                                        <p:attrNameLst>
                                          <p:attrName>ppt_x</p:attrName>
                                        </p:attrNameLst>
                                      </p:cBhvr>
                                      <p:tavLst>
                                        <p:tav tm="0">
                                          <p:val>
                                            <p:strVal val="#ppt_x"/>
                                          </p:val>
                                        </p:tav>
                                        <p:tav tm="100000">
                                          <p:val>
                                            <p:strVal val="#ppt_x"/>
                                          </p:val>
                                        </p:tav>
                                      </p:tavLst>
                                    </p:anim>
                                    <p:anim calcmode="lin" valueType="num">
                                      <p:cBhvr>
                                        <p:cTn id="63" dur="1000" fill="hold"/>
                                        <p:tgtEl>
                                          <p:spTgt spid="13">
                                            <p:txEl>
                                              <p:pRg st="8" end="8"/>
                                            </p:txEl>
                                          </p:spTgt>
                                        </p:tgtEl>
                                        <p:attrNameLst>
                                          <p:attrName>ppt_y</p:attrName>
                                        </p:attrNameLst>
                                      </p:cBhvr>
                                      <p:tavLst>
                                        <p:tav tm="0">
                                          <p:val>
                                            <p:strVal val="#ppt_y+.1"/>
                                          </p:val>
                                        </p:tav>
                                        <p:tav tm="100000">
                                          <p:val>
                                            <p:strVal val="#ppt_y"/>
                                          </p:val>
                                        </p:tav>
                                      </p:tavLst>
                                    </p:anim>
                                  </p:childTnLst>
                                </p:cTn>
                              </p:par>
                            </p:childTnLst>
                          </p:cTn>
                        </p:par>
                        <p:par>
                          <p:cTn id="64" fill="hold">
                            <p:stCondLst>
                              <p:cond delay="10000"/>
                            </p:stCondLst>
                            <p:childTnLst>
                              <p:par>
                                <p:cTn id="65" presetID="42" presetClass="entr" presetSubtype="0" fill="hold" nodeType="afterEffect">
                                  <p:stCondLst>
                                    <p:cond delay="0"/>
                                  </p:stCondLst>
                                  <p:childTnLst>
                                    <p:set>
                                      <p:cBhvr>
                                        <p:cTn id="66" dur="1" fill="hold">
                                          <p:stCondLst>
                                            <p:cond delay="0"/>
                                          </p:stCondLst>
                                        </p:cTn>
                                        <p:tgtEl>
                                          <p:spTgt spid="13">
                                            <p:txEl>
                                              <p:pRg st="9" end="9"/>
                                            </p:txEl>
                                          </p:spTgt>
                                        </p:tgtEl>
                                        <p:attrNameLst>
                                          <p:attrName>style.visibility</p:attrName>
                                        </p:attrNameLst>
                                      </p:cBhvr>
                                      <p:to>
                                        <p:strVal val="visible"/>
                                      </p:to>
                                    </p:set>
                                    <p:animEffect transition="in" filter="fade">
                                      <p:cBhvr>
                                        <p:cTn id="67" dur="1000"/>
                                        <p:tgtEl>
                                          <p:spTgt spid="13">
                                            <p:txEl>
                                              <p:pRg st="9" end="9"/>
                                            </p:txEl>
                                          </p:spTgt>
                                        </p:tgtEl>
                                      </p:cBhvr>
                                    </p:animEffect>
                                    <p:anim calcmode="lin" valueType="num">
                                      <p:cBhvr>
                                        <p:cTn id="68" dur="1000" fill="hold"/>
                                        <p:tgtEl>
                                          <p:spTgt spid="13">
                                            <p:txEl>
                                              <p:pRg st="9" end="9"/>
                                            </p:txEl>
                                          </p:spTgt>
                                        </p:tgtEl>
                                        <p:attrNameLst>
                                          <p:attrName>ppt_x</p:attrName>
                                        </p:attrNameLst>
                                      </p:cBhvr>
                                      <p:tavLst>
                                        <p:tav tm="0">
                                          <p:val>
                                            <p:strVal val="#ppt_x"/>
                                          </p:val>
                                        </p:tav>
                                        <p:tav tm="100000">
                                          <p:val>
                                            <p:strVal val="#ppt_x"/>
                                          </p:val>
                                        </p:tav>
                                      </p:tavLst>
                                    </p:anim>
                                    <p:anim calcmode="lin" valueType="num">
                                      <p:cBhvr>
                                        <p:cTn id="69" dur="1000" fill="hold"/>
                                        <p:tgtEl>
                                          <p:spTgt spid="13">
                                            <p:txEl>
                                              <p:pRg st="9" end="9"/>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 name="Freeform 2">
            <a:extLst>
              <a:ext uri="{FF2B5EF4-FFF2-40B4-BE49-F238E27FC236}">
                <a16:creationId xmlns:a16="http://schemas.microsoft.com/office/drawing/2014/main" id="{F179585E-AAF0-5145-7577-5F5AC9E3C364}"/>
              </a:ext>
            </a:extLst>
          </p:cNvPr>
          <p:cNvSpPr>
            <a:spLocks/>
          </p:cNvSpPr>
          <p:nvPr/>
        </p:nvSpPr>
        <p:spPr bwMode="auto">
          <a:xfrm>
            <a:off x="8345625" y="4527396"/>
            <a:ext cx="2647764" cy="1138573"/>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1643 w 9898"/>
              <a:gd name="connsiteY0" fmla="*/ 7660 h 10074"/>
              <a:gd name="connsiteX1" fmla="*/ 14 w 9898"/>
              <a:gd name="connsiteY1" fmla="*/ 5092 h 10074"/>
              <a:gd name="connsiteX2" fmla="*/ 2597 w 9898"/>
              <a:gd name="connsiteY2" fmla="*/ 902 h 10074"/>
              <a:gd name="connsiteX3" fmla="*/ 5766 w 9898"/>
              <a:gd name="connsiteY3" fmla="*/ 106 h 10074"/>
              <a:gd name="connsiteX4" fmla="*/ 8014 w 9898"/>
              <a:gd name="connsiteY4" fmla="*/ 2502 h 10074"/>
              <a:gd name="connsiteX5" fmla="*/ 9781 w 9898"/>
              <a:gd name="connsiteY5" fmla="*/ 4460 h 10074"/>
              <a:gd name="connsiteX6" fmla="*/ 9580 w 9898"/>
              <a:gd name="connsiteY6" fmla="*/ 8448 h 10074"/>
              <a:gd name="connsiteX7" fmla="*/ 8341 w 9898"/>
              <a:gd name="connsiteY7" fmla="*/ 9538 h 10074"/>
              <a:gd name="connsiteX8" fmla="*/ 6102 w 9898"/>
              <a:gd name="connsiteY8" fmla="*/ 9262 h 10074"/>
              <a:gd name="connsiteX9" fmla="*/ 4861 w 9898"/>
              <a:gd name="connsiteY9" fmla="*/ 9877 h 10074"/>
              <a:gd name="connsiteX10" fmla="*/ 3228 w 9898"/>
              <a:gd name="connsiteY10" fmla="*/ 9939 h 10074"/>
              <a:gd name="connsiteX11" fmla="*/ 1643 w 9898"/>
              <a:gd name="connsiteY11" fmla="*/ 7660 h 10074"/>
              <a:gd name="connsiteX0" fmla="*/ 1648 w 9988"/>
              <a:gd name="connsiteY0" fmla="*/ 7604 h 10000"/>
              <a:gd name="connsiteX1" fmla="*/ 2 w 9988"/>
              <a:gd name="connsiteY1" fmla="*/ 5055 h 10000"/>
              <a:gd name="connsiteX2" fmla="*/ 2612 w 9988"/>
              <a:gd name="connsiteY2" fmla="*/ 895 h 10000"/>
              <a:gd name="connsiteX3" fmla="*/ 5813 w 9988"/>
              <a:gd name="connsiteY3" fmla="*/ 105 h 10000"/>
              <a:gd name="connsiteX4" fmla="*/ 8085 w 9988"/>
              <a:gd name="connsiteY4" fmla="*/ 2484 h 10000"/>
              <a:gd name="connsiteX5" fmla="*/ 9870 w 9988"/>
              <a:gd name="connsiteY5" fmla="*/ 4427 h 10000"/>
              <a:gd name="connsiteX6" fmla="*/ 9667 w 9988"/>
              <a:gd name="connsiteY6" fmla="*/ 8386 h 10000"/>
              <a:gd name="connsiteX7" fmla="*/ 8415 w 9988"/>
              <a:gd name="connsiteY7" fmla="*/ 9468 h 10000"/>
              <a:gd name="connsiteX8" fmla="*/ 6153 w 9988"/>
              <a:gd name="connsiteY8" fmla="*/ 9194 h 10000"/>
              <a:gd name="connsiteX9" fmla="*/ 4899 w 9988"/>
              <a:gd name="connsiteY9" fmla="*/ 9804 h 10000"/>
              <a:gd name="connsiteX10" fmla="*/ 3249 w 9988"/>
              <a:gd name="connsiteY10" fmla="*/ 9866 h 10000"/>
              <a:gd name="connsiteX11" fmla="*/ 1648 w 9988"/>
              <a:gd name="connsiteY11" fmla="*/ 7604 h 10000"/>
              <a:gd name="connsiteX0" fmla="*/ 1064 w 9414"/>
              <a:gd name="connsiteY0" fmla="*/ 7575 h 9971"/>
              <a:gd name="connsiteX1" fmla="*/ 2 w 9414"/>
              <a:gd name="connsiteY1" fmla="*/ 3589 h 9971"/>
              <a:gd name="connsiteX2" fmla="*/ 2029 w 9414"/>
              <a:gd name="connsiteY2" fmla="*/ 866 h 9971"/>
              <a:gd name="connsiteX3" fmla="*/ 5234 w 9414"/>
              <a:gd name="connsiteY3" fmla="*/ 76 h 9971"/>
              <a:gd name="connsiteX4" fmla="*/ 7509 w 9414"/>
              <a:gd name="connsiteY4" fmla="*/ 2455 h 9971"/>
              <a:gd name="connsiteX5" fmla="*/ 9296 w 9414"/>
              <a:gd name="connsiteY5" fmla="*/ 4398 h 9971"/>
              <a:gd name="connsiteX6" fmla="*/ 9093 w 9414"/>
              <a:gd name="connsiteY6" fmla="*/ 8357 h 9971"/>
              <a:gd name="connsiteX7" fmla="*/ 7839 w 9414"/>
              <a:gd name="connsiteY7" fmla="*/ 9439 h 9971"/>
              <a:gd name="connsiteX8" fmla="*/ 5574 w 9414"/>
              <a:gd name="connsiteY8" fmla="*/ 9165 h 9971"/>
              <a:gd name="connsiteX9" fmla="*/ 4319 w 9414"/>
              <a:gd name="connsiteY9" fmla="*/ 9775 h 9971"/>
              <a:gd name="connsiteX10" fmla="*/ 2667 w 9414"/>
              <a:gd name="connsiteY10" fmla="*/ 9837 h 9971"/>
              <a:gd name="connsiteX11" fmla="*/ 1064 w 9414"/>
              <a:gd name="connsiteY11" fmla="*/ 7575 h 9971"/>
              <a:gd name="connsiteX0" fmla="*/ 1196 w 10066"/>
              <a:gd name="connsiteY0" fmla="*/ 7597 h 10000"/>
              <a:gd name="connsiteX1" fmla="*/ 68 w 10066"/>
              <a:gd name="connsiteY1" fmla="*/ 3599 h 10000"/>
              <a:gd name="connsiteX2" fmla="*/ 2221 w 10066"/>
              <a:gd name="connsiteY2" fmla="*/ 869 h 10000"/>
              <a:gd name="connsiteX3" fmla="*/ 5626 w 10066"/>
              <a:gd name="connsiteY3" fmla="*/ 76 h 10000"/>
              <a:gd name="connsiteX4" fmla="*/ 8042 w 10066"/>
              <a:gd name="connsiteY4" fmla="*/ 2462 h 10000"/>
              <a:gd name="connsiteX5" fmla="*/ 9941 w 10066"/>
              <a:gd name="connsiteY5" fmla="*/ 4411 h 10000"/>
              <a:gd name="connsiteX6" fmla="*/ 9725 w 10066"/>
              <a:gd name="connsiteY6" fmla="*/ 8381 h 10000"/>
              <a:gd name="connsiteX7" fmla="*/ 8393 w 10066"/>
              <a:gd name="connsiteY7" fmla="*/ 9466 h 10000"/>
              <a:gd name="connsiteX8" fmla="*/ 5987 w 10066"/>
              <a:gd name="connsiteY8" fmla="*/ 9192 h 10000"/>
              <a:gd name="connsiteX9" fmla="*/ 4654 w 10066"/>
              <a:gd name="connsiteY9" fmla="*/ 9803 h 10000"/>
              <a:gd name="connsiteX10" fmla="*/ 2899 w 10066"/>
              <a:gd name="connsiteY10" fmla="*/ 9866 h 10000"/>
              <a:gd name="connsiteX11" fmla="*/ 1196 w 10066"/>
              <a:gd name="connsiteY11" fmla="*/ 7597 h 10000"/>
              <a:gd name="connsiteX0" fmla="*/ 1143 w 10013"/>
              <a:gd name="connsiteY0" fmla="*/ 7597 h 10000"/>
              <a:gd name="connsiteX1" fmla="*/ 15 w 10013"/>
              <a:gd name="connsiteY1" fmla="*/ 3599 h 10000"/>
              <a:gd name="connsiteX2" fmla="*/ 2168 w 10013"/>
              <a:gd name="connsiteY2" fmla="*/ 869 h 10000"/>
              <a:gd name="connsiteX3" fmla="*/ 5573 w 10013"/>
              <a:gd name="connsiteY3" fmla="*/ 76 h 10000"/>
              <a:gd name="connsiteX4" fmla="*/ 7989 w 10013"/>
              <a:gd name="connsiteY4" fmla="*/ 2462 h 10000"/>
              <a:gd name="connsiteX5" fmla="*/ 9888 w 10013"/>
              <a:gd name="connsiteY5" fmla="*/ 4411 h 10000"/>
              <a:gd name="connsiteX6" fmla="*/ 9672 w 10013"/>
              <a:gd name="connsiteY6" fmla="*/ 8381 h 10000"/>
              <a:gd name="connsiteX7" fmla="*/ 8340 w 10013"/>
              <a:gd name="connsiteY7" fmla="*/ 9466 h 10000"/>
              <a:gd name="connsiteX8" fmla="*/ 5934 w 10013"/>
              <a:gd name="connsiteY8" fmla="*/ 9192 h 10000"/>
              <a:gd name="connsiteX9" fmla="*/ 4601 w 10013"/>
              <a:gd name="connsiteY9" fmla="*/ 9803 h 10000"/>
              <a:gd name="connsiteX10" fmla="*/ 2846 w 10013"/>
              <a:gd name="connsiteY10" fmla="*/ 9866 h 10000"/>
              <a:gd name="connsiteX11" fmla="*/ 1143 w 10013"/>
              <a:gd name="connsiteY11" fmla="*/ 759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13" h="10000">
                <a:moveTo>
                  <a:pt x="1143" y="7597"/>
                </a:moveTo>
                <a:cubicBezTo>
                  <a:pt x="672" y="6553"/>
                  <a:pt x="-114" y="5542"/>
                  <a:pt x="15" y="3599"/>
                </a:cubicBezTo>
                <a:cubicBezTo>
                  <a:pt x="144" y="1656"/>
                  <a:pt x="1242" y="1455"/>
                  <a:pt x="2168" y="869"/>
                </a:cubicBezTo>
                <a:cubicBezTo>
                  <a:pt x="3095" y="282"/>
                  <a:pt x="4602" y="-190"/>
                  <a:pt x="5573" y="76"/>
                </a:cubicBezTo>
                <a:cubicBezTo>
                  <a:pt x="6543" y="341"/>
                  <a:pt x="7270" y="1739"/>
                  <a:pt x="7989" y="2462"/>
                </a:cubicBezTo>
                <a:cubicBezTo>
                  <a:pt x="8709" y="3185"/>
                  <a:pt x="9608" y="3425"/>
                  <a:pt x="9888" y="4411"/>
                </a:cubicBezTo>
                <a:cubicBezTo>
                  <a:pt x="10167" y="5398"/>
                  <a:pt x="9928" y="7539"/>
                  <a:pt x="9672" y="8381"/>
                </a:cubicBezTo>
                <a:cubicBezTo>
                  <a:pt x="9413" y="9224"/>
                  <a:pt x="8962" y="9331"/>
                  <a:pt x="8340" y="9466"/>
                </a:cubicBezTo>
                <a:cubicBezTo>
                  <a:pt x="7716" y="9602"/>
                  <a:pt x="6628" y="9257"/>
                  <a:pt x="5934" y="9192"/>
                </a:cubicBezTo>
                <a:cubicBezTo>
                  <a:pt x="5239" y="9124"/>
                  <a:pt x="4968" y="9882"/>
                  <a:pt x="4601" y="9803"/>
                </a:cubicBezTo>
                <a:cubicBezTo>
                  <a:pt x="4234" y="9726"/>
                  <a:pt x="3423" y="10233"/>
                  <a:pt x="2846" y="9866"/>
                </a:cubicBezTo>
                <a:cubicBezTo>
                  <a:pt x="2270" y="9499"/>
                  <a:pt x="1615" y="8641"/>
                  <a:pt x="1143" y="7597"/>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5" name="Freeform 2">
            <a:extLst>
              <a:ext uri="{FF2B5EF4-FFF2-40B4-BE49-F238E27FC236}">
                <a16:creationId xmlns:a16="http://schemas.microsoft.com/office/drawing/2014/main" id="{423A39E4-FBED-B406-1D17-2568294581AC}"/>
              </a:ext>
            </a:extLst>
          </p:cNvPr>
          <p:cNvSpPr>
            <a:spLocks/>
          </p:cNvSpPr>
          <p:nvPr/>
        </p:nvSpPr>
        <p:spPr bwMode="auto">
          <a:xfrm>
            <a:off x="7337469" y="3080201"/>
            <a:ext cx="2863341" cy="1150837"/>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9997"/>
              <a:gd name="connsiteY0" fmla="*/ 4039 h 10125"/>
              <a:gd name="connsiteX1" fmla="*/ 715 w 9997"/>
              <a:gd name="connsiteY1" fmla="*/ 1595 h 10125"/>
              <a:gd name="connsiteX2" fmla="*/ 3130 w 9997"/>
              <a:gd name="connsiteY2" fmla="*/ 1006 h 10125"/>
              <a:gd name="connsiteX3" fmla="*/ 4995 w 9997"/>
              <a:gd name="connsiteY3" fmla="*/ 0 h 10125"/>
              <a:gd name="connsiteX4" fmla="*/ 6720 w 9997"/>
              <a:gd name="connsiteY4" fmla="*/ 1009 h 10125"/>
              <a:gd name="connsiteX5" fmla="*/ 8082 w 9997"/>
              <a:gd name="connsiteY5" fmla="*/ 497 h 10125"/>
              <a:gd name="connsiteX6" fmla="*/ 9989 w 9997"/>
              <a:gd name="connsiteY6" fmla="*/ 2989 h 10125"/>
              <a:gd name="connsiteX7" fmla="*/ 8723 w 9997"/>
              <a:gd name="connsiteY7" fmla="*/ 7739 h 10125"/>
              <a:gd name="connsiteX8" fmla="*/ 6995 w 9997"/>
              <a:gd name="connsiteY8" fmla="*/ 9322 h 10125"/>
              <a:gd name="connsiteX9" fmla="*/ 5307 w 9997"/>
              <a:gd name="connsiteY9" fmla="*/ 8843 h 10125"/>
              <a:gd name="connsiteX10" fmla="*/ 4371 w 9997"/>
              <a:gd name="connsiteY10" fmla="*/ 9912 h 10125"/>
              <a:gd name="connsiteX11" fmla="*/ 3140 w 9997"/>
              <a:gd name="connsiteY11" fmla="*/ 10019 h 10125"/>
              <a:gd name="connsiteX12" fmla="*/ 2179 w 9997"/>
              <a:gd name="connsiteY12" fmla="*/ 7895 h 10125"/>
              <a:gd name="connsiteX13" fmla="*/ 1187 w 9997"/>
              <a:gd name="connsiteY13" fmla="*/ 7495 h 10125"/>
              <a:gd name="connsiteX14" fmla="*/ 4 w 9997"/>
              <a:gd name="connsiteY14" fmla="*/ 4039 h 10125"/>
              <a:gd name="connsiteX0" fmla="*/ 4 w 9992"/>
              <a:gd name="connsiteY0" fmla="*/ 3989 h 10000"/>
              <a:gd name="connsiteX1" fmla="*/ 715 w 9992"/>
              <a:gd name="connsiteY1" fmla="*/ 1575 h 10000"/>
              <a:gd name="connsiteX2" fmla="*/ 3131 w 9992"/>
              <a:gd name="connsiteY2" fmla="*/ 994 h 10000"/>
              <a:gd name="connsiteX3" fmla="*/ 4996 w 9992"/>
              <a:gd name="connsiteY3" fmla="*/ 0 h 10000"/>
              <a:gd name="connsiteX4" fmla="*/ 6722 w 9992"/>
              <a:gd name="connsiteY4" fmla="*/ 997 h 10000"/>
              <a:gd name="connsiteX5" fmla="*/ 8830 w 9992"/>
              <a:gd name="connsiteY5" fmla="*/ 594 h 10000"/>
              <a:gd name="connsiteX6" fmla="*/ 9992 w 9992"/>
              <a:gd name="connsiteY6" fmla="*/ 2952 h 10000"/>
              <a:gd name="connsiteX7" fmla="*/ 8726 w 9992"/>
              <a:gd name="connsiteY7" fmla="*/ 7643 h 10000"/>
              <a:gd name="connsiteX8" fmla="*/ 6997 w 9992"/>
              <a:gd name="connsiteY8" fmla="*/ 9207 h 10000"/>
              <a:gd name="connsiteX9" fmla="*/ 5309 w 9992"/>
              <a:gd name="connsiteY9" fmla="*/ 8734 h 10000"/>
              <a:gd name="connsiteX10" fmla="*/ 4372 w 9992"/>
              <a:gd name="connsiteY10" fmla="*/ 9790 h 10000"/>
              <a:gd name="connsiteX11" fmla="*/ 3141 w 9992"/>
              <a:gd name="connsiteY11" fmla="*/ 9895 h 10000"/>
              <a:gd name="connsiteX12" fmla="*/ 2180 w 9992"/>
              <a:gd name="connsiteY12" fmla="*/ 7798 h 10000"/>
              <a:gd name="connsiteX13" fmla="*/ 1187 w 9992"/>
              <a:gd name="connsiteY13" fmla="*/ 7402 h 10000"/>
              <a:gd name="connsiteX14" fmla="*/ 4 w 9992"/>
              <a:gd name="connsiteY14" fmla="*/ 3989 h 10000"/>
              <a:gd name="connsiteX0" fmla="*/ 4 w 10000"/>
              <a:gd name="connsiteY0" fmla="*/ 3999 h 10010"/>
              <a:gd name="connsiteX1" fmla="*/ 716 w 10000"/>
              <a:gd name="connsiteY1" fmla="*/ 1585 h 10010"/>
              <a:gd name="connsiteX2" fmla="*/ 3134 w 10000"/>
              <a:gd name="connsiteY2" fmla="*/ 1004 h 10010"/>
              <a:gd name="connsiteX3" fmla="*/ 5000 w 10000"/>
              <a:gd name="connsiteY3" fmla="*/ 10 h 10010"/>
              <a:gd name="connsiteX4" fmla="*/ 6851 w 10000"/>
              <a:gd name="connsiteY4" fmla="*/ 490 h 10010"/>
              <a:gd name="connsiteX5" fmla="*/ 8837 w 10000"/>
              <a:gd name="connsiteY5" fmla="*/ 604 h 10010"/>
              <a:gd name="connsiteX6" fmla="*/ 10000 w 10000"/>
              <a:gd name="connsiteY6" fmla="*/ 2962 h 10010"/>
              <a:gd name="connsiteX7" fmla="*/ 8733 w 10000"/>
              <a:gd name="connsiteY7" fmla="*/ 7653 h 10010"/>
              <a:gd name="connsiteX8" fmla="*/ 7003 w 10000"/>
              <a:gd name="connsiteY8" fmla="*/ 9217 h 10010"/>
              <a:gd name="connsiteX9" fmla="*/ 5313 w 10000"/>
              <a:gd name="connsiteY9" fmla="*/ 8744 h 10010"/>
              <a:gd name="connsiteX10" fmla="*/ 4376 w 10000"/>
              <a:gd name="connsiteY10" fmla="*/ 9800 h 10010"/>
              <a:gd name="connsiteX11" fmla="*/ 3144 w 10000"/>
              <a:gd name="connsiteY11" fmla="*/ 9905 h 10010"/>
              <a:gd name="connsiteX12" fmla="*/ 2182 w 10000"/>
              <a:gd name="connsiteY12" fmla="*/ 7808 h 10010"/>
              <a:gd name="connsiteX13" fmla="*/ 1188 w 10000"/>
              <a:gd name="connsiteY13" fmla="*/ 7412 h 10010"/>
              <a:gd name="connsiteX14" fmla="*/ 4 w 10000"/>
              <a:gd name="connsiteY14" fmla="*/ 3999 h 10010"/>
              <a:gd name="connsiteX0" fmla="*/ 4 w 10000"/>
              <a:gd name="connsiteY0" fmla="*/ 4109 h 10120"/>
              <a:gd name="connsiteX1" fmla="*/ 716 w 10000"/>
              <a:gd name="connsiteY1" fmla="*/ 1695 h 10120"/>
              <a:gd name="connsiteX2" fmla="*/ 3134 w 10000"/>
              <a:gd name="connsiteY2" fmla="*/ 1114 h 10120"/>
              <a:gd name="connsiteX3" fmla="*/ 5000 w 10000"/>
              <a:gd name="connsiteY3" fmla="*/ 120 h 10120"/>
              <a:gd name="connsiteX4" fmla="*/ 6602 w 10000"/>
              <a:gd name="connsiteY4" fmla="*/ 83 h 10120"/>
              <a:gd name="connsiteX5" fmla="*/ 8837 w 10000"/>
              <a:gd name="connsiteY5" fmla="*/ 714 h 10120"/>
              <a:gd name="connsiteX6" fmla="*/ 10000 w 10000"/>
              <a:gd name="connsiteY6" fmla="*/ 3072 h 10120"/>
              <a:gd name="connsiteX7" fmla="*/ 8733 w 10000"/>
              <a:gd name="connsiteY7" fmla="*/ 7763 h 10120"/>
              <a:gd name="connsiteX8" fmla="*/ 7003 w 10000"/>
              <a:gd name="connsiteY8" fmla="*/ 9327 h 10120"/>
              <a:gd name="connsiteX9" fmla="*/ 5313 w 10000"/>
              <a:gd name="connsiteY9" fmla="*/ 8854 h 10120"/>
              <a:gd name="connsiteX10" fmla="*/ 4376 w 10000"/>
              <a:gd name="connsiteY10" fmla="*/ 9910 h 10120"/>
              <a:gd name="connsiteX11" fmla="*/ 3144 w 10000"/>
              <a:gd name="connsiteY11" fmla="*/ 10015 h 10120"/>
              <a:gd name="connsiteX12" fmla="*/ 2182 w 10000"/>
              <a:gd name="connsiteY12" fmla="*/ 7918 h 10120"/>
              <a:gd name="connsiteX13" fmla="*/ 1188 w 10000"/>
              <a:gd name="connsiteY13" fmla="*/ 7522 h 10120"/>
              <a:gd name="connsiteX14" fmla="*/ 4 w 10000"/>
              <a:gd name="connsiteY14" fmla="*/ 4109 h 10120"/>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336"/>
              <a:gd name="connsiteY0" fmla="*/ 4172 h 10183"/>
              <a:gd name="connsiteX1" fmla="*/ 716 w 10336"/>
              <a:gd name="connsiteY1" fmla="*/ 1758 h 10183"/>
              <a:gd name="connsiteX2" fmla="*/ 3134 w 10336"/>
              <a:gd name="connsiteY2" fmla="*/ 1177 h 10183"/>
              <a:gd name="connsiteX3" fmla="*/ 5000 w 10336"/>
              <a:gd name="connsiteY3" fmla="*/ 183 h 10183"/>
              <a:gd name="connsiteX4" fmla="*/ 6602 w 10336"/>
              <a:gd name="connsiteY4" fmla="*/ 146 h 10183"/>
              <a:gd name="connsiteX5" fmla="*/ 8215 w 10336"/>
              <a:gd name="connsiteY5" fmla="*/ 1708 h 10183"/>
              <a:gd name="connsiteX6" fmla="*/ 10332 w 10336"/>
              <a:gd name="connsiteY6" fmla="*/ 3652 h 10183"/>
              <a:gd name="connsiteX7" fmla="*/ 8733 w 10336"/>
              <a:gd name="connsiteY7" fmla="*/ 7826 h 10183"/>
              <a:gd name="connsiteX8" fmla="*/ 7003 w 10336"/>
              <a:gd name="connsiteY8" fmla="*/ 9390 h 10183"/>
              <a:gd name="connsiteX9" fmla="*/ 5313 w 10336"/>
              <a:gd name="connsiteY9" fmla="*/ 8917 h 10183"/>
              <a:gd name="connsiteX10" fmla="*/ 4376 w 10336"/>
              <a:gd name="connsiteY10" fmla="*/ 9973 h 10183"/>
              <a:gd name="connsiteX11" fmla="*/ 3144 w 10336"/>
              <a:gd name="connsiteY11" fmla="*/ 10078 h 10183"/>
              <a:gd name="connsiteX12" fmla="*/ 2182 w 10336"/>
              <a:gd name="connsiteY12" fmla="*/ 7981 h 10183"/>
              <a:gd name="connsiteX13" fmla="*/ 1188 w 10336"/>
              <a:gd name="connsiteY13" fmla="*/ 7585 h 10183"/>
              <a:gd name="connsiteX14" fmla="*/ 4 w 10336"/>
              <a:gd name="connsiteY14" fmla="*/ 4172 h 10183"/>
              <a:gd name="connsiteX0" fmla="*/ 4 w 10332"/>
              <a:gd name="connsiteY0" fmla="*/ 4103 h 10114"/>
              <a:gd name="connsiteX1" fmla="*/ 716 w 10332"/>
              <a:gd name="connsiteY1" fmla="*/ 1689 h 10114"/>
              <a:gd name="connsiteX2" fmla="*/ 3134 w 10332"/>
              <a:gd name="connsiteY2" fmla="*/ 1108 h 10114"/>
              <a:gd name="connsiteX3" fmla="*/ 5000 w 10332"/>
              <a:gd name="connsiteY3" fmla="*/ 114 h 10114"/>
              <a:gd name="connsiteX4" fmla="*/ 6602 w 10332"/>
              <a:gd name="connsiteY4" fmla="*/ 77 h 10114"/>
              <a:gd name="connsiteX5" fmla="*/ 8630 w 10332"/>
              <a:gd name="connsiteY5" fmla="*/ 605 h 10114"/>
              <a:gd name="connsiteX6" fmla="*/ 10332 w 10332"/>
              <a:gd name="connsiteY6" fmla="*/ 3583 h 10114"/>
              <a:gd name="connsiteX7" fmla="*/ 8733 w 10332"/>
              <a:gd name="connsiteY7" fmla="*/ 7757 h 10114"/>
              <a:gd name="connsiteX8" fmla="*/ 7003 w 10332"/>
              <a:gd name="connsiteY8" fmla="*/ 9321 h 10114"/>
              <a:gd name="connsiteX9" fmla="*/ 5313 w 10332"/>
              <a:gd name="connsiteY9" fmla="*/ 8848 h 10114"/>
              <a:gd name="connsiteX10" fmla="*/ 4376 w 10332"/>
              <a:gd name="connsiteY10" fmla="*/ 9904 h 10114"/>
              <a:gd name="connsiteX11" fmla="*/ 3144 w 10332"/>
              <a:gd name="connsiteY11" fmla="*/ 10009 h 10114"/>
              <a:gd name="connsiteX12" fmla="*/ 2182 w 10332"/>
              <a:gd name="connsiteY12" fmla="*/ 7912 h 10114"/>
              <a:gd name="connsiteX13" fmla="*/ 1188 w 10332"/>
              <a:gd name="connsiteY13" fmla="*/ 7516 h 10114"/>
              <a:gd name="connsiteX14" fmla="*/ 4 w 10332"/>
              <a:gd name="connsiteY14" fmla="*/ 4103 h 10114"/>
              <a:gd name="connsiteX0" fmla="*/ 4 w 10348"/>
              <a:gd name="connsiteY0" fmla="*/ 4150 h 10161"/>
              <a:gd name="connsiteX1" fmla="*/ 716 w 10348"/>
              <a:gd name="connsiteY1" fmla="*/ 1736 h 10161"/>
              <a:gd name="connsiteX2" fmla="*/ 3134 w 10348"/>
              <a:gd name="connsiteY2" fmla="*/ 1155 h 10161"/>
              <a:gd name="connsiteX3" fmla="*/ 5000 w 10348"/>
              <a:gd name="connsiteY3" fmla="*/ 161 h 10161"/>
              <a:gd name="connsiteX4" fmla="*/ 6602 w 10348"/>
              <a:gd name="connsiteY4" fmla="*/ 124 h 10161"/>
              <a:gd name="connsiteX5" fmla="*/ 9377 w 10348"/>
              <a:gd name="connsiteY5" fmla="*/ 1376 h 10161"/>
              <a:gd name="connsiteX6" fmla="*/ 10332 w 10348"/>
              <a:gd name="connsiteY6" fmla="*/ 3630 h 10161"/>
              <a:gd name="connsiteX7" fmla="*/ 8733 w 10348"/>
              <a:gd name="connsiteY7" fmla="*/ 7804 h 10161"/>
              <a:gd name="connsiteX8" fmla="*/ 7003 w 10348"/>
              <a:gd name="connsiteY8" fmla="*/ 9368 h 10161"/>
              <a:gd name="connsiteX9" fmla="*/ 5313 w 10348"/>
              <a:gd name="connsiteY9" fmla="*/ 8895 h 10161"/>
              <a:gd name="connsiteX10" fmla="*/ 4376 w 10348"/>
              <a:gd name="connsiteY10" fmla="*/ 9951 h 10161"/>
              <a:gd name="connsiteX11" fmla="*/ 3144 w 10348"/>
              <a:gd name="connsiteY11" fmla="*/ 10056 h 10161"/>
              <a:gd name="connsiteX12" fmla="*/ 2182 w 10348"/>
              <a:gd name="connsiteY12" fmla="*/ 7959 h 10161"/>
              <a:gd name="connsiteX13" fmla="*/ 1188 w 10348"/>
              <a:gd name="connsiteY13" fmla="*/ 7563 h 10161"/>
              <a:gd name="connsiteX14" fmla="*/ 4 w 10348"/>
              <a:gd name="connsiteY14" fmla="*/ 4150 h 10161"/>
              <a:gd name="connsiteX0" fmla="*/ 4 w 10343"/>
              <a:gd name="connsiteY0" fmla="*/ 4139 h 10150"/>
              <a:gd name="connsiteX1" fmla="*/ 716 w 10343"/>
              <a:gd name="connsiteY1" fmla="*/ 1725 h 10150"/>
              <a:gd name="connsiteX2" fmla="*/ 3134 w 10343"/>
              <a:gd name="connsiteY2" fmla="*/ 1144 h 10150"/>
              <a:gd name="connsiteX3" fmla="*/ 5000 w 10343"/>
              <a:gd name="connsiteY3" fmla="*/ 150 h 10150"/>
              <a:gd name="connsiteX4" fmla="*/ 6602 w 10343"/>
              <a:gd name="connsiteY4" fmla="*/ 113 h 10150"/>
              <a:gd name="connsiteX5" fmla="*/ 7929 w 10343"/>
              <a:gd name="connsiteY5" fmla="*/ 1189 h 10150"/>
              <a:gd name="connsiteX6" fmla="*/ 9377 w 10343"/>
              <a:gd name="connsiteY6" fmla="*/ 1365 h 10150"/>
              <a:gd name="connsiteX7" fmla="*/ 10332 w 10343"/>
              <a:gd name="connsiteY7" fmla="*/ 3619 h 10150"/>
              <a:gd name="connsiteX8" fmla="*/ 8733 w 10343"/>
              <a:gd name="connsiteY8" fmla="*/ 7793 h 10150"/>
              <a:gd name="connsiteX9" fmla="*/ 7003 w 10343"/>
              <a:gd name="connsiteY9" fmla="*/ 9357 h 10150"/>
              <a:gd name="connsiteX10" fmla="*/ 5313 w 10343"/>
              <a:gd name="connsiteY10" fmla="*/ 8884 h 10150"/>
              <a:gd name="connsiteX11" fmla="*/ 4376 w 10343"/>
              <a:gd name="connsiteY11" fmla="*/ 9940 h 10150"/>
              <a:gd name="connsiteX12" fmla="*/ 3144 w 10343"/>
              <a:gd name="connsiteY12" fmla="*/ 10045 h 10150"/>
              <a:gd name="connsiteX13" fmla="*/ 2182 w 10343"/>
              <a:gd name="connsiteY13" fmla="*/ 7948 h 10150"/>
              <a:gd name="connsiteX14" fmla="*/ 1188 w 10343"/>
              <a:gd name="connsiteY14" fmla="*/ 7552 h 10150"/>
              <a:gd name="connsiteX15" fmla="*/ 4 w 10343"/>
              <a:gd name="connsiteY15" fmla="*/ 4139 h 10150"/>
              <a:gd name="connsiteX0" fmla="*/ 3 w 10342"/>
              <a:gd name="connsiteY0" fmla="*/ 4114 h 10125"/>
              <a:gd name="connsiteX1" fmla="*/ 715 w 10342"/>
              <a:gd name="connsiteY1" fmla="*/ 1700 h 10125"/>
              <a:gd name="connsiteX2" fmla="*/ 2926 w 10342"/>
              <a:gd name="connsiteY2" fmla="*/ 602 h 10125"/>
              <a:gd name="connsiteX3" fmla="*/ 4999 w 10342"/>
              <a:gd name="connsiteY3" fmla="*/ 125 h 10125"/>
              <a:gd name="connsiteX4" fmla="*/ 6601 w 10342"/>
              <a:gd name="connsiteY4" fmla="*/ 88 h 10125"/>
              <a:gd name="connsiteX5" fmla="*/ 7928 w 10342"/>
              <a:gd name="connsiteY5" fmla="*/ 1164 h 10125"/>
              <a:gd name="connsiteX6" fmla="*/ 9376 w 10342"/>
              <a:gd name="connsiteY6" fmla="*/ 1340 h 10125"/>
              <a:gd name="connsiteX7" fmla="*/ 10331 w 10342"/>
              <a:gd name="connsiteY7" fmla="*/ 3594 h 10125"/>
              <a:gd name="connsiteX8" fmla="*/ 8732 w 10342"/>
              <a:gd name="connsiteY8" fmla="*/ 7768 h 10125"/>
              <a:gd name="connsiteX9" fmla="*/ 7002 w 10342"/>
              <a:gd name="connsiteY9" fmla="*/ 9332 h 10125"/>
              <a:gd name="connsiteX10" fmla="*/ 5312 w 10342"/>
              <a:gd name="connsiteY10" fmla="*/ 8859 h 10125"/>
              <a:gd name="connsiteX11" fmla="*/ 4375 w 10342"/>
              <a:gd name="connsiteY11" fmla="*/ 9915 h 10125"/>
              <a:gd name="connsiteX12" fmla="*/ 3143 w 10342"/>
              <a:gd name="connsiteY12" fmla="*/ 10020 h 10125"/>
              <a:gd name="connsiteX13" fmla="*/ 2181 w 10342"/>
              <a:gd name="connsiteY13" fmla="*/ 7923 h 10125"/>
              <a:gd name="connsiteX14" fmla="*/ 1187 w 10342"/>
              <a:gd name="connsiteY14" fmla="*/ 7527 h 10125"/>
              <a:gd name="connsiteX15" fmla="*/ 3 w 10342"/>
              <a:gd name="connsiteY15" fmla="*/ 4114 h 10125"/>
              <a:gd name="connsiteX0" fmla="*/ 1 w 10340"/>
              <a:gd name="connsiteY0" fmla="*/ 4114 h 10125"/>
              <a:gd name="connsiteX1" fmla="*/ 1460 w 10340"/>
              <a:gd name="connsiteY1" fmla="*/ 2010 h 10125"/>
              <a:gd name="connsiteX2" fmla="*/ 2924 w 10340"/>
              <a:gd name="connsiteY2" fmla="*/ 602 h 10125"/>
              <a:gd name="connsiteX3" fmla="*/ 4997 w 10340"/>
              <a:gd name="connsiteY3" fmla="*/ 125 h 10125"/>
              <a:gd name="connsiteX4" fmla="*/ 6599 w 10340"/>
              <a:gd name="connsiteY4" fmla="*/ 88 h 10125"/>
              <a:gd name="connsiteX5" fmla="*/ 7926 w 10340"/>
              <a:gd name="connsiteY5" fmla="*/ 1164 h 10125"/>
              <a:gd name="connsiteX6" fmla="*/ 9374 w 10340"/>
              <a:gd name="connsiteY6" fmla="*/ 1340 h 10125"/>
              <a:gd name="connsiteX7" fmla="*/ 10329 w 10340"/>
              <a:gd name="connsiteY7" fmla="*/ 3594 h 10125"/>
              <a:gd name="connsiteX8" fmla="*/ 8730 w 10340"/>
              <a:gd name="connsiteY8" fmla="*/ 7768 h 10125"/>
              <a:gd name="connsiteX9" fmla="*/ 7000 w 10340"/>
              <a:gd name="connsiteY9" fmla="*/ 9332 h 10125"/>
              <a:gd name="connsiteX10" fmla="*/ 5310 w 10340"/>
              <a:gd name="connsiteY10" fmla="*/ 8859 h 10125"/>
              <a:gd name="connsiteX11" fmla="*/ 4373 w 10340"/>
              <a:gd name="connsiteY11" fmla="*/ 9915 h 10125"/>
              <a:gd name="connsiteX12" fmla="*/ 3141 w 10340"/>
              <a:gd name="connsiteY12" fmla="*/ 10020 h 10125"/>
              <a:gd name="connsiteX13" fmla="*/ 2179 w 10340"/>
              <a:gd name="connsiteY13" fmla="*/ 7923 h 10125"/>
              <a:gd name="connsiteX14" fmla="*/ 1185 w 10340"/>
              <a:gd name="connsiteY14" fmla="*/ 7527 h 10125"/>
              <a:gd name="connsiteX15" fmla="*/ 1 w 10340"/>
              <a:gd name="connsiteY15" fmla="*/ 4114 h 10125"/>
              <a:gd name="connsiteX0" fmla="*/ 1 w 10340"/>
              <a:gd name="connsiteY0" fmla="*/ 4114 h 10125"/>
              <a:gd name="connsiteX1" fmla="*/ 1792 w 10340"/>
              <a:gd name="connsiteY1" fmla="*/ 2527 h 10125"/>
              <a:gd name="connsiteX2" fmla="*/ 2924 w 10340"/>
              <a:gd name="connsiteY2" fmla="*/ 602 h 10125"/>
              <a:gd name="connsiteX3" fmla="*/ 4997 w 10340"/>
              <a:gd name="connsiteY3" fmla="*/ 125 h 10125"/>
              <a:gd name="connsiteX4" fmla="*/ 6599 w 10340"/>
              <a:gd name="connsiteY4" fmla="*/ 88 h 10125"/>
              <a:gd name="connsiteX5" fmla="*/ 7926 w 10340"/>
              <a:gd name="connsiteY5" fmla="*/ 1164 h 10125"/>
              <a:gd name="connsiteX6" fmla="*/ 9374 w 10340"/>
              <a:gd name="connsiteY6" fmla="*/ 1340 h 10125"/>
              <a:gd name="connsiteX7" fmla="*/ 10329 w 10340"/>
              <a:gd name="connsiteY7" fmla="*/ 3594 h 10125"/>
              <a:gd name="connsiteX8" fmla="*/ 8730 w 10340"/>
              <a:gd name="connsiteY8" fmla="*/ 7768 h 10125"/>
              <a:gd name="connsiteX9" fmla="*/ 7000 w 10340"/>
              <a:gd name="connsiteY9" fmla="*/ 9332 h 10125"/>
              <a:gd name="connsiteX10" fmla="*/ 5310 w 10340"/>
              <a:gd name="connsiteY10" fmla="*/ 8859 h 10125"/>
              <a:gd name="connsiteX11" fmla="*/ 4373 w 10340"/>
              <a:gd name="connsiteY11" fmla="*/ 9915 h 10125"/>
              <a:gd name="connsiteX12" fmla="*/ 3141 w 10340"/>
              <a:gd name="connsiteY12" fmla="*/ 10020 h 10125"/>
              <a:gd name="connsiteX13" fmla="*/ 2179 w 10340"/>
              <a:gd name="connsiteY13" fmla="*/ 7923 h 10125"/>
              <a:gd name="connsiteX14" fmla="*/ 1185 w 10340"/>
              <a:gd name="connsiteY14" fmla="*/ 7527 h 10125"/>
              <a:gd name="connsiteX15" fmla="*/ 1 w 10340"/>
              <a:gd name="connsiteY15" fmla="*/ 4114 h 10125"/>
              <a:gd name="connsiteX0" fmla="*/ 1 w 10133"/>
              <a:gd name="connsiteY0" fmla="*/ 5148 h 10125"/>
              <a:gd name="connsiteX1" fmla="*/ 1585 w 10133"/>
              <a:gd name="connsiteY1" fmla="*/ 2527 h 10125"/>
              <a:gd name="connsiteX2" fmla="*/ 2717 w 10133"/>
              <a:gd name="connsiteY2" fmla="*/ 602 h 10125"/>
              <a:gd name="connsiteX3" fmla="*/ 4790 w 10133"/>
              <a:gd name="connsiteY3" fmla="*/ 125 h 10125"/>
              <a:gd name="connsiteX4" fmla="*/ 6392 w 10133"/>
              <a:gd name="connsiteY4" fmla="*/ 88 h 10125"/>
              <a:gd name="connsiteX5" fmla="*/ 7719 w 10133"/>
              <a:gd name="connsiteY5" fmla="*/ 1164 h 10125"/>
              <a:gd name="connsiteX6" fmla="*/ 9167 w 10133"/>
              <a:gd name="connsiteY6" fmla="*/ 1340 h 10125"/>
              <a:gd name="connsiteX7" fmla="*/ 10122 w 10133"/>
              <a:gd name="connsiteY7" fmla="*/ 3594 h 10125"/>
              <a:gd name="connsiteX8" fmla="*/ 8523 w 10133"/>
              <a:gd name="connsiteY8" fmla="*/ 7768 h 10125"/>
              <a:gd name="connsiteX9" fmla="*/ 6793 w 10133"/>
              <a:gd name="connsiteY9" fmla="*/ 9332 h 10125"/>
              <a:gd name="connsiteX10" fmla="*/ 5103 w 10133"/>
              <a:gd name="connsiteY10" fmla="*/ 8859 h 10125"/>
              <a:gd name="connsiteX11" fmla="*/ 4166 w 10133"/>
              <a:gd name="connsiteY11" fmla="*/ 9915 h 10125"/>
              <a:gd name="connsiteX12" fmla="*/ 2934 w 10133"/>
              <a:gd name="connsiteY12" fmla="*/ 10020 h 10125"/>
              <a:gd name="connsiteX13" fmla="*/ 1972 w 10133"/>
              <a:gd name="connsiteY13" fmla="*/ 7923 h 10125"/>
              <a:gd name="connsiteX14" fmla="*/ 978 w 10133"/>
              <a:gd name="connsiteY14" fmla="*/ 7527 h 10125"/>
              <a:gd name="connsiteX15" fmla="*/ 1 w 10133"/>
              <a:gd name="connsiteY15" fmla="*/ 5148 h 10125"/>
              <a:gd name="connsiteX0" fmla="*/ 1 w 10133"/>
              <a:gd name="connsiteY0" fmla="*/ 5148 h 10125"/>
              <a:gd name="connsiteX1" fmla="*/ 1585 w 10133"/>
              <a:gd name="connsiteY1" fmla="*/ 2527 h 10125"/>
              <a:gd name="connsiteX2" fmla="*/ 2717 w 10133"/>
              <a:gd name="connsiteY2" fmla="*/ 602 h 10125"/>
              <a:gd name="connsiteX3" fmla="*/ 4790 w 10133"/>
              <a:gd name="connsiteY3" fmla="*/ 125 h 10125"/>
              <a:gd name="connsiteX4" fmla="*/ 6392 w 10133"/>
              <a:gd name="connsiteY4" fmla="*/ 88 h 10125"/>
              <a:gd name="connsiteX5" fmla="*/ 7719 w 10133"/>
              <a:gd name="connsiteY5" fmla="*/ 1164 h 10125"/>
              <a:gd name="connsiteX6" fmla="*/ 9167 w 10133"/>
              <a:gd name="connsiteY6" fmla="*/ 1340 h 10125"/>
              <a:gd name="connsiteX7" fmla="*/ 10122 w 10133"/>
              <a:gd name="connsiteY7" fmla="*/ 3594 h 10125"/>
              <a:gd name="connsiteX8" fmla="*/ 8523 w 10133"/>
              <a:gd name="connsiteY8" fmla="*/ 7768 h 10125"/>
              <a:gd name="connsiteX9" fmla="*/ 6793 w 10133"/>
              <a:gd name="connsiteY9" fmla="*/ 9332 h 10125"/>
              <a:gd name="connsiteX10" fmla="*/ 5103 w 10133"/>
              <a:gd name="connsiteY10" fmla="*/ 8859 h 10125"/>
              <a:gd name="connsiteX11" fmla="*/ 4166 w 10133"/>
              <a:gd name="connsiteY11" fmla="*/ 9915 h 10125"/>
              <a:gd name="connsiteX12" fmla="*/ 2934 w 10133"/>
              <a:gd name="connsiteY12" fmla="*/ 10020 h 10125"/>
              <a:gd name="connsiteX13" fmla="*/ 1972 w 10133"/>
              <a:gd name="connsiteY13" fmla="*/ 7923 h 10125"/>
              <a:gd name="connsiteX14" fmla="*/ 978 w 10133"/>
              <a:gd name="connsiteY14" fmla="*/ 7837 h 10125"/>
              <a:gd name="connsiteX15" fmla="*/ 1 w 10133"/>
              <a:gd name="connsiteY15" fmla="*/ 5148 h 10125"/>
              <a:gd name="connsiteX0" fmla="*/ 1 w 10133"/>
              <a:gd name="connsiteY0" fmla="*/ 5148 h 10097"/>
              <a:gd name="connsiteX1" fmla="*/ 1585 w 10133"/>
              <a:gd name="connsiteY1" fmla="*/ 2527 h 10097"/>
              <a:gd name="connsiteX2" fmla="*/ 2717 w 10133"/>
              <a:gd name="connsiteY2" fmla="*/ 602 h 10097"/>
              <a:gd name="connsiteX3" fmla="*/ 4790 w 10133"/>
              <a:gd name="connsiteY3" fmla="*/ 125 h 10097"/>
              <a:gd name="connsiteX4" fmla="*/ 6392 w 10133"/>
              <a:gd name="connsiteY4" fmla="*/ 88 h 10097"/>
              <a:gd name="connsiteX5" fmla="*/ 7719 w 10133"/>
              <a:gd name="connsiteY5" fmla="*/ 1164 h 10097"/>
              <a:gd name="connsiteX6" fmla="*/ 9167 w 10133"/>
              <a:gd name="connsiteY6" fmla="*/ 1340 h 10097"/>
              <a:gd name="connsiteX7" fmla="*/ 10122 w 10133"/>
              <a:gd name="connsiteY7" fmla="*/ 3594 h 10097"/>
              <a:gd name="connsiteX8" fmla="*/ 8523 w 10133"/>
              <a:gd name="connsiteY8" fmla="*/ 7768 h 10097"/>
              <a:gd name="connsiteX9" fmla="*/ 6793 w 10133"/>
              <a:gd name="connsiteY9" fmla="*/ 9332 h 10097"/>
              <a:gd name="connsiteX10" fmla="*/ 5103 w 10133"/>
              <a:gd name="connsiteY10" fmla="*/ 8859 h 10097"/>
              <a:gd name="connsiteX11" fmla="*/ 4166 w 10133"/>
              <a:gd name="connsiteY11" fmla="*/ 9915 h 10097"/>
              <a:gd name="connsiteX12" fmla="*/ 2934 w 10133"/>
              <a:gd name="connsiteY12" fmla="*/ 10020 h 10097"/>
              <a:gd name="connsiteX13" fmla="*/ 1972 w 10133"/>
              <a:gd name="connsiteY13" fmla="*/ 8337 h 10097"/>
              <a:gd name="connsiteX14" fmla="*/ 978 w 10133"/>
              <a:gd name="connsiteY14" fmla="*/ 7837 h 10097"/>
              <a:gd name="connsiteX15" fmla="*/ 1 w 10133"/>
              <a:gd name="connsiteY15" fmla="*/ 5148 h 10097"/>
              <a:gd name="connsiteX0" fmla="*/ 1 w 10133"/>
              <a:gd name="connsiteY0" fmla="*/ 5148 h 10153"/>
              <a:gd name="connsiteX1" fmla="*/ 1585 w 10133"/>
              <a:gd name="connsiteY1" fmla="*/ 2527 h 10153"/>
              <a:gd name="connsiteX2" fmla="*/ 2717 w 10133"/>
              <a:gd name="connsiteY2" fmla="*/ 602 h 10153"/>
              <a:gd name="connsiteX3" fmla="*/ 4790 w 10133"/>
              <a:gd name="connsiteY3" fmla="*/ 125 h 10153"/>
              <a:gd name="connsiteX4" fmla="*/ 6392 w 10133"/>
              <a:gd name="connsiteY4" fmla="*/ 88 h 10153"/>
              <a:gd name="connsiteX5" fmla="*/ 7719 w 10133"/>
              <a:gd name="connsiteY5" fmla="*/ 1164 h 10153"/>
              <a:gd name="connsiteX6" fmla="*/ 9167 w 10133"/>
              <a:gd name="connsiteY6" fmla="*/ 1340 h 10153"/>
              <a:gd name="connsiteX7" fmla="*/ 10122 w 10133"/>
              <a:gd name="connsiteY7" fmla="*/ 3594 h 10153"/>
              <a:gd name="connsiteX8" fmla="*/ 8523 w 10133"/>
              <a:gd name="connsiteY8" fmla="*/ 7768 h 10153"/>
              <a:gd name="connsiteX9" fmla="*/ 6793 w 10133"/>
              <a:gd name="connsiteY9" fmla="*/ 9332 h 10153"/>
              <a:gd name="connsiteX10" fmla="*/ 5103 w 10133"/>
              <a:gd name="connsiteY10" fmla="*/ 8859 h 10153"/>
              <a:gd name="connsiteX11" fmla="*/ 4166 w 10133"/>
              <a:gd name="connsiteY11" fmla="*/ 9915 h 10153"/>
              <a:gd name="connsiteX12" fmla="*/ 2768 w 10133"/>
              <a:gd name="connsiteY12" fmla="*/ 10020 h 10153"/>
              <a:gd name="connsiteX13" fmla="*/ 1972 w 10133"/>
              <a:gd name="connsiteY13" fmla="*/ 8337 h 10153"/>
              <a:gd name="connsiteX14" fmla="*/ 978 w 10133"/>
              <a:gd name="connsiteY14" fmla="*/ 7837 h 10153"/>
              <a:gd name="connsiteX15" fmla="*/ 1 w 10133"/>
              <a:gd name="connsiteY15" fmla="*/ 5148 h 10153"/>
              <a:gd name="connsiteX0" fmla="*/ 1 w 10133"/>
              <a:gd name="connsiteY0" fmla="*/ 5148 h 10153"/>
              <a:gd name="connsiteX1" fmla="*/ 1585 w 10133"/>
              <a:gd name="connsiteY1" fmla="*/ 2527 h 10153"/>
              <a:gd name="connsiteX2" fmla="*/ 2717 w 10133"/>
              <a:gd name="connsiteY2" fmla="*/ 602 h 10153"/>
              <a:gd name="connsiteX3" fmla="*/ 4790 w 10133"/>
              <a:gd name="connsiteY3" fmla="*/ 125 h 10153"/>
              <a:gd name="connsiteX4" fmla="*/ 6392 w 10133"/>
              <a:gd name="connsiteY4" fmla="*/ 88 h 10153"/>
              <a:gd name="connsiteX5" fmla="*/ 7719 w 10133"/>
              <a:gd name="connsiteY5" fmla="*/ 1164 h 10153"/>
              <a:gd name="connsiteX6" fmla="*/ 9167 w 10133"/>
              <a:gd name="connsiteY6" fmla="*/ 1340 h 10153"/>
              <a:gd name="connsiteX7" fmla="*/ 10122 w 10133"/>
              <a:gd name="connsiteY7" fmla="*/ 3594 h 10153"/>
              <a:gd name="connsiteX8" fmla="*/ 8523 w 10133"/>
              <a:gd name="connsiteY8" fmla="*/ 7768 h 10153"/>
              <a:gd name="connsiteX9" fmla="*/ 7166 w 10133"/>
              <a:gd name="connsiteY9" fmla="*/ 9125 h 10153"/>
              <a:gd name="connsiteX10" fmla="*/ 5103 w 10133"/>
              <a:gd name="connsiteY10" fmla="*/ 8859 h 10153"/>
              <a:gd name="connsiteX11" fmla="*/ 4166 w 10133"/>
              <a:gd name="connsiteY11" fmla="*/ 9915 h 10153"/>
              <a:gd name="connsiteX12" fmla="*/ 2768 w 10133"/>
              <a:gd name="connsiteY12" fmla="*/ 10020 h 10153"/>
              <a:gd name="connsiteX13" fmla="*/ 1972 w 10133"/>
              <a:gd name="connsiteY13" fmla="*/ 8337 h 10153"/>
              <a:gd name="connsiteX14" fmla="*/ 978 w 10133"/>
              <a:gd name="connsiteY14" fmla="*/ 7837 h 10153"/>
              <a:gd name="connsiteX15" fmla="*/ 1 w 10133"/>
              <a:gd name="connsiteY15" fmla="*/ 5148 h 10153"/>
              <a:gd name="connsiteX0" fmla="*/ 1 w 10131"/>
              <a:gd name="connsiteY0" fmla="*/ 5148 h 10153"/>
              <a:gd name="connsiteX1" fmla="*/ 1585 w 10131"/>
              <a:gd name="connsiteY1" fmla="*/ 2527 h 10153"/>
              <a:gd name="connsiteX2" fmla="*/ 2717 w 10131"/>
              <a:gd name="connsiteY2" fmla="*/ 602 h 10153"/>
              <a:gd name="connsiteX3" fmla="*/ 4790 w 10131"/>
              <a:gd name="connsiteY3" fmla="*/ 125 h 10153"/>
              <a:gd name="connsiteX4" fmla="*/ 6392 w 10131"/>
              <a:gd name="connsiteY4" fmla="*/ 88 h 10153"/>
              <a:gd name="connsiteX5" fmla="*/ 7719 w 10131"/>
              <a:gd name="connsiteY5" fmla="*/ 1164 h 10153"/>
              <a:gd name="connsiteX6" fmla="*/ 9167 w 10131"/>
              <a:gd name="connsiteY6" fmla="*/ 1340 h 10153"/>
              <a:gd name="connsiteX7" fmla="*/ 10122 w 10131"/>
              <a:gd name="connsiteY7" fmla="*/ 3594 h 10153"/>
              <a:gd name="connsiteX8" fmla="*/ 8606 w 10131"/>
              <a:gd name="connsiteY8" fmla="*/ 8389 h 10153"/>
              <a:gd name="connsiteX9" fmla="*/ 7166 w 10131"/>
              <a:gd name="connsiteY9" fmla="*/ 9125 h 10153"/>
              <a:gd name="connsiteX10" fmla="*/ 5103 w 10131"/>
              <a:gd name="connsiteY10" fmla="*/ 8859 h 10153"/>
              <a:gd name="connsiteX11" fmla="*/ 4166 w 10131"/>
              <a:gd name="connsiteY11" fmla="*/ 9915 h 10153"/>
              <a:gd name="connsiteX12" fmla="*/ 2768 w 10131"/>
              <a:gd name="connsiteY12" fmla="*/ 10020 h 10153"/>
              <a:gd name="connsiteX13" fmla="*/ 1972 w 10131"/>
              <a:gd name="connsiteY13" fmla="*/ 8337 h 10153"/>
              <a:gd name="connsiteX14" fmla="*/ 978 w 10131"/>
              <a:gd name="connsiteY14" fmla="*/ 7837 h 10153"/>
              <a:gd name="connsiteX15" fmla="*/ 1 w 10131"/>
              <a:gd name="connsiteY15" fmla="*/ 5148 h 10153"/>
              <a:gd name="connsiteX0" fmla="*/ 1 w 10131"/>
              <a:gd name="connsiteY0" fmla="*/ 5148 h 10153"/>
              <a:gd name="connsiteX1" fmla="*/ 1585 w 10131"/>
              <a:gd name="connsiteY1" fmla="*/ 2527 h 10153"/>
              <a:gd name="connsiteX2" fmla="*/ 2717 w 10131"/>
              <a:gd name="connsiteY2" fmla="*/ 602 h 10153"/>
              <a:gd name="connsiteX3" fmla="*/ 4790 w 10131"/>
              <a:gd name="connsiteY3" fmla="*/ 125 h 10153"/>
              <a:gd name="connsiteX4" fmla="*/ 6392 w 10131"/>
              <a:gd name="connsiteY4" fmla="*/ 88 h 10153"/>
              <a:gd name="connsiteX5" fmla="*/ 7719 w 10131"/>
              <a:gd name="connsiteY5" fmla="*/ 1164 h 10153"/>
              <a:gd name="connsiteX6" fmla="*/ 9167 w 10131"/>
              <a:gd name="connsiteY6" fmla="*/ 1340 h 10153"/>
              <a:gd name="connsiteX7" fmla="*/ 10122 w 10131"/>
              <a:gd name="connsiteY7" fmla="*/ 3594 h 10153"/>
              <a:gd name="connsiteX8" fmla="*/ 8606 w 10131"/>
              <a:gd name="connsiteY8" fmla="*/ 8389 h 10153"/>
              <a:gd name="connsiteX9" fmla="*/ 7166 w 10131"/>
              <a:gd name="connsiteY9" fmla="*/ 9125 h 10153"/>
              <a:gd name="connsiteX10" fmla="*/ 5601 w 10131"/>
              <a:gd name="connsiteY10" fmla="*/ 8859 h 10153"/>
              <a:gd name="connsiteX11" fmla="*/ 4166 w 10131"/>
              <a:gd name="connsiteY11" fmla="*/ 9915 h 10153"/>
              <a:gd name="connsiteX12" fmla="*/ 2768 w 10131"/>
              <a:gd name="connsiteY12" fmla="*/ 10020 h 10153"/>
              <a:gd name="connsiteX13" fmla="*/ 1972 w 10131"/>
              <a:gd name="connsiteY13" fmla="*/ 8337 h 10153"/>
              <a:gd name="connsiteX14" fmla="*/ 978 w 10131"/>
              <a:gd name="connsiteY14" fmla="*/ 7837 h 10153"/>
              <a:gd name="connsiteX15" fmla="*/ 1 w 10131"/>
              <a:gd name="connsiteY15" fmla="*/ 5148 h 1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31" h="10153">
                <a:moveTo>
                  <a:pt x="1" y="5148"/>
                </a:moveTo>
                <a:cubicBezTo>
                  <a:pt x="-32" y="3402"/>
                  <a:pt x="1132" y="3285"/>
                  <a:pt x="1585" y="2527"/>
                </a:cubicBezTo>
                <a:cubicBezTo>
                  <a:pt x="2038" y="1769"/>
                  <a:pt x="2183" y="1002"/>
                  <a:pt x="2717" y="602"/>
                </a:cubicBezTo>
                <a:cubicBezTo>
                  <a:pt x="3251" y="202"/>
                  <a:pt x="4178" y="211"/>
                  <a:pt x="4790" y="125"/>
                </a:cubicBezTo>
                <a:cubicBezTo>
                  <a:pt x="5402" y="39"/>
                  <a:pt x="5904" y="-85"/>
                  <a:pt x="6392" y="88"/>
                </a:cubicBezTo>
                <a:cubicBezTo>
                  <a:pt x="6880" y="261"/>
                  <a:pt x="7256" y="955"/>
                  <a:pt x="7719" y="1164"/>
                </a:cubicBezTo>
                <a:cubicBezTo>
                  <a:pt x="8182" y="1373"/>
                  <a:pt x="8767" y="935"/>
                  <a:pt x="9167" y="1340"/>
                </a:cubicBezTo>
                <a:cubicBezTo>
                  <a:pt x="9568" y="1745"/>
                  <a:pt x="10215" y="2419"/>
                  <a:pt x="10122" y="3594"/>
                </a:cubicBezTo>
                <a:cubicBezTo>
                  <a:pt x="10029" y="4769"/>
                  <a:pt x="9099" y="7467"/>
                  <a:pt x="8606" y="8389"/>
                </a:cubicBezTo>
                <a:cubicBezTo>
                  <a:pt x="8113" y="9311"/>
                  <a:pt x="7667" y="9047"/>
                  <a:pt x="7166" y="9125"/>
                </a:cubicBezTo>
                <a:cubicBezTo>
                  <a:pt x="6665" y="9203"/>
                  <a:pt x="6101" y="8727"/>
                  <a:pt x="5601" y="8859"/>
                </a:cubicBezTo>
                <a:cubicBezTo>
                  <a:pt x="5101" y="8991"/>
                  <a:pt x="4638" y="9722"/>
                  <a:pt x="4166" y="9915"/>
                </a:cubicBezTo>
                <a:cubicBezTo>
                  <a:pt x="3694" y="10108"/>
                  <a:pt x="3134" y="10283"/>
                  <a:pt x="2768" y="10020"/>
                </a:cubicBezTo>
                <a:cubicBezTo>
                  <a:pt x="2402" y="9757"/>
                  <a:pt x="2613" y="8577"/>
                  <a:pt x="1972" y="8337"/>
                </a:cubicBezTo>
                <a:cubicBezTo>
                  <a:pt x="1377" y="7255"/>
                  <a:pt x="1306" y="8368"/>
                  <a:pt x="978" y="7837"/>
                </a:cubicBezTo>
                <a:cubicBezTo>
                  <a:pt x="650" y="7306"/>
                  <a:pt x="-10" y="7240"/>
                  <a:pt x="1" y="514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4" name="Freeform 2">
            <a:extLst>
              <a:ext uri="{FF2B5EF4-FFF2-40B4-BE49-F238E27FC236}">
                <a16:creationId xmlns:a16="http://schemas.microsoft.com/office/drawing/2014/main" id="{917058B7-9C90-4A54-E23D-3E3DBD7F9390}"/>
              </a:ext>
            </a:extLst>
          </p:cNvPr>
          <p:cNvSpPr>
            <a:spLocks/>
          </p:cNvSpPr>
          <p:nvPr/>
        </p:nvSpPr>
        <p:spPr bwMode="auto">
          <a:xfrm>
            <a:off x="4204024" y="4245453"/>
            <a:ext cx="3197802" cy="1153806"/>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01"/>
              <a:gd name="connsiteY0" fmla="*/ 4039 h 10153"/>
              <a:gd name="connsiteX1" fmla="*/ 715 w 10001"/>
              <a:gd name="connsiteY1" fmla="*/ 1595 h 10153"/>
              <a:gd name="connsiteX2" fmla="*/ 3130 w 10001"/>
              <a:gd name="connsiteY2" fmla="*/ 1006 h 10153"/>
              <a:gd name="connsiteX3" fmla="*/ 4995 w 10001"/>
              <a:gd name="connsiteY3" fmla="*/ 0 h 10153"/>
              <a:gd name="connsiteX4" fmla="*/ 6720 w 10001"/>
              <a:gd name="connsiteY4" fmla="*/ 1009 h 10153"/>
              <a:gd name="connsiteX5" fmla="*/ 8082 w 10001"/>
              <a:gd name="connsiteY5" fmla="*/ 497 h 10153"/>
              <a:gd name="connsiteX6" fmla="*/ 9989 w 10001"/>
              <a:gd name="connsiteY6" fmla="*/ 2989 h 10153"/>
              <a:gd name="connsiteX7" fmla="*/ 8599 w 10001"/>
              <a:gd name="connsiteY7" fmla="*/ 6797 h 10153"/>
              <a:gd name="connsiteX8" fmla="*/ 6995 w 10001"/>
              <a:gd name="connsiteY8" fmla="*/ 9322 h 10153"/>
              <a:gd name="connsiteX9" fmla="*/ 5307 w 10001"/>
              <a:gd name="connsiteY9" fmla="*/ 8843 h 10153"/>
              <a:gd name="connsiteX10" fmla="*/ 4371 w 10001"/>
              <a:gd name="connsiteY10" fmla="*/ 9912 h 10153"/>
              <a:gd name="connsiteX11" fmla="*/ 3140 w 10001"/>
              <a:gd name="connsiteY11" fmla="*/ 10019 h 10153"/>
              <a:gd name="connsiteX12" fmla="*/ 1187 w 10001"/>
              <a:gd name="connsiteY12" fmla="*/ 7495 h 10153"/>
              <a:gd name="connsiteX13" fmla="*/ 4 w 10001"/>
              <a:gd name="connsiteY13" fmla="*/ 4039 h 10153"/>
              <a:gd name="connsiteX0" fmla="*/ 4 w 10001"/>
              <a:gd name="connsiteY0" fmla="*/ 4039 h 9953"/>
              <a:gd name="connsiteX1" fmla="*/ 715 w 10001"/>
              <a:gd name="connsiteY1" fmla="*/ 1595 h 9953"/>
              <a:gd name="connsiteX2" fmla="*/ 3130 w 10001"/>
              <a:gd name="connsiteY2" fmla="*/ 1006 h 9953"/>
              <a:gd name="connsiteX3" fmla="*/ 4995 w 10001"/>
              <a:gd name="connsiteY3" fmla="*/ 0 h 9953"/>
              <a:gd name="connsiteX4" fmla="*/ 6720 w 10001"/>
              <a:gd name="connsiteY4" fmla="*/ 1009 h 9953"/>
              <a:gd name="connsiteX5" fmla="*/ 8082 w 10001"/>
              <a:gd name="connsiteY5" fmla="*/ 497 h 9953"/>
              <a:gd name="connsiteX6" fmla="*/ 9989 w 10001"/>
              <a:gd name="connsiteY6" fmla="*/ 2989 h 9953"/>
              <a:gd name="connsiteX7" fmla="*/ 8599 w 10001"/>
              <a:gd name="connsiteY7" fmla="*/ 6797 h 9953"/>
              <a:gd name="connsiteX8" fmla="*/ 6995 w 10001"/>
              <a:gd name="connsiteY8" fmla="*/ 9322 h 9953"/>
              <a:gd name="connsiteX9" fmla="*/ 5307 w 10001"/>
              <a:gd name="connsiteY9" fmla="*/ 8843 h 9953"/>
              <a:gd name="connsiteX10" fmla="*/ 4371 w 10001"/>
              <a:gd name="connsiteY10" fmla="*/ 9912 h 9953"/>
              <a:gd name="connsiteX11" fmla="*/ 2553 w 10001"/>
              <a:gd name="connsiteY11" fmla="*/ 9513 h 9953"/>
              <a:gd name="connsiteX12" fmla="*/ 1187 w 10001"/>
              <a:gd name="connsiteY12" fmla="*/ 7495 h 9953"/>
              <a:gd name="connsiteX13" fmla="*/ 4 w 10001"/>
              <a:gd name="connsiteY13" fmla="*/ 4039 h 9953"/>
              <a:gd name="connsiteX0" fmla="*/ 4 w 10000"/>
              <a:gd name="connsiteY0" fmla="*/ 4058 h 10005"/>
              <a:gd name="connsiteX1" fmla="*/ 715 w 10000"/>
              <a:gd name="connsiteY1" fmla="*/ 1603 h 10005"/>
              <a:gd name="connsiteX2" fmla="*/ 3130 w 10000"/>
              <a:gd name="connsiteY2" fmla="*/ 1011 h 10005"/>
              <a:gd name="connsiteX3" fmla="*/ 4995 w 10000"/>
              <a:gd name="connsiteY3" fmla="*/ 0 h 10005"/>
              <a:gd name="connsiteX4" fmla="*/ 6719 w 10000"/>
              <a:gd name="connsiteY4" fmla="*/ 1014 h 10005"/>
              <a:gd name="connsiteX5" fmla="*/ 8081 w 10000"/>
              <a:gd name="connsiteY5" fmla="*/ 499 h 10005"/>
              <a:gd name="connsiteX6" fmla="*/ 9988 w 10000"/>
              <a:gd name="connsiteY6" fmla="*/ 3003 h 10005"/>
              <a:gd name="connsiteX7" fmla="*/ 8598 w 10000"/>
              <a:gd name="connsiteY7" fmla="*/ 6829 h 10005"/>
              <a:gd name="connsiteX8" fmla="*/ 6994 w 10000"/>
              <a:gd name="connsiteY8" fmla="*/ 9366 h 10005"/>
              <a:gd name="connsiteX9" fmla="*/ 5306 w 10000"/>
              <a:gd name="connsiteY9" fmla="*/ 8885 h 10005"/>
              <a:gd name="connsiteX10" fmla="*/ 4371 w 10000"/>
              <a:gd name="connsiteY10" fmla="*/ 9959 h 10005"/>
              <a:gd name="connsiteX11" fmla="*/ 2553 w 10000"/>
              <a:gd name="connsiteY11" fmla="*/ 9558 h 10005"/>
              <a:gd name="connsiteX12" fmla="*/ 1554 w 10000"/>
              <a:gd name="connsiteY12" fmla="*/ 7327 h 10005"/>
              <a:gd name="connsiteX13" fmla="*/ 4 w 10000"/>
              <a:gd name="connsiteY13" fmla="*/ 4058 h 10005"/>
              <a:gd name="connsiteX0" fmla="*/ 4 w 10000"/>
              <a:gd name="connsiteY0" fmla="*/ 4058 h 10005"/>
              <a:gd name="connsiteX1" fmla="*/ 715 w 10000"/>
              <a:gd name="connsiteY1" fmla="*/ 1603 h 10005"/>
              <a:gd name="connsiteX2" fmla="*/ 3130 w 10000"/>
              <a:gd name="connsiteY2" fmla="*/ 1011 h 10005"/>
              <a:gd name="connsiteX3" fmla="*/ 4995 w 10000"/>
              <a:gd name="connsiteY3" fmla="*/ 0 h 10005"/>
              <a:gd name="connsiteX4" fmla="*/ 6719 w 10000"/>
              <a:gd name="connsiteY4" fmla="*/ 1014 h 10005"/>
              <a:gd name="connsiteX5" fmla="*/ 8081 w 10000"/>
              <a:gd name="connsiteY5" fmla="*/ 499 h 10005"/>
              <a:gd name="connsiteX6" fmla="*/ 9988 w 10000"/>
              <a:gd name="connsiteY6" fmla="*/ 3003 h 10005"/>
              <a:gd name="connsiteX7" fmla="*/ 8598 w 10000"/>
              <a:gd name="connsiteY7" fmla="*/ 6829 h 10005"/>
              <a:gd name="connsiteX8" fmla="*/ 6994 w 10000"/>
              <a:gd name="connsiteY8" fmla="*/ 9366 h 10005"/>
              <a:gd name="connsiteX9" fmla="*/ 5306 w 10000"/>
              <a:gd name="connsiteY9" fmla="*/ 8885 h 10005"/>
              <a:gd name="connsiteX10" fmla="*/ 4371 w 10000"/>
              <a:gd name="connsiteY10" fmla="*/ 9959 h 10005"/>
              <a:gd name="connsiteX11" fmla="*/ 2553 w 10000"/>
              <a:gd name="connsiteY11" fmla="*/ 9558 h 10005"/>
              <a:gd name="connsiteX12" fmla="*/ 1554 w 10000"/>
              <a:gd name="connsiteY12" fmla="*/ 7327 h 10005"/>
              <a:gd name="connsiteX13" fmla="*/ 4 w 10000"/>
              <a:gd name="connsiteY13" fmla="*/ 4058 h 1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0" h="10005">
                <a:moveTo>
                  <a:pt x="4" y="4058"/>
                </a:moveTo>
                <a:cubicBezTo>
                  <a:pt x="-29" y="2282"/>
                  <a:pt x="194" y="2110"/>
                  <a:pt x="715" y="1603"/>
                </a:cubicBezTo>
                <a:cubicBezTo>
                  <a:pt x="1236" y="1094"/>
                  <a:pt x="2417" y="1278"/>
                  <a:pt x="3130" y="1011"/>
                </a:cubicBezTo>
                <a:cubicBezTo>
                  <a:pt x="3843" y="743"/>
                  <a:pt x="4397" y="0"/>
                  <a:pt x="4995" y="0"/>
                </a:cubicBezTo>
                <a:cubicBezTo>
                  <a:pt x="5592" y="1"/>
                  <a:pt x="6205" y="930"/>
                  <a:pt x="6719" y="1014"/>
                </a:cubicBezTo>
                <a:cubicBezTo>
                  <a:pt x="7233" y="1097"/>
                  <a:pt x="7535" y="242"/>
                  <a:pt x="8081" y="499"/>
                </a:cubicBezTo>
                <a:cubicBezTo>
                  <a:pt x="8627" y="760"/>
                  <a:pt x="9853" y="444"/>
                  <a:pt x="9988" y="3003"/>
                </a:cubicBezTo>
                <a:cubicBezTo>
                  <a:pt x="10123" y="5562"/>
                  <a:pt x="9097" y="5769"/>
                  <a:pt x="8598" y="6829"/>
                </a:cubicBezTo>
                <a:cubicBezTo>
                  <a:pt x="8099" y="7889"/>
                  <a:pt x="7543" y="9023"/>
                  <a:pt x="6994" y="9366"/>
                </a:cubicBezTo>
                <a:cubicBezTo>
                  <a:pt x="6445" y="9709"/>
                  <a:pt x="5792" y="8999"/>
                  <a:pt x="5306" y="8885"/>
                </a:cubicBezTo>
                <a:cubicBezTo>
                  <a:pt x="4819" y="8767"/>
                  <a:pt x="4830" y="9846"/>
                  <a:pt x="4371" y="9959"/>
                </a:cubicBezTo>
                <a:cubicBezTo>
                  <a:pt x="3912" y="10071"/>
                  <a:pt x="3022" y="9997"/>
                  <a:pt x="2553" y="9558"/>
                </a:cubicBezTo>
                <a:cubicBezTo>
                  <a:pt x="2084" y="9119"/>
                  <a:pt x="2272" y="8345"/>
                  <a:pt x="1554" y="7327"/>
                </a:cubicBezTo>
                <a:cubicBezTo>
                  <a:pt x="836" y="6309"/>
                  <a:pt x="-7" y="6186"/>
                  <a:pt x="4" y="405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2" name="Freeform 2">
            <a:extLst>
              <a:ext uri="{FF2B5EF4-FFF2-40B4-BE49-F238E27FC236}">
                <a16:creationId xmlns:a16="http://schemas.microsoft.com/office/drawing/2014/main" id="{5D502274-48EE-2089-5CF4-6D6105575442}"/>
              </a:ext>
            </a:extLst>
          </p:cNvPr>
          <p:cNvSpPr>
            <a:spLocks/>
          </p:cNvSpPr>
          <p:nvPr/>
        </p:nvSpPr>
        <p:spPr bwMode="auto">
          <a:xfrm>
            <a:off x="4245299" y="2353662"/>
            <a:ext cx="3374123" cy="1145811"/>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7495 h 10266"/>
              <a:gd name="connsiteX14" fmla="*/ 4 w 10001"/>
              <a:gd name="connsiteY14" fmla="*/ 4039 h 1026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6971 h 10266"/>
              <a:gd name="connsiteX14" fmla="*/ 4 w 10001"/>
              <a:gd name="connsiteY14" fmla="*/ 4039 h 1026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6971 h 10266"/>
              <a:gd name="connsiteX14" fmla="*/ 4 w 10001"/>
              <a:gd name="connsiteY14" fmla="*/ 4039 h 10266"/>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1" h="1023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51" y="9699"/>
                  <a:pt x="4371" y="9912"/>
                </a:cubicBezTo>
                <a:cubicBezTo>
                  <a:pt x="4091" y="10125"/>
                  <a:pt x="3962" y="10390"/>
                  <a:pt x="3626" y="10124"/>
                </a:cubicBezTo>
                <a:cubicBezTo>
                  <a:pt x="3290" y="9858"/>
                  <a:pt x="3063" y="9081"/>
                  <a:pt x="2353" y="8314"/>
                </a:cubicBezTo>
                <a:cubicBezTo>
                  <a:pt x="1760" y="7219"/>
                  <a:pt x="1578" y="7683"/>
                  <a:pt x="1187" y="6971"/>
                </a:cubicBezTo>
                <a:cubicBezTo>
                  <a:pt x="796" y="6259"/>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3" name="Freeform 2">
            <a:extLst>
              <a:ext uri="{FF2B5EF4-FFF2-40B4-BE49-F238E27FC236}">
                <a16:creationId xmlns:a16="http://schemas.microsoft.com/office/drawing/2014/main" id="{872CA9C3-06AC-7388-CB51-DA3EA1AE8D07}"/>
              </a:ext>
            </a:extLst>
          </p:cNvPr>
          <p:cNvSpPr>
            <a:spLocks/>
          </p:cNvSpPr>
          <p:nvPr/>
        </p:nvSpPr>
        <p:spPr bwMode="auto">
          <a:xfrm>
            <a:off x="1029410" y="3713219"/>
            <a:ext cx="2817783" cy="1613134"/>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741 w 10049"/>
              <a:gd name="connsiteY0" fmla="*/ 8487 h 14195"/>
              <a:gd name="connsiteX1" fmla="*/ 116 w 10049"/>
              <a:gd name="connsiteY1" fmla="*/ 5092 h 14195"/>
              <a:gd name="connsiteX2" fmla="*/ 2699 w 10049"/>
              <a:gd name="connsiteY2" fmla="*/ 902 h 14195"/>
              <a:gd name="connsiteX3" fmla="*/ 5868 w 10049"/>
              <a:gd name="connsiteY3" fmla="*/ 106 h 14195"/>
              <a:gd name="connsiteX4" fmla="*/ 8116 w 10049"/>
              <a:gd name="connsiteY4" fmla="*/ 2502 h 14195"/>
              <a:gd name="connsiteX5" fmla="*/ 9883 w 10049"/>
              <a:gd name="connsiteY5" fmla="*/ 4460 h 14195"/>
              <a:gd name="connsiteX6" fmla="*/ 9682 w 10049"/>
              <a:gd name="connsiteY6" fmla="*/ 8448 h 14195"/>
              <a:gd name="connsiteX7" fmla="*/ 7285 w 10049"/>
              <a:gd name="connsiteY7" fmla="*/ 14192 h 14195"/>
              <a:gd name="connsiteX8" fmla="*/ 6204 w 10049"/>
              <a:gd name="connsiteY8" fmla="*/ 9262 h 14195"/>
              <a:gd name="connsiteX9" fmla="*/ 4963 w 10049"/>
              <a:gd name="connsiteY9" fmla="*/ 9877 h 14195"/>
              <a:gd name="connsiteX10" fmla="*/ 3330 w 10049"/>
              <a:gd name="connsiteY10" fmla="*/ 9939 h 14195"/>
              <a:gd name="connsiteX11" fmla="*/ 741 w 10049"/>
              <a:gd name="connsiteY11" fmla="*/ 8487 h 14195"/>
              <a:gd name="connsiteX0" fmla="*/ 741 w 10049"/>
              <a:gd name="connsiteY0" fmla="*/ 8487 h 14740"/>
              <a:gd name="connsiteX1" fmla="*/ 116 w 10049"/>
              <a:gd name="connsiteY1" fmla="*/ 5092 h 14740"/>
              <a:gd name="connsiteX2" fmla="*/ 2699 w 10049"/>
              <a:gd name="connsiteY2" fmla="*/ 902 h 14740"/>
              <a:gd name="connsiteX3" fmla="*/ 5868 w 10049"/>
              <a:gd name="connsiteY3" fmla="*/ 106 h 14740"/>
              <a:gd name="connsiteX4" fmla="*/ 8116 w 10049"/>
              <a:gd name="connsiteY4" fmla="*/ 2502 h 14740"/>
              <a:gd name="connsiteX5" fmla="*/ 9883 w 10049"/>
              <a:gd name="connsiteY5" fmla="*/ 4460 h 14740"/>
              <a:gd name="connsiteX6" fmla="*/ 9682 w 10049"/>
              <a:gd name="connsiteY6" fmla="*/ 8448 h 14740"/>
              <a:gd name="connsiteX7" fmla="*/ 7285 w 10049"/>
              <a:gd name="connsiteY7" fmla="*/ 14192 h 14740"/>
              <a:gd name="connsiteX8" fmla="*/ 5586 w 10049"/>
              <a:gd name="connsiteY8" fmla="*/ 14019 h 14740"/>
              <a:gd name="connsiteX9" fmla="*/ 4963 w 10049"/>
              <a:gd name="connsiteY9" fmla="*/ 9877 h 14740"/>
              <a:gd name="connsiteX10" fmla="*/ 3330 w 10049"/>
              <a:gd name="connsiteY10" fmla="*/ 9939 h 14740"/>
              <a:gd name="connsiteX11" fmla="*/ 741 w 10049"/>
              <a:gd name="connsiteY11" fmla="*/ 8487 h 14740"/>
              <a:gd name="connsiteX0" fmla="*/ 741 w 10049"/>
              <a:gd name="connsiteY0" fmla="*/ 8487 h 14572"/>
              <a:gd name="connsiteX1" fmla="*/ 116 w 10049"/>
              <a:gd name="connsiteY1" fmla="*/ 5092 h 14572"/>
              <a:gd name="connsiteX2" fmla="*/ 2699 w 10049"/>
              <a:gd name="connsiteY2" fmla="*/ 902 h 14572"/>
              <a:gd name="connsiteX3" fmla="*/ 5868 w 10049"/>
              <a:gd name="connsiteY3" fmla="*/ 106 h 14572"/>
              <a:gd name="connsiteX4" fmla="*/ 8116 w 10049"/>
              <a:gd name="connsiteY4" fmla="*/ 2502 h 14572"/>
              <a:gd name="connsiteX5" fmla="*/ 9883 w 10049"/>
              <a:gd name="connsiteY5" fmla="*/ 4460 h 14572"/>
              <a:gd name="connsiteX6" fmla="*/ 9682 w 10049"/>
              <a:gd name="connsiteY6" fmla="*/ 8448 h 14572"/>
              <a:gd name="connsiteX7" fmla="*/ 7285 w 10049"/>
              <a:gd name="connsiteY7" fmla="*/ 14192 h 14572"/>
              <a:gd name="connsiteX8" fmla="*/ 5586 w 10049"/>
              <a:gd name="connsiteY8" fmla="*/ 14019 h 14572"/>
              <a:gd name="connsiteX9" fmla="*/ 3805 w 10049"/>
              <a:gd name="connsiteY9" fmla="*/ 13911 h 14572"/>
              <a:gd name="connsiteX10" fmla="*/ 3330 w 10049"/>
              <a:gd name="connsiteY10" fmla="*/ 9939 h 14572"/>
              <a:gd name="connsiteX11" fmla="*/ 741 w 10049"/>
              <a:gd name="connsiteY11" fmla="*/ 8487 h 14572"/>
              <a:gd name="connsiteX0" fmla="*/ 721 w 10029"/>
              <a:gd name="connsiteY0" fmla="*/ 8487 h 14572"/>
              <a:gd name="connsiteX1" fmla="*/ 96 w 10029"/>
              <a:gd name="connsiteY1" fmla="*/ 5092 h 14572"/>
              <a:gd name="connsiteX2" fmla="*/ 2679 w 10029"/>
              <a:gd name="connsiteY2" fmla="*/ 902 h 14572"/>
              <a:gd name="connsiteX3" fmla="*/ 5848 w 10029"/>
              <a:gd name="connsiteY3" fmla="*/ 106 h 14572"/>
              <a:gd name="connsiteX4" fmla="*/ 8096 w 10029"/>
              <a:gd name="connsiteY4" fmla="*/ 2502 h 14572"/>
              <a:gd name="connsiteX5" fmla="*/ 9863 w 10029"/>
              <a:gd name="connsiteY5" fmla="*/ 4460 h 14572"/>
              <a:gd name="connsiteX6" fmla="*/ 9662 w 10029"/>
              <a:gd name="connsiteY6" fmla="*/ 8448 h 14572"/>
              <a:gd name="connsiteX7" fmla="*/ 7265 w 10029"/>
              <a:gd name="connsiteY7" fmla="*/ 14192 h 14572"/>
              <a:gd name="connsiteX8" fmla="*/ 5566 w 10029"/>
              <a:gd name="connsiteY8" fmla="*/ 14019 h 14572"/>
              <a:gd name="connsiteX9" fmla="*/ 3785 w 10029"/>
              <a:gd name="connsiteY9" fmla="*/ 13911 h 14572"/>
              <a:gd name="connsiteX10" fmla="*/ 2229 w 10029"/>
              <a:gd name="connsiteY10" fmla="*/ 12318 h 14572"/>
              <a:gd name="connsiteX11" fmla="*/ 721 w 10029"/>
              <a:gd name="connsiteY11" fmla="*/ 8487 h 14572"/>
              <a:gd name="connsiteX0" fmla="*/ 0 w 9308"/>
              <a:gd name="connsiteY0" fmla="*/ 8487 h 14572"/>
              <a:gd name="connsiteX1" fmla="*/ 1958 w 9308"/>
              <a:gd name="connsiteY1" fmla="*/ 902 h 14572"/>
              <a:gd name="connsiteX2" fmla="*/ 5127 w 9308"/>
              <a:gd name="connsiteY2" fmla="*/ 106 h 14572"/>
              <a:gd name="connsiteX3" fmla="*/ 7375 w 9308"/>
              <a:gd name="connsiteY3" fmla="*/ 2502 h 14572"/>
              <a:gd name="connsiteX4" fmla="*/ 9142 w 9308"/>
              <a:gd name="connsiteY4" fmla="*/ 4460 h 14572"/>
              <a:gd name="connsiteX5" fmla="*/ 8941 w 9308"/>
              <a:gd name="connsiteY5" fmla="*/ 8448 h 14572"/>
              <a:gd name="connsiteX6" fmla="*/ 6544 w 9308"/>
              <a:gd name="connsiteY6" fmla="*/ 14192 h 14572"/>
              <a:gd name="connsiteX7" fmla="*/ 4845 w 9308"/>
              <a:gd name="connsiteY7" fmla="*/ 14019 h 14572"/>
              <a:gd name="connsiteX8" fmla="*/ 3064 w 9308"/>
              <a:gd name="connsiteY8" fmla="*/ 13911 h 14572"/>
              <a:gd name="connsiteX9" fmla="*/ 1508 w 9308"/>
              <a:gd name="connsiteY9" fmla="*/ 12318 h 14572"/>
              <a:gd name="connsiteX10" fmla="*/ 0 w 9308"/>
              <a:gd name="connsiteY10" fmla="*/ 8487 h 14572"/>
              <a:gd name="connsiteX0" fmla="*/ 0 w 10001"/>
              <a:gd name="connsiteY0" fmla="*/ 5824 h 10000"/>
              <a:gd name="connsiteX1" fmla="*/ 2104 w 10001"/>
              <a:gd name="connsiteY1" fmla="*/ 619 h 10000"/>
              <a:gd name="connsiteX2" fmla="*/ 5508 w 10001"/>
              <a:gd name="connsiteY2" fmla="*/ 73 h 10000"/>
              <a:gd name="connsiteX3" fmla="*/ 7923 w 10001"/>
              <a:gd name="connsiteY3" fmla="*/ 1717 h 10000"/>
              <a:gd name="connsiteX4" fmla="*/ 9822 w 10001"/>
              <a:gd name="connsiteY4" fmla="*/ 3061 h 10000"/>
              <a:gd name="connsiteX5" fmla="*/ 9606 w 10001"/>
              <a:gd name="connsiteY5" fmla="*/ 5797 h 10000"/>
              <a:gd name="connsiteX6" fmla="*/ 7031 w 10001"/>
              <a:gd name="connsiteY6" fmla="*/ 9739 h 10000"/>
              <a:gd name="connsiteX7" fmla="*/ 5205 w 10001"/>
              <a:gd name="connsiteY7" fmla="*/ 9621 h 10000"/>
              <a:gd name="connsiteX8" fmla="*/ 3292 w 10001"/>
              <a:gd name="connsiteY8" fmla="*/ 9546 h 10000"/>
              <a:gd name="connsiteX9" fmla="*/ 1620 w 10001"/>
              <a:gd name="connsiteY9" fmla="*/ 8453 h 10000"/>
              <a:gd name="connsiteX10" fmla="*/ 0 w 10001"/>
              <a:gd name="connsiteY10" fmla="*/ 5824 h 10000"/>
              <a:gd name="connsiteX0" fmla="*/ 3 w 10004"/>
              <a:gd name="connsiteY0" fmla="*/ 5824 h 10000"/>
              <a:gd name="connsiteX1" fmla="*/ 2107 w 10004"/>
              <a:gd name="connsiteY1" fmla="*/ 619 h 10000"/>
              <a:gd name="connsiteX2" fmla="*/ 5511 w 10004"/>
              <a:gd name="connsiteY2" fmla="*/ 73 h 10000"/>
              <a:gd name="connsiteX3" fmla="*/ 7926 w 10004"/>
              <a:gd name="connsiteY3" fmla="*/ 1717 h 10000"/>
              <a:gd name="connsiteX4" fmla="*/ 9825 w 10004"/>
              <a:gd name="connsiteY4" fmla="*/ 3061 h 10000"/>
              <a:gd name="connsiteX5" fmla="*/ 9609 w 10004"/>
              <a:gd name="connsiteY5" fmla="*/ 5797 h 10000"/>
              <a:gd name="connsiteX6" fmla="*/ 7034 w 10004"/>
              <a:gd name="connsiteY6" fmla="*/ 9739 h 10000"/>
              <a:gd name="connsiteX7" fmla="*/ 5208 w 10004"/>
              <a:gd name="connsiteY7" fmla="*/ 9621 h 10000"/>
              <a:gd name="connsiteX8" fmla="*/ 3295 w 10004"/>
              <a:gd name="connsiteY8" fmla="*/ 9546 h 10000"/>
              <a:gd name="connsiteX9" fmla="*/ 1623 w 10004"/>
              <a:gd name="connsiteY9" fmla="*/ 8453 h 10000"/>
              <a:gd name="connsiteX10" fmla="*/ 3 w 10004"/>
              <a:gd name="connsiteY10" fmla="*/ 5824 h 10000"/>
              <a:gd name="connsiteX0" fmla="*/ 11 w 10012"/>
              <a:gd name="connsiteY0" fmla="*/ 5824 h 10000"/>
              <a:gd name="connsiteX1" fmla="*/ 2115 w 10012"/>
              <a:gd name="connsiteY1" fmla="*/ 619 h 10000"/>
              <a:gd name="connsiteX2" fmla="*/ 5519 w 10012"/>
              <a:gd name="connsiteY2" fmla="*/ 73 h 10000"/>
              <a:gd name="connsiteX3" fmla="*/ 7934 w 10012"/>
              <a:gd name="connsiteY3" fmla="*/ 1717 h 10000"/>
              <a:gd name="connsiteX4" fmla="*/ 9833 w 10012"/>
              <a:gd name="connsiteY4" fmla="*/ 3061 h 10000"/>
              <a:gd name="connsiteX5" fmla="*/ 9617 w 10012"/>
              <a:gd name="connsiteY5" fmla="*/ 5797 h 10000"/>
              <a:gd name="connsiteX6" fmla="*/ 7042 w 10012"/>
              <a:gd name="connsiteY6" fmla="*/ 9739 h 10000"/>
              <a:gd name="connsiteX7" fmla="*/ 5216 w 10012"/>
              <a:gd name="connsiteY7" fmla="*/ 9621 h 10000"/>
              <a:gd name="connsiteX8" fmla="*/ 3303 w 10012"/>
              <a:gd name="connsiteY8" fmla="*/ 9546 h 10000"/>
              <a:gd name="connsiteX9" fmla="*/ 1631 w 10012"/>
              <a:gd name="connsiteY9" fmla="*/ 8453 h 10000"/>
              <a:gd name="connsiteX10" fmla="*/ 11 w 10012"/>
              <a:gd name="connsiteY10" fmla="*/ 5824 h 10000"/>
              <a:gd name="connsiteX0" fmla="*/ 11 w 10012"/>
              <a:gd name="connsiteY0" fmla="*/ 5824 h 10000"/>
              <a:gd name="connsiteX1" fmla="*/ 2115 w 10012"/>
              <a:gd name="connsiteY1" fmla="*/ 619 h 10000"/>
              <a:gd name="connsiteX2" fmla="*/ 5519 w 10012"/>
              <a:gd name="connsiteY2" fmla="*/ 73 h 10000"/>
              <a:gd name="connsiteX3" fmla="*/ 7934 w 10012"/>
              <a:gd name="connsiteY3" fmla="*/ 1717 h 10000"/>
              <a:gd name="connsiteX4" fmla="*/ 9833 w 10012"/>
              <a:gd name="connsiteY4" fmla="*/ 3061 h 10000"/>
              <a:gd name="connsiteX5" fmla="*/ 9617 w 10012"/>
              <a:gd name="connsiteY5" fmla="*/ 5797 h 10000"/>
              <a:gd name="connsiteX6" fmla="*/ 7042 w 10012"/>
              <a:gd name="connsiteY6" fmla="*/ 9739 h 10000"/>
              <a:gd name="connsiteX7" fmla="*/ 5216 w 10012"/>
              <a:gd name="connsiteY7" fmla="*/ 9621 h 10000"/>
              <a:gd name="connsiteX8" fmla="*/ 3303 w 10012"/>
              <a:gd name="connsiteY8" fmla="*/ 9546 h 10000"/>
              <a:gd name="connsiteX9" fmla="*/ 11 w 10012"/>
              <a:gd name="connsiteY9" fmla="*/ 5824 h 10000"/>
              <a:gd name="connsiteX0" fmla="*/ 11 w 9844"/>
              <a:gd name="connsiteY0" fmla="*/ 5824 h 9855"/>
              <a:gd name="connsiteX1" fmla="*/ 2115 w 9844"/>
              <a:gd name="connsiteY1" fmla="*/ 619 h 9855"/>
              <a:gd name="connsiteX2" fmla="*/ 5519 w 9844"/>
              <a:gd name="connsiteY2" fmla="*/ 73 h 9855"/>
              <a:gd name="connsiteX3" fmla="*/ 7934 w 9844"/>
              <a:gd name="connsiteY3" fmla="*/ 1717 h 9855"/>
              <a:gd name="connsiteX4" fmla="*/ 9833 w 9844"/>
              <a:gd name="connsiteY4" fmla="*/ 3061 h 9855"/>
              <a:gd name="connsiteX5" fmla="*/ 8657 w 9844"/>
              <a:gd name="connsiteY5" fmla="*/ 7784 h 9855"/>
              <a:gd name="connsiteX6" fmla="*/ 7042 w 9844"/>
              <a:gd name="connsiteY6" fmla="*/ 9739 h 9855"/>
              <a:gd name="connsiteX7" fmla="*/ 5216 w 9844"/>
              <a:gd name="connsiteY7" fmla="*/ 9621 h 9855"/>
              <a:gd name="connsiteX8" fmla="*/ 3303 w 9844"/>
              <a:gd name="connsiteY8" fmla="*/ 9546 h 9855"/>
              <a:gd name="connsiteX9" fmla="*/ 11 w 9844"/>
              <a:gd name="connsiteY9" fmla="*/ 5824 h 9855"/>
              <a:gd name="connsiteX0" fmla="*/ 11 w 9655"/>
              <a:gd name="connsiteY0" fmla="*/ 5910 h 10000"/>
              <a:gd name="connsiteX1" fmla="*/ 2149 w 9655"/>
              <a:gd name="connsiteY1" fmla="*/ 628 h 10000"/>
              <a:gd name="connsiteX2" fmla="*/ 5606 w 9655"/>
              <a:gd name="connsiteY2" fmla="*/ 74 h 10000"/>
              <a:gd name="connsiteX3" fmla="*/ 8060 w 9655"/>
              <a:gd name="connsiteY3" fmla="*/ 1742 h 10000"/>
              <a:gd name="connsiteX4" fmla="*/ 9638 w 9655"/>
              <a:gd name="connsiteY4" fmla="*/ 4186 h 10000"/>
              <a:gd name="connsiteX5" fmla="*/ 8794 w 9655"/>
              <a:gd name="connsiteY5" fmla="*/ 7899 h 10000"/>
              <a:gd name="connsiteX6" fmla="*/ 7154 w 9655"/>
              <a:gd name="connsiteY6" fmla="*/ 9882 h 10000"/>
              <a:gd name="connsiteX7" fmla="*/ 5299 w 9655"/>
              <a:gd name="connsiteY7" fmla="*/ 9763 h 10000"/>
              <a:gd name="connsiteX8" fmla="*/ 3355 w 9655"/>
              <a:gd name="connsiteY8" fmla="*/ 9686 h 10000"/>
              <a:gd name="connsiteX9" fmla="*/ 11 w 9655"/>
              <a:gd name="connsiteY9" fmla="*/ 5910 h 10000"/>
              <a:gd name="connsiteX0" fmla="*/ 12 w 9995"/>
              <a:gd name="connsiteY0" fmla="*/ 5900 h 9990"/>
              <a:gd name="connsiteX1" fmla="*/ 2227 w 9995"/>
              <a:gd name="connsiteY1" fmla="*/ 618 h 9990"/>
              <a:gd name="connsiteX2" fmla="*/ 5807 w 9995"/>
              <a:gd name="connsiteY2" fmla="*/ 64 h 9990"/>
              <a:gd name="connsiteX3" fmla="*/ 8511 w 9995"/>
              <a:gd name="connsiteY3" fmla="*/ 1588 h 9990"/>
              <a:gd name="connsiteX4" fmla="*/ 9983 w 9995"/>
              <a:gd name="connsiteY4" fmla="*/ 4176 h 9990"/>
              <a:gd name="connsiteX5" fmla="*/ 9109 w 9995"/>
              <a:gd name="connsiteY5" fmla="*/ 7889 h 9990"/>
              <a:gd name="connsiteX6" fmla="*/ 7411 w 9995"/>
              <a:gd name="connsiteY6" fmla="*/ 9872 h 9990"/>
              <a:gd name="connsiteX7" fmla="*/ 5489 w 9995"/>
              <a:gd name="connsiteY7" fmla="*/ 9753 h 9990"/>
              <a:gd name="connsiteX8" fmla="*/ 3476 w 9995"/>
              <a:gd name="connsiteY8" fmla="*/ 9676 h 9990"/>
              <a:gd name="connsiteX9" fmla="*/ 12 w 9995"/>
              <a:gd name="connsiteY9" fmla="*/ 5900 h 9990"/>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8"/>
              <a:gd name="connsiteY0" fmla="*/ 5906 h 10000"/>
              <a:gd name="connsiteX1" fmla="*/ 2228 w 10018"/>
              <a:gd name="connsiteY1" fmla="*/ 619 h 10000"/>
              <a:gd name="connsiteX2" fmla="*/ 5810 w 10018"/>
              <a:gd name="connsiteY2" fmla="*/ 64 h 10000"/>
              <a:gd name="connsiteX3" fmla="*/ 8071 w 10018"/>
              <a:gd name="connsiteY3" fmla="*/ 1590 h 10000"/>
              <a:gd name="connsiteX4" fmla="*/ 9988 w 10018"/>
              <a:gd name="connsiteY4" fmla="*/ 4180 h 10000"/>
              <a:gd name="connsiteX5" fmla="*/ 9114 w 10018"/>
              <a:gd name="connsiteY5" fmla="*/ 7897 h 10000"/>
              <a:gd name="connsiteX6" fmla="*/ 7415 w 10018"/>
              <a:gd name="connsiteY6" fmla="*/ 9882 h 10000"/>
              <a:gd name="connsiteX7" fmla="*/ 5492 w 10018"/>
              <a:gd name="connsiteY7" fmla="*/ 9763 h 10000"/>
              <a:gd name="connsiteX8" fmla="*/ 3478 w 10018"/>
              <a:gd name="connsiteY8" fmla="*/ 9686 h 10000"/>
              <a:gd name="connsiteX9" fmla="*/ 12 w 10018"/>
              <a:gd name="connsiteY9" fmla="*/ 5906 h 10000"/>
              <a:gd name="connsiteX0" fmla="*/ 17 w 10023"/>
              <a:gd name="connsiteY0" fmla="*/ 5870 h 9964"/>
              <a:gd name="connsiteX1" fmla="*/ 2314 w 10023"/>
              <a:gd name="connsiteY1" fmla="*/ 799 h 9964"/>
              <a:gd name="connsiteX2" fmla="*/ 5815 w 10023"/>
              <a:gd name="connsiteY2" fmla="*/ 28 h 9964"/>
              <a:gd name="connsiteX3" fmla="*/ 8076 w 10023"/>
              <a:gd name="connsiteY3" fmla="*/ 1554 h 9964"/>
              <a:gd name="connsiteX4" fmla="*/ 9993 w 10023"/>
              <a:gd name="connsiteY4" fmla="*/ 4144 h 9964"/>
              <a:gd name="connsiteX5" fmla="*/ 9119 w 10023"/>
              <a:gd name="connsiteY5" fmla="*/ 7861 h 9964"/>
              <a:gd name="connsiteX6" fmla="*/ 7420 w 10023"/>
              <a:gd name="connsiteY6" fmla="*/ 9846 h 9964"/>
              <a:gd name="connsiteX7" fmla="*/ 5497 w 10023"/>
              <a:gd name="connsiteY7" fmla="*/ 9727 h 9964"/>
              <a:gd name="connsiteX8" fmla="*/ 3483 w 10023"/>
              <a:gd name="connsiteY8" fmla="*/ 9650 h 9964"/>
              <a:gd name="connsiteX9" fmla="*/ 17 w 10023"/>
              <a:gd name="connsiteY9" fmla="*/ 5870 h 9964"/>
              <a:gd name="connsiteX0" fmla="*/ 18 w 9920"/>
              <a:gd name="connsiteY0" fmla="*/ 6010 h 10047"/>
              <a:gd name="connsiteX1" fmla="*/ 2229 w 9920"/>
              <a:gd name="connsiteY1" fmla="*/ 849 h 10047"/>
              <a:gd name="connsiteX2" fmla="*/ 5722 w 9920"/>
              <a:gd name="connsiteY2" fmla="*/ 75 h 10047"/>
              <a:gd name="connsiteX3" fmla="*/ 7977 w 9920"/>
              <a:gd name="connsiteY3" fmla="*/ 1607 h 10047"/>
              <a:gd name="connsiteX4" fmla="*/ 9890 w 9920"/>
              <a:gd name="connsiteY4" fmla="*/ 4206 h 10047"/>
              <a:gd name="connsiteX5" fmla="*/ 9018 w 9920"/>
              <a:gd name="connsiteY5" fmla="*/ 7936 h 10047"/>
              <a:gd name="connsiteX6" fmla="*/ 7323 w 9920"/>
              <a:gd name="connsiteY6" fmla="*/ 9929 h 10047"/>
              <a:gd name="connsiteX7" fmla="*/ 5404 w 9920"/>
              <a:gd name="connsiteY7" fmla="*/ 9809 h 10047"/>
              <a:gd name="connsiteX8" fmla="*/ 3395 w 9920"/>
              <a:gd name="connsiteY8" fmla="*/ 9732 h 10047"/>
              <a:gd name="connsiteX9" fmla="*/ 18 w 9920"/>
              <a:gd name="connsiteY9" fmla="*/ 6010 h 10047"/>
              <a:gd name="connsiteX0" fmla="*/ 151 w 10133"/>
              <a:gd name="connsiteY0" fmla="*/ 5935 h 9953"/>
              <a:gd name="connsiteX1" fmla="*/ 771 w 10133"/>
              <a:gd name="connsiteY1" fmla="*/ 3547 h 9953"/>
              <a:gd name="connsiteX2" fmla="*/ 2380 w 10133"/>
              <a:gd name="connsiteY2" fmla="*/ 798 h 9953"/>
              <a:gd name="connsiteX3" fmla="*/ 5901 w 10133"/>
              <a:gd name="connsiteY3" fmla="*/ 28 h 9953"/>
              <a:gd name="connsiteX4" fmla="*/ 8174 w 10133"/>
              <a:gd name="connsiteY4" fmla="*/ 1552 h 9953"/>
              <a:gd name="connsiteX5" fmla="*/ 10103 w 10133"/>
              <a:gd name="connsiteY5" fmla="*/ 4139 h 9953"/>
              <a:gd name="connsiteX6" fmla="*/ 9224 w 10133"/>
              <a:gd name="connsiteY6" fmla="*/ 7852 h 9953"/>
              <a:gd name="connsiteX7" fmla="*/ 7515 w 10133"/>
              <a:gd name="connsiteY7" fmla="*/ 9836 h 9953"/>
              <a:gd name="connsiteX8" fmla="*/ 5581 w 10133"/>
              <a:gd name="connsiteY8" fmla="*/ 9716 h 9953"/>
              <a:gd name="connsiteX9" fmla="*/ 3555 w 10133"/>
              <a:gd name="connsiteY9" fmla="*/ 9639 h 9953"/>
              <a:gd name="connsiteX10" fmla="*/ 151 w 10133"/>
              <a:gd name="connsiteY10" fmla="*/ 5935 h 9953"/>
              <a:gd name="connsiteX0" fmla="*/ 200 w 9769"/>
              <a:gd name="connsiteY0" fmla="*/ 7121 h 10000"/>
              <a:gd name="connsiteX1" fmla="*/ 531 w 9769"/>
              <a:gd name="connsiteY1" fmla="*/ 3564 h 10000"/>
              <a:gd name="connsiteX2" fmla="*/ 2119 w 9769"/>
              <a:gd name="connsiteY2" fmla="*/ 802 h 10000"/>
              <a:gd name="connsiteX3" fmla="*/ 5594 w 9769"/>
              <a:gd name="connsiteY3" fmla="*/ 28 h 10000"/>
              <a:gd name="connsiteX4" fmla="*/ 7837 w 9769"/>
              <a:gd name="connsiteY4" fmla="*/ 1559 h 10000"/>
              <a:gd name="connsiteX5" fmla="*/ 9740 w 9769"/>
              <a:gd name="connsiteY5" fmla="*/ 4159 h 10000"/>
              <a:gd name="connsiteX6" fmla="*/ 8873 w 9769"/>
              <a:gd name="connsiteY6" fmla="*/ 7889 h 10000"/>
              <a:gd name="connsiteX7" fmla="*/ 7186 w 9769"/>
              <a:gd name="connsiteY7" fmla="*/ 9882 h 10000"/>
              <a:gd name="connsiteX8" fmla="*/ 5278 w 9769"/>
              <a:gd name="connsiteY8" fmla="*/ 9762 h 10000"/>
              <a:gd name="connsiteX9" fmla="*/ 3278 w 9769"/>
              <a:gd name="connsiteY9" fmla="*/ 9685 h 10000"/>
              <a:gd name="connsiteX10" fmla="*/ 200 w 9769"/>
              <a:gd name="connsiteY10" fmla="*/ 7121 h 10000"/>
              <a:gd name="connsiteX0" fmla="*/ 80 w 9875"/>
              <a:gd name="connsiteY0" fmla="*/ 7121 h 10000"/>
              <a:gd name="connsiteX1" fmla="*/ 419 w 9875"/>
              <a:gd name="connsiteY1" fmla="*/ 3564 h 10000"/>
              <a:gd name="connsiteX2" fmla="*/ 2044 w 9875"/>
              <a:gd name="connsiteY2" fmla="*/ 802 h 10000"/>
              <a:gd name="connsiteX3" fmla="*/ 5601 w 9875"/>
              <a:gd name="connsiteY3" fmla="*/ 28 h 10000"/>
              <a:gd name="connsiteX4" fmla="*/ 7897 w 9875"/>
              <a:gd name="connsiteY4" fmla="*/ 1559 h 10000"/>
              <a:gd name="connsiteX5" fmla="*/ 9845 w 9875"/>
              <a:gd name="connsiteY5" fmla="*/ 4159 h 10000"/>
              <a:gd name="connsiteX6" fmla="*/ 8958 w 9875"/>
              <a:gd name="connsiteY6" fmla="*/ 7889 h 10000"/>
              <a:gd name="connsiteX7" fmla="*/ 7231 w 9875"/>
              <a:gd name="connsiteY7" fmla="*/ 9882 h 10000"/>
              <a:gd name="connsiteX8" fmla="*/ 5278 w 9875"/>
              <a:gd name="connsiteY8" fmla="*/ 9762 h 10000"/>
              <a:gd name="connsiteX9" fmla="*/ 3231 w 9875"/>
              <a:gd name="connsiteY9" fmla="*/ 9685 h 10000"/>
              <a:gd name="connsiteX10" fmla="*/ 1528 w 9875"/>
              <a:gd name="connsiteY10" fmla="*/ 8267 h 10000"/>
              <a:gd name="connsiteX11" fmla="*/ 80 w 9875"/>
              <a:gd name="connsiteY11" fmla="*/ 7121 h 10000"/>
              <a:gd name="connsiteX0" fmla="*/ 81 w 10000"/>
              <a:gd name="connsiteY0" fmla="*/ 7121 h 9956"/>
              <a:gd name="connsiteX1" fmla="*/ 424 w 10000"/>
              <a:gd name="connsiteY1" fmla="*/ 3564 h 9956"/>
              <a:gd name="connsiteX2" fmla="*/ 2070 w 10000"/>
              <a:gd name="connsiteY2" fmla="*/ 802 h 9956"/>
              <a:gd name="connsiteX3" fmla="*/ 5672 w 10000"/>
              <a:gd name="connsiteY3" fmla="*/ 28 h 9956"/>
              <a:gd name="connsiteX4" fmla="*/ 7997 w 10000"/>
              <a:gd name="connsiteY4" fmla="*/ 1559 h 9956"/>
              <a:gd name="connsiteX5" fmla="*/ 9970 w 10000"/>
              <a:gd name="connsiteY5" fmla="*/ 4159 h 9956"/>
              <a:gd name="connsiteX6" fmla="*/ 9071 w 10000"/>
              <a:gd name="connsiteY6" fmla="*/ 7889 h 9956"/>
              <a:gd name="connsiteX7" fmla="*/ 7323 w 10000"/>
              <a:gd name="connsiteY7" fmla="*/ 9882 h 9956"/>
              <a:gd name="connsiteX8" fmla="*/ 4846 w 10000"/>
              <a:gd name="connsiteY8" fmla="*/ 9545 h 9956"/>
              <a:gd name="connsiteX9" fmla="*/ 3272 w 10000"/>
              <a:gd name="connsiteY9" fmla="*/ 9685 h 9956"/>
              <a:gd name="connsiteX10" fmla="*/ 1547 w 10000"/>
              <a:gd name="connsiteY10" fmla="*/ 8267 h 9956"/>
              <a:gd name="connsiteX11" fmla="*/ 81 w 10000"/>
              <a:gd name="connsiteY11" fmla="*/ 7121 h 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56">
                <a:moveTo>
                  <a:pt x="81" y="7121"/>
                </a:moveTo>
                <a:cubicBezTo>
                  <a:pt x="-106" y="6337"/>
                  <a:pt x="45" y="4424"/>
                  <a:pt x="424" y="3564"/>
                </a:cubicBezTo>
                <a:cubicBezTo>
                  <a:pt x="803" y="2704"/>
                  <a:pt x="1195" y="1391"/>
                  <a:pt x="2070" y="802"/>
                </a:cubicBezTo>
                <a:cubicBezTo>
                  <a:pt x="2945" y="213"/>
                  <a:pt x="4684" y="-98"/>
                  <a:pt x="5672" y="28"/>
                </a:cubicBezTo>
                <a:cubicBezTo>
                  <a:pt x="6659" y="155"/>
                  <a:pt x="7237" y="872"/>
                  <a:pt x="7997" y="1559"/>
                </a:cubicBezTo>
                <a:cubicBezTo>
                  <a:pt x="8757" y="2247"/>
                  <a:pt x="9790" y="3104"/>
                  <a:pt x="9970" y="4159"/>
                </a:cubicBezTo>
                <a:cubicBezTo>
                  <a:pt x="10149" y="5214"/>
                  <a:pt x="9512" y="6936"/>
                  <a:pt x="9071" y="7889"/>
                </a:cubicBezTo>
                <a:cubicBezTo>
                  <a:pt x="8629" y="8843"/>
                  <a:pt x="8027" y="9606"/>
                  <a:pt x="7323" y="9882"/>
                </a:cubicBezTo>
                <a:cubicBezTo>
                  <a:pt x="6619" y="10158"/>
                  <a:pt x="5520" y="9577"/>
                  <a:pt x="4846" y="9545"/>
                </a:cubicBezTo>
                <a:cubicBezTo>
                  <a:pt x="4169" y="9511"/>
                  <a:pt x="3822" y="9898"/>
                  <a:pt x="3272" y="9685"/>
                </a:cubicBezTo>
                <a:cubicBezTo>
                  <a:pt x="2722" y="9472"/>
                  <a:pt x="2079" y="8694"/>
                  <a:pt x="1547" y="8267"/>
                </a:cubicBezTo>
                <a:cubicBezTo>
                  <a:pt x="1016" y="7840"/>
                  <a:pt x="268" y="7905"/>
                  <a:pt x="81" y="712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58" name="Straight Connector 1057">
            <a:extLst>
              <a:ext uri="{FF2B5EF4-FFF2-40B4-BE49-F238E27FC236}">
                <a16:creationId xmlns:a16="http://schemas.microsoft.com/office/drawing/2014/main" id="{C49F56C2-7636-6D53-F093-7CA15FBEE7A3}"/>
              </a:ext>
            </a:extLst>
          </p:cNvPr>
          <p:cNvCxnSpPr>
            <a:cxnSpLocks/>
            <a:stCxn id="1007" idx="4"/>
            <a:endCxn id="742" idx="2"/>
          </p:cNvCxnSpPr>
          <p:nvPr/>
        </p:nvCxnSpPr>
        <p:spPr>
          <a:xfrm flipH="1" flipV="1">
            <a:off x="8306093" y="3945746"/>
            <a:ext cx="336768" cy="939505"/>
          </a:xfrm>
          <a:prstGeom prst="line">
            <a:avLst/>
          </a:prstGeom>
          <a:noFill/>
          <a:ln w="12700" cap="flat" cmpd="sng" algn="ctr">
            <a:solidFill>
              <a:srgbClr val="000000"/>
            </a:solidFill>
            <a:prstDash val="solid"/>
          </a:ln>
          <a:effectLst/>
        </p:spPr>
      </p:cxnSp>
      <p:cxnSp>
        <p:nvCxnSpPr>
          <p:cNvPr id="12" name="Straight Connector 11">
            <a:extLst>
              <a:ext uri="{FF2B5EF4-FFF2-40B4-BE49-F238E27FC236}">
                <a16:creationId xmlns:a16="http://schemas.microsoft.com/office/drawing/2014/main" id="{06C83F0C-B225-F856-78E0-6D6718F66F77}"/>
              </a:ext>
            </a:extLst>
          </p:cNvPr>
          <p:cNvCxnSpPr>
            <a:cxnSpLocks/>
            <a:stCxn id="590" idx="2"/>
            <a:endCxn id="560" idx="2"/>
          </p:cNvCxnSpPr>
          <p:nvPr/>
        </p:nvCxnSpPr>
        <p:spPr>
          <a:xfrm flipH="1">
            <a:off x="3488329" y="2778777"/>
            <a:ext cx="1149237" cy="1476568"/>
          </a:xfrm>
          <a:prstGeom prst="line">
            <a:avLst/>
          </a:prstGeom>
          <a:noFill/>
          <a:ln w="12700" cap="flat" cmpd="sng" algn="ctr">
            <a:solidFill>
              <a:srgbClr val="000000"/>
            </a:solidFill>
            <a:prstDash val="solid"/>
          </a:ln>
          <a:effectLst/>
        </p:spPr>
      </p:cxnSp>
      <p:cxnSp>
        <p:nvCxnSpPr>
          <p:cNvPr id="14" name="Straight Connector 13">
            <a:extLst>
              <a:ext uri="{FF2B5EF4-FFF2-40B4-BE49-F238E27FC236}">
                <a16:creationId xmlns:a16="http://schemas.microsoft.com/office/drawing/2014/main" id="{42E2BB5D-3914-2A31-7342-CE13FD13C728}"/>
              </a:ext>
            </a:extLst>
          </p:cNvPr>
          <p:cNvCxnSpPr>
            <a:cxnSpLocks/>
            <a:stCxn id="550" idx="1"/>
            <a:endCxn id="578" idx="11"/>
          </p:cNvCxnSpPr>
          <p:nvPr/>
        </p:nvCxnSpPr>
        <p:spPr>
          <a:xfrm flipV="1">
            <a:off x="3379829" y="4719288"/>
            <a:ext cx="1222423" cy="62204"/>
          </a:xfrm>
          <a:prstGeom prst="line">
            <a:avLst/>
          </a:prstGeom>
          <a:noFill/>
          <a:ln w="12700" cap="flat" cmpd="sng" algn="ctr">
            <a:solidFill>
              <a:srgbClr val="000000"/>
            </a:solidFill>
            <a:prstDash val="solid"/>
          </a:ln>
          <a:effectLst/>
        </p:spPr>
      </p:cxnSp>
      <p:cxnSp>
        <p:nvCxnSpPr>
          <p:cNvPr id="920" name="Straight Connector 919">
            <a:extLst>
              <a:ext uri="{FF2B5EF4-FFF2-40B4-BE49-F238E27FC236}">
                <a16:creationId xmlns:a16="http://schemas.microsoft.com/office/drawing/2014/main" id="{F9D85DF7-2A3C-557B-A042-C7E055B42530}"/>
              </a:ext>
            </a:extLst>
          </p:cNvPr>
          <p:cNvCxnSpPr>
            <a:cxnSpLocks/>
            <a:stCxn id="570" idx="2"/>
            <a:endCxn id="639" idx="0"/>
          </p:cNvCxnSpPr>
          <p:nvPr/>
        </p:nvCxnSpPr>
        <p:spPr>
          <a:xfrm flipV="1">
            <a:off x="5794374" y="3211599"/>
            <a:ext cx="686436" cy="1274202"/>
          </a:xfrm>
          <a:prstGeom prst="line">
            <a:avLst/>
          </a:prstGeom>
          <a:noFill/>
          <a:ln w="12700" cap="flat" cmpd="sng" algn="ctr">
            <a:solidFill>
              <a:srgbClr val="000000"/>
            </a:solidFill>
            <a:prstDash val="solid"/>
          </a:ln>
          <a:effectLst/>
        </p:spPr>
      </p:cxnSp>
      <p:cxnSp>
        <p:nvCxnSpPr>
          <p:cNvPr id="923" name="Straight Connector 922">
            <a:extLst>
              <a:ext uri="{FF2B5EF4-FFF2-40B4-BE49-F238E27FC236}">
                <a16:creationId xmlns:a16="http://schemas.microsoft.com/office/drawing/2014/main" id="{AFB7C769-501B-7547-9AD8-8DBDB6492D3A}"/>
              </a:ext>
            </a:extLst>
          </p:cNvPr>
          <p:cNvCxnSpPr>
            <a:cxnSpLocks/>
            <a:stCxn id="669" idx="0"/>
            <a:endCxn id="753" idx="1"/>
          </p:cNvCxnSpPr>
          <p:nvPr/>
        </p:nvCxnSpPr>
        <p:spPr>
          <a:xfrm>
            <a:off x="7314295" y="2802209"/>
            <a:ext cx="829726" cy="534297"/>
          </a:xfrm>
          <a:prstGeom prst="line">
            <a:avLst/>
          </a:prstGeom>
          <a:noFill/>
          <a:ln w="12700" cap="flat" cmpd="sng" algn="ctr">
            <a:solidFill>
              <a:srgbClr val="000000"/>
            </a:solidFill>
            <a:prstDash val="solid"/>
          </a:ln>
          <a:effectLst/>
        </p:spPr>
      </p:cxnSp>
      <p:cxnSp>
        <p:nvCxnSpPr>
          <p:cNvPr id="924" name="Straight Connector 923">
            <a:extLst>
              <a:ext uri="{FF2B5EF4-FFF2-40B4-BE49-F238E27FC236}">
                <a16:creationId xmlns:a16="http://schemas.microsoft.com/office/drawing/2014/main" id="{44525D6E-A0B9-A0CF-DAE4-E9ADF47150BF}"/>
              </a:ext>
            </a:extLst>
          </p:cNvPr>
          <p:cNvCxnSpPr>
            <a:cxnSpLocks/>
            <a:stCxn id="597" idx="0"/>
            <a:endCxn id="679" idx="0"/>
          </p:cNvCxnSpPr>
          <p:nvPr/>
        </p:nvCxnSpPr>
        <p:spPr>
          <a:xfrm flipH="1">
            <a:off x="7062177" y="3756375"/>
            <a:ext cx="687280" cy="861939"/>
          </a:xfrm>
          <a:prstGeom prst="line">
            <a:avLst/>
          </a:prstGeom>
          <a:noFill/>
          <a:ln w="12700" cap="flat" cmpd="sng" algn="ctr">
            <a:solidFill>
              <a:srgbClr val="000000"/>
            </a:solidFill>
            <a:prstDash val="solid"/>
          </a:ln>
          <a:effectLst/>
        </p:spPr>
      </p:cxnSp>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سیستم‌های مستقل</a:t>
            </a:r>
            <a:endParaRPr lang="fa-IR" sz="3600" b="1" dirty="0">
              <a:solidFill>
                <a:srgbClr val="0000FF"/>
              </a:solidFill>
              <a:latin typeface="IRANSans(FaNum)" panose="02040503050201020203" pitchFamily="18" charset="-78"/>
            </a:endParaRPr>
          </a:p>
        </p:txBody>
      </p:sp>
      <p:sp>
        <p:nvSpPr>
          <p:cNvPr id="8" name="Freeform 2">
            <a:extLst>
              <a:ext uri="{FF2B5EF4-FFF2-40B4-BE49-F238E27FC236}">
                <a16:creationId xmlns:a16="http://schemas.microsoft.com/office/drawing/2014/main" id="{1CD1FDD9-427B-70E6-124F-E4AAB980807A}"/>
              </a:ext>
            </a:extLst>
          </p:cNvPr>
          <p:cNvSpPr>
            <a:spLocks/>
          </p:cNvSpPr>
          <p:nvPr/>
        </p:nvSpPr>
        <p:spPr bwMode="auto">
          <a:xfrm>
            <a:off x="1207021" y="2099911"/>
            <a:ext cx="2647764" cy="1138573"/>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1643 w 9898"/>
              <a:gd name="connsiteY0" fmla="*/ 7660 h 10074"/>
              <a:gd name="connsiteX1" fmla="*/ 14 w 9898"/>
              <a:gd name="connsiteY1" fmla="*/ 5092 h 10074"/>
              <a:gd name="connsiteX2" fmla="*/ 2597 w 9898"/>
              <a:gd name="connsiteY2" fmla="*/ 902 h 10074"/>
              <a:gd name="connsiteX3" fmla="*/ 5766 w 9898"/>
              <a:gd name="connsiteY3" fmla="*/ 106 h 10074"/>
              <a:gd name="connsiteX4" fmla="*/ 8014 w 9898"/>
              <a:gd name="connsiteY4" fmla="*/ 2502 h 10074"/>
              <a:gd name="connsiteX5" fmla="*/ 9781 w 9898"/>
              <a:gd name="connsiteY5" fmla="*/ 4460 h 10074"/>
              <a:gd name="connsiteX6" fmla="*/ 9580 w 9898"/>
              <a:gd name="connsiteY6" fmla="*/ 8448 h 10074"/>
              <a:gd name="connsiteX7" fmla="*/ 8341 w 9898"/>
              <a:gd name="connsiteY7" fmla="*/ 9538 h 10074"/>
              <a:gd name="connsiteX8" fmla="*/ 6102 w 9898"/>
              <a:gd name="connsiteY8" fmla="*/ 9262 h 10074"/>
              <a:gd name="connsiteX9" fmla="*/ 4861 w 9898"/>
              <a:gd name="connsiteY9" fmla="*/ 9877 h 10074"/>
              <a:gd name="connsiteX10" fmla="*/ 3228 w 9898"/>
              <a:gd name="connsiteY10" fmla="*/ 9939 h 10074"/>
              <a:gd name="connsiteX11" fmla="*/ 1643 w 9898"/>
              <a:gd name="connsiteY11" fmla="*/ 7660 h 10074"/>
              <a:gd name="connsiteX0" fmla="*/ 1648 w 9988"/>
              <a:gd name="connsiteY0" fmla="*/ 7604 h 10000"/>
              <a:gd name="connsiteX1" fmla="*/ 2 w 9988"/>
              <a:gd name="connsiteY1" fmla="*/ 5055 h 10000"/>
              <a:gd name="connsiteX2" fmla="*/ 2612 w 9988"/>
              <a:gd name="connsiteY2" fmla="*/ 895 h 10000"/>
              <a:gd name="connsiteX3" fmla="*/ 5813 w 9988"/>
              <a:gd name="connsiteY3" fmla="*/ 105 h 10000"/>
              <a:gd name="connsiteX4" fmla="*/ 8085 w 9988"/>
              <a:gd name="connsiteY4" fmla="*/ 2484 h 10000"/>
              <a:gd name="connsiteX5" fmla="*/ 9870 w 9988"/>
              <a:gd name="connsiteY5" fmla="*/ 4427 h 10000"/>
              <a:gd name="connsiteX6" fmla="*/ 9667 w 9988"/>
              <a:gd name="connsiteY6" fmla="*/ 8386 h 10000"/>
              <a:gd name="connsiteX7" fmla="*/ 8415 w 9988"/>
              <a:gd name="connsiteY7" fmla="*/ 9468 h 10000"/>
              <a:gd name="connsiteX8" fmla="*/ 6153 w 9988"/>
              <a:gd name="connsiteY8" fmla="*/ 9194 h 10000"/>
              <a:gd name="connsiteX9" fmla="*/ 4899 w 9988"/>
              <a:gd name="connsiteY9" fmla="*/ 9804 h 10000"/>
              <a:gd name="connsiteX10" fmla="*/ 3249 w 9988"/>
              <a:gd name="connsiteY10" fmla="*/ 9866 h 10000"/>
              <a:gd name="connsiteX11" fmla="*/ 1648 w 9988"/>
              <a:gd name="connsiteY11" fmla="*/ 7604 h 10000"/>
              <a:gd name="connsiteX0" fmla="*/ 1064 w 9414"/>
              <a:gd name="connsiteY0" fmla="*/ 7575 h 9971"/>
              <a:gd name="connsiteX1" fmla="*/ 2 w 9414"/>
              <a:gd name="connsiteY1" fmla="*/ 3589 h 9971"/>
              <a:gd name="connsiteX2" fmla="*/ 2029 w 9414"/>
              <a:gd name="connsiteY2" fmla="*/ 866 h 9971"/>
              <a:gd name="connsiteX3" fmla="*/ 5234 w 9414"/>
              <a:gd name="connsiteY3" fmla="*/ 76 h 9971"/>
              <a:gd name="connsiteX4" fmla="*/ 7509 w 9414"/>
              <a:gd name="connsiteY4" fmla="*/ 2455 h 9971"/>
              <a:gd name="connsiteX5" fmla="*/ 9296 w 9414"/>
              <a:gd name="connsiteY5" fmla="*/ 4398 h 9971"/>
              <a:gd name="connsiteX6" fmla="*/ 9093 w 9414"/>
              <a:gd name="connsiteY6" fmla="*/ 8357 h 9971"/>
              <a:gd name="connsiteX7" fmla="*/ 7839 w 9414"/>
              <a:gd name="connsiteY7" fmla="*/ 9439 h 9971"/>
              <a:gd name="connsiteX8" fmla="*/ 5574 w 9414"/>
              <a:gd name="connsiteY8" fmla="*/ 9165 h 9971"/>
              <a:gd name="connsiteX9" fmla="*/ 4319 w 9414"/>
              <a:gd name="connsiteY9" fmla="*/ 9775 h 9971"/>
              <a:gd name="connsiteX10" fmla="*/ 2667 w 9414"/>
              <a:gd name="connsiteY10" fmla="*/ 9837 h 9971"/>
              <a:gd name="connsiteX11" fmla="*/ 1064 w 9414"/>
              <a:gd name="connsiteY11" fmla="*/ 7575 h 9971"/>
              <a:gd name="connsiteX0" fmla="*/ 1196 w 10066"/>
              <a:gd name="connsiteY0" fmla="*/ 7597 h 10000"/>
              <a:gd name="connsiteX1" fmla="*/ 68 w 10066"/>
              <a:gd name="connsiteY1" fmla="*/ 3599 h 10000"/>
              <a:gd name="connsiteX2" fmla="*/ 2221 w 10066"/>
              <a:gd name="connsiteY2" fmla="*/ 869 h 10000"/>
              <a:gd name="connsiteX3" fmla="*/ 5626 w 10066"/>
              <a:gd name="connsiteY3" fmla="*/ 76 h 10000"/>
              <a:gd name="connsiteX4" fmla="*/ 8042 w 10066"/>
              <a:gd name="connsiteY4" fmla="*/ 2462 h 10000"/>
              <a:gd name="connsiteX5" fmla="*/ 9941 w 10066"/>
              <a:gd name="connsiteY5" fmla="*/ 4411 h 10000"/>
              <a:gd name="connsiteX6" fmla="*/ 9725 w 10066"/>
              <a:gd name="connsiteY6" fmla="*/ 8381 h 10000"/>
              <a:gd name="connsiteX7" fmla="*/ 8393 w 10066"/>
              <a:gd name="connsiteY7" fmla="*/ 9466 h 10000"/>
              <a:gd name="connsiteX8" fmla="*/ 5987 w 10066"/>
              <a:gd name="connsiteY8" fmla="*/ 9192 h 10000"/>
              <a:gd name="connsiteX9" fmla="*/ 4654 w 10066"/>
              <a:gd name="connsiteY9" fmla="*/ 9803 h 10000"/>
              <a:gd name="connsiteX10" fmla="*/ 2899 w 10066"/>
              <a:gd name="connsiteY10" fmla="*/ 9866 h 10000"/>
              <a:gd name="connsiteX11" fmla="*/ 1196 w 10066"/>
              <a:gd name="connsiteY11" fmla="*/ 7597 h 10000"/>
              <a:gd name="connsiteX0" fmla="*/ 1143 w 10013"/>
              <a:gd name="connsiteY0" fmla="*/ 7597 h 10000"/>
              <a:gd name="connsiteX1" fmla="*/ 15 w 10013"/>
              <a:gd name="connsiteY1" fmla="*/ 3599 h 10000"/>
              <a:gd name="connsiteX2" fmla="*/ 2168 w 10013"/>
              <a:gd name="connsiteY2" fmla="*/ 869 h 10000"/>
              <a:gd name="connsiteX3" fmla="*/ 5573 w 10013"/>
              <a:gd name="connsiteY3" fmla="*/ 76 h 10000"/>
              <a:gd name="connsiteX4" fmla="*/ 7989 w 10013"/>
              <a:gd name="connsiteY4" fmla="*/ 2462 h 10000"/>
              <a:gd name="connsiteX5" fmla="*/ 9888 w 10013"/>
              <a:gd name="connsiteY5" fmla="*/ 4411 h 10000"/>
              <a:gd name="connsiteX6" fmla="*/ 9672 w 10013"/>
              <a:gd name="connsiteY6" fmla="*/ 8381 h 10000"/>
              <a:gd name="connsiteX7" fmla="*/ 8340 w 10013"/>
              <a:gd name="connsiteY7" fmla="*/ 9466 h 10000"/>
              <a:gd name="connsiteX8" fmla="*/ 5934 w 10013"/>
              <a:gd name="connsiteY8" fmla="*/ 9192 h 10000"/>
              <a:gd name="connsiteX9" fmla="*/ 4601 w 10013"/>
              <a:gd name="connsiteY9" fmla="*/ 9803 h 10000"/>
              <a:gd name="connsiteX10" fmla="*/ 2846 w 10013"/>
              <a:gd name="connsiteY10" fmla="*/ 9866 h 10000"/>
              <a:gd name="connsiteX11" fmla="*/ 1143 w 10013"/>
              <a:gd name="connsiteY11" fmla="*/ 759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13" h="10000">
                <a:moveTo>
                  <a:pt x="1143" y="7597"/>
                </a:moveTo>
                <a:cubicBezTo>
                  <a:pt x="672" y="6553"/>
                  <a:pt x="-114" y="5542"/>
                  <a:pt x="15" y="3599"/>
                </a:cubicBezTo>
                <a:cubicBezTo>
                  <a:pt x="144" y="1656"/>
                  <a:pt x="1242" y="1455"/>
                  <a:pt x="2168" y="869"/>
                </a:cubicBezTo>
                <a:cubicBezTo>
                  <a:pt x="3095" y="282"/>
                  <a:pt x="4602" y="-190"/>
                  <a:pt x="5573" y="76"/>
                </a:cubicBezTo>
                <a:cubicBezTo>
                  <a:pt x="6543" y="341"/>
                  <a:pt x="7270" y="1739"/>
                  <a:pt x="7989" y="2462"/>
                </a:cubicBezTo>
                <a:cubicBezTo>
                  <a:pt x="8709" y="3185"/>
                  <a:pt x="9608" y="3425"/>
                  <a:pt x="9888" y="4411"/>
                </a:cubicBezTo>
                <a:cubicBezTo>
                  <a:pt x="10167" y="5398"/>
                  <a:pt x="9928" y="7539"/>
                  <a:pt x="9672" y="8381"/>
                </a:cubicBezTo>
                <a:cubicBezTo>
                  <a:pt x="9413" y="9224"/>
                  <a:pt x="8962" y="9331"/>
                  <a:pt x="8340" y="9466"/>
                </a:cubicBezTo>
                <a:cubicBezTo>
                  <a:pt x="7716" y="9602"/>
                  <a:pt x="6628" y="9257"/>
                  <a:pt x="5934" y="9192"/>
                </a:cubicBezTo>
                <a:cubicBezTo>
                  <a:pt x="5239" y="9124"/>
                  <a:pt x="4968" y="9882"/>
                  <a:pt x="4601" y="9803"/>
                </a:cubicBezTo>
                <a:cubicBezTo>
                  <a:pt x="4234" y="9726"/>
                  <a:pt x="3423" y="10233"/>
                  <a:pt x="2846" y="9866"/>
                </a:cubicBezTo>
                <a:cubicBezTo>
                  <a:pt x="2270" y="9499"/>
                  <a:pt x="1615" y="8641"/>
                  <a:pt x="1143" y="7597"/>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81" name="Group 1080">
            <a:extLst>
              <a:ext uri="{FF2B5EF4-FFF2-40B4-BE49-F238E27FC236}">
                <a16:creationId xmlns:a16="http://schemas.microsoft.com/office/drawing/2014/main" id="{96254388-37F7-F7EE-1410-1B09E146817F}"/>
              </a:ext>
            </a:extLst>
          </p:cNvPr>
          <p:cNvGrpSpPr/>
          <p:nvPr/>
        </p:nvGrpSpPr>
        <p:grpSpPr>
          <a:xfrm>
            <a:off x="4357859" y="4409222"/>
            <a:ext cx="2902676" cy="825021"/>
            <a:chOff x="3947554" y="4338884"/>
            <a:chExt cx="2902676" cy="825021"/>
          </a:xfrm>
        </p:grpSpPr>
        <p:cxnSp>
          <p:nvCxnSpPr>
            <p:cNvPr id="925" name="Straight Connector 924">
              <a:extLst>
                <a:ext uri="{FF2B5EF4-FFF2-40B4-BE49-F238E27FC236}">
                  <a16:creationId xmlns:a16="http://schemas.microsoft.com/office/drawing/2014/main" id="{CFC98406-48D7-2222-7329-A072D435BF58}"/>
                </a:ext>
              </a:extLst>
            </p:cNvPr>
            <p:cNvCxnSpPr>
              <a:cxnSpLocks/>
              <a:stCxn id="580" idx="1"/>
              <a:endCxn id="570" idx="1"/>
            </p:cNvCxnSpPr>
            <p:nvPr/>
          </p:nvCxnSpPr>
          <p:spPr>
            <a:xfrm flipV="1">
              <a:off x="4196198" y="4414222"/>
              <a:ext cx="1193479" cy="211871"/>
            </a:xfrm>
            <a:prstGeom prst="line">
              <a:avLst/>
            </a:prstGeom>
            <a:noFill/>
            <a:ln w="1270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ED995D0F-1B40-8B46-C70C-C9512CFD6AA5}"/>
                </a:ext>
              </a:extLst>
            </p:cNvPr>
            <p:cNvCxnSpPr>
              <a:cxnSpLocks/>
              <a:stCxn id="702" idx="2"/>
              <a:endCxn id="689" idx="0"/>
            </p:cNvCxnSpPr>
            <p:nvPr/>
          </p:nvCxnSpPr>
          <p:spPr>
            <a:xfrm>
              <a:off x="5025811" y="5011011"/>
              <a:ext cx="1008023" cy="97331"/>
            </a:xfrm>
            <a:prstGeom prst="line">
              <a:avLst/>
            </a:prstGeom>
            <a:noFill/>
            <a:ln w="12700" cap="flat" cmpd="sng" algn="ctr">
              <a:solidFill>
                <a:srgbClr val="000000"/>
              </a:solidFill>
              <a:prstDash val="solid"/>
            </a:ln>
            <a:effectLst/>
          </p:spPr>
        </p:cxnSp>
        <p:cxnSp>
          <p:nvCxnSpPr>
            <p:cNvPr id="957" name="Straight Connector 956">
              <a:extLst>
                <a:ext uri="{FF2B5EF4-FFF2-40B4-BE49-F238E27FC236}">
                  <a16:creationId xmlns:a16="http://schemas.microsoft.com/office/drawing/2014/main" id="{D0F8509B-516C-2520-3029-03B5AB4B1304}"/>
                </a:ext>
              </a:extLst>
            </p:cNvPr>
            <p:cNvCxnSpPr>
              <a:cxnSpLocks/>
              <a:stCxn id="570" idx="0"/>
              <a:endCxn id="689" idx="0"/>
            </p:cNvCxnSpPr>
            <p:nvPr/>
          </p:nvCxnSpPr>
          <p:spPr>
            <a:xfrm>
              <a:off x="5374396" y="4410004"/>
              <a:ext cx="659438" cy="698338"/>
            </a:xfrm>
            <a:prstGeom prst="line">
              <a:avLst/>
            </a:prstGeom>
            <a:noFill/>
            <a:ln w="12700" cap="flat" cmpd="sng" algn="ctr">
              <a:solidFill>
                <a:srgbClr val="000000"/>
              </a:solidFill>
              <a:prstDash val="solid"/>
            </a:ln>
            <a:effectLst/>
          </p:spPr>
        </p:cxnSp>
        <p:cxnSp>
          <p:nvCxnSpPr>
            <p:cNvPr id="958" name="Straight Connector 957">
              <a:extLst>
                <a:ext uri="{FF2B5EF4-FFF2-40B4-BE49-F238E27FC236}">
                  <a16:creationId xmlns:a16="http://schemas.microsoft.com/office/drawing/2014/main" id="{62A3F809-7F20-4EF7-71F2-5A23550DED45}"/>
                </a:ext>
              </a:extLst>
            </p:cNvPr>
            <p:cNvCxnSpPr>
              <a:cxnSpLocks/>
              <a:stCxn id="577" idx="0"/>
              <a:endCxn id="702" idx="2"/>
            </p:cNvCxnSpPr>
            <p:nvPr/>
          </p:nvCxnSpPr>
          <p:spPr>
            <a:xfrm>
              <a:off x="4144802" y="4700773"/>
              <a:ext cx="881009" cy="310238"/>
            </a:xfrm>
            <a:prstGeom prst="line">
              <a:avLst/>
            </a:prstGeom>
            <a:noFill/>
            <a:ln w="12700" cap="flat" cmpd="sng" algn="ctr">
              <a:solidFill>
                <a:srgbClr val="000000"/>
              </a:solidFill>
              <a:prstDash val="solid"/>
            </a:ln>
            <a:effectLst/>
          </p:spPr>
        </p:cxnSp>
        <p:cxnSp>
          <p:nvCxnSpPr>
            <p:cNvPr id="959" name="Straight Connector 958">
              <a:extLst>
                <a:ext uri="{FF2B5EF4-FFF2-40B4-BE49-F238E27FC236}">
                  <a16:creationId xmlns:a16="http://schemas.microsoft.com/office/drawing/2014/main" id="{BA665853-841F-E8BD-F693-3AE07B2340DA}"/>
                </a:ext>
              </a:extLst>
            </p:cNvPr>
            <p:cNvCxnSpPr>
              <a:cxnSpLocks/>
              <a:stCxn id="567" idx="0"/>
              <a:endCxn id="682" idx="2"/>
            </p:cNvCxnSpPr>
            <p:nvPr/>
          </p:nvCxnSpPr>
          <p:spPr>
            <a:xfrm flipV="1">
              <a:off x="5338281" y="4474537"/>
              <a:ext cx="1359379" cy="14365"/>
            </a:xfrm>
            <a:prstGeom prst="line">
              <a:avLst/>
            </a:prstGeom>
            <a:noFill/>
            <a:ln w="12700" cap="flat" cmpd="sng" algn="ctr">
              <a:solidFill>
                <a:srgbClr val="000000"/>
              </a:solidFill>
              <a:prstDash val="solid"/>
            </a:ln>
            <a:effectLst/>
          </p:spPr>
        </p:cxnSp>
        <p:cxnSp>
          <p:nvCxnSpPr>
            <p:cNvPr id="960" name="Straight Connector 959">
              <a:extLst>
                <a:ext uri="{FF2B5EF4-FFF2-40B4-BE49-F238E27FC236}">
                  <a16:creationId xmlns:a16="http://schemas.microsoft.com/office/drawing/2014/main" id="{CC5B6AD8-8F66-A4B4-2C6B-32C7335607FE}"/>
                </a:ext>
              </a:extLst>
            </p:cNvPr>
            <p:cNvCxnSpPr>
              <a:cxnSpLocks/>
              <a:stCxn id="690" idx="11"/>
              <a:endCxn id="682" idx="3"/>
            </p:cNvCxnSpPr>
            <p:nvPr/>
          </p:nvCxnSpPr>
          <p:spPr>
            <a:xfrm flipV="1">
              <a:off x="6080979" y="4471963"/>
              <a:ext cx="607059" cy="584556"/>
            </a:xfrm>
            <a:prstGeom prst="line">
              <a:avLst/>
            </a:prstGeom>
            <a:noFill/>
            <a:ln w="12700" cap="flat" cmpd="sng" algn="ctr">
              <a:solidFill>
                <a:srgbClr val="000000"/>
              </a:solidFill>
              <a:prstDash val="solid"/>
            </a:ln>
            <a:effectLst/>
          </p:spPr>
        </p:cxnSp>
        <p:cxnSp>
          <p:nvCxnSpPr>
            <p:cNvPr id="961" name="Straight Connector 960">
              <a:extLst>
                <a:ext uri="{FF2B5EF4-FFF2-40B4-BE49-F238E27FC236}">
                  <a16:creationId xmlns:a16="http://schemas.microsoft.com/office/drawing/2014/main" id="{E3737EC9-6782-AA77-E48A-4B99A90F9D72}"/>
                </a:ext>
              </a:extLst>
            </p:cNvPr>
            <p:cNvCxnSpPr>
              <a:cxnSpLocks/>
              <a:stCxn id="567" idx="0"/>
            </p:cNvCxnSpPr>
            <p:nvPr/>
          </p:nvCxnSpPr>
          <p:spPr>
            <a:xfrm flipH="1">
              <a:off x="5043265" y="4488902"/>
              <a:ext cx="295016" cy="481645"/>
            </a:xfrm>
            <a:prstGeom prst="line">
              <a:avLst/>
            </a:prstGeom>
            <a:noFill/>
            <a:ln w="12700" cap="flat" cmpd="sng" algn="ctr">
              <a:solidFill>
                <a:srgbClr val="000000"/>
              </a:solidFill>
              <a:prstDash val="solid"/>
            </a:ln>
            <a:effectLst/>
          </p:spPr>
        </p:cxnSp>
        <p:grpSp>
          <p:nvGrpSpPr>
            <p:cNvPr id="564" name="Group 357">
              <a:extLst>
                <a:ext uri="{FF2B5EF4-FFF2-40B4-BE49-F238E27FC236}">
                  <a16:creationId xmlns:a16="http://schemas.microsoft.com/office/drawing/2014/main" id="{4DCC0F57-94A6-CED9-8FCD-57CCF564A92E}"/>
                </a:ext>
              </a:extLst>
            </p:cNvPr>
            <p:cNvGrpSpPr>
              <a:grpSpLocks noChangeAspect="1"/>
            </p:cNvGrpSpPr>
            <p:nvPr/>
          </p:nvGrpSpPr>
          <p:grpSpPr bwMode="auto">
            <a:xfrm>
              <a:off x="5141033" y="4338884"/>
              <a:ext cx="395606" cy="205581"/>
              <a:chOff x="1871277" y="1576300"/>
              <a:chExt cx="1128371" cy="437861"/>
            </a:xfrm>
          </p:grpSpPr>
          <p:sp>
            <p:nvSpPr>
              <p:cNvPr id="565" name="Oval 564">
                <a:extLst>
                  <a:ext uri="{FF2B5EF4-FFF2-40B4-BE49-F238E27FC236}">
                    <a16:creationId xmlns:a16="http://schemas.microsoft.com/office/drawing/2014/main" id="{9D2F2E7D-5B90-017D-974E-86921E5ED1D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66" name="Rectangle 565">
                <a:extLst>
                  <a:ext uri="{FF2B5EF4-FFF2-40B4-BE49-F238E27FC236}">
                    <a16:creationId xmlns:a16="http://schemas.microsoft.com/office/drawing/2014/main" id="{5DE3F4E5-49A6-FFAC-EADE-73B52C4BF440}"/>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67" name="Oval 566">
                <a:extLst>
                  <a:ext uri="{FF2B5EF4-FFF2-40B4-BE49-F238E27FC236}">
                    <a16:creationId xmlns:a16="http://schemas.microsoft.com/office/drawing/2014/main" id="{24F9FBCD-B24C-2E6F-3ADA-47310F68CC9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68" name="Freeform 462">
                <a:extLst>
                  <a:ext uri="{FF2B5EF4-FFF2-40B4-BE49-F238E27FC236}">
                    <a16:creationId xmlns:a16="http://schemas.microsoft.com/office/drawing/2014/main" id="{4A5977D9-C659-E5BD-BCAD-349392D603F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69" name="Freeform 463">
                <a:extLst>
                  <a:ext uri="{FF2B5EF4-FFF2-40B4-BE49-F238E27FC236}">
                    <a16:creationId xmlns:a16="http://schemas.microsoft.com/office/drawing/2014/main" id="{4ECCD59F-39EF-AF80-A9D1-AFF95A340A8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0" name="Freeform 464">
                <a:extLst>
                  <a:ext uri="{FF2B5EF4-FFF2-40B4-BE49-F238E27FC236}">
                    <a16:creationId xmlns:a16="http://schemas.microsoft.com/office/drawing/2014/main" id="{A3D0A86D-E0CE-1892-F375-1B2B335CB7D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1" name="Freeform 465">
                <a:extLst>
                  <a:ext uri="{FF2B5EF4-FFF2-40B4-BE49-F238E27FC236}">
                    <a16:creationId xmlns:a16="http://schemas.microsoft.com/office/drawing/2014/main" id="{CE7FDE11-3C12-367A-7DCF-848E8E47639D}"/>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72" name="Straight Connector 571">
                <a:extLst>
                  <a:ext uri="{FF2B5EF4-FFF2-40B4-BE49-F238E27FC236}">
                    <a16:creationId xmlns:a16="http://schemas.microsoft.com/office/drawing/2014/main" id="{D9C0CA62-6EBC-A732-01F7-783857ADBB78}"/>
                  </a:ext>
                </a:extLst>
              </p:cNvPr>
              <p:cNvCxnSpPr>
                <a:cxnSpLocks noChangeShapeType="1"/>
                <a:endCxn id="56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73" name="Straight Connector 572">
                <a:extLst>
                  <a:ext uri="{FF2B5EF4-FFF2-40B4-BE49-F238E27FC236}">
                    <a16:creationId xmlns:a16="http://schemas.microsoft.com/office/drawing/2014/main" id="{A0A737AD-700E-911F-5C9A-D0BA6A313D5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74" name="Group 357">
              <a:extLst>
                <a:ext uri="{FF2B5EF4-FFF2-40B4-BE49-F238E27FC236}">
                  <a16:creationId xmlns:a16="http://schemas.microsoft.com/office/drawing/2014/main" id="{576DFC91-0C22-0099-9076-F7EAACA371F4}"/>
                </a:ext>
              </a:extLst>
            </p:cNvPr>
            <p:cNvGrpSpPr>
              <a:grpSpLocks noChangeAspect="1"/>
            </p:cNvGrpSpPr>
            <p:nvPr/>
          </p:nvGrpSpPr>
          <p:grpSpPr bwMode="auto">
            <a:xfrm>
              <a:off x="3947554" y="4550755"/>
              <a:ext cx="395606" cy="205581"/>
              <a:chOff x="1871277" y="1576300"/>
              <a:chExt cx="1128371" cy="437861"/>
            </a:xfrm>
          </p:grpSpPr>
          <p:sp>
            <p:nvSpPr>
              <p:cNvPr id="575" name="Oval 574">
                <a:extLst>
                  <a:ext uri="{FF2B5EF4-FFF2-40B4-BE49-F238E27FC236}">
                    <a16:creationId xmlns:a16="http://schemas.microsoft.com/office/drawing/2014/main" id="{FBD5908A-313B-4A9E-72D2-14EAC3CE6F42}"/>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76" name="Rectangle 575">
                <a:extLst>
                  <a:ext uri="{FF2B5EF4-FFF2-40B4-BE49-F238E27FC236}">
                    <a16:creationId xmlns:a16="http://schemas.microsoft.com/office/drawing/2014/main" id="{4758C9E2-2405-A1B0-A222-9FF68C49A60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77" name="Oval 576">
                <a:extLst>
                  <a:ext uri="{FF2B5EF4-FFF2-40B4-BE49-F238E27FC236}">
                    <a16:creationId xmlns:a16="http://schemas.microsoft.com/office/drawing/2014/main" id="{5534DC3D-D4D5-024B-0DB1-49D676A4BA76}"/>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78" name="Freeform 462">
                <a:extLst>
                  <a:ext uri="{FF2B5EF4-FFF2-40B4-BE49-F238E27FC236}">
                    <a16:creationId xmlns:a16="http://schemas.microsoft.com/office/drawing/2014/main" id="{9720623B-85E8-367F-606F-E98A58775D32}"/>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79" name="Freeform 463">
                <a:extLst>
                  <a:ext uri="{FF2B5EF4-FFF2-40B4-BE49-F238E27FC236}">
                    <a16:creationId xmlns:a16="http://schemas.microsoft.com/office/drawing/2014/main" id="{6251E7C0-9708-F151-0059-D6761D9A656C}"/>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0" name="Freeform 464">
                <a:extLst>
                  <a:ext uri="{FF2B5EF4-FFF2-40B4-BE49-F238E27FC236}">
                    <a16:creationId xmlns:a16="http://schemas.microsoft.com/office/drawing/2014/main" id="{E24BAC80-27CB-651A-7C7C-DB33183D0314}"/>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1" name="Freeform 465">
                <a:extLst>
                  <a:ext uri="{FF2B5EF4-FFF2-40B4-BE49-F238E27FC236}">
                    <a16:creationId xmlns:a16="http://schemas.microsoft.com/office/drawing/2014/main" id="{6ABBFFC8-4411-9370-3D73-FC3C362831D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2" name="Straight Connector 581">
                <a:extLst>
                  <a:ext uri="{FF2B5EF4-FFF2-40B4-BE49-F238E27FC236}">
                    <a16:creationId xmlns:a16="http://schemas.microsoft.com/office/drawing/2014/main" id="{3C43918F-020C-9090-CF8C-B61CAFC8444C}"/>
                  </a:ext>
                </a:extLst>
              </p:cNvPr>
              <p:cNvCxnSpPr>
                <a:cxnSpLocks noChangeShapeType="1"/>
                <a:endCxn id="57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83" name="Straight Connector 582">
                <a:extLst>
                  <a:ext uri="{FF2B5EF4-FFF2-40B4-BE49-F238E27FC236}">
                    <a16:creationId xmlns:a16="http://schemas.microsoft.com/office/drawing/2014/main" id="{897390D5-A060-ABD2-DFA7-53BC822549D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76" name="Group 357">
              <a:extLst>
                <a:ext uri="{FF2B5EF4-FFF2-40B4-BE49-F238E27FC236}">
                  <a16:creationId xmlns:a16="http://schemas.microsoft.com/office/drawing/2014/main" id="{C9EEF32A-FA0B-49F6-2B32-20CB614DBE12}"/>
                </a:ext>
              </a:extLst>
            </p:cNvPr>
            <p:cNvGrpSpPr>
              <a:grpSpLocks noChangeAspect="1"/>
            </p:cNvGrpSpPr>
            <p:nvPr/>
          </p:nvGrpSpPr>
          <p:grpSpPr bwMode="auto">
            <a:xfrm>
              <a:off x="6454624" y="4397958"/>
              <a:ext cx="395606" cy="205581"/>
              <a:chOff x="1871277" y="1576300"/>
              <a:chExt cx="1128371" cy="437861"/>
            </a:xfrm>
          </p:grpSpPr>
          <p:sp>
            <p:nvSpPr>
              <p:cNvPr id="677" name="Oval 676">
                <a:extLst>
                  <a:ext uri="{FF2B5EF4-FFF2-40B4-BE49-F238E27FC236}">
                    <a16:creationId xmlns:a16="http://schemas.microsoft.com/office/drawing/2014/main" id="{E0D54A79-759C-C34C-56FA-5F98E3C29F4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78" name="Rectangle 677">
                <a:extLst>
                  <a:ext uri="{FF2B5EF4-FFF2-40B4-BE49-F238E27FC236}">
                    <a16:creationId xmlns:a16="http://schemas.microsoft.com/office/drawing/2014/main" id="{8475702C-CAA5-0716-3A39-04A60CF55C7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79" name="Oval 678">
                <a:extLst>
                  <a:ext uri="{FF2B5EF4-FFF2-40B4-BE49-F238E27FC236}">
                    <a16:creationId xmlns:a16="http://schemas.microsoft.com/office/drawing/2014/main" id="{14D8F9A4-0A50-7F63-C18D-DB143DCA7FF6}"/>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80" name="Freeform 462">
                <a:extLst>
                  <a:ext uri="{FF2B5EF4-FFF2-40B4-BE49-F238E27FC236}">
                    <a16:creationId xmlns:a16="http://schemas.microsoft.com/office/drawing/2014/main" id="{84D394CA-EF99-E7EE-6525-199BE1902772}"/>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81" name="Freeform 463">
                <a:extLst>
                  <a:ext uri="{FF2B5EF4-FFF2-40B4-BE49-F238E27FC236}">
                    <a16:creationId xmlns:a16="http://schemas.microsoft.com/office/drawing/2014/main" id="{2408126B-B36F-B6C3-8E5C-55094E6C7E9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2" name="Freeform 464">
                <a:extLst>
                  <a:ext uri="{FF2B5EF4-FFF2-40B4-BE49-F238E27FC236}">
                    <a16:creationId xmlns:a16="http://schemas.microsoft.com/office/drawing/2014/main" id="{B710376E-E49A-A9B3-4A7E-F6E43358F9F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3" name="Freeform 465">
                <a:extLst>
                  <a:ext uri="{FF2B5EF4-FFF2-40B4-BE49-F238E27FC236}">
                    <a16:creationId xmlns:a16="http://schemas.microsoft.com/office/drawing/2014/main" id="{C5F0B683-EB7C-B28E-8149-5519E6DCEBB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84" name="Straight Connector 683">
                <a:extLst>
                  <a:ext uri="{FF2B5EF4-FFF2-40B4-BE49-F238E27FC236}">
                    <a16:creationId xmlns:a16="http://schemas.microsoft.com/office/drawing/2014/main" id="{C6ACBF35-5B43-8333-633F-CA2B495A6164}"/>
                  </a:ext>
                </a:extLst>
              </p:cNvPr>
              <p:cNvCxnSpPr>
                <a:cxnSpLocks noChangeShapeType="1"/>
                <a:endCxn id="67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85" name="Straight Connector 684">
                <a:extLst>
                  <a:ext uri="{FF2B5EF4-FFF2-40B4-BE49-F238E27FC236}">
                    <a16:creationId xmlns:a16="http://schemas.microsoft.com/office/drawing/2014/main" id="{C6D1E721-35D5-1A65-5B9E-66A2B2C7779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86" name="Group 357">
              <a:extLst>
                <a:ext uri="{FF2B5EF4-FFF2-40B4-BE49-F238E27FC236}">
                  <a16:creationId xmlns:a16="http://schemas.microsoft.com/office/drawing/2014/main" id="{09EBA203-F52F-90B5-E7D7-B820C8531FAD}"/>
                </a:ext>
              </a:extLst>
            </p:cNvPr>
            <p:cNvGrpSpPr>
              <a:grpSpLocks noChangeAspect="1"/>
            </p:cNvGrpSpPr>
            <p:nvPr/>
          </p:nvGrpSpPr>
          <p:grpSpPr bwMode="auto">
            <a:xfrm>
              <a:off x="5836586" y="4958324"/>
              <a:ext cx="395606" cy="205581"/>
              <a:chOff x="1871277" y="1576300"/>
              <a:chExt cx="1128371" cy="437861"/>
            </a:xfrm>
          </p:grpSpPr>
          <p:sp>
            <p:nvSpPr>
              <p:cNvPr id="687" name="Oval 686">
                <a:extLst>
                  <a:ext uri="{FF2B5EF4-FFF2-40B4-BE49-F238E27FC236}">
                    <a16:creationId xmlns:a16="http://schemas.microsoft.com/office/drawing/2014/main" id="{9D1DC9A1-1BC1-DB88-21C4-33F2B5C4C29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88" name="Rectangle 687">
                <a:extLst>
                  <a:ext uri="{FF2B5EF4-FFF2-40B4-BE49-F238E27FC236}">
                    <a16:creationId xmlns:a16="http://schemas.microsoft.com/office/drawing/2014/main" id="{FEABCA3C-C3FE-3C9E-A9CA-6B18ACCF167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89" name="Oval 688">
                <a:extLst>
                  <a:ext uri="{FF2B5EF4-FFF2-40B4-BE49-F238E27FC236}">
                    <a16:creationId xmlns:a16="http://schemas.microsoft.com/office/drawing/2014/main" id="{434B31DD-4931-7382-372C-F8A12EE6BD9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90" name="Freeform 462">
                <a:extLst>
                  <a:ext uri="{FF2B5EF4-FFF2-40B4-BE49-F238E27FC236}">
                    <a16:creationId xmlns:a16="http://schemas.microsoft.com/office/drawing/2014/main" id="{7E81AF2F-A8F2-A0D5-8D20-7A99686DE4B5}"/>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91" name="Freeform 463">
                <a:extLst>
                  <a:ext uri="{FF2B5EF4-FFF2-40B4-BE49-F238E27FC236}">
                    <a16:creationId xmlns:a16="http://schemas.microsoft.com/office/drawing/2014/main" id="{C18EC916-E407-F682-BC2F-560F9E249393}"/>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2" name="Freeform 464">
                <a:extLst>
                  <a:ext uri="{FF2B5EF4-FFF2-40B4-BE49-F238E27FC236}">
                    <a16:creationId xmlns:a16="http://schemas.microsoft.com/office/drawing/2014/main" id="{5CE25A58-7420-891F-DEDC-5DB17467D6E4}"/>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3" name="Freeform 465">
                <a:extLst>
                  <a:ext uri="{FF2B5EF4-FFF2-40B4-BE49-F238E27FC236}">
                    <a16:creationId xmlns:a16="http://schemas.microsoft.com/office/drawing/2014/main" id="{99448B62-9412-90ED-8CA8-5F610B27919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94" name="Straight Connector 693">
                <a:extLst>
                  <a:ext uri="{FF2B5EF4-FFF2-40B4-BE49-F238E27FC236}">
                    <a16:creationId xmlns:a16="http://schemas.microsoft.com/office/drawing/2014/main" id="{A9E64E09-99E6-FFD3-FE35-5D0A044F7CAD}"/>
                  </a:ext>
                </a:extLst>
              </p:cNvPr>
              <p:cNvCxnSpPr>
                <a:cxnSpLocks noChangeShapeType="1"/>
                <a:endCxn id="68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95" name="Straight Connector 694">
                <a:extLst>
                  <a:ext uri="{FF2B5EF4-FFF2-40B4-BE49-F238E27FC236}">
                    <a16:creationId xmlns:a16="http://schemas.microsoft.com/office/drawing/2014/main" id="{7E5054B8-BDC2-73B7-78F2-AF5ACC50D96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96" name="Group 357">
              <a:extLst>
                <a:ext uri="{FF2B5EF4-FFF2-40B4-BE49-F238E27FC236}">
                  <a16:creationId xmlns:a16="http://schemas.microsoft.com/office/drawing/2014/main" id="{DD2A1718-5405-BB9A-086E-280AAFDD9A99}"/>
                </a:ext>
              </a:extLst>
            </p:cNvPr>
            <p:cNvGrpSpPr>
              <a:grpSpLocks noChangeAspect="1"/>
            </p:cNvGrpSpPr>
            <p:nvPr/>
          </p:nvGrpSpPr>
          <p:grpSpPr bwMode="auto">
            <a:xfrm>
              <a:off x="4782775" y="4934432"/>
              <a:ext cx="395606" cy="205581"/>
              <a:chOff x="1871277" y="1576300"/>
              <a:chExt cx="1128371" cy="437861"/>
            </a:xfrm>
          </p:grpSpPr>
          <p:sp>
            <p:nvSpPr>
              <p:cNvPr id="697" name="Oval 696">
                <a:extLst>
                  <a:ext uri="{FF2B5EF4-FFF2-40B4-BE49-F238E27FC236}">
                    <a16:creationId xmlns:a16="http://schemas.microsoft.com/office/drawing/2014/main" id="{C6DF8A46-8486-7475-54EF-0E803315F05A}"/>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98" name="Rectangle 697">
                <a:extLst>
                  <a:ext uri="{FF2B5EF4-FFF2-40B4-BE49-F238E27FC236}">
                    <a16:creationId xmlns:a16="http://schemas.microsoft.com/office/drawing/2014/main" id="{BF75D4ED-6E60-ABE8-7E68-B520CE88973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99" name="Oval 698">
                <a:extLst>
                  <a:ext uri="{FF2B5EF4-FFF2-40B4-BE49-F238E27FC236}">
                    <a16:creationId xmlns:a16="http://schemas.microsoft.com/office/drawing/2014/main" id="{673434F5-B642-34B7-3C97-9BCAFF82339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00" name="Freeform 462">
                <a:extLst>
                  <a:ext uri="{FF2B5EF4-FFF2-40B4-BE49-F238E27FC236}">
                    <a16:creationId xmlns:a16="http://schemas.microsoft.com/office/drawing/2014/main" id="{A4299089-EED6-30BA-1AE9-CE0DD8F2FAEC}"/>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01" name="Freeform 463">
                <a:extLst>
                  <a:ext uri="{FF2B5EF4-FFF2-40B4-BE49-F238E27FC236}">
                    <a16:creationId xmlns:a16="http://schemas.microsoft.com/office/drawing/2014/main" id="{788E82A7-1436-A948-2B04-8E63C0E7B78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2" name="Freeform 464">
                <a:extLst>
                  <a:ext uri="{FF2B5EF4-FFF2-40B4-BE49-F238E27FC236}">
                    <a16:creationId xmlns:a16="http://schemas.microsoft.com/office/drawing/2014/main" id="{C81E8160-95A6-DC20-B8F5-1D7B756B157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3" name="Freeform 465">
                <a:extLst>
                  <a:ext uri="{FF2B5EF4-FFF2-40B4-BE49-F238E27FC236}">
                    <a16:creationId xmlns:a16="http://schemas.microsoft.com/office/drawing/2014/main" id="{DA2115E7-C16F-E173-2AE8-0E9C816AD06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04" name="Straight Connector 703">
                <a:extLst>
                  <a:ext uri="{FF2B5EF4-FFF2-40B4-BE49-F238E27FC236}">
                    <a16:creationId xmlns:a16="http://schemas.microsoft.com/office/drawing/2014/main" id="{8C8C1244-20F2-8E36-0BC9-57B4427AA769}"/>
                  </a:ext>
                </a:extLst>
              </p:cNvPr>
              <p:cNvCxnSpPr>
                <a:cxnSpLocks noChangeShapeType="1"/>
                <a:endCxn id="69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05" name="Straight Connector 704">
                <a:extLst>
                  <a:ext uri="{FF2B5EF4-FFF2-40B4-BE49-F238E27FC236}">
                    <a16:creationId xmlns:a16="http://schemas.microsoft.com/office/drawing/2014/main" id="{8D8A98FC-187D-1E4C-CE99-A4142B390C1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2" name="Group 1081">
            <a:extLst>
              <a:ext uri="{FF2B5EF4-FFF2-40B4-BE49-F238E27FC236}">
                <a16:creationId xmlns:a16="http://schemas.microsoft.com/office/drawing/2014/main" id="{8F2F970E-4889-E1CB-7C27-B4FB4AB8D47B}"/>
              </a:ext>
            </a:extLst>
          </p:cNvPr>
          <p:cNvGrpSpPr/>
          <p:nvPr/>
        </p:nvGrpSpPr>
        <p:grpSpPr>
          <a:xfrm>
            <a:off x="7552209" y="3247689"/>
            <a:ext cx="2480781" cy="827059"/>
            <a:chOff x="7141904" y="3177351"/>
            <a:chExt cx="2480781" cy="827059"/>
          </a:xfrm>
        </p:grpSpPr>
        <p:cxnSp>
          <p:nvCxnSpPr>
            <p:cNvPr id="954" name="Straight Connector 953">
              <a:extLst>
                <a:ext uri="{FF2B5EF4-FFF2-40B4-BE49-F238E27FC236}">
                  <a16:creationId xmlns:a16="http://schemas.microsoft.com/office/drawing/2014/main" id="{F016A832-31AB-8168-20B8-15BDDC220E38}"/>
                </a:ext>
              </a:extLst>
            </p:cNvPr>
            <p:cNvCxnSpPr>
              <a:cxnSpLocks/>
              <a:stCxn id="749" idx="0"/>
              <a:endCxn id="600" idx="2"/>
            </p:cNvCxnSpPr>
            <p:nvPr/>
          </p:nvCxnSpPr>
          <p:spPr>
            <a:xfrm flipH="1">
              <a:off x="7384940" y="3341259"/>
              <a:ext cx="454257" cy="271339"/>
            </a:xfrm>
            <a:prstGeom prst="line">
              <a:avLst/>
            </a:prstGeom>
            <a:noFill/>
            <a:ln w="12700" cap="flat" cmpd="sng" algn="ctr">
              <a:solidFill>
                <a:srgbClr val="000000"/>
              </a:solidFill>
              <a:prstDash val="solid"/>
            </a:ln>
            <a:effectLst/>
          </p:spPr>
        </p:cxnSp>
        <p:cxnSp>
          <p:nvCxnSpPr>
            <p:cNvPr id="955" name="Straight Connector 954">
              <a:extLst>
                <a:ext uri="{FF2B5EF4-FFF2-40B4-BE49-F238E27FC236}">
                  <a16:creationId xmlns:a16="http://schemas.microsoft.com/office/drawing/2014/main" id="{C521465D-52C9-C747-3CF8-F0A3399BEB1F}"/>
                </a:ext>
              </a:extLst>
            </p:cNvPr>
            <p:cNvCxnSpPr>
              <a:cxnSpLocks/>
              <a:stCxn id="750" idx="3"/>
              <a:endCxn id="722" idx="1"/>
            </p:cNvCxnSpPr>
            <p:nvPr/>
          </p:nvCxnSpPr>
          <p:spPr>
            <a:xfrm flipV="1">
              <a:off x="7803234" y="3252689"/>
              <a:ext cx="863716" cy="32010"/>
            </a:xfrm>
            <a:prstGeom prst="line">
              <a:avLst/>
            </a:prstGeom>
            <a:noFill/>
            <a:ln w="12700" cap="flat" cmpd="sng" algn="ctr">
              <a:solidFill>
                <a:srgbClr val="000000"/>
              </a:solidFill>
              <a:prstDash val="solid"/>
            </a:ln>
            <a:effectLst/>
          </p:spPr>
        </p:cxnSp>
        <p:cxnSp>
          <p:nvCxnSpPr>
            <p:cNvPr id="1032" name="Straight Connector 1031">
              <a:extLst>
                <a:ext uri="{FF2B5EF4-FFF2-40B4-BE49-F238E27FC236}">
                  <a16:creationId xmlns:a16="http://schemas.microsoft.com/office/drawing/2014/main" id="{CE729BDA-350A-F2ED-650A-8BDDE8B16BDD}"/>
                </a:ext>
              </a:extLst>
            </p:cNvPr>
            <p:cNvCxnSpPr>
              <a:cxnSpLocks/>
              <a:stCxn id="597" idx="0"/>
              <a:endCxn id="739" idx="0"/>
            </p:cNvCxnSpPr>
            <p:nvPr/>
          </p:nvCxnSpPr>
          <p:spPr>
            <a:xfrm>
              <a:off x="7339152" y="3686037"/>
              <a:ext cx="510848" cy="262810"/>
            </a:xfrm>
            <a:prstGeom prst="line">
              <a:avLst/>
            </a:prstGeom>
            <a:noFill/>
            <a:ln w="12700" cap="flat" cmpd="sng" algn="ctr">
              <a:solidFill>
                <a:srgbClr val="000000"/>
              </a:solidFill>
              <a:prstDash val="solid"/>
            </a:ln>
            <a:effectLst/>
          </p:spPr>
        </p:cxnSp>
        <p:cxnSp>
          <p:nvCxnSpPr>
            <p:cNvPr id="1037" name="Straight Connector 1036">
              <a:extLst>
                <a:ext uri="{FF2B5EF4-FFF2-40B4-BE49-F238E27FC236}">
                  <a16:creationId xmlns:a16="http://schemas.microsoft.com/office/drawing/2014/main" id="{6AB3C32F-A2C3-51EA-207E-E2ACACD3080D}"/>
                </a:ext>
              </a:extLst>
            </p:cNvPr>
            <p:cNvCxnSpPr>
              <a:cxnSpLocks/>
              <a:stCxn id="739" idx="0"/>
              <a:endCxn id="759" idx="0"/>
            </p:cNvCxnSpPr>
            <p:nvPr/>
          </p:nvCxnSpPr>
          <p:spPr>
            <a:xfrm flipV="1">
              <a:off x="7850000" y="3809492"/>
              <a:ext cx="1227193" cy="139355"/>
            </a:xfrm>
            <a:prstGeom prst="line">
              <a:avLst/>
            </a:prstGeom>
            <a:noFill/>
            <a:ln w="12700" cap="flat" cmpd="sng" algn="ctr">
              <a:solidFill>
                <a:srgbClr val="000000"/>
              </a:solidFill>
              <a:prstDash val="solid"/>
            </a:ln>
            <a:effectLst/>
          </p:spPr>
        </p:cxnSp>
        <p:cxnSp>
          <p:nvCxnSpPr>
            <p:cNvPr id="1038" name="Straight Connector 1037">
              <a:extLst>
                <a:ext uri="{FF2B5EF4-FFF2-40B4-BE49-F238E27FC236}">
                  <a16:creationId xmlns:a16="http://schemas.microsoft.com/office/drawing/2014/main" id="{62502F47-6D07-AE9B-3C0F-00099E56F7D3}"/>
                </a:ext>
              </a:extLst>
            </p:cNvPr>
            <p:cNvCxnSpPr>
              <a:cxnSpLocks/>
              <a:stCxn id="712" idx="1"/>
              <a:endCxn id="719" idx="7"/>
            </p:cNvCxnSpPr>
            <p:nvPr/>
          </p:nvCxnSpPr>
          <p:spPr>
            <a:xfrm flipH="1" flipV="1">
              <a:off x="8755029" y="3305399"/>
              <a:ext cx="720694" cy="109454"/>
            </a:xfrm>
            <a:prstGeom prst="line">
              <a:avLst/>
            </a:prstGeom>
            <a:noFill/>
            <a:ln w="12700" cap="flat" cmpd="sng" algn="ctr">
              <a:solidFill>
                <a:srgbClr val="000000"/>
              </a:solidFill>
              <a:prstDash val="solid"/>
            </a:ln>
            <a:effectLst/>
          </p:spPr>
        </p:cxnSp>
        <p:cxnSp>
          <p:nvCxnSpPr>
            <p:cNvPr id="1039" name="Straight Connector 1038">
              <a:extLst>
                <a:ext uri="{FF2B5EF4-FFF2-40B4-BE49-F238E27FC236}">
                  <a16:creationId xmlns:a16="http://schemas.microsoft.com/office/drawing/2014/main" id="{DC40C6A4-C4FF-300B-6606-C3ADC93E50CC}"/>
                </a:ext>
              </a:extLst>
            </p:cNvPr>
            <p:cNvCxnSpPr>
              <a:cxnSpLocks/>
              <a:stCxn id="753" idx="1"/>
              <a:endCxn id="732" idx="2"/>
            </p:cNvCxnSpPr>
            <p:nvPr/>
          </p:nvCxnSpPr>
          <p:spPr>
            <a:xfrm>
              <a:off x="7733716" y="3266168"/>
              <a:ext cx="708396" cy="336238"/>
            </a:xfrm>
            <a:prstGeom prst="line">
              <a:avLst/>
            </a:prstGeom>
            <a:noFill/>
            <a:ln w="12700" cap="flat" cmpd="sng" algn="ctr">
              <a:solidFill>
                <a:srgbClr val="000000"/>
              </a:solidFill>
              <a:prstDash val="solid"/>
            </a:ln>
            <a:effectLst/>
          </p:spPr>
        </p:cxnSp>
        <p:cxnSp>
          <p:nvCxnSpPr>
            <p:cNvPr id="1040" name="Straight Connector 1039">
              <a:extLst>
                <a:ext uri="{FF2B5EF4-FFF2-40B4-BE49-F238E27FC236}">
                  <a16:creationId xmlns:a16="http://schemas.microsoft.com/office/drawing/2014/main" id="{E8C1C095-96B9-EB99-D1EA-C028D153350A}"/>
                </a:ext>
              </a:extLst>
            </p:cNvPr>
            <p:cNvCxnSpPr>
              <a:cxnSpLocks/>
              <a:stCxn id="731" idx="4"/>
            </p:cNvCxnSpPr>
            <p:nvPr/>
          </p:nvCxnSpPr>
          <p:spPr>
            <a:xfrm flipH="1">
              <a:off x="7898371" y="3553880"/>
              <a:ext cx="423147" cy="304329"/>
            </a:xfrm>
            <a:prstGeom prst="line">
              <a:avLst/>
            </a:prstGeom>
            <a:noFill/>
            <a:ln w="12700" cap="flat" cmpd="sng" algn="ctr">
              <a:solidFill>
                <a:srgbClr val="000000"/>
              </a:solidFill>
              <a:prstDash val="solid"/>
            </a:ln>
            <a:effectLst/>
          </p:spPr>
        </p:cxnSp>
        <p:cxnSp>
          <p:nvCxnSpPr>
            <p:cNvPr id="1041" name="Straight Connector 1040">
              <a:extLst>
                <a:ext uri="{FF2B5EF4-FFF2-40B4-BE49-F238E27FC236}">
                  <a16:creationId xmlns:a16="http://schemas.microsoft.com/office/drawing/2014/main" id="{23E00E9D-CD2A-A1B1-F816-C4A768BFE55E}"/>
                </a:ext>
              </a:extLst>
            </p:cNvPr>
            <p:cNvCxnSpPr>
              <a:cxnSpLocks/>
              <a:stCxn id="719" idx="0"/>
              <a:endCxn id="732" idx="1"/>
            </p:cNvCxnSpPr>
            <p:nvPr/>
          </p:nvCxnSpPr>
          <p:spPr>
            <a:xfrm flipH="1">
              <a:off x="8447720" y="3327369"/>
              <a:ext cx="167834" cy="273796"/>
            </a:xfrm>
            <a:prstGeom prst="line">
              <a:avLst/>
            </a:prstGeom>
            <a:noFill/>
            <a:ln w="12700" cap="flat" cmpd="sng" algn="ctr">
              <a:solidFill>
                <a:srgbClr val="000000"/>
              </a:solidFill>
              <a:prstDash val="solid"/>
            </a:ln>
            <a:effectLst/>
          </p:spPr>
        </p:cxnSp>
        <p:cxnSp>
          <p:nvCxnSpPr>
            <p:cNvPr id="1042" name="Straight Connector 1041">
              <a:extLst>
                <a:ext uri="{FF2B5EF4-FFF2-40B4-BE49-F238E27FC236}">
                  <a16:creationId xmlns:a16="http://schemas.microsoft.com/office/drawing/2014/main" id="{4401C73E-1C17-5AA6-3407-73CD7C635941}"/>
                </a:ext>
              </a:extLst>
            </p:cNvPr>
            <p:cNvCxnSpPr>
              <a:cxnSpLocks/>
              <a:stCxn id="732" idx="1"/>
              <a:endCxn id="760" idx="3"/>
            </p:cNvCxnSpPr>
            <p:nvPr/>
          </p:nvCxnSpPr>
          <p:spPr>
            <a:xfrm>
              <a:off x="8447720" y="3601165"/>
              <a:ext cx="593510" cy="151767"/>
            </a:xfrm>
            <a:prstGeom prst="line">
              <a:avLst/>
            </a:prstGeom>
            <a:noFill/>
            <a:ln w="12700" cap="flat" cmpd="sng" algn="ctr">
              <a:solidFill>
                <a:srgbClr val="000000"/>
              </a:solidFill>
              <a:prstDash val="solid"/>
            </a:ln>
            <a:effectLst/>
          </p:spPr>
        </p:cxnSp>
        <p:cxnSp>
          <p:nvCxnSpPr>
            <p:cNvPr id="1043" name="Straight Connector 1042">
              <a:extLst>
                <a:ext uri="{FF2B5EF4-FFF2-40B4-BE49-F238E27FC236}">
                  <a16:creationId xmlns:a16="http://schemas.microsoft.com/office/drawing/2014/main" id="{BD5F52C2-9A0C-19B3-F7A1-2DAC3361A575}"/>
                </a:ext>
              </a:extLst>
            </p:cNvPr>
            <p:cNvCxnSpPr>
              <a:cxnSpLocks/>
              <a:stCxn id="712" idx="2"/>
              <a:endCxn id="762" idx="2"/>
            </p:cNvCxnSpPr>
            <p:nvPr/>
          </p:nvCxnSpPr>
          <p:spPr>
            <a:xfrm flipH="1">
              <a:off x="9122981" y="3416094"/>
              <a:ext cx="347134" cy="319959"/>
            </a:xfrm>
            <a:prstGeom prst="line">
              <a:avLst/>
            </a:prstGeom>
            <a:noFill/>
            <a:ln w="12700" cap="flat" cmpd="sng" algn="ctr">
              <a:solidFill>
                <a:srgbClr val="000000"/>
              </a:solidFill>
              <a:prstDash val="solid"/>
            </a:ln>
            <a:effectLst/>
          </p:spPr>
        </p:cxnSp>
        <p:grpSp>
          <p:nvGrpSpPr>
            <p:cNvPr id="594" name="Group 357">
              <a:extLst>
                <a:ext uri="{FF2B5EF4-FFF2-40B4-BE49-F238E27FC236}">
                  <a16:creationId xmlns:a16="http://schemas.microsoft.com/office/drawing/2014/main" id="{85E06775-9363-ED87-CF32-B8BF8EF449FD}"/>
                </a:ext>
              </a:extLst>
            </p:cNvPr>
            <p:cNvGrpSpPr>
              <a:grpSpLocks noChangeAspect="1"/>
            </p:cNvGrpSpPr>
            <p:nvPr/>
          </p:nvGrpSpPr>
          <p:grpSpPr bwMode="auto">
            <a:xfrm>
              <a:off x="7141904" y="3536019"/>
              <a:ext cx="395606" cy="205581"/>
              <a:chOff x="1871277" y="1576300"/>
              <a:chExt cx="1128371" cy="437861"/>
            </a:xfrm>
          </p:grpSpPr>
          <p:sp>
            <p:nvSpPr>
              <p:cNvPr id="595" name="Oval 594">
                <a:extLst>
                  <a:ext uri="{FF2B5EF4-FFF2-40B4-BE49-F238E27FC236}">
                    <a16:creationId xmlns:a16="http://schemas.microsoft.com/office/drawing/2014/main" id="{C6BD7D84-F980-F3E9-D7FE-B9B3CCAE710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96" name="Rectangle 595">
                <a:extLst>
                  <a:ext uri="{FF2B5EF4-FFF2-40B4-BE49-F238E27FC236}">
                    <a16:creationId xmlns:a16="http://schemas.microsoft.com/office/drawing/2014/main" id="{2C23311D-8933-9847-3A6A-A5E83578FD46}"/>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97" name="Oval 596">
                <a:extLst>
                  <a:ext uri="{FF2B5EF4-FFF2-40B4-BE49-F238E27FC236}">
                    <a16:creationId xmlns:a16="http://schemas.microsoft.com/office/drawing/2014/main" id="{B270CFAE-16D9-345C-7176-CB59334E8C0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98" name="Freeform 462">
                <a:extLst>
                  <a:ext uri="{FF2B5EF4-FFF2-40B4-BE49-F238E27FC236}">
                    <a16:creationId xmlns:a16="http://schemas.microsoft.com/office/drawing/2014/main" id="{1FBD04C0-656D-7CBF-9D0E-9D811199FAD5}"/>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99" name="Freeform 463">
                <a:extLst>
                  <a:ext uri="{FF2B5EF4-FFF2-40B4-BE49-F238E27FC236}">
                    <a16:creationId xmlns:a16="http://schemas.microsoft.com/office/drawing/2014/main" id="{9EEFE71B-CEFC-D111-0502-C7EFE1EF6ED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0" name="Freeform 464">
                <a:extLst>
                  <a:ext uri="{FF2B5EF4-FFF2-40B4-BE49-F238E27FC236}">
                    <a16:creationId xmlns:a16="http://schemas.microsoft.com/office/drawing/2014/main" id="{5AA4E2C7-EC14-625A-82B4-EA9EAE08FEF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1" name="Freeform 465">
                <a:extLst>
                  <a:ext uri="{FF2B5EF4-FFF2-40B4-BE49-F238E27FC236}">
                    <a16:creationId xmlns:a16="http://schemas.microsoft.com/office/drawing/2014/main" id="{39BA18C0-33E1-68F9-00E8-342ABEE2836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02" name="Straight Connector 601">
                <a:extLst>
                  <a:ext uri="{FF2B5EF4-FFF2-40B4-BE49-F238E27FC236}">
                    <a16:creationId xmlns:a16="http://schemas.microsoft.com/office/drawing/2014/main" id="{46DD88A0-2990-2E1B-6832-741C349AEA15}"/>
                  </a:ext>
                </a:extLst>
              </p:cNvPr>
              <p:cNvCxnSpPr>
                <a:cxnSpLocks noChangeShapeType="1"/>
                <a:endCxn id="59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03" name="Straight Connector 602">
                <a:extLst>
                  <a:ext uri="{FF2B5EF4-FFF2-40B4-BE49-F238E27FC236}">
                    <a16:creationId xmlns:a16="http://schemas.microsoft.com/office/drawing/2014/main" id="{9E518A83-78C8-BC97-0E03-F25682D585E8}"/>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06" name="Group 357">
              <a:extLst>
                <a:ext uri="{FF2B5EF4-FFF2-40B4-BE49-F238E27FC236}">
                  <a16:creationId xmlns:a16="http://schemas.microsoft.com/office/drawing/2014/main" id="{CB37DB40-B33E-DD67-B876-64977EC48749}"/>
                </a:ext>
              </a:extLst>
            </p:cNvPr>
            <p:cNvGrpSpPr>
              <a:grpSpLocks noChangeAspect="1"/>
            </p:cNvGrpSpPr>
            <p:nvPr/>
          </p:nvGrpSpPr>
          <p:grpSpPr bwMode="auto">
            <a:xfrm>
              <a:off x="9227079" y="3339515"/>
              <a:ext cx="395606" cy="205581"/>
              <a:chOff x="1871277" y="1576300"/>
              <a:chExt cx="1128371" cy="437861"/>
            </a:xfrm>
          </p:grpSpPr>
          <p:sp>
            <p:nvSpPr>
              <p:cNvPr id="707" name="Oval 706">
                <a:extLst>
                  <a:ext uri="{FF2B5EF4-FFF2-40B4-BE49-F238E27FC236}">
                    <a16:creationId xmlns:a16="http://schemas.microsoft.com/office/drawing/2014/main" id="{70F22842-3498-05F2-DD2A-431DD786413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08" name="Rectangle 707">
                <a:extLst>
                  <a:ext uri="{FF2B5EF4-FFF2-40B4-BE49-F238E27FC236}">
                    <a16:creationId xmlns:a16="http://schemas.microsoft.com/office/drawing/2014/main" id="{D19CBD45-472F-AD09-DADC-2C5EA124D01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09" name="Oval 708">
                <a:extLst>
                  <a:ext uri="{FF2B5EF4-FFF2-40B4-BE49-F238E27FC236}">
                    <a16:creationId xmlns:a16="http://schemas.microsoft.com/office/drawing/2014/main" id="{391C8437-BE44-5424-6651-D375123D5255}"/>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10" name="Freeform 462">
                <a:extLst>
                  <a:ext uri="{FF2B5EF4-FFF2-40B4-BE49-F238E27FC236}">
                    <a16:creationId xmlns:a16="http://schemas.microsoft.com/office/drawing/2014/main" id="{4C1B95AD-4368-5210-7FB9-DEFA539EBED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11" name="Freeform 463">
                <a:extLst>
                  <a:ext uri="{FF2B5EF4-FFF2-40B4-BE49-F238E27FC236}">
                    <a16:creationId xmlns:a16="http://schemas.microsoft.com/office/drawing/2014/main" id="{5F199FD7-3D1A-957C-46AA-871F242FDA87}"/>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2" name="Freeform 464">
                <a:extLst>
                  <a:ext uri="{FF2B5EF4-FFF2-40B4-BE49-F238E27FC236}">
                    <a16:creationId xmlns:a16="http://schemas.microsoft.com/office/drawing/2014/main" id="{327BFD36-983D-5CD3-DD19-133234EA096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3" name="Freeform 465">
                <a:extLst>
                  <a:ext uri="{FF2B5EF4-FFF2-40B4-BE49-F238E27FC236}">
                    <a16:creationId xmlns:a16="http://schemas.microsoft.com/office/drawing/2014/main" id="{D71C7E25-DA8B-ADF3-F10C-7D5CC0FEC677}"/>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14" name="Straight Connector 713">
                <a:extLst>
                  <a:ext uri="{FF2B5EF4-FFF2-40B4-BE49-F238E27FC236}">
                    <a16:creationId xmlns:a16="http://schemas.microsoft.com/office/drawing/2014/main" id="{D8F9ED09-7BC6-3152-140F-77C16DA69A37}"/>
                  </a:ext>
                </a:extLst>
              </p:cNvPr>
              <p:cNvCxnSpPr>
                <a:cxnSpLocks noChangeShapeType="1"/>
                <a:endCxn id="70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15" name="Straight Connector 714">
                <a:extLst>
                  <a:ext uri="{FF2B5EF4-FFF2-40B4-BE49-F238E27FC236}">
                    <a16:creationId xmlns:a16="http://schemas.microsoft.com/office/drawing/2014/main" id="{D4B52B54-5CB1-D785-CCBB-A4C6E3FCA08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16" name="Group 357">
              <a:extLst>
                <a:ext uri="{FF2B5EF4-FFF2-40B4-BE49-F238E27FC236}">
                  <a16:creationId xmlns:a16="http://schemas.microsoft.com/office/drawing/2014/main" id="{37947B94-A8EA-004E-D689-F85A25A6EF60}"/>
                </a:ext>
              </a:extLst>
            </p:cNvPr>
            <p:cNvGrpSpPr>
              <a:grpSpLocks noChangeAspect="1"/>
            </p:cNvGrpSpPr>
            <p:nvPr/>
          </p:nvGrpSpPr>
          <p:grpSpPr bwMode="auto">
            <a:xfrm>
              <a:off x="8418306" y="3177351"/>
              <a:ext cx="395606" cy="205581"/>
              <a:chOff x="1871277" y="1576300"/>
              <a:chExt cx="1128371" cy="437861"/>
            </a:xfrm>
          </p:grpSpPr>
          <p:sp>
            <p:nvSpPr>
              <p:cNvPr id="717" name="Oval 716">
                <a:extLst>
                  <a:ext uri="{FF2B5EF4-FFF2-40B4-BE49-F238E27FC236}">
                    <a16:creationId xmlns:a16="http://schemas.microsoft.com/office/drawing/2014/main" id="{080A1D04-FCC2-71C1-05C2-2C66A325858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18" name="Rectangle 717">
                <a:extLst>
                  <a:ext uri="{FF2B5EF4-FFF2-40B4-BE49-F238E27FC236}">
                    <a16:creationId xmlns:a16="http://schemas.microsoft.com/office/drawing/2014/main" id="{AB98A9B3-ED85-EA5D-176D-14B1800FFC5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19" name="Oval 718">
                <a:extLst>
                  <a:ext uri="{FF2B5EF4-FFF2-40B4-BE49-F238E27FC236}">
                    <a16:creationId xmlns:a16="http://schemas.microsoft.com/office/drawing/2014/main" id="{93F5C4D1-1038-729E-3865-8956819D892E}"/>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20" name="Freeform 462">
                <a:extLst>
                  <a:ext uri="{FF2B5EF4-FFF2-40B4-BE49-F238E27FC236}">
                    <a16:creationId xmlns:a16="http://schemas.microsoft.com/office/drawing/2014/main" id="{9D7F5109-291D-467D-731E-3037E3E13A4C}"/>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21" name="Freeform 463">
                <a:extLst>
                  <a:ext uri="{FF2B5EF4-FFF2-40B4-BE49-F238E27FC236}">
                    <a16:creationId xmlns:a16="http://schemas.microsoft.com/office/drawing/2014/main" id="{78C693EB-7B2D-0DC8-FE43-DCF15BA45AC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2" name="Freeform 464">
                <a:extLst>
                  <a:ext uri="{FF2B5EF4-FFF2-40B4-BE49-F238E27FC236}">
                    <a16:creationId xmlns:a16="http://schemas.microsoft.com/office/drawing/2014/main" id="{CDA04AD2-7459-8EA3-5870-DC69EAA0A7C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3" name="Freeform 465">
                <a:extLst>
                  <a:ext uri="{FF2B5EF4-FFF2-40B4-BE49-F238E27FC236}">
                    <a16:creationId xmlns:a16="http://schemas.microsoft.com/office/drawing/2014/main" id="{072C5F49-2FF6-7A10-7042-1A487BA4577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24" name="Straight Connector 723">
                <a:extLst>
                  <a:ext uri="{FF2B5EF4-FFF2-40B4-BE49-F238E27FC236}">
                    <a16:creationId xmlns:a16="http://schemas.microsoft.com/office/drawing/2014/main" id="{FD0E8C23-1801-5DD8-5D1E-8DE642C1C682}"/>
                  </a:ext>
                </a:extLst>
              </p:cNvPr>
              <p:cNvCxnSpPr>
                <a:cxnSpLocks noChangeShapeType="1"/>
                <a:endCxn id="71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25" name="Straight Connector 724">
                <a:extLst>
                  <a:ext uri="{FF2B5EF4-FFF2-40B4-BE49-F238E27FC236}">
                    <a16:creationId xmlns:a16="http://schemas.microsoft.com/office/drawing/2014/main" id="{48FCEFFF-5541-E1EE-8387-8E22EDD74CF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26" name="Group 357">
              <a:extLst>
                <a:ext uri="{FF2B5EF4-FFF2-40B4-BE49-F238E27FC236}">
                  <a16:creationId xmlns:a16="http://schemas.microsoft.com/office/drawing/2014/main" id="{AF5FB145-84DB-2BE1-B43F-EEB8C90CAB60}"/>
                </a:ext>
              </a:extLst>
            </p:cNvPr>
            <p:cNvGrpSpPr>
              <a:grpSpLocks noChangeAspect="1"/>
            </p:cNvGrpSpPr>
            <p:nvPr/>
          </p:nvGrpSpPr>
          <p:grpSpPr bwMode="auto">
            <a:xfrm>
              <a:off x="8199076" y="3525827"/>
              <a:ext cx="395606" cy="205581"/>
              <a:chOff x="1871277" y="1576300"/>
              <a:chExt cx="1128371" cy="437861"/>
            </a:xfrm>
          </p:grpSpPr>
          <p:sp>
            <p:nvSpPr>
              <p:cNvPr id="727" name="Oval 726">
                <a:extLst>
                  <a:ext uri="{FF2B5EF4-FFF2-40B4-BE49-F238E27FC236}">
                    <a16:creationId xmlns:a16="http://schemas.microsoft.com/office/drawing/2014/main" id="{E98F8A11-E874-EF86-EC03-51A23039134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28" name="Rectangle 727">
                <a:extLst>
                  <a:ext uri="{FF2B5EF4-FFF2-40B4-BE49-F238E27FC236}">
                    <a16:creationId xmlns:a16="http://schemas.microsoft.com/office/drawing/2014/main" id="{2D3A3879-35DF-EA4D-B016-340C2676803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29" name="Oval 728">
                <a:extLst>
                  <a:ext uri="{FF2B5EF4-FFF2-40B4-BE49-F238E27FC236}">
                    <a16:creationId xmlns:a16="http://schemas.microsoft.com/office/drawing/2014/main" id="{DBE15C60-921B-FC9E-E44D-8C87A277E31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30" name="Freeform 462">
                <a:extLst>
                  <a:ext uri="{FF2B5EF4-FFF2-40B4-BE49-F238E27FC236}">
                    <a16:creationId xmlns:a16="http://schemas.microsoft.com/office/drawing/2014/main" id="{BD771292-BA04-3100-772D-52D50451A85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31" name="Freeform 463">
                <a:extLst>
                  <a:ext uri="{FF2B5EF4-FFF2-40B4-BE49-F238E27FC236}">
                    <a16:creationId xmlns:a16="http://schemas.microsoft.com/office/drawing/2014/main" id="{6F8397E0-F8A7-3DFF-124F-8169E15EECB7}"/>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2" name="Freeform 464">
                <a:extLst>
                  <a:ext uri="{FF2B5EF4-FFF2-40B4-BE49-F238E27FC236}">
                    <a16:creationId xmlns:a16="http://schemas.microsoft.com/office/drawing/2014/main" id="{CD79AADC-CA9B-08FA-248B-2797CCB975E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3" name="Freeform 465">
                <a:extLst>
                  <a:ext uri="{FF2B5EF4-FFF2-40B4-BE49-F238E27FC236}">
                    <a16:creationId xmlns:a16="http://schemas.microsoft.com/office/drawing/2014/main" id="{C839AFCF-FAFD-37C0-F8D4-30239B7978E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34" name="Straight Connector 733">
                <a:extLst>
                  <a:ext uri="{FF2B5EF4-FFF2-40B4-BE49-F238E27FC236}">
                    <a16:creationId xmlns:a16="http://schemas.microsoft.com/office/drawing/2014/main" id="{1F433079-5316-D916-0A34-14224B90FC8F}"/>
                  </a:ext>
                </a:extLst>
              </p:cNvPr>
              <p:cNvCxnSpPr>
                <a:cxnSpLocks noChangeShapeType="1"/>
                <a:endCxn id="72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35" name="Straight Connector 734">
                <a:extLst>
                  <a:ext uri="{FF2B5EF4-FFF2-40B4-BE49-F238E27FC236}">
                    <a16:creationId xmlns:a16="http://schemas.microsoft.com/office/drawing/2014/main" id="{C8660919-646F-7818-74CD-669B5BE33D56}"/>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36" name="Group 357">
              <a:extLst>
                <a:ext uri="{FF2B5EF4-FFF2-40B4-BE49-F238E27FC236}">
                  <a16:creationId xmlns:a16="http://schemas.microsoft.com/office/drawing/2014/main" id="{25CB6561-221D-2D04-A374-B2B270543B22}"/>
                </a:ext>
              </a:extLst>
            </p:cNvPr>
            <p:cNvGrpSpPr>
              <a:grpSpLocks noChangeAspect="1"/>
            </p:cNvGrpSpPr>
            <p:nvPr/>
          </p:nvGrpSpPr>
          <p:grpSpPr bwMode="auto">
            <a:xfrm>
              <a:off x="7652752" y="3798829"/>
              <a:ext cx="395606" cy="205581"/>
              <a:chOff x="1871277" y="1576300"/>
              <a:chExt cx="1128371" cy="437861"/>
            </a:xfrm>
          </p:grpSpPr>
          <p:sp>
            <p:nvSpPr>
              <p:cNvPr id="737" name="Oval 736">
                <a:extLst>
                  <a:ext uri="{FF2B5EF4-FFF2-40B4-BE49-F238E27FC236}">
                    <a16:creationId xmlns:a16="http://schemas.microsoft.com/office/drawing/2014/main" id="{8E548007-0286-F309-425C-8404C75339B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38" name="Rectangle 737">
                <a:extLst>
                  <a:ext uri="{FF2B5EF4-FFF2-40B4-BE49-F238E27FC236}">
                    <a16:creationId xmlns:a16="http://schemas.microsoft.com/office/drawing/2014/main" id="{E01D67F8-30E3-08AF-41DB-774431A10195}"/>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39" name="Oval 738">
                <a:extLst>
                  <a:ext uri="{FF2B5EF4-FFF2-40B4-BE49-F238E27FC236}">
                    <a16:creationId xmlns:a16="http://schemas.microsoft.com/office/drawing/2014/main" id="{6B3C842D-790E-1681-4F0A-CFCC87744D0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40" name="Freeform 462">
                <a:extLst>
                  <a:ext uri="{FF2B5EF4-FFF2-40B4-BE49-F238E27FC236}">
                    <a16:creationId xmlns:a16="http://schemas.microsoft.com/office/drawing/2014/main" id="{0F9430FC-6277-AC95-0262-3F98237B96A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1" name="Freeform 463">
                <a:extLst>
                  <a:ext uri="{FF2B5EF4-FFF2-40B4-BE49-F238E27FC236}">
                    <a16:creationId xmlns:a16="http://schemas.microsoft.com/office/drawing/2014/main" id="{A9D6A4C8-3366-050D-1CC6-6173B863497D}"/>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2" name="Freeform 464">
                <a:extLst>
                  <a:ext uri="{FF2B5EF4-FFF2-40B4-BE49-F238E27FC236}">
                    <a16:creationId xmlns:a16="http://schemas.microsoft.com/office/drawing/2014/main" id="{3ADB8AD1-D174-7D44-1670-A9F707CF68B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3" name="Freeform 465">
                <a:extLst>
                  <a:ext uri="{FF2B5EF4-FFF2-40B4-BE49-F238E27FC236}">
                    <a16:creationId xmlns:a16="http://schemas.microsoft.com/office/drawing/2014/main" id="{3190AA86-8C95-9B4C-43E4-8B6773D4AC1F}"/>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44" name="Straight Connector 743">
                <a:extLst>
                  <a:ext uri="{FF2B5EF4-FFF2-40B4-BE49-F238E27FC236}">
                    <a16:creationId xmlns:a16="http://schemas.microsoft.com/office/drawing/2014/main" id="{0C884C8B-0071-7799-9956-E92E8010721B}"/>
                  </a:ext>
                </a:extLst>
              </p:cNvPr>
              <p:cNvCxnSpPr>
                <a:cxnSpLocks noChangeShapeType="1"/>
                <a:endCxn id="73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45" name="Straight Connector 744">
                <a:extLst>
                  <a:ext uri="{FF2B5EF4-FFF2-40B4-BE49-F238E27FC236}">
                    <a16:creationId xmlns:a16="http://schemas.microsoft.com/office/drawing/2014/main" id="{C4ACB773-8C02-1981-CEA3-8944FF33242C}"/>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46" name="Group 357">
              <a:extLst>
                <a:ext uri="{FF2B5EF4-FFF2-40B4-BE49-F238E27FC236}">
                  <a16:creationId xmlns:a16="http://schemas.microsoft.com/office/drawing/2014/main" id="{F0AFB07E-4F36-2861-0E5A-06B528006009}"/>
                </a:ext>
              </a:extLst>
            </p:cNvPr>
            <p:cNvGrpSpPr>
              <a:grpSpLocks noChangeAspect="1"/>
            </p:cNvGrpSpPr>
            <p:nvPr/>
          </p:nvGrpSpPr>
          <p:grpSpPr bwMode="auto">
            <a:xfrm>
              <a:off x="7641949" y="3191241"/>
              <a:ext cx="395606" cy="205581"/>
              <a:chOff x="1871277" y="1576300"/>
              <a:chExt cx="1128371" cy="437861"/>
            </a:xfrm>
          </p:grpSpPr>
          <p:sp>
            <p:nvSpPr>
              <p:cNvPr id="747" name="Oval 746">
                <a:extLst>
                  <a:ext uri="{FF2B5EF4-FFF2-40B4-BE49-F238E27FC236}">
                    <a16:creationId xmlns:a16="http://schemas.microsoft.com/office/drawing/2014/main" id="{A7AD7F32-AF8A-ACD9-EBB3-3DD59CA5005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48" name="Rectangle 747">
                <a:extLst>
                  <a:ext uri="{FF2B5EF4-FFF2-40B4-BE49-F238E27FC236}">
                    <a16:creationId xmlns:a16="http://schemas.microsoft.com/office/drawing/2014/main" id="{A867E60D-D40D-8F6F-EA7E-3FE49E78489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9" name="Oval 748">
                <a:extLst>
                  <a:ext uri="{FF2B5EF4-FFF2-40B4-BE49-F238E27FC236}">
                    <a16:creationId xmlns:a16="http://schemas.microsoft.com/office/drawing/2014/main" id="{6CAA0125-9449-010A-9B82-BBE406DA6D8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50" name="Freeform 462">
                <a:extLst>
                  <a:ext uri="{FF2B5EF4-FFF2-40B4-BE49-F238E27FC236}">
                    <a16:creationId xmlns:a16="http://schemas.microsoft.com/office/drawing/2014/main" id="{14C4217A-9008-063E-141A-FCD3451E679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51" name="Freeform 463">
                <a:extLst>
                  <a:ext uri="{FF2B5EF4-FFF2-40B4-BE49-F238E27FC236}">
                    <a16:creationId xmlns:a16="http://schemas.microsoft.com/office/drawing/2014/main" id="{5C9875CB-F362-D31F-2D04-684D213A678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2" name="Freeform 464">
                <a:extLst>
                  <a:ext uri="{FF2B5EF4-FFF2-40B4-BE49-F238E27FC236}">
                    <a16:creationId xmlns:a16="http://schemas.microsoft.com/office/drawing/2014/main" id="{B36B159A-D320-6220-F7B0-BB64C3DC398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3" name="Freeform 465">
                <a:extLst>
                  <a:ext uri="{FF2B5EF4-FFF2-40B4-BE49-F238E27FC236}">
                    <a16:creationId xmlns:a16="http://schemas.microsoft.com/office/drawing/2014/main" id="{3CD3206F-A8BF-3A9D-BA53-9D7400DD7FA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54" name="Straight Connector 753">
                <a:extLst>
                  <a:ext uri="{FF2B5EF4-FFF2-40B4-BE49-F238E27FC236}">
                    <a16:creationId xmlns:a16="http://schemas.microsoft.com/office/drawing/2014/main" id="{A74C04F4-1DED-A013-6BFE-30B5D6245A6B}"/>
                  </a:ext>
                </a:extLst>
              </p:cNvPr>
              <p:cNvCxnSpPr>
                <a:cxnSpLocks noChangeShapeType="1"/>
                <a:endCxn id="7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55" name="Straight Connector 754">
                <a:extLst>
                  <a:ext uri="{FF2B5EF4-FFF2-40B4-BE49-F238E27FC236}">
                    <a16:creationId xmlns:a16="http://schemas.microsoft.com/office/drawing/2014/main" id="{5311A7B7-2EA8-240F-2C3B-DADE75C7940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56" name="Group 357">
              <a:extLst>
                <a:ext uri="{FF2B5EF4-FFF2-40B4-BE49-F238E27FC236}">
                  <a16:creationId xmlns:a16="http://schemas.microsoft.com/office/drawing/2014/main" id="{9ED0054E-1986-43F6-B7C9-B0551564A4B4}"/>
                </a:ext>
              </a:extLst>
            </p:cNvPr>
            <p:cNvGrpSpPr>
              <a:grpSpLocks noChangeAspect="1"/>
            </p:cNvGrpSpPr>
            <p:nvPr/>
          </p:nvGrpSpPr>
          <p:grpSpPr bwMode="auto">
            <a:xfrm>
              <a:off x="8879945" y="3659474"/>
              <a:ext cx="395606" cy="205581"/>
              <a:chOff x="1871277" y="1576300"/>
              <a:chExt cx="1128371" cy="437861"/>
            </a:xfrm>
          </p:grpSpPr>
          <p:sp>
            <p:nvSpPr>
              <p:cNvPr id="757" name="Oval 756">
                <a:extLst>
                  <a:ext uri="{FF2B5EF4-FFF2-40B4-BE49-F238E27FC236}">
                    <a16:creationId xmlns:a16="http://schemas.microsoft.com/office/drawing/2014/main" id="{2C6B9B87-2498-D43D-572C-665E3DB74AB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58" name="Rectangle 757">
                <a:extLst>
                  <a:ext uri="{FF2B5EF4-FFF2-40B4-BE49-F238E27FC236}">
                    <a16:creationId xmlns:a16="http://schemas.microsoft.com/office/drawing/2014/main" id="{4329C1A3-173B-4C57-89B9-FE89E7EBE3D7}"/>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59" name="Oval 758">
                <a:extLst>
                  <a:ext uri="{FF2B5EF4-FFF2-40B4-BE49-F238E27FC236}">
                    <a16:creationId xmlns:a16="http://schemas.microsoft.com/office/drawing/2014/main" id="{9BACCFB7-6308-B7D4-42B8-0B02F09D1FB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60" name="Freeform 462">
                <a:extLst>
                  <a:ext uri="{FF2B5EF4-FFF2-40B4-BE49-F238E27FC236}">
                    <a16:creationId xmlns:a16="http://schemas.microsoft.com/office/drawing/2014/main" id="{234F5979-ED8A-1587-2AB7-B2ACC562D3F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1" name="Freeform 463">
                <a:extLst>
                  <a:ext uri="{FF2B5EF4-FFF2-40B4-BE49-F238E27FC236}">
                    <a16:creationId xmlns:a16="http://schemas.microsoft.com/office/drawing/2014/main" id="{3077521F-98BC-E4BA-8317-740414ABA0A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2" name="Freeform 464">
                <a:extLst>
                  <a:ext uri="{FF2B5EF4-FFF2-40B4-BE49-F238E27FC236}">
                    <a16:creationId xmlns:a16="http://schemas.microsoft.com/office/drawing/2014/main" id="{1F4C86B2-1E32-81EE-176A-3A7051534BD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3" name="Freeform 465">
                <a:extLst>
                  <a:ext uri="{FF2B5EF4-FFF2-40B4-BE49-F238E27FC236}">
                    <a16:creationId xmlns:a16="http://schemas.microsoft.com/office/drawing/2014/main" id="{D7F38570-C029-DA64-2A17-C781C5F3303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64" name="Straight Connector 763">
                <a:extLst>
                  <a:ext uri="{FF2B5EF4-FFF2-40B4-BE49-F238E27FC236}">
                    <a16:creationId xmlns:a16="http://schemas.microsoft.com/office/drawing/2014/main" id="{4F3EA222-5748-8860-7BC2-98B9986A0BFE}"/>
                  </a:ext>
                </a:extLst>
              </p:cNvPr>
              <p:cNvCxnSpPr>
                <a:cxnSpLocks noChangeShapeType="1"/>
                <a:endCxn id="75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65" name="Straight Connector 764">
                <a:extLst>
                  <a:ext uri="{FF2B5EF4-FFF2-40B4-BE49-F238E27FC236}">
                    <a16:creationId xmlns:a16="http://schemas.microsoft.com/office/drawing/2014/main" id="{ACD79E41-0A24-92C8-32EE-7747E24CE2BF}"/>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0" name="Group 1079">
            <a:extLst>
              <a:ext uri="{FF2B5EF4-FFF2-40B4-BE49-F238E27FC236}">
                <a16:creationId xmlns:a16="http://schemas.microsoft.com/office/drawing/2014/main" id="{56FFC872-706C-D017-6611-330BFE07C7DF}"/>
              </a:ext>
            </a:extLst>
          </p:cNvPr>
          <p:cNvGrpSpPr/>
          <p:nvPr/>
        </p:nvGrpSpPr>
        <p:grpSpPr>
          <a:xfrm>
            <a:off x="4394530" y="2533058"/>
            <a:ext cx="3118123" cy="770101"/>
            <a:chOff x="3984225" y="2462720"/>
            <a:chExt cx="3118123" cy="770101"/>
          </a:xfrm>
        </p:grpSpPr>
        <p:cxnSp>
          <p:nvCxnSpPr>
            <p:cNvPr id="919" name="Straight Connector 918">
              <a:extLst>
                <a:ext uri="{FF2B5EF4-FFF2-40B4-BE49-F238E27FC236}">
                  <a16:creationId xmlns:a16="http://schemas.microsoft.com/office/drawing/2014/main" id="{8779FB8D-8B30-EEB1-F21D-674B80F1C05A}"/>
                </a:ext>
              </a:extLst>
            </p:cNvPr>
            <p:cNvCxnSpPr>
              <a:cxnSpLocks/>
              <a:stCxn id="590" idx="2"/>
              <a:endCxn id="652" idx="3"/>
            </p:cNvCxnSpPr>
            <p:nvPr/>
          </p:nvCxnSpPr>
          <p:spPr>
            <a:xfrm>
              <a:off x="4227261" y="2708439"/>
              <a:ext cx="941379" cy="392806"/>
            </a:xfrm>
            <a:prstGeom prst="line">
              <a:avLst/>
            </a:prstGeom>
            <a:noFill/>
            <a:ln w="12700" cap="flat" cmpd="sng" algn="ctr">
              <a:solidFill>
                <a:srgbClr val="000000"/>
              </a:solidFill>
              <a:prstDash val="solid"/>
            </a:ln>
            <a:effectLst/>
          </p:spPr>
        </p:cxnSp>
        <p:cxnSp>
          <p:nvCxnSpPr>
            <p:cNvPr id="922" name="Straight Connector 921">
              <a:extLst>
                <a:ext uri="{FF2B5EF4-FFF2-40B4-BE49-F238E27FC236}">
                  <a16:creationId xmlns:a16="http://schemas.microsoft.com/office/drawing/2014/main" id="{F02FF35F-4BB0-33C9-C125-A08507F88BD6}"/>
                </a:ext>
              </a:extLst>
            </p:cNvPr>
            <p:cNvCxnSpPr>
              <a:cxnSpLocks/>
              <a:stCxn id="649" idx="0"/>
              <a:endCxn id="642" idx="1"/>
            </p:cNvCxnSpPr>
            <p:nvPr/>
          </p:nvCxnSpPr>
          <p:spPr>
            <a:xfrm flipV="1">
              <a:off x="5132474" y="3066581"/>
              <a:ext cx="989427" cy="110677"/>
            </a:xfrm>
            <a:prstGeom prst="line">
              <a:avLst/>
            </a:prstGeom>
            <a:noFill/>
            <a:ln w="12700" cap="flat" cmpd="sng" algn="ctr">
              <a:solidFill>
                <a:srgbClr val="000000"/>
              </a:solidFill>
              <a:prstDash val="solid"/>
            </a:ln>
            <a:effectLst/>
          </p:spPr>
        </p:cxnSp>
        <p:cxnSp>
          <p:nvCxnSpPr>
            <p:cNvPr id="913" name="Straight Connector 912">
              <a:extLst>
                <a:ext uri="{FF2B5EF4-FFF2-40B4-BE49-F238E27FC236}">
                  <a16:creationId xmlns:a16="http://schemas.microsoft.com/office/drawing/2014/main" id="{52F984EA-C8C9-5311-8726-AFEC761F5B40}"/>
                </a:ext>
              </a:extLst>
            </p:cNvPr>
            <p:cNvCxnSpPr>
              <a:cxnSpLocks/>
              <a:stCxn id="652" idx="3"/>
              <a:endCxn id="809" idx="0"/>
            </p:cNvCxnSpPr>
            <p:nvPr/>
          </p:nvCxnSpPr>
          <p:spPr>
            <a:xfrm flipV="1">
              <a:off x="5168640" y="2664532"/>
              <a:ext cx="811266" cy="436713"/>
            </a:xfrm>
            <a:prstGeom prst="line">
              <a:avLst/>
            </a:prstGeom>
            <a:noFill/>
            <a:ln w="12700" cap="flat" cmpd="sng" algn="ctr">
              <a:solidFill>
                <a:srgbClr val="000000"/>
              </a:solidFill>
              <a:prstDash val="solid"/>
            </a:ln>
            <a:effectLst/>
          </p:spPr>
        </p:cxnSp>
        <p:cxnSp>
          <p:nvCxnSpPr>
            <p:cNvPr id="914" name="Straight Connector 913">
              <a:extLst>
                <a:ext uri="{FF2B5EF4-FFF2-40B4-BE49-F238E27FC236}">
                  <a16:creationId xmlns:a16="http://schemas.microsoft.com/office/drawing/2014/main" id="{7AD74ACD-38E3-2B1E-4951-17EDF913B243}"/>
                </a:ext>
              </a:extLst>
            </p:cNvPr>
            <p:cNvCxnSpPr>
              <a:cxnSpLocks/>
              <a:stCxn id="669" idx="0"/>
              <a:endCxn id="642" idx="2"/>
            </p:cNvCxnSpPr>
            <p:nvPr/>
          </p:nvCxnSpPr>
          <p:spPr>
            <a:xfrm flipH="1">
              <a:off x="6116293" y="2731871"/>
              <a:ext cx="787697" cy="335951"/>
            </a:xfrm>
            <a:prstGeom prst="line">
              <a:avLst/>
            </a:prstGeom>
            <a:noFill/>
            <a:ln w="12700" cap="flat" cmpd="sng" algn="ctr">
              <a:solidFill>
                <a:srgbClr val="000000"/>
              </a:solidFill>
              <a:prstDash val="solid"/>
            </a:ln>
            <a:effectLst/>
          </p:spPr>
        </p:cxnSp>
        <p:cxnSp>
          <p:nvCxnSpPr>
            <p:cNvPr id="915" name="Straight Connector 914">
              <a:extLst>
                <a:ext uri="{FF2B5EF4-FFF2-40B4-BE49-F238E27FC236}">
                  <a16:creationId xmlns:a16="http://schemas.microsoft.com/office/drawing/2014/main" id="{36D4791E-59D8-2F49-F003-FDC96B774999}"/>
                </a:ext>
              </a:extLst>
            </p:cNvPr>
            <p:cNvCxnSpPr>
              <a:cxnSpLocks/>
              <a:stCxn id="812" idx="3"/>
              <a:endCxn id="639" idx="0"/>
            </p:cNvCxnSpPr>
            <p:nvPr/>
          </p:nvCxnSpPr>
          <p:spPr>
            <a:xfrm>
              <a:off x="6016072" y="2588519"/>
              <a:ext cx="54433" cy="552742"/>
            </a:xfrm>
            <a:prstGeom prst="line">
              <a:avLst/>
            </a:prstGeom>
            <a:noFill/>
            <a:ln w="12700" cap="flat" cmpd="sng" algn="ctr">
              <a:solidFill>
                <a:srgbClr val="000000"/>
              </a:solidFill>
              <a:prstDash val="solid"/>
            </a:ln>
            <a:effectLst/>
          </p:spPr>
        </p:cxnSp>
        <p:cxnSp>
          <p:nvCxnSpPr>
            <p:cNvPr id="916" name="Straight Connector 915">
              <a:extLst>
                <a:ext uri="{FF2B5EF4-FFF2-40B4-BE49-F238E27FC236}">
                  <a16:creationId xmlns:a16="http://schemas.microsoft.com/office/drawing/2014/main" id="{34F46F64-471F-B196-8A4A-D6AE21032E5A}"/>
                </a:ext>
              </a:extLst>
            </p:cNvPr>
            <p:cNvCxnSpPr>
              <a:cxnSpLocks/>
              <a:stCxn id="812" idx="2"/>
              <a:endCxn id="672" idx="2"/>
            </p:cNvCxnSpPr>
            <p:nvPr/>
          </p:nvCxnSpPr>
          <p:spPr>
            <a:xfrm>
              <a:off x="6025694" y="2591093"/>
              <a:ext cx="924084" cy="67339"/>
            </a:xfrm>
            <a:prstGeom prst="line">
              <a:avLst/>
            </a:prstGeom>
            <a:noFill/>
            <a:ln w="12700" cap="flat" cmpd="sng" algn="ctr">
              <a:solidFill>
                <a:srgbClr val="000000"/>
              </a:solidFill>
              <a:prstDash val="solid"/>
            </a:ln>
            <a:effectLst/>
          </p:spPr>
        </p:cxnSp>
        <p:cxnSp>
          <p:nvCxnSpPr>
            <p:cNvPr id="917" name="Straight Connector 916">
              <a:extLst>
                <a:ext uri="{FF2B5EF4-FFF2-40B4-BE49-F238E27FC236}">
                  <a16:creationId xmlns:a16="http://schemas.microsoft.com/office/drawing/2014/main" id="{E4DD9B9C-5009-2E6D-282D-379D9845D541}"/>
                </a:ext>
              </a:extLst>
            </p:cNvPr>
            <p:cNvCxnSpPr>
              <a:cxnSpLocks/>
              <a:stCxn id="662" idx="3"/>
              <a:endCxn id="652" idx="1"/>
            </p:cNvCxnSpPr>
            <p:nvPr/>
          </p:nvCxnSpPr>
          <p:spPr>
            <a:xfrm flipH="1">
              <a:off x="5183870" y="2536725"/>
              <a:ext cx="38421" cy="565853"/>
            </a:xfrm>
            <a:prstGeom prst="line">
              <a:avLst/>
            </a:prstGeom>
            <a:noFill/>
            <a:ln w="12700" cap="flat" cmpd="sng" algn="ctr">
              <a:solidFill>
                <a:srgbClr val="000000"/>
              </a:solidFill>
              <a:prstDash val="solid"/>
            </a:ln>
            <a:effectLst/>
          </p:spPr>
        </p:cxnSp>
        <p:cxnSp>
          <p:nvCxnSpPr>
            <p:cNvPr id="918" name="Straight Connector 917">
              <a:extLst>
                <a:ext uri="{FF2B5EF4-FFF2-40B4-BE49-F238E27FC236}">
                  <a16:creationId xmlns:a16="http://schemas.microsoft.com/office/drawing/2014/main" id="{04788211-9995-C32D-8DFF-8EA0DEBECD66}"/>
                </a:ext>
              </a:extLst>
            </p:cNvPr>
            <p:cNvCxnSpPr>
              <a:cxnSpLocks/>
              <a:stCxn id="590" idx="2"/>
              <a:endCxn id="659" idx="0"/>
            </p:cNvCxnSpPr>
            <p:nvPr/>
          </p:nvCxnSpPr>
          <p:spPr>
            <a:xfrm flipV="1">
              <a:off x="4227261" y="2612738"/>
              <a:ext cx="958864" cy="95701"/>
            </a:xfrm>
            <a:prstGeom prst="line">
              <a:avLst/>
            </a:prstGeom>
            <a:noFill/>
            <a:ln w="12700" cap="flat" cmpd="sng" algn="ctr">
              <a:solidFill>
                <a:srgbClr val="000000"/>
              </a:solidFill>
              <a:prstDash val="solid"/>
            </a:ln>
            <a:effectLst/>
          </p:spPr>
        </p:cxnSp>
        <p:cxnSp>
          <p:nvCxnSpPr>
            <p:cNvPr id="921" name="Straight Connector 920">
              <a:extLst>
                <a:ext uri="{FF2B5EF4-FFF2-40B4-BE49-F238E27FC236}">
                  <a16:creationId xmlns:a16="http://schemas.microsoft.com/office/drawing/2014/main" id="{E413F669-E6BB-D911-F2BF-B94ADBB20944}"/>
                </a:ext>
              </a:extLst>
            </p:cNvPr>
            <p:cNvCxnSpPr>
              <a:cxnSpLocks/>
              <a:stCxn id="812" idx="1"/>
              <a:endCxn id="659" idx="0"/>
            </p:cNvCxnSpPr>
            <p:nvPr/>
          </p:nvCxnSpPr>
          <p:spPr>
            <a:xfrm flipH="1">
              <a:off x="5186125" y="2589852"/>
              <a:ext cx="845177" cy="22886"/>
            </a:xfrm>
            <a:prstGeom prst="line">
              <a:avLst/>
            </a:prstGeom>
            <a:noFill/>
            <a:ln w="12700" cap="flat" cmpd="sng" algn="ctr">
              <a:solidFill>
                <a:srgbClr val="000000"/>
              </a:solidFill>
              <a:prstDash val="solid"/>
            </a:ln>
            <a:effectLst/>
          </p:spPr>
        </p:cxnSp>
        <p:grpSp>
          <p:nvGrpSpPr>
            <p:cNvPr id="584" name="Group 357">
              <a:extLst>
                <a:ext uri="{FF2B5EF4-FFF2-40B4-BE49-F238E27FC236}">
                  <a16:creationId xmlns:a16="http://schemas.microsoft.com/office/drawing/2014/main" id="{05D200DE-145E-B57B-2595-CCEA11FCDD37}"/>
                </a:ext>
              </a:extLst>
            </p:cNvPr>
            <p:cNvGrpSpPr>
              <a:grpSpLocks noChangeAspect="1"/>
            </p:cNvGrpSpPr>
            <p:nvPr/>
          </p:nvGrpSpPr>
          <p:grpSpPr bwMode="auto">
            <a:xfrm>
              <a:off x="3984225" y="2631860"/>
              <a:ext cx="395606" cy="205581"/>
              <a:chOff x="1871277" y="1576300"/>
              <a:chExt cx="1128371" cy="437861"/>
            </a:xfrm>
          </p:grpSpPr>
          <p:sp>
            <p:nvSpPr>
              <p:cNvPr id="585" name="Oval 584">
                <a:extLst>
                  <a:ext uri="{FF2B5EF4-FFF2-40B4-BE49-F238E27FC236}">
                    <a16:creationId xmlns:a16="http://schemas.microsoft.com/office/drawing/2014/main" id="{30B4D31D-9607-88B6-301F-81E0CA9AFFE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86" name="Rectangle 585">
                <a:extLst>
                  <a:ext uri="{FF2B5EF4-FFF2-40B4-BE49-F238E27FC236}">
                    <a16:creationId xmlns:a16="http://schemas.microsoft.com/office/drawing/2014/main" id="{B177DB33-EEA3-0695-DCA6-CAE171D6EAF6}"/>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87" name="Oval 586">
                <a:extLst>
                  <a:ext uri="{FF2B5EF4-FFF2-40B4-BE49-F238E27FC236}">
                    <a16:creationId xmlns:a16="http://schemas.microsoft.com/office/drawing/2014/main" id="{5A0A00D1-2122-DF93-3E9D-33B1BF8D944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88" name="Freeform 462">
                <a:extLst>
                  <a:ext uri="{FF2B5EF4-FFF2-40B4-BE49-F238E27FC236}">
                    <a16:creationId xmlns:a16="http://schemas.microsoft.com/office/drawing/2014/main" id="{0F96B102-CA2A-5FF0-CB1A-895E0BBAEE2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89" name="Freeform 463">
                <a:extLst>
                  <a:ext uri="{FF2B5EF4-FFF2-40B4-BE49-F238E27FC236}">
                    <a16:creationId xmlns:a16="http://schemas.microsoft.com/office/drawing/2014/main" id="{069EB86A-1021-E7EE-3B17-FAD20D8F79D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0" name="Freeform 464">
                <a:extLst>
                  <a:ext uri="{FF2B5EF4-FFF2-40B4-BE49-F238E27FC236}">
                    <a16:creationId xmlns:a16="http://schemas.microsoft.com/office/drawing/2014/main" id="{B1BC24FC-FBA4-9E94-7A43-F1FFE651E73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1" name="Freeform 465">
                <a:extLst>
                  <a:ext uri="{FF2B5EF4-FFF2-40B4-BE49-F238E27FC236}">
                    <a16:creationId xmlns:a16="http://schemas.microsoft.com/office/drawing/2014/main" id="{09E0450F-E8E4-9D6F-CEE1-FFEF6AA7757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92" name="Straight Connector 591">
                <a:extLst>
                  <a:ext uri="{FF2B5EF4-FFF2-40B4-BE49-F238E27FC236}">
                    <a16:creationId xmlns:a16="http://schemas.microsoft.com/office/drawing/2014/main" id="{B91EA7C3-E26A-B435-7A74-E76C014FE878}"/>
                  </a:ext>
                </a:extLst>
              </p:cNvPr>
              <p:cNvCxnSpPr>
                <a:cxnSpLocks noChangeShapeType="1"/>
                <a:endCxn id="58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93" name="Straight Connector 592">
                <a:extLst>
                  <a:ext uri="{FF2B5EF4-FFF2-40B4-BE49-F238E27FC236}">
                    <a16:creationId xmlns:a16="http://schemas.microsoft.com/office/drawing/2014/main" id="{41E6E83A-0F55-EB81-F663-FA28D0F5BAA1}"/>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36" name="Group 357">
              <a:extLst>
                <a:ext uri="{FF2B5EF4-FFF2-40B4-BE49-F238E27FC236}">
                  <a16:creationId xmlns:a16="http://schemas.microsoft.com/office/drawing/2014/main" id="{8500C13E-2806-A323-2233-E813E103B257}"/>
                </a:ext>
              </a:extLst>
            </p:cNvPr>
            <p:cNvGrpSpPr>
              <a:grpSpLocks noChangeAspect="1"/>
            </p:cNvGrpSpPr>
            <p:nvPr/>
          </p:nvGrpSpPr>
          <p:grpSpPr bwMode="auto">
            <a:xfrm>
              <a:off x="5873257" y="2991243"/>
              <a:ext cx="395606" cy="205581"/>
              <a:chOff x="1871277" y="1576300"/>
              <a:chExt cx="1128371" cy="437861"/>
            </a:xfrm>
          </p:grpSpPr>
          <p:sp>
            <p:nvSpPr>
              <p:cNvPr id="637" name="Oval 636">
                <a:extLst>
                  <a:ext uri="{FF2B5EF4-FFF2-40B4-BE49-F238E27FC236}">
                    <a16:creationId xmlns:a16="http://schemas.microsoft.com/office/drawing/2014/main" id="{A5E96BBB-780F-7801-654A-DB674DEEDE9B}"/>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38" name="Rectangle 637">
                <a:extLst>
                  <a:ext uri="{FF2B5EF4-FFF2-40B4-BE49-F238E27FC236}">
                    <a16:creationId xmlns:a16="http://schemas.microsoft.com/office/drawing/2014/main" id="{3E1EC0C9-416B-D954-9294-B10F0BB3E21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39" name="Oval 638">
                <a:extLst>
                  <a:ext uri="{FF2B5EF4-FFF2-40B4-BE49-F238E27FC236}">
                    <a16:creationId xmlns:a16="http://schemas.microsoft.com/office/drawing/2014/main" id="{E205575D-3C93-505C-1E92-68B3EB220E2F}"/>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40" name="Freeform 462">
                <a:extLst>
                  <a:ext uri="{FF2B5EF4-FFF2-40B4-BE49-F238E27FC236}">
                    <a16:creationId xmlns:a16="http://schemas.microsoft.com/office/drawing/2014/main" id="{325C05EA-DC48-F43C-34ED-AD09035DCB6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41" name="Freeform 463">
                <a:extLst>
                  <a:ext uri="{FF2B5EF4-FFF2-40B4-BE49-F238E27FC236}">
                    <a16:creationId xmlns:a16="http://schemas.microsoft.com/office/drawing/2014/main" id="{1305BF40-2E8B-225F-32A9-8FA95989C52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2" name="Freeform 464">
                <a:extLst>
                  <a:ext uri="{FF2B5EF4-FFF2-40B4-BE49-F238E27FC236}">
                    <a16:creationId xmlns:a16="http://schemas.microsoft.com/office/drawing/2014/main" id="{4EC6A0DE-84F3-2BF1-DBF1-F1B8A7BC18E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3" name="Freeform 465">
                <a:extLst>
                  <a:ext uri="{FF2B5EF4-FFF2-40B4-BE49-F238E27FC236}">
                    <a16:creationId xmlns:a16="http://schemas.microsoft.com/office/drawing/2014/main" id="{4DA29998-C54D-EB5D-87CA-D0BB2927EF2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44" name="Straight Connector 643">
                <a:extLst>
                  <a:ext uri="{FF2B5EF4-FFF2-40B4-BE49-F238E27FC236}">
                    <a16:creationId xmlns:a16="http://schemas.microsoft.com/office/drawing/2014/main" id="{AF7FB46C-2B8A-9741-8FD3-47F9BC1613F2}"/>
                  </a:ext>
                </a:extLst>
              </p:cNvPr>
              <p:cNvCxnSpPr>
                <a:cxnSpLocks noChangeShapeType="1"/>
                <a:endCxn id="63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45" name="Straight Connector 644">
                <a:extLst>
                  <a:ext uri="{FF2B5EF4-FFF2-40B4-BE49-F238E27FC236}">
                    <a16:creationId xmlns:a16="http://schemas.microsoft.com/office/drawing/2014/main" id="{9BA60943-5339-24D6-EEA4-83573BAC427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46" name="Group 357">
              <a:extLst>
                <a:ext uri="{FF2B5EF4-FFF2-40B4-BE49-F238E27FC236}">
                  <a16:creationId xmlns:a16="http://schemas.microsoft.com/office/drawing/2014/main" id="{940EF197-E320-D569-6358-0CC48C38B8C7}"/>
                </a:ext>
              </a:extLst>
            </p:cNvPr>
            <p:cNvGrpSpPr>
              <a:grpSpLocks noChangeAspect="1"/>
            </p:cNvGrpSpPr>
            <p:nvPr/>
          </p:nvGrpSpPr>
          <p:grpSpPr bwMode="auto">
            <a:xfrm>
              <a:off x="4935226" y="3027240"/>
              <a:ext cx="395606" cy="205581"/>
              <a:chOff x="1871277" y="1576300"/>
              <a:chExt cx="1128371" cy="437861"/>
            </a:xfrm>
          </p:grpSpPr>
          <p:sp>
            <p:nvSpPr>
              <p:cNvPr id="647" name="Oval 646">
                <a:extLst>
                  <a:ext uri="{FF2B5EF4-FFF2-40B4-BE49-F238E27FC236}">
                    <a16:creationId xmlns:a16="http://schemas.microsoft.com/office/drawing/2014/main" id="{04287B0D-DBE9-3A6B-45B3-7317AEB7366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48" name="Rectangle 647">
                <a:extLst>
                  <a:ext uri="{FF2B5EF4-FFF2-40B4-BE49-F238E27FC236}">
                    <a16:creationId xmlns:a16="http://schemas.microsoft.com/office/drawing/2014/main" id="{2B3F9028-CACD-2DB1-30EB-6A58249EFF0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49" name="Oval 648">
                <a:extLst>
                  <a:ext uri="{FF2B5EF4-FFF2-40B4-BE49-F238E27FC236}">
                    <a16:creationId xmlns:a16="http://schemas.microsoft.com/office/drawing/2014/main" id="{D25BFC64-5CC6-262E-C79F-DF043EA7820F}"/>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50" name="Freeform 462">
                <a:extLst>
                  <a:ext uri="{FF2B5EF4-FFF2-40B4-BE49-F238E27FC236}">
                    <a16:creationId xmlns:a16="http://schemas.microsoft.com/office/drawing/2014/main" id="{60C1E039-C4E0-AFA3-9A5C-E4147CA9C2C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51" name="Freeform 463">
                <a:extLst>
                  <a:ext uri="{FF2B5EF4-FFF2-40B4-BE49-F238E27FC236}">
                    <a16:creationId xmlns:a16="http://schemas.microsoft.com/office/drawing/2014/main" id="{F82BA0FA-1DF2-EAE6-3DBD-C51A33B7362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2" name="Freeform 464">
                <a:extLst>
                  <a:ext uri="{FF2B5EF4-FFF2-40B4-BE49-F238E27FC236}">
                    <a16:creationId xmlns:a16="http://schemas.microsoft.com/office/drawing/2014/main" id="{1999BAE9-9337-1FA7-CD6A-43CB2FC11F0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3" name="Freeform 465">
                <a:extLst>
                  <a:ext uri="{FF2B5EF4-FFF2-40B4-BE49-F238E27FC236}">
                    <a16:creationId xmlns:a16="http://schemas.microsoft.com/office/drawing/2014/main" id="{4FF4715D-DC3F-F3F1-1E86-B558522AA5D3}"/>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54" name="Straight Connector 653">
                <a:extLst>
                  <a:ext uri="{FF2B5EF4-FFF2-40B4-BE49-F238E27FC236}">
                    <a16:creationId xmlns:a16="http://schemas.microsoft.com/office/drawing/2014/main" id="{C060A24E-C521-E65F-5C1E-F010B1CF1027}"/>
                  </a:ext>
                </a:extLst>
              </p:cNvPr>
              <p:cNvCxnSpPr>
                <a:cxnSpLocks noChangeShapeType="1"/>
                <a:endCxn id="6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55" name="Straight Connector 654">
                <a:extLst>
                  <a:ext uri="{FF2B5EF4-FFF2-40B4-BE49-F238E27FC236}">
                    <a16:creationId xmlns:a16="http://schemas.microsoft.com/office/drawing/2014/main" id="{C76239AB-66D9-6B83-8E83-DD1D01264BAF}"/>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56" name="Group 357">
              <a:extLst>
                <a:ext uri="{FF2B5EF4-FFF2-40B4-BE49-F238E27FC236}">
                  <a16:creationId xmlns:a16="http://schemas.microsoft.com/office/drawing/2014/main" id="{CCF5FA50-839A-AB55-FDFA-19ED36B615FB}"/>
                </a:ext>
              </a:extLst>
            </p:cNvPr>
            <p:cNvGrpSpPr>
              <a:grpSpLocks noChangeAspect="1"/>
            </p:cNvGrpSpPr>
            <p:nvPr/>
          </p:nvGrpSpPr>
          <p:grpSpPr bwMode="auto">
            <a:xfrm>
              <a:off x="4988877" y="2462720"/>
              <a:ext cx="395606" cy="205581"/>
              <a:chOff x="1871277" y="1576300"/>
              <a:chExt cx="1128371" cy="437861"/>
            </a:xfrm>
          </p:grpSpPr>
          <p:sp>
            <p:nvSpPr>
              <p:cNvPr id="657" name="Oval 656">
                <a:extLst>
                  <a:ext uri="{FF2B5EF4-FFF2-40B4-BE49-F238E27FC236}">
                    <a16:creationId xmlns:a16="http://schemas.microsoft.com/office/drawing/2014/main" id="{C08E04A0-1AAC-1B9E-4C5B-B35FC2FE5D28}"/>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58" name="Rectangle 657">
                <a:extLst>
                  <a:ext uri="{FF2B5EF4-FFF2-40B4-BE49-F238E27FC236}">
                    <a16:creationId xmlns:a16="http://schemas.microsoft.com/office/drawing/2014/main" id="{D8070438-0AD4-3F28-1D93-282B65630C1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59" name="Oval 658">
                <a:extLst>
                  <a:ext uri="{FF2B5EF4-FFF2-40B4-BE49-F238E27FC236}">
                    <a16:creationId xmlns:a16="http://schemas.microsoft.com/office/drawing/2014/main" id="{C6BFD035-A300-D15A-0B69-12B698F991F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60" name="Freeform 462">
                <a:extLst>
                  <a:ext uri="{FF2B5EF4-FFF2-40B4-BE49-F238E27FC236}">
                    <a16:creationId xmlns:a16="http://schemas.microsoft.com/office/drawing/2014/main" id="{4E38CA33-FA34-E1E9-778E-F1F5F2E65D30}"/>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61" name="Freeform 463">
                <a:extLst>
                  <a:ext uri="{FF2B5EF4-FFF2-40B4-BE49-F238E27FC236}">
                    <a16:creationId xmlns:a16="http://schemas.microsoft.com/office/drawing/2014/main" id="{7F549221-E65B-FB42-7EDF-9D5BB9CD274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2" name="Freeform 464">
                <a:extLst>
                  <a:ext uri="{FF2B5EF4-FFF2-40B4-BE49-F238E27FC236}">
                    <a16:creationId xmlns:a16="http://schemas.microsoft.com/office/drawing/2014/main" id="{F987BB4C-FC82-63B6-BA04-054ECBB73CE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3" name="Freeform 465">
                <a:extLst>
                  <a:ext uri="{FF2B5EF4-FFF2-40B4-BE49-F238E27FC236}">
                    <a16:creationId xmlns:a16="http://schemas.microsoft.com/office/drawing/2014/main" id="{7E188766-F44C-6E9B-9E39-73ECB5D015E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64" name="Straight Connector 663">
                <a:extLst>
                  <a:ext uri="{FF2B5EF4-FFF2-40B4-BE49-F238E27FC236}">
                    <a16:creationId xmlns:a16="http://schemas.microsoft.com/office/drawing/2014/main" id="{B078E786-3A1D-4733-CF87-D1606696CA67}"/>
                  </a:ext>
                </a:extLst>
              </p:cNvPr>
              <p:cNvCxnSpPr>
                <a:cxnSpLocks noChangeShapeType="1"/>
                <a:endCxn id="65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65" name="Straight Connector 664">
                <a:extLst>
                  <a:ext uri="{FF2B5EF4-FFF2-40B4-BE49-F238E27FC236}">
                    <a16:creationId xmlns:a16="http://schemas.microsoft.com/office/drawing/2014/main" id="{87351070-F23F-5A3B-044E-15BAE0AF122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66" name="Group 357">
              <a:extLst>
                <a:ext uri="{FF2B5EF4-FFF2-40B4-BE49-F238E27FC236}">
                  <a16:creationId xmlns:a16="http://schemas.microsoft.com/office/drawing/2014/main" id="{5916B2BE-A51A-5536-9085-F12E8BFE79C4}"/>
                </a:ext>
              </a:extLst>
            </p:cNvPr>
            <p:cNvGrpSpPr>
              <a:grpSpLocks noChangeAspect="1"/>
            </p:cNvGrpSpPr>
            <p:nvPr/>
          </p:nvGrpSpPr>
          <p:grpSpPr bwMode="auto">
            <a:xfrm>
              <a:off x="6706742" y="2581853"/>
              <a:ext cx="395606" cy="205581"/>
              <a:chOff x="1871277" y="1576300"/>
              <a:chExt cx="1128371" cy="437861"/>
            </a:xfrm>
          </p:grpSpPr>
          <p:sp>
            <p:nvSpPr>
              <p:cNvPr id="667" name="Oval 666">
                <a:extLst>
                  <a:ext uri="{FF2B5EF4-FFF2-40B4-BE49-F238E27FC236}">
                    <a16:creationId xmlns:a16="http://schemas.microsoft.com/office/drawing/2014/main" id="{8360CF9A-7ECE-FF4E-BABF-6907C6CDC70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68" name="Rectangle 667">
                <a:extLst>
                  <a:ext uri="{FF2B5EF4-FFF2-40B4-BE49-F238E27FC236}">
                    <a16:creationId xmlns:a16="http://schemas.microsoft.com/office/drawing/2014/main" id="{82A3D8B4-8674-AF79-C6CC-F953E39B30FA}"/>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69" name="Oval 668">
                <a:extLst>
                  <a:ext uri="{FF2B5EF4-FFF2-40B4-BE49-F238E27FC236}">
                    <a16:creationId xmlns:a16="http://schemas.microsoft.com/office/drawing/2014/main" id="{ABF778AC-36A0-ABC7-BE32-BA5D9191A25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70" name="Freeform 462">
                <a:extLst>
                  <a:ext uri="{FF2B5EF4-FFF2-40B4-BE49-F238E27FC236}">
                    <a16:creationId xmlns:a16="http://schemas.microsoft.com/office/drawing/2014/main" id="{BBAF788D-B52C-3A93-4967-C17A5A291C1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71" name="Freeform 463">
                <a:extLst>
                  <a:ext uri="{FF2B5EF4-FFF2-40B4-BE49-F238E27FC236}">
                    <a16:creationId xmlns:a16="http://schemas.microsoft.com/office/drawing/2014/main" id="{DB565179-9918-944F-CAAA-AEA53A4EAF3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2" name="Freeform 464">
                <a:extLst>
                  <a:ext uri="{FF2B5EF4-FFF2-40B4-BE49-F238E27FC236}">
                    <a16:creationId xmlns:a16="http://schemas.microsoft.com/office/drawing/2014/main" id="{6A4288EA-33CE-A8B5-6BE2-C72F2C491A0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3" name="Freeform 465">
                <a:extLst>
                  <a:ext uri="{FF2B5EF4-FFF2-40B4-BE49-F238E27FC236}">
                    <a16:creationId xmlns:a16="http://schemas.microsoft.com/office/drawing/2014/main" id="{0ECCD61B-9F66-F707-891E-C937E50A8FC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74" name="Straight Connector 673">
                <a:extLst>
                  <a:ext uri="{FF2B5EF4-FFF2-40B4-BE49-F238E27FC236}">
                    <a16:creationId xmlns:a16="http://schemas.microsoft.com/office/drawing/2014/main" id="{7C505764-ACE7-7AA5-095D-6F90F581EF99}"/>
                  </a:ext>
                </a:extLst>
              </p:cNvPr>
              <p:cNvCxnSpPr>
                <a:cxnSpLocks noChangeShapeType="1"/>
                <a:endCxn id="66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75" name="Straight Connector 674">
                <a:extLst>
                  <a:ext uri="{FF2B5EF4-FFF2-40B4-BE49-F238E27FC236}">
                    <a16:creationId xmlns:a16="http://schemas.microsoft.com/office/drawing/2014/main" id="{D4DA0871-9323-0CD0-94D9-966F436E6B27}"/>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06" name="Group 357">
              <a:extLst>
                <a:ext uri="{FF2B5EF4-FFF2-40B4-BE49-F238E27FC236}">
                  <a16:creationId xmlns:a16="http://schemas.microsoft.com/office/drawing/2014/main" id="{F4F6EF4B-7BBA-40DE-4353-E5D1C0BEB29B}"/>
                </a:ext>
              </a:extLst>
            </p:cNvPr>
            <p:cNvGrpSpPr>
              <a:grpSpLocks noChangeAspect="1"/>
            </p:cNvGrpSpPr>
            <p:nvPr/>
          </p:nvGrpSpPr>
          <p:grpSpPr bwMode="auto">
            <a:xfrm>
              <a:off x="5782658" y="2514514"/>
              <a:ext cx="395606" cy="205581"/>
              <a:chOff x="1871277" y="1576300"/>
              <a:chExt cx="1128371" cy="437861"/>
            </a:xfrm>
          </p:grpSpPr>
          <p:sp>
            <p:nvSpPr>
              <p:cNvPr id="807" name="Oval 806">
                <a:extLst>
                  <a:ext uri="{FF2B5EF4-FFF2-40B4-BE49-F238E27FC236}">
                    <a16:creationId xmlns:a16="http://schemas.microsoft.com/office/drawing/2014/main" id="{2D4162C6-927D-192B-D1AC-280DB375230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08" name="Rectangle 807">
                <a:extLst>
                  <a:ext uri="{FF2B5EF4-FFF2-40B4-BE49-F238E27FC236}">
                    <a16:creationId xmlns:a16="http://schemas.microsoft.com/office/drawing/2014/main" id="{F6E54D32-A3B2-F202-ED50-3315D296F090}"/>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9" name="Oval 808">
                <a:extLst>
                  <a:ext uri="{FF2B5EF4-FFF2-40B4-BE49-F238E27FC236}">
                    <a16:creationId xmlns:a16="http://schemas.microsoft.com/office/drawing/2014/main" id="{3A94C63E-136C-D8BF-1A99-6D2FEEB3D93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10" name="Freeform 462">
                <a:extLst>
                  <a:ext uri="{FF2B5EF4-FFF2-40B4-BE49-F238E27FC236}">
                    <a16:creationId xmlns:a16="http://schemas.microsoft.com/office/drawing/2014/main" id="{6857F542-BD6F-5D5C-53F7-697752CE0AB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11" name="Freeform 463">
                <a:extLst>
                  <a:ext uri="{FF2B5EF4-FFF2-40B4-BE49-F238E27FC236}">
                    <a16:creationId xmlns:a16="http://schemas.microsoft.com/office/drawing/2014/main" id="{BCE6EB2A-E9D8-6A91-DCF3-D2FA2B4468B9}"/>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2" name="Freeform 464">
                <a:extLst>
                  <a:ext uri="{FF2B5EF4-FFF2-40B4-BE49-F238E27FC236}">
                    <a16:creationId xmlns:a16="http://schemas.microsoft.com/office/drawing/2014/main" id="{D7ABEF07-6A15-3059-C54E-75074EB996C5}"/>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3" name="Freeform 465">
                <a:extLst>
                  <a:ext uri="{FF2B5EF4-FFF2-40B4-BE49-F238E27FC236}">
                    <a16:creationId xmlns:a16="http://schemas.microsoft.com/office/drawing/2014/main" id="{DEDEB800-911B-E931-B510-DC6CE4F32BA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14" name="Straight Connector 813">
                <a:extLst>
                  <a:ext uri="{FF2B5EF4-FFF2-40B4-BE49-F238E27FC236}">
                    <a16:creationId xmlns:a16="http://schemas.microsoft.com/office/drawing/2014/main" id="{85CAAB72-D857-9ECB-A120-14F0074E9CFE}"/>
                  </a:ext>
                </a:extLst>
              </p:cNvPr>
              <p:cNvCxnSpPr>
                <a:cxnSpLocks noChangeShapeType="1"/>
                <a:endCxn id="80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15" name="Straight Connector 814">
                <a:extLst>
                  <a:ext uri="{FF2B5EF4-FFF2-40B4-BE49-F238E27FC236}">
                    <a16:creationId xmlns:a16="http://schemas.microsoft.com/office/drawing/2014/main" id="{0B83EBCD-A299-DA53-8043-C7323C4932A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79" name="Group 1078">
            <a:extLst>
              <a:ext uri="{FF2B5EF4-FFF2-40B4-BE49-F238E27FC236}">
                <a16:creationId xmlns:a16="http://schemas.microsoft.com/office/drawing/2014/main" id="{06C370BD-84CF-0013-B00A-7ED6D8735ED1}"/>
              </a:ext>
            </a:extLst>
          </p:cNvPr>
          <p:cNvGrpSpPr/>
          <p:nvPr/>
        </p:nvGrpSpPr>
        <p:grpSpPr>
          <a:xfrm>
            <a:off x="1129343" y="3813163"/>
            <a:ext cx="2511556" cy="1331068"/>
            <a:chOff x="719038" y="3742825"/>
            <a:chExt cx="2511556" cy="1331068"/>
          </a:xfrm>
        </p:grpSpPr>
        <p:cxnSp>
          <p:nvCxnSpPr>
            <p:cNvPr id="871" name="Straight Connector 870">
              <a:extLst>
                <a:ext uri="{FF2B5EF4-FFF2-40B4-BE49-F238E27FC236}">
                  <a16:creationId xmlns:a16="http://schemas.microsoft.com/office/drawing/2014/main" id="{55E94545-9D0B-4B53-845D-321F21CBAA77}"/>
                </a:ext>
              </a:extLst>
            </p:cNvPr>
            <p:cNvCxnSpPr>
              <a:cxnSpLocks/>
              <a:stCxn id="530" idx="1"/>
              <a:endCxn id="829" idx="0"/>
            </p:cNvCxnSpPr>
            <p:nvPr/>
          </p:nvCxnSpPr>
          <p:spPr>
            <a:xfrm>
              <a:off x="1202266" y="4133759"/>
              <a:ext cx="397531" cy="404661"/>
            </a:xfrm>
            <a:prstGeom prst="line">
              <a:avLst/>
            </a:prstGeom>
            <a:noFill/>
            <a:ln w="12700" cap="flat" cmpd="sng" algn="ctr">
              <a:solidFill>
                <a:srgbClr val="000000"/>
              </a:solidFill>
              <a:prstDash val="solid"/>
            </a:ln>
            <a:effectLst/>
          </p:spPr>
        </p:cxnSp>
        <p:cxnSp>
          <p:nvCxnSpPr>
            <p:cNvPr id="882" name="Straight Connector 881">
              <a:extLst>
                <a:ext uri="{FF2B5EF4-FFF2-40B4-BE49-F238E27FC236}">
                  <a16:creationId xmlns:a16="http://schemas.microsoft.com/office/drawing/2014/main" id="{5DBCB37C-986E-0AA1-F4C9-B8AF9BF76132}"/>
                </a:ext>
              </a:extLst>
            </p:cNvPr>
            <p:cNvCxnSpPr>
              <a:cxnSpLocks/>
              <a:stCxn id="819" idx="0"/>
              <a:endCxn id="772" idx="2"/>
            </p:cNvCxnSpPr>
            <p:nvPr/>
          </p:nvCxnSpPr>
          <p:spPr>
            <a:xfrm flipV="1">
              <a:off x="2312496" y="3901190"/>
              <a:ext cx="112222" cy="684457"/>
            </a:xfrm>
            <a:prstGeom prst="line">
              <a:avLst/>
            </a:prstGeom>
            <a:noFill/>
            <a:ln w="12700" cap="flat" cmpd="sng" algn="ctr">
              <a:solidFill>
                <a:srgbClr val="000000"/>
              </a:solidFill>
              <a:prstDash val="solid"/>
            </a:ln>
            <a:effectLst/>
          </p:spPr>
        </p:cxnSp>
        <p:cxnSp>
          <p:nvCxnSpPr>
            <p:cNvPr id="15" name="Straight Connector 14">
              <a:extLst>
                <a:ext uri="{FF2B5EF4-FFF2-40B4-BE49-F238E27FC236}">
                  <a16:creationId xmlns:a16="http://schemas.microsoft.com/office/drawing/2014/main" id="{B311FA05-F07C-E847-1A32-8B95F06890F4}"/>
                </a:ext>
              </a:extLst>
            </p:cNvPr>
            <p:cNvCxnSpPr>
              <a:cxnSpLocks/>
              <a:stCxn id="547" idx="0"/>
              <a:endCxn id="822" idx="3"/>
            </p:cNvCxnSpPr>
            <p:nvPr/>
          </p:nvCxnSpPr>
          <p:spPr>
            <a:xfrm flipH="1" flipV="1">
              <a:off x="2348662" y="4509634"/>
              <a:ext cx="569466" cy="276200"/>
            </a:xfrm>
            <a:prstGeom prst="line">
              <a:avLst/>
            </a:prstGeom>
            <a:noFill/>
            <a:ln w="12700" cap="flat" cmpd="sng" algn="ctr">
              <a:solidFill>
                <a:srgbClr val="000000"/>
              </a:solidFill>
              <a:prstDash val="solid"/>
            </a:ln>
            <a:effectLst/>
          </p:spPr>
        </p:cxnSp>
        <p:cxnSp>
          <p:nvCxnSpPr>
            <p:cNvPr id="16" name="Straight Connector 15">
              <a:extLst>
                <a:ext uri="{FF2B5EF4-FFF2-40B4-BE49-F238E27FC236}">
                  <a16:creationId xmlns:a16="http://schemas.microsoft.com/office/drawing/2014/main" id="{C8E91ACE-BC91-0C48-62C0-9FE236669503}"/>
                </a:ext>
              </a:extLst>
            </p:cNvPr>
            <p:cNvCxnSpPr>
              <a:cxnSpLocks/>
              <a:stCxn id="772" idx="2"/>
              <a:endCxn id="559" idx="4"/>
            </p:cNvCxnSpPr>
            <p:nvPr/>
          </p:nvCxnSpPr>
          <p:spPr>
            <a:xfrm>
              <a:off x="2424718" y="3901190"/>
              <a:ext cx="532712" cy="235291"/>
            </a:xfrm>
            <a:prstGeom prst="line">
              <a:avLst/>
            </a:prstGeom>
            <a:noFill/>
            <a:ln w="12700" cap="flat" cmpd="sng" algn="ctr">
              <a:solidFill>
                <a:srgbClr val="000000"/>
              </a:solidFill>
              <a:prstDash val="solid"/>
            </a:ln>
            <a:effectLst/>
          </p:spPr>
        </p:cxnSp>
        <p:cxnSp>
          <p:nvCxnSpPr>
            <p:cNvPr id="17" name="Straight Connector 16">
              <a:extLst>
                <a:ext uri="{FF2B5EF4-FFF2-40B4-BE49-F238E27FC236}">
                  <a16:creationId xmlns:a16="http://schemas.microsoft.com/office/drawing/2014/main" id="{89F1437F-2CBB-7E6F-1BC5-B9277F493BD4}"/>
                </a:ext>
              </a:extLst>
            </p:cNvPr>
            <p:cNvCxnSpPr>
              <a:cxnSpLocks/>
              <a:stCxn id="822" idx="2"/>
              <a:endCxn id="537" idx="0"/>
            </p:cNvCxnSpPr>
            <p:nvPr/>
          </p:nvCxnSpPr>
          <p:spPr>
            <a:xfrm flipH="1" flipV="1">
              <a:off x="1703329" y="3892843"/>
              <a:ext cx="654955" cy="619365"/>
            </a:xfrm>
            <a:prstGeom prst="line">
              <a:avLst/>
            </a:prstGeom>
            <a:noFill/>
            <a:ln w="12700" cap="flat" cmpd="sng" algn="ctr">
              <a:solidFill>
                <a:srgbClr val="000000"/>
              </a:solidFill>
              <a:prstDash val="solid"/>
            </a:ln>
            <a:effectLst/>
          </p:spPr>
        </p:cxnSp>
        <p:cxnSp>
          <p:nvCxnSpPr>
            <p:cNvPr id="18" name="Straight Connector 17">
              <a:extLst>
                <a:ext uri="{FF2B5EF4-FFF2-40B4-BE49-F238E27FC236}">
                  <a16:creationId xmlns:a16="http://schemas.microsoft.com/office/drawing/2014/main" id="{7C93F600-92CA-ACCC-D09A-6664A09D763B}"/>
                </a:ext>
              </a:extLst>
            </p:cNvPr>
            <p:cNvCxnSpPr>
              <a:cxnSpLocks/>
              <a:stCxn id="769" idx="0"/>
              <a:endCxn id="540" idx="2"/>
            </p:cNvCxnSpPr>
            <p:nvPr/>
          </p:nvCxnSpPr>
          <p:spPr>
            <a:xfrm flipH="1" flipV="1">
              <a:off x="1749117" y="3819404"/>
              <a:ext cx="629813" cy="155225"/>
            </a:xfrm>
            <a:prstGeom prst="line">
              <a:avLst/>
            </a:prstGeom>
            <a:noFill/>
            <a:ln w="12700" cap="flat" cmpd="sng" algn="ctr">
              <a:solidFill>
                <a:srgbClr val="000000"/>
              </a:solidFill>
              <a:prstDash val="solid"/>
            </a:ln>
            <a:effectLst/>
          </p:spPr>
        </p:cxnSp>
        <p:cxnSp>
          <p:nvCxnSpPr>
            <p:cNvPr id="19" name="Straight Connector 18">
              <a:extLst>
                <a:ext uri="{FF2B5EF4-FFF2-40B4-BE49-F238E27FC236}">
                  <a16:creationId xmlns:a16="http://schemas.microsoft.com/office/drawing/2014/main" id="{BA66D811-B01E-2DE7-F0A2-C93A00154B69}"/>
                </a:ext>
              </a:extLst>
            </p:cNvPr>
            <p:cNvCxnSpPr>
              <a:cxnSpLocks/>
              <a:stCxn id="550" idx="1"/>
              <a:endCxn id="560" idx="1"/>
            </p:cNvCxnSpPr>
            <p:nvPr/>
          </p:nvCxnSpPr>
          <p:spPr>
            <a:xfrm flipV="1">
              <a:off x="2969524" y="4183766"/>
              <a:ext cx="114108" cy="527388"/>
            </a:xfrm>
            <a:prstGeom prst="line">
              <a:avLst/>
            </a:prstGeom>
            <a:noFill/>
            <a:ln w="12700" cap="flat" cmpd="sng" algn="ctr">
              <a:solidFill>
                <a:srgbClr val="000000"/>
              </a:solidFill>
              <a:prstDash val="solid"/>
            </a:ln>
            <a:effectLst/>
          </p:spPr>
        </p:cxnSp>
        <p:cxnSp>
          <p:nvCxnSpPr>
            <p:cNvPr id="872" name="Straight Connector 871">
              <a:extLst>
                <a:ext uri="{FF2B5EF4-FFF2-40B4-BE49-F238E27FC236}">
                  <a16:creationId xmlns:a16="http://schemas.microsoft.com/office/drawing/2014/main" id="{3A1822E0-A728-6CB7-4B93-D231ED0E649F}"/>
                </a:ext>
              </a:extLst>
            </p:cNvPr>
            <p:cNvCxnSpPr>
              <a:cxnSpLocks/>
              <a:stCxn id="799" idx="7"/>
              <a:endCxn id="832" idx="1"/>
            </p:cNvCxnSpPr>
            <p:nvPr/>
          </p:nvCxnSpPr>
          <p:spPr>
            <a:xfrm flipV="1">
              <a:off x="1055761" y="4463740"/>
              <a:ext cx="595432" cy="169392"/>
            </a:xfrm>
            <a:prstGeom prst="line">
              <a:avLst/>
            </a:prstGeom>
            <a:noFill/>
            <a:ln w="12700" cap="flat" cmpd="sng" algn="ctr">
              <a:solidFill>
                <a:srgbClr val="000000"/>
              </a:solidFill>
              <a:prstDash val="solid"/>
            </a:ln>
            <a:effectLst/>
          </p:spPr>
        </p:cxnSp>
        <p:cxnSp>
          <p:nvCxnSpPr>
            <p:cNvPr id="873" name="Straight Connector 872">
              <a:extLst>
                <a:ext uri="{FF2B5EF4-FFF2-40B4-BE49-F238E27FC236}">
                  <a16:creationId xmlns:a16="http://schemas.microsoft.com/office/drawing/2014/main" id="{CE8187CE-F5E7-40DB-0A33-91244518FBCE}"/>
                </a:ext>
              </a:extLst>
            </p:cNvPr>
            <p:cNvCxnSpPr>
              <a:cxnSpLocks/>
              <a:endCxn id="819" idx="0"/>
            </p:cNvCxnSpPr>
            <p:nvPr/>
          </p:nvCxnSpPr>
          <p:spPr>
            <a:xfrm flipH="1" flipV="1">
              <a:off x="2312496" y="4585647"/>
              <a:ext cx="93586" cy="348145"/>
            </a:xfrm>
            <a:prstGeom prst="line">
              <a:avLst/>
            </a:prstGeom>
            <a:noFill/>
            <a:ln w="12700" cap="flat" cmpd="sng" algn="ctr">
              <a:solidFill>
                <a:srgbClr val="000000"/>
              </a:solidFill>
              <a:prstDash val="solid"/>
            </a:ln>
            <a:effectLst/>
          </p:spPr>
        </p:cxnSp>
        <p:cxnSp>
          <p:nvCxnSpPr>
            <p:cNvPr id="874" name="Straight Connector 873">
              <a:extLst>
                <a:ext uri="{FF2B5EF4-FFF2-40B4-BE49-F238E27FC236}">
                  <a16:creationId xmlns:a16="http://schemas.microsoft.com/office/drawing/2014/main" id="{D8FC8C5F-5B65-4B6E-DA97-7EDC0902C6E1}"/>
                </a:ext>
              </a:extLst>
            </p:cNvPr>
            <p:cNvCxnSpPr>
              <a:cxnSpLocks/>
              <a:stCxn id="792" idx="0"/>
              <a:endCxn id="822" idx="2"/>
            </p:cNvCxnSpPr>
            <p:nvPr/>
          </p:nvCxnSpPr>
          <p:spPr>
            <a:xfrm flipV="1">
              <a:off x="1557013" y="4512208"/>
              <a:ext cx="801271" cy="403978"/>
            </a:xfrm>
            <a:prstGeom prst="line">
              <a:avLst/>
            </a:prstGeom>
            <a:noFill/>
            <a:ln w="12700" cap="flat" cmpd="sng" algn="ctr">
              <a:solidFill>
                <a:srgbClr val="000000"/>
              </a:solidFill>
              <a:prstDash val="solid"/>
            </a:ln>
            <a:effectLst/>
          </p:spPr>
        </p:cxnSp>
        <p:cxnSp>
          <p:nvCxnSpPr>
            <p:cNvPr id="875" name="Straight Connector 874">
              <a:extLst>
                <a:ext uri="{FF2B5EF4-FFF2-40B4-BE49-F238E27FC236}">
                  <a16:creationId xmlns:a16="http://schemas.microsoft.com/office/drawing/2014/main" id="{E0ED8DEB-525E-3404-A305-EF431D5F6BD6}"/>
                </a:ext>
              </a:extLst>
            </p:cNvPr>
            <p:cNvCxnSpPr>
              <a:cxnSpLocks/>
              <a:stCxn id="799" idx="0"/>
              <a:endCxn id="792" idx="2"/>
            </p:cNvCxnSpPr>
            <p:nvPr/>
          </p:nvCxnSpPr>
          <p:spPr>
            <a:xfrm>
              <a:off x="916286" y="4655102"/>
              <a:ext cx="650400" cy="266543"/>
            </a:xfrm>
            <a:prstGeom prst="line">
              <a:avLst/>
            </a:prstGeom>
            <a:noFill/>
            <a:ln w="12700" cap="flat" cmpd="sng" algn="ctr">
              <a:solidFill>
                <a:srgbClr val="000000"/>
              </a:solidFill>
              <a:prstDash val="solid"/>
            </a:ln>
            <a:effectLst/>
          </p:spPr>
        </p:cxnSp>
        <p:cxnSp>
          <p:nvCxnSpPr>
            <p:cNvPr id="876" name="Straight Connector 875">
              <a:extLst>
                <a:ext uri="{FF2B5EF4-FFF2-40B4-BE49-F238E27FC236}">
                  <a16:creationId xmlns:a16="http://schemas.microsoft.com/office/drawing/2014/main" id="{BC8EB30D-3DF4-B0F8-D844-04DC273D6928}"/>
                </a:ext>
              </a:extLst>
            </p:cNvPr>
            <p:cNvCxnSpPr>
              <a:cxnSpLocks/>
              <a:stCxn id="527" idx="0"/>
              <a:endCxn id="537" idx="0"/>
            </p:cNvCxnSpPr>
            <p:nvPr/>
          </p:nvCxnSpPr>
          <p:spPr>
            <a:xfrm flipV="1">
              <a:off x="1150870" y="3892843"/>
              <a:ext cx="552459" cy="315596"/>
            </a:xfrm>
            <a:prstGeom prst="line">
              <a:avLst/>
            </a:prstGeom>
            <a:noFill/>
            <a:ln w="12700" cap="flat" cmpd="sng" algn="ctr">
              <a:solidFill>
                <a:srgbClr val="000000"/>
              </a:solidFill>
              <a:prstDash val="solid"/>
            </a:ln>
            <a:effectLst/>
          </p:spPr>
        </p:cxnSp>
        <p:cxnSp>
          <p:nvCxnSpPr>
            <p:cNvPr id="877" name="Straight Connector 876">
              <a:extLst>
                <a:ext uri="{FF2B5EF4-FFF2-40B4-BE49-F238E27FC236}">
                  <a16:creationId xmlns:a16="http://schemas.microsoft.com/office/drawing/2014/main" id="{D3234BE2-7DD1-5D5A-A9E8-B76381C2C93E}"/>
                </a:ext>
              </a:extLst>
            </p:cNvPr>
            <p:cNvCxnSpPr>
              <a:cxnSpLocks/>
              <a:stCxn id="530" idx="2"/>
            </p:cNvCxnSpPr>
            <p:nvPr/>
          </p:nvCxnSpPr>
          <p:spPr>
            <a:xfrm flipH="1">
              <a:off x="960180" y="4135000"/>
              <a:ext cx="236478" cy="415005"/>
            </a:xfrm>
            <a:prstGeom prst="line">
              <a:avLst/>
            </a:prstGeom>
            <a:noFill/>
            <a:ln w="12700" cap="flat" cmpd="sng" algn="ctr">
              <a:solidFill>
                <a:srgbClr val="000000"/>
              </a:solidFill>
              <a:prstDash val="solid"/>
            </a:ln>
            <a:effectLst/>
          </p:spPr>
        </p:cxnSp>
        <p:cxnSp>
          <p:nvCxnSpPr>
            <p:cNvPr id="878" name="Straight Connector 877">
              <a:extLst>
                <a:ext uri="{FF2B5EF4-FFF2-40B4-BE49-F238E27FC236}">
                  <a16:creationId xmlns:a16="http://schemas.microsoft.com/office/drawing/2014/main" id="{10B0572F-D81F-6785-B772-7147B22A68A4}"/>
                </a:ext>
              </a:extLst>
            </p:cNvPr>
            <p:cNvCxnSpPr>
              <a:cxnSpLocks/>
              <a:stCxn id="537" idx="0"/>
              <a:endCxn id="829" idx="0"/>
            </p:cNvCxnSpPr>
            <p:nvPr/>
          </p:nvCxnSpPr>
          <p:spPr>
            <a:xfrm flipH="1">
              <a:off x="1599797" y="3892843"/>
              <a:ext cx="103532" cy="645577"/>
            </a:xfrm>
            <a:prstGeom prst="line">
              <a:avLst/>
            </a:prstGeom>
            <a:noFill/>
            <a:ln w="12700" cap="flat" cmpd="sng" algn="ctr">
              <a:solidFill>
                <a:srgbClr val="000000"/>
              </a:solidFill>
              <a:prstDash val="solid"/>
            </a:ln>
            <a:effectLst/>
          </p:spPr>
        </p:cxnSp>
        <p:cxnSp>
          <p:nvCxnSpPr>
            <p:cNvPr id="879" name="Straight Connector 878">
              <a:extLst>
                <a:ext uri="{FF2B5EF4-FFF2-40B4-BE49-F238E27FC236}">
                  <a16:creationId xmlns:a16="http://schemas.microsoft.com/office/drawing/2014/main" id="{A8AD9B21-8B25-3CE2-0357-E92B4ED64C1D}"/>
                </a:ext>
              </a:extLst>
            </p:cNvPr>
            <p:cNvCxnSpPr>
              <a:cxnSpLocks/>
              <a:stCxn id="832" idx="1"/>
              <a:endCxn id="819" idx="0"/>
            </p:cNvCxnSpPr>
            <p:nvPr/>
          </p:nvCxnSpPr>
          <p:spPr>
            <a:xfrm>
              <a:off x="1651193" y="4463740"/>
              <a:ext cx="661303" cy="121907"/>
            </a:xfrm>
            <a:prstGeom prst="line">
              <a:avLst/>
            </a:prstGeom>
            <a:noFill/>
            <a:ln w="12700" cap="flat" cmpd="sng" algn="ctr">
              <a:solidFill>
                <a:srgbClr val="000000"/>
              </a:solidFill>
              <a:prstDash val="solid"/>
            </a:ln>
            <a:effectLst/>
          </p:spPr>
        </p:cxnSp>
        <p:cxnSp>
          <p:nvCxnSpPr>
            <p:cNvPr id="880" name="Straight Connector 879">
              <a:extLst>
                <a:ext uri="{FF2B5EF4-FFF2-40B4-BE49-F238E27FC236}">
                  <a16:creationId xmlns:a16="http://schemas.microsoft.com/office/drawing/2014/main" id="{772BCE27-7D74-97B2-FB34-D7580B98220C}"/>
                </a:ext>
              </a:extLst>
            </p:cNvPr>
            <p:cNvCxnSpPr>
              <a:cxnSpLocks/>
              <a:stCxn id="792" idx="1"/>
              <a:endCxn id="782" idx="2"/>
            </p:cNvCxnSpPr>
            <p:nvPr/>
          </p:nvCxnSpPr>
          <p:spPr>
            <a:xfrm>
              <a:off x="1572294" y="4920404"/>
              <a:ext cx="797103" cy="24487"/>
            </a:xfrm>
            <a:prstGeom prst="line">
              <a:avLst/>
            </a:prstGeom>
            <a:noFill/>
            <a:ln w="12700" cap="flat" cmpd="sng" algn="ctr">
              <a:solidFill>
                <a:srgbClr val="000000"/>
              </a:solidFill>
              <a:prstDash val="solid"/>
            </a:ln>
            <a:effectLst/>
          </p:spPr>
        </p:cxnSp>
        <p:cxnSp>
          <p:nvCxnSpPr>
            <p:cNvPr id="881" name="Straight Connector 880">
              <a:extLst>
                <a:ext uri="{FF2B5EF4-FFF2-40B4-BE49-F238E27FC236}">
                  <a16:creationId xmlns:a16="http://schemas.microsoft.com/office/drawing/2014/main" id="{B798F796-A7C0-9134-25A7-FFE67CBA2912}"/>
                </a:ext>
              </a:extLst>
            </p:cNvPr>
            <p:cNvCxnSpPr>
              <a:cxnSpLocks/>
              <a:stCxn id="789" idx="0"/>
              <a:endCxn id="831" idx="4"/>
            </p:cNvCxnSpPr>
            <p:nvPr/>
          </p:nvCxnSpPr>
          <p:spPr>
            <a:xfrm flipV="1">
              <a:off x="1520898" y="4416455"/>
              <a:ext cx="4093" cy="578629"/>
            </a:xfrm>
            <a:prstGeom prst="line">
              <a:avLst/>
            </a:prstGeom>
            <a:noFill/>
            <a:ln w="12700" cap="flat" cmpd="sng" algn="ctr">
              <a:solidFill>
                <a:srgbClr val="000000"/>
              </a:solidFill>
              <a:prstDash val="solid"/>
            </a:ln>
            <a:effectLst/>
          </p:spPr>
        </p:cxnSp>
        <p:cxnSp>
          <p:nvCxnSpPr>
            <p:cNvPr id="883" name="Straight Connector 882">
              <a:extLst>
                <a:ext uri="{FF2B5EF4-FFF2-40B4-BE49-F238E27FC236}">
                  <a16:creationId xmlns:a16="http://schemas.microsoft.com/office/drawing/2014/main" id="{16F4D65A-6C59-224F-EC01-9AE7F4135EB2}"/>
                </a:ext>
              </a:extLst>
            </p:cNvPr>
            <p:cNvCxnSpPr>
              <a:cxnSpLocks/>
              <a:stCxn id="547" idx="0"/>
              <a:endCxn id="779" idx="0"/>
            </p:cNvCxnSpPr>
            <p:nvPr/>
          </p:nvCxnSpPr>
          <p:spPr>
            <a:xfrm flipH="1">
              <a:off x="2323609" y="4785834"/>
              <a:ext cx="594519" cy="232496"/>
            </a:xfrm>
            <a:prstGeom prst="line">
              <a:avLst/>
            </a:prstGeom>
            <a:noFill/>
            <a:ln w="12700" cap="flat" cmpd="sng" algn="ctr">
              <a:solidFill>
                <a:srgbClr val="000000"/>
              </a:solidFill>
              <a:prstDash val="solid"/>
            </a:ln>
            <a:effectLst/>
          </p:spPr>
        </p:cxnSp>
        <p:cxnSp>
          <p:nvCxnSpPr>
            <p:cNvPr id="910" name="Straight Connector 909">
              <a:extLst>
                <a:ext uri="{FF2B5EF4-FFF2-40B4-BE49-F238E27FC236}">
                  <a16:creationId xmlns:a16="http://schemas.microsoft.com/office/drawing/2014/main" id="{67531369-63BA-97BB-2746-9327444A2FF3}"/>
                </a:ext>
              </a:extLst>
            </p:cNvPr>
            <p:cNvCxnSpPr>
              <a:cxnSpLocks/>
              <a:stCxn id="822" idx="1"/>
              <a:endCxn id="560" idx="1"/>
            </p:cNvCxnSpPr>
            <p:nvPr/>
          </p:nvCxnSpPr>
          <p:spPr>
            <a:xfrm flipV="1">
              <a:off x="2363892" y="4183766"/>
              <a:ext cx="719740" cy="327201"/>
            </a:xfrm>
            <a:prstGeom prst="line">
              <a:avLst/>
            </a:prstGeom>
            <a:noFill/>
            <a:ln w="12700" cap="flat" cmpd="sng" algn="ctr">
              <a:solidFill>
                <a:srgbClr val="000000"/>
              </a:solidFill>
              <a:prstDash val="solid"/>
            </a:ln>
            <a:effectLst/>
          </p:spPr>
        </p:cxnSp>
        <p:grpSp>
          <p:nvGrpSpPr>
            <p:cNvPr id="524" name="Group 357">
              <a:extLst>
                <a:ext uri="{FF2B5EF4-FFF2-40B4-BE49-F238E27FC236}">
                  <a16:creationId xmlns:a16="http://schemas.microsoft.com/office/drawing/2014/main" id="{9754579A-FBDD-B37B-EFBD-C6FC9677C976}"/>
                </a:ext>
              </a:extLst>
            </p:cNvPr>
            <p:cNvGrpSpPr>
              <a:grpSpLocks noChangeAspect="1"/>
            </p:cNvGrpSpPr>
            <p:nvPr/>
          </p:nvGrpSpPr>
          <p:grpSpPr bwMode="auto">
            <a:xfrm>
              <a:off x="953622" y="4058421"/>
              <a:ext cx="395606" cy="205581"/>
              <a:chOff x="1871277" y="1576300"/>
              <a:chExt cx="1128371" cy="437861"/>
            </a:xfrm>
          </p:grpSpPr>
          <p:sp>
            <p:nvSpPr>
              <p:cNvPr id="525" name="Oval 524">
                <a:extLst>
                  <a:ext uri="{FF2B5EF4-FFF2-40B4-BE49-F238E27FC236}">
                    <a16:creationId xmlns:a16="http://schemas.microsoft.com/office/drawing/2014/main" id="{0622C5B0-5835-E460-22A0-8CB11C0C112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26" name="Rectangle 525">
                <a:extLst>
                  <a:ext uri="{FF2B5EF4-FFF2-40B4-BE49-F238E27FC236}">
                    <a16:creationId xmlns:a16="http://schemas.microsoft.com/office/drawing/2014/main" id="{AD90630F-7634-4A3A-FDC5-D8F0C6CAA0A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27" name="Oval 526">
                <a:extLst>
                  <a:ext uri="{FF2B5EF4-FFF2-40B4-BE49-F238E27FC236}">
                    <a16:creationId xmlns:a16="http://schemas.microsoft.com/office/drawing/2014/main" id="{C093FC15-F3CF-485C-1EF5-B47D15A599F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28" name="Freeform 462">
                <a:extLst>
                  <a:ext uri="{FF2B5EF4-FFF2-40B4-BE49-F238E27FC236}">
                    <a16:creationId xmlns:a16="http://schemas.microsoft.com/office/drawing/2014/main" id="{7D178875-1DEF-39C5-000F-97003F7A1217}"/>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29" name="Freeform 463">
                <a:extLst>
                  <a:ext uri="{FF2B5EF4-FFF2-40B4-BE49-F238E27FC236}">
                    <a16:creationId xmlns:a16="http://schemas.microsoft.com/office/drawing/2014/main" id="{3C81B575-14A0-DC7A-29D4-4C91839A466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0" name="Freeform 464">
                <a:extLst>
                  <a:ext uri="{FF2B5EF4-FFF2-40B4-BE49-F238E27FC236}">
                    <a16:creationId xmlns:a16="http://schemas.microsoft.com/office/drawing/2014/main" id="{D200D2D7-048B-7C20-2EFF-AB1339A661F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Freeform 465">
                <a:extLst>
                  <a:ext uri="{FF2B5EF4-FFF2-40B4-BE49-F238E27FC236}">
                    <a16:creationId xmlns:a16="http://schemas.microsoft.com/office/drawing/2014/main" id="{24985D00-5E25-220D-FB12-585437A893C7}"/>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32" name="Straight Connector 531">
                <a:extLst>
                  <a:ext uri="{FF2B5EF4-FFF2-40B4-BE49-F238E27FC236}">
                    <a16:creationId xmlns:a16="http://schemas.microsoft.com/office/drawing/2014/main" id="{7C1A34B5-E7CA-0E6B-842B-19BD954C6511}"/>
                  </a:ext>
                </a:extLst>
              </p:cNvPr>
              <p:cNvCxnSpPr>
                <a:cxnSpLocks noChangeShapeType="1"/>
                <a:endCxn id="52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33" name="Straight Connector 532">
                <a:extLst>
                  <a:ext uri="{FF2B5EF4-FFF2-40B4-BE49-F238E27FC236}">
                    <a16:creationId xmlns:a16="http://schemas.microsoft.com/office/drawing/2014/main" id="{5B3B0649-BA77-F2FE-03E4-7AACC036A852}"/>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34" name="Group 357">
              <a:extLst>
                <a:ext uri="{FF2B5EF4-FFF2-40B4-BE49-F238E27FC236}">
                  <a16:creationId xmlns:a16="http://schemas.microsoft.com/office/drawing/2014/main" id="{2F6A7D36-56FE-9A83-EF8D-1B21B66F78A6}"/>
                </a:ext>
              </a:extLst>
            </p:cNvPr>
            <p:cNvGrpSpPr>
              <a:grpSpLocks noChangeAspect="1"/>
            </p:cNvGrpSpPr>
            <p:nvPr/>
          </p:nvGrpSpPr>
          <p:grpSpPr bwMode="auto">
            <a:xfrm>
              <a:off x="1506081" y="3742825"/>
              <a:ext cx="395606" cy="205581"/>
              <a:chOff x="1871277" y="1576300"/>
              <a:chExt cx="1128371" cy="437861"/>
            </a:xfrm>
          </p:grpSpPr>
          <p:sp>
            <p:nvSpPr>
              <p:cNvPr id="535" name="Oval 534">
                <a:extLst>
                  <a:ext uri="{FF2B5EF4-FFF2-40B4-BE49-F238E27FC236}">
                    <a16:creationId xmlns:a16="http://schemas.microsoft.com/office/drawing/2014/main" id="{962EAC92-4E66-15C0-3946-DAFBD98F4258}"/>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36" name="Rectangle 535">
                <a:extLst>
                  <a:ext uri="{FF2B5EF4-FFF2-40B4-BE49-F238E27FC236}">
                    <a16:creationId xmlns:a16="http://schemas.microsoft.com/office/drawing/2014/main" id="{877BACCD-345F-5652-52A5-4DCD64D69E6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37" name="Oval 536">
                <a:extLst>
                  <a:ext uri="{FF2B5EF4-FFF2-40B4-BE49-F238E27FC236}">
                    <a16:creationId xmlns:a16="http://schemas.microsoft.com/office/drawing/2014/main" id="{0253DB33-5B4B-A4BD-F959-1C8E73D6133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38" name="Freeform 462">
                <a:extLst>
                  <a:ext uri="{FF2B5EF4-FFF2-40B4-BE49-F238E27FC236}">
                    <a16:creationId xmlns:a16="http://schemas.microsoft.com/office/drawing/2014/main" id="{C2F5E0B7-B0F6-122E-C5A1-AD00982441E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39" name="Freeform 463">
                <a:extLst>
                  <a:ext uri="{FF2B5EF4-FFF2-40B4-BE49-F238E27FC236}">
                    <a16:creationId xmlns:a16="http://schemas.microsoft.com/office/drawing/2014/main" id="{15AE67E6-F88B-6B1E-1B87-494A7CBCCFE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0" name="Freeform 464">
                <a:extLst>
                  <a:ext uri="{FF2B5EF4-FFF2-40B4-BE49-F238E27FC236}">
                    <a16:creationId xmlns:a16="http://schemas.microsoft.com/office/drawing/2014/main" id="{3EA07E00-A111-48CA-4C56-93C49524C4F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1" name="Freeform 465">
                <a:extLst>
                  <a:ext uri="{FF2B5EF4-FFF2-40B4-BE49-F238E27FC236}">
                    <a16:creationId xmlns:a16="http://schemas.microsoft.com/office/drawing/2014/main" id="{0D78AFF4-C3AD-1D35-7730-D4AA5CDED5A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2" name="Straight Connector 541">
                <a:extLst>
                  <a:ext uri="{FF2B5EF4-FFF2-40B4-BE49-F238E27FC236}">
                    <a16:creationId xmlns:a16="http://schemas.microsoft.com/office/drawing/2014/main" id="{2534CFDB-D98F-F112-FAD5-957B98AC8DB9}"/>
                  </a:ext>
                </a:extLst>
              </p:cNvPr>
              <p:cNvCxnSpPr>
                <a:cxnSpLocks noChangeShapeType="1"/>
                <a:endCxn id="53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43" name="Straight Connector 542">
                <a:extLst>
                  <a:ext uri="{FF2B5EF4-FFF2-40B4-BE49-F238E27FC236}">
                    <a16:creationId xmlns:a16="http://schemas.microsoft.com/office/drawing/2014/main" id="{51812763-2AB3-1FD2-21D4-FE11A88A1C7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44" name="Group 357">
              <a:extLst>
                <a:ext uri="{FF2B5EF4-FFF2-40B4-BE49-F238E27FC236}">
                  <a16:creationId xmlns:a16="http://schemas.microsoft.com/office/drawing/2014/main" id="{C87CA339-1863-3C7E-AA8F-CD8B0E14710B}"/>
                </a:ext>
              </a:extLst>
            </p:cNvPr>
            <p:cNvGrpSpPr>
              <a:grpSpLocks noChangeAspect="1"/>
            </p:cNvGrpSpPr>
            <p:nvPr/>
          </p:nvGrpSpPr>
          <p:grpSpPr bwMode="auto">
            <a:xfrm>
              <a:off x="2720880" y="4635816"/>
              <a:ext cx="395606" cy="205581"/>
              <a:chOff x="1871277" y="1576300"/>
              <a:chExt cx="1128371" cy="437861"/>
            </a:xfrm>
          </p:grpSpPr>
          <p:sp>
            <p:nvSpPr>
              <p:cNvPr id="545" name="Oval 544">
                <a:extLst>
                  <a:ext uri="{FF2B5EF4-FFF2-40B4-BE49-F238E27FC236}">
                    <a16:creationId xmlns:a16="http://schemas.microsoft.com/office/drawing/2014/main" id="{FA5B4C09-4321-97DA-97AA-C9D83CE66923}"/>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46" name="Rectangle 545">
                <a:extLst>
                  <a:ext uri="{FF2B5EF4-FFF2-40B4-BE49-F238E27FC236}">
                    <a16:creationId xmlns:a16="http://schemas.microsoft.com/office/drawing/2014/main" id="{1FB5FE73-6291-5BDD-C7F2-833E08E266ED}"/>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47" name="Oval 546">
                <a:extLst>
                  <a:ext uri="{FF2B5EF4-FFF2-40B4-BE49-F238E27FC236}">
                    <a16:creationId xmlns:a16="http://schemas.microsoft.com/office/drawing/2014/main" id="{80188E11-2DFF-66C6-59ED-CD8F0E9EA7A5}"/>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48" name="Freeform 462">
                <a:extLst>
                  <a:ext uri="{FF2B5EF4-FFF2-40B4-BE49-F238E27FC236}">
                    <a16:creationId xmlns:a16="http://schemas.microsoft.com/office/drawing/2014/main" id="{82EC624F-77D4-070B-7091-A4467B835A6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49" name="Freeform 463">
                <a:extLst>
                  <a:ext uri="{FF2B5EF4-FFF2-40B4-BE49-F238E27FC236}">
                    <a16:creationId xmlns:a16="http://schemas.microsoft.com/office/drawing/2014/main" id="{72D771E4-4BE8-44C4-6B37-330853ADC72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Freeform 464">
                <a:extLst>
                  <a:ext uri="{FF2B5EF4-FFF2-40B4-BE49-F238E27FC236}">
                    <a16:creationId xmlns:a16="http://schemas.microsoft.com/office/drawing/2014/main" id="{DBE54F63-C0D4-AF4B-1567-E7B1A1C369F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1" name="Freeform 465">
                <a:extLst>
                  <a:ext uri="{FF2B5EF4-FFF2-40B4-BE49-F238E27FC236}">
                    <a16:creationId xmlns:a16="http://schemas.microsoft.com/office/drawing/2014/main" id="{69E83E0C-8BFF-EACC-CBDF-A761BD9C5B8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52" name="Straight Connector 551">
                <a:extLst>
                  <a:ext uri="{FF2B5EF4-FFF2-40B4-BE49-F238E27FC236}">
                    <a16:creationId xmlns:a16="http://schemas.microsoft.com/office/drawing/2014/main" id="{35074E80-1A03-7139-ACA2-D06971B8114A}"/>
                  </a:ext>
                </a:extLst>
              </p:cNvPr>
              <p:cNvCxnSpPr>
                <a:cxnSpLocks noChangeShapeType="1"/>
                <a:endCxn id="54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3" name="Straight Connector 552">
                <a:extLst>
                  <a:ext uri="{FF2B5EF4-FFF2-40B4-BE49-F238E27FC236}">
                    <a16:creationId xmlns:a16="http://schemas.microsoft.com/office/drawing/2014/main" id="{BC8D1D62-9A43-D661-9B7B-7413321B76F0}"/>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54" name="Group 357">
              <a:extLst>
                <a:ext uri="{FF2B5EF4-FFF2-40B4-BE49-F238E27FC236}">
                  <a16:creationId xmlns:a16="http://schemas.microsoft.com/office/drawing/2014/main" id="{0C821BA5-289E-44E8-6347-5BC27C186924}"/>
                </a:ext>
              </a:extLst>
            </p:cNvPr>
            <p:cNvGrpSpPr>
              <a:grpSpLocks noChangeAspect="1"/>
            </p:cNvGrpSpPr>
            <p:nvPr/>
          </p:nvGrpSpPr>
          <p:grpSpPr bwMode="auto">
            <a:xfrm>
              <a:off x="2834988" y="4108428"/>
              <a:ext cx="395606" cy="205581"/>
              <a:chOff x="1871277" y="1576300"/>
              <a:chExt cx="1128371" cy="437861"/>
            </a:xfrm>
          </p:grpSpPr>
          <p:sp>
            <p:nvSpPr>
              <p:cNvPr id="555" name="Oval 554">
                <a:extLst>
                  <a:ext uri="{FF2B5EF4-FFF2-40B4-BE49-F238E27FC236}">
                    <a16:creationId xmlns:a16="http://schemas.microsoft.com/office/drawing/2014/main" id="{1F8BD61B-40DD-47B6-3B4B-AF7CC8E2CC2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56" name="Rectangle 555">
                <a:extLst>
                  <a:ext uri="{FF2B5EF4-FFF2-40B4-BE49-F238E27FC236}">
                    <a16:creationId xmlns:a16="http://schemas.microsoft.com/office/drawing/2014/main" id="{7FA1ECD4-52E2-F24E-6038-FCB80DCAF46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57" name="Oval 556">
                <a:extLst>
                  <a:ext uri="{FF2B5EF4-FFF2-40B4-BE49-F238E27FC236}">
                    <a16:creationId xmlns:a16="http://schemas.microsoft.com/office/drawing/2014/main" id="{122B780E-8356-D799-C24B-4160C3587FB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58" name="Freeform 462">
                <a:extLst>
                  <a:ext uri="{FF2B5EF4-FFF2-40B4-BE49-F238E27FC236}">
                    <a16:creationId xmlns:a16="http://schemas.microsoft.com/office/drawing/2014/main" id="{1E730FBB-9074-7875-A672-4B26AB38D880}"/>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59" name="Freeform 463">
                <a:extLst>
                  <a:ext uri="{FF2B5EF4-FFF2-40B4-BE49-F238E27FC236}">
                    <a16:creationId xmlns:a16="http://schemas.microsoft.com/office/drawing/2014/main" id="{39891221-2740-4AC0-2F49-9316B3E564A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Freeform 464">
                <a:extLst>
                  <a:ext uri="{FF2B5EF4-FFF2-40B4-BE49-F238E27FC236}">
                    <a16:creationId xmlns:a16="http://schemas.microsoft.com/office/drawing/2014/main" id="{3AEFB941-4C6C-50B5-E49E-B8690207E12E}"/>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1" name="Freeform 465">
                <a:extLst>
                  <a:ext uri="{FF2B5EF4-FFF2-40B4-BE49-F238E27FC236}">
                    <a16:creationId xmlns:a16="http://schemas.microsoft.com/office/drawing/2014/main" id="{A2B07850-B0BE-CF1B-214E-59FE20D2C183}"/>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62" name="Straight Connector 561">
                <a:extLst>
                  <a:ext uri="{FF2B5EF4-FFF2-40B4-BE49-F238E27FC236}">
                    <a16:creationId xmlns:a16="http://schemas.microsoft.com/office/drawing/2014/main" id="{D13EC9A7-C268-5F34-6442-00690A173CFC}"/>
                  </a:ext>
                </a:extLst>
              </p:cNvPr>
              <p:cNvCxnSpPr>
                <a:cxnSpLocks noChangeShapeType="1"/>
                <a:endCxn id="55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63" name="Straight Connector 562">
                <a:extLst>
                  <a:ext uri="{FF2B5EF4-FFF2-40B4-BE49-F238E27FC236}">
                    <a16:creationId xmlns:a16="http://schemas.microsoft.com/office/drawing/2014/main" id="{AAB1B14E-084C-7618-6632-BC8A2B21E8F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66" name="Group 357">
              <a:extLst>
                <a:ext uri="{FF2B5EF4-FFF2-40B4-BE49-F238E27FC236}">
                  <a16:creationId xmlns:a16="http://schemas.microsoft.com/office/drawing/2014/main" id="{D2313D34-159E-878C-9DB2-4707B89C1C06}"/>
                </a:ext>
              </a:extLst>
            </p:cNvPr>
            <p:cNvGrpSpPr>
              <a:grpSpLocks noChangeAspect="1"/>
            </p:cNvGrpSpPr>
            <p:nvPr/>
          </p:nvGrpSpPr>
          <p:grpSpPr bwMode="auto">
            <a:xfrm>
              <a:off x="2181682" y="3824611"/>
              <a:ext cx="395606" cy="205581"/>
              <a:chOff x="1871277" y="1576300"/>
              <a:chExt cx="1128371" cy="437861"/>
            </a:xfrm>
          </p:grpSpPr>
          <p:sp>
            <p:nvSpPr>
              <p:cNvPr id="767" name="Oval 766">
                <a:extLst>
                  <a:ext uri="{FF2B5EF4-FFF2-40B4-BE49-F238E27FC236}">
                    <a16:creationId xmlns:a16="http://schemas.microsoft.com/office/drawing/2014/main" id="{6B48C6B2-E8E4-06B8-9483-A54495B443A0}"/>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68" name="Rectangle 767">
                <a:extLst>
                  <a:ext uri="{FF2B5EF4-FFF2-40B4-BE49-F238E27FC236}">
                    <a16:creationId xmlns:a16="http://schemas.microsoft.com/office/drawing/2014/main" id="{D066F230-E138-FB59-16A1-6DCFCB96BDB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9" name="Oval 768">
                <a:extLst>
                  <a:ext uri="{FF2B5EF4-FFF2-40B4-BE49-F238E27FC236}">
                    <a16:creationId xmlns:a16="http://schemas.microsoft.com/office/drawing/2014/main" id="{468EB4F6-4D9C-75FD-1FB9-5C0F5533907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70" name="Freeform 462">
                <a:extLst>
                  <a:ext uri="{FF2B5EF4-FFF2-40B4-BE49-F238E27FC236}">
                    <a16:creationId xmlns:a16="http://schemas.microsoft.com/office/drawing/2014/main" id="{269ED6DF-A49A-3693-991E-6B6BEDE3AF6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71" name="Freeform 463">
                <a:extLst>
                  <a:ext uri="{FF2B5EF4-FFF2-40B4-BE49-F238E27FC236}">
                    <a16:creationId xmlns:a16="http://schemas.microsoft.com/office/drawing/2014/main" id="{56128383-1F00-C34C-27C8-E49EDFC8B70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2" name="Freeform 464">
                <a:extLst>
                  <a:ext uri="{FF2B5EF4-FFF2-40B4-BE49-F238E27FC236}">
                    <a16:creationId xmlns:a16="http://schemas.microsoft.com/office/drawing/2014/main" id="{2AE466A9-FC13-DE25-C968-C86DDD83C5DE}"/>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3" name="Freeform 465">
                <a:extLst>
                  <a:ext uri="{FF2B5EF4-FFF2-40B4-BE49-F238E27FC236}">
                    <a16:creationId xmlns:a16="http://schemas.microsoft.com/office/drawing/2014/main" id="{E4DEC5E5-E422-29AC-C003-F9FD878E6A5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74" name="Straight Connector 773">
                <a:extLst>
                  <a:ext uri="{FF2B5EF4-FFF2-40B4-BE49-F238E27FC236}">
                    <a16:creationId xmlns:a16="http://schemas.microsoft.com/office/drawing/2014/main" id="{263279D6-2AAD-D643-B979-EB65A642A78C}"/>
                  </a:ext>
                </a:extLst>
              </p:cNvPr>
              <p:cNvCxnSpPr>
                <a:cxnSpLocks noChangeShapeType="1"/>
                <a:endCxn id="76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75" name="Straight Connector 774">
                <a:extLst>
                  <a:ext uri="{FF2B5EF4-FFF2-40B4-BE49-F238E27FC236}">
                    <a16:creationId xmlns:a16="http://schemas.microsoft.com/office/drawing/2014/main" id="{398C81BD-5B36-CCEE-58A9-1794D7ABB50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76" name="Group 357">
              <a:extLst>
                <a:ext uri="{FF2B5EF4-FFF2-40B4-BE49-F238E27FC236}">
                  <a16:creationId xmlns:a16="http://schemas.microsoft.com/office/drawing/2014/main" id="{B4BDCC03-903C-450C-7DE0-9A3EAB354E6B}"/>
                </a:ext>
              </a:extLst>
            </p:cNvPr>
            <p:cNvGrpSpPr>
              <a:grpSpLocks noChangeAspect="1"/>
            </p:cNvGrpSpPr>
            <p:nvPr/>
          </p:nvGrpSpPr>
          <p:grpSpPr bwMode="auto">
            <a:xfrm>
              <a:off x="2126361" y="4868312"/>
              <a:ext cx="395606" cy="205581"/>
              <a:chOff x="1871277" y="1576300"/>
              <a:chExt cx="1128371" cy="437861"/>
            </a:xfrm>
          </p:grpSpPr>
          <p:sp>
            <p:nvSpPr>
              <p:cNvPr id="777" name="Oval 776">
                <a:extLst>
                  <a:ext uri="{FF2B5EF4-FFF2-40B4-BE49-F238E27FC236}">
                    <a16:creationId xmlns:a16="http://schemas.microsoft.com/office/drawing/2014/main" id="{694EF3E0-294A-7BF3-D455-651272165E7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78" name="Rectangle 777">
                <a:extLst>
                  <a:ext uri="{FF2B5EF4-FFF2-40B4-BE49-F238E27FC236}">
                    <a16:creationId xmlns:a16="http://schemas.microsoft.com/office/drawing/2014/main" id="{D4CFC70A-B5D2-B48E-6402-1E16FD755C9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79" name="Oval 778">
                <a:extLst>
                  <a:ext uri="{FF2B5EF4-FFF2-40B4-BE49-F238E27FC236}">
                    <a16:creationId xmlns:a16="http://schemas.microsoft.com/office/drawing/2014/main" id="{F1706A9E-4BA0-CC62-431B-15EA4873B8D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80" name="Freeform 462">
                <a:extLst>
                  <a:ext uri="{FF2B5EF4-FFF2-40B4-BE49-F238E27FC236}">
                    <a16:creationId xmlns:a16="http://schemas.microsoft.com/office/drawing/2014/main" id="{924ECC91-2019-8592-6A35-4BEE5B9F97FA}"/>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1" name="Freeform 463">
                <a:extLst>
                  <a:ext uri="{FF2B5EF4-FFF2-40B4-BE49-F238E27FC236}">
                    <a16:creationId xmlns:a16="http://schemas.microsoft.com/office/drawing/2014/main" id="{B2C791B6-8DE3-DCF4-6D2E-06B0634CF3FE}"/>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2" name="Freeform 464">
                <a:extLst>
                  <a:ext uri="{FF2B5EF4-FFF2-40B4-BE49-F238E27FC236}">
                    <a16:creationId xmlns:a16="http://schemas.microsoft.com/office/drawing/2014/main" id="{2609C886-333C-89A8-A86F-F9BCD5A32D31}"/>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3" name="Freeform 465">
                <a:extLst>
                  <a:ext uri="{FF2B5EF4-FFF2-40B4-BE49-F238E27FC236}">
                    <a16:creationId xmlns:a16="http://schemas.microsoft.com/office/drawing/2014/main" id="{D92A8DB5-C3D4-4281-9FA3-E4F5DE3A509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84" name="Straight Connector 783">
                <a:extLst>
                  <a:ext uri="{FF2B5EF4-FFF2-40B4-BE49-F238E27FC236}">
                    <a16:creationId xmlns:a16="http://schemas.microsoft.com/office/drawing/2014/main" id="{15493B3A-D609-C387-58FD-B0763F3AF34D}"/>
                  </a:ext>
                </a:extLst>
              </p:cNvPr>
              <p:cNvCxnSpPr>
                <a:cxnSpLocks noChangeShapeType="1"/>
                <a:endCxn id="77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85" name="Straight Connector 784">
                <a:extLst>
                  <a:ext uri="{FF2B5EF4-FFF2-40B4-BE49-F238E27FC236}">
                    <a16:creationId xmlns:a16="http://schemas.microsoft.com/office/drawing/2014/main" id="{57355221-7B54-CC11-60C3-29768D7389BA}"/>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86" name="Group 357">
              <a:extLst>
                <a:ext uri="{FF2B5EF4-FFF2-40B4-BE49-F238E27FC236}">
                  <a16:creationId xmlns:a16="http://schemas.microsoft.com/office/drawing/2014/main" id="{40EDFB07-D232-5053-71F3-8D2CAC5AE327}"/>
                </a:ext>
              </a:extLst>
            </p:cNvPr>
            <p:cNvGrpSpPr>
              <a:grpSpLocks noChangeAspect="1"/>
            </p:cNvGrpSpPr>
            <p:nvPr/>
          </p:nvGrpSpPr>
          <p:grpSpPr bwMode="auto">
            <a:xfrm>
              <a:off x="1323650" y="4845066"/>
              <a:ext cx="395606" cy="205581"/>
              <a:chOff x="1871277" y="1576300"/>
              <a:chExt cx="1128371" cy="437861"/>
            </a:xfrm>
          </p:grpSpPr>
          <p:sp>
            <p:nvSpPr>
              <p:cNvPr id="787" name="Oval 786">
                <a:extLst>
                  <a:ext uri="{FF2B5EF4-FFF2-40B4-BE49-F238E27FC236}">
                    <a16:creationId xmlns:a16="http://schemas.microsoft.com/office/drawing/2014/main" id="{5126FE73-30A4-A831-D26D-B06B99F7F013}"/>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88" name="Rectangle 787">
                <a:extLst>
                  <a:ext uri="{FF2B5EF4-FFF2-40B4-BE49-F238E27FC236}">
                    <a16:creationId xmlns:a16="http://schemas.microsoft.com/office/drawing/2014/main" id="{83071CFA-9A16-6881-9CDB-84E53A69B2D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9" name="Oval 788">
                <a:extLst>
                  <a:ext uri="{FF2B5EF4-FFF2-40B4-BE49-F238E27FC236}">
                    <a16:creationId xmlns:a16="http://schemas.microsoft.com/office/drawing/2014/main" id="{4EB22A9D-F443-6262-644E-249CD04FF987}"/>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90" name="Freeform 462">
                <a:extLst>
                  <a:ext uri="{FF2B5EF4-FFF2-40B4-BE49-F238E27FC236}">
                    <a16:creationId xmlns:a16="http://schemas.microsoft.com/office/drawing/2014/main" id="{875E3028-7A18-5B45-77EA-2B41311B1FB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91" name="Freeform 463">
                <a:extLst>
                  <a:ext uri="{FF2B5EF4-FFF2-40B4-BE49-F238E27FC236}">
                    <a16:creationId xmlns:a16="http://schemas.microsoft.com/office/drawing/2014/main" id="{04719EA7-693D-C54D-FA86-FEB77BD4542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2" name="Freeform 464">
                <a:extLst>
                  <a:ext uri="{FF2B5EF4-FFF2-40B4-BE49-F238E27FC236}">
                    <a16:creationId xmlns:a16="http://schemas.microsoft.com/office/drawing/2014/main" id="{7F458518-5310-70D6-1991-E3951A2DBFD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3" name="Freeform 465">
                <a:extLst>
                  <a:ext uri="{FF2B5EF4-FFF2-40B4-BE49-F238E27FC236}">
                    <a16:creationId xmlns:a16="http://schemas.microsoft.com/office/drawing/2014/main" id="{36A313DD-6DC2-5B05-ECA0-9C4A26B0882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94" name="Straight Connector 793">
                <a:extLst>
                  <a:ext uri="{FF2B5EF4-FFF2-40B4-BE49-F238E27FC236}">
                    <a16:creationId xmlns:a16="http://schemas.microsoft.com/office/drawing/2014/main" id="{314FAC82-47E8-F3C5-EB0A-1EF033DF5450}"/>
                  </a:ext>
                </a:extLst>
              </p:cNvPr>
              <p:cNvCxnSpPr>
                <a:cxnSpLocks noChangeShapeType="1"/>
                <a:endCxn id="78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95" name="Straight Connector 794">
                <a:extLst>
                  <a:ext uri="{FF2B5EF4-FFF2-40B4-BE49-F238E27FC236}">
                    <a16:creationId xmlns:a16="http://schemas.microsoft.com/office/drawing/2014/main" id="{DA09B9E9-F6D2-B0D6-3219-CFEF51236BC2}"/>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96" name="Group 357">
              <a:extLst>
                <a:ext uri="{FF2B5EF4-FFF2-40B4-BE49-F238E27FC236}">
                  <a16:creationId xmlns:a16="http://schemas.microsoft.com/office/drawing/2014/main" id="{B7B1C22E-8E01-26C1-7CAA-A01506FE8A88}"/>
                </a:ext>
              </a:extLst>
            </p:cNvPr>
            <p:cNvGrpSpPr>
              <a:grpSpLocks noChangeAspect="1"/>
            </p:cNvGrpSpPr>
            <p:nvPr/>
          </p:nvGrpSpPr>
          <p:grpSpPr bwMode="auto">
            <a:xfrm>
              <a:off x="719038" y="4505084"/>
              <a:ext cx="395606" cy="205581"/>
              <a:chOff x="1871277" y="1576300"/>
              <a:chExt cx="1128371" cy="437861"/>
            </a:xfrm>
          </p:grpSpPr>
          <p:sp>
            <p:nvSpPr>
              <p:cNvPr id="797" name="Oval 796">
                <a:extLst>
                  <a:ext uri="{FF2B5EF4-FFF2-40B4-BE49-F238E27FC236}">
                    <a16:creationId xmlns:a16="http://schemas.microsoft.com/office/drawing/2014/main" id="{E7501AA0-D030-DFA1-7009-7526FBED7EC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98" name="Rectangle 797">
                <a:extLst>
                  <a:ext uri="{FF2B5EF4-FFF2-40B4-BE49-F238E27FC236}">
                    <a16:creationId xmlns:a16="http://schemas.microsoft.com/office/drawing/2014/main" id="{1A21712E-5F53-0F9A-93C6-BA04D0ED3037}"/>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99" name="Oval 798">
                <a:extLst>
                  <a:ext uri="{FF2B5EF4-FFF2-40B4-BE49-F238E27FC236}">
                    <a16:creationId xmlns:a16="http://schemas.microsoft.com/office/drawing/2014/main" id="{23F333B4-2E62-3ABB-04D4-67593A0CB04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00" name="Freeform 462">
                <a:extLst>
                  <a:ext uri="{FF2B5EF4-FFF2-40B4-BE49-F238E27FC236}">
                    <a16:creationId xmlns:a16="http://schemas.microsoft.com/office/drawing/2014/main" id="{F6B14ECF-919D-2FEC-1507-25669C4AADE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1" name="Freeform 463">
                <a:extLst>
                  <a:ext uri="{FF2B5EF4-FFF2-40B4-BE49-F238E27FC236}">
                    <a16:creationId xmlns:a16="http://schemas.microsoft.com/office/drawing/2014/main" id="{0C057C7D-A756-4FED-455B-DF3D45456D20}"/>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2" name="Freeform 464">
                <a:extLst>
                  <a:ext uri="{FF2B5EF4-FFF2-40B4-BE49-F238E27FC236}">
                    <a16:creationId xmlns:a16="http://schemas.microsoft.com/office/drawing/2014/main" id="{E8F596A4-935F-6CC6-481E-AA48EA086D43}"/>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3" name="Freeform 465">
                <a:extLst>
                  <a:ext uri="{FF2B5EF4-FFF2-40B4-BE49-F238E27FC236}">
                    <a16:creationId xmlns:a16="http://schemas.microsoft.com/office/drawing/2014/main" id="{3B81BF2B-B3C7-823C-2065-2D49F1AD59F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04" name="Straight Connector 803">
                <a:extLst>
                  <a:ext uri="{FF2B5EF4-FFF2-40B4-BE49-F238E27FC236}">
                    <a16:creationId xmlns:a16="http://schemas.microsoft.com/office/drawing/2014/main" id="{9ECEC85B-644C-2502-8D01-4ACE532A51E6}"/>
                  </a:ext>
                </a:extLst>
              </p:cNvPr>
              <p:cNvCxnSpPr>
                <a:cxnSpLocks noChangeShapeType="1"/>
                <a:endCxn id="79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05" name="Straight Connector 804">
                <a:extLst>
                  <a:ext uri="{FF2B5EF4-FFF2-40B4-BE49-F238E27FC236}">
                    <a16:creationId xmlns:a16="http://schemas.microsoft.com/office/drawing/2014/main" id="{2A106473-71FE-EAAB-0C49-C3B7C23E6583}"/>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16" name="Group 357">
              <a:extLst>
                <a:ext uri="{FF2B5EF4-FFF2-40B4-BE49-F238E27FC236}">
                  <a16:creationId xmlns:a16="http://schemas.microsoft.com/office/drawing/2014/main" id="{E55DAF38-E92A-10E0-2729-6CD7896073C1}"/>
                </a:ext>
              </a:extLst>
            </p:cNvPr>
            <p:cNvGrpSpPr>
              <a:grpSpLocks noChangeAspect="1"/>
            </p:cNvGrpSpPr>
            <p:nvPr/>
          </p:nvGrpSpPr>
          <p:grpSpPr bwMode="auto">
            <a:xfrm>
              <a:off x="2115248" y="4435629"/>
              <a:ext cx="395606" cy="205581"/>
              <a:chOff x="1871277" y="1576300"/>
              <a:chExt cx="1128371" cy="437861"/>
            </a:xfrm>
          </p:grpSpPr>
          <p:sp>
            <p:nvSpPr>
              <p:cNvPr id="817" name="Oval 816">
                <a:extLst>
                  <a:ext uri="{FF2B5EF4-FFF2-40B4-BE49-F238E27FC236}">
                    <a16:creationId xmlns:a16="http://schemas.microsoft.com/office/drawing/2014/main" id="{753999DC-48A5-51D7-3BC7-49212C5C1402}"/>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18" name="Rectangle 817">
                <a:extLst>
                  <a:ext uri="{FF2B5EF4-FFF2-40B4-BE49-F238E27FC236}">
                    <a16:creationId xmlns:a16="http://schemas.microsoft.com/office/drawing/2014/main" id="{70D4624F-190E-5F20-2C56-52971E4D5D5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19" name="Oval 818">
                <a:extLst>
                  <a:ext uri="{FF2B5EF4-FFF2-40B4-BE49-F238E27FC236}">
                    <a16:creationId xmlns:a16="http://schemas.microsoft.com/office/drawing/2014/main" id="{E72A5049-287C-0BA2-D353-1BF9CF036E9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20" name="Freeform 462">
                <a:extLst>
                  <a:ext uri="{FF2B5EF4-FFF2-40B4-BE49-F238E27FC236}">
                    <a16:creationId xmlns:a16="http://schemas.microsoft.com/office/drawing/2014/main" id="{F8248A95-9456-DE7B-FD8D-35275188827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1" name="Freeform 463">
                <a:extLst>
                  <a:ext uri="{FF2B5EF4-FFF2-40B4-BE49-F238E27FC236}">
                    <a16:creationId xmlns:a16="http://schemas.microsoft.com/office/drawing/2014/main" id="{DCE8A13F-B9AB-FC04-F9B2-4B573529C6D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2" name="Freeform 464">
                <a:extLst>
                  <a:ext uri="{FF2B5EF4-FFF2-40B4-BE49-F238E27FC236}">
                    <a16:creationId xmlns:a16="http://schemas.microsoft.com/office/drawing/2014/main" id="{E10E52CE-FB19-43A0-9E12-150F4755097C}"/>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3" name="Freeform 465">
                <a:extLst>
                  <a:ext uri="{FF2B5EF4-FFF2-40B4-BE49-F238E27FC236}">
                    <a16:creationId xmlns:a16="http://schemas.microsoft.com/office/drawing/2014/main" id="{D88C74A1-23CC-55B1-9E36-4804EB08AF22}"/>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24" name="Straight Connector 823">
                <a:extLst>
                  <a:ext uri="{FF2B5EF4-FFF2-40B4-BE49-F238E27FC236}">
                    <a16:creationId xmlns:a16="http://schemas.microsoft.com/office/drawing/2014/main" id="{34135718-F41B-F012-FD25-D5907CA6DDEA}"/>
                  </a:ext>
                </a:extLst>
              </p:cNvPr>
              <p:cNvCxnSpPr>
                <a:cxnSpLocks noChangeShapeType="1"/>
                <a:endCxn id="81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25" name="Straight Connector 824">
                <a:extLst>
                  <a:ext uri="{FF2B5EF4-FFF2-40B4-BE49-F238E27FC236}">
                    <a16:creationId xmlns:a16="http://schemas.microsoft.com/office/drawing/2014/main" id="{F08C52DA-1A69-0AB3-5107-73F53CDA0CD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26" name="Group 357">
              <a:extLst>
                <a:ext uri="{FF2B5EF4-FFF2-40B4-BE49-F238E27FC236}">
                  <a16:creationId xmlns:a16="http://schemas.microsoft.com/office/drawing/2014/main" id="{5F6BABA1-B617-BA96-F2EC-DEBA90320BF3}"/>
                </a:ext>
              </a:extLst>
            </p:cNvPr>
            <p:cNvGrpSpPr>
              <a:grpSpLocks noChangeAspect="1"/>
            </p:cNvGrpSpPr>
            <p:nvPr/>
          </p:nvGrpSpPr>
          <p:grpSpPr bwMode="auto">
            <a:xfrm>
              <a:off x="1402549" y="4388402"/>
              <a:ext cx="395606" cy="205581"/>
              <a:chOff x="1871277" y="1576300"/>
              <a:chExt cx="1128371" cy="437861"/>
            </a:xfrm>
          </p:grpSpPr>
          <p:sp>
            <p:nvSpPr>
              <p:cNvPr id="827" name="Oval 826">
                <a:extLst>
                  <a:ext uri="{FF2B5EF4-FFF2-40B4-BE49-F238E27FC236}">
                    <a16:creationId xmlns:a16="http://schemas.microsoft.com/office/drawing/2014/main" id="{07DD893D-54B3-B35B-2314-1DCDA62568CB}"/>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28" name="Rectangle 827">
                <a:extLst>
                  <a:ext uri="{FF2B5EF4-FFF2-40B4-BE49-F238E27FC236}">
                    <a16:creationId xmlns:a16="http://schemas.microsoft.com/office/drawing/2014/main" id="{9CAA0530-D5AD-37CA-E8B4-78F16DBFCA8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9" name="Oval 828">
                <a:extLst>
                  <a:ext uri="{FF2B5EF4-FFF2-40B4-BE49-F238E27FC236}">
                    <a16:creationId xmlns:a16="http://schemas.microsoft.com/office/drawing/2014/main" id="{F5808CBE-4493-73EF-CC3C-5D62AFBD9349}"/>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30" name="Freeform 462">
                <a:extLst>
                  <a:ext uri="{FF2B5EF4-FFF2-40B4-BE49-F238E27FC236}">
                    <a16:creationId xmlns:a16="http://schemas.microsoft.com/office/drawing/2014/main" id="{A38FD612-63FE-0FFE-692C-D1D7F428F88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31" name="Freeform 463">
                <a:extLst>
                  <a:ext uri="{FF2B5EF4-FFF2-40B4-BE49-F238E27FC236}">
                    <a16:creationId xmlns:a16="http://schemas.microsoft.com/office/drawing/2014/main" id="{5C58CFE8-9080-5627-3799-CAB3DFD91C0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Freeform 464">
                <a:extLst>
                  <a:ext uri="{FF2B5EF4-FFF2-40B4-BE49-F238E27FC236}">
                    <a16:creationId xmlns:a16="http://schemas.microsoft.com/office/drawing/2014/main" id="{79A8EE5E-D8C5-BB77-4337-BE5E818592D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3" name="Freeform 465">
                <a:extLst>
                  <a:ext uri="{FF2B5EF4-FFF2-40B4-BE49-F238E27FC236}">
                    <a16:creationId xmlns:a16="http://schemas.microsoft.com/office/drawing/2014/main" id="{7B776F14-E953-9957-EA47-CDAA2B391E7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34" name="Straight Connector 833">
                <a:extLst>
                  <a:ext uri="{FF2B5EF4-FFF2-40B4-BE49-F238E27FC236}">
                    <a16:creationId xmlns:a16="http://schemas.microsoft.com/office/drawing/2014/main" id="{6D59BAEA-ECDA-1FAD-62C8-F66D21A5CAC4}"/>
                  </a:ext>
                </a:extLst>
              </p:cNvPr>
              <p:cNvCxnSpPr>
                <a:cxnSpLocks noChangeShapeType="1"/>
                <a:endCxn id="82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35" name="Straight Connector 834">
                <a:extLst>
                  <a:ext uri="{FF2B5EF4-FFF2-40B4-BE49-F238E27FC236}">
                    <a16:creationId xmlns:a16="http://schemas.microsoft.com/office/drawing/2014/main" id="{DD7426C5-EE08-7B0F-E0FD-C0476AE2041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cxnSp>
        <p:nvCxnSpPr>
          <p:cNvPr id="851" name="Straight Connector 850">
            <a:extLst>
              <a:ext uri="{FF2B5EF4-FFF2-40B4-BE49-F238E27FC236}">
                <a16:creationId xmlns:a16="http://schemas.microsoft.com/office/drawing/2014/main" id="{8AF13C1F-5DF8-FFBE-808C-FEE7A953E25A}"/>
              </a:ext>
            </a:extLst>
          </p:cNvPr>
          <p:cNvCxnSpPr>
            <a:cxnSpLocks/>
            <a:stCxn id="34" idx="2"/>
            <a:endCxn id="587" idx="0"/>
          </p:cNvCxnSpPr>
          <p:nvPr/>
        </p:nvCxnSpPr>
        <p:spPr>
          <a:xfrm>
            <a:off x="3567118" y="2764887"/>
            <a:ext cx="1024660" cy="87329"/>
          </a:xfrm>
          <a:prstGeom prst="line">
            <a:avLst/>
          </a:prstGeom>
          <a:noFill/>
          <a:ln w="12700" cap="flat" cmpd="sng" algn="ctr">
            <a:solidFill>
              <a:srgbClr val="000000"/>
            </a:solidFill>
            <a:prstDash val="solid"/>
          </a:ln>
          <a:effectLst/>
        </p:spPr>
      </p:cxnSp>
      <p:grpSp>
        <p:nvGrpSpPr>
          <p:cNvPr id="1078" name="Group 1077">
            <a:extLst>
              <a:ext uri="{FF2B5EF4-FFF2-40B4-BE49-F238E27FC236}">
                <a16:creationId xmlns:a16="http://schemas.microsoft.com/office/drawing/2014/main" id="{962EEB6D-CCC9-69A3-AFB3-0FD739D2BA55}"/>
              </a:ext>
            </a:extLst>
          </p:cNvPr>
          <p:cNvGrpSpPr/>
          <p:nvPr/>
        </p:nvGrpSpPr>
        <p:grpSpPr>
          <a:xfrm>
            <a:off x="1381815" y="2309528"/>
            <a:ext cx="2337873" cy="712992"/>
            <a:chOff x="971510" y="2239190"/>
            <a:chExt cx="2337873" cy="712992"/>
          </a:xfrm>
        </p:grpSpPr>
        <p:cxnSp>
          <p:nvCxnSpPr>
            <p:cNvPr id="11" name="Straight Connector 10">
              <a:extLst>
                <a:ext uri="{FF2B5EF4-FFF2-40B4-BE49-F238E27FC236}">
                  <a16:creationId xmlns:a16="http://schemas.microsoft.com/office/drawing/2014/main" id="{A9407C34-F50B-16A6-0125-1068D0438301}"/>
                </a:ext>
              </a:extLst>
            </p:cNvPr>
            <p:cNvCxnSpPr>
              <a:cxnSpLocks/>
              <a:stCxn id="608" idx="11"/>
            </p:cNvCxnSpPr>
            <p:nvPr/>
          </p:nvCxnSpPr>
          <p:spPr>
            <a:xfrm flipV="1">
              <a:off x="1215903" y="2342316"/>
              <a:ext cx="1104021" cy="115254"/>
            </a:xfrm>
            <a:prstGeom prst="line">
              <a:avLst/>
            </a:prstGeom>
            <a:noFill/>
            <a:ln w="12700" cap="flat" cmpd="sng" algn="ctr">
              <a:solidFill>
                <a:srgbClr val="000000"/>
              </a:solidFill>
              <a:prstDash val="solid"/>
            </a:ln>
            <a:effectLst/>
          </p:spPr>
        </p:cxnSp>
        <p:cxnSp>
          <p:nvCxnSpPr>
            <p:cNvPr id="838" name="Straight Connector 837">
              <a:extLst>
                <a:ext uri="{FF2B5EF4-FFF2-40B4-BE49-F238E27FC236}">
                  <a16:creationId xmlns:a16="http://schemas.microsoft.com/office/drawing/2014/main" id="{0D698DBB-1EB3-8E4E-2D2B-164B4AC6B74A}"/>
                </a:ext>
              </a:extLst>
            </p:cNvPr>
            <p:cNvCxnSpPr>
              <a:cxnSpLocks/>
              <a:stCxn id="607" idx="0"/>
              <a:endCxn id="619" idx="4"/>
            </p:cNvCxnSpPr>
            <p:nvPr/>
          </p:nvCxnSpPr>
          <p:spPr>
            <a:xfrm>
              <a:off x="1168758" y="2509393"/>
              <a:ext cx="577578" cy="265261"/>
            </a:xfrm>
            <a:prstGeom prst="line">
              <a:avLst/>
            </a:prstGeom>
            <a:noFill/>
            <a:ln w="12700" cap="flat" cmpd="sng" algn="ctr">
              <a:solidFill>
                <a:srgbClr val="000000"/>
              </a:solidFill>
              <a:prstDash val="solid"/>
            </a:ln>
            <a:effectLst/>
          </p:spPr>
        </p:cxnSp>
        <p:cxnSp>
          <p:nvCxnSpPr>
            <p:cNvPr id="841" name="Straight Connector 840">
              <a:extLst>
                <a:ext uri="{FF2B5EF4-FFF2-40B4-BE49-F238E27FC236}">
                  <a16:creationId xmlns:a16="http://schemas.microsoft.com/office/drawing/2014/main" id="{CB273BAA-2F58-93B0-5966-A908F2AE27BA}"/>
                </a:ext>
              </a:extLst>
            </p:cNvPr>
            <p:cNvCxnSpPr>
              <a:cxnSpLocks/>
              <a:stCxn id="31" idx="0"/>
              <a:endCxn id="617" idx="0"/>
            </p:cNvCxnSpPr>
            <p:nvPr/>
          </p:nvCxnSpPr>
          <p:spPr>
            <a:xfrm flipH="1">
              <a:off x="1821142" y="2767988"/>
              <a:ext cx="1289883" cy="128631"/>
            </a:xfrm>
            <a:prstGeom prst="line">
              <a:avLst/>
            </a:prstGeom>
            <a:noFill/>
            <a:ln w="12700" cap="flat" cmpd="sng" algn="ctr">
              <a:solidFill>
                <a:srgbClr val="000000"/>
              </a:solidFill>
              <a:prstDash val="solid"/>
            </a:ln>
            <a:effectLst/>
          </p:spPr>
        </p:cxnSp>
        <p:cxnSp>
          <p:nvCxnSpPr>
            <p:cNvPr id="844" name="Straight Connector 843">
              <a:extLst>
                <a:ext uri="{FF2B5EF4-FFF2-40B4-BE49-F238E27FC236}">
                  <a16:creationId xmlns:a16="http://schemas.microsoft.com/office/drawing/2014/main" id="{51F375A0-7879-CB8F-8F44-904D59C1DAB7}"/>
                </a:ext>
              </a:extLst>
            </p:cNvPr>
            <p:cNvCxnSpPr>
              <a:cxnSpLocks/>
              <a:stCxn id="34" idx="2"/>
              <a:endCxn id="627" idx="0"/>
            </p:cNvCxnSpPr>
            <p:nvPr/>
          </p:nvCxnSpPr>
          <p:spPr>
            <a:xfrm flipH="1" flipV="1">
              <a:off x="2319924" y="2389208"/>
              <a:ext cx="836889" cy="305341"/>
            </a:xfrm>
            <a:prstGeom prst="line">
              <a:avLst/>
            </a:prstGeom>
            <a:noFill/>
            <a:ln w="12700" cap="flat" cmpd="sng" algn="ctr">
              <a:solidFill>
                <a:srgbClr val="000000"/>
              </a:solidFill>
              <a:prstDash val="solid"/>
            </a:ln>
            <a:effectLst/>
          </p:spPr>
        </p:cxnSp>
        <p:cxnSp>
          <p:nvCxnSpPr>
            <p:cNvPr id="847" name="Straight Connector 846">
              <a:extLst>
                <a:ext uri="{FF2B5EF4-FFF2-40B4-BE49-F238E27FC236}">
                  <a16:creationId xmlns:a16="http://schemas.microsoft.com/office/drawing/2014/main" id="{6CC21F85-2272-52A0-F0D7-2EB3CE5BFEC0}"/>
                </a:ext>
              </a:extLst>
            </p:cNvPr>
            <p:cNvCxnSpPr>
              <a:cxnSpLocks/>
              <a:endCxn id="627" idx="0"/>
            </p:cNvCxnSpPr>
            <p:nvPr/>
          </p:nvCxnSpPr>
          <p:spPr>
            <a:xfrm flipV="1">
              <a:off x="1889313" y="2389208"/>
              <a:ext cx="430611" cy="427932"/>
            </a:xfrm>
            <a:prstGeom prst="line">
              <a:avLst/>
            </a:prstGeom>
            <a:noFill/>
            <a:ln w="12700" cap="flat" cmpd="sng" algn="ctr">
              <a:solidFill>
                <a:srgbClr val="000000"/>
              </a:solidFill>
              <a:prstDash val="solid"/>
            </a:ln>
            <a:effectLst/>
          </p:spPr>
        </p:cxnSp>
        <p:grpSp>
          <p:nvGrpSpPr>
            <p:cNvPr id="27" name="Group 357">
              <a:extLst>
                <a:ext uri="{FF2B5EF4-FFF2-40B4-BE49-F238E27FC236}">
                  <a16:creationId xmlns:a16="http://schemas.microsoft.com/office/drawing/2014/main" id="{9F4FEBFB-1A2B-4A9E-5519-48FEDC6C5123}"/>
                </a:ext>
              </a:extLst>
            </p:cNvPr>
            <p:cNvGrpSpPr>
              <a:grpSpLocks noChangeAspect="1"/>
            </p:cNvGrpSpPr>
            <p:nvPr/>
          </p:nvGrpSpPr>
          <p:grpSpPr bwMode="auto">
            <a:xfrm>
              <a:off x="2913777" y="2617970"/>
              <a:ext cx="395606" cy="205581"/>
              <a:chOff x="1871277" y="1576300"/>
              <a:chExt cx="1128371" cy="437861"/>
            </a:xfrm>
          </p:grpSpPr>
          <p:sp>
            <p:nvSpPr>
              <p:cNvPr id="29" name="Oval 28">
                <a:extLst>
                  <a:ext uri="{FF2B5EF4-FFF2-40B4-BE49-F238E27FC236}">
                    <a16:creationId xmlns:a16="http://schemas.microsoft.com/office/drawing/2014/main" id="{A4758E5E-5F19-015D-DD84-37101244959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 name="Rectangle 29">
                <a:extLst>
                  <a:ext uri="{FF2B5EF4-FFF2-40B4-BE49-F238E27FC236}">
                    <a16:creationId xmlns:a16="http://schemas.microsoft.com/office/drawing/2014/main" id="{5F5E9D9E-A453-D18D-D16B-62E026D677B9}"/>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 name="Oval 30">
                <a:extLst>
                  <a:ext uri="{FF2B5EF4-FFF2-40B4-BE49-F238E27FC236}">
                    <a16:creationId xmlns:a16="http://schemas.microsoft.com/office/drawing/2014/main" id="{4D0D78D3-607C-D8D0-BDE6-3F10441F5372}"/>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 name="Freeform 462">
                <a:extLst>
                  <a:ext uri="{FF2B5EF4-FFF2-40B4-BE49-F238E27FC236}">
                    <a16:creationId xmlns:a16="http://schemas.microsoft.com/office/drawing/2014/main" id="{66862347-12A3-6B90-5269-0FDB453ED9B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 name="Freeform 463">
                <a:extLst>
                  <a:ext uri="{FF2B5EF4-FFF2-40B4-BE49-F238E27FC236}">
                    <a16:creationId xmlns:a16="http://schemas.microsoft.com/office/drawing/2014/main" id="{82903402-73A8-6188-2161-9E9FEB38F70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 name="Freeform 464">
                <a:extLst>
                  <a:ext uri="{FF2B5EF4-FFF2-40B4-BE49-F238E27FC236}">
                    <a16:creationId xmlns:a16="http://schemas.microsoft.com/office/drawing/2014/main" id="{A93BE29C-5EFE-9471-B53A-010E7A31BD9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Freeform 465">
                <a:extLst>
                  <a:ext uri="{FF2B5EF4-FFF2-40B4-BE49-F238E27FC236}">
                    <a16:creationId xmlns:a16="http://schemas.microsoft.com/office/drawing/2014/main" id="{2A1C42D3-B5A0-001A-162A-4396DF484C0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6" name="Straight Connector 35">
                <a:extLst>
                  <a:ext uri="{FF2B5EF4-FFF2-40B4-BE49-F238E27FC236}">
                    <a16:creationId xmlns:a16="http://schemas.microsoft.com/office/drawing/2014/main" id="{9E58A2BD-B1B4-EFAD-7B60-620DC8AB0247}"/>
                  </a:ext>
                </a:extLst>
              </p:cNvPr>
              <p:cNvCxnSpPr>
                <a:cxnSpLocks noChangeShapeType="1"/>
                <a:endCxn id="31"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 name="Straight Connector 36">
                <a:extLst>
                  <a:ext uri="{FF2B5EF4-FFF2-40B4-BE49-F238E27FC236}">
                    <a16:creationId xmlns:a16="http://schemas.microsoft.com/office/drawing/2014/main" id="{CABBEAC2-8028-CCED-7A7B-396566D8CAF3}"/>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04" name="Group 357">
              <a:extLst>
                <a:ext uri="{FF2B5EF4-FFF2-40B4-BE49-F238E27FC236}">
                  <a16:creationId xmlns:a16="http://schemas.microsoft.com/office/drawing/2014/main" id="{6429295C-40A5-83F2-ACE2-BAAA7DBDCE97}"/>
                </a:ext>
              </a:extLst>
            </p:cNvPr>
            <p:cNvGrpSpPr>
              <a:grpSpLocks noChangeAspect="1"/>
            </p:cNvGrpSpPr>
            <p:nvPr/>
          </p:nvGrpSpPr>
          <p:grpSpPr bwMode="auto">
            <a:xfrm>
              <a:off x="971510" y="2359375"/>
              <a:ext cx="395606" cy="205581"/>
              <a:chOff x="1871277" y="1576300"/>
              <a:chExt cx="1128371" cy="437861"/>
            </a:xfrm>
          </p:grpSpPr>
          <p:sp>
            <p:nvSpPr>
              <p:cNvPr id="605" name="Oval 604">
                <a:extLst>
                  <a:ext uri="{FF2B5EF4-FFF2-40B4-BE49-F238E27FC236}">
                    <a16:creationId xmlns:a16="http://schemas.microsoft.com/office/drawing/2014/main" id="{707F6DFB-20EA-07E2-0E01-224411930CA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06" name="Rectangle 605">
                <a:extLst>
                  <a:ext uri="{FF2B5EF4-FFF2-40B4-BE49-F238E27FC236}">
                    <a16:creationId xmlns:a16="http://schemas.microsoft.com/office/drawing/2014/main" id="{A939E0BA-9EE6-ECDD-71FB-C36D49E1425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07" name="Oval 606">
                <a:extLst>
                  <a:ext uri="{FF2B5EF4-FFF2-40B4-BE49-F238E27FC236}">
                    <a16:creationId xmlns:a16="http://schemas.microsoft.com/office/drawing/2014/main" id="{A7EDDE25-81B3-4462-8A41-251FC005C8F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08" name="Freeform 462">
                <a:extLst>
                  <a:ext uri="{FF2B5EF4-FFF2-40B4-BE49-F238E27FC236}">
                    <a16:creationId xmlns:a16="http://schemas.microsoft.com/office/drawing/2014/main" id="{16E4CD4F-3FC9-913F-F902-6C3C036F700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09" name="Freeform 463">
                <a:extLst>
                  <a:ext uri="{FF2B5EF4-FFF2-40B4-BE49-F238E27FC236}">
                    <a16:creationId xmlns:a16="http://schemas.microsoft.com/office/drawing/2014/main" id="{04DD0080-E1E9-3D27-E15C-2F8F03A828E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0" name="Freeform 464">
                <a:extLst>
                  <a:ext uri="{FF2B5EF4-FFF2-40B4-BE49-F238E27FC236}">
                    <a16:creationId xmlns:a16="http://schemas.microsoft.com/office/drawing/2014/main" id="{C45A706A-E1D3-8721-C778-6C38C329F67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1" name="Freeform 465">
                <a:extLst>
                  <a:ext uri="{FF2B5EF4-FFF2-40B4-BE49-F238E27FC236}">
                    <a16:creationId xmlns:a16="http://schemas.microsoft.com/office/drawing/2014/main" id="{3D368618-38DC-2202-5BDC-DBD596342C0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12" name="Straight Connector 611">
                <a:extLst>
                  <a:ext uri="{FF2B5EF4-FFF2-40B4-BE49-F238E27FC236}">
                    <a16:creationId xmlns:a16="http://schemas.microsoft.com/office/drawing/2014/main" id="{B6412237-FD77-5E57-5CA1-34501372FDA1}"/>
                  </a:ext>
                </a:extLst>
              </p:cNvPr>
              <p:cNvCxnSpPr>
                <a:cxnSpLocks noChangeShapeType="1"/>
                <a:endCxn id="60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13" name="Straight Connector 612">
                <a:extLst>
                  <a:ext uri="{FF2B5EF4-FFF2-40B4-BE49-F238E27FC236}">
                    <a16:creationId xmlns:a16="http://schemas.microsoft.com/office/drawing/2014/main" id="{EC7D37A7-D226-2C17-74F0-2B9C7F572401}"/>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14" name="Group 357">
              <a:extLst>
                <a:ext uri="{FF2B5EF4-FFF2-40B4-BE49-F238E27FC236}">
                  <a16:creationId xmlns:a16="http://schemas.microsoft.com/office/drawing/2014/main" id="{037E56A9-7DF9-652F-5793-019CFC4F2D21}"/>
                </a:ext>
              </a:extLst>
            </p:cNvPr>
            <p:cNvGrpSpPr>
              <a:grpSpLocks noChangeAspect="1"/>
            </p:cNvGrpSpPr>
            <p:nvPr/>
          </p:nvGrpSpPr>
          <p:grpSpPr bwMode="auto">
            <a:xfrm>
              <a:off x="1623894" y="2746601"/>
              <a:ext cx="395606" cy="205581"/>
              <a:chOff x="1871277" y="1576300"/>
              <a:chExt cx="1128371" cy="437861"/>
            </a:xfrm>
          </p:grpSpPr>
          <p:sp>
            <p:nvSpPr>
              <p:cNvPr id="615" name="Oval 614">
                <a:extLst>
                  <a:ext uri="{FF2B5EF4-FFF2-40B4-BE49-F238E27FC236}">
                    <a16:creationId xmlns:a16="http://schemas.microsoft.com/office/drawing/2014/main" id="{EC2AB607-FCFE-8EAE-EA6C-BC6416DA68C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16" name="Rectangle 615">
                <a:extLst>
                  <a:ext uri="{FF2B5EF4-FFF2-40B4-BE49-F238E27FC236}">
                    <a16:creationId xmlns:a16="http://schemas.microsoft.com/office/drawing/2014/main" id="{12FFF9AF-C398-7DA4-1A07-A1A7535C3AE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17" name="Oval 616">
                <a:extLst>
                  <a:ext uri="{FF2B5EF4-FFF2-40B4-BE49-F238E27FC236}">
                    <a16:creationId xmlns:a16="http://schemas.microsoft.com/office/drawing/2014/main" id="{204CA8E2-E3CA-6ADB-2138-E92BCA215DE7}"/>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18" name="Freeform 462">
                <a:extLst>
                  <a:ext uri="{FF2B5EF4-FFF2-40B4-BE49-F238E27FC236}">
                    <a16:creationId xmlns:a16="http://schemas.microsoft.com/office/drawing/2014/main" id="{A3E4181F-0A69-06FB-0BB6-3A4A887EB31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19" name="Freeform 463">
                <a:extLst>
                  <a:ext uri="{FF2B5EF4-FFF2-40B4-BE49-F238E27FC236}">
                    <a16:creationId xmlns:a16="http://schemas.microsoft.com/office/drawing/2014/main" id="{8C8EB8FC-4871-886D-8E23-76EEF84A734D}"/>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0" name="Freeform 464">
                <a:extLst>
                  <a:ext uri="{FF2B5EF4-FFF2-40B4-BE49-F238E27FC236}">
                    <a16:creationId xmlns:a16="http://schemas.microsoft.com/office/drawing/2014/main" id="{6DEE1830-0101-782E-618A-367CAB8B069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1" name="Freeform 465">
                <a:extLst>
                  <a:ext uri="{FF2B5EF4-FFF2-40B4-BE49-F238E27FC236}">
                    <a16:creationId xmlns:a16="http://schemas.microsoft.com/office/drawing/2014/main" id="{E6565A87-1657-E995-862D-ACD50C76872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22" name="Straight Connector 621">
                <a:extLst>
                  <a:ext uri="{FF2B5EF4-FFF2-40B4-BE49-F238E27FC236}">
                    <a16:creationId xmlns:a16="http://schemas.microsoft.com/office/drawing/2014/main" id="{30C1155D-B35B-099D-B49E-0E0DABC5FF82}"/>
                  </a:ext>
                </a:extLst>
              </p:cNvPr>
              <p:cNvCxnSpPr>
                <a:cxnSpLocks noChangeShapeType="1"/>
                <a:endCxn id="61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23" name="Straight Connector 622">
                <a:extLst>
                  <a:ext uri="{FF2B5EF4-FFF2-40B4-BE49-F238E27FC236}">
                    <a16:creationId xmlns:a16="http://schemas.microsoft.com/office/drawing/2014/main" id="{07EA7788-C3C4-3AF5-F37E-57028950290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24" name="Group 357">
              <a:extLst>
                <a:ext uri="{FF2B5EF4-FFF2-40B4-BE49-F238E27FC236}">
                  <a16:creationId xmlns:a16="http://schemas.microsoft.com/office/drawing/2014/main" id="{46504C57-EA88-739E-83C7-E92E42C4150F}"/>
                </a:ext>
              </a:extLst>
            </p:cNvPr>
            <p:cNvGrpSpPr>
              <a:grpSpLocks noChangeAspect="1"/>
            </p:cNvGrpSpPr>
            <p:nvPr/>
          </p:nvGrpSpPr>
          <p:grpSpPr bwMode="auto">
            <a:xfrm>
              <a:off x="2122676" y="2239190"/>
              <a:ext cx="395606" cy="205581"/>
              <a:chOff x="1871277" y="1576300"/>
              <a:chExt cx="1128371" cy="437861"/>
            </a:xfrm>
          </p:grpSpPr>
          <p:sp>
            <p:nvSpPr>
              <p:cNvPr id="625" name="Oval 624">
                <a:extLst>
                  <a:ext uri="{FF2B5EF4-FFF2-40B4-BE49-F238E27FC236}">
                    <a16:creationId xmlns:a16="http://schemas.microsoft.com/office/drawing/2014/main" id="{E9B4509B-00C7-AA30-255A-CEF027D351B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26" name="Rectangle 625">
                <a:extLst>
                  <a:ext uri="{FF2B5EF4-FFF2-40B4-BE49-F238E27FC236}">
                    <a16:creationId xmlns:a16="http://schemas.microsoft.com/office/drawing/2014/main" id="{42B8B366-3B0F-7C30-3035-EC10E8C69CA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27" name="Oval 626">
                <a:extLst>
                  <a:ext uri="{FF2B5EF4-FFF2-40B4-BE49-F238E27FC236}">
                    <a16:creationId xmlns:a16="http://schemas.microsoft.com/office/drawing/2014/main" id="{1431BF3F-A103-845B-0384-C7998CDBC26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28" name="Freeform 462">
                <a:extLst>
                  <a:ext uri="{FF2B5EF4-FFF2-40B4-BE49-F238E27FC236}">
                    <a16:creationId xmlns:a16="http://schemas.microsoft.com/office/drawing/2014/main" id="{89388C83-7ECF-7738-0A2B-9A6AF886524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29" name="Freeform 463">
                <a:extLst>
                  <a:ext uri="{FF2B5EF4-FFF2-40B4-BE49-F238E27FC236}">
                    <a16:creationId xmlns:a16="http://schemas.microsoft.com/office/drawing/2014/main" id="{B0CA6743-E313-0EA0-11D8-7E73319C211B}"/>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0" name="Freeform 464">
                <a:extLst>
                  <a:ext uri="{FF2B5EF4-FFF2-40B4-BE49-F238E27FC236}">
                    <a16:creationId xmlns:a16="http://schemas.microsoft.com/office/drawing/2014/main" id="{61E03D22-99C0-C2BE-8518-3F30F2BFC13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1" name="Freeform 465">
                <a:extLst>
                  <a:ext uri="{FF2B5EF4-FFF2-40B4-BE49-F238E27FC236}">
                    <a16:creationId xmlns:a16="http://schemas.microsoft.com/office/drawing/2014/main" id="{96513F93-6518-14A6-C135-36E646697BA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32" name="Straight Connector 631">
                <a:extLst>
                  <a:ext uri="{FF2B5EF4-FFF2-40B4-BE49-F238E27FC236}">
                    <a16:creationId xmlns:a16="http://schemas.microsoft.com/office/drawing/2014/main" id="{C3C90C67-4F80-0652-FA85-6CEF9092F2BB}"/>
                  </a:ext>
                </a:extLst>
              </p:cNvPr>
              <p:cNvCxnSpPr>
                <a:cxnSpLocks noChangeShapeType="1"/>
                <a:endCxn id="62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33" name="Straight Connector 632">
                <a:extLst>
                  <a:ext uri="{FF2B5EF4-FFF2-40B4-BE49-F238E27FC236}">
                    <a16:creationId xmlns:a16="http://schemas.microsoft.com/office/drawing/2014/main" id="{0BFE1173-A342-A7CB-AFC2-A5D7D8FC91E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3" name="Group 1082">
            <a:extLst>
              <a:ext uri="{FF2B5EF4-FFF2-40B4-BE49-F238E27FC236}">
                <a16:creationId xmlns:a16="http://schemas.microsoft.com/office/drawing/2014/main" id="{E3A4AD8D-074B-1BCF-9136-12FE6788CABE}"/>
              </a:ext>
            </a:extLst>
          </p:cNvPr>
          <p:cNvGrpSpPr/>
          <p:nvPr/>
        </p:nvGrpSpPr>
        <p:grpSpPr>
          <a:xfrm>
            <a:off x="8520419" y="4737013"/>
            <a:ext cx="2337873" cy="712992"/>
            <a:chOff x="8110114" y="4666675"/>
            <a:chExt cx="2337873" cy="712992"/>
          </a:xfrm>
        </p:grpSpPr>
        <p:cxnSp>
          <p:nvCxnSpPr>
            <p:cNvPr id="987" name="Straight Connector 986">
              <a:extLst>
                <a:ext uri="{FF2B5EF4-FFF2-40B4-BE49-F238E27FC236}">
                  <a16:creationId xmlns:a16="http://schemas.microsoft.com/office/drawing/2014/main" id="{652BA058-1B0C-916C-D996-566B853CF1AC}"/>
                </a:ext>
              </a:extLst>
            </p:cNvPr>
            <p:cNvCxnSpPr>
              <a:cxnSpLocks/>
              <a:stCxn id="1006" idx="11"/>
            </p:cNvCxnSpPr>
            <p:nvPr/>
          </p:nvCxnSpPr>
          <p:spPr>
            <a:xfrm flipV="1">
              <a:off x="8354507" y="4769801"/>
              <a:ext cx="1104021" cy="115254"/>
            </a:xfrm>
            <a:prstGeom prst="line">
              <a:avLst/>
            </a:prstGeom>
            <a:noFill/>
            <a:ln w="12700" cap="flat" cmpd="sng" algn="ctr">
              <a:solidFill>
                <a:srgbClr val="000000"/>
              </a:solidFill>
              <a:prstDash val="solid"/>
            </a:ln>
            <a:effectLst/>
          </p:spPr>
        </p:cxnSp>
        <p:cxnSp>
          <p:nvCxnSpPr>
            <p:cNvPr id="988" name="Straight Connector 987">
              <a:extLst>
                <a:ext uri="{FF2B5EF4-FFF2-40B4-BE49-F238E27FC236}">
                  <a16:creationId xmlns:a16="http://schemas.microsoft.com/office/drawing/2014/main" id="{E296AD4E-357E-94C1-B50F-D78B5BD0DC9A}"/>
                </a:ext>
              </a:extLst>
            </p:cNvPr>
            <p:cNvCxnSpPr>
              <a:cxnSpLocks/>
              <a:stCxn id="1005" idx="0"/>
              <a:endCxn id="1017" idx="4"/>
            </p:cNvCxnSpPr>
            <p:nvPr/>
          </p:nvCxnSpPr>
          <p:spPr>
            <a:xfrm>
              <a:off x="8307362" y="4936878"/>
              <a:ext cx="577578" cy="265261"/>
            </a:xfrm>
            <a:prstGeom prst="line">
              <a:avLst/>
            </a:prstGeom>
            <a:noFill/>
            <a:ln w="12700" cap="flat" cmpd="sng" algn="ctr">
              <a:solidFill>
                <a:srgbClr val="000000"/>
              </a:solidFill>
              <a:prstDash val="solid"/>
            </a:ln>
            <a:effectLst/>
          </p:spPr>
        </p:cxnSp>
        <p:cxnSp>
          <p:nvCxnSpPr>
            <p:cNvPr id="989" name="Straight Connector 988">
              <a:extLst>
                <a:ext uri="{FF2B5EF4-FFF2-40B4-BE49-F238E27FC236}">
                  <a16:creationId xmlns:a16="http://schemas.microsoft.com/office/drawing/2014/main" id="{CB5B9B82-743C-C3B2-43B8-22BC7C9AB7CE}"/>
                </a:ext>
              </a:extLst>
            </p:cNvPr>
            <p:cNvCxnSpPr>
              <a:cxnSpLocks/>
              <a:stCxn id="995" idx="0"/>
              <a:endCxn id="1015" idx="0"/>
            </p:cNvCxnSpPr>
            <p:nvPr/>
          </p:nvCxnSpPr>
          <p:spPr>
            <a:xfrm flipH="1">
              <a:off x="8959746" y="5195473"/>
              <a:ext cx="1289883" cy="128631"/>
            </a:xfrm>
            <a:prstGeom prst="line">
              <a:avLst/>
            </a:prstGeom>
            <a:noFill/>
            <a:ln w="12700" cap="flat" cmpd="sng" algn="ctr">
              <a:solidFill>
                <a:srgbClr val="000000"/>
              </a:solidFill>
              <a:prstDash val="solid"/>
            </a:ln>
            <a:effectLst/>
          </p:spPr>
        </p:cxnSp>
        <p:cxnSp>
          <p:nvCxnSpPr>
            <p:cNvPr id="990" name="Straight Connector 989">
              <a:extLst>
                <a:ext uri="{FF2B5EF4-FFF2-40B4-BE49-F238E27FC236}">
                  <a16:creationId xmlns:a16="http://schemas.microsoft.com/office/drawing/2014/main" id="{8774591E-A0CE-6FC0-EEE0-4127094E5BD0}"/>
                </a:ext>
              </a:extLst>
            </p:cNvPr>
            <p:cNvCxnSpPr>
              <a:cxnSpLocks/>
              <a:stCxn id="998" idx="2"/>
              <a:endCxn id="1025" idx="0"/>
            </p:cNvCxnSpPr>
            <p:nvPr/>
          </p:nvCxnSpPr>
          <p:spPr>
            <a:xfrm flipH="1" flipV="1">
              <a:off x="9458528" y="4816693"/>
              <a:ext cx="836889" cy="305341"/>
            </a:xfrm>
            <a:prstGeom prst="line">
              <a:avLst/>
            </a:prstGeom>
            <a:noFill/>
            <a:ln w="12700" cap="flat" cmpd="sng" algn="ctr">
              <a:solidFill>
                <a:srgbClr val="000000"/>
              </a:solidFill>
              <a:prstDash val="solid"/>
            </a:ln>
            <a:effectLst/>
          </p:spPr>
        </p:cxnSp>
        <p:cxnSp>
          <p:nvCxnSpPr>
            <p:cNvPr id="991" name="Straight Connector 990">
              <a:extLst>
                <a:ext uri="{FF2B5EF4-FFF2-40B4-BE49-F238E27FC236}">
                  <a16:creationId xmlns:a16="http://schemas.microsoft.com/office/drawing/2014/main" id="{1278D55B-E045-8D32-7401-C4BC7F1FBB07}"/>
                </a:ext>
              </a:extLst>
            </p:cNvPr>
            <p:cNvCxnSpPr>
              <a:cxnSpLocks/>
              <a:endCxn id="1025" idx="0"/>
            </p:cNvCxnSpPr>
            <p:nvPr/>
          </p:nvCxnSpPr>
          <p:spPr>
            <a:xfrm flipV="1">
              <a:off x="9027917" y="4816693"/>
              <a:ext cx="430611" cy="427932"/>
            </a:xfrm>
            <a:prstGeom prst="line">
              <a:avLst/>
            </a:prstGeom>
            <a:noFill/>
            <a:ln w="12700" cap="flat" cmpd="sng" algn="ctr">
              <a:solidFill>
                <a:srgbClr val="000000"/>
              </a:solidFill>
              <a:prstDash val="solid"/>
            </a:ln>
            <a:effectLst/>
          </p:spPr>
        </p:cxnSp>
        <p:grpSp>
          <p:nvGrpSpPr>
            <p:cNvPr id="992" name="Group 357">
              <a:extLst>
                <a:ext uri="{FF2B5EF4-FFF2-40B4-BE49-F238E27FC236}">
                  <a16:creationId xmlns:a16="http://schemas.microsoft.com/office/drawing/2014/main" id="{2F779F61-AB4F-2E4C-5CE5-07EF2E5851AF}"/>
                </a:ext>
              </a:extLst>
            </p:cNvPr>
            <p:cNvGrpSpPr>
              <a:grpSpLocks noChangeAspect="1"/>
            </p:cNvGrpSpPr>
            <p:nvPr/>
          </p:nvGrpSpPr>
          <p:grpSpPr bwMode="auto">
            <a:xfrm>
              <a:off x="10052381" y="5045455"/>
              <a:ext cx="395606" cy="205581"/>
              <a:chOff x="1871277" y="1576300"/>
              <a:chExt cx="1128371" cy="437861"/>
            </a:xfrm>
          </p:grpSpPr>
          <p:sp>
            <p:nvSpPr>
              <p:cNvPr id="993" name="Oval 992">
                <a:extLst>
                  <a:ext uri="{FF2B5EF4-FFF2-40B4-BE49-F238E27FC236}">
                    <a16:creationId xmlns:a16="http://schemas.microsoft.com/office/drawing/2014/main" id="{95E984E3-9DAD-79B4-2CE6-1A5B96F6D37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94" name="Rectangle 993">
                <a:extLst>
                  <a:ext uri="{FF2B5EF4-FFF2-40B4-BE49-F238E27FC236}">
                    <a16:creationId xmlns:a16="http://schemas.microsoft.com/office/drawing/2014/main" id="{C94AF12F-3CA6-CFFF-A445-DFEFEFA1EEF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5" name="Oval 994">
                <a:extLst>
                  <a:ext uri="{FF2B5EF4-FFF2-40B4-BE49-F238E27FC236}">
                    <a16:creationId xmlns:a16="http://schemas.microsoft.com/office/drawing/2014/main" id="{90CAE134-B2D0-242A-E222-A55B75D0E998}"/>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96" name="Freeform 462">
                <a:extLst>
                  <a:ext uri="{FF2B5EF4-FFF2-40B4-BE49-F238E27FC236}">
                    <a16:creationId xmlns:a16="http://schemas.microsoft.com/office/drawing/2014/main" id="{EC0A8D9D-8E0D-B1CB-4818-95153842289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Freeform 463">
                <a:extLst>
                  <a:ext uri="{FF2B5EF4-FFF2-40B4-BE49-F238E27FC236}">
                    <a16:creationId xmlns:a16="http://schemas.microsoft.com/office/drawing/2014/main" id="{0D9FFB4D-1CFE-DF3C-1B1C-6459054FA18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8" name="Freeform 464">
                <a:extLst>
                  <a:ext uri="{FF2B5EF4-FFF2-40B4-BE49-F238E27FC236}">
                    <a16:creationId xmlns:a16="http://schemas.microsoft.com/office/drawing/2014/main" id="{E590CC06-6D73-67E9-27B5-8407BDE32C91}"/>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9" name="Freeform 465">
                <a:extLst>
                  <a:ext uri="{FF2B5EF4-FFF2-40B4-BE49-F238E27FC236}">
                    <a16:creationId xmlns:a16="http://schemas.microsoft.com/office/drawing/2014/main" id="{F784891B-BF2C-2B49-9F91-AF67F7FB4BC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00" name="Straight Connector 999">
                <a:extLst>
                  <a:ext uri="{FF2B5EF4-FFF2-40B4-BE49-F238E27FC236}">
                    <a16:creationId xmlns:a16="http://schemas.microsoft.com/office/drawing/2014/main" id="{651C52A6-75F5-D885-2381-162394DD9422}"/>
                  </a:ext>
                </a:extLst>
              </p:cNvPr>
              <p:cNvCxnSpPr>
                <a:cxnSpLocks noChangeShapeType="1"/>
                <a:endCxn id="99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01" name="Straight Connector 1000">
                <a:extLst>
                  <a:ext uri="{FF2B5EF4-FFF2-40B4-BE49-F238E27FC236}">
                    <a16:creationId xmlns:a16="http://schemas.microsoft.com/office/drawing/2014/main" id="{6000C8DC-772A-758D-0ABC-0C43831C2747}"/>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12" name="Group 357">
              <a:extLst>
                <a:ext uri="{FF2B5EF4-FFF2-40B4-BE49-F238E27FC236}">
                  <a16:creationId xmlns:a16="http://schemas.microsoft.com/office/drawing/2014/main" id="{5DB28B9E-E443-4458-0702-54EB90629AEB}"/>
                </a:ext>
              </a:extLst>
            </p:cNvPr>
            <p:cNvGrpSpPr>
              <a:grpSpLocks noChangeAspect="1"/>
            </p:cNvGrpSpPr>
            <p:nvPr/>
          </p:nvGrpSpPr>
          <p:grpSpPr bwMode="auto">
            <a:xfrm>
              <a:off x="8762498" y="5174086"/>
              <a:ext cx="395606" cy="205581"/>
              <a:chOff x="1871277" y="1576300"/>
              <a:chExt cx="1128371" cy="437861"/>
            </a:xfrm>
          </p:grpSpPr>
          <p:sp>
            <p:nvSpPr>
              <p:cNvPr id="1013" name="Oval 1012">
                <a:extLst>
                  <a:ext uri="{FF2B5EF4-FFF2-40B4-BE49-F238E27FC236}">
                    <a16:creationId xmlns:a16="http://schemas.microsoft.com/office/drawing/2014/main" id="{D511C928-A385-3BA6-8245-F12A304AC83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14" name="Rectangle 1013">
                <a:extLst>
                  <a:ext uri="{FF2B5EF4-FFF2-40B4-BE49-F238E27FC236}">
                    <a16:creationId xmlns:a16="http://schemas.microsoft.com/office/drawing/2014/main" id="{6292ABC7-215D-1287-04F5-415B4A99D88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5" name="Oval 1014">
                <a:extLst>
                  <a:ext uri="{FF2B5EF4-FFF2-40B4-BE49-F238E27FC236}">
                    <a16:creationId xmlns:a16="http://schemas.microsoft.com/office/drawing/2014/main" id="{68F4B21F-8B25-5326-D2F5-F37D13A567CA}"/>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16" name="Freeform 462">
                <a:extLst>
                  <a:ext uri="{FF2B5EF4-FFF2-40B4-BE49-F238E27FC236}">
                    <a16:creationId xmlns:a16="http://schemas.microsoft.com/office/drawing/2014/main" id="{A07D22A6-5D0D-707C-4592-FBFFD74696D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Freeform 463">
                <a:extLst>
                  <a:ext uri="{FF2B5EF4-FFF2-40B4-BE49-F238E27FC236}">
                    <a16:creationId xmlns:a16="http://schemas.microsoft.com/office/drawing/2014/main" id="{48707CF2-84A8-70C2-5166-B455203571B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8" name="Freeform 464">
                <a:extLst>
                  <a:ext uri="{FF2B5EF4-FFF2-40B4-BE49-F238E27FC236}">
                    <a16:creationId xmlns:a16="http://schemas.microsoft.com/office/drawing/2014/main" id="{6A17958E-61FA-8F74-053B-A820FC311DD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9" name="Freeform 465">
                <a:extLst>
                  <a:ext uri="{FF2B5EF4-FFF2-40B4-BE49-F238E27FC236}">
                    <a16:creationId xmlns:a16="http://schemas.microsoft.com/office/drawing/2014/main" id="{7C34F79E-16C6-8C81-161F-CF7CCB6D5F4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20" name="Straight Connector 1019">
                <a:extLst>
                  <a:ext uri="{FF2B5EF4-FFF2-40B4-BE49-F238E27FC236}">
                    <a16:creationId xmlns:a16="http://schemas.microsoft.com/office/drawing/2014/main" id="{12314195-C10B-8942-1561-0CFC4BA88579}"/>
                  </a:ext>
                </a:extLst>
              </p:cNvPr>
              <p:cNvCxnSpPr>
                <a:cxnSpLocks noChangeShapeType="1"/>
                <a:endCxn id="101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21" name="Straight Connector 1020">
                <a:extLst>
                  <a:ext uri="{FF2B5EF4-FFF2-40B4-BE49-F238E27FC236}">
                    <a16:creationId xmlns:a16="http://schemas.microsoft.com/office/drawing/2014/main" id="{68525DB7-A92E-C506-3B01-0B03FD94CF8A}"/>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22" name="Group 357">
              <a:extLst>
                <a:ext uri="{FF2B5EF4-FFF2-40B4-BE49-F238E27FC236}">
                  <a16:creationId xmlns:a16="http://schemas.microsoft.com/office/drawing/2014/main" id="{DE1BF987-3053-EC9D-356C-140E1E8F91E2}"/>
                </a:ext>
              </a:extLst>
            </p:cNvPr>
            <p:cNvGrpSpPr>
              <a:grpSpLocks noChangeAspect="1"/>
            </p:cNvGrpSpPr>
            <p:nvPr/>
          </p:nvGrpSpPr>
          <p:grpSpPr bwMode="auto">
            <a:xfrm>
              <a:off x="9261280" y="4666675"/>
              <a:ext cx="395606" cy="205581"/>
              <a:chOff x="1871277" y="1576300"/>
              <a:chExt cx="1128371" cy="437861"/>
            </a:xfrm>
          </p:grpSpPr>
          <p:sp>
            <p:nvSpPr>
              <p:cNvPr id="1023" name="Oval 1022">
                <a:extLst>
                  <a:ext uri="{FF2B5EF4-FFF2-40B4-BE49-F238E27FC236}">
                    <a16:creationId xmlns:a16="http://schemas.microsoft.com/office/drawing/2014/main" id="{FE44A6F1-60BE-4FC6-C0BA-922ABF05F41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4" name="Rectangle 1023">
                <a:extLst>
                  <a:ext uri="{FF2B5EF4-FFF2-40B4-BE49-F238E27FC236}">
                    <a16:creationId xmlns:a16="http://schemas.microsoft.com/office/drawing/2014/main" id="{9540F315-8386-B8A3-D817-A25B1C8D90B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81ED65AE-8D4E-2660-4FAE-F0B04E3A709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462">
                <a:extLst>
                  <a:ext uri="{FF2B5EF4-FFF2-40B4-BE49-F238E27FC236}">
                    <a16:creationId xmlns:a16="http://schemas.microsoft.com/office/drawing/2014/main" id="{F57F0B59-4C48-31D3-04CE-DCED86FE0B1A}"/>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463">
                <a:extLst>
                  <a:ext uri="{FF2B5EF4-FFF2-40B4-BE49-F238E27FC236}">
                    <a16:creationId xmlns:a16="http://schemas.microsoft.com/office/drawing/2014/main" id="{A68C2951-CB1A-EAC2-DCC6-1D6B5691CF3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464">
                <a:extLst>
                  <a:ext uri="{FF2B5EF4-FFF2-40B4-BE49-F238E27FC236}">
                    <a16:creationId xmlns:a16="http://schemas.microsoft.com/office/drawing/2014/main" id="{F7D4E59E-3114-3D6D-71CB-6ABC40F3183C}"/>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465">
                <a:extLst>
                  <a:ext uri="{FF2B5EF4-FFF2-40B4-BE49-F238E27FC236}">
                    <a16:creationId xmlns:a16="http://schemas.microsoft.com/office/drawing/2014/main" id="{1B557B39-4457-A065-3184-7EF305F4816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F6EEBE58-037F-39C9-F09B-60770F7EBCDB}"/>
                  </a:ext>
                </a:extLst>
              </p:cNvPr>
              <p:cNvCxnSpPr>
                <a:cxnSpLocks noChangeShapeType="1"/>
                <a:endCxn id="102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B7153635-1D55-1D7F-2CA6-7938124DF42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02" name="Group 357">
              <a:extLst>
                <a:ext uri="{FF2B5EF4-FFF2-40B4-BE49-F238E27FC236}">
                  <a16:creationId xmlns:a16="http://schemas.microsoft.com/office/drawing/2014/main" id="{32FDAEE9-9762-EA8A-DAFA-64BCE6CD8943}"/>
                </a:ext>
              </a:extLst>
            </p:cNvPr>
            <p:cNvGrpSpPr>
              <a:grpSpLocks noChangeAspect="1"/>
            </p:cNvGrpSpPr>
            <p:nvPr/>
          </p:nvGrpSpPr>
          <p:grpSpPr bwMode="auto">
            <a:xfrm>
              <a:off x="8110114" y="4786860"/>
              <a:ext cx="395606" cy="205581"/>
              <a:chOff x="1871277" y="1576300"/>
              <a:chExt cx="1128371" cy="437861"/>
            </a:xfrm>
          </p:grpSpPr>
          <p:sp>
            <p:nvSpPr>
              <p:cNvPr id="1003" name="Oval 1002">
                <a:extLst>
                  <a:ext uri="{FF2B5EF4-FFF2-40B4-BE49-F238E27FC236}">
                    <a16:creationId xmlns:a16="http://schemas.microsoft.com/office/drawing/2014/main" id="{F2816449-4082-7695-4D85-1A503946071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4" name="Rectangle 1003">
                <a:extLst>
                  <a:ext uri="{FF2B5EF4-FFF2-40B4-BE49-F238E27FC236}">
                    <a16:creationId xmlns:a16="http://schemas.microsoft.com/office/drawing/2014/main" id="{6806F24E-C03D-43AA-87E7-EE0AED46687A}"/>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F9CB3CC-C248-8EA6-8AD9-FB863EF2E999}"/>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462">
                <a:extLst>
                  <a:ext uri="{FF2B5EF4-FFF2-40B4-BE49-F238E27FC236}">
                    <a16:creationId xmlns:a16="http://schemas.microsoft.com/office/drawing/2014/main" id="{54C0D043-287F-1FC6-9071-F02496872B9F}"/>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463">
                <a:extLst>
                  <a:ext uri="{FF2B5EF4-FFF2-40B4-BE49-F238E27FC236}">
                    <a16:creationId xmlns:a16="http://schemas.microsoft.com/office/drawing/2014/main" id="{A748F68E-A056-DD85-9848-44668506109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464">
                <a:extLst>
                  <a:ext uri="{FF2B5EF4-FFF2-40B4-BE49-F238E27FC236}">
                    <a16:creationId xmlns:a16="http://schemas.microsoft.com/office/drawing/2014/main" id="{CE8D7F7F-3B51-F55B-AF23-D94738E78545}"/>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465">
                <a:extLst>
                  <a:ext uri="{FF2B5EF4-FFF2-40B4-BE49-F238E27FC236}">
                    <a16:creationId xmlns:a16="http://schemas.microsoft.com/office/drawing/2014/main" id="{D24284B6-E644-C9BF-5925-5D5DAC8D734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4C54712B-2AF1-9238-B717-50D07B38D2EC}"/>
                  </a:ext>
                </a:extLst>
              </p:cNvPr>
              <p:cNvCxnSpPr>
                <a:cxnSpLocks noChangeShapeType="1"/>
                <a:endCxn id="100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6282D694-17F1-A37A-DA7D-E5BEEAB61AD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sp>
        <p:nvSpPr>
          <p:cNvPr id="1071" name="TextBox 1070">
            <a:extLst>
              <a:ext uri="{FF2B5EF4-FFF2-40B4-BE49-F238E27FC236}">
                <a16:creationId xmlns:a16="http://schemas.microsoft.com/office/drawing/2014/main" id="{BEE3E419-6338-F1FE-9DE2-D7CDC001D65E}"/>
              </a:ext>
            </a:extLst>
          </p:cNvPr>
          <p:cNvSpPr txBox="1"/>
          <p:nvPr/>
        </p:nvSpPr>
        <p:spPr>
          <a:xfrm>
            <a:off x="2248126" y="1301797"/>
            <a:ext cx="878767" cy="307777"/>
          </a:xfrm>
          <a:prstGeom prst="rect">
            <a:avLst/>
          </a:prstGeom>
          <a:noFill/>
        </p:spPr>
        <p:txBody>
          <a:bodyPr wrap="none" rtlCol="0">
            <a:spAutoFit/>
          </a:bodyPr>
          <a:lstStyle/>
          <a:p>
            <a:r>
              <a:rPr lang="en-US" sz="1400" b="1" dirty="0">
                <a:solidFill>
                  <a:srgbClr val="1F1FFF"/>
                </a:solidFill>
                <a:latin typeface="IRANSans(FaNum)" panose="02040503050201020203" pitchFamily="18" charset="-78"/>
                <a:cs typeface="IRANSans(FaNum)" panose="02040503050201020203" pitchFamily="18" charset="-78"/>
              </a:rPr>
              <a:t>Stub AS</a:t>
            </a:r>
          </a:p>
        </p:txBody>
      </p:sp>
      <p:sp>
        <p:nvSpPr>
          <p:cNvPr id="1072" name="TextBox 1071">
            <a:extLst>
              <a:ext uri="{FF2B5EF4-FFF2-40B4-BE49-F238E27FC236}">
                <a16:creationId xmlns:a16="http://schemas.microsoft.com/office/drawing/2014/main" id="{69650FAE-DD98-F647-9579-1EE1B8B04FD5}"/>
              </a:ext>
            </a:extLst>
          </p:cNvPr>
          <p:cNvSpPr txBox="1"/>
          <p:nvPr/>
        </p:nvSpPr>
        <p:spPr>
          <a:xfrm>
            <a:off x="9117197" y="6038958"/>
            <a:ext cx="878767" cy="307777"/>
          </a:xfrm>
          <a:prstGeom prst="rect">
            <a:avLst/>
          </a:prstGeom>
          <a:noFill/>
        </p:spPr>
        <p:txBody>
          <a:bodyPr wrap="none" rtlCol="0">
            <a:spAutoFit/>
          </a:bodyPr>
          <a:lstStyle/>
          <a:p>
            <a:r>
              <a:rPr lang="en-US" sz="1400" b="1" dirty="0">
                <a:solidFill>
                  <a:srgbClr val="1F1FFF"/>
                </a:solidFill>
                <a:latin typeface="IRANSans(FaNum)" panose="02040503050201020203" pitchFamily="18" charset="-78"/>
                <a:cs typeface="IRANSans(FaNum)" panose="02040503050201020203" pitchFamily="18" charset="-78"/>
              </a:rPr>
              <a:t>Stub AS</a:t>
            </a:r>
          </a:p>
        </p:txBody>
      </p:sp>
      <p:cxnSp>
        <p:nvCxnSpPr>
          <p:cNvPr id="1074" name="Straight Arrow Connector 1073">
            <a:extLst>
              <a:ext uri="{FF2B5EF4-FFF2-40B4-BE49-F238E27FC236}">
                <a16:creationId xmlns:a16="http://schemas.microsoft.com/office/drawing/2014/main" id="{7670E6F9-1406-0C3F-FF42-307AFCACE9FC}"/>
              </a:ext>
            </a:extLst>
          </p:cNvPr>
          <p:cNvCxnSpPr>
            <a:cxnSpLocks/>
          </p:cNvCxnSpPr>
          <p:nvPr/>
        </p:nvCxnSpPr>
        <p:spPr>
          <a:xfrm flipH="1">
            <a:off x="2680704" y="1593459"/>
            <a:ext cx="0" cy="612000"/>
          </a:xfrm>
          <a:prstGeom prst="straightConnector1">
            <a:avLst/>
          </a:prstGeom>
          <a:ln w="19050">
            <a:solidFill>
              <a:srgbClr val="C000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075" name="Straight Arrow Connector 1074">
            <a:extLst>
              <a:ext uri="{FF2B5EF4-FFF2-40B4-BE49-F238E27FC236}">
                <a16:creationId xmlns:a16="http://schemas.microsoft.com/office/drawing/2014/main" id="{C2FBF1CD-EFCB-FCAC-7E34-3AFAA3128288}"/>
              </a:ext>
            </a:extLst>
          </p:cNvPr>
          <p:cNvCxnSpPr>
            <a:cxnSpLocks/>
          </p:cNvCxnSpPr>
          <p:nvPr/>
        </p:nvCxnSpPr>
        <p:spPr>
          <a:xfrm flipV="1">
            <a:off x="9566396" y="5570611"/>
            <a:ext cx="0" cy="455049"/>
          </a:xfrm>
          <a:prstGeom prst="straightConnector1">
            <a:avLst/>
          </a:prstGeom>
          <a:ln w="19050">
            <a:solidFill>
              <a:srgbClr val="C000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1084" name="TextBox 1083">
            <a:extLst>
              <a:ext uri="{FF2B5EF4-FFF2-40B4-BE49-F238E27FC236}">
                <a16:creationId xmlns:a16="http://schemas.microsoft.com/office/drawing/2014/main" id="{D8008448-55A5-FC2B-05D5-9F32B1E872A1}"/>
              </a:ext>
            </a:extLst>
          </p:cNvPr>
          <p:cNvSpPr txBox="1"/>
          <p:nvPr/>
        </p:nvSpPr>
        <p:spPr>
          <a:xfrm>
            <a:off x="1529623" y="5616378"/>
            <a:ext cx="1523174" cy="307777"/>
          </a:xfrm>
          <a:prstGeom prst="rect">
            <a:avLst/>
          </a:prstGeom>
          <a:noFill/>
        </p:spPr>
        <p:txBody>
          <a:bodyPr wrap="none" rtlCol="0">
            <a:spAutoFit/>
          </a:bodyPr>
          <a:lstStyle/>
          <a:p>
            <a:r>
              <a:rPr lang="en-US" sz="1400" b="1" dirty="0">
                <a:solidFill>
                  <a:srgbClr val="1F1FFF"/>
                </a:solidFill>
                <a:latin typeface="IRANSans(FaNum)" panose="02040503050201020203" pitchFamily="18" charset="-78"/>
                <a:cs typeface="IRANSans(FaNum)" panose="02040503050201020203" pitchFamily="18" charset="-78"/>
              </a:rPr>
              <a:t>Multihomed AS</a:t>
            </a:r>
          </a:p>
        </p:txBody>
      </p:sp>
      <p:cxnSp>
        <p:nvCxnSpPr>
          <p:cNvPr id="1085" name="Straight Arrow Connector 1084">
            <a:extLst>
              <a:ext uri="{FF2B5EF4-FFF2-40B4-BE49-F238E27FC236}">
                <a16:creationId xmlns:a16="http://schemas.microsoft.com/office/drawing/2014/main" id="{AA389528-CEEB-212D-F2B9-2479A3B177AB}"/>
              </a:ext>
            </a:extLst>
          </p:cNvPr>
          <p:cNvCxnSpPr>
            <a:cxnSpLocks/>
          </p:cNvCxnSpPr>
          <p:nvPr/>
        </p:nvCxnSpPr>
        <p:spPr>
          <a:xfrm flipV="1">
            <a:off x="2295343" y="5148031"/>
            <a:ext cx="0" cy="455049"/>
          </a:xfrm>
          <a:prstGeom prst="straightConnector1">
            <a:avLst/>
          </a:prstGeom>
          <a:ln w="19050">
            <a:solidFill>
              <a:srgbClr val="C000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1086" name="TextBox 1085">
            <a:extLst>
              <a:ext uri="{FF2B5EF4-FFF2-40B4-BE49-F238E27FC236}">
                <a16:creationId xmlns:a16="http://schemas.microsoft.com/office/drawing/2014/main" id="{45FE6B08-02EB-7D61-56D2-9A4937A287A5}"/>
              </a:ext>
            </a:extLst>
          </p:cNvPr>
          <p:cNvSpPr txBox="1"/>
          <p:nvPr/>
        </p:nvSpPr>
        <p:spPr>
          <a:xfrm>
            <a:off x="5482492" y="1571655"/>
            <a:ext cx="1096775" cy="307777"/>
          </a:xfrm>
          <a:prstGeom prst="rect">
            <a:avLst/>
          </a:prstGeom>
          <a:noFill/>
        </p:spPr>
        <p:txBody>
          <a:bodyPr wrap="none" rtlCol="0">
            <a:spAutoFit/>
          </a:bodyPr>
          <a:lstStyle/>
          <a:p>
            <a:r>
              <a:rPr lang="en-US" sz="1400" b="1" dirty="0">
                <a:solidFill>
                  <a:srgbClr val="1F1FFF"/>
                </a:solidFill>
                <a:latin typeface="IRANSans(FaNum)" panose="02040503050201020203" pitchFamily="18" charset="-78"/>
                <a:cs typeface="IRANSans(FaNum)" panose="02040503050201020203" pitchFamily="18" charset="-78"/>
              </a:rPr>
              <a:t>Transit AS</a:t>
            </a:r>
          </a:p>
        </p:txBody>
      </p:sp>
      <p:cxnSp>
        <p:nvCxnSpPr>
          <p:cNvPr id="1087" name="Straight Arrow Connector 1086">
            <a:extLst>
              <a:ext uri="{FF2B5EF4-FFF2-40B4-BE49-F238E27FC236}">
                <a16:creationId xmlns:a16="http://schemas.microsoft.com/office/drawing/2014/main" id="{74C5502C-D53E-934D-BDCB-48729D6BFDE3}"/>
              </a:ext>
            </a:extLst>
          </p:cNvPr>
          <p:cNvCxnSpPr>
            <a:cxnSpLocks/>
          </p:cNvCxnSpPr>
          <p:nvPr/>
        </p:nvCxnSpPr>
        <p:spPr>
          <a:xfrm flipH="1">
            <a:off x="6035098" y="1850388"/>
            <a:ext cx="0" cy="612000"/>
          </a:xfrm>
          <a:prstGeom prst="straightConnector1">
            <a:avLst/>
          </a:prstGeom>
          <a:ln w="19050">
            <a:solidFill>
              <a:srgbClr val="C000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1088" name="TextBox 1087">
            <a:extLst>
              <a:ext uri="{FF2B5EF4-FFF2-40B4-BE49-F238E27FC236}">
                <a16:creationId xmlns:a16="http://schemas.microsoft.com/office/drawing/2014/main" id="{4BD52C17-75BB-276B-4D9E-E234ABEBF244}"/>
              </a:ext>
            </a:extLst>
          </p:cNvPr>
          <p:cNvSpPr txBox="1"/>
          <p:nvPr/>
        </p:nvSpPr>
        <p:spPr>
          <a:xfrm>
            <a:off x="8227371" y="2275808"/>
            <a:ext cx="1096775" cy="307777"/>
          </a:xfrm>
          <a:prstGeom prst="rect">
            <a:avLst/>
          </a:prstGeom>
          <a:noFill/>
        </p:spPr>
        <p:txBody>
          <a:bodyPr wrap="none" rtlCol="0">
            <a:spAutoFit/>
          </a:bodyPr>
          <a:lstStyle/>
          <a:p>
            <a:r>
              <a:rPr lang="en-US" sz="1400" b="1" dirty="0">
                <a:solidFill>
                  <a:srgbClr val="1F1FFF"/>
                </a:solidFill>
                <a:latin typeface="IRANSans(FaNum)" panose="02040503050201020203" pitchFamily="18" charset="-78"/>
                <a:cs typeface="IRANSans(FaNum)" panose="02040503050201020203" pitchFamily="18" charset="-78"/>
              </a:rPr>
              <a:t>Transit AS</a:t>
            </a:r>
          </a:p>
        </p:txBody>
      </p:sp>
      <p:cxnSp>
        <p:nvCxnSpPr>
          <p:cNvPr id="1089" name="Straight Arrow Connector 1088">
            <a:extLst>
              <a:ext uri="{FF2B5EF4-FFF2-40B4-BE49-F238E27FC236}">
                <a16:creationId xmlns:a16="http://schemas.microsoft.com/office/drawing/2014/main" id="{3679021A-DC5A-DC46-F99C-C06F72D510A0}"/>
              </a:ext>
            </a:extLst>
          </p:cNvPr>
          <p:cNvCxnSpPr>
            <a:cxnSpLocks/>
          </p:cNvCxnSpPr>
          <p:nvPr/>
        </p:nvCxnSpPr>
        <p:spPr>
          <a:xfrm flipH="1">
            <a:off x="8775890" y="2555229"/>
            <a:ext cx="0" cy="612000"/>
          </a:xfrm>
          <a:prstGeom prst="straightConnector1">
            <a:avLst/>
          </a:prstGeom>
          <a:ln w="19050">
            <a:solidFill>
              <a:srgbClr val="C000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1090" name="TextBox 1089">
            <a:extLst>
              <a:ext uri="{FF2B5EF4-FFF2-40B4-BE49-F238E27FC236}">
                <a16:creationId xmlns:a16="http://schemas.microsoft.com/office/drawing/2014/main" id="{EB3E1B4B-87CF-7EB5-F565-72306F0DA268}"/>
              </a:ext>
            </a:extLst>
          </p:cNvPr>
          <p:cNvSpPr txBox="1"/>
          <p:nvPr/>
        </p:nvSpPr>
        <p:spPr>
          <a:xfrm>
            <a:off x="5136381" y="5767056"/>
            <a:ext cx="1096775" cy="307777"/>
          </a:xfrm>
          <a:prstGeom prst="rect">
            <a:avLst/>
          </a:prstGeom>
          <a:noFill/>
        </p:spPr>
        <p:txBody>
          <a:bodyPr wrap="none" rtlCol="0">
            <a:spAutoFit/>
          </a:bodyPr>
          <a:lstStyle/>
          <a:p>
            <a:r>
              <a:rPr lang="en-US" sz="1400" b="1" dirty="0">
                <a:solidFill>
                  <a:srgbClr val="1F1FFF"/>
                </a:solidFill>
                <a:latin typeface="IRANSans(FaNum)" panose="02040503050201020203" pitchFamily="18" charset="-78"/>
                <a:cs typeface="IRANSans(FaNum)" panose="02040503050201020203" pitchFamily="18" charset="-78"/>
              </a:rPr>
              <a:t>Transit AS</a:t>
            </a:r>
          </a:p>
        </p:txBody>
      </p:sp>
      <p:cxnSp>
        <p:nvCxnSpPr>
          <p:cNvPr id="1091" name="Straight Arrow Connector 1090">
            <a:extLst>
              <a:ext uri="{FF2B5EF4-FFF2-40B4-BE49-F238E27FC236}">
                <a16:creationId xmlns:a16="http://schemas.microsoft.com/office/drawing/2014/main" id="{D75098BF-6E33-5440-C106-B2E8AC4C9AB0}"/>
              </a:ext>
            </a:extLst>
          </p:cNvPr>
          <p:cNvCxnSpPr>
            <a:cxnSpLocks/>
          </p:cNvCxnSpPr>
          <p:nvPr/>
        </p:nvCxnSpPr>
        <p:spPr>
          <a:xfrm flipV="1">
            <a:off x="5677448" y="5275086"/>
            <a:ext cx="0" cy="455049"/>
          </a:xfrm>
          <a:prstGeom prst="straightConnector1">
            <a:avLst/>
          </a:prstGeom>
          <a:ln w="19050">
            <a:solidFill>
              <a:srgbClr val="C00000"/>
            </a:solidFill>
            <a:prstDash val="sysDash"/>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7520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dissolve">
                                      <p:cBhvr>
                                        <p:cTn id="13" dur="500"/>
                                        <p:tgtEl>
                                          <p:spTgt spid="8"/>
                                        </p:tgtEl>
                                      </p:cBhvr>
                                    </p:animEffect>
                                  </p:childTnLst>
                                </p:cTn>
                              </p:par>
                            </p:childTnLst>
                          </p:cTn>
                        </p:par>
                        <p:par>
                          <p:cTn id="14" fill="hold">
                            <p:stCondLst>
                              <p:cond delay="1500"/>
                            </p:stCondLst>
                            <p:childTnLst>
                              <p:par>
                                <p:cTn id="15" presetID="53" presetClass="entr" presetSubtype="16" fill="hold" nodeType="afterEffect">
                                  <p:stCondLst>
                                    <p:cond delay="0"/>
                                  </p:stCondLst>
                                  <p:childTnLst>
                                    <p:set>
                                      <p:cBhvr>
                                        <p:cTn id="16" dur="1" fill="hold">
                                          <p:stCondLst>
                                            <p:cond delay="0"/>
                                          </p:stCondLst>
                                        </p:cTn>
                                        <p:tgtEl>
                                          <p:spTgt spid="1078"/>
                                        </p:tgtEl>
                                        <p:attrNameLst>
                                          <p:attrName>style.visibility</p:attrName>
                                        </p:attrNameLst>
                                      </p:cBhvr>
                                      <p:to>
                                        <p:strVal val="visible"/>
                                      </p:to>
                                    </p:set>
                                    <p:anim calcmode="lin" valueType="num">
                                      <p:cBhvr>
                                        <p:cTn id="17" dur="500" fill="hold"/>
                                        <p:tgtEl>
                                          <p:spTgt spid="1078"/>
                                        </p:tgtEl>
                                        <p:attrNameLst>
                                          <p:attrName>ppt_w</p:attrName>
                                        </p:attrNameLst>
                                      </p:cBhvr>
                                      <p:tavLst>
                                        <p:tav tm="0">
                                          <p:val>
                                            <p:fltVal val="0"/>
                                          </p:val>
                                        </p:tav>
                                        <p:tav tm="100000">
                                          <p:val>
                                            <p:strVal val="#ppt_w"/>
                                          </p:val>
                                        </p:tav>
                                      </p:tavLst>
                                    </p:anim>
                                    <p:anim calcmode="lin" valueType="num">
                                      <p:cBhvr>
                                        <p:cTn id="18" dur="500" fill="hold"/>
                                        <p:tgtEl>
                                          <p:spTgt spid="1078"/>
                                        </p:tgtEl>
                                        <p:attrNameLst>
                                          <p:attrName>ppt_h</p:attrName>
                                        </p:attrNameLst>
                                      </p:cBhvr>
                                      <p:tavLst>
                                        <p:tav tm="0">
                                          <p:val>
                                            <p:fltVal val="0"/>
                                          </p:val>
                                        </p:tav>
                                        <p:tav tm="100000">
                                          <p:val>
                                            <p:strVal val="#ppt_h"/>
                                          </p:val>
                                        </p:tav>
                                      </p:tavLst>
                                    </p:anim>
                                    <p:animEffect transition="in" filter="fade">
                                      <p:cBhvr>
                                        <p:cTn id="19" dur="500"/>
                                        <p:tgtEl>
                                          <p:spTgt spid="1078"/>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523"/>
                                        </p:tgtEl>
                                        <p:attrNameLst>
                                          <p:attrName>style.visibility</p:attrName>
                                        </p:attrNameLst>
                                      </p:cBhvr>
                                      <p:to>
                                        <p:strVal val="visible"/>
                                      </p:to>
                                    </p:set>
                                    <p:animEffect transition="in" filter="dissolve">
                                      <p:cBhvr>
                                        <p:cTn id="23" dur="500"/>
                                        <p:tgtEl>
                                          <p:spTgt spid="523"/>
                                        </p:tgtEl>
                                      </p:cBhvr>
                                    </p:animEffect>
                                  </p:childTnLst>
                                </p:cTn>
                              </p:par>
                            </p:childTnLst>
                          </p:cTn>
                        </p:par>
                        <p:par>
                          <p:cTn id="24" fill="hold">
                            <p:stCondLst>
                              <p:cond delay="2500"/>
                            </p:stCondLst>
                            <p:childTnLst>
                              <p:par>
                                <p:cTn id="25" presetID="53" presetClass="entr" presetSubtype="16" fill="hold" nodeType="afterEffect">
                                  <p:stCondLst>
                                    <p:cond delay="0"/>
                                  </p:stCondLst>
                                  <p:childTnLst>
                                    <p:set>
                                      <p:cBhvr>
                                        <p:cTn id="26" dur="1" fill="hold">
                                          <p:stCondLst>
                                            <p:cond delay="0"/>
                                          </p:stCondLst>
                                        </p:cTn>
                                        <p:tgtEl>
                                          <p:spTgt spid="1079"/>
                                        </p:tgtEl>
                                        <p:attrNameLst>
                                          <p:attrName>style.visibility</p:attrName>
                                        </p:attrNameLst>
                                      </p:cBhvr>
                                      <p:to>
                                        <p:strVal val="visible"/>
                                      </p:to>
                                    </p:set>
                                    <p:anim calcmode="lin" valueType="num">
                                      <p:cBhvr>
                                        <p:cTn id="27" dur="500" fill="hold"/>
                                        <p:tgtEl>
                                          <p:spTgt spid="1079"/>
                                        </p:tgtEl>
                                        <p:attrNameLst>
                                          <p:attrName>ppt_w</p:attrName>
                                        </p:attrNameLst>
                                      </p:cBhvr>
                                      <p:tavLst>
                                        <p:tav tm="0">
                                          <p:val>
                                            <p:fltVal val="0"/>
                                          </p:val>
                                        </p:tav>
                                        <p:tav tm="100000">
                                          <p:val>
                                            <p:strVal val="#ppt_w"/>
                                          </p:val>
                                        </p:tav>
                                      </p:tavLst>
                                    </p:anim>
                                    <p:anim calcmode="lin" valueType="num">
                                      <p:cBhvr>
                                        <p:cTn id="28" dur="500" fill="hold"/>
                                        <p:tgtEl>
                                          <p:spTgt spid="1079"/>
                                        </p:tgtEl>
                                        <p:attrNameLst>
                                          <p:attrName>ppt_h</p:attrName>
                                        </p:attrNameLst>
                                      </p:cBhvr>
                                      <p:tavLst>
                                        <p:tav tm="0">
                                          <p:val>
                                            <p:fltVal val="0"/>
                                          </p:val>
                                        </p:tav>
                                        <p:tav tm="100000">
                                          <p:val>
                                            <p:strVal val="#ppt_h"/>
                                          </p:val>
                                        </p:tav>
                                      </p:tavLst>
                                    </p:anim>
                                    <p:animEffect transition="in" filter="fade">
                                      <p:cBhvr>
                                        <p:cTn id="29" dur="500"/>
                                        <p:tgtEl>
                                          <p:spTgt spid="1079"/>
                                        </p:tgtEl>
                                      </p:cBhvr>
                                    </p:animEffect>
                                  </p:childTnLst>
                                </p:cTn>
                              </p:par>
                            </p:childTnLst>
                          </p:cTn>
                        </p:par>
                        <p:par>
                          <p:cTn id="30" fill="hold">
                            <p:stCondLst>
                              <p:cond delay="3000"/>
                            </p:stCondLst>
                            <p:childTnLst>
                              <p:par>
                                <p:cTn id="31" presetID="9" presetClass="entr" presetSubtype="0" fill="hold" grpId="0" nodeType="afterEffect">
                                  <p:stCondLst>
                                    <p:cond delay="0"/>
                                  </p:stCondLst>
                                  <p:childTnLst>
                                    <p:set>
                                      <p:cBhvr>
                                        <p:cTn id="32" dur="1" fill="hold">
                                          <p:stCondLst>
                                            <p:cond delay="0"/>
                                          </p:stCondLst>
                                        </p:cTn>
                                        <p:tgtEl>
                                          <p:spTgt spid="522"/>
                                        </p:tgtEl>
                                        <p:attrNameLst>
                                          <p:attrName>style.visibility</p:attrName>
                                        </p:attrNameLst>
                                      </p:cBhvr>
                                      <p:to>
                                        <p:strVal val="visible"/>
                                      </p:to>
                                    </p:set>
                                    <p:animEffect transition="in" filter="dissolve">
                                      <p:cBhvr>
                                        <p:cTn id="33" dur="500"/>
                                        <p:tgtEl>
                                          <p:spTgt spid="522"/>
                                        </p:tgtEl>
                                      </p:cBhvr>
                                    </p:animEffect>
                                  </p:childTnLst>
                                </p:cTn>
                              </p:par>
                            </p:childTnLst>
                          </p:cTn>
                        </p:par>
                        <p:par>
                          <p:cTn id="34" fill="hold">
                            <p:stCondLst>
                              <p:cond delay="3500"/>
                            </p:stCondLst>
                            <p:childTnLst>
                              <p:par>
                                <p:cTn id="35" presetID="53" presetClass="entr" presetSubtype="16" fill="hold" nodeType="afterEffect">
                                  <p:stCondLst>
                                    <p:cond delay="0"/>
                                  </p:stCondLst>
                                  <p:childTnLst>
                                    <p:set>
                                      <p:cBhvr>
                                        <p:cTn id="36" dur="1" fill="hold">
                                          <p:stCondLst>
                                            <p:cond delay="0"/>
                                          </p:stCondLst>
                                        </p:cTn>
                                        <p:tgtEl>
                                          <p:spTgt spid="1080"/>
                                        </p:tgtEl>
                                        <p:attrNameLst>
                                          <p:attrName>style.visibility</p:attrName>
                                        </p:attrNameLst>
                                      </p:cBhvr>
                                      <p:to>
                                        <p:strVal val="visible"/>
                                      </p:to>
                                    </p:set>
                                    <p:anim calcmode="lin" valueType="num">
                                      <p:cBhvr>
                                        <p:cTn id="37" dur="500" fill="hold"/>
                                        <p:tgtEl>
                                          <p:spTgt spid="1080"/>
                                        </p:tgtEl>
                                        <p:attrNameLst>
                                          <p:attrName>ppt_w</p:attrName>
                                        </p:attrNameLst>
                                      </p:cBhvr>
                                      <p:tavLst>
                                        <p:tav tm="0">
                                          <p:val>
                                            <p:fltVal val="0"/>
                                          </p:val>
                                        </p:tav>
                                        <p:tav tm="100000">
                                          <p:val>
                                            <p:strVal val="#ppt_w"/>
                                          </p:val>
                                        </p:tav>
                                      </p:tavLst>
                                    </p:anim>
                                    <p:anim calcmode="lin" valueType="num">
                                      <p:cBhvr>
                                        <p:cTn id="38" dur="500" fill="hold"/>
                                        <p:tgtEl>
                                          <p:spTgt spid="1080"/>
                                        </p:tgtEl>
                                        <p:attrNameLst>
                                          <p:attrName>ppt_h</p:attrName>
                                        </p:attrNameLst>
                                      </p:cBhvr>
                                      <p:tavLst>
                                        <p:tav tm="0">
                                          <p:val>
                                            <p:fltVal val="0"/>
                                          </p:val>
                                        </p:tav>
                                        <p:tav tm="100000">
                                          <p:val>
                                            <p:strVal val="#ppt_h"/>
                                          </p:val>
                                        </p:tav>
                                      </p:tavLst>
                                    </p:anim>
                                    <p:animEffect transition="in" filter="fade">
                                      <p:cBhvr>
                                        <p:cTn id="39" dur="500"/>
                                        <p:tgtEl>
                                          <p:spTgt spid="1080"/>
                                        </p:tgtEl>
                                      </p:cBhvr>
                                    </p:animEffect>
                                  </p:childTnLst>
                                </p:cTn>
                              </p:par>
                            </p:childTnLst>
                          </p:cTn>
                        </p:par>
                        <p:par>
                          <p:cTn id="40" fill="hold">
                            <p:stCondLst>
                              <p:cond delay="4000"/>
                            </p:stCondLst>
                            <p:childTnLst>
                              <p:par>
                                <p:cTn id="41" presetID="9" presetClass="entr" presetSubtype="0" fill="hold" grpId="0" nodeType="afterEffect">
                                  <p:stCondLst>
                                    <p:cond delay="0"/>
                                  </p:stCondLst>
                                  <p:childTnLst>
                                    <p:set>
                                      <p:cBhvr>
                                        <p:cTn id="42" dur="1" fill="hold">
                                          <p:stCondLst>
                                            <p:cond delay="0"/>
                                          </p:stCondLst>
                                        </p:cTn>
                                        <p:tgtEl>
                                          <p:spTgt spid="634"/>
                                        </p:tgtEl>
                                        <p:attrNameLst>
                                          <p:attrName>style.visibility</p:attrName>
                                        </p:attrNameLst>
                                      </p:cBhvr>
                                      <p:to>
                                        <p:strVal val="visible"/>
                                      </p:to>
                                    </p:set>
                                    <p:animEffect transition="in" filter="dissolve">
                                      <p:cBhvr>
                                        <p:cTn id="43" dur="500"/>
                                        <p:tgtEl>
                                          <p:spTgt spid="634"/>
                                        </p:tgtEl>
                                      </p:cBhvr>
                                    </p:animEffect>
                                  </p:childTnLst>
                                </p:cTn>
                              </p:par>
                            </p:childTnLst>
                          </p:cTn>
                        </p:par>
                        <p:par>
                          <p:cTn id="44" fill="hold">
                            <p:stCondLst>
                              <p:cond delay="4500"/>
                            </p:stCondLst>
                            <p:childTnLst>
                              <p:par>
                                <p:cTn id="45" presetID="53" presetClass="entr" presetSubtype="16" fill="hold" nodeType="afterEffect">
                                  <p:stCondLst>
                                    <p:cond delay="0"/>
                                  </p:stCondLst>
                                  <p:childTnLst>
                                    <p:set>
                                      <p:cBhvr>
                                        <p:cTn id="46" dur="1" fill="hold">
                                          <p:stCondLst>
                                            <p:cond delay="0"/>
                                          </p:stCondLst>
                                        </p:cTn>
                                        <p:tgtEl>
                                          <p:spTgt spid="1081"/>
                                        </p:tgtEl>
                                        <p:attrNameLst>
                                          <p:attrName>style.visibility</p:attrName>
                                        </p:attrNameLst>
                                      </p:cBhvr>
                                      <p:to>
                                        <p:strVal val="visible"/>
                                      </p:to>
                                    </p:set>
                                    <p:anim calcmode="lin" valueType="num">
                                      <p:cBhvr>
                                        <p:cTn id="47" dur="500" fill="hold"/>
                                        <p:tgtEl>
                                          <p:spTgt spid="1081"/>
                                        </p:tgtEl>
                                        <p:attrNameLst>
                                          <p:attrName>ppt_w</p:attrName>
                                        </p:attrNameLst>
                                      </p:cBhvr>
                                      <p:tavLst>
                                        <p:tav tm="0">
                                          <p:val>
                                            <p:fltVal val="0"/>
                                          </p:val>
                                        </p:tav>
                                        <p:tav tm="100000">
                                          <p:val>
                                            <p:strVal val="#ppt_w"/>
                                          </p:val>
                                        </p:tav>
                                      </p:tavLst>
                                    </p:anim>
                                    <p:anim calcmode="lin" valueType="num">
                                      <p:cBhvr>
                                        <p:cTn id="48" dur="500" fill="hold"/>
                                        <p:tgtEl>
                                          <p:spTgt spid="1081"/>
                                        </p:tgtEl>
                                        <p:attrNameLst>
                                          <p:attrName>ppt_h</p:attrName>
                                        </p:attrNameLst>
                                      </p:cBhvr>
                                      <p:tavLst>
                                        <p:tav tm="0">
                                          <p:val>
                                            <p:fltVal val="0"/>
                                          </p:val>
                                        </p:tav>
                                        <p:tav tm="100000">
                                          <p:val>
                                            <p:strVal val="#ppt_h"/>
                                          </p:val>
                                        </p:tav>
                                      </p:tavLst>
                                    </p:anim>
                                    <p:animEffect transition="in" filter="fade">
                                      <p:cBhvr>
                                        <p:cTn id="49" dur="500"/>
                                        <p:tgtEl>
                                          <p:spTgt spid="1081"/>
                                        </p:tgtEl>
                                      </p:cBhvr>
                                    </p:animEffect>
                                  </p:childTnLst>
                                </p:cTn>
                              </p:par>
                            </p:childTnLst>
                          </p:cTn>
                        </p:par>
                        <p:par>
                          <p:cTn id="50" fill="hold">
                            <p:stCondLst>
                              <p:cond delay="5000"/>
                            </p:stCondLst>
                            <p:childTnLst>
                              <p:par>
                                <p:cTn id="51" presetID="9" presetClass="entr" presetSubtype="0" fill="hold" grpId="0" nodeType="afterEffect">
                                  <p:stCondLst>
                                    <p:cond delay="0"/>
                                  </p:stCondLst>
                                  <p:childTnLst>
                                    <p:set>
                                      <p:cBhvr>
                                        <p:cTn id="52" dur="1" fill="hold">
                                          <p:stCondLst>
                                            <p:cond delay="0"/>
                                          </p:stCondLst>
                                        </p:cTn>
                                        <p:tgtEl>
                                          <p:spTgt spid="635"/>
                                        </p:tgtEl>
                                        <p:attrNameLst>
                                          <p:attrName>style.visibility</p:attrName>
                                        </p:attrNameLst>
                                      </p:cBhvr>
                                      <p:to>
                                        <p:strVal val="visible"/>
                                      </p:to>
                                    </p:set>
                                    <p:animEffect transition="in" filter="dissolve">
                                      <p:cBhvr>
                                        <p:cTn id="53" dur="500"/>
                                        <p:tgtEl>
                                          <p:spTgt spid="635"/>
                                        </p:tgtEl>
                                      </p:cBhvr>
                                    </p:animEffect>
                                  </p:childTnLst>
                                </p:cTn>
                              </p:par>
                            </p:childTnLst>
                          </p:cTn>
                        </p:par>
                        <p:par>
                          <p:cTn id="54" fill="hold">
                            <p:stCondLst>
                              <p:cond delay="5500"/>
                            </p:stCondLst>
                            <p:childTnLst>
                              <p:par>
                                <p:cTn id="55" presetID="53" presetClass="entr" presetSubtype="16" fill="hold" nodeType="afterEffect">
                                  <p:stCondLst>
                                    <p:cond delay="0"/>
                                  </p:stCondLst>
                                  <p:childTnLst>
                                    <p:set>
                                      <p:cBhvr>
                                        <p:cTn id="56" dur="1" fill="hold">
                                          <p:stCondLst>
                                            <p:cond delay="0"/>
                                          </p:stCondLst>
                                        </p:cTn>
                                        <p:tgtEl>
                                          <p:spTgt spid="1082"/>
                                        </p:tgtEl>
                                        <p:attrNameLst>
                                          <p:attrName>style.visibility</p:attrName>
                                        </p:attrNameLst>
                                      </p:cBhvr>
                                      <p:to>
                                        <p:strVal val="visible"/>
                                      </p:to>
                                    </p:set>
                                    <p:anim calcmode="lin" valueType="num">
                                      <p:cBhvr>
                                        <p:cTn id="57" dur="500" fill="hold"/>
                                        <p:tgtEl>
                                          <p:spTgt spid="1082"/>
                                        </p:tgtEl>
                                        <p:attrNameLst>
                                          <p:attrName>ppt_w</p:attrName>
                                        </p:attrNameLst>
                                      </p:cBhvr>
                                      <p:tavLst>
                                        <p:tav tm="0">
                                          <p:val>
                                            <p:fltVal val="0"/>
                                          </p:val>
                                        </p:tav>
                                        <p:tav tm="100000">
                                          <p:val>
                                            <p:strVal val="#ppt_w"/>
                                          </p:val>
                                        </p:tav>
                                      </p:tavLst>
                                    </p:anim>
                                    <p:anim calcmode="lin" valueType="num">
                                      <p:cBhvr>
                                        <p:cTn id="58" dur="500" fill="hold"/>
                                        <p:tgtEl>
                                          <p:spTgt spid="1082"/>
                                        </p:tgtEl>
                                        <p:attrNameLst>
                                          <p:attrName>ppt_h</p:attrName>
                                        </p:attrNameLst>
                                      </p:cBhvr>
                                      <p:tavLst>
                                        <p:tav tm="0">
                                          <p:val>
                                            <p:fltVal val="0"/>
                                          </p:val>
                                        </p:tav>
                                        <p:tav tm="100000">
                                          <p:val>
                                            <p:strVal val="#ppt_h"/>
                                          </p:val>
                                        </p:tav>
                                      </p:tavLst>
                                    </p:anim>
                                    <p:animEffect transition="in" filter="fade">
                                      <p:cBhvr>
                                        <p:cTn id="59" dur="500"/>
                                        <p:tgtEl>
                                          <p:spTgt spid="1082"/>
                                        </p:tgtEl>
                                      </p:cBhvr>
                                    </p:animEffect>
                                  </p:childTnLst>
                                </p:cTn>
                              </p:par>
                            </p:childTnLst>
                          </p:cTn>
                        </p:par>
                        <p:par>
                          <p:cTn id="60" fill="hold">
                            <p:stCondLst>
                              <p:cond delay="6000"/>
                            </p:stCondLst>
                            <p:childTnLst>
                              <p:par>
                                <p:cTn id="61" presetID="9" presetClass="entr" presetSubtype="0" fill="hold" grpId="0" nodeType="afterEffect">
                                  <p:stCondLst>
                                    <p:cond delay="0"/>
                                  </p:stCondLst>
                                  <p:childTnLst>
                                    <p:set>
                                      <p:cBhvr>
                                        <p:cTn id="62" dur="1" fill="hold">
                                          <p:stCondLst>
                                            <p:cond delay="0"/>
                                          </p:stCondLst>
                                        </p:cTn>
                                        <p:tgtEl>
                                          <p:spTgt spid="986"/>
                                        </p:tgtEl>
                                        <p:attrNameLst>
                                          <p:attrName>style.visibility</p:attrName>
                                        </p:attrNameLst>
                                      </p:cBhvr>
                                      <p:to>
                                        <p:strVal val="visible"/>
                                      </p:to>
                                    </p:set>
                                    <p:animEffect transition="in" filter="dissolve">
                                      <p:cBhvr>
                                        <p:cTn id="63" dur="500"/>
                                        <p:tgtEl>
                                          <p:spTgt spid="986"/>
                                        </p:tgtEl>
                                      </p:cBhvr>
                                    </p:animEffect>
                                  </p:childTnLst>
                                </p:cTn>
                              </p:par>
                            </p:childTnLst>
                          </p:cTn>
                        </p:par>
                        <p:par>
                          <p:cTn id="64" fill="hold">
                            <p:stCondLst>
                              <p:cond delay="6500"/>
                            </p:stCondLst>
                            <p:childTnLst>
                              <p:par>
                                <p:cTn id="65" presetID="53" presetClass="entr" presetSubtype="16" fill="hold" nodeType="afterEffect">
                                  <p:stCondLst>
                                    <p:cond delay="0"/>
                                  </p:stCondLst>
                                  <p:childTnLst>
                                    <p:set>
                                      <p:cBhvr>
                                        <p:cTn id="66" dur="1" fill="hold">
                                          <p:stCondLst>
                                            <p:cond delay="0"/>
                                          </p:stCondLst>
                                        </p:cTn>
                                        <p:tgtEl>
                                          <p:spTgt spid="1083"/>
                                        </p:tgtEl>
                                        <p:attrNameLst>
                                          <p:attrName>style.visibility</p:attrName>
                                        </p:attrNameLst>
                                      </p:cBhvr>
                                      <p:to>
                                        <p:strVal val="visible"/>
                                      </p:to>
                                    </p:set>
                                    <p:anim calcmode="lin" valueType="num">
                                      <p:cBhvr>
                                        <p:cTn id="67" dur="500" fill="hold"/>
                                        <p:tgtEl>
                                          <p:spTgt spid="1083"/>
                                        </p:tgtEl>
                                        <p:attrNameLst>
                                          <p:attrName>ppt_w</p:attrName>
                                        </p:attrNameLst>
                                      </p:cBhvr>
                                      <p:tavLst>
                                        <p:tav tm="0">
                                          <p:val>
                                            <p:fltVal val="0"/>
                                          </p:val>
                                        </p:tav>
                                        <p:tav tm="100000">
                                          <p:val>
                                            <p:strVal val="#ppt_w"/>
                                          </p:val>
                                        </p:tav>
                                      </p:tavLst>
                                    </p:anim>
                                    <p:anim calcmode="lin" valueType="num">
                                      <p:cBhvr>
                                        <p:cTn id="68" dur="500" fill="hold"/>
                                        <p:tgtEl>
                                          <p:spTgt spid="1083"/>
                                        </p:tgtEl>
                                        <p:attrNameLst>
                                          <p:attrName>ppt_h</p:attrName>
                                        </p:attrNameLst>
                                      </p:cBhvr>
                                      <p:tavLst>
                                        <p:tav tm="0">
                                          <p:val>
                                            <p:fltVal val="0"/>
                                          </p:val>
                                        </p:tav>
                                        <p:tav tm="100000">
                                          <p:val>
                                            <p:strVal val="#ppt_h"/>
                                          </p:val>
                                        </p:tav>
                                      </p:tavLst>
                                    </p:anim>
                                    <p:animEffect transition="in" filter="fade">
                                      <p:cBhvr>
                                        <p:cTn id="69" dur="500"/>
                                        <p:tgtEl>
                                          <p:spTgt spid="1083"/>
                                        </p:tgtEl>
                                      </p:cBhvr>
                                    </p:animEffect>
                                  </p:childTnLst>
                                </p:cTn>
                              </p:par>
                            </p:childTnLst>
                          </p:cTn>
                        </p:par>
                      </p:childTnLst>
                    </p:cTn>
                  </p:par>
                  <p:par>
                    <p:cTn id="70" fill="hold">
                      <p:stCondLst>
                        <p:cond delay="indefinite"/>
                      </p:stCondLst>
                      <p:childTnLst>
                        <p:par>
                          <p:cTn id="71" fill="hold">
                            <p:stCondLst>
                              <p:cond delay="0"/>
                            </p:stCondLst>
                            <p:childTnLst>
                              <p:par>
                                <p:cTn id="72" presetID="53" presetClass="entr" presetSubtype="16" fill="hold" nodeType="clickEffect">
                                  <p:stCondLst>
                                    <p:cond delay="0"/>
                                  </p:stCondLst>
                                  <p:childTnLst>
                                    <p:set>
                                      <p:cBhvr>
                                        <p:cTn id="73" dur="1" fill="hold">
                                          <p:stCondLst>
                                            <p:cond delay="0"/>
                                          </p:stCondLst>
                                        </p:cTn>
                                        <p:tgtEl>
                                          <p:spTgt spid="851"/>
                                        </p:tgtEl>
                                        <p:attrNameLst>
                                          <p:attrName>style.visibility</p:attrName>
                                        </p:attrNameLst>
                                      </p:cBhvr>
                                      <p:to>
                                        <p:strVal val="visible"/>
                                      </p:to>
                                    </p:set>
                                    <p:anim calcmode="lin" valueType="num">
                                      <p:cBhvr>
                                        <p:cTn id="74" dur="500" fill="hold"/>
                                        <p:tgtEl>
                                          <p:spTgt spid="851"/>
                                        </p:tgtEl>
                                        <p:attrNameLst>
                                          <p:attrName>ppt_w</p:attrName>
                                        </p:attrNameLst>
                                      </p:cBhvr>
                                      <p:tavLst>
                                        <p:tav tm="0">
                                          <p:val>
                                            <p:fltVal val="0"/>
                                          </p:val>
                                        </p:tav>
                                        <p:tav tm="100000">
                                          <p:val>
                                            <p:strVal val="#ppt_w"/>
                                          </p:val>
                                        </p:tav>
                                      </p:tavLst>
                                    </p:anim>
                                    <p:anim calcmode="lin" valueType="num">
                                      <p:cBhvr>
                                        <p:cTn id="75" dur="500" fill="hold"/>
                                        <p:tgtEl>
                                          <p:spTgt spid="851"/>
                                        </p:tgtEl>
                                        <p:attrNameLst>
                                          <p:attrName>ppt_h</p:attrName>
                                        </p:attrNameLst>
                                      </p:cBhvr>
                                      <p:tavLst>
                                        <p:tav tm="0">
                                          <p:val>
                                            <p:fltVal val="0"/>
                                          </p:val>
                                        </p:tav>
                                        <p:tav tm="100000">
                                          <p:val>
                                            <p:strVal val="#ppt_h"/>
                                          </p:val>
                                        </p:tav>
                                      </p:tavLst>
                                    </p:anim>
                                    <p:animEffect transition="in" filter="fade">
                                      <p:cBhvr>
                                        <p:cTn id="76" dur="500"/>
                                        <p:tgtEl>
                                          <p:spTgt spid="851"/>
                                        </p:tgtEl>
                                      </p:cBhvr>
                                    </p:animEffect>
                                  </p:childTnLst>
                                </p:cTn>
                              </p:par>
                              <p:par>
                                <p:cTn id="77" presetID="53" presetClass="entr" presetSubtype="16" fill="hold" nodeType="withEffect">
                                  <p:stCondLst>
                                    <p:cond delay="0"/>
                                  </p:stCondLst>
                                  <p:childTnLst>
                                    <p:set>
                                      <p:cBhvr>
                                        <p:cTn id="78" dur="1" fill="hold">
                                          <p:stCondLst>
                                            <p:cond delay="0"/>
                                          </p:stCondLst>
                                        </p:cTn>
                                        <p:tgtEl>
                                          <p:spTgt spid="12"/>
                                        </p:tgtEl>
                                        <p:attrNameLst>
                                          <p:attrName>style.visibility</p:attrName>
                                        </p:attrNameLst>
                                      </p:cBhvr>
                                      <p:to>
                                        <p:strVal val="visible"/>
                                      </p:to>
                                    </p:set>
                                    <p:anim calcmode="lin" valueType="num">
                                      <p:cBhvr>
                                        <p:cTn id="79" dur="500" fill="hold"/>
                                        <p:tgtEl>
                                          <p:spTgt spid="12"/>
                                        </p:tgtEl>
                                        <p:attrNameLst>
                                          <p:attrName>ppt_w</p:attrName>
                                        </p:attrNameLst>
                                      </p:cBhvr>
                                      <p:tavLst>
                                        <p:tav tm="0">
                                          <p:val>
                                            <p:fltVal val="0"/>
                                          </p:val>
                                        </p:tav>
                                        <p:tav tm="100000">
                                          <p:val>
                                            <p:strVal val="#ppt_w"/>
                                          </p:val>
                                        </p:tav>
                                      </p:tavLst>
                                    </p:anim>
                                    <p:anim calcmode="lin" valueType="num">
                                      <p:cBhvr>
                                        <p:cTn id="80" dur="500" fill="hold"/>
                                        <p:tgtEl>
                                          <p:spTgt spid="12"/>
                                        </p:tgtEl>
                                        <p:attrNameLst>
                                          <p:attrName>ppt_h</p:attrName>
                                        </p:attrNameLst>
                                      </p:cBhvr>
                                      <p:tavLst>
                                        <p:tav tm="0">
                                          <p:val>
                                            <p:fltVal val="0"/>
                                          </p:val>
                                        </p:tav>
                                        <p:tav tm="100000">
                                          <p:val>
                                            <p:strVal val="#ppt_h"/>
                                          </p:val>
                                        </p:tav>
                                      </p:tavLst>
                                    </p:anim>
                                    <p:animEffect transition="in" filter="fade">
                                      <p:cBhvr>
                                        <p:cTn id="81" dur="500"/>
                                        <p:tgtEl>
                                          <p:spTgt spid="12"/>
                                        </p:tgtEl>
                                      </p:cBhvr>
                                    </p:animEffect>
                                  </p:childTnLst>
                                </p:cTn>
                              </p:par>
                              <p:par>
                                <p:cTn id="82" presetID="53" presetClass="entr" presetSubtype="16" fill="hold" nodeType="withEffect">
                                  <p:stCondLst>
                                    <p:cond delay="0"/>
                                  </p:stCondLst>
                                  <p:childTnLst>
                                    <p:set>
                                      <p:cBhvr>
                                        <p:cTn id="83" dur="1" fill="hold">
                                          <p:stCondLst>
                                            <p:cond delay="0"/>
                                          </p:stCondLst>
                                        </p:cTn>
                                        <p:tgtEl>
                                          <p:spTgt spid="14"/>
                                        </p:tgtEl>
                                        <p:attrNameLst>
                                          <p:attrName>style.visibility</p:attrName>
                                        </p:attrNameLst>
                                      </p:cBhvr>
                                      <p:to>
                                        <p:strVal val="visible"/>
                                      </p:to>
                                    </p:set>
                                    <p:anim calcmode="lin" valueType="num">
                                      <p:cBhvr>
                                        <p:cTn id="84" dur="500" fill="hold"/>
                                        <p:tgtEl>
                                          <p:spTgt spid="14"/>
                                        </p:tgtEl>
                                        <p:attrNameLst>
                                          <p:attrName>ppt_w</p:attrName>
                                        </p:attrNameLst>
                                      </p:cBhvr>
                                      <p:tavLst>
                                        <p:tav tm="0">
                                          <p:val>
                                            <p:fltVal val="0"/>
                                          </p:val>
                                        </p:tav>
                                        <p:tav tm="100000">
                                          <p:val>
                                            <p:strVal val="#ppt_w"/>
                                          </p:val>
                                        </p:tav>
                                      </p:tavLst>
                                    </p:anim>
                                    <p:anim calcmode="lin" valueType="num">
                                      <p:cBhvr>
                                        <p:cTn id="85" dur="500" fill="hold"/>
                                        <p:tgtEl>
                                          <p:spTgt spid="14"/>
                                        </p:tgtEl>
                                        <p:attrNameLst>
                                          <p:attrName>ppt_h</p:attrName>
                                        </p:attrNameLst>
                                      </p:cBhvr>
                                      <p:tavLst>
                                        <p:tav tm="0">
                                          <p:val>
                                            <p:fltVal val="0"/>
                                          </p:val>
                                        </p:tav>
                                        <p:tav tm="100000">
                                          <p:val>
                                            <p:strVal val="#ppt_h"/>
                                          </p:val>
                                        </p:tav>
                                      </p:tavLst>
                                    </p:anim>
                                    <p:animEffect transition="in" filter="fade">
                                      <p:cBhvr>
                                        <p:cTn id="86" dur="500"/>
                                        <p:tgtEl>
                                          <p:spTgt spid="14"/>
                                        </p:tgtEl>
                                      </p:cBhvr>
                                    </p:animEffect>
                                  </p:childTnLst>
                                </p:cTn>
                              </p:par>
                              <p:par>
                                <p:cTn id="87" presetID="53" presetClass="entr" presetSubtype="16" fill="hold" nodeType="withEffect">
                                  <p:stCondLst>
                                    <p:cond delay="0"/>
                                  </p:stCondLst>
                                  <p:childTnLst>
                                    <p:set>
                                      <p:cBhvr>
                                        <p:cTn id="88" dur="1" fill="hold">
                                          <p:stCondLst>
                                            <p:cond delay="0"/>
                                          </p:stCondLst>
                                        </p:cTn>
                                        <p:tgtEl>
                                          <p:spTgt spid="920"/>
                                        </p:tgtEl>
                                        <p:attrNameLst>
                                          <p:attrName>style.visibility</p:attrName>
                                        </p:attrNameLst>
                                      </p:cBhvr>
                                      <p:to>
                                        <p:strVal val="visible"/>
                                      </p:to>
                                    </p:set>
                                    <p:anim calcmode="lin" valueType="num">
                                      <p:cBhvr>
                                        <p:cTn id="89" dur="500" fill="hold"/>
                                        <p:tgtEl>
                                          <p:spTgt spid="920"/>
                                        </p:tgtEl>
                                        <p:attrNameLst>
                                          <p:attrName>ppt_w</p:attrName>
                                        </p:attrNameLst>
                                      </p:cBhvr>
                                      <p:tavLst>
                                        <p:tav tm="0">
                                          <p:val>
                                            <p:fltVal val="0"/>
                                          </p:val>
                                        </p:tav>
                                        <p:tav tm="100000">
                                          <p:val>
                                            <p:strVal val="#ppt_w"/>
                                          </p:val>
                                        </p:tav>
                                      </p:tavLst>
                                    </p:anim>
                                    <p:anim calcmode="lin" valueType="num">
                                      <p:cBhvr>
                                        <p:cTn id="90" dur="500" fill="hold"/>
                                        <p:tgtEl>
                                          <p:spTgt spid="920"/>
                                        </p:tgtEl>
                                        <p:attrNameLst>
                                          <p:attrName>ppt_h</p:attrName>
                                        </p:attrNameLst>
                                      </p:cBhvr>
                                      <p:tavLst>
                                        <p:tav tm="0">
                                          <p:val>
                                            <p:fltVal val="0"/>
                                          </p:val>
                                        </p:tav>
                                        <p:tav tm="100000">
                                          <p:val>
                                            <p:strVal val="#ppt_h"/>
                                          </p:val>
                                        </p:tav>
                                      </p:tavLst>
                                    </p:anim>
                                    <p:animEffect transition="in" filter="fade">
                                      <p:cBhvr>
                                        <p:cTn id="91" dur="500"/>
                                        <p:tgtEl>
                                          <p:spTgt spid="920"/>
                                        </p:tgtEl>
                                      </p:cBhvr>
                                    </p:animEffect>
                                  </p:childTnLst>
                                </p:cTn>
                              </p:par>
                              <p:par>
                                <p:cTn id="92" presetID="53" presetClass="entr" presetSubtype="16" fill="hold" nodeType="withEffect">
                                  <p:stCondLst>
                                    <p:cond delay="0"/>
                                  </p:stCondLst>
                                  <p:childTnLst>
                                    <p:set>
                                      <p:cBhvr>
                                        <p:cTn id="93" dur="1" fill="hold">
                                          <p:stCondLst>
                                            <p:cond delay="0"/>
                                          </p:stCondLst>
                                        </p:cTn>
                                        <p:tgtEl>
                                          <p:spTgt spid="923"/>
                                        </p:tgtEl>
                                        <p:attrNameLst>
                                          <p:attrName>style.visibility</p:attrName>
                                        </p:attrNameLst>
                                      </p:cBhvr>
                                      <p:to>
                                        <p:strVal val="visible"/>
                                      </p:to>
                                    </p:set>
                                    <p:anim calcmode="lin" valueType="num">
                                      <p:cBhvr>
                                        <p:cTn id="94" dur="500" fill="hold"/>
                                        <p:tgtEl>
                                          <p:spTgt spid="923"/>
                                        </p:tgtEl>
                                        <p:attrNameLst>
                                          <p:attrName>ppt_w</p:attrName>
                                        </p:attrNameLst>
                                      </p:cBhvr>
                                      <p:tavLst>
                                        <p:tav tm="0">
                                          <p:val>
                                            <p:fltVal val="0"/>
                                          </p:val>
                                        </p:tav>
                                        <p:tav tm="100000">
                                          <p:val>
                                            <p:strVal val="#ppt_w"/>
                                          </p:val>
                                        </p:tav>
                                      </p:tavLst>
                                    </p:anim>
                                    <p:anim calcmode="lin" valueType="num">
                                      <p:cBhvr>
                                        <p:cTn id="95" dur="500" fill="hold"/>
                                        <p:tgtEl>
                                          <p:spTgt spid="923"/>
                                        </p:tgtEl>
                                        <p:attrNameLst>
                                          <p:attrName>ppt_h</p:attrName>
                                        </p:attrNameLst>
                                      </p:cBhvr>
                                      <p:tavLst>
                                        <p:tav tm="0">
                                          <p:val>
                                            <p:fltVal val="0"/>
                                          </p:val>
                                        </p:tav>
                                        <p:tav tm="100000">
                                          <p:val>
                                            <p:strVal val="#ppt_h"/>
                                          </p:val>
                                        </p:tav>
                                      </p:tavLst>
                                    </p:anim>
                                    <p:animEffect transition="in" filter="fade">
                                      <p:cBhvr>
                                        <p:cTn id="96" dur="500"/>
                                        <p:tgtEl>
                                          <p:spTgt spid="923"/>
                                        </p:tgtEl>
                                      </p:cBhvr>
                                    </p:animEffect>
                                  </p:childTnLst>
                                </p:cTn>
                              </p:par>
                              <p:par>
                                <p:cTn id="97" presetID="53" presetClass="entr" presetSubtype="16" fill="hold" nodeType="withEffect">
                                  <p:stCondLst>
                                    <p:cond delay="0"/>
                                  </p:stCondLst>
                                  <p:childTnLst>
                                    <p:set>
                                      <p:cBhvr>
                                        <p:cTn id="98" dur="1" fill="hold">
                                          <p:stCondLst>
                                            <p:cond delay="0"/>
                                          </p:stCondLst>
                                        </p:cTn>
                                        <p:tgtEl>
                                          <p:spTgt spid="924"/>
                                        </p:tgtEl>
                                        <p:attrNameLst>
                                          <p:attrName>style.visibility</p:attrName>
                                        </p:attrNameLst>
                                      </p:cBhvr>
                                      <p:to>
                                        <p:strVal val="visible"/>
                                      </p:to>
                                    </p:set>
                                    <p:anim calcmode="lin" valueType="num">
                                      <p:cBhvr>
                                        <p:cTn id="99" dur="500" fill="hold"/>
                                        <p:tgtEl>
                                          <p:spTgt spid="924"/>
                                        </p:tgtEl>
                                        <p:attrNameLst>
                                          <p:attrName>ppt_w</p:attrName>
                                        </p:attrNameLst>
                                      </p:cBhvr>
                                      <p:tavLst>
                                        <p:tav tm="0">
                                          <p:val>
                                            <p:fltVal val="0"/>
                                          </p:val>
                                        </p:tav>
                                        <p:tav tm="100000">
                                          <p:val>
                                            <p:strVal val="#ppt_w"/>
                                          </p:val>
                                        </p:tav>
                                      </p:tavLst>
                                    </p:anim>
                                    <p:anim calcmode="lin" valueType="num">
                                      <p:cBhvr>
                                        <p:cTn id="100" dur="500" fill="hold"/>
                                        <p:tgtEl>
                                          <p:spTgt spid="924"/>
                                        </p:tgtEl>
                                        <p:attrNameLst>
                                          <p:attrName>ppt_h</p:attrName>
                                        </p:attrNameLst>
                                      </p:cBhvr>
                                      <p:tavLst>
                                        <p:tav tm="0">
                                          <p:val>
                                            <p:fltVal val="0"/>
                                          </p:val>
                                        </p:tav>
                                        <p:tav tm="100000">
                                          <p:val>
                                            <p:strVal val="#ppt_h"/>
                                          </p:val>
                                        </p:tav>
                                      </p:tavLst>
                                    </p:anim>
                                    <p:animEffect transition="in" filter="fade">
                                      <p:cBhvr>
                                        <p:cTn id="101" dur="500"/>
                                        <p:tgtEl>
                                          <p:spTgt spid="924"/>
                                        </p:tgtEl>
                                      </p:cBhvr>
                                    </p:animEffect>
                                  </p:childTnLst>
                                </p:cTn>
                              </p:par>
                              <p:par>
                                <p:cTn id="102" presetID="53" presetClass="entr" presetSubtype="16" fill="hold" nodeType="withEffect">
                                  <p:stCondLst>
                                    <p:cond delay="0"/>
                                  </p:stCondLst>
                                  <p:childTnLst>
                                    <p:set>
                                      <p:cBhvr>
                                        <p:cTn id="103" dur="1" fill="hold">
                                          <p:stCondLst>
                                            <p:cond delay="0"/>
                                          </p:stCondLst>
                                        </p:cTn>
                                        <p:tgtEl>
                                          <p:spTgt spid="1058"/>
                                        </p:tgtEl>
                                        <p:attrNameLst>
                                          <p:attrName>style.visibility</p:attrName>
                                        </p:attrNameLst>
                                      </p:cBhvr>
                                      <p:to>
                                        <p:strVal val="visible"/>
                                      </p:to>
                                    </p:set>
                                    <p:anim calcmode="lin" valueType="num">
                                      <p:cBhvr>
                                        <p:cTn id="104" dur="500" fill="hold"/>
                                        <p:tgtEl>
                                          <p:spTgt spid="1058"/>
                                        </p:tgtEl>
                                        <p:attrNameLst>
                                          <p:attrName>ppt_w</p:attrName>
                                        </p:attrNameLst>
                                      </p:cBhvr>
                                      <p:tavLst>
                                        <p:tav tm="0">
                                          <p:val>
                                            <p:fltVal val="0"/>
                                          </p:val>
                                        </p:tav>
                                        <p:tav tm="100000">
                                          <p:val>
                                            <p:strVal val="#ppt_w"/>
                                          </p:val>
                                        </p:tav>
                                      </p:tavLst>
                                    </p:anim>
                                    <p:anim calcmode="lin" valueType="num">
                                      <p:cBhvr>
                                        <p:cTn id="105" dur="500" fill="hold"/>
                                        <p:tgtEl>
                                          <p:spTgt spid="1058"/>
                                        </p:tgtEl>
                                        <p:attrNameLst>
                                          <p:attrName>ppt_h</p:attrName>
                                        </p:attrNameLst>
                                      </p:cBhvr>
                                      <p:tavLst>
                                        <p:tav tm="0">
                                          <p:val>
                                            <p:fltVal val="0"/>
                                          </p:val>
                                        </p:tav>
                                        <p:tav tm="100000">
                                          <p:val>
                                            <p:strVal val="#ppt_h"/>
                                          </p:val>
                                        </p:tav>
                                      </p:tavLst>
                                    </p:anim>
                                    <p:animEffect transition="in" filter="fade">
                                      <p:cBhvr>
                                        <p:cTn id="106" dur="500"/>
                                        <p:tgtEl>
                                          <p:spTgt spid="1058"/>
                                        </p:tgtEl>
                                      </p:cBhvr>
                                    </p:animEffect>
                                  </p:childTnLst>
                                </p:cTn>
                              </p:par>
                            </p:childTnLst>
                          </p:cTn>
                        </p:par>
                      </p:childTnLst>
                    </p:cTn>
                  </p:par>
                  <p:par>
                    <p:cTn id="107" fill="hold">
                      <p:stCondLst>
                        <p:cond delay="indefinite"/>
                      </p:stCondLst>
                      <p:childTnLst>
                        <p:par>
                          <p:cTn id="108" fill="hold">
                            <p:stCondLst>
                              <p:cond delay="0"/>
                            </p:stCondLst>
                            <p:childTnLst>
                              <p:par>
                                <p:cTn id="109" presetID="9" presetClass="entr" presetSubtype="0" fill="hold" grpId="0" nodeType="clickEffect">
                                  <p:stCondLst>
                                    <p:cond delay="0"/>
                                  </p:stCondLst>
                                  <p:childTnLst>
                                    <p:set>
                                      <p:cBhvr>
                                        <p:cTn id="110" dur="1" fill="hold">
                                          <p:stCondLst>
                                            <p:cond delay="0"/>
                                          </p:stCondLst>
                                        </p:cTn>
                                        <p:tgtEl>
                                          <p:spTgt spid="1071"/>
                                        </p:tgtEl>
                                        <p:attrNameLst>
                                          <p:attrName>style.visibility</p:attrName>
                                        </p:attrNameLst>
                                      </p:cBhvr>
                                      <p:to>
                                        <p:strVal val="visible"/>
                                      </p:to>
                                    </p:set>
                                    <p:animEffect transition="in" filter="dissolve">
                                      <p:cBhvr>
                                        <p:cTn id="111" dur="500"/>
                                        <p:tgtEl>
                                          <p:spTgt spid="1071"/>
                                        </p:tgtEl>
                                      </p:cBhvr>
                                    </p:animEffect>
                                  </p:childTnLst>
                                </p:cTn>
                              </p:par>
                              <p:par>
                                <p:cTn id="112" presetID="9" presetClass="entr" presetSubtype="0" fill="hold" grpId="0" nodeType="withEffect">
                                  <p:stCondLst>
                                    <p:cond delay="0"/>
                                  </p:stCondLst>
                                  <p:childTnLst>
                                    <p:set>
                                      <p:cBhvr>
                                        <p:cTn id="113" dur="1" fill="hold">
                                          <p:stCondLst>
                                            <p:cond delay="0"/>
                                          </p:stCondLst>
                                        </p:cTn>
                                        <p:tgtEl>
                                          <p:spTgt spid="1072"/>
                                        </p:tgtEl>
                                        <p:attrNameLst>
                                          <p:attrName>style.visibility</p:attrName>
                                        </p:attrNameLst>
                                      </p:cBhvr>
                                      <p:to>
                                        <p:strVal val="visible"/>
                                      </p:to>
                                    </p:set>
                                    <p:animEffect transition="in" filter="dissolve">
                                      <p:cBhvr>
                                        <p:cTn id="114" dur="500"/>
                                        <p:tgtEl>
                                          <p:spTgt spid="1072"/>
                                        </p:tgtEl>
                                      </p:cBhvr>
                                    </p:animEffect>
                                  </p:childTnLst>
                                </p:cTn>
                              </p:par>
                            </p:childTnLst>
                          </p:cTn>
                        </p:par>
                        <p:par>
                          <p:cTn id="115" fill="hold">
                            <p:stCondLst>
                              <p:cond delay="500"/>
                            </p:stCondLst>
                            <p:childTnLst>
                              <p:par>
                                <p:cTn id="116" presetID="22" presetClass="entr" presetSubtype="1" fill="hold" nodeType="afterEffect">
                                  <p:stCondLst>
                                    <p:cond delay="0"/>
                                  </p:stCondLst>
                                  <p:childTnLst>
                                    <p:set>
                                      <p:cBhvr>
                                        <p:cTn id="117" dur="1" fill="hold">
                                          <p:stCondLst>
                                            <p:cond delay="0"/>
                                          </p:stCondLst>
                                        </p:cTn>
                                        <p:tgtEl>
                                          <p:spTgt spid="1074"/>
                                        </p:tgtEl>
                                        <p:attrNameLst>
                                          <p:attrName>style.visibility</p:attrName>
                                        </p:attrNameLst>
                                      </p:cBhvr>
                                      <p:to>
                                        <p:strVal val="visible"/>
                                      </p:to>
                                    </p:set>
                                    <p:animEffect transition="in" filter="wipe(up)">
                                      <p:cBhvr>
                                        <p:cTn id="118" dur="500"/>
                                        <p:tgtEl>
                                          <p:spTgt spid="1074"/>
                                        </p:tgtEl>
                                      </p:cBhvr>
                                    </p:animEffect>
                                  </p:childTnLst>
                                </p:cTn>
                              </p:par>
                              <p:par>
                                <p:cTn id="119" presetID="22" presetClass="entr" presetSubtype="4" fill="hold" nodeType="withEffect">
                                  <p:stCondLst>
                                    <p:cond delay="0"/>
                                  </p:stCondLst>
                                  <p:childTnLst>
                                    <p:set>
                                      <p:cBhvr>
                                        <p:cTn id="120" dur="1" fill="hold">
                                          <p:stCondLst>
                                            <p:cond delay="0"/>
                                          </p:stCondLst>
                                        </p:cTn>
                                        <p:tgtEl>
                                          <p:spTgt spid="1075"/>
                                        </p:tgtEl>
                                        <p:attrNameLst>
                                          <p:attrName>style.visibility</p:attrName>
                                        </p:attrNameLst>
                                      </p:cBhvr>
                                      <p:to>
                                        <p:strVal val="visible"/>
                                      </p:to>
                                    </p:set>
                                    <p:animEffect transition="in" filter="wipe(down)">
                                      <p:cBhvr>
                                        <p:cTn id="121" dur="500"/>
                                        <p:tgtEl>
                                          <p:spTgt spid="1075"/>
                                        </p:tgtEl>
                                      </p:cBhvr>
                                    </p:animEffect>
                                  </p:childTnLst>
                                </p:cTn>
                              </p:par>
                            </p:childTnLst>
                          </p:cTn>
                        </p:par>
                      </p:childTnLst>
                    </p:cTn>
                  </p:par>
                  <p:par>
                    <p:cTn id="122" fill="hold">
                      <p:stCondLst>
                        <p:cond delay="indefinite"/>
                      </p:stCondLst>
                      <p:childTnLst>
                        <p:par>
                          <p:cTn id="123" fill="hold">
                            <p:stCondLst>
                              <p:cond delay="0"/>
                            </p:stCondLst>
                            <p:childTnLst>
                              <p:par>
                                <p:cTn id="124" presetID="9" presetClass="entr" presetSubtype="0" fill="hold" grpId="0" nodeType="clickEffect">
                                  <p:stCondLst>
                                    <p:cond delay="0"/>
                                  </p:stCondLst>
                                  <p:childTnLst>
                                    <p:set>
                                      <p:cBhvr>
                                        <p:cTn id="125" dur="1" fill="hold">
                                          <p:stCondLst>
                                            <p:cond delay="0"/>
                                          </p:stCondLst>
                                        </p:cTn>
                                        <p:tgtEl>
                                          <p:spTgt spid="1084"/>
                                        </p:tgtEl>
                                        <p:attrNameLst>
                                          <p:attrName>style.visibility</p:attrName>
                                        </p:attrNameLst>
                                      </p:cBhvr>
                                      <p:to>
                                        <p:strVal val="visible"/>
                                      </p:to>
                                    </p:set>
                                    <p:animEffect transition="in" filter="dissolve">
                                      <p:cBhvr>
                                        <p:cTn id="126" dur="500"/>
                                        <p:tgtEl>
                                          <p:spTgt spid="1084"/>
                                        </p:tgtEl>
                                      </p:cBhvr>
                                    </p:animEffect>
                                  </p:childTnLst>
                                </p:cTn>
                              </p:par>
                              <p:par>
                                <p:cTn id="127" presetID="22" presetClass="entr" presetSubtype="4" fill="hold" nodeType="withEffect">
                                  <p:stCondLst>
                                    <p:cond delay="0"/>
                                  </p:stCondLst>
                                  <p:childTnLst>
                                    <p:set>
                                      <p:cBhvr>
                                        <p:cTn id="128" dur="1" fill="hold">
                                          <p:stCondLst>
                                            <p:cond delay="0"/>
                                          </p:stCondLst>
                                        </p:cTn>
                                        <p:tgtEl>
                                          <p:spTgt spid="1085"/>
                                        </p:tgtEl>
                                        <p:attrNameLst>
                                          <p:attrName>style.visibility</p:attrName>
                                        </p:attrNameLst>
                                      </p:cBhvr>
                                      <p:to>
                                        <p:strVal val="visible"/>
                                      </p:to>
                                    </p:set>
                                    <p:animEffect transition="in" filter="wipe(down)">
                                      <p:cBhvr>
                                        <p:cTn id="129" dur="500"/>
                                        <p:tgtEl>
                                          <p:spTgt spid="1085"/>
                                        </p:tgtEl>
                                      </p:cBhvr>
                                    </p:animEffect>
                                  </p:childTnLst>
                                </p:cTn>
                              </p:par>
                            </p:childTnLst>
                          </p:cTn>
                        </p:par>
                      </p:childTnLst>
                    </p:cTn>
                  </p:par>
                  <p:par>
                    <p:cTn id="130" fill="hold">
                      <p:stCondLst>
                        <p:cond delay="indefinite"/>
                      </p:stCondLst>
                      <p:childTnLst>
                        <p:par>
                          <p:cTn id="131" fill="hold">
                            <p:stCondLst>
                              <p:cond delay="0"/>
                            </p:stCondLst>
                            <p:childTnLst>
                              <p:par>
                                <p:cTn id="132" presetID="9" presetClass="entr" presetSubtype="0" fill="hold" grpId="0" nodeType="clickEffect">
                                  <p:stCondLst>
                                    <p:cond delay="0"/>
                                  </p:stCondLst>
                                  <p:childTnLst>
                                    <p:set>
                                      <p:cBhvr>
                                        <p:cTn id="133" dur="1" fill="hold">
                                          <p:stCondLst>
                                            <p:cond delay="0"/>
                                          </p:stCondLst>
                                        </p:cTn>
                                        <p:tgtEl>
                                          <p:spTgt spid="1086"/>
                                        </p:tgtEl>
                                        <p:attrNameLst>
                                          <p:attrName>style.visibility</p:attrName>
                                        </p:attrNameLst>
                                      </p:cBhvr>
                                      <p:to>
                                        <p:strVal val="visible"/>
                                      </p:to>
                                    </p:set>
                                    <p:animEffect transition="in" filter="dissolve">
                                      <p:cBhvr>
                                        <p:cTn id="134" dur="500"/>
                                        <p:tgtEl>
                                          <p:spTgt spid="1086"/>
                                        </p:tgtEl>
                                      </p:cBhvr>
                                    </p:animEffect>
                                  </p:childTnLst>
                                </p:cTn>
                              </p:par>
                              <p:par>
                                <p:cTn id="135" presetID="9" presetClass="entr" presetSubtype="0" fill="hold" grpId="0" nodeType="withEffect">
                                  <p:stCondLst>
                                    <p:cond delay="0"/>
                                  </p:stCondLst>
                                  <p:childTnLst>
                                    <p:set>
                                      <p:cBhvr>
                                        <p:cTn id="136" dur="1" fill="hold">
                                          <p:stCondLst>
                                            <p:cond delay="0"/>
                                          </p:stCondLst>
                                        </p:cTn>
                                        <p:tgtEl>
                                          <p:spTgt spid="1088"/>
                                        </p:tgtEl>
                                        <p:attrNameLst>
                                          <p:attrName>style.visibility</p:attrName>
                                        </p:attrNameLst>
                                      </p:cBhvr>
                                      <p:to>
                                        <p:strVal val="visible"/>
                                      </p:to>
                                    </p:set>
                                    <p:animEffect transition="in" filter="dissolve">
                                      <p:cBhvr>
                                        <p:cTn id="137" dur="500"/>
                                        <p:tgtEl>
                                          <p:spTgt spid="1088"/>
                                        </p:tgtEl>
                                      </p:cBhvr>
                                    </p:animEffect>
                                  </p:childTnLst>
                                </p:cTn>
                              </p:par>
                              <p:par>
                                <p:cTn id="138" presetID="9" presetClass="entr" presetSubtype="0" fill="hold" grpId="0" nodeType="withEffect">
                                  <p:stCondLst>
                                    <p:cond delay="0"/>
                                  </p:stCondLst>
                                  <p:childTnLst>
                                    <p:set>
                                      <p:cBhvr>
                                        <p:cTn id="139" dur="1" fill="hold">
                                          <p:stCondLst>
                                            <p:cond delay="0"/>
                                          </p:stCondLst>
                                        </p:cTn>
                                        <p:tgtEl>
                                          <p:spTgt spid="1090"/>
                                        </p:tgtEl>
                                        <p:attrNameLst>
                                          <p:attrName>style.visibility</p:attrName>
                                        </p:attrNameLst>
                                      </p:cBhvr>
                                      <p:to>
                                        <p:strVal val="visible"/>
                                      </p:to>
                                    </p:set>
                                    <p:animEffect transition="in" filter="dissolve">
                                      <p:cBhvr>
                                        <p:cTn id="140" dur="500"/>
                                        <p:tgtEl>
                                          <p:spTgt spid="1090"/>
                                        </p:tgtEl>
                                      </p:cBhvr>
                                    </p:animEffect>
                                  </p:childTnLst>
                                </p:cTn>
                              </p:par>
                            </p:childTnLst>
                          </p:cTn>
                        </p:par>
                        <p:par>
                          <p:cTn id="141" fill="hold">
                            <p:stCondLst>
                              <p:cond delay="500"/>
                            </p:stCondLst>
                            <p:childTnLst>
                              <p:par>
                                <p:cTn id="142" presetID="22" presetClass="entr" presetSubtype="1" fill="hold" nodeType="afterEffect">
                                  <p:stCondLst>
                                    <p:cond delay="0"/>
                                  </p:stCondLst>
                                  <p:childTnLst>
                                    <p:set>
                                      <p:cBhvr>
                                        <p:cTn id="143" dur="1" fill="hold">
                                          <p:stCondLst>
                                            <p:cond delay="0"/>
                                          </p:stCondLst>
                                        </p:cTn>
                                        <p:tgtEl>
                                          <p:spTgt spid="1087"/>
                                        </p:tgtEl>
                                        <p:attrNameLst>
                                          <p:attrName>style.visibility</p:attrName>
                                        </p:attrNameLst>
                                      </p:cBhvr>
                                      <p:to>
                                        <p:strVal val="visible"/>
                                      </p:to>
                                    </p:set>
                                    <p:animEffect transition="in" filter="wipe(up)">
                                      <p:cBhvr>
                                        <p:cTn id="144" dur="500"/>
                                        <p:tgtEl>
                                          <p:spTgt spid="1087"/>
                                        </p:tgtEl>
                                      </p:cBhvr>
                                    </p:animEffect>
                                  </p:childTnLst>
                                </p:cTn>
                              </p:par>
                              <p:par>
                                <p:cTn id="145" presetID="22" presetClass="entr" presetSubtype="1" fill="hold" nodeType="withEffect">
                                  <p:stCondLst>
                                    <p:cond delay="0"/>
                                  </p:stCondLst>
                                  <p:childTnLst>
                                    <p:set>
                                      <p:cBhvr>
                                        <p:cTn id="146" dur="1" fill="hold">
                                          <p:stCondLst>
                                            <p:cond delay="0"/>
                                          </p:stCondLst>
                                        </p:cTn>
                                        <p:tgtEl>
                                          <p:spTgt spid="1089"/>
                                        </p:tgtEl>
                                        <p:attrNameLst>
                                          <p:attrName>style.visibility</p:attrName>
                                        </p:attrNameLst>
                                      </p:cBhvr>
                                      <p:to>
                                        <p:strVal val="visible"/>
                                      </p:to>
                                    </p:set>
                                    <p:animEffect transition="in" filter="wipe(up)">
                                      <p:cBhvr>
                                        <p:cTn id="147" dur="500"/>
                                        <p:tgtEl>
                                          <p:spTgt spid="1089"/>
                                        </p:tgtEl>
                                      </p:cBhvr>
                                    </p:animEffect>
                                  </p:childTnLst>
                                </p:cTn>
                              </p:par>
                              <p:par>
                                <p:cTn id="148" presetID="22" presetClass="entr" presetSubtype="4" fill="hold" nodeType="withEffect">
                                  <p:stCondLst>
                                    <p:cond delay="0"/>
                                  </p:stCondLst>
                                  <p:childTnLst>
                                    <p:set>
                                      <p:cBhvr>
                                        <p:cTn id="149" dur="1" fill="hold">
                                          <p:stCondLst>
                                            <p:cond delay="0"/>
                                          </p:stCondLst>
                                        </p:cTn>
                                        <p:tgtEl>
                                          <p:spTgt spid="1091"/>
                                        </p:tgtEl>
                                        <p:attrNameLst>
                                          <p:attrName>style.visibility</p:attrName>
                                        </p:attrNameLst>
                                      </p:cBhvr>
                                      <p:to>
                                        <p:strVal val="visible"/>
                                      </p:to>
                                    </p:set>
                                    <p:animEffect transition="in" filter="wipe(down)">
                                      <p:cBhvr>
                                        <p:cTn id="150" dur="500"/>
                                        <p:tgtEl>
                                          <p:spTgt spid="10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6" grpId="0" animBg="1"/>
      <p:bldP spid="635" grpId="0" animBg="1"/>
      <p:bldP spid="634" grpId="0" animBg="1"/>
      <p:bldP spid="522" grpId="0" animBg="1"/>
      <p:bldP spid="523" grpId="0" animBg="1"/>
      <p:bldP spid="8" grpId="0" animBg="1"/>
      <p:bldP spid="1071" grpId="0"/>
      <p:bldP spid="1072" grpId="0"/>
      <p:bldP spid="1084" grpId="0"/>
      <p:bldP spid="1086" grpId="0"/>
      <p:bldP spid="1088" grpId="0"/>
      <p:bldP spid="1090"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مسیریابی سلسله‌مراتبی</a:t>
            </a:r>
            <a:endParaRPr lang="fa-IR" sz="3600" b="1" dirty="0">
              <a:solidFill>
                <a:srgbClr val="0000FF"/>
              </a:solidFill>
              <a:latin typeface="IRANSans(FaNum)" panose="02040503050201020203" pitchFamily="18" charset="-78"/>
            </a:endParaRPr>
          </a:p>
        </p:txBody>
      </p:sp>
      <p:sp>
        <p:nvSpPr>
          <p:cNvPr id="13" name="Content Placeholder 2">
            <a:extLst>
              <a:ext uri="{FF2B5EF4-FFF2-40B4-BE49-F238E27FC236}">
                <a16:creationId xmlns:a16="http://schemas.microsoft.com/office/drawing/2014/main" id="{18E470C9-2821-8645-3E66-614ED35A05EE}"/>
              </a:ext>
            </a:extLst>
          </p:cNvPr>
          <p:cNvSpPr txBox="1">
            <a:spLocks/>
          </p:cNvSpPr>
          <p:nvPr/>
        </p:nvSpPr>
        <p:spPr>
          <a:xfrm>
            <a:off x="433754" y="1349701"/>
            <a:ext cx="11418277" cy="4160145"/>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2000" b="1" dirty="0">
                <a:solidFill>
                  <a:srgbClr val="1F1FFF"/>
                </a:solidFill>
                <a:latin typeface="IRANSans(FaNum)" panose="02040503050201020203" pitchFamily="18" charset="-78"/>
              </a:rPr>
              <a:t>آیا مسیریابی یک سطحی (</a:t>
            </a:r>
            <a:r>
              <a:rPr lang="en-US" sz="2000" b="1" dirty="0">
                <a:solidFill>
                  <a:srgbClr val="1F1FFF"/>
                </a:solidFill>
                <a:latin typeface="IRANSans(FaNum)" panose="02040503050201020203" pitchFamily="18" charset="-78"/>
              </a:rPr>
              <a:t>flat</a:t>
            </a:r>
            <a:r>
              <a:rPr lang="fa-IR" sz="2000" b="1" dirty="0">
                <a:solidFill>
                  <a:srgbClr val="1F1FFF"/>
                </a:solidFill>
                <a:latin typeface="IRANSans(FaNum)" panose="02040503050201020203" pitchFamily="18" charset="-78"/>
              </a:rPr>
              <a:t>) در شبکه اینترنت امکان‌پذیر است؟</a:t>
            </a:r>
          </a:p>
          <a:p>
            <a:pPr marL="432000" indent="-144000">
              <a:lnSpc>
                <a:spcPct val="130000"/>
              </a:lnSpc>
              <a:spcBef>
                <a:spcPts val="0"/>
              </a:spcBef>
              <a:spcAft>
                <a:spcPts val="600"/>
              </a:spcAft>
            </a:pPr>
            <a:r>
              <a:rPr lang="fa-IR" sz="1600" b="1" dirty="0">
                <a:solidFill>
                  <a:srgbClr val="1F1FFF"/>
                </a:solidFill>
                <a:latin typeface="IRANSans(FaNum)" panose="02040503050201020203" pitchFamily="18" charset="-78"/>
              </a:rPr>
              <a:t>مقیاس‌پذیری: </a:t>
            </a:r>
          </a:p>
          <a:p>
            <a:pPr marL="864000" lvl="1" indent="-144000">
              <a:lnSpc>
                <a:spcPct val="130000"/>
              </a:lnSpc>
              <a:spcBef>
                <a:spcPts val="0"/>
              </a:spcBef>
              <a:spcAft>
                <a:spcPts val="600"/>
              </a:spcAft>
            </a:pPr>
            <a:r>
              <a:rPr lang="fa-IR" sz="1400" b="1" dirty="0">
                <a:solidFill>
                  <a:srgbClr val="1F1FFF"/>
                </a:solidFill>
                <a:latin typeface="IRANSans(FaNum)" panose="02040503050201020203" pitchFamily="18" charset="-78"/>
              </a:rPr>
              <a:t>تعداد گره‌ها: میلیاردها گره مقصد</a:t>
            </a:r>
          </a:p>
          <a:p>
            <a:pPr marL="864000" lvl="1" indent="-144000">
              <a:lnSpc>
                <a:spcPct val="130000"/>
              </a:lnSpc>
              <a:spcBef>
                <a:spcPts val="0"/>
              </a:spcBef>
              <a:spcAft>
                <a:spcPts val="600"/>
              </a:spcAft>
            </a:pPr>
            <a:r>
              <a:rPr lang="fa-IR" sz="1400" b="1" dirty="0">
                <a:solidFill>
                  <a:srgbClr val="1F1FFF"/>
                </a:solidFill>
                <a:latin typeface="IRANSans(FaNum)" panose="02040503050201020203" pitchFamily="18" charset="-78"/>
              </a:rPr>
              <a:t>پیچیدگی حافظه: نگهداری جدول جلورانی بسیار بزرگ</a:t>
            </a:r>
          </a:p>
          <a:p>
            <a:pPr marL="864000" lvl="1" indent="-144000">
              <a:lnSpc>
                <a:spcPct val="130000"/>
              </a:lnSpc>
              <a:spcBef>
                <a:spcPts val="0"/>
              </a:spcBef>
              <a:spcAft>
                <a:spcPts val="600"/>
              </a:spcAft>
            </a:pPr>
            <a:r>
              <a:rPr lang="fa-IR" sz="1400" b="1" dirty="0">
                <a:solidFill>
                  <a:srgbClr val="1F1FFF"/>
                </a:solidFill>
                <a:latin typeface="IRANSans(FaNum)" panose="02040503050201020203" pitchFamily="18" charset="-78"/>
              </a:rPr>
              <a:t>پیچیدگی محاسباتی: انجام محاسبات بسیار عظیم برای ایجاد یا به روز رسانی جدول جلورانی</a:t>
            </a:r>
          </a:p>
          <a:p>
            <a:pPr marL="864000" lvl="1" indent="-144000">
              <a:lnSpc>
                <a:spcPct val="130000"/>
              </a:lnSpc>
              <a:spcBef>
                <a:spcPts val="0"/>
              </a:spcBef>
              <a:spcAft>
                <a:spcPts val="600"/>
              </a:spcAft>
            </a:pPr>
            <a:r>
              <a:rPr lang="fa-IR" sz="1400" b="1" dirty="0">
                <a:solidFill>
                  <a:srgbClr val="1F1FFF"/>
                </a:solidFill>
                <a:latin typeface="IRANSans(FaNum)" panose="02040503050201020203" pitchFamily="18" charset="-78"/>
              </a:rPr>
              <a:t>پیچیدگی پیام: رد و بدل کردن میلیاردها اطلاعات مسیریابی</a:t>
            </a:r>
          </a:p>
          <a:p>
            <a:pPr marL="432000" indent="-144000">
              <a:lnSpc>
                <a:spcPct val="130000"/>
              </a:lnSpc>
              <a:spcBef>
                <a:spcPts val="1200"/>
              </a:spcBef>
              <a:spcAft>
                <a:spcPts val="600"/>
              </a:spcAft>
            </a:pPr>
            <a:r>
              <a:rPr lang="fa-IR" sz="1600" b="1" dirty="0">
                <a:solidFill>
                  <a:srgbClr val="1F1FFF"/>
                </a:solidFill>
                <a:latin typeface="IRANSans(FaNum)" panose="02040503050201020203" pitchFamily="18" charset="-78"/>
              </a:rPr>
              <a:t>استقلال دامنه‌ها (</a:t>
            </a:r>
            <a:r>
              <a:rPr lang="en-US" sz="1600" b="1" dirty="0">
                <a:solidFill>
                  <a:srgbClr val="1F1FFF"/>
                </a:solidFill>
                <a:latin typeface="IRANSans(FaNum)" panose="02040503050201020203" pitchFamily="18" charset="-78"/>
              </a:rPr>
              <a:t>AS</a:t>
            </a:r>
            <a:r>
              <a:rPr lang="fa-IR" sz="1600" b="1" dirty="0">
                <a:solidFill>
                  <a:srgbClr val="1F1FFF"/>
                </a:solidFill>
                <a:latin typeface="IRANSans(FaNum)" panose="02040503050201020203" pitchFamily="18" charset="-78"/>
              </a:rPr>
              <a:t>ها):</a:t>
            </a:r>
          </a:p>
          <a:p>
            <a:pPr marL="889200" lvl="1" indent="-144000">
              <a:lnSpc>
                <a:spcPct val="130000"/>
              </a:lnSpc>
              <a:spcBef>
                <a:spcPts val="0"/>
              </a:spcBef>
              <a:spcAft>
                <a:spcPts val="600"/>
              </a:spcAft>
            </a:pPr>
            <a:r>
              <a:rPr lang="fa-IR" sz="1400" b="1" dirty="0">
                <a:solidFill>
                  <a:srgbClr val="1F1FFF"/>
                </a:solidFill>
                <a:latin typeface="IRANSans(FaNum)" panose="02040503050201020203" pitchFamily="18" charset="-78"/>
              </a:rPr>
              <a:t>مدیر (</a:t>
            </a:r>
            <a:r>
              <a:rPr lang="en-US" sz="1400" b="1" dirty="0">
                <a:solidFill>
                  <a:srgbClr val="1F1FFF"/>
                </a:solidFill>
                <a:latin typeface="IRANSans(FaNum)" panose="02040503050201020203" pitchFamily="18" charset="-78"/>
              </a:rPr>
              <a:t>admin</a:t>
            </a:r>
            <a:r>
              <a:rPr lang="fa-IR" sz="1400" b="1" dirty="0">
                <a:solidFill>
                  <a:srgbClr val="1F1FFF"/>
                </a:solidFill>
                <a:latin typeface="IRANSans(FaNum)" panose="02040503050201020203" pitchFamily="18" charset="-78"/>
              </a:rPr>
              <a:t>) هر دامنه، روش مسیریابی و کنترل خود را در داخل شبکه‌اش اعمال می‌کند.</a:t>
            </a:r>
          </a:p>
          <a:p>
            <a:pPr marL="889200" lvl="1" indent="-144000">
              <a:lnSpc>
                <a:spcPct val="130000"/>
              </a:lnSpc>
              <a:spcBef>
                <a:spcPts val="0"/>
              </a:spcBef>
              <a:spcAft>
                <a:spcPts val="600"/>
              </a:spcAft>
            </a:pPr>
            <a:r>
              <a:rPr lang="fa-IR" sz="1400" b="1" dirty="0">
                <a:solidFill>
                  <a:srgbClr val="1F1FFF"/>
                </a:solidFill>
                <a:latin typeface="IRANSans(FaNum)" panose="02040503050201020203" pitchFamily="18" charset="-78"/>
              </a:rPr>
              <a:t>با توجه ملاحظات اقتصادی، امنیتی و غیره هر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(به ویژه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های ترانزیت) خط‌مشی مدیریتی متفاوتی در ارتباط با مسیریابی و انتقال ترافیک داده‌ها نسبت به سایر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ها دارد.</a:t>
            </a:r>
          </a:p>
        </p:txBody>
      </p:sp>
    </p:spTree>
    <p:extLst>
      <p:ext uri="{BB962C8B-B14F-4D97-AF65-F5344CB8AC3E}">
        <p14:creationId xmlns:p14="http://schemas.microsoft.com/office/powerpoint/2010/main" val="804305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xEl>
                                              <p:pRg st="0" end="0"/>
                                            </p:txEl>
                                          </p:spTgt>
                                        </p:tgtEl>
                                        <p:attrNameLst>
                                          <p:attrName>style.visibility</p:attrName>
                                        </p:attrNameLst>
                                      </p:cBhvr>
                                      <p:to>
                                        <p:strVal val="visible"/>
                                      </p:to>
                                    </p:set>
                                    <p:animEffect transition="in" filter="fade">
                                      <p:cBhvr>
                                        <p:cTn id="13" dur="1000"/>
                                        <p:tgtEl>
                                          <p:spTgt spid="13">
                                            <p:txEl>
                                              <p:pRg st="0" end="0"/>
                                            </p:txEl>
                                          </p:spTgt>
                                        </p:tgtEl>
                                      </p:cBhvr>
                                    </p:animEffect>
                                    <p:anim calcmode="lin" valueType="num">
                                      <p:cBhvr>
                                        <p:cTn id="14"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13">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13">
                                            <p:txEl>
                                              <p:pRg st="1" end="1"/>
                                            </p:txEl>
                                          </p:spTgt>
                                        </p:tgtEl>
                                        <p:attrNameLst>
                                          <p:attrName>style.visibility</p:attrName>
                                        </p:attrNameLst>
                                      </p:cBhvr>
                                      <p:to>
                                        <p:strVal val="visible"/>
                                      </p:to>
                                    </p:set>
                                    <p:animEffect transition="in" filter="fade">
                                      <p:cBhvr>
                                        <p:cTn id="19" dur="1000"/>
                                        <p:tgtEl>
                                          <p:spTgt spid="13">
                                            <p:txEl>
                                              <p:pRg st="1" end="1"/>
                                            </p:txEl>
                                          </p:spTgt>
                                        </p:tgtEl>
                                      </p:cBhvr>
                                    </p:animEffect>
                                    <p:anim calcmode="lin" valueType="num">
                                      <p:cBhvr>
                                        <p:cTn id="20" dur="1000" fill="hold"/>
                                        <p:tgtEl>
                                          <p:spTgt spid="13">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13">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13">
                                            <p:txEl>
                                              <p:pRg st="2" end="2"/>
                                            </p:txEl>
                                          </p:spTgt>
                                        </p:tgtEl>
                                        <p:attrNameLst>
                                          <p:attrName>style.visibility</p:attrName>
                                        </p:attrNameLst>
                                      </p:cBhvr>
                                      <p:to>
                                        <p:strVal val="visible"/>
                                      </p:to>
                                    </p:set>
                                    <p:animEffect transition="in" filter="fade">
                                      <p:cBhvr>
                                        <p:cTn id="25" dur="1000"/>
                                        <p:tgtEl>
                                          <p:spTgt spid="13">
                                            <p:txEl>
                                              <p:pRg st="2" end="2"/>
                                            </p:txEl>
                                          </p:spTgt>
                                        </p:tgtEl>
                                      </p:cBhvr>
                                    </p:animEffect>
                                    <p:anim calcmode="lin" valueType="num">
                                      <p:cBhvr>
                                        <p:cTn id="26" dur="1000" fill="hold"/>
                                        <p:tgtEl>
                                          <p:spTgt spid="13">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13">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13">
                                            <p:txEl>
                                              <p:pRg st="3" end="3"/>
                                            </p:txEl>
                                          </p:spTgt>
                                        </p:tgtEl>
                                        <p:attrNameLst>
                                          <p:attrName>style.visibility</p:attrName>
                                        </p:attrNameLst>
                                      </p:cBhvr>
                                      <p:to>
                                        <p:strVal val="visible"/>
                                      </p:to>
                                    </p:set>
                                    <p:animEffect transition="in" filter="fade">
                                      <p:cBhvr>
                                        <p:cTn id="31" dur="1000"/>
                                        <p:tgtEl>
                                          <p:spTgt spid="13">
                                            <p:txEl>
                                              <p:pRg st="3" end="3"/>
                                            </p:txEl>
                                          </p:spTgt>
                                        </p:tgtEl>
                                      </p:cBhvr>
                                    </p:animEffect>
                                    <p:anim calcmode="lin" valueType="num">
                                      <p:cBhvr>
                                        <p:cTn id="32" dur="1000" fill="hold"/>
                                        <p:tgtEl>
                                          <p:spTgt spid="13">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13">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13">
                                            <p:txEl>
                                              <p:pRg st="4" end="4"/>
                                            </p:txEl>
                                          </p:spTgt>
                                        </p:tgtEl>
                                        <p:attrNameLst>
                                          <p:attrName>style.visibility</p:attrName>
                                        </p:attrNameLst>
                                      </p:cBhvr>
                                      <p:to>
                                        <p:strVal val="visible"/>
                                      </p:to>
                                    </p:set>
                                    <p:animEffect transition="in" filter="fade">
                                      <p:cBhvr>
                                        <p:cTn id="37" dur="1000"/>
                                        <p:tgtEl>
                                          <p:spTgt spid="13">
                                            <p:txEl>
                                              <p:pRg st="4" end="4"/>
                                            </p:txEl>
                                          </p:spTgt>
                                        </p:tgtEl>
                                      </p:cBhvr>
                                    </p:animEffect>
                                    <p:anim calcmode="lin" valueType="num">
                                      <p:cBhvr>
                                        <p:cTn id="38" dur="1000" fill="hold"/>
                                        <p:tgtEl>
                                          <p:spTgt spid="13">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13">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13">
                                            <p:txEl>
                                              <p:pRg st="5" end="5"/>
                                            </p:txEl>
                                          </p:spTgt>
                                        </p:tgtEl>
                                        <p:attrNameLst>
                                          <p:attrName>style.visibility</p:attrName>
                                        </p:attrNameLst>
                                      </p:cBhvr>
                                      <p:to>
                                        <p:strVal val="visible"/>
                                      </p:to>
                                    </p:set>
                                    <p:animEffect transition="in" filter="fade">
                                      <p:cBhvr>
                                        <p:cTn id="43" dur="1000"/>
                                        <p:tgtEl>
                                          <p:spTgt spid="13">
                                            <p:txEl>
                                              <p:pRg st="5" end="5"/>
                                            </p:txEl>
                                          </p:spTgt>
                                        </p:tgtEl>
                                      </p:cBhvr>
                                    </p:animEffect>
                                    <p:anim calcmode="lin" valueType="num">
                                      <p:cBhvr>
                                        <p:cTn id="44" dur="1000" fill="hold"/>
                                        <p:tgtEl>
                                          <p:spTgt spid="13">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13">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13">
                                            <p:txEl>
                                              <p:pRg st="6" end="6"/>
                                            </p:txEl>
                                          </p:spTgt>
                                        </p:tgtEl>
                                        <p:attrNameLst>
                                          <p:attrName>style.visibility</p:attrName>
                                        </p:attrNameLst>
                                      </p:cBhvr>
                                      <p:to>
                                        <p:strVal val="visible"/>
                                      </p:to>
                                    </p:set>
                                    <p:animEffect transition="in" filter="fade">
                                      <p:cBhvr>
                                        <p:cTn id="49" dur="1000"/>
                                        <p:tgtEl>
                                          <p:spTgt spid="13">
                                            <p:txEl>
                                              <p:pRg st="6" end="6"/>
                                            </p:txEl>
                                          </p:spTgt>
                                        </p:tgtEl>
                                      </p:cBhvr>
                                    </p:animEffect>
                                    <p:anim calcmode="lin" valueType="num">
                                      <p:cBhvr>
                                        <p:cTn id="50" dur="1000" fill="hold"/>
                                        <p:tgtEl>
                                          <p:spTgt spid="13">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13">
                                            <p:txEl>
                                              <p:pRg st="6" end="6"/>
                                            </p:txEl>
                                          </p:spTgt>
                                        </p:tgtEl>
                                        <p:attrNameLst>
                                          <p:attrName>ppt_y</p:attrName>
                                        </p:attrNameLst>
                                      </p:cBhvr>
                                      <p:tavLst>
                                        <p:tav tm="0">
                                          <p:val>
                                            <p:strVal val="#ppt_y+.1"/>
                                          </p:val>
                                        </p:tav>
                                        <p:tav tm="100000">
                                          <p:val>
                                            <p:strVal val="#ppt_y"/>
                                          </p:val>
                                        </p:tav>
                                      </p:tavLst>
                                    </p:anim>
                                  </p:childTnLst>
                                </p:cTn>
                              </p:par>
                            </p:childTnLst>
                          </p:cTn>
                        </p:par>
                        <p:par>
                          <p:cTn id="52" fill="hold">
                            <p:stCondLst>
                              <p:cond delay="8000"/>
                            </p:stCondLst>
                            <p:childTnLst>
                              <p:par>
                                <p:cTn id="53" presetID="42" presetClass="entr" presetSubtype="0" fill="hold" nodeType="afterEffect">
                                  <p:stCondLst>
                                    <p:cond delay="0"/>
                                  </p:stCondLst>
                                  <p:childTnLst>
                                    <p:set>
                                      <p:cBhvr>
                                        <p:cTn id="54" dur="1" fill="hold">
                                          <p:stCondLst>
                                            <p:cond delay="0"/>
                                          </p:stCondLst>
                                        </p:cTn>
                                        <p:tgtEl>
                                          <p:spTgt spid="13">
                                            <p:txEl>
                                              <p:pRg st="7" end="7"/>
                                            </p:txEl>
                                          </p:spTgt>
                                        </p:tgtEl>
                                        <p:attrNameLst>
                                          <p:attrName>style.visibility</p:attrName>
                                        </p:attrNameLst>
                                      </p:cBhvr>
                                      <p:to>
                                        <p:strVal val="visible"/>
                                      </p:to>
                                    </p:set>
                                    <p:animEffect transition="in" filter="fade">
                                      <p:cBhvr>
                                        <p:cTn id="55" dur="1000"/>
                                        <p:tgtEl>
                                          <p:spTgt spid="13">
                                            <p:txEl>
                                              <p:pRg st="7" end="7"/>
                                            </p:txEl>
                                          </p:spTgt>
                                        </p:tgtEl>
                                      </p:cBhvr>
                                    </p:animEffect>
                                    <p:anim calcmode="lin" valueType="num">
                                      <p:cBhvr>
                                        <p:cTn id="56" dur="1000" fill="hold"/>
                                        <p:tgtEl>
                                          <p:spTgt spid="13">
                                            <p:txEl>
                                              <p:pRg st="7" end="7"/>
                                            </p:txEl>
                                          </p:spTgt>
                                        </p:tgtEl>
                                        <p:attrNameLst>
                                          <p:attrName>ppt_x</p:attrName>
                                        </p:attrNameLst>
                                      </p:cBhvr>
                                      <p:tavLst>
                                        <p:tav tm="0">
                                          <p:val>
                                            <p:strVal val="#ppt_x"/>
                                          </p:val>
                                        </p:tav>
                                        <p:tav tm="100000">
                                          <p:val>
                                            <p:strVal val="#ppt_x"/>
                                          </p:val>
                                        </p:tav>
                                      </p:tavLst>
                                    </p:anim>
                                    <p:anim calcmode="lin" valueType="num">
                                      <p:cBhvr>
                                        <p:cTn id="57" dur="1000" fill="hold"/>
                                        <p:tgtEl>
                                          <p:spTgt spid="13">
                                            <p:txEl>
                                              <p:pRg st="7" end="7"/>
                                            </p:txEl>
                                          </p:spTgt>
                                        </p:tgtEl>
                                        <p:attrNameLst>
                                          <p:attrName>ppt_y</p:attrName>
                                        </p:attrNameLst>
                                      </p:cBhvr>
                                      <p:tavLst>
                                        <p:tav tm="0">
                                          <p:val>
                                            <p:strVal val="#ppt_y+.1"/>
                                          </p:val>
                                        </p:tav>
                                        <p:tav tm="100000">
                                          <p:val>
                                            <p:strVal val="#ppt_y"/>
                                          </p:val>
                                        </p:tav>
                                      </p:tavLst>
                                    </p:anim>
                                  </p:childTnLst>
                                </p:cTn>
                              </p:par>
                            </p:childTnLst>
                          </p:cTn>
                        </p:par>
                        <p:par>
                          <p:cTn id="58" fill="hold">
                            <p:stCondLst>
                              <p:cond delay="9000"/>
                            </p:stCondLst>
                            <p:childTnLst>
                              <p:par>
                                <p:cTn id="59" presetID="42" presetClass="entr" presetSubtype="0" fill="hold" nodeType="afterEffect">
                                  <p:stCondLst>
                                    <p:cond delay="0"/>
                                  </p:stCondLst>
                                  <p:childTnLst>
                                    <p:set>
                                      <p:cBhvr>
                                        <p:cTn id="60" dur="1" fill="hold">
                                          <p:stCondLst>
                                            <p:cond delay="0"/>
                                          </p:stCondLst>
                                        </p:cTn>
                                        <p:tgtEl>
                                          <p:spTgt spid="13">
                                            <p:txEl>
                                              <p:pRg st="8" end="8"/>
                                            </p:txEl>
                                          </p:spTgt>
                                        </p:tgtEl>
                                        <p:attrNameLst>
                                          <p:attrName>style.visibility</p:attrName>
                                        </p:attrNameLst>
                                      </p:cBhvr>
                                      <p:to>
                                        <p:strVal val="visible"/>
                                      </p:to>
                                    </p:set>
                                    <p:animEffect transition="in" filter="fade">
                                      <p:cBhvr>
                                        <p:cTn id="61" dur="1000"/>
                                        <p:tgtEl>
                                          <p:spTgt spid="13">
                                            <p:txEl>
                                              <p:pRg st="8" end="8"/>
                                            </p:txEl>
                                          </p:spTgt>
                                        </p:tgtEl>
                                      </p:cBhvr>
                                    </p:animEffect>
                                    <p:anim calcmode="lin" valueType="num">
                                      <p:cBhvr>
                                        <p:cTn id="62" dur="1000" fill="hold"/>
                                        <p:tgtEl>
                                          <p:spTgt spid="13">
                                            <p:txEl>
                                              <p:pRg st="8" end="8"/>
                                            </p:txEl>
                                          </p:spTgt>
                                        </p:tgtEl>
                                        <p:attrNameLst>
                                          <p:attrName>ppt_x</p:attrName>
                                        </p:attrNameLst>
                                      </p:cBhvr>
                                      <p:tavLst>
                                        <p:tav tm="0">
                                          <p:val>
                                            <p:strVal val="#ppt_x"/>
                                          </p:val>
                                        </p:tav>
                                        <p:tav tm="100000">
                                          <p:val>
                                            <p:strVal val="#ppt_x"/>
                                          </p:val>
                                        </p:tav>
                                      </p:tavLst>
                                    </p:anim>
                                    <p:anim calcmode="lin" valueType="num">
                                      <p:cBhvr>
                                        <p:cTn id="63" dur="1000" fill="hold"/>
                                        <p:tgtEl>
                                          <p:spTgt spid="13">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مسیریابی سلسله‌مراتبی</a:t>
            </a:r>
            <a:endParaRPr lang="fa-IR" sz="3600" b="1" dirty="0">
              <a:solidFill>
                <a:srgbClr val="0000FF"/>
              </a:solidFill>
              <a:latin typeface="IRANSans(FaNum)" panose="02040503050201020203" pitchFamily="18" charset="-78"/>
            </a:endParaRPr>
          </a:p>
        </p:txBody>
      </p:sp>
      <p:sp>
        <p:nvSpPr>
          <p:cNvPr id="13" name="Content Placeholder 2">
            <a:extLst>
              <a:ext uri="{FF2B5EF4-FFF2-40B4-BE49-F238E27FC236}">
                <a16:creationId xmlns:a16="http://schemas.microsoft.com/office/drawing/2014/main" id="{18E470C9-2821-8645-3E66-614ED35A05EE}"/>
              </a:ext>
            </a:extLst>
          </p:cNvPr>
          <p:cNvSpPr txBox="1">
            <a:spLocks/>
          </p:cNvSpPr>
          <p:nvPr/>
        </p:nvSpPr>
        <p:spPr>
          <a:xfrm>
            <a:off x="586154" y="1220748"/>
            <a:ext cx="11265877" cy="5159103"/>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1800" b="1" dirty="0">
                <a:solidFill>
                  <a:srgbClr val="1F1FFF"/>
                </a:solidFill>
                <a:latin typeface="IRANSans(FaNum)" panose="02040503050201020203" pitchFamily="18" charset="-78"/>
              </a:rPr>
              <a:t>مسیریابی در شبکه اینترنت به صورت دوسطحی انجام می‌شود.</a:t>
            </a:r>
          </a:p>
          <a:p>
            <a:pPr marL="432000" lvl="1" indent="-144000">
              <a:lnSpc>
                <a:spcPct val="130000"/>
              </a:lnSpc>
              <a:spcBef>
                <a:spcPts val="0"/>
              </a:spcBef>
              <a:spcAft>
                <a:spcPts val="600"/>
              </a:spcAft>
            </a:pPr>
            <a:r>
              <a:rPr lang="fa-IR" sz="1600" b="1" dirty="0">
                <a:solidFill>
                  <a:srgbClr val="C00000"/>
                </a:solidFill>
                <a:latin typeface="IRANSans(FaNum)" panose="02040503050201020203" pitchFamily="18" charset="-78"/>
              </a:rPr>
              <a:t>سطح اول (انتزاعی): مسیریابی بین‌دامنه‌ای (</a:t>
            </a:r>
            <a:r>
              <a:rPr lang="en-US" sz="1600" b="1" dirty="0">
                <a:solidFill>
                  <a:srgbClr val="C00000"/>
                </a:solidFill>
                <a:latin typeface="IRANSans(FaNum)" panose="02040503050201020203" pitchFamily="18" charset="-78"/>
              </a:rPr>
              <a:t>Inter-domain Routing </a:t>
            </a:r>
            <a:r>
              <a:rPr lang="fa-IR" sz="1600" b="1" dirty="0">
                <a:solidFill>
                  <a:srgbClr val="C00000"/>
                </a:solidFill>
                <a:latin typeface="IRANSans(FaNum)" panose="02040503050201020203" pitchFamily="18" charset="-78"/>
              </a:rPr>
              <a:t>)</a:t>
            </a:r>
          </a:p>
          <a:p>
            <a:pPr marL="889200" lvl="2" indent="-144000">
              <a:lnSpc>
                <a:spcPct val="130000"/>
              </a:lnSpc>
              <a:spcBef>
                <a:spcPts val="0"/>
              </a:spcBef>
              <a:spcAft>
                <a:spcPts val="600"/>
              </a:spcAft>
            </a:pPr>
            <a:r>
              <a:rPr lang="fa-IR" sz="1400" b="1" dirty="0">
                <a:solidFill>
                  <a:srgbClr val="1F1FFF"/>
                </a:solidFill>
                <a:latin typeface="IRANSans(FaNum)" panose="02040503050201020203" pitchFamily="18" charset="-78"/>
              </a:rPr>
              <a:t>دامنه‌ای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ای) که میزبان مبدأ در آن قرار دارد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مبدأ و دامنه‌ای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ای) که میزبان مقصد در آن قرار دارد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مقصد هستند.</a:t>
            </a:r>
          </a:p>
          <a:p>
            <a:pPr marL="889200" lvl="2" indent="-144000">
              <a:lnSpc>
                <a:spcPct val="130000"/>
              </a:lnSpc>
              <a:spcBef>
                <a:spcPts val="0"/>
              </a:spcBef>
              <a:spcAft>
                <a:spcPts val="600"/>
              </a:spcAft>
            </a:pPr>
            <a:r>
              <a:rPr lang="fa-IR" sz="1400" b="1" dirty="0">
                <a:solidFill>
                  <a:srgbClr val="1F1FFF"/>
                </a:solidFill>
                <a:latin typeface="IRANSans(FaNum)" panose="02040503050201020203" pitchFamily="18" charset="-78"/>
              </a:rPr>
              <a:t>هر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به عنوان یک زیرشبکه (یک گره انتزاعی) از شبکه اینترنت است. </a:t>
            </a:r>
          </a:p>
          <a:p>
            <a:pPr marL="889200" lvl="2" indent="-144000">
              <a:lnSpc>
                <a:spcPct val="130000"/>
              </a:lnSpc>
              <a:spcBef>
                <a:spcPts val="0"/>
              </a:spcBef>
              <a:spcAft>
                <a:spcPts val="600"/>
              </a:spcAft>
            </a:pPr>
            <a:r>
              <a:rPr lang="fa-IR" sz="1400" b="1" dirty="0">
                <a:solidFill>
                  <a:srgbClr val="1F1FFF"/>
                </a:solidFill>
                <a:latin typeface="IRANSans(FaNum)" panose="02040503050201020203" pitchFamily="18" charset="-78"/>
              </a:rPr>
              <a:t>مسیریابی بین‌دامنه‌ای: بسته‌های ارسالی از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مبدأ به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مقصد از کدام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باید عبور کنند.</a:t>
            </a:r>
          </a:p>
          <a:p>
            <a:pPr marL="889200" lvl="2" indent="-144000">
              <a:lnSpc>
                <a:spcPct val="130000"/>
              </a:lnSpc>
              <a:spcBef>
                <a:spcPts val="0"/>
              </a:spcBef>
              <a:spcAft>
                <a:spcPts val="600"/>
              </a:spcAft>
            </a:pPr>
            <a:r>
              <a:rPr lang="fa-IR" sz="1400" b="1" dirty="0">
                <a:solidFill>
                  <a:srgbClr val="1F1FFF"/>
                </a:solidFill>
                <a:latin typeface="IRANSans(FaNum)" panose="02040503050201020203" pitchFamily="18" charset="-78"/>
              </a:rPr>
              <a:t>استفاده از پروتکل‌های مسیریابی بین‌دامنه‌ای (بین‌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ای) (</a:t>
            </a:r>
            <a:r>
              <a:rPr lang="en-US" sz="1400" b="1" dirty="0">
                <a:solidFill>
                  <a:srgbClr val="1F1FFF"/>
                </a:solidFill>
                <a:latin typeface="IRANSans(FaNum)" panose="02040503050201020203" pitchFamily="18" charset="-78"/>
              </a:rPr>
              <a:t>Inter-domain (Inter-AS) Routing Protocol</a:t>
            </a:r>
            <a:r>
              <a:rPr lang="fa-IR" sz="1400" b="1" dirty="0">
                <a:solidFill>
                  <a:srgbClr val="1F1FFF"/>
                </a:solidFill>
                <a:latin typeface="IRANSans(FaNum)" panose="02040503050201020203" pitchFamily="18" charset="-78"/>
              </a:rPr>
              <a:t>) یا پروتکل‌های دروازه خارجی (</a:t>
            </a:r>
            <a:r>
              <a:rPr lang="en-US" sz="1400" b="1" dirty="0">
                <a:solidFill>
                  <a:srgbClr val="1F1FFF"/>
                </a:solidFill>
                <a:latin typeface="IRANSans(FaNum)" panose="02040503050201020203" pitchFamily="18" charset="-78"/>
              </a:rPr>
              <a:t>EGP: Exterior Gateway Protocol</a:t>
            </a:r>
            <a:r>
              <a:rPr lang="fa-IR" sz="1400" b="1" dirty="0">
                <a:solidFill>
                  <a:srgbClr val="1F1FFF"/>
                </a:solidFill>
                <a:latin typeface="IRANSans(FaNum)" panose="02040503050201020203" pitchFamily="18" charset="-78"/>
              </a:rPr>
              <a:t>)</a:t>
            </a:r>
          </a:p>
          <a:p>
            <a:pPr marL="432000" lvl="1" indent="-144000">
              <a:lnSpc>
                <a:spcPct val="130000"/>
              </a:lnSpc>
              <a:spcBef>
                <a:spcPts val="600"/>
              </a:spcBef>
              <a:spcAft>
                <a:spcPts val="600"/>
              </a:spcAft>
            </a:pPr>
            <a:r>
              <a:rPr lang="fa-IR" sz="1600" b="1" dirty="0">
                <a:solidFill>
                  <a:srgbClr val="C00000"/>
                </a:solidFill>
                <a:latin typeface="IRANSans(FaNum)" panose="02040503050201020203" pitchFamily="18" charset="-78"/>
              </a:rPr>
              <a:t>سطح دوم (محلی): مسیریابی داخل‌دامنه (</a:t>
            </a:r>
            <a:r>
              <a:rPr lang="en-US" sz="1600" b="1" dirty="0">
                <a:solidFill>
                  <a:srgbClr val="C00000"/>
                </a:solidFill>
                <a:latin typeface="IRANSans(FaNum)" panose="02040503050201020203" pitchFamily="18" charset="-78"/>
              </a:rPr>
              <a:t>Intra-domain Routing</a:t>
            </a:r>
            <a:r>
              <a:rPr lang="fa-IR" sz="1600" b="1" dirty="0">
                <a:solidFill>
                  <a:srgbClr val="C00000"/>
                </a:solidFill>
                <a:latin typeface="IRANSans(FaNum)" panose="02040503050201020203" pitchFamily="18" charset="-78"/>
              </a:rPr>
              <a:t>)</a:t>
            </a:r>
          </a:p>
          <a:p>
            <a:pPr marL="889200" lvl="2" indent="-144000">
              <a:lnSpc>
                <a:spcPct val="130000"/>
              </a:lnSpc>
              <a:spcBef>
                <a:spcPts val="0"/>
              </a:spcBef>
              <a:spcAft>
                <a:spcPts val="600"/>
              </a:spcAft>
            </a:pPr>
            <a:r>
              <a:rPr lang="fa-IR" sz="1400" b="1" dirty="0">
                <a:solidFill>
                  <a:srgbClr val="1F1FFF"/>
                </a:solidFill>
                <a:latin typeface="IRANSans(FaNum)" panose="02040503050201020203" pitchFamily="18" charset="-78"/>
              </a:rPr>
              <a:t>مسیریابی داخل‌دامنه: </a:t>
            </a:r>
          </a:p>
          <a:p>
            <a:pPr marL="1296000" lvl="2" indent="-144000">
              <a:lnSpc>
                <a:spcPct val="130000"/>
              </a:lnSpc>
              <a:spcBef>
                <a:spcPts val="0"/>
              </a:spcBef>
              <a:spcAft>
                <a:spcPts val="600"/>
              </a:spcAft>
            </a:pP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(دامنه) مبدأ: مسیریابی از میزبان مبدأ به مسیریاب دروازه در داخل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(دامنه) مبدأ</a:t>
            </a:r>
          </a:p>
          <a:p>
            <a:pPr marL="1296000" lvl="2" indent="-144000">
              <a:lnSpc>
                <a:spcPct val="130000"/>
              </a:lnSpc>
              <a:spcBef>
                <a:spcPts val="0"/>
              </a:spcBef>
              <a:spcAft>
                <a:spcPts val="600"/>
              </a:spcAft>
            </a:pP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های میانی: مسیریابی از یک مسیریاب دروازه به مسیریاب دروازه دیگر در داخل یک </a:t>
            </a:r>
            <a:r>
              <a:rPr lang="en-US" sz="1400" b="1" dirty="0">
                <a:solidFill>
                  <a:srgbClr val="1F1FFF"/>
                </a:solidFill>
                <a:latin typeface="IRANSans(FaNum)" panose="02040503050201020203" pitchFamily="18" charset="-78"/>
              </a:rPr>
              <a:t>AS</a:t>
            </a:r>
            <a:endParaRPr lang="fa-IR" sz="1400" b="1" dirty="0">
              <a:solidFill>
                <a:srgbClr val="1F1FFF"/>
              </a:solidFill>
              <a:latin typeface="IRANSans(FaNum)" panose="02040503050201020203" pitchFamily="18" charset="-78"/>
            </a:endParaRPr>
          </a:p>
          <a:p>
            <a:pPr marL="1296000" lvl="2" indent="-144000">
              <a:lnSpc>
                <a:spcPct val="130000"/>
              </a:lnSpc>
              <a:spcBef>
                <a:spcPts val="0"/>
              </a:spcBef>
              <a:spcAft>
                <a:spcPts val="600"/>
              </a:spcAft>
            </a:pP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(دامنه) مقصد: مسیریابی از مسیریاب دروازه به میزبان مقصد در داخل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(دامنه) مقصد</a:t>
            </a:r>
          </a:p>
          <a:p>
            <a:pPr marL="864000" lvl="2" indent="-144000">
              <a:lnSpc>
                <a:spcPct val="130000"/>
              </a:lnSpc>
              <a:spcBef>
                <a:spcPts val="0"/>
              </a:spcBef>
              <a:spcAft>
                <a:spcPts val="600"/>
              </a:spcAft>
            </a:pPr>
            <a:r>
              <a:rPr lang="fa-IR" sz="1400" b="1" dirty="0">
                <a:solidFill>
                  <a:srgbClr val="1F1FFF"/>
                </a:solidFill>
                <a:latin typeface="IRANSans(FaNum)" panose="02040503050201020203" pitchFamily="18" charset="-78"/>
              </a:rPr>
              <a:t>استفاده از پروتکل‌های مسیریابی داخل‌دامنه (داخل‌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a:t>
            </a:r>
            <a:r>
              <a:rPr lang="en-US" sz="1400" b="1" dirty="0">
                <a:solidFill>
                  <a:srgbClr val="1F1FFF"/>
                </a:solidFill>
                <a:latin typeface="IRANSans(FaNum)" panose="02040503050201020203" pitchFamily="18" charset="-78"/>
              </a:rPr>
              <a:t>Intra-domain (Intra-AS) Routing Protocol</a:t>
            </a:r>
            <a:r>
              <a:rPr lang="fa-IR" sz="1400" b="1" dirty="0">
                <a:solidFill>
                  <a:srgbClr val="1F1FFF"/>
                </a:solidFill>
                <a:latin typeface="IRANSans(FaNum)" panose="02040503050201020203" pitchFamily="18" charset="-78"/>
              </a:rPr>
              <a:t>) یا پروتکل‌های دروازه داخلی (</a:t>
            </a:r>
            <a:r>
              <a:rPr lang="en-US" sz="1400" b="1" dirty="0">
                <a:solidFill>
                  <a:srgbClr val="1F1FFF"/>
                </a:solidFill>
                <a:latin typeface="IRANSans(FaNum)" panose="02040503050201020203" pitchFamily="18" charset="-78"/>
              </a:rPr>
              <a:t>IGP: Interior Gateway Protocol</a:t>
            </a:r>
            <a:r>
              <a:rPr lang="fa-IR" sz="1400" b="1" dirty="0">
                <a:solidFill>
                  <a:srgbClr val="1F1FFF"/>
                </a:solidFill>
                <a:latin typeface="IRANSans(FaNum)" panose="02040503050201020203" pitchFamily="18" charset="-78"/>
              </a:rPr>
              <a:t>)</a:t>
            </a:r>
          </a:p>
          <a:p>
            <a:pPr marL="1296000" lvl="2" indent="-144000">
              <a:lnSpc>
                <a:spcPct val="130000"/>
              </a:lnSpc>
              <a:spcBef>
                <a:spcPts val="0"/>
              </a:spcBef>
              <a:spcAft>
                <a:spcPts val="600"/>
              </a:spcAft>
            </a:pPr>
            <a:endParaRPr lang="fa-IR" sz="14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2030234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xEl>
                                              <p:pRg st="0" end="0"/>
                                            </p:txEl>
                                          </p:spTgt>
                                        </p:tgtEl>
                                        <p:attrNameLst>
                                          <p:attrName>style.visibility</p:attrName>
                                        </p:attrNameLst>
                                      </p:cBhvr>
                                      <p:to>
                                        <p:strVal val="visible"/>
                                      </p:to>
                                    </p:set>
                                    <p:animEffect transition="in" filter="fade">
                                      <p:cBhvr>
                                        <p:cTn id="13" dur="1000"/>
                                        <p:tgtEl>
                                          <p:spTgt spid="13">
                                            <p:txEl>
                                              <p:pRg st="0" end="0"/>
                                            </p:txEl>
                                          </p:spTgt>
                                        </p:tgtEl>
                                      </p:cBhvr>
                                    </p:animEffect>
                                    <p:anim calcmode="lin" valueType="num">
                                      <p:cBhvr>
                                        <p:cTn id="14"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13">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13">
                                            <p:txEl>
                                              <p:pRg st="1" end="1"/>
                                            </p:txEl>
                                          </p:spTgt>
                                        </p:tgtEl>
                                        <p:attrNameLst>
                                          <p:attrName>style.visibility</p:attrName>
                                        </p:attrNameLst>
                                      </p:cBhvr>
                                      <p:to>
                                        <p:strVal val="visible"/>
                                      </p:to>
                                    </p:set>
                                    <p:animEffect transition="in" filter="fade">
                                      <p:cBhvr>
                                        <p:cTn id="19" dur="1000"/>
                                        <p:tgtEl>
                                          <p:spTgt spid="13">
                                            <p:txEl>
                                              <p:pRg st="1" end="1"/>
                                            </p:txEl>
                                          </p:spTgt>
                                        </p:tgtEl>
                                      </p:cBhvr>
                                    </p:animEffect>
                                    <p:anim calcmode="lin" valueType="num">
                                      <p:cBhvr>
                                        <p:cTn id="20" dur="1000" fill="hold"/>
                                        <p:tgtEl>
                                          <p:spTgt spid="13">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13">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13">
                                            <p:txEl>
                                              <p:pRg st="2" end="2"/>
                                            </p:txEl>
                                          </p:spTgt>
                                        </p:tgtEl>
                                        <p:attrNameLst>
                                          <p:attrName>style.visibility</p:attrName>
                                        </p:attrNameLst>
                                      </p:cBhvr>
                                      <p:to>
                                        <p:strVal val="visible"/>
                                      </p:to>
                                    </p:set>
                                    <p:animEffect transition="in" filter="fade">
                                      <p:cBhvr>
                                        <p:cTn id="25" dur="1000"/>
                                        <p:tgtEl>
                                          <p:spTgt spid="13">
                                            <p:txEl>
                                              <p:pRg st="2" end="2"/>
                                            </p:txEl>
                                          </p:spTgt>
                                        </p:tgtEl>
                                      </p:cBhvr>
                                    </p:animEffect>
                                    <p:anim calcmode="lin" valueType="num">
                                      <p:cBhvr>
                                        <p:cTn id="26" dur="1000" fill="hold"/>
                                        <p:tgtEl>
                                          <p:spTgt spid="13">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13">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13">
                                            <p:txEl>
                                              <p:pRg st="3" end="3"/>
                                            </p:txEl>
                                          </p:spTgt>
                                        </p:tgtEl>
                                        <p:attrNameLst>
                                          <p:attrName>style.visibility</p:attrName>
                                        </p:attrNameLst>
                                      </p:cBhvr>
                                      <p:to>
                                        <p:strVal val="visible"/>
                                      </p:to>
                                    </p:set>
                                    <p:animEffect transition="in" filter="fade">
                                      <p:cBhvr>
                                        <p:cTn id="31" dur="1000"/>
                                        <p:tgtEl>
                                          <p:spTgt spid="13">
                                            <p:txEl>
                                              <p:pRg st="3" end="3"/>
                                            </p:txEl>
                                          </p:spTgt>
                                        </p:tgtEl>
                                      </p:cBhvr>
                                    </p:animEffect>
                                    <p:anim calcmode="lin" valueType="num">
                                      <p:cBhvr>
                                        <p:cTn id="32" dur="1000" fill="hold"/>
                                        <p:tgtEl>
                                          <p:spTgt spid="13">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13">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13">
                                            <p:txEl>
                                              <p:pRg st="4" end="4"/>
                                            </p:txEl>
                                          </p:spTgt>
                                        </p:tgtEl>
                                        <p:attrNameLst>
                                          <p:attrName>style.visibility</p:attrName>
                                        </p:attrNameLst>
                                      </p:cBhvr>
                                      <p:to>
                                        <p:strVal val="visible"/>
                                      </p:to>
                                    </p:set>
                                    <p:animEffect transition="in" filter="fade">
                                      <p:cBhvr>
                                        <p:cTn id="37" dur="1000"/>
                                        <p:tgtEl>
                                          <p:spTgt spid="13">
                                            <p:txEl>
                                              <p:pRg st="4" end="4"/>
                                            </p:txEl>
                                          </p:spTgt>
                                        </p:tgtEl>
                                      </p:cBhvr>
                                    </p:animEffect>
                                    <p:anim calcmode="lin" valueType="num">
                                      <p:cBhvr>
                                        <p:cTn id="38" dur="1000" fill="hold"/>
                                        <p:tgtEl>
                                          <p:spTgt spid="13">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13">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13">
                                            <p:txEl>
                                              <p:pRg st="5" end="5"/>
                                            </p:txEl>
                                          </p:spTgt>
                                        </p:tgtEl>
                                        <p:attrNameLst>
                                          <p:attrName>style.visibility</p:attrName>
                                        </p:attrNameLst>
                                      </p:cBhvr>
                                      <p:to>
                                        <p:strVal val="visible"/>
                                      </p:to>
                                    </p:set>
                                    <p:animEffect transition="in" filter="fade">
                                      <p:cBhvr>
                                        <p:cTn id="43" dur="1000"/>
                                        <p:tgtEl>
                                          <p:spTgt spid="13">
                                            <p:txEl>
                                              <p:pRg st="5" end="5"/>
                                            </p:txEl>
                                          </p:spTgt>
                                        </p:tgtEl>
                                      </p:cBhvr>
                                    </p:animEffect>
                                    <p:anim calcmode="lin" valueType="num">
                                      <p:cBhvr>
                                        <p:cTn id="44" dur="1000" fill="hold"/>
                                        <p:tgtEl>
                                          <p:spTgt spid="13">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13">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13">
                                            <p:txEl>
                                              <p:pRg st="6" end="6"/>
                                            </p:txEl>
                                          </p:spTgt>
                                        </p:tgtEl>
                                        <p:attrNameLst>
                                          <p:attrName>style.visibility</p:attrName>
                                        </p:attrNameLst>
                                      </p:cBhvr>
                                      <p:to>
                                        <p:strVal val="visible"/>
                                      </p:to>
                                    </p:set>
                                    <p:animEffect transition="in" filter="fade">
                                      <p:cBhvr>
                                        <p:cTn id="49" dur="1000"/>
                                        <p:tgtEl>
                                          <p:spTgt spid="13">
                                            <p:txEl>
                                              <p:pRg st="6" end="6"/>
                                            </p:txEl>
                                          </p:spTgt>
                                        </p:tgtEl>
                                      </p:cBhvr>
                                    </p:animEffect>
                                    <p:anim calcmode="lin" valueType="num">
                                      <p:cBhvr>
                                        <p:cTn id="50" dur="1000" fill="hold"/>
                                        <p:tgtEl>
                                          <p:spTgt spid="13">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13">
                                            <p:txEl>
                                              <p:pRg st="6" end="6"/>
                                            </p:txEl>
                                          </p:spTgt>
                                        </p:tgtEl>
                                        <p:attrNameLst>
                                          <p:attrName>ppt_y</p:attrName>
                                        </p:attrNameLst>
                                      </p:cBhvr>
                                      <p:tavLst>
                                        <p:tav tm="0">
                                          <p:val>
                                            <p:strVal val="#ppt_y+.1"/>
                                          </p:val>
                                        </p:tav>
                                        <p:tav tm="100000">
                                          <p:val>
                                            <p:strVal val="#ppt_y"/>
                                          </p:val>
                                        </p:tav>
                                      </p:tavLst>
                                    </p:anim>
                                  </p:childTnLst>
                                </p:cTn>
                              </p:par>
                            </p:childTnLst>
                          </p:cTn>
                        </p:par>
                        <p:par>
                          <p:cTn id="52" fill="hold">
                            <p:stCondLst>
                              <p:cond delay="8000"/>
                            </p:stCondLst>
                            <p:childTnLst>
                              <p:par>
                                <p:cTn id="53" presetID="42" presetClass="entr" presetSubtype="0" fill="hold" nodeType="afterEffect">
                                  <p:stCondLst>
                                    <p:cond delay="0"/>
                                  </p:stCondLst>
                                  <p:childTnLst>
                                    <p:set>
                                      <p:cBhvr>
                                        <p:cTn id="54" dur="1" fill="hold">
                                          <p:stCondLst>
                                            <p:cond delay="0"/>
                                          </p:stCondLst>
                                        </p:cTn>
                                        <p:tgtEl>
                                          <p:spTgt spid="13">
                                            <p:txEl>
                                              <p:pRg st="7" end="7"/>
                                            </p:txEl>
                                          </p:spTgt>
                                        </p:tgtEl>
                                        <p:attrNameLst>
                                          <p:attrName>style.visibility</p:attrName>
                                        </p:attrNameLst>
                                      </p:cBhvr>
                                      <p:to>
                                        <p:strVal val="visible"/>
                                      </p:to>
                                    </p:set>
                                    <p:animEffect transition="in" filter="fade">
                                      <p:cBhvr>
                                        <p:cTn id="55" dur="1000"/>
                                        <p:tgtEl>
                                          <p:spTgt spid="13">
                                            <p:txEl>
                                              <p:pRg st="7" end="7"/>
                                            </p:txEl>
                                          </p:spTgt>
                                        </p:tgtEl>
                                      </p:cBhvr>
                                    </p:animEffect>
                                    <p:anim calcmode="lin" valueType="num">
                                      <p:cBhvr>
                                        <p:cTn id="56" dur="1000" fill="hold"/>
                                        <p:tgtEl>
                                          <p:spTgt spid="13">
                                            <p:txEl>
                                              <p:pRg st="7" end="7"/>
                                            </p:txEl>
                                          </p:spTgt>
                                        </p:tgtEl>
                                        <p:attrNameLst>
                                          <p:attrName>ppt_x</p:attrName>
                                        </p:attrNameLst>
                                      </p:cBhvr>
                                      <p:tavLst>
                                        <p:tav tm="0">
                                          <p:val>
                                            <p:strVal val="#ppt_x"/>
                                          </p:val>
                                        </p:tav>
                                        <p:tav tm="100000">
                                          <p:val>
                                            <p:strVal val="#ppt_x"/>
                                          </p:val>
                                        </p:tav>
                                      </p:tavLst>
                                    </p:anim>
                                    <p:anim calcmode="lin" valueType="num">
                                      <p:cBhvr>
                                        <p:cTn id="57" dur="1000" fill="hold"/>
                                        <p:tgtEl>
                                          <p:spTgt spid="13">
                                            <p:txEl>
                                              <p:pRg st="7" end="7"/>
                                            </p:txEl>
                                          </p:spTgt>
                                        </p:tgtEl>
                                        <p:attrNameLst>
                                          <p:attrName>ppt_y</p:attrName>
                                        </p:attrNameLst>
                                      </p:cBhvr>
                                      <p:tavLst>
                                        <p:tav tm="0">
                                          <p:val>
                                            <p:strVal val="#ppt_y+.1"/>
                                          </p:val>
                                        </p:tav>
                                        <p:tav tm="100000">
                                          <p:val>
                                            <p:strVal val="#ppt_y"/>
                                          </p:val>
                                        </p:tav>
                                      </p:tavLst>
                                    </p:anim>
                                  </p:childTnLst>
                                </p:cTn>
                              </p:par>
                            </p:childTnLst>
                          </p:cTn>
                        </p:par>
                        <p:par>
                          <p:cTn id="58" fill="hold">
                            <p:stCondLst>
                              <p:cond delay="9000"/>
                            </p:stCondLst>
                            <p:childTnLst>
                              <p:par>
                                <p:cTn id="59" presetID="42" presetClass="entr" presetSubtype="0" fill="hold" nodeType="afterEffect">
                                  <p:stCondLst>
                                    <p:cond delay="0"/>
                                  </p:stCondLst>
                                  <p:childTnLst>
                                    <p:set>
                                      <p:cBhvr>
                                        <p:cTn id="60" dur="1" fill="hold">
                                          <p:stCondLst>
                                            <p:cond delay="0"/>
                                          </p:stCondLst>
                                        </p:cTn>
                                        <p:tgtEl>
                                          <p:spTgt spid="13">
                                            <p:txEl>
                                              <p:pRg st="8" end="8"/>
                                            </p:txEl>
                                          </p:spTgt>
                                        </p:tgtEl>
                                        <p:attrNameLst>
                                          <p:attrName>style.visibility</p:attrName>
                                        </p:attrNameLst>
                                      </p:cBhvr>
                                      <p:to>
                                        <p:strVal val="visible"/>
                                      </p:to>
                                    </p:set>
                                    <p:animEffect transition="in" filter="fade">
                                      <p:cBhvr>
                                        <p:cTn id="61" dur="1000"/>
                                        <p:tgtEl>
                                          <p:spTgt spid="13">
                                            <p:txEl>
                                              <p:pRg st="8" end="8"/>
                                            </p:txEl>
                                          </p:spTgt>
                                        </p:tgtEl>
                                      </p:cBhvr>
                                    </p:animEffect>
                                    <p:anim calcmode="lin" valueType="num">
                                      <p:cBhvr>
                                        <p:cTn id="62" dur="1000" fill="hold"/>
                                        <p:tgtEl>
                                          <p:spTgt spid="13">
                                            <p:txEl>
                                              <p:pRg st="8" end="8"/>
                                            </p:txEl>
                                          </p:spTgt>
                                        </p:tgtEl>
                                        <p:attrNameLst>
                                          <p:attrName>ppt_x</p:attrName>
                                        </p:attrNameLst>
                                      </p:cBhvr>
                                      <p:tavLst>
                                        <p:tav tm="0">
                                          <p:val>
                                            <p:strVal val="#ppt_x"/>
                                          </p:val>
                                        </p:tav>
                                        <p:tav tm="100000">
                                          <p:val>
                                            <p:strVal val="#ppt_x"/>
                                          </p:val>
                                        </p:tav>
                                      </p:tavLst>
                                    </p:anim>
                                    <p:anim calcmode="lin" valueType="num">
                                      <p:cBhvr>
                                        <p:cTn id="63" dur="1000" fill="hold"/>
                                        <p:tgtEl>
                                          <p:spTgt spid="13">
                                            <p:txEl>
                                              <p:pRg st="8" end="8"/>
                                            </p:txEl>
                                          </p:spTgt>
                                        </p:tgtEl>
                                        <p:attrNameLst>
                                          <p:attrName>ppt_y</p:attrName>
                                        </p:attrNameLst>
                                      </p:cBhvr>
                                      <p:tavLst>
                                        <p:tav tm="0">
                                          <p:val>
                                            <p:strVal val="#ppt_y+.1"/>
                                          </p:val>
                                        </p:tav>
                                        <p:tav tm="100000">
                                          <p:val>
                                            <p:strVal val="#ppt_y"/>
                                          </p:val>
                                        </p:tav>
                                      </p:tavLst>
                                    </p:anim>
                                  </p:childTnLst>
                                </p:cTn>
                              </p:par>
                            </p:childTnLst>
                          </p:cTn>
                        </p:par>
                        <p:par>
                          <p:cTn id="64" fill="hold">
                            <p:stCondLst>
                              <p:cond delay="10000"/>
                            </p:stCondLst>
                            <p:childTnLst>
                              <p:par>
                                <p:cTn id="65" presetID="42" presetClass="entr" presetSubtype="0" fill="hold" nodeType="afterEffect">
                                  <p:stCondLst>
                                    <p:cond delay="0"/>
                                  </p:stCondLst>
                                  <p:childTnLst>
                                    <p:set>
                                      <p:cBhvr>
                                        <p:cTn id="66" dur="1" fill="hold">
                                          <p:stCondLst>
                                            <p:cond delay="0"/>
                                          </p:stCondLst>
                                        </p:cTn>
                                        <p:tgtEl>
                                          <p:spTgt spid="13">
                                            <p:txEl>
                                              <p:pRg st="9" end="9"/>
                                            </p:txEl>
                                          </p:spTgt>
                                        </p:tgtEl>
                                        <p:attrNameLst>
                                          <p:attrName>style.visibility</p:attrName>
                                        </p:attrNameLst>
                                      </p:cBhvr>
                                      <p:to>
                                        <p:strVal val="visible"/>
                                      </p:to>
                                    </p:set>
                                    <p:animEffect transition="in" filter="fade">
                                      <p:cBhvr>
                                        <p:cTn id="67" dur="1000"/>
                                        <p:tgtEl>
                                          <p:spTgt spid="13">
                                            <p:txEl>
                                              <p:pRg st="9" end="9"/>
                                            </p:txEl>
                                          </p:spTgt>
                                        </p:tgtEl>
                                      </p:cBhvr>
                                    </p:animEffect>
                                    <p:anim calcmode="lin" valueType="num">
                                      <p:cBhvr>
                                        <p:cTn id="68" dur="1000" fill="hold"/>
                                        <p:tgtEl>
                                          <p:spTgt spid="13">
                                            <p:txEl>
                                              <p:pRg st="9" end="9"/>
                                            </p:txEl>
                                          </p:spTgt>
                                        </p:tgtEl>
                                        <p:attrNameLst>
                                          <p:attrName>ppt_x</p:attrName>
                                        </p:attrNameLst>
                                      </p:cBhvr>
                                      <p:tavLst>
                                        <p:tav tm="0">
                                          <p:val>
                                            <p:strVal val="#ppt_x"/>
                                          </p:val>
                                        </p:tav>
                                        <p:tav tm="100000">
                                          <p:val>
                                            <p:strVal val="#ppt_x"/>
                                          </p:val>
                                        </p:tav>
                                      </p:tavLst>
                                    </p:anim>
                                    <p:anim calcmode="lin" valueType="num">
                                      <p:cBhvr>
                                        <p:cTn id="69" dur="1000" fill="hold"/>
                                        <p:tgtEl>
                                          <p:spTgt spid="13">
                                            <p:txEl>
                                              <p:pRg st="9" end="9"/>
                                            </p:txEl>
                                          </p:spTgt>
                                        </p:tgtEl>
                                        <p:attrNameLst>
                                          <p:attrName>ppt_y</p:attrName>
                                        </p:attrNameLst>
                                      </p:cBhvr>
                                      <p:tavLst>
                                        <p:tav tm="0">
                                          <p:val>
                                            <p:strVal val="#ppt_y+.1"/>
                                          </p:val>
                                        </p:tav>
                                        <p:tav tm="100000">
                                          <p:val>
                                            <p:strVal val="#ppt_y"/>
                                          </p:val>
                                        </p:tav>
                                      </p:tavLst>
                                    </p:anim>
                                  </p:childTnLst>
                                </p:cTn>
                              </p:par>
                            </p:childTnLst>
                          </p:cTn>
                        </p:par>
                        <p:par>
                          <p:cTn id="70" fill="hold">
                            <p:stCondLst>
                              <p:cond delay="11000"/>
                            </p:stCondLst>
                            <p:childTnLst>
                              <p:par>
                                <p:cTn id="71" presetID="42" presetClass="entr" presetSubtype="0" fill="hold" nodeType="afterEffect">
                                  <p:stCondLst>
                                    <p:cond delay="0"/>
                                  </p:stCondLst>
                                  <p:childTnLst>
                                    <p:set>
                                      <p:cBhvr>
                                        <p:cTn id="72" dur="1" fill="hold">
                                          <p:stCondLst>
                                            <p:cond delay="0"/>
                                          </p:stCondLst>
                                        </p:cTn>
                                        <p:tgtEl>
                                          <p:spTgt spid="13">
                                            <p:txEl>
                                              <p:pRg st="10" end="10"/>
                                            </p:txEl>
                                          </p:spTgt>
                                        </p:tgtEl>
                                        <p:attrNameLst>
                                          <p:attrName>style.visibility</p:attrName>
                                        </p:attrNameLst>
                                      </p:cBhvr>
                                      <p:to>
                                        <p:strVal val="visible"/>
                                      </p:to>
                                    </p:set>
                                    <p:animEffect transition="in" filter="fade">
                                      <p:cBhvr>
                                        <p:cTn id="73" dur="1000"/>
                                        <p:tgtEl>
                                          <p:spTgt spid="13">
                                            <p:txEl>
                                              <p:pRg st="10" end="10"/>
                                            </p:txEl>
                                          </p:spTgt>
                                        </p:tgtEl>
                                      </p:cBhvr>
                                    </p:animEffect>
                                    <p:anim calcmode="lin" valueType="num">
                                      <p:cBhvr>
                                        <p:cTn id="74" dur="1000" fill="hold"/>
                                        <p:tgtEl>
                                          <p:spTgt spid="13">
                                            <p:txEl>
                                              <p:pRg st="10" end="10"/>
                                            </p:txEl>
                                          </p:spTgt>
                                        </p:tgtEl>
                                        <p:attrNameLst>
                                          <p:attrName>ppt_x</p:attrName>
                                        </p:attrNameLst>
                                      </p:cBhvr>
                                      <p:tavLst>
                                        <p:tav tm="0">
                                          <p:val>
                                            <p:strVal val="#ppt_x"/>
                                          </p:val>
                                        </p:tav>
                                        <p:tav tm="100000">
                                          <p:val>
                                            <p:strVal val="#ppt_x"/>
                                          </p:val>
                                        </p:tav>
                                      </p:tavLst>
                                    </p:anim>
                                    <p:anim calcmode="lin" valueType="num">
                                      <p:cBhvr>
                                        <p:cTn id="75" dur="1000" fill="hold"/>
                                        <p:tgtEl>
                                          <p:spTgt spid="13">
                                            <p:txEl>
                                              <p:pRg st="10" end="10"/>
                                            </p:txEl>
                                          </p:spTgt>
                                        </p:tgtEl>
                                        <p:attrNameLst>
                                          <p:attrName>ppt_y</p:attrName>
                                        </p:attrNameLst>
                                      </p:cBhvr>
                                      <p:tavLst>
                                        <p:tav tm="0">
                                          <p:val>
                                            <p:strVal val="#ppt_y+.1"/>
                                          </p:val>
                                        </p:tav>
                                        <p:tav tm="100000">
                                          <p:val>
                                            <p:strVal val="#ppt_y"/>
                                          </p:val>
                                        </p:tav>
                                      </p:tavLst>
                                    </p:anim>
                                  </p:childTnLst>
                                </p:cTn>
                              </p:par>
                            </p:childTnLst>
                          </p:cTn>
                        </p:par>
                        <p:par>
                          <p:cTn id="76" fill="hold">
                            <p:stCondLst>
                              <p:cond delay="12000"/>
                            </p:stCondLst>
                            <p:childTnLst>
                              <p:par>
                                <p:cTn id="77" presetID="42" presetClass="entr" presetSubtype="0" fill="hold" nodeType="afterEffect">
                                  <p:stCondLst>
                                    <p:cond delay="0"/>
                                  </p:stCondLst>
                                  <p:childTnLst>
                                    <p:set>
                                      <p:cBhvr>
                                        <p:cTn id="78" dur="1" fill="hold">
                                          <p:stCondLst>
                                            <p:cond delay="0"/>
                                          </p:stCondLst>
                                        </p:cTn>
                                        <p:tgtEl>
                                          <p:spTgt spid="13">
                                            <p:txEl>
                                              <p:pRg st="11" end="11"/>
                                            </p:txEl>
                                          </p:spTgt>
                                        </p:tgtEl>
                                        <p:attrNameLst>
                                          <p:attrName>style.visibility</p:attrName>
                                        </p:attrNameLst>
                                      </p:cBhvr>
                                      <p:to>
                                        <p:strVal val="visible"/>
                                      </p:to>
                                    </p:set>
                                    <p:animEffect transition="in" filter="fade">
                                      <p:cBhvr>
                                        <p:cTn id="79" dur="1000"/>
                                        <p:tgtEl>
                                          <p:spTgt spid="13">
                                            <p:txEl>
                                              <p:pRg st="11" end="11"/>
                                            </p:txEl>
                                          </p:spTgt>
                                        </p:tgtEl>
                                      </p:cBhvr>
                                    </p:animEffect>
                                    <p:anim calcmode="lin" valueType="num">
                                      <p:cBhvr>
                                        <p:cTn id="80" dur="1000" fill="hold"/>
                                        <p:tgtEl>
                                          <p:spTgt spid="13">
                                            <p:txEl>
                                              <p:pRg st="11" end="11"/>
                                            </p:txEl>
                                          </p:spTgt>
                                        </p:tgtEl>
                                        <p:attrNameLst>
                                          <p:attrName>ppt_x</p:attrName>
                                        </p:attrNameLst>
                                      </p:cBhvr>
                                      <p:tavLst>
                                        <p:tav tm="0">
                                          <p:val>
                                            <p:strVal val="#ppt_x"/>
                                          </p:val>
                                        </p:tav>
                                        <p:tav tm="100000">
                                          <p:val>
                                            <p:strVal val="#ppt_x"/>
                                          </p:val>
                                        </p:tav>
                                      </p:tavLst>
                                    </p:anim>
                                    <p:anim calcmode="lin" valueType="num">
                                      <p:cBhvr>
                                        <p:cTn id="81" dur="1000" fill="hold"/>
                                        <p:tgtEl>
                                          <p:spTgt spid="13">
                                            <p:txEl>
                                              <p:pRg st="11" end="1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2">
            <a:extLst>
              <a:ext uri="{FF2B5EF4-FFF2-40B4-BE49-F238E27FC236}">
                <a16:creationId xmlns:a16="http://schemas.microsoft.com/office/drawing/2014/main" id="{1CD1FDD9-427B-70E6-124F-E4AAB980807A}"/>
              </a:ext>
            </a:extLst>
          </p:cNvPr>
          <p:cNvSpPr>
            <a:spLocks/>
          </p:cNvSpPr>
          <p:nvPr/>
        </p:nvSpPr>
        <p:spPr bwMode="auto">
          <a:xfrm>
            <a:off x="1207021" y="2099911"/>
            <a:ext cx="2647764" cy="1138573"/>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1643 w 9898"/>
              <a:gd name="connsiteY0" fmla="*/ 7660 h 10074"/>
              <a:gd name="connsiteX1" fmla="*/ 14 w 9898"/>
              <a:gd name="connsiteY1" fmla="*/ 5092 h 10074"/>
              <a:gd name="connsiteX2" fmla="*/ 2597 w 9898"/>
              <a:gd name="connsiteY2" fmla="*/ 902 h 10074"/>
              <a:gd name="connsiteX3" fmla="*/ 5766 w 9898"/>
              <a:gd name="connsiteY3" fmla="*/ 106 h 10074"/>
              <a:gd name="connsiteX4" fmla="*/ 8014 w 9898"/>
              <a:gd name="connsiteY4" fmla="*/ 2502 h 10074"/>
              <a:gd name="connsiteX5" fmla="*/ 9781 w 9898"/>
              <a:gd name="connsiteY5" fmla="*/ 4460 h 10074"/>
              <a:gd name="connsiteX6" fmla="*/ 9580 w 9898"/>
              <a:gd name="connsiteY6" fmla="*/ 8448 h 10074"/>
              <a:gd name="connsiteX7" fmla="*/ 8341 w 9898"/>
              <a:gd name="connsiteY7" fmla="*/ 9538 h 10074"/>
              <a:gd name="connsiteX8" fmla="*/ 6102 w 9898"/>
              <a:gd name="connsiteY8" fmla="*/ 9262 h 10074"/>
              <a:gd name="connsiteX9" fmla="*/ 4861 w 9898"/>
              <a:gd name="connsiteY9" fmla="*/ 9877 h 10074"/>
              <a:gd name="connsiteX10" fmla="*/ 3228 w 9898"/>
              <a:gd name="connsiteY10" fmla="*/ 9939 h 10074"/>
              <a:gd name="connsiteX11" fmla="*/ 1643 w 9898"/>
              <a:gd name="connsiteY11" fmla="*/ 7660 h 10074"/>
              <a:gd name="connsiteX0" fmla="*/ 1648 w 9988"/>
              <a:gd name="connsiteY0" fmla="*/ 7604 h 10000"/>
              <a:gd name="connsiteX1" fmla="*/ 2 w 9988"/>
              <a:gd name="connsiteY1" fmla="*/ 5055 h 10000"/>
              <a:gd name="connsiteX2" fmla="*/ 2612 w 9988"/>
              <a:gd name="connsiteY2" fmla="*/ 895 h 10000"/>
              <a:gd name="connsiteX3" fmla="*/ 5813 w 9988"/>
              <a:gd name="connsiteY3" fmla="*/ 105 h 10000"/>
              <a:gd name="connsiteX4" fmla="*/ 8085 w 9988"/>
              <a:gd name="connsiteY4" fmla="*/ 2484 h 10000"/>
              <a:gd name="connsiteX5" fmla="*/ 9870 w 9988"/>
              <a:gd name="connsiteY5" fmla="*/ 4427 h 10000"/>
              <a:gd name="connsiteX6" fmla="*/ 9667 w 9988"/>
              <a:gd name="connsiteY6" fmla="*/ 8386 h 10000"/>
              <a:gd name="connsiteX7" fmla="*/ 8415 w 9988"/>
              <a:gd name="connsiteY7" fmla="*/ 9468 h 10000"/>
              <a:gd name="connsiteX8" fmla="*/ 6153 w 9988"/>
              <a:gd name="connsiteY8" fmla="*/ 9194 h 10000"/>
              <a:gd name="connsiteX9" fmla="*/ 4899 w 9988"/>
              <a:gd name="connsiteY9" fmla="*/ 9804 h 10000"/>
              <a:gd name="connsiteX10" fmla="*/ 3249 w 9988"/>
              <a:gd name="connsiteY10" fmla="*/ 9866 h 10000"/>
              <a:gd name="connsiteX11" fmla="*/ 1648 w 9988"/>
              <a:gd name="connsiteY11" fmla="*/ 7604 h 10000"/>
              <a:gd name="connsiteX0" fmla="*/ 1064 w 9414"/>
              <a:gd name="connsiteY0" fmla="*/ 7575 h 9971"/>
              <a:gd name="connsiteX1" fmla="*/ 2 w 9414"/>
              <a:gd name="connsiteY1" fmla="*/ 3589 h 9971"/>
              <a:gd name="connsiteX2" fmla="*/ 2029 w 9414"/>
              <a:gd name="connsiteY2" fmla="*/ 866 h 9971"/>
              <a:gd name="connsiteX3" fmla="*/ 5234 w 9414"/>
              <a:gd name="connsiteY3" fmla="*/ 76 h 9971"/>
              <a:gd name="connsiteX4" fmla="*/ 7509 w 9414"/>
              <a:gd name="connsiteY4" fmla="*/ 2455 h 9971"/>
              <a:gd name="connsiteX5" fmla="*/ 9296 w 9414"/>
              <a:gd name="connsiteY5" fmla="*/ 4398 h 9971"/>
              <a:gd name="connsiteX6" fmla="*/ 9093 w 9414"/>
              <a:gd name="connsiteY6" fmla="*/ 8357 h 9971"/>
              <a:gd name="connsiteX7" fmla="*/ 7839 w 9414"/>
              <a:gd name="connsiteY7" fmla="*/ 9439 h 9971"/>
              <a:gd name="connsiteX8" fmla="*/ 5574 w 9414"/>
              <a:gd name="connsiteY8" fmla="*/ 9165 h 9971"/>
              <a:gd name="connsiteX9" fmla="*/ 4319 w 9414"/>
              <a:gd name="connsiteY9" fmla="*/ 9775 h 9971"/>
              <a:gd name="connsiteX10" fmla="*/ 2667 w 9414"/>
              <a:gd name="connsiteY10" fmla="*/ 9837 h 9971"/>
              <a:gd name="connsiteX11" fmla="*/ 1064 w 9414"/>
              <a:gd name="connsiteY11" fmla="*/ 7575 h 9971"/>
              <a:gd name="connsiteX0" fmla="*/ 1196 w 10066"/>
              <a:gd name="connsiteY0" fmla="*/ 7597 h 10000"/>
              <a:gd name="connsiteX1" fmla="*/ 68 w 10066"/>
              <a:gd name="connsiteY1" fmla="*/ 3599 h 10000"/>
              <a:gd name="connsiteX2" fmla="*/ 2221 w 10066"/>
              <a:gd name="connsiteY2" fmla="*/ 869 h 10000"/>
              <a:gd name="connsiteX3" fmla="*/ 5626 w 10066"/>
              <a:gd name="connsiteY3" fmla="*/ 76 h 10000"/>
              <a:gd name="connsiteX4" fmla="*/ 8042 w 10066"/>
              <a:gd name="connsiteY4" fmla="*/ 2462 h 10000"/>
              <a:gd name="connsiteX5" fmla="*/ 9941 w 10066"/>
              <a:gd name="connsiteY5" fmla="*/ 4411 h 10000"/>
              <a:gd name="connsiteX6" fmla="*/ 9725 w 10066"/>
              <a:gd name="connsiteY6" fmla="*/ 8381 h 10000"/>
              <a:gd name="connsiteX7" fmla="*/ 8393 w 10066"/>
              <a:gd name="connsiteY7" fmla="*/ 9466 h 10000"/>
              <a:gd name="connsiteX8" fmla="*/ 5987 w 10066"/>
              <a:gd name="connsiteY8" fmla="*/ 9192 h 10000"/>
              <a:gd name="connsiteX9" fmla="*/ 4654 w 10066"/>
              <a:gd name="connsiteY9" fmla="*/ 9803 h 10000"/>
              <a:gd name="connsiteX10" fmla="*/ 2899 w 10066"/>
              <a:gd name="connsiteY10" fmla="*/ 9866 h 10000"/>
              <a:gd name="connsiteX11" fmla="*/ 1196 w 10066"/>
              <a:gd name="connsiteY11" fmla="*/ 7597 h 10000"/>
              <a:gd name="connsiteX0" fmla="*/ 1143 w 10013"/>
              <a:gd name="connsiteY0" fmla="*/ 7597 h 10000"/>
              <a:gd name="connsiteX1" fmla="*/ 15 w 10013"/>
              <a:gd name="connsiteY1" fmla="*/ 3599 h 10000"/>
              <a:gd name="connsiteX2" fmla="*/ 2168 w 10013"/>
              <a:gd name="connsiteY2" fmla="*/ 869 h 10000"/>
              <a:gd name="connsiteX3" fmla="*/ 5573 w 10013"/>
              <a:gd name="connsiteY3" fmla="*/ 76 h 10000"/>
              <a:gd name="connsiteX4" fmla="*/ 7989 w 10013"/>
              <a:gd name="connsiteY4" fmla="*/ 2462 h 10000"/>
              <a:gd name="connsiteX5" fmla="*/ 9888 w 10013"/>
              <a:gd name="connsiteY5" fmla="*/ 4411 h 10000"/>
              <a:gd name="connsiteX6" fmla="*/ 9672 w 10013"/>
              <a:gd name="connsiteY6" fmla="*/ 8381 h 10000"/>
              <a:gd name="connsiteX7" fmla="*/ 8340 w 10013"/>
              <a:gd name="connsiteY7" fmla="*/ 9466 h 10000"/>
              <a:gd name="connsiteX8" fmla="*/ 5934 w 10013"/>
              <a:gd name="connsiteY8" fmla="*/ 9192 h 10000"/>
              <a:gd name="connsiteX9" fmla="*/ 4601 w 10013"/>
              <a:gd name="connsiteY9" fmla="*/ 9803 h 10000"/>
              <a:gd name="connsiteX10" fmla="*/ 2846 w 10013"/>
              <a:gd name="connsiteY10" fmla="*/ 9866 h 10000"/>
              <a:gd name="connsiteX11" fmla="*/ 1143 w 10013"/>
              <a:gd name="connsiteY11" fmla="*/ 759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13" h="10000">
                <a:moveTo>
                  <a:pt x="1143" y="7597"/>
                </a:moveTo>
                <a:cubicBezTo>
                  <a:pt x="672" y="6553"/>
                  <a:pt x="-114" y="5542"/>
                  <a:pt x="15" y="3599"/>
                </a:cubicBezTo>
                <a:cubicBezTo>
                  <a:pt x="144" y="1656"/>
                  <a:pt x="1242" y="1455"/>
                  <a:pt x="2168" y="869"/>
                </a:cubicBezTo>
                <a:cubicBezTo>
                  <a:pt x="3095" y="282"/>
                  <a:pt x="4602" y="-190"/>
                  <a:pt x="5573" y="76"/>
                </a:cubicBezTo>
                <a:cubicBezTo>
                  <a:pt x="6543" y="341"/>
                  <a:pt x="7270" y="1739"/>
                  <a:pt x="7989" y="2462"/>
                </a:cubicBezTo>
                <a:cubicBezTo>
                  <a:pt x="8709" y="3185"/>
                  <a:pt x="9608" y="3425"/>
                  <a:pt x="9888" y="4411"/>
                </a:cubicBezTo>
                <a:cubicBezTo>
                  <a:pt x="10167" y="5398"/>
                  <a:pt x="9928" y="7539"/>
                  <a:pt x="9672" y="8381"/>
                </a:cubicBezTo>
                <a:cubicBezTo>
                  <a:pt x="9413" y="9224"/>
                  <a:pt x="8962" y="9331"/>
                  <a:pt x="8340" y="9466"/>
                </a:cubicBezTo>
                <a:cubicBezTo>
                  <a:pt x="7716" y="9602"/>
                  <a:pt x="6628" y="9257"/>
                  <a:pt x="5934" y="9192"/>
                </a:cubicBezTo>
                <a:cubicBezTo>
                  <a:pt x="5239" y="9124"/>
                  <a:pt x="4968" y="9882"/>
                  <a:pt x="4601" y="9803"/>
                </a:cubicBezTo>
                <a:cubicBezTo>
                  <a:pt x="4234" y="9726"/>
                  <a:pt x="3423" y="10233"/>
                  <a:pt x="2846" y="9866"/>
                </a:cubicBezTo>
                <a:cubicBezTo>
                  <a:pt x="2270" y="9499"/>
                  <a:pt x="1615" y="8641"/>
                  <a:pt x="1143" y="7597"/>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0" name="Straight Connector 39">
            <a:extLst>
              <a:ext uri="{FF2B5EF4-FFF2-40B4-BE49-F238E27FC236}">
                <a16:creationId xmlns:a16="http://schemas.microsoft.com/office/drawing/2014/main" id="{37192989-6960-1F04-1560-4C43C90F4EE6}"/>
              </a:ext>
            </a:extLst>
          </p:cNvPr>
          <p:cNvCxnSpPr>
            <a:cxnSpLocks/>
            <a:endCxn id="608" idx="11"/>
          </p:cNvCxnSpPr>
          <p:nvPr/>
        </p:nvCxnSpPr>
        <p:spPr>
          <a:xfrm flipV="1">
            <a:off x="911672" y="2527908"/>
            <a:ext cx="714536" cy="28390"/>
          </a:xfrm>
          <a:prstGeom prst="line">
            <a:avLst/>
          </a:prstGeom>
          <a:noFill/>
          <a:ln w="12700" cap="flat" cmpd="sng" algn="ctr">
            <a:solidFill>
              <a:srgbClr val="000000"/>
            </a:solidFill>
            <a:prstDash val="solid"/>
          </a:ln>
          <a:effectLst/>
        </p:spPr>
      </p:cxnSp>
      <p:sp>
        <p:nvSpPr>
          <p:cNvPr id="986" name="Freeform 2">
            <a:extLst>
              <a:ext uri="{FF2B5EF4-FFF2-40B4-BE49-F238E27FC236}">
                <a16:creationId xmlns:a16="http://schemas.microsoft.com/office/drawing/2014/main" id="{F179585E-AAF0-5145-7577-5F5AC9E3C364}"/>
              </a:ext>
            </a:extLst>
          </p:cNvPr>
          <p:cNvSpPr>
            <a:spLocks/>
          </p:cNvSpPr>
          <p:nvPr/>
        </p:nvSpPr>
        <p:spPr bwMode="auto">
          <a:xfrm>
            <a:off x="8345625" y="4527396"/>
            <a:ext cx="2647764" cy="1138573"/>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1643 w 9898"/>
              <a:gd name="connsiteY0" fmla="*/ 7660 h 10074"/>
              <a:gd name="connsiteX1" fmla="*/ 14 w 9898"/>
              <a:gd name="connsiteY1" fmla="*/ 5092 h 10074"/>
              <a:gd name="connsiteX2" fmla="*/ 2597 w 9898"/>
              <a:gd name="connsiteY2" fmla="*/ 902 h 10074"/>
              <a:gd name="connsiteX3" fmla="*/ 5766 w 9898"/>
              <a:gd name="connsiteY3" fmla="*/ 106 h 10074"/>
              <a:gd name="connsiteX4" fmla="*/ 8014 w 9898"/>
              <a:gd name="connsiteY4" fmla="*/ 2502 h 10074"/>
              <a:gd name="connsiteX5" fmla="*/ 9781 w 9898"/>
              <a:gd name="connsiteY5" fmla="*/ 4460 h 10074"/>
              <a:gd name="connsiteX6" fmla="*/ 9580 w 9898"/>
              <a:gd name="connsiteY6" fmla="*/ 8448 h 10074"/>
              <a:gd name="connsiteX7" fmla="*/ 8341 w 9898"/>
              <a:gd name="connsiteY7" fmla="*/ 9538 h 10074"/>
              <a:gd name="connsiteX8" fmla="*/ 6102 w 9898"/>
              <a:gd name="connsiteY8" fmla="*/ 9262 h 10074"/>
              <a:gd name="connsiteX9" fmla="*/ 4861 w 9898"/>
              <a:gd name="connsiteY9" fmla="*/ 9877 h 10074"/>
              <a:gd name="connsiteX10" fmla="*/ 3228 w 9898"/>
              <a:gd name="connsiteY10" fmla="*/ 9939 h 10074"/>
              <a:gd name="connsiteX11" fmla="*/ 1643 w 9898"/>
              <a:gd name="connsiteY11" fmla="*/ 7660 h 10074"/>
              <a:gd name="connsiteX0" fmla="*/ 1648 w 9988"/>
              <a:gd name="connsiteY0" fmla="*/ 7604 h 10000"/>
              <a:gd name="connsiteX1" fmla="*/ 2 w 9988"/>
              <a:gd name="connsiteY1" fmla="*/ 5055 h 10000"/>
              <a:gd name="connsiteX2" fmla="*/ 2612 w 9988"/>
              <a:gd name="connsiteY2" fmla="*/ 895 h 10000"/>
              <a:gd name="connsiteX3" fmla="*/ 5813 w 9988"/>
              <a:gd name="connsiteY3" fmla="*/ 105 h 10000"/>
              <a:gd name="connsiteX4" fmla="*/ 8085 w 9988"/>
              <a:gd name="connsiteY4" fmla="*/ 2484 h 10000"/>
              <a:gd name="connsiteX5" fmla="*/ 9870 w 9988"/>
              <a:gd name="connsiteY5" fmla="*/ 4427 h 10000"/>
              <a:gd name="connsiteX6" fmla="*/ 9667 w 9988"/>
              <a:gd name="connsiteY6" fmla="*/ 8386 h 10000"/>
              <a:gd name="connsiteX7" fmla="*/ 8415 w 9988"/>
              <a:gd name="connsiteY7" fmla="*/ 9468 h 10000"/>
              <a:gd name="connsiteX8" fmla="*/ 6153 w 9988"/>
              <a:gd name="connsiteY8" fmla="*/ 9194 h 10000"/>
              <a:gd name="connsiteX9" fmla="*/ 4899 w 9988"/>
              <a:gd name="connsiteY9" fmla="*/ 9804 h 10000"/>
              <a:gd name="connsiteX10" fmla="*/ 3249 w 9988"/>
              <a:gd name="connsiteY10" fmla="*/ 9866 h 10000"/>
              <a:gd name="connsiteX11" fmla="*/ 1648 w 9988"/>
              <a:gd name="connsiteY11" fmla="*/ 7604 h 10000"/>
              <a:gd name="connsiteX0" fmla="*/ 1064 w 9414"/>
              <a:gd name="connsiteY0" fmla="*/ 7575 h 9971"/>
              <a:gd name="connsiteX1" fmla="*/ 2 w 9414"/>
              <a:gd name="connsiteY1" fmla="*/ 3589 h 9971"/>
              <a:gd name="connsiteX2" fmla="*/ 2029 w 9414"/>
              <a:gd name="connsiteY2" fmla="*/ 866 h 9971"/>
              <a:gd name="connsiteX3" fmla="*/ 5234 w 9414"/>
              <a:gd name="connsiteY3" fmla="*/ 76 h 9971"/>
              <a:gd name="connsiteX4" fmla="*/ 7509 w 9414"/>
              <a:gd name="connsiteY4" fmla="*/ 2455 h 9971"/>
              <a:gd name="connsiteX5" fmla="*/ 9296 w 9414"/>
              <a:gd name="connsiteY5" fmla="*/ 4398 h 9971"/>
              <a:gd name="connsiteX6" fmla="*/ 9093 w 9414"/>
              <a:gd name="connsiteY6" fmla="*/ 8357 h 9971"/>
              <a:gd name="connsiteX7" fmla="*/ 7839 w 9414"/>
              <a:gd name="connsiteY7" fmla="*/ 9439 h 9971"/>
              <a:gd name="connsiteX8" fmla="*/ 5574 w 9414"/>
              <a:gd name="connsiteY8" fmla="*/ 9165 h 9971"/>
              <a:gd name="connsiteX9" fmla="*/ 4319 w 9414"/>
              <a:gd name="connsiteY9" fmla="*/ 9775 h 9971"/>
              <a:gd name="connsiteX10" fmla="*/ 2667 w 9414"/>
              <a:gd name="connsiteY10" fmla="*/ 9837 h 9971"/>
              <a:gd name="connsiteX11" fmla="*/ 1064 w 9414"/>
              <a:gd name="connsiteY11" fmla="*/ 7575 h 9971"/>
              <a:gd name="connsiteX0" fmla="*/ 1196 w 10066"/>
              <a:gd name="connsiteY0" fmla="*/ 7597 h 10000"/>
              <a:gd name="connsiteX1" fmla="*/ 68 w 10066"/>
              <a:gd name="connsiteY1" fmla="*/ 3599 h 10000"/>
              <a:gd name="connsiteX2" fmla="*/ 2221 w 10066"/>
              <a:gd name="connsiteY2" fmla="*/ 869 h 10000"/>
              <a:gd name="connsiteX3" fmla="*/ 5626 w 10066"/>
              <a:gd name="connsiteY3" fmla="*/ 76 h 10000"/>
              <a:gd name="connsiteX4" fmla="*/ 8042 w 10066"/>
              <a:gd name="connsiteY4" fmla="*/ 2462 h 10000"/>
              <a:gd name="connsiteX5" fmla="*/ 9941 w 10066"/>
              <a:gd name="connsiteY5" fmla="*/ 4411 h 10000"/>
              <a:gd name="connsiteX6" fmla="*/ 9725 w 10066"/>
              <a:gd name="connsiteY6" fmla="*/ 8381 h 10000"/>
              <a:gd name="connsiteX7" fmla="*/ 8393 w 10066"/>
              <a:gd name="connsiteY7" fmla="*/ 9466 h 10000"/>
              <a:gd name="connsiteX8" fmla="*/ 5987 w 10066"/>
              <a:gd name="connsiteY8" fmla="*/ 9192 h 10000"/>
              <a:gd name="connsiteX9" fmla="*/ 4654 w 10066"/>
              <a:gd name="connsiteY9" fmla="*/ 9803 h 10000"/>
              <a:gd name="connsiteX10" fmla="*/ 2899 w 10066"/>
              <a:gd name="connsiteY10" fmla="*/ 9866 h 10000"/>
              <a:gd name="connsiteX11" fmla="*/ 1196 w 10066"/>
              <a:gd name="connsiteY11" fmla="*/ 7597 h 10000"/>
              <a:gd name="connsiteX0" fmla="*/ 1143 w 10013"/>
              <a:gd name="connsiteY0" fmla="*/ 7597 h 10000"/>
              <a:gd name="connsiteX1" fmla="*/ 15 w 10013"/>
              <a:gd name="connsiteY1" fmla="*/ 3599 h 10000"/>
              <a:gd name="connsiteX2" fmla="*/ 2168 w 10013"/>
              <a:gd name="connsiteY2" fmla="*/ 869 h 10000"/>
              <a:gd name="connsiteX3" fmla="*/ 5573 w 10013"/>
              <a:gd name="connsiteY3" fmla="*/ 76 h 10000"/>
              <a:gd name="connsiteX4" fmla="*/ 7989 w 10013"/>
              <a:gd name="connsiteY4" fmla="*/ 2462 h 10000"/>
              <a:gd name="connsiteX5" fmla="*/ 9888 w 10013"/>
              <a:gd name="connsiteY5" fmla="*/ 4411 h 10000"/>
              <a:gd name="connsiteX6" fmla="*/ 9672 w 10013"/>
              <a:gd name="connsiteY6" fmla="*/ 8381 h 10000"/>
              <a:gd name="connsiteX7" fmla="*/ 8340 w 10013"/>
              <a:gd name="connsiteY7" fmla="*/ 9466 h 10000"/>
              <a:gd name="connsiteX8" fmla="*/ 5934 w 10013"/>
              <a:gd name="connsiteY8" fmla="*/ 9192 h 10000"/>
              <a:gd name="connsiteX9" fmla="*/ 4601 w 10013"/>
              <a:gd name="connsiteY9" fmla="*/ 9803 h 10000"/>
              <a:gd name="connsiteX10" fmla="*/ 2846 w 10013"/>
              <a:gd name="connsiteY10" fmla="*/ 9866 h 10000"/>
              <a:gd name="connsiteX11" fmla="*/ 1143 w 10013"/>
              <a:gd name="connsiteY11" fmla="*/ 759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13" h="10000">
                <a:moveTo>
                  <a:pt x="1143" y="7597"/>
                </a:moveTo>
                <a:cubicBezTo>
                  <a:pt x="672" y="6553"/>
                  <a:pt x="-114" y="5542"/>
                  <a:pt x="15" y="3599"/>
                </a:cubicBezTo>
                <a:cubicBezTo>
                  <a:pt x="144" y="1656"/>
                  <a:pt x="1242" y="1455"/>
                  <a:pt x="2168" y="869"/>
                </a:cubicBezTo>
                <a:cubicBezTo>
                  <a:pt x="3095" y="282"/>
                  <a:pt x="4602" y="-190"/>
                  <a:pt x="5573" y="76"/>
                </a:cubicBezTo>
                <a:cubicBezTo>
                  <a:pt x="6543" y="341"/>
                  <a:pt x="7270" y="1739"/>
                  <a:pt x="7989" y="2462"/>
                </a:cubicBezTo>
                <a:cubicBezTo>
                  <a:pt x="8709" y="3185"/>
                  <a:pt x="9608" y="3425"/>
                  <a:pt x="9888" y="4411"/>
                </a:cubicBezTo>
                <a:cubicBezTo>
                  <a:pt x="10167" y="5398"/>
                  <a:pt x="9928" y="7539"/>
                  <a:pt x="9672" y="8381"/>
                </a:cubicBezTo>
                <a:cubicBezTo>
                  <a:pt x="9413" y="9224"/>
                  <a:pt x="8962" y="9331"/>
                  <a:pt x="8340" y="9466"/>
                </a:cubicBezTo>
                <a:cubicBezTo>
                  <a:pt x="7716" y="9602"/>
                  <a:pt x="6628" y="9257"/>
                  <a:pt x="5934" y="9192"/>
                </a:cubicBezTo>
                <a:cubicBezTo>
                  <a:pt x="5239" y="9124"/>
                  <a:pt x="4968" y="9882"/>
                  <a:pt x="4601" y="9803"/>
                </a:cubicBezTo>
                <a:cubicBezTo>
                  <a:pt x="4234" y="9726"/>
                  <a:pt x="3423" y="10233"/>
                  <a:pt x="2846" y="9866"/>
                </a:cubicBezTo>
                <a:cubicBezTo>
                  <a:pt x="2270" y="9499"/>
                  <a:pt x="1615" y="8641"/>
                  <a:pt x="1143" y="7597"/>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4EEC06E1-E77B-38EC-21F8-ABDEC0D7A04B}"/>
              </a:ext>
            </a:extLst>
          </p:cNvPr>
          <p:cNvCxnSpPr>
            <a:cxnSpLocks/>
            <a:stCxn id="995" idx="0"/>
          </p:cNvCxnSpPr>
          <p:nvPr/>
        </p:nvCxnSpPr>
        <p:spPr>
          <a:xfrm flipV="1">
            <a:off x="10659934" y="4946121"/>
            <a:ext cx="626762" cy="319690"/>
          </a:xfrm>
          <a:prstGeom prst="line">
            <a:avLst/>
          </a:prstGeom>
          <a:noFill/>
          <a:ln w="12700" cap="flat" cmpd="sng" algn="ctr">
            <a:solidFill>
              <a:srgbClr val="000000"/>
            </a:solidFill>
            <a:prstDash val="solid"/>
          </a:ln>
          <a:effectLst/>
        </p:spPr>
      </p:cxnSp>
      <p:sp>
        <p:nvSpPr>
          <p:cNvPr id="635" name="Freeform 2">
            <a:extLst>
              <a:ext uri="{FF2B5EF4-FFF2-40B4-BE49-F238E27FC236}">
                <a16:creationId xmlns:a16="http://schemas.microsoft.com/office/drawing/2014/main" id="{423A39E4-FBED-B406-1D17-2568294581AC}"/>
              </a:ext>
            </a:extLst>
          </p:cNvPr>
          <p:cNvSpPr>
            <a:spLocks/>
          </p:cNvSpPr>
          <p:nvPr/>
        </p:nvSpPr>
        <p:spPr bwMode="auto">
          <a:xfrm>
            <a:off x="7337469" y="3080201"/>
            <a:ext cx="2863341" cy="1150837"/>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9997"/>
              <a:gd name="connsiteY0" fmla="*/ 4039 h 10125"/>
              <a:gd name="connsiteX1" fmla="*/ 715 w 9997"/>
              <a:gd name="connsiteY1" fmla="*/ 1595 h 10125"/>
              <a:gd name="connsiteX2" fmla="*/ 3130 w 9997"/>
              <a:gd name="connsiteY2" fmla="*/ 1006 h 10125"/>
              <a:gd name="connsiteX3" fmla="*/ 4995 w 9997"/>
              <a:gd name="connsiteY3" fmla="*/ 0 h 10125"/>
              <a:gd name="connsiteX4" fmla="*/ 6720 w 9997"/>
              <a:gd name="connsiteY4" fmla="*/ 1009 h 10125"/>
              <a:gd name="connsiteX5" fmla="*/ 8082 w 9997"/>
              <a:gd name="connsiteY5" fmla="*/ 497 h 10125"/>
              <a:gd name="connsiteX6" fmla="*/ 9989 w 9997"/>
              <a:gd name="connsiteY6" fmla="*/ 2989 h 10125"/>
              <a:gd name="connsiteX7" fmla="*/ 8723 w 9997"/>
              <a:gd name="connsiteY7" fmla="*/ 7739 h 10125"/>
              <a:gd name="connsiteX8" fmla="*/ 6995 w 9997"/>
              <a:gd name="connsiteY8" fmla="*/ 9322 h 10125"/>
              <a:gd name="connsiteX9" fmla="*/ 5307 w 9997"/>
              <a:gd name="connsiteY9" fmla="*/ 8843 h 10125"/>
              <a:gd name="connsiteX10" fmla="*/ 4371 w 9997"/>
              <a:gd name="connsiteY10" fmla="*/ 9912 h 10125"/>
              <a:gd name="connsiteX11" fmla="*/ 3140 w 9997"/>
              <a:gd name="connsiteY11" fmla="*/ 10019 h 10125"/>
              <a:gd name="connsiteX12" fmla="*/ 2179 w 9997"/>
              <a:gd name="connsiteY12" fmla="*/ 7895 h 10125"/>
              <a:gd name="connsiteX13" fmla="*/ 1187 w 9997"/>
              <a:gd name="connsiteY13" fmla="*/ 7495 h 10125"/>
              <a:gd name="connsiteX14" fmla="*/ 4 w 9997"/>
              <a:gd name="connsiteY14" fmla="*/ 4039 h 10125"/>
              <a:gd name="connsiteX0" fmla="*/ 4 w 9992"/>
              <a:gd name="connsiteY0" fmla="*/ 3989 h 10000"/>
              <a:gd name="connsiteX1" fmla="*/ 715 w 9992"/>
              <a:gd name="connsiteY1" fmla="*/ 1575 h 10000"/>
              <a:gd name="connsiteX2" fmla="*/ 3131 w 9992"/>
              <a:gd name="connsiteY2" fmla="*/ 994 h 10000"/>
              <a:gd name="connsiteX3" fmla="*/ 4996 w 9992"/>
              <a:gd name="connsiteY3" fmla="*/ 0 h 10000"/>
              <a:gd name="connsiteX4" fmla="*/ 6722 w 9992"/>
              <a:gd name="connsiteY4" fmla="*/ 997 h 10000"/>
              <a:gd name="connsiteX5" fmla="*/ 8830 w 9992"/>
              <a:gd name="connsiteY5" fmla="*/ 594 h 10000"/>
              <a:gd name="connsiteX6" fmla="*/ 9992 w 9992"/>
              <a:gd name="connsiteY6" fmla="*/ 2952 h 10000"/>
              <a:gd name="connsiteX7" fmla="*/ 8726 w 9992"/>
              <a:gd name="connsiteY7" fmla="*/ 7643 h 10000"/>
              <a:gd name="connsiteX8" fmla="*/ 6997 w 9992"/>
              <a:gd name="connsiteY8" fmla="*/ 9207 h 10000"/>
              <a:gd name="connsiteX9" fmla="*/ 5309 w 9992"/>
              <a:gd name="connsiteY9" fmla="*/ 8734 h 10000"/>
              <a:gd name="connsiteX10" fmla="*/ 4372 w 9992"/>
              <a:gd name="connsiteY10" fmla="*/ 9790 h 10000"/>
              <a:gd name="connsiteX11" fmla="*/ 3141 w 9992"/>
              <a:gd name="connsiteY11" fmla="*/ 9895 h 10000"/>
              <a:gd name="connsiteX12" fmla="*/ 2180 w 9992"/>
              <a:gd name="connsiteY12" fmla="*/ 7798 h 10000"/>
              <a:gd name="connsiteX13" fmla="*/ 1187 w 9992"/>
              <a:gd name="connsiteY13" fmla="*/ 7402 h 10000"/>
              <a:gd name="connsiteX14" fmla="*/ 4 w 9992"/>
              <a:gd name="connsiteY14" fmla="*/ 3989 h 10000"/>
              <a:gd name="connsiteX0" fmla="*/ 4 w 10000"/>
              <a:gd name="connsiteY0" fmla="*/ 3999 h 10010"/>
              <a:gd name="connsiteX1" fmla="*/ 716 w 10000"/>
              <a:gd name="connsiteY1" fmla="*/ 1585 h 10010"/>
              <a:gd name="connsiteX2" fmla="*/ 3134 w 10000"/>
              <a:gd name="connsiteY2" fmla="*/ 1004 h 10010"/>
              <a:gd name="connsiteX3" fmla="*/ 5000 w 10000"/>
              <a:gd name="connsiteY3" fmla="*/ 10 h 10010"/>
              <a:gd name="connsiteX4" fmla="*/ 6851 w 10000"/>
              <a:gd name="connsiteY4" fmla="*/ 490 h 10010"/>
              <a:gd name="connsiteX5" fmla="*/ 8837 w 10000"/>
              <a:gd name="connsiteY5" fmla="*/ 604 h 10010"/>
              <a:gd name="connsiteX6" fmla="*/ 10000 w 10000"/>
              <a:gd name="connsiteY6" fmla="*/ 2962 h 10010"/>
              <a:gd name="connsiteX7" fmla="*/ 8733 w 10000"/>
              <a:gd name="connsiteY7" fmla="*/ 7653 h 10010"/>
              <a:gd name="connsiteX8" fmla="*/ 7003 w 10000"/>
              <a:gd name="connsiteY8" fmla="*/ 9217 h 10010"/>
              <a:gd name="connsiteX9" fmla="*/ 5313 w 10000"/>
              <a:gd name="connsiteY9" fmla="*/ 8744 h 10010"/>
              <a:gd name="connsiteX10" fmla="*/ 4376 w 10000"/>
              <a:gd name="connsiteY10" fmla="*/ 9800 h 10010"/>
              <a:gd name="connsiteX11" fmla="*/ 3144 w 10000"/>
              <a:gd name="connsiteY11" fmla="*/ 9905 h 10010"/>
              <a:gd name="connsiteX12" fmla="*/ 2182 w 10000"/>
              <a:gd name="connsiteY12" fmla="*/ 7808 h 10010"/>
              <a:gd name="connsiteX13" fmla="*/ 1188 w 10000"/>
              <a:gd name="connsiteY13" fmla="*/ 7412 h 10010"/>
              <a:gd name="connsiteX14" fmla="*/ 4 w 10000"/>
              <a:gd name="connsiteY14" fmla="*/ 3999 h 10010"/>
              <a:gd name="connsiteX0" fmla="*/ 4 w 10000"/>
              <a:gd name="connsiteY0" fmla="*/ 4109 h 10120"/>
              <a:gd name="connsiteX1" fmla="*/ 716 w 10000"/>
              <a:gd name="connsiteY1" fmla="*/ 1695 h 10120"/>
              <a:gd name="connsiteX2" fmla="*/ 3134 w 10000"/>
              <a:gd name="connsiteY2" fmla="*/ 1114 h 10120"/>
              <a:gd name="connsiteX3" fmla="*/ 5000 w 10000"/>
              <a:gd name="connsiteY3" fmla="*/ 120 h 10120"/>
              <a:gd name="connsiteX4" fmla="*/ 6602 w 10000"/>
              <a:gd name="connsiteY4" fmla="*/ 83 h 10120"/>
              <a:gd name="connsiteX5" fmla="*/ 8837 w 10000"/>
              <a:gd name="connsiteY5" fmla="*/ 714 h 10120"/>
              <a:gd name="connsiteX6" fmla="*/ 10000 w 10000"/>
              <a:gd name="connsiteY6" fmla="*/ 3072 h 10120"/>
              <a:gd name="connsiteX7" fmla="*/ 8733 w 10000"/>
              <a:gd name="connsiteY7" fmla="*/ 7763 h 10120"/>
              <a:gd name="connsiteX8" fmla="*/ 7003 w 10000"/>
              <a:gd name="connsiteY8" fmla="*/ 9327 h 10120"/>
              <a:gd name="connsiteX9" fmla="*/ 5313 w 10000"/>
              <a:gd name="connsiteY9" fmla="*/ 8854 h 10120"/>
              <a:gd name="connsiteX10" fmla="*/ 4376 w 10000"/>
              <a:gd name="connsiteY10" fmla="*/ 9910 h 10120"/>
              <a:gd name="connsiteX11" fmla="*/ 3144 w 10000"/>
              <a:gd name="connsiteY11" fmla="*/ 10015 h 10120"/>
              <a:gd name="connsiteX12" fmla="*/ 2182 w 10000"/>
              <a:gd name="connsiteY12" fmla="*/ 7918 h 10120"/>
              <a:gd name="connsiteX13" fmla="*/ 1188 w 10000"/>
              <a:gd name="connsiteY13" fmla="*/ 7522 h 10120"/>
              <a:gd name="connsiteX14" fmla="*/ 4 w 10000"/>
              <a:gd name="connsiteY14" fmla="*/ 4109 h 10120"/>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336"/>
              <a:gd name="connsiteY0" fmla="*/ 4172 h 10183"/>
              <a:gd name="connsiteX1" fmla="*/ 716 w 10336"/>
              <a:gd name="connsiteY1" fmla="*/ 1758 h 10183"/>
              <a:gd name="connsiteX2" fmla="*/ 3134 w 10336"/>
              <a:gd name="connsiteY2" fmla="*/ 1177 h 10183"/>
              <a:gd name="connsiteX3" fmla="*/ 5000 w 10336"/>
              <a:gd name="connsiteY3" fmla="*/ 183 h 10183"/>
              <a:gd name="connsiteX4" fmla="*/ 6602 w 10336"/>
              <a:gd name="connsiteY4" fmla="*/ 146 h 10183"/>
              <a:gd name="connsiteX5" fmla="*/ 8215 w 10336"/>
              <a:gd name="connsiteY5" fmla="*/ 1708 h 10183"/>
              <a:gd name="connsiteX6" fmla="*/ 10332 w 10336"/>
              <a:gd name="connsiteY6" fmla="*/ 3652 h 10183"/>
              <a:gd name="connsiteX7" fmla="*/ 8733 w 10336"/>
              <a:gd name="connsiteY7" fmla="*/ 7826 h 10183"/>
              <a:gd name="connsiteX8" fmla="*/ 7003 w 10336"/>
              <a:gd name="connsiteY8" fmla="*/ 9390 h 10183"/>
              <a:gd name="connsiteX9" fmla="*/ 5313 w 10336"/>
              <a:gd name="connsiteY9" fmla="*/ 8917 h 10183"/>
              <a:gd name="connsiteX10" fmla="*/ 4376 w 10336"/>
              <a:gd name="connsiteY10" fmla="*/ 9973 h 10183"/>
              <a:gd name="connsiteX11" fmla="*/ 3144 w 10336"/>
              <a:gd name="connsiteY11" fmla="*/ 10078 h 10183"/>
              <a:gd name="connsiteX12" fmla="*/ 2182 w 10336"/>
              <a:gd name="connsiteY12" fmla="*/ 7981 h 10183"/>
              <a:gd name="connsiteX13" fmla="*/ 1188 w 10336"/>
              <a:gd name="connsiteY13" fmla="*/ 7585 h 10183"/>
              <a:gd name="connsiteX14" fmla="*/ 4 w 10336"/>
              <a:gd name="connsiteY14" fmla="*/ 4172 h 10183"/>
              <a:gd name="connsiteX0" fmla="*/ 4 w 10332"/>
              <a:gd name="connsiteY0" fmla="*/ 4103 h 10114"/>
              <a:gd name="connsiteX1" fmla="*/ 716 w 10332"/>
              <a:gd name="connsiteY1" fmla="*/ 1689 h 10114"/>
              <a:gd name="connsiteX2" fmla="*/ 3134 w 10332"/>
              <a:gd name="connsiteY2" fmla="*/ 1108 h 10114"/>
              <a:gd name="connsiteX3" fmla="*/ 5000 w 10332"/>
              <a:gd name="connsiteY3" fmla="*/ 114 h 10114"/>
              <a:gd name="connsiteX4" fmla="*/ 6602 w 10332"/>
              <a:gd name="connsiteY4" fmla="*/ 77 h 10114"/>
              <a:gd name="connsiteX5" fmla="*/ 8630 w 10332"/>
              <a:gd name="connsiteY5" fmla="*/ 605 h 10114"/>
              <a:gd name="connsiteX6" fmla="*/ 10332 w 10332"/>
              <a:gd name="connsiteY6" fmla="*/ 3583 h 10114"/>
              <a:gd name="connsiteX7" fmla="*/ 8733 w 10332"/>
              <a:gd name="connsiteY7" fmla="*/ 7757 h 10114"/>
              <a:gd name="connsiteX8" fmla="*/ 7003 w 10332"/>
              <a:gd name="connsiteY8" fmla="*/ 9321 h 10114"/>
              <a:gd name="connsiteX9" fmla="*/ 5313 w 10332"/>
              <a:gd name="connsiteY9" fmla="*/ 8848 h 10114"/>
              <a:gd name="connsiteX10" fmla="*/ 4376 w 10332"/>
              <a:gd name="connsiteY10" fmla="*/ 9904 h 10114"/>
              <a:gd name="connsiteX11" fmla="*/ 3144 w 10332"/>
              <a:gd name="connsiteY11" fmla="*/ 10009 h 10114"/>
              <a:gd name="connsiteX12" fmla="*/ 2182 w 10332"/>
              <a:gd name="connsiteY12" fmla="*/ 7912 h 10114"/>
              <a:gd name="connsiteX13" fmla="*/ 1188 w 10332"/>
              <a:gd name="connsiteY13" fmla="*/ 7516 h 10114"/>
              <a:gd name="connsiteX14" fmla="*/ 4 w 10332"/>
              <a:gd name="connsiteY14" fmla="*/ 4103 h 10114"/>
              <a:gd name="connsiteX0" fmla="*/ 4 w 10348"/>
              <a:gd name="connsiteY0" fmla="*/ 4150 h 10161"/>
              <a:gd name="connsiteX1" fmla="*/ 716 w 10348"/>
              <a:gd name="connsiteY1" fmla="*/ 1736 h 10161"/>
              <a:gd name="connsiteX2" fmla="*/ 3134 w 10348"/>
              <a:gd name="connsiteY2" fmla="*/ 1155 h 10161"/>
              <a:gd name="connsiteX3" fmla="*/ 5000 w 10348"/>
              <a:gd name="connsiteY3" fmla="*/ 161 h 10161"/>
              <a:gd name="connsiteX4" fmla="*/ 6602 w 10348"/>
              <a:gd name="connsiteY4" fmla="*/ 124 h 10161"/>
              <a:gd name="connsiteX5" fmla="*/ 9377 w 10348"/>
              <a:gd name="connsiteY5" fmla="*/ 1376 h 10161"/>
              <a:gd name="connsiteX6" fmla="*/ 10332 w 10348"/>
              <a:gd name="connsiteY6" fmla="*/ 3630 h 10161"/>
              <a:gd name="connsiteX7" fmla="*/ 8733 w 10348"/>
              <a:gd name="connsiteY7" fmla="*/ 7804 h 10161"/>
              <a:gd name="connsiteX8" fmla="*/ 7003 w 10348"/>
              <a:gd name="connsiteY8" fmla="*/ 9368 h 10161"/>
              <a:gd name="connsiteX9" fmla="*/ 5313 w 10348"/>
              <a:gd name="connsiteY9" fmla="*/ 8895 h 10161"/>
              <a:gd name="connsiteX10" fmla="*/ 4376 w 10348"/>
              <a:gd name="connsiteY10" fmla="*/ 9951 h 10161"/>
              <a:gd name="connsiteX11" fmla="*/ 3144 w 10348"/>
              <a:gd name="connsiteY11" fmla="*/ 10056 h 10161"/>
              <a:gd name="connsiteX12" fmla="*/ 2182 w 10348"/>
              <a:gd name="connsiteY12" fmla="*/ 7959 h 10161"/>
              <a:gd name="connsiteX13" fmla="*/ 1188 w 10348"/>
              <a:gd name="connsiteY13" fmla="*/ 7563 h 10161"/>
              <a:gd name="connsiteX14" fmla="*/ 4 w 10348"/>
              <a:gd name="connsiteY14" fmla="*/ 4150 h 10161"/>
              <a:gd name="connsiteX0" fmla="*/ 4 w 10343"/>
              <a:gd name="connsiteY0" fmla="*/ 4139 h 10150"/>
              <a:gd name="connsiteX1" fmla="*/ 716 w 10343"/>
              <a:gd name="connsiteY1" fmla="*/ 1725 h 10150"/>
              <a:gd name="connsiteX2" fmla="*/ 3134 w 10343"/>
              <a:gd name="connsiteY2" fmla="*/ 1144 h 10150"/>
              <a:gd name="connsiteX3" fmla="*/ 5000 w 10343"/>
              <a:gd name="connsiteY3" fmla="*/ 150 h 10150"/>
              <a:gd name="connsiteX4" fmla="*/ 6602 w 10343"/>
              <a:gd name="connsiteY4" fmla="*/ 113 h 10150"/>
              <a:gd name="connsiteX5" fmla="*/ 7929 w 10343"/>
              <a:gd name="connsiteY5" fmla="*/ 1189 h 10150"/>
              <a:gd name="connsiteX6" fmla="*/ 9377 w 10343"/>
              <a:gd name="connsiteY6" fmla="*/ 1365 h 10150"/>
              <a:gd name="connsiteX7" fmla="*/ 10332 w 10343"/>
              <a:gd name="connsiteY7" fmla="*/ 3619 h 10150"/>
              <a:gd name="connsiteX8" fmla="*/ 8733 w 10343"/>
              <a:gd name="connsiteY8" fmla="*/ 7793 h 10150"/>
              <a:gd name="connsiteX9" fmla="*/ 7003 w 10343"/>
              <a:gd name="connsiteY9" fmla="*/ 9357 h 10150"/>
              <a:gd name="connsiteX10" fmla="*/ 5313 w 10343"/>
              <a:gd name="connsiteY10" fmla="*/ 8884 h 10150"/>
              <a:gd name="connsiteX11" fmla="*/ 4376 w 10343"/>
              <a:gd name="connsiteY11" fmla="*/ 9940 h 10150"/>
              <a:gd name="connsiteX12" fmla="*/ 3144 w 10343"/>
              <a:gd name="connsiteY12" fmla="*/ 10045 h 10150"/>
              <a:gd name="connsiteX13" fmla="*/ 2182 w 10343"/>
              <a:gd name="connsiteY13" fmla="*/ 7948 h 10150"/>
              <a:gd name="connsiteX14" fmla="*/ 1188 w 10343"/>
              <a:gd name="connsiteY14" fmla="*/ 7552 h 10150"/>
              <a:gd name="connsiteX15" fmla="*/ 4 w 10343"/>
              <a:gd name="connsiteY15" fmla="*/ 4139 h 10150"/>
              <a:gd name="connsiteX0" fmla="*/ 3 w 10342"/>
              <a:gd name="connsiteY0" fmla="*/ 4114 h 10125"/>
              <a:gd name="connsiteX1" fmla="*/ 715 w 10342"/>
              <a:gd name="connsiteY1" fmla="*/ 1700 h 10125"/>
              <a:gd name="connsiteX2" fmla="*/ 2926 w 10342"/>
              <a:gd name="connsiteY2" fmla="*/ 602 h 10125"/>
              <a:gd name="connsiteX3" fmla="*/ 4999 w 10342"/>
              <a:gd name="connsiteY3" fmla="*/ 125 h 10125"/>
              <a:gd name="connsiteX4" fmla="*/ 6601 w 10342"/>
              <a:gd name="connsiteY4" fmla="*/ 88 h 10125"/>
              <a:gd name="connsiteX5" fmla="*/ 7928 w 10342"/>
              <a:gd name="connsiteY5" fmla="*/ 1164 h 10125"/>
              <a:gd name="connsiteX6" fmla="*/ 9376 w 10342"/>
              <a:gd name="connsiteY6" fmla="*/ 1340 h 10125"/>
              <a:gd name="connsiteX7" fmla="*/ 10331 w 10342"/>
              <a:gd name="connsiteY7" fmla="*/ 3594 h 10125"/>
              <a:gd name="connsiteX8" fmla="*/ 8732 w 10342"/>
              <a:gd name="connsiteY8" fmla="*/ 7768 h 10125"/>
              <a:gd name="connsiteX9" fmla="*/ 7002 w 10342"/>
              <a:gd name="connsiteY9" fmla="*/ 9332 h 10125"/>
              <a:gd name="connsiteX10" fmla="*/ 5312 w 10342"/>
              <a:gd name="connsiteY10" fmla="*/ 8859 h 10125"/>
              <a:gd name="connsiteX11" fmla="*/ 4375 w 10342"/>
              <a:gd name="connsiteY11" fmla="*/ 9915 h 10125"/>
              <a:gd name="connsiteX12" fmla="*/ 3143 w 10342"/>
              <a:gd name="connsiteY12" fmla="*/ 10020 h 10125"/>
              <a:gd name="connsiteX13" fmla="*/ 2181 w 10342"/>
              <a:gd name="connsiteY13" fmla="*/ 7923 h 10125"/>
              <a:gd name="connsiteX14" fmla="*/ 1187 w 10342"/>
              <a:gd name="connsiteY14" fmla="*/ 7527 h 10125"/>
              <a:gd name="connsiteX15" fmla="*/ 3 w 10342"/>
              <a:gd name="connsiteY15" fmla="*/ 4114 h 10125"/>
              <a:gd name="connsiteX0" fmla="*/ 1 w 10340"/>
              <a:gd name="connsiteY0" fmla="*/ 4114 h 10125"/>
              <a:gd name="connsiteX1" fmla="*/ 1460 w 10340"/>
              <a:gd name="connsiteY1" fmla="*/ 2010 h 10125"/>
              <a:gd name="connsiteX2" fmla="*/ 2924 w 10340"/>
              <a:gd name="connsiteY2" fmla="*/ 602 h 10125"/>
              <a:gd name="connsiteX3" fmla="*/ 4997 w 10340"/>
              <a:gd name="connsiteY3" fmla="*/ 125 h 10125"/>
              <a:gd name="connsiteX4" fmla="*/ 6599 w 10340"/>
              <a:gd name="connsiteY4" fmla="*/ 88 h 10125"/>
              <a:gd name="connsiteX5" fmla="*/ 7926 w 10340"/>
              <a:gd name="connsiteY5" fmla="*/ 1164 h 10125"/>
              <a:gd name="connsiteX6" fmla="*/ 9374 w 10340"/>
              <a:gd name="connsiteY6" fmla="*/ 1340 h 10125"/>
              <a:gd name="connsiteX7" fmla="*/ 10329 w 10340"/>
              <a:gd name="connsiteY7" fmla="*/ 3594 h 10125"/>
              <a:gd name="connsiteX8" fmla="*/ 8730 w 10340"/>
              <a:gd name="connsiteY8" fmla="*/ 7768 h 10125"/>
              <a:gd name="connsiteX9" fmla="*/ 7000 w 10340"/>
              <a:gd name="connsiteY9" fmla="*/ 9332 h 10125"/>
              <a:gd name="connsiteX10" fmla="*/ 5310 w 10340"/>
              <a:gd name="connsiteY10" fmla="*/ 8859 h 10125"/>
              <a:gd name="connsiteX11" fmla="*/ 4373 w 10340"/>
              <a:gd name="connsiteY11" fmla="*/ 9915 h 10125"/>
              <a:gd name="connsiteX12" fmla="*/ 3141 w 10340"/>
              <a:gd name="connsiteY12" fmla="*/ 10020 h 10125"/>
              <a:gd name="connsiteX13" fmla="*/ 2179 w 10340"/>
              <a:gd name="connsiteY13" fmla="*/ 7923 h 10125"/>
              <a:gd name="connsiteX14" fmla="*/ 1185 w 10340"/>
              <a:gd name="connsiteY14" fmla="*/ 7527 h 10125"/>
              <a:gd name="connsiteX15" fmla="*/ 1 w 10340"/>
              <a:gd name="connsiteY15" fmla="*/ 4114 h 10125"/>
              <a:gd name="connsiteX0" fmla="*/ 1 w 10340"/>
              <a:gd name="connsiteY0" fmla="*/ 4114 h 10125"/>
              <a:gd name="connsiteX1" fmla="*/ 1792 w 10340"/>
              <a:gd name="connsiteY1" fmla="*/ 2527 h 10125"/>
              <a:gd name="connsiteX2" fmla="*/ 2924 w 10340"/>
              <a:gd name="connsiteY2" fmla="*/ 602 h 10125"/>
              <a:gd name="connsiteX3" fmla="*/ 4997 w 10340"/>
              <a:gd name="connsiteY3" fmla="*/ 125 h 10125"/>
              <a:gd name="connsiteX4" fmla="*/ 6599 w 10340"/>
              <a:gd name="connsiteY4" fmla="*/ 88 h 10125"/>
              <a:gd name="connsiteX5" fmla="*/ 7926 w 10340"/>
              <a:gd name="connsiteY5" fmla="*/ 1164 h 10125"/>
              <a:gd name="connsiteX6" fmla="*/ 9374 w 10340"/>
              <a:gd name="connsiteY6" fmla="*/ 1340 h 10125"/>
              <a:gd name="connsiteX7" fmla="*/ 10329 w 10340"/>
              <a:gd name="connsiteY7" fmla="*/ 3594 h 10125"/>
              <a:gd name="connsiteX8" fmla="*/ 8730 w 10340"/>
              <a:gd name="connsiteY8" fmla="*/ 7768 h 10125"/>
              <a:gd name="connsiteX9" fmla="*/ 7000 w 10340"/>
              <a:gd name="connsiteY9" fmla="*/ 9332 h 10125"/>
              <a:gd name="connsiteX10" fmla="*/ 5310 w 10340"/>
              <a:gd name="connsiteY10" fmla="*/ 8859 h 10125"/>
              <a:gd name="connsiteX11" fmla="*/ 4373 w 10340"/>
              <a:gd name="connsiteY11" fmla="*/ 9915 h 10125"/>
              <a:gd name="connsiteX12" fmla="*/ 3141 w 10340"/>
              <a:gd name="connsiteY12" fmla="*/ 10020 h 10125"/>
              <a:gd name="connsiteX13" fmla="*/ 2179 w 10340"/>
              <a:gd name="connsiteY13" fmla="*/ 7923 h 10125"/>
              <a:gd name="connsiteX14" fmla="*/ 1185 w 10340"/>
              <a:gd name="connsiteY14" fmla="*/ 7527 h 10125"/>
              <a:gd name="connsiteX15" fmla="*/ 1 w 10340"/>
              <a:gd name="connsiteY15" fmla="*/ 4114 h 10125"/>
              <a:gd name="connsiteX0" fmla="*/ 1 w 10133"/>
              <a:gd name="connsiteY0" fmla="*/ 5148 h 10125"/>
              <a:gd name="connsiteX1" fmla="*/ 1585 w 10133"/>
              <a:gd name="connsiteY1" fmla="*/ 2527 h 10125"/>
              <a:gd name="connsiteX2" fmla="*/ 2717 w 10133"/>
              <a:gd name="connsiteY2" fmla="*/ 602 h 10125"/>
              <a:gd name="connsiteX3" fmla="*/ 4790 w 10133"/>
              <a:gd name="connsiteY3" fmla="*/ 125 h 10125"/>
              <a:gd name="connsiteX4" fmla="*/ 6392 w 10133"/>
              <a:gd name="connsiteY4" fmla="*/ 88 h 10125"/>
              <a:gd name="connsiteX5" fmla="*/ 7719 w 10133"/>
              <a:gd name="connsiteY5" fmla="*/ 1164 h 10125"/>
              <a:gd name="connsiteX6" fmla="*/ 9167 w 10133"/>
              <a:gd name="connsiteY6" fmla="*/ 1340 h 10125"/>
              <a:gd name="connsiteX7" fmla="*/ 10122 w 10133"/>
              <a:gd name="connsiteY7" fmla="*/ 3594 h 10125"/>
              <a:gd name="connsiteX8" fmla="*/ 8523 w 10133"/>
              <a:gd name="connsiteY8" fmla="*/ 7768 h 10125"/>
              <a:gd name="connsiteX9" fmla="*/ 6793 w 10133"/>
              <a:gd name="connsiteY9" fmla="*/ 9332 h 10125"/>
              <a:gd name="connsiteX10" fmla="*/ 5103 w 10133"/>
              <a:gd name="connsiteY10" fmla="*/ 8859 h 10125"/>
              <a:gd name="connsiteX11" fmla="*/ 4166 w 10133"/>
              <a:gd name="connsiteY11" fmla="*/ 9915 h 10125"/>
              <a:gd name="connsiteX12" fmla="*/ 2934 w 10133"/>
              <a:gd name="connsiteY12" fmla="*/ 10020 h 10125"/>
              <a:gd name="connsiteX13" fmla="*/ 1972 w 10133"/>
              <a:gd name="connsiteY13" fmla="*/ 7923 h 10125"/>
              <a:gd name="connsiteX14" fmla="*/ 978 w 10133"/>
              <a:gd name="connsiteY14" fmla="*/ 7527 h 10125"/>
              <a:gd name="connsiteX15" fmla="*/ 1 w 10133"/>
              <a:gd name="connsiteY15" fmla="*/ 5148 h 10125"/>
              <a:gd name="connsiteX0" fmla="*/ 1 w 10133"/>
              <a:gd name="connsiteY0" fmla="*/ 5148 h 10125"/>
              <a:gd name="connsiteX1" fmla="*/ 1585 w 10133"/>
              <a:gd name="connsiteY1" fmla="*/ 2527 h 10125"/>
              <a:gd name="connsiteX2" fmla="*/ 2717 w 10133"/>
              <a:gd name="connsiteY2" fmla="*/ 602 h 10125"/>
              <a:gd name="connsiteX3" fmla="*/ 4790 w 10133"/>
              <a:gd name="connsiteY3" fmla="*/ 125 h 10125"/>
              <a:gd name="connsiteX4" fmla="*/ 6392 w 10133"/>
              <a:gd name="connsiteY4" fmla="*/ 88 h 10125"/>
              <a:gd name="connsiteX5" fmla="*/ 7719 w 10133"/>
              <a:gd name="connsiteY5" fmla="*/ 1164 h 10125"/>
              <a:gd name="connsiteX6" fmla="*/ 9167 w 10133"/>
              <a:gd name="connsiteY6" fmla="*/ 1340 h 10125"/>
              <a:gd name="connsiteX7" fmla="*/ 10122 w 10133"/>
              <a:gd name="connsiteY7" fmla="*/ 3594 h 10125"/>
              <a:gd name="connsiteX8" fmla="*/ 8523 w 10133"/>
              <a:gd name="connsiteY8" fmla="*/ 7768 h 10125"/>
              <a:gd name="connsiteX9" fmla="*/ 6793 w 10133"/>
              <a:gd name="connsiteY9" fmla="*/ 9332 h 10125"/>
              <a:gd name="connsiteX10" fmla="*/ 5103 w 10133"/>
              <a:gd name="connsiteY10" fmla="*/ 8859 h 10125"/>
              <a:gd name="connsiteX11" fmla="*/ 4166 w 10133"/>
              <a:gd name="connsiteY11" fmla="*/ 9915 h 10125"/>
              <a:gd name="connsiteX12" fmla="*/ 2934 w 10133"/>
              <a:gd name="connsiteY12" fmla="*/ 10020 h 10125"/>
              <a:gd name="connsiteX13" fmla="*/ 1972 w 10133"/>
              <a:gd name="connsiteY13" fmla="*/ 7923 h 10125"/>
              <a:gd name="connsiteX14" fmla="*/ 978 w 10133"/>
              <a:gd name="connsiteY14" fmla="*/ 7837 h 10125"/>
              <a:gd name="connsiteX15" fmla="*/ 1 w 10133"/>
              <a:gd name="connsiteY15" fmla="*/ 5148 h 10125"/>
              <a:gd name="connsiteX0" fmla="*/ 1 w 10133"/>
              <a:gd name="connsiteY0" fmla="*/ 5148 h 10097"/>
              <a:gd name="connsiteX1" fmla="*/ 1585 w 10133"/>
              <a:gd name="connsiteY1" fmla="*/ 2527 h 10097"/>
              <a:gd name="connsiteX2" fmla="*/ 2717 w 10133"/>
              <a:gd name="connsiteY2" fmla="*/ 602 h 10097"/>
              <a:gd name="connsiteX3" fmla="*/ 4790 w 10133"/>
              <a:gd name="connsiteY3" fmla="*/ 125 h 10097"/>
              <a:gd name="connsiteX4" fmla="*/ 6392 w 10133"/>
              <a:gd name="connsiteY4" fmla="*/ 88 h 10097"/>
              <a:gd name="connsiteX5" fmla="*/ 7719 w 10133"/>
              <a:gd name="connsiteY5" fmla="*/ 1164 h 10097"/>
              <a:gd name="connsiteX6" fmla="*/ 9167 w 10133"/>
              <a:gd name="connsiteY6" fmla="*/ 1340 h 10097"/>
              <a:gd name="connsiteX7" fmla="*/ 10122 w 10133"/>
              <a:gd name="connsiteY7" fmla="*/ 3594 h 10097"/>
              <a:gd name="connsiteX8" fmla="*/ 8523 w 10133"/>
              <a:gd name="connsiteY8" fmla="*/ 7768 h 10097"/>
              <a:gd name="connsiteX9" fmla="*/ 6793 w 10133"/>
              <a:gd name="connsiteY9" fmla="*/ 9332 h 10097"/>
              <a:gd name="connsiteX10" fmla="*/ 5103 w 10133"/>
              <a:gd name="connsiteY10" fmla="*/ 8859 h 10097"/>
              <a:gd name="connsiteX11" fmla="*/ 4166 w 10133"/>
              <a:gd name="connsiteY11" fmla="*/ 9915 h 10097"/>
              <a:gd name="connsiteX12" fmla="*/ 2934 w 10133"/>
              <a:gd name="connsiteY12" fmla="*/ 10020 h 10097"/>
              <a:gd name="connsiteX13" fmla="*/ 1972 w 10133"/>
              <a:gd name="connsiteY13" fmla="*/ 8337 h 10097"/>
              <a:gd name="connsiteX14" fmla="*/ 978 w 10133"/>
              <a:gd name="connsiteY14" fmla="*/ 7837 h 10097"/>
              <a:gd name="connsiteX15" fmla="*/ 1 w 10133"/>
              <a:gd name="connsiteY15" fmla="*/ 5148 h 10097"/>
              <a:gd name="connsiteX0" fmla="*/ 1 w 10133"/>
              <a:gd name="connsiteY0" fmla="*/ 5148 h 10153"/>
              <a:gd name="connsiteX1" fmla="*/ 1585 w 10133"/>
              <a:gd name="connsiteY1" fmla="*/ 2527 h 10153"/>
              <a:gd name="connsiteX2" fmla="*/ 2717 w 10133"/>
              <a:gd name="connsiteY2" fmla="*/ 602 h 10153"/>
              <a:gd name="connsiteX3" fmla="*/ 4790 w 10133"/>
              <a:gd name="connsiteY3" fmla="*/ 125 h 10153"/>
              <a:gd name="connsiteX4" fmla="*/ 6392 w 10133"/>
              <a:gd name="connsiteY4" fmla="*/ 88 h 10153"/>
              <a:gd name="connsiteX5" fmla="*/ 7719 w 10133"/>
              <a:gd name="connsiteY5" fmla="*/ 1164 h 10153"/>
              <a:gd name="connsiteX6" fmla="*/ 9167 w 10133"/>
              <a:gd name="connsiteY6" fmla="*/ 1340 h 10153"/>
              <a:gd name="connsiteX7" fmla="*/ 10122 w 10133"/>
              <a:gd name="connsiteY7" fmla="*/ 3594 h 10153"/>
              <a:gd name="connsiteX8" fmla="*/ 8523 w 10133"/>
              <a:gd name="connsiteY8" fmla="*/ 7768 h 10153"/>
              <a:gd name="connsiteX9" fmla="*/ 6793 w 10133"/>
              <a:gd name="connsiteY9" fmla="*/ 9332 h 10153"/>
              <a:gd name="connsiteX10" fmla="*/ 5103 w 10133"/>
              <a:gd name="connsiteY10" fmla="*/ 8859 h 10153"/>
              <a:gd name="connsiteX11" fmla="*/ 4166 w 10133"/>
              <a:gd name="connsiteY11" fmla="*/ 9915 h 10153"/>
              <a:gd name="connsiteX12" fmla="*/ 2768 w 10133"/>
              <a:gd name="connsiteY12" fmla="*/ 10020 h 10153"/>
              <a:gd name="connsiteX13" fmla="*/ 1972 w 10133"/>
              <a:gd name="connsiteY13" fmla="*/ 8337 h 10153"/>
              <a:gd name="connsiteX14" fmla="*/ 978 w 10133"/>
              <a:gd name="connsiteY14" fmla="*/ 7837 h 10153"/>
              <a:gd name="connsiteX15" fmla="*/ 1 w 10133"/>
              <a:gd name="connsiteY15" fmla="*/ 5148 h 10153"/>
              <a:gd name="connsiteX0" fmla="*/ 1 w 10133"/>
              <a:gd name="connsiteY0" fmla="*/ 5148 h 10153"/>
              <a:gd name="connsiteX1" fmla="*/ 1585 w 10133"/>
              <a:gd name="connsiteY1" fmla="*/ 2527 h 10153"/>
              <a:gd name="connsiteX2" fmla="*/ 2717 w 10133"/>
              <a:gd name="connsiteY2" fmla="*/ 602 h 10153"/>
              <a:gd name="connsiteX3" fmla="*/ 4790 w 10133"/>
              <a:gd name="connsiteY3" fmla="*/ 125 h 10153"/>
              <a:gd name="connsiteX4" fmla="*/ 6392 w 10133"/>
              <a:gd name="connsiteY4" fmla="*/ 88 h 10153"/>
              <a:gd name="connsiteX5" fmla="*/ 7719 w 10133"/>
              <a:gd name="connsiteY5" fmla="*/ 1164 h 10153"/>
              <a:gd name="connsiteX6" fmla="*/ 9167 w 10133"/>
              <a:gd name="connsiteY6" fmla="*/ 1340 h 10153"/>
              <a:gd name="connsiteX7" fmla="*/ 10122 w 10133"/>
              <a:gd name="connsiteY7" fmla="*/ 3594 h 10153"/>
              <a:gd name="connsiteX8" fmla="*/ 8523 w 10133"/>
              <a:gd name="connsiteY8" fmla="*/ 7768 h 10153"/>
              <a:gd name="connsiteX9" fmla="*/ 7166 w 10133"/>
              <a:gd name="connsiteY9" fmla="*/ 9125 h 10153"/>
              <a:gd name="connsiteX10" fmla="*/ 5103 w 10133"/>
              <a:gd name="connsiteY10" fmla="*/ 8859 h 10153"/>
              <a:gd name="connsiteX11" fmla="*/ 4166 w 10133"/>
              <a:gd name="connsiteY11" fmla="*/ 9915 h 10153"/>
              <a:gd name="connsiteX12" fmla="*/ 2768 w 10133"/>
              <a:gd name="connsiteY12" fmla="*/ 10020 h 10153"/>
              <a:gd name="connsiteX13" fmla="*/ 1972 w 10133"/>
              <a:gd name="connsiteY13" fmla="*/ 8337 h 10153"/>
              <a:gd name="connsiteX14" fmla="*/ 978 w 10133"/>
              <a:gd name="connsiteY14" fmla="*/ 7837 h 10153"/>
              <a:gd name="connsiteX15" fmla="*/ 1 w 10133"/>
              <a:gd name="connsiteY15" fmla="*/ 5148 h 10153"/>
              <a:gd name="connsiteX0" fmla="*/ 1 w 10131"/>
              <a:gd name="connsiteY0" fmla="*/ 5148 h 10153"/>
              <a:gd name="connsiteX1" fmla="*/ 1585 w 10131"/>
              <a:gd name="connsiteY1" fmla="*/ 2527 h 10153"/>
              <a:gd name="connsiteX2" fmla="*/ 2717 w 10131"/>
              <a:gd name="connsiteY2" fmla="*/ 602 h 10153"/>
              <a:gd name="connsiteX3" fmla="*/ 4790 w 10131"/>
              <a:gd name="connsiteY3" fmla="*/ 125 h 10153"/>
              <a:gd name="connsiteX4" fmla="*/ 6392 w 10131"/>
              <a:gd name="connsiteY4" fmla="*/ 88 h 10153"/>
              <a:gd name="connsiteX5" fmla="*/ 7719 w 10131"/>
              <a:gd name="connsiteY5" fmla="*/ 1164 h 10153"/>
              <a:gd name="connsiteX6" fmla="*/ 9167 w 10131"/>
              <a:gd name="connsiteY6" fmla="*/ 1340 h 10153"/>
              <a:gd name="connsiteX7" fmla="*/ 10122 w 10131"/>
              <a:gd name="connsiteY7" fmla="*/ 3594 h 10153"/>
              <a:gd name="connsiteX8" fmla="*/ 8606 w 10131"/>
              <a:gd name="connsiteY8" fmla="*/ 8389 h 10153"/>
              <a:gd name="connsiteX9" fmla="*/ 7166 w 10131"/>
              <a:gd name="connsiteY9" fmla="*/ 9125 h 10153"/>
              <a:gd name="connsiteX10" fmla="*/ 5103 w 10131"/>
              <a:gd name="connsiteY10" fmla="*/ 8859 h 10153"/>
              <a:gd name="connsiteX11" fmla="*/ 4166 w 10131"/>
              <a:gd name="connsiteY11" fmla="*/ 9915 h 10153"/>
              <a:gd name="connsiteX12" fmla="*/ 2768 w 10131"/>
              <a:gd name="connsiteY12" fmla="*/ 10020 h 10153"/>
              <a:gd name="connsiteX13" fmla="*/ 1972 w 10131"/>
              <a:gd name="connsiteY13" fmla="*/ 8337 h 10153"/>
              <a:gd name="connsiteX14" fmla="*/ 978 w 10131"/>
              <a:gd name="connsiteY14" fmla="*/ 7837 h 10153"/>
              <a:gd name="connsiteX15" fmla="*/ 1 w 10131"/>
              <a:gd name="connsiteY15" fmla="*/ 5148 h 10153"/>
              <a:gd name="connsiteX0" fmla="*/ 1 w 10131"/>
              <a:gd name="connsiteY0" fmla="*/ 5148 h 10153"/>
              <a:gd name="connsiteX1" fmla="*/ 1585 w 10131"/>
              <a:gd name="connsiteY1" fmla="*/ 2527 h 10153"/>
              <a:gd name="connsiteX2" fmla="*/ 2717 w 10131"/>
              <a:gd name="connsiteY2" fmla="*/ 602 h 10153"/>
              <a:gd name="connsiteX3" fmla="*/ 4790 w 10131"/>
              <a:gd name="connsiteY3" fmla="*/ 125 h 10153"/>
              <a:gd name="connsiteX4" fmla="*/ 6392 w 10131"/>
              <a:gd name="connsiteY4" fmla="*/ 88 h 10153"/>
              <a:gd name="connsiteX5" fmla="*/ 7719 w 10131"/>
              <a:gd name="connsiteY5" fmla="*/ 1164 h 10153"/>
              <a:gd name="connsiteX6" fmla="*/ 9167 w 10131"/>
              <a:gd name="connsiteY6" fmla="*/ 1340 h 10153"/>
              <a:gd name="connsiteX7" fmla="*/ 10122 w 10131"/>
              <a:gd name="connsiteY7" fmla="*/ 3594 h 10153"/>
              <a:gd name="connsiteX8" fmla="*/ 8606 w 10131"/>
              <a:gd name="connsiteY8" fmla="*/ 8389 h 10153"/>
              <a:gd name="connsiteX9" fmla="*/ 7166 w 10131"/>
              <a:gd name="connsiteY9" fmla="*/ 9125 h 10153"/>
              <a:gd name="connsiteX10" fmla="*/ 5601 w 10131"/>
              <a:gd name="connsiteY10" fmla="*/ 8859 h 10153"/>
              <a:gd name="connsiteX11" fmla="*/ 4166 w 10131"/>
              <a:gd name="connsiteY11" fmla="*/ 9915 h 10153"/>
              <a:gd name="connsiteX12" fmla="*/ 2768 w 10131"/>
              <a:gd name="connsiteY12" fmla="*/ 10020 h 10153"/>
              <a:gd name="connsiteX13" fmla="*/ 1972 w 10131"/>
              <a:gd name="connsiteY13" fmla="*/ 8337 h 10153"/>
              <a:gd name="connsiteX14" fmla="*/ 978 w 10131"/>
              <a:gd name="connsiteY14" fmla="*/ 7837 h 10153"/>
              <a:gd name="connsiteX15" fmla="*/ 1 w 10131"/>
              <a:gd name="connsiteY15" fmla="*/ 5148 h 1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31" h="10153">
                <a:moveTo>
                  <a:pt x="1" y="5148"/>
                </a:moveTo>
                <a:cubicBezTo>
                  <a:pt x="-32" y="3402"/>
                  <a:pt x="1132" y="3285"/>
                  <a:pt x="1585" y="2527"/>
                </a:cubicBezTo>
                <a:cubicBezTo>
                  <a:pt x="2038" y="1769"/>
                  <a:pt x="2183" y="1002"/>
                  <a:pt x="2717" y="602"/>
                </a:cubicBezTo>
                <a:cubicBezTo>
                  <a:pt x="3251" y="202"/>
                  <a:pt x="4178" y="211"/>
                  <a:pt x="4790" y="125"/>
                </a:cubicBezTo>
                <a:cubicBezTo>
                  <a:pt x="5402" y="39"/>
                  <a:pt x="5904" y="-85"/>
                  <a:pt x="6392" y="88"/>
                </a:cubicBezTo>
                <a:cubicBezTo>
                  <a:pt x="6880" y="261"/>
                  <a:pt x="7256" y="955"/>
                  <a:pt x="7719" y="1164"/>
                </a:cubicBezTo>
                <a:cubicBezTo>
                  <a:pt x="8182" y="1373"/>
                  <a:pt x="8767" y="935"/>
                  <a:pt x="9167" y="1340"/>
                </a:cubicBezTo>
                <a:cubicBezTo>
                  <a:pt x="9568" y="1745"/>
                  <a:pt x="10215" y="2419"/>
                  <a:pt x="10122" y="3594"/>
                </a:cubicBezTo>
                <a:cubicBezTo>
                  <a:pt x="10029" y="4769"/>
                  <a:pt x="9099" y="7467"/>
                  <a:pt x="8606" y="8389"/>
                </a:cubicBezTo>
                <a:cubicBezTo>
                  <a:pt x="8113" y="9311"/>
                  <a:pt x="7667" y="9047"/>
                  <a:pt x="7166" y="9125"/>
                </a:cubicBezTo>
                <a:cubicBezTo>
                  <a:pt x="6665" y="9203"/>
                  <a:pt x="6101" y="8727"/>
                  <a:pt x="5601" y="8859"/>
                </a:cubicBezTo>
                <a:cubicBezTo>
                  <a:pt x="5101" y="8991"/>
                  <a:pt x="4638" y="9722"/>
                  <a:pt x="4166" y="9915"/>
                </a:cubicBezTo>
                <a:cubicBezTo>
                  <a:pt x="3694" y="10108"/>
                  <a:pt x="3134" y="10283"/>
                  <a:pt x="2768" y="10020"/>
                </a:cubicBezTo>
                <a:cubicBezTo>
                  <a:pt x="2402" y="9757"/>
                  <a:pt x="2613" y="8577"/>
                  <a:pt x="1972" y="8337"/>
                </a:cubicBezTo>
                <a:cubicBezTo>
                  <a:pt x="1377" y="7255"/>
                  <a:pt x="1306" y="8368"/>
                  <a:pt x="978" y="7837"/>
                </a:cubicBezTo>
                <a:cubicBezTo>
                  <a:pt x="650" y="7306"/>
                  <a:pt x="-10" y="7240"/>
                  <a:pt x="1" y="514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4" name="Freeform 2">
            <a:extLst>
              <a:ext uri="{FF2B5EF4-FFF2-40B4-BE49-F238E27FC236}">
                <a16:creationId xmlns:a16="http://schemas.microsoft.com/office/drawing/2014/main" id="{917058B7-9C90-4A54-E23D-3E3DBD7F9390}"/>
              </a:ext>
            </a:extLst>
          </p:cNvPr>
          <p:cNvSpPr>
            <a:spLocks/>
          </p:cNvSpPr>
          <p:nvPr/>
        </p:nvSpPr>
        <p:spPr bwMode="auto">
          <a:xfrm>
            <a:off x="4204024" y="4245453"/>
            <a:ext cx="3197802" cy="1153806"/>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01"/>
              <a:gd name="connsiteY0" fmla="*/ 4039 h 10153"/>
              <a:gd name="connsiteX1" fmla="*/ 715 w 10001"/>
              <a:gd name="connsiteY1" fmla="*/ 1595 h 10153"/>
              <a:gd name="connsiteX2" fmla="*/ 3130 w 10001"/>
              <a:gd name="connsiteY2" fmla="*/ 1006 h 10153"/>
              <a:gd name="connsiteX3" fmla="*/ 4995 w 10001"/>
              <a:gd name="connsiteY3" fmla="*/ 0 h 10153"/>
              <a:gd name="connsiteX4" fmla="*/ 6720 w 10001"/>
              <a:gd name="connsiteY4" fmla="*/ 1009 h 10153"/>
              <a:gd name="connsiteX5" fmla="*/ 8082 w 10001"/>
              <a:gd name="connsiteY5" fmla="*/ 497 h 10153"/>
              <a:gd name="connsiteX6" fmla="*/ 9989 w 10001"/>
              <a:gd name="connsiteY6" fmla="*/ 2989 h 10153"/>
              <a:gd name="connsiteX7" fmla="*/ 8599 w 10001"/>
              <a:gd name="connsiteY7" fmla="*/ 6797 h 10153"/>
              <a:gd name="connsiteX8" fmla="*/ 6995 w 10001"/>
              <a:gd name="connsiteY8" fmla="*/ 9322 h 10153"/>
              <a:gd name="connsiteX9" fmla="*/ 5307 w 10001"/>
              <a:gd name="connsiteY9" fmla="*/ 8843 h 10153"/>
              <a:gd name="connsiteX10" fmla="*/ 4371 w 10001"/>
              <a:gd name="connsiteY10" fmla="*/ 9912 h 10153"/>
              <a:gd name="connsiteX11" fmla="*/ 3140 w 10001"/>
              <a:gd name="connsiteY11" fmla="*/ 10019 h 10153"/>
              <a:gd name="connsiteX12" fmla="*/ 1187 w 10001"/>
              <a:gd name="connsiteY12" fmla="*/ 7495 h 10153"/>
              <a:gd name="connsiteX13" fmla="*/ 4 w 10001"/>
              <a:gd name="connsiteY13" fmla="*/ 4039 h 10153"/>
              <a:gd name="connsiteX0" fmla="*/ 4 w 10001"/>
              <a:gd name="connsiteY0" fmla="*/ 4039 h 9953"/>
              <a:gd name="connsiteX1" fmla="*/ 715 w 10001"/>
              <a:gd name="connsiteY1" fmla="*/ 1595 h 9953"/>
              <a:gd name="connsiteX2" fmla="*/ 3130 w 10001"/>
              <a:gd name="connsiteY2" fmla="*/ 1006 h 9953"/>
              <a:gd name="connsiteX3" fmla="*/ 4995 w 10001"/>
              <a:gd name="connsiteY3" fmla="*/ 0 h 9953"/>
              <a:gd name="connsiteX4" fmla="*/ 6720 w 10001"/>
              <a:gd name="connsiteY4" fmla="*/ 1009 h 9953"/>
              <a:gd name="connsiteX5" fmla="*/ 8082 w 10001"/>
              <a:gd name="connsiteY5" fmla="*/ 497 h 9953"/>
              <a:gd name="connsiteX6" fmla="*/ 9989 w 10001"/>
              <a:gd name="connsiteY6" fmla="*/ 2989 h 9953"/>
              <a:gd name="connsiteX7" fmla="*/ 8599 w 10001"/>
              <a:gd name="connsiteY7" fmla="*/ 6797 h 9953"/>
              <a:gd name="connsiteX8" fmla="*/ 6995 w 10001"/>
              <a:gd name="connsiteY8" fmla="*/ 9322 h 9953"/>
              <a:gd name="connsiteX9" fmla="*/ 5307 w 10001"/>
              <a:gd name="connsiteY9" fmla="*/ 8843 h 9953"/>
              <a:gd name="connsiteX10" fmla="*/ 4371 w 10001"/>
              <a:gd name="connsiteY10" fmla="*/ 9912 h 9953"/>
              <a:gd name="connsiteX11" fmla="*/ 2553 w 10001"/>
              <a:gd name="connsiteY11" fmla="*/ 9513 h 9953"/>
              <a:gd name="connsiteX12" fmla="*/ 1187 w 10001"/>
              <a:gd name="connsiteY12" fmla="*/ 7495 h 9953"/>
              <a:gd name="connsiteX13" fmla="*/ 4 w 10001"/>
              <a:gd name="connsiteY13" fmla="*/ 4039 h 9953"/>
              <a:gd name="connsiteX0" fmla="*/ 4 w 10000"/>
              <a:gd name="connsiteY0" fmla="*/ 4058 h 10005"/>
              <a:gd name="connsiteX1" fmla="*/ 715 w 10000"/>
              <a:gd name="connsiteY1" fmla="*/ 1603 h 10005"/>
              <a:gd name="connsiteX2" fmla="*/ 3130 w 10000"/>
              <a:gd name="connsiteY2" fmla="*/ 1011 h 10005"/>
              <a:gd name="connsiteX3" fmla="*/ 4995 w 10000"/>
              <a:gd name="connsiteY3" fmla="*/ 0 h 10005"/>
              <a:gd name="connsiteX4" fmla="*/ 6719 w 10000"/>
              <a:gd name="connsiteY4" fmla="*/ 1014 h 10005"/>
              <a:gd name="connsiteX5" fmla="*/ 8081 w 10000"/>
              <a:gd name="connsiteY5" fmla="*/ 499 h 10005"/>
              <a:gd name="connsiteX6" fmla="*/ 9988 w 10000"/>
              <a:gd name="connsiteY6" fmla="*/ 3003 h 10005"/>
              <a:gd name="connsiteX7" fmla="*/ 8598 w 10000"/>
              <a:gd name="connsiteY7" fmla="*/ 6829 h 10005"/>
              <a:gd name="connsiteX8" fmla="*/ 6994 w 10000"/>
              <a:gd name="connsiteY8" fmla="*/ 9366 h 10005"/>
              <a:gd name="connsiteX9" fmla="*/ 5306 w 10000"/>
              <a:gd name="connsiteY9" fmla="*/ 8885 h 10005"/>
              <a:gd name="connsiteX10" fmla="*/ 4371 w 10000"/>
              <a:gd name="connsiteY10" fmla="*/ 9959 h 10005"/>
              <a:gd name="connsiteX11" fmla="*/ 2553 w 10000"/>
              <a:gd name="connsiteY11" fmla="*/ 9558 h 10005"/>
              <a:gd name="connsiteX12" fmla="*/ 1554 w 10000"/>
              <a:gd name="connsiteY12" fmla="*/ 7327 h 10005"/>
              <a:gd name="connsiteX13" fmla="*/ 4 w 10000"/>
              <a:gd name="connsiteY13" fmla="*/ 4058 h 10005"/>
              <a:gd name="connsiteX0" fmla="*/ 4 w 10000"/>
              <a:gd name="connsiteY0" fmla="*/ 4058 h 10005"/>
              <a:gd name="connsiteX1" fmla="*/ 715 w 10000"/>
              <a:gd name="connsiteY1" fmla="*/ 1603 h 10005"/>
              <a:gd name="connsiteX2" fmla="*/ 3130 w 10000"/>
              <a:gd name="connsiteY2" fmla="*/ 1011 h 10005"/>
              <a:gd name="connsiteX3" fmla="*/ 4995 w 10000"/>
              <a:gd name="connsiteY3" fmla="*/ 0 h 10005"/>
              <a:gd name="connsiteX4" fmla="*/ 6719 w 10000"/>
              <a:gd name="connsiteY4" fmla="*/ 1014 h 10005"/>
              <a:gd name="connsiteX5" fmla="*/ 8081 w 10000"/>
              <a:gd name="connsiteY5" fmla="*/ 499 h 10005"/>
              <a:gd name="connsiteX6" fmla="*/ 9988 w 10000"/>
              <a:gd name="connsiteY6" fmla="*/ 3003 h 10005"/>
              <a:gd name="connsiteX7" fmla="*/ 8598 w 10000"/>
              <a:gd name="connsiteY7" fmla="*/ 6829 h 10005"/>
              <a:gd name="connsiteX8" fmla="*/ 6994 w 10000"/>
              <a:gd name="connsiteY8" fmla="*/ 9366 h 10005"/>
              <a:gd name="connsiteX9" fmla="*/ 5306 w 10000"/>
              <a:gd name="connsiteY9" fmla="*/ 8885 h 10005"/>
              <a:gd name="connsiteX10" fmla="*/ 4371 w 10000"/>
              <a:gd name="connsiteY10" fmla="*/ 9959 h 10005"/>
              <a:gd name="connsiteX11" fmla="*/ 2553 w 10000"/>
              <a:gd name="connsiteY11" fmla="*/ 9558 h 10005"/>
              <a:gd name="connsiteX12" fmla="*/ 1554 w 10000"/>
              <a:gd name="connsiteY12" fmla="*/ 7327 h 10005"/>
              <a:gd name="connsiteX13" fmla="*/ 4 w 10000"/>
              <a:gd name="connsiteY13" fmla="*/ 4058 h 1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0" h="10005">
                <a:moveTo>
                  <a:pt x="4" y="4058"/>
                </a:moveTo>
                <a:cubicBezTo>
                  <a:pt x="-29" y="2282"/>
                  <a:pt x="194" y="2110"/>
                  <a:pt x="715" y="1603"/>
                </a:cubicBezTo>
                <a:cubicBezTo>
                  <a:pt x="1236" y="1094"/>
                  <a:pt x="2417" y="1278"/>
                  <a:pt x="3130" y="1011"/>
                </a:cubicBezTo>
                <a:cubicBezTo>
                  <a:pt x="3843" y="743"/>
                  <a:pt x="4397" y="0"/>
                  <a:pt x="4995" y="0"/>
                </a:cubicBezTo>
                <a:cubicBezTo>
                  <a:pt x="5592" y="1"/>
                  <a:pt x="6205" y="930"/>
                  <a:pt x="6719" y="1014"/>
                </a:cubicBezTo>
                <a:cubicBezTo>
                  <a:pt x="7233" y="1097"/>
                  <a:pt x="7535" y="242"/>
                  <a:pt x="8081" y="499"/>
                </a:cubicBezTo>
                <a:cubicBezTo>
                  <a:pt x="8627" y="760"/>
                  <a:pt x="9853" y="444"/>
                  <a:pt x="9988" y="3003"/>
                </a:cubicBezTo>
                <a:cubicBezTo>
                  <a:pt x="10123" y="5562"/>
                  <a:pt x="9097" y="5769"/>
                  <a:pt x="8598" y="6829"/>
                </a:cubicBezTo>
                <a:cubicBezTo>
                  <a:pt x="8099" y="7889"/>
                  <a:pt x="7543" y="9023"/>
                  <a:pt x="6994" y="9366"/>
                </a:cubicBezTo>
                <a:cubicBezTo>
                  <a:pt x="6445" y="9709"/>
                  <a:pt x="5792" y="8999"/>
                  <a:pt x="5306" y="8885"/>
                </a:cubicBezTo>
                <a:cubicBezTo>
                  <a:pt x="4819" y="8767"/>
                  <a:pt x="4830" y="9846"/>
                  <a:pt x="4371" y="9959"/>
                </a:cubicBezTo>
                <a:cubicBezTo>
                  <a:pt x="3912" y="10071"/>
                  <a:pt x="3022" y="9997"/>
                  <a:pt x="2553" y="9558"/>
                </a:cubicBezTo>
                <a:cubicBezTo>
                  <a:pt x="2084" y="9119"/>
                  <a:pt x="2272" y="8345"/>
                  <a:pt x="1554" y="7327"/>
                </a:cubicBezTo>
                <a:cubicBezTo>
                  <a:pt x="836" y="6309"/>
                  <a:pt x="-7" y="6186"/>
                  <a:pt x="4" y="405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2" name="Freeform 2">
            <a:extLst>
              <a:ext uri="{FF2B5EF4-FFF2-40B4-BE49-F238E27FC236}">
                <a16:creationId xmlns:a16="http://schemas.microsoft.com/office/drawing/2014/main" id="{5D502274-48EE-2089-5CF4-6D6105575442}"/>
              </a:ext>
            </a:extLst>
          </p:cNvPr>
          <p:cNvSpPr>
            <a:spLocks/>
          </p:cNvSpPr>
          <p:nvPr/>
        </p:nvSpPr>
        <p:spPr bwMode="auto">
          <a:xfrm>
            <a:off x="4245299" y="2353662"/>
            <a:ext cx="3374123" cy="1145811"/>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7495 h 10266"/>
              <a:gd name="connsiteX14" fmla="*/ 4 w 10001"/>
              <a:gd name="connsiteY14" fmla="*/ 4039 h 1026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6971 h 10266"/>
              <a:gd name="connsiteX14" fmla="*/ 4 w 10001"/>
              <a:gd name="connsiteY14" fmla="*/ 4039 h 1026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6971 h 10266"/>
              <a:gd name="connsiteX14" fmla="*/ 4 w 10001"/>
              <a:gd name="connsiteY14" fmla="*/ 4039 h 10266"/>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1" h="1023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51" y="9699"/>
                  <a:pt x="4371" y="9912"/>
                </a:cubicBezTo>
                <a:cubicBezTo>
                  <a:pt x="4091" y="10125"/>
                  <a:pt x="3962" y="10390"/>
                  <a:pt x="3626" y="10124"/>
                </a:cubicBezTo>
                <a:cubicBezTo>
                  <a:pt x="3290" y="9858"/>
                  <a:pt x="3063" y="9081"/>
                  <a:pt x="2353" y="8314"/>
                </a:cubicBezTo>
                <a:cubicBezTo>
                  <a:pt x="1760" y="7219"/>
                  <a:pt x="1578" y="7683"/>
                  <a:pt x="1187" y="6971"/>
                </a:cubicBezTo>
                <a:cubicBezTo>
                  <a:pt x="796" y="6259"/>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3" name="Freeform 2">
            <a:extLst>
              <a:ext uri="{FF2B5EF4-FFF2-40B4-BE49-F238E27FC236}">
                <a16:creationId xmlns:a16="http://schemas.microsoft.com/office/drawing/2014/main" id="{872CA9C3-06AC-7388-CB51-DA3EA1AE8D07}"/>
              </a:ext>
            </a:extLst>
          </p:cNvPr>
          <p:cNvSpPr>
            <a:spLocks/>
          </p:cNvSpPr>
          <p:nvPr/>
        </p:nvSpPr>
        <p:spPr bwMode="auto">
          <a:xfrm>
            <a:off x="1029410" y="3713219"/>
            <a:ext cx="2817783" cy="1613134"/>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741 w 10049"/>
              <a:gd name="connsiteY0" fmla="*/ 8487 h 14195"/>
              <a:gd name="connsiteX1" fmla="*/ 116 w 10049"/>
              <a:gd name="connsiteY1" fmla="*/ 5092 h 14195"/>
              <a:gd name="connsiteX2" fmla="*/ 2699 w 10049"/>
              <a:gd name="connsiteY2" fmla="*/ 902 h 14195"/>
              <a:gd name="connsiteX3" fmla="*/ 5868 w 10049"/>
              <a:gd name="connsiteY3" fmla="*/ 106 h 14195"/>
              <a:gd name="connsiteX4" fmla="*/ 8116 w 10049"/>
              <a:gd name="connsiteY4" fmla="*/ 2502 h 14195"/>
              <a:gd name="connsiteX5" fmla="*/ 9883 w 10049"/>
              <a:gd name="connsiteY5" fmla="*/ 4460 h 14195"/>
              <a:gd name="connsiteX6" fmla="*/ 9682 w 10049"/>
              <a:gd name="connsiteY6" fmla="*/ 8448 h 14195"/>
              <a:gd name="connsiteX7" fmla="*/ 7285 w 10049"/>
              <a:gd name="connsiteY7" fmla="*/ 14192 h 14195"/>
              <a:gd name="connsiteX8" fmla="*/ 6204 w 10049"/>
              <a:gd name="connsiteY8" fmla="*/ 9262 h 14195"/>
              <a:gd name="connsiteX9" fmla="*/ 4963 w 10049"/>
              <a:gd name="connsiteY9" fmla="*/ 9877 h 14195"/>
              <a:gd name="connsiteX10" fmla="*/ 3330 w 10049"/>
              <a:gd name="connsiteY10" fmla="*/ 9939 h 14195"/>
              <a:gd name="connsiteX11" fmla="*/ 741 w 10049"/>
              <a:gd name="connsiteY11" fmla="*/ 8487 h 14195"/>
              <a:gd name="connsiteX0" fmla="*/ 741 w 10049"/>
              <a:gd name="connsiteY0" fmla="*/ 8487 h 14740"/>
              <a:gd name="connsiteX1" fmla="*/ 116 w 10049"/>
              <a:gd name="connsiteY1" fmla="*/ 5092 h 14740"/>
              <a:gd name="connsiteX2" fmla="*/ 2699 w 10049"/>
              <a:gd name="connsiteY2" fmla="*/ 902 h 14740"/>
              <a:gd name="connsiteX3" fmla="*/ 5868 w 10049"/>
              <a:gd name="connsiteY3" fmla="*/ 106 h 14740"/>
              <a:gd name="connsiteX4" fmla="*/ 8116 w 10049"/>
              <a:gd name="connsiteY4" fmla="*/ 2502 h 14740"/>
              <a:gd name="connsiteX5" fmla="*/ 9883 w 10049"/>
              <a:gd name="connsiteY5" fmla="*/ 4460 h 14740"/>
              <a:gd name="connsiteX6" fmla="*/ 9682 w 10049"/>
              <a:gd name="connsiteY6" fmla="*/ 8448 h 14740"/>
              <a:gd name="connsiteX7" fmla="*/ 7285 w 10049"/>
              <a:gd name="connsiteY7" fmla="*/ 14192 h 14740"/>
              <a:gd name="connsiteX8" fmla="*/ 5586 w 10049"/>
              <a:gd name="connsiteY8" fmla="*/ 14019 h 14740"/>
              <a:gd name="connsiteX9" fmla="*/ 4963 w 10049"/>
              <a:gd name="connsiteY9" fmla="*/ 9877 h 14740"/>
              <a:gd name="connsiteX10" fmla="*/ 3330 w 10049"/>
              <a:gd name="connsiteY10" fmla="*/ 9939 h 14740"/>
              <a:gd name="connsiteX11" fmla="*/ 741 w 10049"/>
              <a:gd name="connsiteY11" fmla="*/ 8487 h 14740"/>
              <a:gd name="connsiteX0" fmla="*/ 741 w 10049"/>
              <a:gd name="connsiteY0" fmla="*/ 8487 h 14572"/>
              <a:gd name="connsiteX1" fmla="*/ 116 w 10049"/>
              <a:gd name="connsiteY1" fmla="*/ 5092 h 14572"/>
              <a:gd name="connsiteX2" fmla="*/ 2699 w 10049"/>
              <a:gd name="connsiteY2" fmla="*/ 902 h 14572"/>
              <a:gd name="connsiteX3" fmla="*/ 5868 w 10049"/>
              <a:gd name="connsiteY3" fmla="*/ 106 h 14572"/>
              <a:gd name="connsiteX4" fmla="*/ 8116 w 10049"/>
              <a:gd name="connsiteY4" fmla="*/ 2502 h 14572"/>
              <a:gd name="connsiteX5" fmla="*/ 9883 w 10049"/>
              <a:gd name="connsiteY5" fmla="*/ 4460 h 14572"/>
              <a:gd name="connsiteX6" fmla="*/ 9682 w 10049"/>
              <a:gd name="connsiteY6" fmla="*/ 8448 h 14572"/>
              <a:gd name="connsiteX7" fmla="*/ 7285 w 10049"/>
              <a:gd name="connsiteY7" fmla="*/ 14192 h 14572"/>
              <a:gd name="connsiteX8" fmla="*/ 5586 w 10049"/>
              <a:gd name="connsiteY8" fmla="*/ 14019 h 14572"/>
              <a:gd name="connsiteX9" fmla="*/ 3805 w 10049"/>
              <a:gd name="connsiteY9" fmla="*/ 13911 h 14572"/>
              <a:gd name="connsiteX10" fmla="*/ 3330 w 10049"/>
              <a:gd name="connsiteY10" fmla="*/ 9939 h 14572"/>
              <a:gd name="connsiteX11" fmla="*/ 741 w 10049"/>
              <a:gd name="connsiteY11" fmla="*/ 8487 h 14572"/>
              <a:gd name="connsiteX0" fmla="*/ 721 w 10029"/>
              <a:gd name="connsiteY0" fmla="*/ 8487 h 14572"/>
              <a:gd name="connsiteX1" fmla="*/ 96 w 10029"/>
              <a:gd name="connsiteY1" fmla="*/ 5092 h 14572"/>
              <a:gd name="connsiteX2" fmla="*/ 2679 w 10029"/>
              <a:gd name="connsiteY2" fmla="*/ 902 h 14572"/>
              <a:gd name="connsiteX3" fmla="*/ 5848 w 10029"/>
              <a:gd name="connsiteY3" fmla="*/ 106 h 14572"/>
              <a:gd name="connsiteX4" fmla="*/ 8096 w 10029"/>
              <a:gd name="connsiteY4" fmla="*/ 2502 h 14572"/>
              <a:gd name="connsiteX5" fmla="*/ 9863 w 10029"/>
              <a:gd name="connsiteY5" fmla="*/ 4460 h 14572"/>
              <a:gd name="connsiteX6" fmla="*/ 9662 w 10029"/>
              <a:gd name="connsiteY6" fmla="*/ 8448 h 14572"/>
              <a:gd name="connsiteX7" fmla="*/ 7265 w 10029"/>
              <a:gd name="connsiteY7" fmla="*/ 14192 h 14572"/>
              <a:gd name="connsiteX8" fmla="*/ 5566 w 10029"/>
              <a:gd name="connsiteY8" fmla="*/ 14019 h 14572"/>
              <a:gd name="connsiteX9" fmla="*/ 3785 w 10029"/>
              <a:gd name="connsiteY9" fmla="*/ 13911 h 14572"/>
              <a:gd name="connsiteX10" fmla="*/ 2229 w 10029"/>
              <a:gd name="connsiteY10" fmla="*/ 12318 h 14572"/>
              <a:gd name="connsiteX11" fmla="*/ 721 w 10029"/>
              <a:gd name="connsiteY11" fmla="*/ 8487 h 14572"/>
              <a:gd name="connsiteX0" fmla="*/ 0 w 9308"/>
              <a:gd name="connsiteY0" fmla="*/ 8487 h 14572"/>
              <a:gd name="connsiteX1" fmla="*/ 1958 w 9308"/>
              <a:gd name="connsiteY1" fmla="*/ 902 h 14572"/>
              <a:gd name="connsiteX2" fmla="*/ 5127 w 9308"/>
              <a:gd name="connsiteY2" fmla="*/ 106 h 14572"/>
              <a:gd name="connsiteX3" fmla="*/ 7375 w 9308"/>
              <a:gd name="connsiteY3" fmla="*/ 2502 h 14572"/>
              <a:gd name="connsiteX4" fmla="*/ 9142 w 9308"/>
              <a:gd name="connsiteY4" fmla="*/ 4460 h 14572"/>
              <a:gd name="connsiteX5" fmla="*/ 8941 w 9308"/>
              <a:gd name="connsiteY5" fmla="*/ 8448 h 14572"/>
              <a:gd name="connsiteX6" fmla="*/ 6544 w 9308"/>
              <a:gd name="connsiteY6" fmla="*/ 14192 h 14572"/>
              <a:gd name="connsiteX7" fmla="*/ 4845 w 9308"/>
              <a:gd name="connsiteY7" fmla="*/ 14019 h 14572"/>
              <a:gd name="connsiteX8" fmla="*/ 3064 w 9308"/>
              <a:gd name="connsiteY8" fmla="*/ 13911 h 14572"/>
              <a:gd name="connsiteX9" fmla="*/ 1508 w 9308"/>
              <a:gd name="connsiteY9" fmla="*/ 12318 h 14572"/>
              <a:gd name="connsiteX10" fmla="*/ 0 w 9308"/>
              <a:gd name="connsiteY10" fmla="*/ 8487 h 14572"/>
              <a:gd name="connsiteX0" fmla="*/ 0 w 10001"/>
              <a:gd name="connsiteY0" fmla="*/ 5824 h 10000"/>
              <a:gd name="connsiteX1" fmla="*/ 2104 w 10001"/>
              <a:gd name="connsiteY1" fmla="*/ 619 h 10000"/>
              <a:gd name="connsiteX2" fmla="*/ 5508 w 10001"/>
              <a:gd name="connsiteY2" fmla="*/ 73 h 10000"/>
              <a:gd name="connsiteX3" fmla="*/ 7923 w 10001"/>
              <a:gd name="connsiteY3" fmla="*/ 1717 h 10000"/>
              <a:gd name="connsiteX4" fmla="*/ 9822 w 10001"/>
              <a:gd name="connsiteY4" fmla="*/ 3061 h 10000"/>
              <a:gd name="connsiteX5" fmla="*/ 9606 w 10001"/>
              <a:gd name="connsiteY5" fmla="*/ 5797 h 10000"/>
              <a:gd name="connsiteX6" fmla="*/ 7031 w 10001"/>
              <a:gd name="connsiteY6" fmla="*/ 9739 h 10000"/>
              <a:gd name="connsiteX7" fmla="*/ 5205 w 10001"/>
              <a:gd name="connsiteY7" fmla="*/ 9621 h 10000"/>
              <a:gd name="connsiteX8" fmla="*/ 3292 w 10001"/>
              <a:gd name="connsiteY8" fmla="*/ 9546 h 10000"/>
              <a:gd name="connsiteX9" fmla="*/ 1620 w 10001"/>
              <a:gd name="connsiteY9" fmla="*/ 8453 h 10000"/>
              <a:gd name="connsiteX10" fmla="*/ 0 w 10001"/>
              <a:gd name="connsiteY10" fmla="*/ 5824 h 10000"/>
              <a:gd name="connsiteX0" fmla="*/ 3 w 10004"/>
              <a:gd name="connsiteY0" fmla="*/ 5824 h 10000"/>
              <a:gd name="connsiteX1" fmla="*/ 2107 w 10004"/>
              <a:gd name="connsiteY1" fmla="*/ 619 h 10000"/>
              <a:gd name="connsiteX2" fmla="*/ 5511 w 10004"/>
              <a:gd name="connsiteY2" fmla="*/ 73 h 10000"/>
              <a:gd name="connsiteX3" fmla="*/ 7926 w 10004"/>
              <a:gd name="connsiteY3" fmla="*/ 1717 h 10000"/>
              <a:gd name="connsiteX4" fmla="*/ 9825 w 10004"/>
              <a:gd name="connsiteY4" fmla="*/ 3061 h 10000"/>
              <a:gd name="connsiteX5" fmla="*/ 9609 w 10004"/>
              <a:gd name="connsiteY5" fmla="*/ 5797 h 10000"/>
              <a:gd name="connsiteX6" fmla="*/ 7034 w 10004"/>
              <a:gd name="connsiteY6" fmla="*/ 9739 h 10000"/>
              <a:gd name="connsiteX7" fmla="*/ 5208 w 10004"/>
              <a:gd name="connsiteY7" fmla="*/ 9621 h 10000"/>
              <a:gd name="connsiteX8" fmla="*/ 3295 w 10004"/>
              <a:gd name="connsiteY8" fmla="*/ 9546 h 10000"/>
              <a:gd name="connsiteX9" fmla="*/ 1623 w 10004"/>
              <a:gd name="connsiteY9" fmla="*/ 8453 h 10000"/>
              <a:gd name="connsiteX10" fmla="*/ 3 w 10004"/>
              <a:gd name="connsiteY10" fmla="*/ 5824 h 10000"/>
              <a:gd name="connsiteX0" fmla="*/ 11 w 10012"/>
              <a:gd name="connsiteY0" fmla="*/ 5824 h 10000"/>
              <a:gd name="connsiteX1" fmla="*/ 2115 w 10012"/>
              <a:gd name="connsiteY1" fmla="*/ 619 h 10000"/>
              <a:gd name="connsiteX2" fmla="*/ 5519 w 10012"/>
              <a:gd name="connsiteY2" fmla="*/ 73 h 10000"/>
              <a:gd name="connsiteX3" fmla="*/ 7934 w 10012"/>
              <a:gd name="connsiteY3" fmla="*/ 1717 h 10000"/>
              <a:gd name="connsiteX4" fmla="*/ 9833 w 10012"/>
              <a:gd name="connsiteY4" fmla="*/ 3061 h 10000"/>
              <a:gd name="connsiteX5" fmla="*/ 9617 w 10012"/>
              <a:gd name="connsiteY5" fmla="*/ 5797 h 10000"/>
              <a:gd name="connsiteX6" fmla="*/ 7042 w 10012"/>
              <a:gd name="connsiteY6" fmla="*/ 9739 h 10000"/>
              <a:gd name="connsiteX7" fmla="*/ 5216 w 10012"/>
              <a:gd name="connsiteY7" fmla="*/ 9621 h 10000"/>
              <a:gd name="connsiteX8" fmla="*/ 3303 w 10012"/>
              <a:gd name="connsiteY8" fmla="*/ 9546 h 10000"/>
              <a:gd name="connsiteX9" fmla="*/ 1631 w 10012"/>
              <a:gd name="connsiteY9" fmla="*/ 8453 h 10000"/>
              <a:gd name="connsiteX10" fmla="*/ 11 w 10012"/>
              <a:gd name="connsiteY10" fmla="*/ 5824 h 10000"/>
              <a:gd name="connsiteX0" fmla="*/ 11 w 10012"/>
              <a:gd name="connsiteY0" fmla="*/ 5824 h 10000"/>
              <a:gd name="connsiteX1" fmla="*/ 2115 w 10012"/>
              <a:gd name="connsiteY1" fmla="*/ 619 h 10000"/>
              <a:gd name="connsiteX2" fmla="*/ 5519 w 10012"/>
              <a:gd name="connsiteY2" fmla="*/ 73 h 10000"/>
              <a:gd name="connsiteX3" fmla="*/ 7934 w 10012"/>
              <a:gd name="connsiteY3" fmla="*/ 1717 h 10000"/>
              <a:gd name="connsiteX4" fmla="*/ 9833 w 10012"/>
              <a:gd name="connsiteY4" fmla="*/ 3061 h 10000"/>
              <a:gd name="connsiteX5" fmla="*/ 9617 w 10012"/>
              <a:gd name="connsiteY5" fmla="*/ 5797 h 10000"/>
              <a:gd name="connsiteX6" fmla="*/ 7042 w 10012"/>
              <a:gd name="connsiteY6" fmla="*/ 9739 h 10000"/>
              <a:gd name="connsiteX7" fmla="*/ 5216 w 10012"/>
              <a:gd name="connsiteY7" fmla="*/ 9621 h 10000"/>
              <a:gd name="connsiteX8" fmla="*/ 3303 w 10012"/>
              <a:gd name="connsiteY8" fmla="*/ 9546 h 10000"/>
              <a:gd name="connsiteX9" fmla="*/ 11 w 10012"/>
              <a:gd name="connsiteY9" fmla="*/ 5824 h 10000"/>
              <a:gd name="connsiteX0" fmla="*/ 11 w 9844"/>
              <a:gd name="connsiteY0" fmla="*/ 5824 h 9855"/>
              <a:gd name="connsiteX1" fmla="*/ 2115 w 9844"/>
              <a:gd name="connsiteY1" fmla="*/ 619 h 9855"/>
              <a:gd name="connsiteX2" fmla="*/ 5519 w 9844"/>
              <a:gd name="connsiteY2" fmla="*/ 73 h 9855"/>
              <a:gd name="connsiteX3" fmla="*/ 7934 w 9844"/>
              <a:gd name="connsiteY3" fmla="*/ 1717 h 9855"/>
              <a:gd name="connsiteX4" fmla="*/ 9833 w 9844"/>
              <a:gd name="connsiteY4" fmla="*/ 3061 h 9855"/>
              <a:gd name="connsiteX5" fmla="*/ 8657 w 9844"/>
              <a:gd name="connsiteY5" fmla="*/ 7784 h 9855"/>
              <a:gd name="connsiteX6" fmla="*/ 7042 w 9844"/>
              <a:gd name="connsiteY6" fmla="*/ 9739 h 9855"/>
              <a:gd name="connsiteX7" fmla="*/ 5216 w 9844"/>
              <a:gd name="connsiteY7" fmla="*/ 9621 h 9855"/>
              <a:gd name="connsiteX8" fmla="*/ 3303 w 9844"/>
              <a:gd name="connsiteY8" fmla="*/ 9546 h 9855"/>
              <a:gd name="connsiteX9" fmla="*/ 11 w 9844"/>
              <a:gd name="connsiteY9" fmla="*/ 5824 h 9855"/>
              <a:gd name="connsiteX0" fmla="*/ 11 w 9655"/>
              <a:gd name="connsiteY0" fmla="*/ 5910 h 10000"/>
              <a:gd name="connsiteX1" fmla="*/ 2149 w 9655"/>
              <a:gd name="connsiteY1" fmla="*/ 628 h 10000"/>
              <a:gd name="connsiteX2" fmla="*/ 5606 w 9655"/>
              <a:gd name="connsiteY2" fmla="*/ 74 h 10000"/>
              <a:gd name="connsiteX3" fmla="*/ 8060 w 9655"/>
              <a:gd name="connsiteY3" fmla="*/ 1742 h 10000"/>
              <a:gd name="connsiteX4" fmla="*/ 9638 w 9655"/>
              <a:gd name="connsiteY4" fmla="*/ 4186 h 10000"/>
              <a:gd name="connsiteX5" fmla="*/ 8794 w 9655"/>
              <a:gd name="connsiteY5" fmla="*/ 7899 h 10000"/>
              <a:gd name="connsiteX6" fmla="*/ 7154 w 9655"/>
              <a:gd name="connsiteY6" fmla="*/ 9882 h 10000"/>
              <a:gd name="connsiteX7" fmla="*/ 5299 w 9655"/>
              <a:gd name="connsiteY7" fmla="*/ 9763 h 10000"/>
              <a:gd name="connsiteX8" fmla="*/ 3355 w 9655"/>
              <a:gd name="connsiteY8" fmla="*/ 9686 h 10000"/>
              <a:gd name="connsiteX9" fmla="*/ 11 w 9655"/>
              <a:gd name="connsiteY9" fmla="*/ 5910 h 10000"/>
              <a:gd name="connsiteX0" fmla="*/ 12 w 9995"/>
              <a:gd name="connsiteY0" fmla="*/ 5900 h 9990"/>
              <a:gd name="connsiteX1" fmla="*/ 2227 w 9995"/>
              <a:gd name="connsiteY1" fmla="*/ 618 h 9990"/>
              <a:gd name="connsiteX2" fmla="*/ 5807 w 9995"/>
              <a:gd name="connsiteY2" fmla="*/ 64 h 9990"/>
              <a:gd name="connsiteX3" fmla="*/ 8511 w 9995"/>
              <a:gd name="connsiteY3" fmla="*/ 1588 h 9990"/>
              <a:gd name="connsiteX4" fmla="*/ 9983 w 9995"/>
              <a:gd name="connsiteY4" fmla="*/ 4176 h 9990"/>
              <a:gd name="connsiteX5" fmla="*/ 9109 w 9995"/>
              <a:gd name="connsiteY5" fmla="*/ 7889 h 9990"/>
              <a:gd name="connsiteX6" fmla="*/ 7411 w 9995"/>
              <a:gd name="connsiteY6" fmla="*/ 9872 h 9990"/>
              <a:gd name="connsiteX7" fmla="*/ 5489 w 9995"/>
              <a:gd name="connsiteY7" fmla="*/ 9753 h 9990"/>
              <a:gd name="connsiteX8" fmla="*/ 3476 w 9995"/>
              <a:gd name="connsiteY8" fmla="*/ 9676 h 9990"/>
              <a:gd name="connsiteX9" fmla="*/ 12 w 9995"/>
              <a:gd name="connsiteY9" fmla="*/ 5900 h 9990"/>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8"/>
              <a:gd name="connsiteY0" fmla="*/ 5906 h 10000"/>
              <a:gd name="connsiteX1" fmla="*/ 2228 w 10018"/>
              <a:gd name="connsiteY1" fmla="*/ 619 h 10000"/>
              <a:gd name="connsiteX2" fmla="*/ 5810 w 10018"/>
              <a:gd name="connsiteY2" fmla="*/ 64 h 10000"/>
              <a:gd name="connsiteX3" fmla="*/ 8071 w 10018"/>
              <a:gd name="connsiteY3" fmla="*/ 1590 h 10000"/>
              <a:gd name="connsiteX4" fmla="*/ 9988 w 10018"/>
              <a:gd name="connsiteY4" fmla="*/ 4180 h 10000"/>
              <a:gd name="connsiteX5" fmla="*/ 9114 w 10018"/>
              <a:gd name="connsiteY5" fmla="*/ 7897 h 10000"/>
              <a:gd name="connsiteX6" fmla="*/ 7415 w 10018"/>
              <a:gd name="connsiteY6" fmla="*/ 9882 h 10000"/>
              <a:gd name="connsiteX7" fmla="*/ 5492 w 10018"/>
              <a:gd name="connsiteY7" fmla="*/ 9763 h 10000"/>
              <a:gd name="connsiteX8" fmla="*/ 3478 w 10018"/>
              <a:gd name="connsiteY8" fmla="*/ 9686 h 10000"/>
              <a:gd name="connsiteX9" fmla="*/ 12 w 10018"/>
              <a:gd name="connsiteY9" fmla="*/ 5906 h 10000"/>
              <a:gd name="connsiteX0" fmla="*/ 17 w 10023"/>
              <a:gd name="connsiteY0" fmla="*/ 5870 h 9964"/>
              <a:gd name="connsiteX1" fmla="*/ 2314 w 10023"/>
              <a:gd name="connsiteY1" fmla="*/ 799 h 9964"/>
              <a:gd name="connsiteX2" fmla="*/ 5815 w 10023"/>
              <a:gd name="connsiteY2" fmla="*/ 28 h 9964"/>
              <a:gd name="connsiteX3" fmla="*/ 8076 w 10023"/>
              <a:gd name="connsiteY3" fmla="*/ 1554 h 9964"/>
              <a:gd name="connsiteX4" fmla="*/ 9993 w 10023"/>
              <a:gd name="connsiteY4" fmla="*/ 4144 h 9964"/>
              <a:gd name="connsiteX5" fmla="*/ 9119 w 10023"/>
              <a:gd name="connsiteY5" fmla="*/ 7861 h 9964"/>
              <a:gd name="connsiteX6" fmla="*/ 7420 w 10023"/>
              <a:gd name="connsiteY6" fmla="*/ 9846 h 9964"/>
              <a:gd name="connsiteX7" fmla="*/ 5497 w 10023"/>
              <a:gd name="connsiteY7" fmla="*/ 9727 h 9964"/>
              <a:gd name="connsiteX8" fmla="*/ 3483 w 10023"/>
              <a:gd name="connsiteY8" fmla="*/ 9650 h 9964"/>
              <a:gd name="connsiteX9" fmla="*/ 17 w 10023"/>
              <a:gd name="connsiteY9" fmla="*/ 5870 h 9964"/>
              <a:gd name="connsiteX0" fmla="*/ 18 w 9920"/>
              <a:gd name="connsiteY0" fmla="*/ 6010 h 10047"/>
              <a:gd name="connsiteX1" fmla="*/ 2229 w 9920"/>
              <a:gd name="connsiteY1" fmla="*/ 849 h 10047"/>
              <a:gd name="connsiteX2" fmla="*/ 5722 w 9920"/>
              <a:gd name="connsiteY2" fmla="*/ 75 h 10047"/>
              <a:gd name="connsiteX3" fmla="*/ 7977 w 9920"/>
              <a:gd name="connsiteY3" fmla="*/ 1607 h 10047"/>
              <a:gd name="connsiteX4" fmla="*/ 9890 w 9920"/>
              <a:gd name="connsiteY4" fmla="*/ 4206 h 10047"/>
              <a:gd name="connsiteX5" fmla="*/ 9018 w 9920"/>
              <a:gd name="connsiteY5" fmla="*/ 7936 h 10047"/>
              <a:gd name="connsiteX6" fmla="*/ 7323 w 9920"/>
              <a:gd name="connsiteY6" fmla="*/ 9929 h 10047"/>
              <a:gd name="connsiteX7" fmla="*/ 5404 w 9920"/>
              <a:gd name="connsiteY7" fmla="*/ 9809 h 10047"/>
              <a:gd name="connsiteX8" fmla="*/ 3395 w 9920"/>
              <a:gd name="connsiteY8" fmla="*/ 9732 h 10047"/>
              <a:gd name="connsiteX9" fmla="*/ 18 w 9920"/>
              <a:gd name="connsiteY9" fmla="*/ 6010 h 10047"/>
              <a:gd name="connsiteX0" fmla="*/ 151 w 10133"/>
              <a:gd name="connsiteY0" fmla="*/ 5935 h 9953"/>
              <a:gd name="connsiteX1" fmla="*/ 771 w 10133"/>
              <a:gd name="connsiteY1" fmla="*/ 3547 h 9953"/>
              <a:gd name="connsiteX2" fmla="*/ 2380 w 10133"/>
              <a:gd name="connsiteY2" fmla="*/ 798 h 9953"/>
              <a:gd name="connsiteX3" fmla="*/ 5901 w 10133"/>
              <a:gd name="connsiteY3" fmla="*/ 28 h 9953"/>
              <a:gd name="connsiteX4" fmla="*/ 8174 w 10133"/>
              <a:gd name="connsiteY4" fmla="*/ 1552 h 9953"/>
              <a:gd name="connsiteX5" fmla="*/ 10103 w 10133"/>
              <a:gd name="connsiteY5" fmla="*/ 4139 h 9953"/>
              <a:gd name="connsiteX6" fmla="*/ 9224 w 10133"/>
              <a:gd name="connsiteY6" fmla="*/ 7852 h 9953"/>
              <a:gd name="connsiteX7" fmla="*/ 7515 w 10133"/>
              <a:gd name="connsiteY7" fmla="*/ 9836 h 9953"/>
              <a:gd name="connsiteX8" fmla="*/ 5581 w 10133"/>
              <a:gd name="connsiteY8" fmla="*/ 9716 h 9953"/>
              <a:gd name="connsiteX9" fmla="*/ 3555 w 10133"/>
              <a:gd name="connsiteY9" fmla="*/ 9639 h 9953"/>
              <a:gd name="connsiteX10" fmla="*/ 151 w 10133"/>
              <a:gd name="connsiteY10" fmla="*/ 5935 h 9953"/>
              <a:gd name="connsiteX0" fmla="*/ 200 w 9769"/>
              <a:gd name="connsiteY0" fmla="*/ 7121 h 10000"/>
              <a:gd name="connsiteX1" fmla="*/ 531 w 9769"/>
              <a:gd name="connsiteY1" fmla="*/ 3564 h 10000"/>
              <a:gd name="connsiteX2" fmla="*/ 2119 w 9769"/>
              <a:gd name="connsiteY2" fmla="*/ 802 h 10000"/>
              <a:gd name="connsiteX3" fmla="*/ 5594 w 9769"/>
              <a:gd name="connsiteY3" fmla="*/ 28 h 10000"/>
              <a:gd name="connsiteX4" fmla="*/ 7837 w 9769"/>
              <a:gd name="connsiteY4" fmla="*/ 1559 h 10000"/>
              <a:gd name="connsiteX5" fmla="*/ 9740 w 9769"/>
              <a:gd name="connsiteY5" fmla="*/ 4159 h 10000"/>
              <a:gd name="connsiteX6" fmla="*/ 8873 w 9769"/>
              <a:gd name="connsiteY6" fmla="*/ 7889 h 10000"/>
              <a:gd name="connsiteX7" fmla="*/ 7186 w 9769"/>
              <a:gd name="connsiteY7" fmla="*/ 9882 h 10000"/>
              <a:gd name="connsiteX8" fmla="*/ 5278 w 9769"/>
              <a:gd name="connsiteY8" fmla="*/ 9762 h 10000"/>
              <a:gd name="connsiteX9" fmla="*/ 3278 w 9769"/>
              <a:gd name="connsiteY9" fmla="*/ 9685 h 10000"/>
              <a:gd name="connsiteX10" fmla="*/ 200 w 9769"/>
              <a:gd name="connsiteY10" fmla="*/ 7121 h 10000"/>
              <a:gd name="connsiteX0" fmla="*/ 80 w 9875"/>
              <a:gd name="connsiteY0" fmla="*/ 7121 h 10000"/>
              <a:gd name="connsiteX1" fmla="*/ 419 w 9875"/>
              <a:gd name="connsiteY1" fmla="*/ 3564 h 10000"/>
              <a:gd name="connsiteX2" fmla="*/ 2044 w 9875"/>
              <a:gd name="connsiteY2" fmla="*/ 802 h 10000"/>
              <a:gd name="connsiteX3" fmla="*/ 5601 w 9875"/>
              <a:gd name="connsiteY3" fmla="*/ 28 h 10000"/>
              <a:gd name="connsiteX4" fmla="*/ 7897 w 9875"/>
              <a:gd name="connsiteY4" fmla="*/ 1559 h 10000"/>
              <a:gd name="connsiteX5" fmla="*/ 9845 w 9875"/>
              <a:gd name="connsiteY5" fmla="*/ 4159 h 10000"/>
              <a:gd name="connsiteX6" fmla="*/ 8958 w 9875"/>
              <a:gd name="connsiteY6" fmla="*/ 7889 h 10000"/>
              <a:gd name="connsiteX7" fmla="*/ 7231 w 9875"/>
              <a:gd name="connsiteY7" fmla="*/ 9882 h 10000"/>
              <a:gd name="connsiteX8" fmla="*/ 5278 w 9875"/>
              <a:gd name="connsiteY8" fmla="*/ 9762 h 10000"/>
              <a:gd name="connsiteX9" fmla="*/ 3231 w 9875"/>
              <a:gd name="connsiteY9" fmla="*/ 9685 h 10000"/>
              <a:gd name="connsiteX10" fmla="*/ 1528 w 9875"/>
              <a:gd name="connsiteY10" fmla="*/ 8267 h 10000"/>
              <a:gd name="connsiteX11" fmla="*/ 80 w 9875"/>
              <a:gd name="connsiteY11" fmla="*/ 7121 h 10000"/>
              <a:gd name="connsiteX0" fmla="*/ 81 w 10000"/>
              <a:gd name="connsiteY0" fmla="*/ 7121 h 9956"/>
              <a:gd name="connsiteX1" fmla="*/ 424 w 10000"/>
              <a:gd name="connsiteY1" fmla="*/ 3564 h 9956"/>
              <a:gd name="connsiteX2" fmla="*/ 2070 w 10000"/>
              <a:gd name="connsiteY2" fmla="*/ 802 h 9956"/>
              <a:gd name="connsiteX3" fmla="*/ 5672 w 10000"/>
              <a:gd name="connsiteY3" fmla="*/ 28 h 9956"/>
              <a:gd name="connsiteX4" fmla="*/ 7997 w 10000"/>
              <a:gd name="connsiteY4" fmla="*/ 1559 h 9956"/>
              <a:gd name="connsiteX5" fmla="*/ 9970 w 10000"/>
              <a:gd name="connsiteY5" fmla="*/ 4159 h 9956"/>
              <a:gd name="connsiteX6" fmla="*/ 9071 w 10000"/>
              <a:gd name="connsiteY6" fmla="*/ 7889 h 9956"/>
              <a:gd name="connsiteX7" fmla="*/ 7323 w 10000"/>
              <a:gd name="connsiteY7" fmla="*/ 9882 h 9956"/>
              <a:gd name="connsiteX8" fmla="*/ 4846 w 10000"/>
              <a:gd name="connsiteY8" fmla="*/ 9545 h 9956"/>
              <a:gd name="connsiteX9" fmla="*/ 3272 w 10000"/>
              <a:gd name="connsiteY9" fmla="*/ 9685 h 9956"/>
              <a:gd name="connsiteX10" fmla="*/ 1547 w 10000"/>
              <a:gd name="connsiteY10" fmla="*/ 8267 h 9956"/>
              <a:gd name="connsiteX11" fmla="*/ 81 w 10000"/>
              <a:gd name="connsiteY11" fmla="*/ 7121 h 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56">
                <a:moveTo>
                  <a:pt x="81" y="7121"/>
                </a:moveTo>
                <a:cubicBezTo>
                  <a:pt x="-106" y="6337"/>
                  <a:pt x="45" y="4424"/>
                  <a:pt x="424" y="3564"/>
                </a:cubicBezTo>
                <a:cubicBezTo>
                  <a:pt x="803" y="2704"/>
                  <a:pt x="1195" y="1391"/>
                  <a:pt x="2070" y="802"/>
                </a:cubicBezTo>
                <a:cubicBezTo>
                  <a:pt x="2945" y="213"/>
                  <a:pt x="4684" y="-98"/>
                  <a:pt x="5672" y="28"/>
                </a:cubicBezTo>
                <a:cubicBezTo>
                  <a:pt x="6659" y="155"/>
                  <a:pt x="7237" y="872"/>
                  <a:pt x="7997" y="1559"/>
                </a:cubicBezTo>
                <a:cubicBezTo>
                  <a:pt x="8757" y="2247"/>
                  <a:pt x="9790" y="3104"/>
                  <a:pt x="9970" y="4159"/>
                </a:cubicBezTo>
                <a:cubicBezTo>
                  <a:pt x="10149" y="5214"/>
                  <a:pt x="9512" y="6936"/>
                  <a:pt x="9071" y="7889"/>
                </a:cubicBezTo>
                <a:cubicBezTo>
                  <a:pt x="8629" y="8843"/>
                  <a:pt x="8027" y="9606"/>
                  <a:pt x="7323" y="9882"/>
                </a:cubicBezTo>
                <a:cubicBezTo>
                  <a:pt x="6619" y="10158"/>
                  <a:pt x="5520" y="9577"/>
                  <a:pt x="4846" y="9545"/>
                </a:cubicBezTo>
                <a:cubicBezTo>
                  <a:pt x="4169" y="9511"/>
                  <a:pt x="3822" y="9898"/>
                  <a:pt x="3272" y="9685"/>
                </a:cubicBezTo>
                <a:cubicBezTo>
                  <a:pt x="2722" y="9472"/>
                  <a:pt x="2079" y="8694"/>
                  <a:pt x="1547" y="8267"/>
                </a:cubicBezTo>
                <a:cubicBezTo>
                  <a:pt x="1016" y="7840"/>
                  <a:pt x="268" y="7905"/>
                  <a:pt x="81" y="712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58" name="Straight Connector 1057">
            <a:extLst>
              <a:ext uri="{FF2B5EF4-FFF2-40B4-BE49-F238E27FC236}">
                <a16:creationId xmlns:a16="http://schemas.microsoft.com/office/drawing/2014/main" id="{C49F56C2-7636-6D53-F093-7CA15FBEE7A3}"/>
              </a:ext>
            </a:extLst>
          </p:cNvPr>
          <p:cNvCxnSpPr>
            <a:cxnSpLocks/>
            <a:stCxn id="1007" idx="4"/>
            <a:endCxn id="742" idx="2"/>
          </p:cNvCxnSpPr>
          <p:nvPr/>
        </p:nvCxnSpPr>
        <p:spPr>
          <a:xfrm flipH="1" flipV="1">
            <a:off x="8306093" y="3945746"/>
            <a:ext cx="336768" cy="939505"/>
          </a:xfrm>
          <a:prstGeom prst="line">
            <a:avLst/>
          </a:prstGeom>
          <a:noFill/>
          <a:ln w="12700" cap="flat" cmpd="sng" algn="ctr">
            <a:solidFill>
              <a:srgbClr val="000000"/>
            </a:solidFill>
            <a:prstDash val="solid"/>
          </a:ln>
          <a:effectLst/>
        </p:spPr>
      </p:cxnSp>
      <p:cxnSp>
        <p:nvCxnSpPr>
          <p:cNvPr id="12" name="Straight Connector 11">
            <a:extLst>
              <a:ext uri="{FF2B5EF4-FFF2-40B4-BE49-F238E27FC236}">
                <a16:creationId xmlns:a16="http://schemas.microsoft.com/office/drawing/2014/main" id="{06C83F0C-B225-F856-78E0-6D6718F66F77}"/>
              </a:ext>
            </a:extLst>
          </p:cNvPr>
          <p:cNvCxnSpPr>
            <a:cxnSpLocks/>
            <a:stCxn id="590" idx="2"/>
            <a:endCxn id="560" idx="2"/>
          </p:cNvCxnSpPr>
          <p:nvPr/>
        </p:nvCxnSpPr>
        <p:spPr>
          <a:xfrm flipH="1">
            <a:off x="3488329" y="2778777"/>
            <a:ext cx="1149237" cy="1476568"/>
          </a:xfrm>
          <a:prstGeom prst="line">
            <a:avLst/>
          </a:prstGeom>
          <a:noFill/>
          <a:ln w="12700" cap="flat" cmpd="sng" algn="ctr">
            <a:solidFill>
              <a:srgbClr val="000000"/>
            </a:solidFill>
            <a:prstDash val="solid"/>
          </a:ln>
          <a:effectLst/>
        </p:spPr>
      </p:cxnSp>
      <p:cxnSp>
        <p:nvCxnSpPr>
          <p:cNvPr id="14" name="Straight Connector 13">
            <a:extLst>
              <a:ext uri="{FF2B5EF4-FFF2-40B4-BE49-F238E27FC236}">
                <a16:creationId xmlns:a16="http://schemas.microsoft.com/office/drawing/2014/main" id="{42E2BB5D-3914-2A31-7342-CE13FD13C728}"/>
              </a:ext>
            </a:extLst>
          </p:cNvPr>
          <p:cNvCxnSpPr>
            <a:cxnSpLocks/>
            <a:stCxn id="550" idx="1"/>
            <a:endCxn id="578" idx="11"/>
          </p:cNvCxnSpPr>
          <p:nvPr/>
        </p:nvCxnSpPr>
        <p:spPr>
          <a:xfrm flipV="1">
            <a:off x="3379829" y="4719288"/>
            <a:ext cx="1222423" cy="62204"/>
          </a:xfrm>
          <a:prstGeom prst="line">
            <a:avLst/>
          </a:prstGeom>
          <a:noFill/>
          <a:ln w="12700" cap="flat" cmpd="sng" algn="ctr">
            <a:solidFill>
              <a:srgbClr val="000000"/>
            </a:solidFill>
            <a:prstDash val="solid"/>
          </a:ln>
          <a:effectLst/>
        </p:spPr>
      </p:cxnSp>
      <p:cxnSp>
        <p:nvCxnSpPr>
          <p:cNvPr id="920" name="Straight Connector 919">
            <a:extLst>
              <a:ext uri="{FF2B5EF4-FFF2-40B4-BE49-F238E27FC236}">
                <a16:creationId xmlns:a16="http://schemas.microsoft.com/office/drawing/2014/main" id="{F9D85DF7-2A3C-557B-A042-C7E055B42530}"/>
              </a:ext>
            </a:extLst>
          </p:cNvPr>
          <p:cNvCxnSpPr>
            <a:cxnSpLocks/>
            <a:stCxn id="570" idx="2"/>
            <a:endCxn id="639" idx="0"/>
          </p:cNvCxnSpPr>
          <p:nvPr/>
        </p:nvCxnSpPr>
        <p:spPr>
          <a:xfrm flipV="1">
            <a:off x="5794374" y="3211599"/>
            <a:ext cx="686436" cy="1274202"/>
          </a:xfrm>
          <a:prstGeom prst="line">
            <a:avLst/>
          </a:prstGeom>
          <a:noFill/>
          <a:ln w="12700" cap="flat" cmpd="sng" algn="ctr">
            <a:solidFill>
              <a:srgbClr val="000000"/>
            </a:solidFill>
            <a:prstDash val="solid"/>
          </a:ln>
          <a:effectLst/>
        </p:spPr>
      </p:cxnSp>
      <p:cxnSp>
        <p:nvCxnSpPr>
          <p:cNvPr id="923" name="Straight Connector 922">
            <a:extLst>
              <a:ext uri="{FF2B5EF4-FFF2-40B4-BE49-F238E27FC236}">
                <a16:creationId xmlns:a16="http://schemas.microsoft.com/office/drawing/2014/main" id="{AFB7C769-501B-7547-9AD8-8DBDB6492D3A}"/>
              </a:ext>
            </a:extLst>
          </p:cNvPr>
          <p:cNvCxnSpPr>
            <a:cxnSpLocks/>
            <a:stCxn id="669" idx="0"/>
            <a:endCxn id="753" idx="1"/>
          </p:cNvCxnSpPr>
          <p:nvPr/>
        </p:nvCxnSpPr>
        <p:spPr>
          <a:xfrm>
            <a:off x="7314295" y="2802209"/>
            <a:ext cx="829726" cy="534297"/>
          </a:xfrm>
          <a:prstGeom prst="line">
            <a:avLst/>
          </a:prstGeom>
          <a:noFill/>
          <a:ln w="12700" cap="flat" cmpd="sng" algn="ctr">
            <a:solidFill>
              <a:srgbClr val="000000"/>
            </a:solidFill>
            <a:prstDash val="solid"/>
          </a:ln>
          <a:effectLst/>
        </p:spPr>
      </p:cxnSp>
      <p:cxnSp>
        <p:nvCxnSpPr>
          <p:cNvPr id="924" name="Straight Connector 923">
            <a:extLst>
              <a:ext uri="{FF2B5EF4-FFF2-40B4-BE49-F238E27FC236}">
                <a16:creationId xmlns:a16="http://schemas.microsoft.com/office/drawing/2014/main" id="{44525D6E-A0B9-A0CF-DAE4-E9ADF47150BF}"/>
              </a:ext>
            </a:extLst>
          </p:cNvPr>
          <p:cNvCxnSpPr>
            <a:cxnSpLocks/>
            <a:stCxn id="597" idx="0"/>
            <a:endCxn id="679" idx="0"/>
          </p:cNvCxnSpPr>
          <p:nvPr/>
        </p:nvCxnSpPr>
        <p:spPr>
          <a:xfrm flipH="1">
            <a:off x="7062177" y="3756375"/>
            <a:ext cx="687280" cy="861939"/>
          </a:xfrm>
          <a:prstGeom prst="line">
            <a:avLst/>
          </a:prstGeom>
          <a:noFill/>
          <a:ln w="12700" cap="flat" cmpd="sng" algn="ctr">
            <a:solidFill>
              <a:srgbClr val="000000"/>
            </a:solidFill>
            <a:prstDash val="solid"/>
          </a:ln>
          <a:effectLst/>
        </p:spPr>
      </p:cxnSp>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مسیریابی دو سطحی</a:t>
            </a:r>
            <a:endParaRPr lang="fa-IR" sz="3600" b="1" dirty="0">
              <a:solidFill>
                <a:srgbClr val="0000FF"/>
              </a:solidFill>
              <a:latin typeface="IRANSans(FaNum)" panose="02040503050201020203" pitchFamily="18" charset="-78"/>
            </a:endParaRPr>
          </a:p>
        </p:txBody>
      </p:sp>
      <p:grpSp>
        <p:nvGrpSpPr>
          <p:cNvPr id="1081" name="Group 1080">
            <a:extLst>
              <a:ext uri="{FF2B5EF4-FFF2-40B4-BE49-F238E27FC236}">
                <a16:creationId xmlns:a16="http://schemas.microsoft.com/office/drawing/2014/main" id="{96254388-37F7-F7EE-1410-1B09E146817F}"/>
              </a:ext>
            </a:extLst>
          </p:cNvPr>
          <p:cNvGrpSpPr/>
          <p:nvPr/>
        </p:nvGrpSpPr>
        <p:grpSpPr>
          <a:xfrm>
            <a:off x="4357859" y="4409222"/>
            <a:ext cx="2902676" cy="825021"/>
            <a:chOff x="3947554" y="4338884"/>
            <a:chExt cx="2902676" cy="825021"/>
          </a:xfrm>
        </p:grpSpPr>
        <p:cxnSp>
          <p:nvCxnSpPr>
            <p:cNvPr id="925" name="Straight Connector 924">
              <a:extLst>
                <a:ext uri="{FF2B5EF4-FFF2-40B4-BE49-F238E27FC236}">
                  <a16:creationId xmlns:a16="http://schemas.microsoft.com/office/drawing/2014/main" id="{CFC98406-48D7-2222-7329-A072D435BF58}"/>
                </a:ext>
              </a:extLst>
            </p:cNvPr>
            <p:cNvCxnSpPr>
              <a:cxnSpLocks/>
              <a:stCxn id="580" idx="1"/>
              <a:endCxn id="570" idx="1"/>
            </p:cNvCxnSpPr>
            <p:nvPr/>
          </p:nvCxnSpPr>
          <p:spPr>
            <a:xfrm flipV="1">
              <a:off x="4196198" y="4414222"/>
              <a:ext cx="1193479" cy="211871"/>
            </a:xfrm>
            <a:prstGeom prst="line">
              <a:avLst/>
            </a:prstGeom>
            <a:noFill/>
            <a:ln w="1270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ED995D0F-1B40-8B46-C70C-C9512CFD6AA5}"/>
                </a:ext>
              </a:extLst>
            </p:cNvPr>
            <p:cNvCxnSpPr>
              <a:cxnSpLocks/>
              <a:stCxn id="702" idx="2"/>
              <a:endCxn id="689" idx="0"/>
            </p:cNvCxnSpPr>
            <p:nvPr/>
          </p:nvCxnSpPr>
          <p:spPr>
            <a:xfrm>
              <a:off x="5025811" y="5011011"/>
              <a:ext cx="1008023" cy="97331"/>
            </a:xfrm>
            <a:prstGeom prst="line">
              <a:avLst/>
            </a:prstGeom>
            <a:noFill/>
            <a:ln w="12700" cap="flat" cmpd="sng" algn="ctr">
              <a:solidFill>
                <a:srgbClr val="000000"/>
              </a:solidFill>
              <a:prstDash val="solid"/>
            </a:ln>
            <a:effectLst/>
          </p:spPr>
        </p:cxnSp>
        <p:cxnSp>
          <p:nvCxnSpPr>
            <p:cNvPr id="957" name="Straight Connector 956">
              <a:extLst>
                <a:ext uri="{FF2B5EF4-FFF2-40B4-BE49-F238E27FC236}">
                  <a16:creationId xmlns:a16="http://schemas.microsoft.com/office/drawing/2014/main" id="{D0F8509B-516C-2520-3029-03B5AB4B1304}"/>
                </a:ext>
              </a:extLst>
            </p:cNvPr>
            <p:cNvCxnSpPr>
              <a:cxnSpLocks/>
              <a:stCxn id="570" idx="0"/>
              <a:endCxn id="689" idx="0"/>
            </p:cNvCxnSpPr>
            <p:nvPr/>
          </p:nvCxnSpPr>
          <p:spPr>
            <a:xfrm>
              <a:off x="5374396" y="4410004"/>
              <a:ext cx="659438" cy="698338"/>
            </a:xfrm>
            <a:prstGeom prst="line">
              <a:avLst/>
            </a:prstGeom>
            <a:noFill/>
            <a:ln w="12700" cap="flat" cmpd="sng" algn="ctr">
              <a:solidFill>
                <a:srgbClr val="000000"/>
              </a:solidFill>
              <a:prstDash val="solid"/>
            </a:ln>
            <a:effectLst/>
          </p:spPr>
        </p:cxnSp>
        <p:cxnSp>
          <p:nvCxnSpPr>
            <p:cNvPr id="958" name="Straight Connector 957">
              <a:extLst>
                <a:ext uri="{FF2B5EF4-FFF2-40B4-BE49-F238E27FC236}">
                  <a16:creationId xmlns:a16="http://schemas.microsoft.com/office/drawing/2014/main" id="{62A3F809-7F20-4EF7-71F2-5A23550DED45}"/>
                </a:ext>
              </a:extLst>
            </p:cNvPr>
            <p:cNvCxnSpPr>
              <a:cxnSpLocks/>
              <a:stCxn id="577" idx="0"/>
              <a:endCxn id="702" idx="2"/>
            </p:cNvCxnSpPr>
            <p:nvPr/>
          </p:nvCxnSpPr>
          <p:spPr>
            <a:xfrm>
              <a:off x="4144802" y="4700773"/>
              <a:ext cx="881009" cy="310238"/>
            </a:xfrm>
            <a:prstGeom prst="line">
              <a:avLst/>
            </a:prstGeom>
            <a:noFill/>
            <a:ln w="12700" cap="flat" cmpd="sng" algn="ctr">
              <a:solidFill>
                <a:srgbClr val="000000"/>
              </a:solidFill>
              <a:prstDash val="solid"/>
            </a:ln>
            <a:effectLst/>
          </p:spPr>
        </p:cxnSp>
        <p:cxnSp>
          <p:nvCxnSpPr>
            <p:cNvPr id="959" name="Straight Connector 958">
              <a:extLst>
                <a:ext uri="{FF2B5EF4-FFF2-40B4-BE49-F238E27FC236}">
                  <a16:creationId xmlns:a16="http://schemas.microsoft.com/office/drawing/2014/main" id="{BA665853-841F-E8BD-F693-3AE07B2340DA}"/>
                </a:ext>
              </a:extLst>
            </p:cNvPr>
            <p:cNvCxnSpPr>
              <a:cxnSpLocks/>
              <a:stCxn id="567" idx="0"/>
              <a:endCxn id="682" idx="2"/>
            </p:cNvCxnSpPr>
            <p:nvPr/>
          </p:nvCxnSpPr>
          <p:spPr>
            <a:xfrm flipV="1">
              <a:off x="5338281" y="4474537"/>
              <a:ext cx="1359379" cy="14365"/>
            </a:xfrm>
            <a:prstGeom prst="line">
              <a:avLst/>
            </a:prstGeom>
            <a:noFill/>
            <a:ln w="12700" cap="flat" cmpd="sng" algn="ctr">
              <a:solidFill>
                <a:srgbClr val="000000"/>
              </a:solidFill>
              <a:prstDash val="solid"/>
            </a:ln>
            <a:effectLst/>
          </p:spPr>
        </p:cxnSp>
        <p:cxnSp>
          <p:nvCxnSpPr>
            <p:cNvPr id="960" name="Straight Connector 959">
              <a:extLst>
                <a:ext uri="{FF2B5EF4-FFF2-40B4-BE49-F238E27FC236}">
                  <a16:creationId xmlns:a16="http://schemas.microsoft.com/office/drawing/2014/main" id="{CC5B6AD8-8F66-A4B4-2C6B-32C7335607FE}"/>
                </a:ext>
              </a:extLst>
            </p:cNvPr>
            <p:cNvCxnSpPr>
              <a:cxnSpLocks/>
              <a:stCxn id="690" idx="11"/>
              <a:endCxn id="682" idx="3"/>
            </p:cNvCxnSpPr>
            <p:nvPr/>
          </p:nvCxnSpPr>
          <p:spPr>
            <a:xfrm flipV="1">
              <a:off x="6080979" y="4471963"/>
              <a:ext cx="607059" cy="584556"/>
            </a:xfrm>
            <a:prstGeom prst="line">
              <a:avLst/>
            </a:prstGeom>
            <a:noFill/>
            <a:ln w="12700" cap="flat" cmpd="sng" algn="ctr">
              <a:solidFill>
                <a:srgbClr val="000000"/>
              </a:solidFill>
              <a:prstDash val="solid"/>
            </a:ln>
            <a:effectLst/>
          </p:spPr>
        </p:cxnSp>
        <p:cxnSp>
          <p:nvCxnSpPr>
            <p:cNvPr id="961" name="Straight Connector 960">
              <a:extLst>
                <a:ext uri="{FF2B5EF4-FFF2-40B4-BE49-F238E27FC236}">
                  <a16:creationId xmlns:a16="http://schemas.microsoft.com/office/drawing/2014/main" id="{E3737EC9-6782-AA77-E48A-4B99A90F9D72}"/>
                </a:ext>
              </a:extLst>
            </p:cNvPr>
            <p:cNvCxnSpPr>
              <a:cxnSpLocks/>
              <a:stCxn id="567" idx="0"/>
            </p:cNvCxnSpPr>
            <p:nvPr/>
          </p:nvCxnSpPr>
          <p:spPr>
            <a:xfrm flipH="1">
              <a:off x="5043265" y="4488902"/>
              <a:ext cx="295016" cy="481645"/>
            </a:xfrm>
            <a:prstGeom prst="line">
              <a:avLst/>
            </a:prstGeom>
            <a:noFill/>
            <a:ln w="12700" cap="flat" cmpd="sng" algn="ctr">
              <a:solidFill>
                <a:srgbClr val="000000"/>
              </a:solidFill>
              <a:prstDash val="solid"/>
            </a:ln>
            <a:effectLst/>
          </p:spPr>
        </p:cxnSp>
        <p:grpSp>
          <p:nvGrpSpPr>
            <p:cNvPr id="564" name="Group 357">
              <a:extLst>
                <a:ext uri="{FF2B5EF4-FFF2-40B4-BE49-F238E27FC236}">
                  <a16:creationId xmlns:a16="http://schemas.microsoft.com/office/drawing/2014/main" id="{4DCC0F57-94A6-CED9-8FCD-57CCF564A92E}"/>
                </a:ext>
              </a:extLst>
            </p:cNvPr>
            <p:cNvGrpSpPr>
              <a:grpSpLocks noChangeAspect="1"/>
            </p:cNvGrpSpPr>
            <p:nvPr/>
          </p:nvGrpSpPr>
          <p:grpSpPr bwMode="auto">
            <a:xfrm>
              <a:off x="5141033" y="4338884"/>
              <a:ext cx="395606" cy="205581"/>
              <a:chOff x="1871277" y="1576300"/>
              <a:chExt cx="1128371" cy="437861"/>
            </a:xfrm>
          </p:grpSpPr>
          <p:sp>
            <p:nvSpPr>
              <p:cNvPr id="565" name="Oval 564">
                <a:extLst>
                  <a:ext uri="{FF2B5EF4-FFF2-40B4-BE49-F238E27FC236}">
                    <a16:creationId xmlns:a16="http://schemas.microsoft.com/office/drawing/2014/main" id="{9D2F2E7D-5B90-017D-974E-86921E5ED1D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66" name="Rectangle 565">
                <a:extLst>
                  <a:ext uri="{FF2B5EF4-FFF2-40B4-BE49-F238E27FC236}">
                    <a16:creationId xmlns:a16="http://schemas.microsoft.com/office/drawing/2014/main" id="{5DE3F4E5-49A6-FFAC-EADE-73B52C4BF440}"/>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67" name="Oval 566">
                <a:extLst>
                  <a:ext uri="{FF2B5EF4-FFF2-40B4-BE49-F238E27FC236}">
                    <a16:creationId xmlns:a16="http://schemas.microsoft.com/office/drawing/2014/main" id="{24F9FBCD-B24C-2E6F-3ADA-47310F68CC9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68" name="Freeform 462">
                <a:extLst>
                  <a:ext uri="{FF2B5EF4-FFF2-40B4-BE49-F238E27FC236}">
                    <a16:creationId xmlns:a16="http://schemas.microsoft.com/office/drawing/2014/main" id="{4A5977D9-C659-E5BD-BCAD-349392D603F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69" name="Freeform 463">
                <a:extLst>
                  <a:ext uri="{FF2B5EF4-FFF2-40B4-BE49-F238E27FC236}">
                    <a16:creationId xmlns:a16="http://schemas.microsoft.com/office/drawing/2014/main" id="{4ECCD59F-39EF-AF80-A9D1-AFF95A340A8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0" name="Freeform 464">
                <a:extLst>
                  <a:ext uri="{FF2B5EF4-FFF2-40B4-BE49-F238E27FC236}">
                    <a16:creationId xmlns:a16="http://schemas.microsoft.com/office/drawing/2014/main" id="{A3D0A86D-E0CE-1892-F375-1B2B335CB7D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1" name="Freeform 465">
                <a:extLst>
                  <a:ext uri="{FF2B5EF4-FFF2-40B4-BE49-F238E27FC236}">
                    <a16:creationId xmlns:a16="http://schemas.microsoft.com/office/drawing/2014/main" id="{CE7FDE11-3C12-367A-7DCF-848E8E47639D}"/>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72" name="Straight Connector 571">
                <a:extLst>
                  <a:ext uri="{FF2B5EF4-FFF2-40B4-BE49-F238E27FC236}">
                    <a16:creationId xmlns:a16="http://schemas.microsoft.com/office/drawing/2014/main" id="{D9C0CA62-6EBC-A732-01F7-783857ADBB78}"/>
                  </a:ext>
                </a:extLst>
              </p:cNvPr>
              <p:cNvCxnSpPr>
                <a:cxnSpLocks noChangeShapeType="1"/>
                <a:endCxn id="56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73" name="Straight Connector 572">
                <a:extLst>
                  <a:ext uri="{FF2B5EF4-FFF2-40B4-BE49-F238E27FC236}">
                    <a16:creationId xmlns:a16="http://schemas.microsoft.com/office/drawing/2014/main" id="{A0A737AD-700E-911F-5C9A-D0BA6A313D5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74" name="Group 357">
              <a:extLst>
                <a:ext uri="{FF2B5EF4-FFF2-40B4-BE49-F238E27FC236}">
                  <a16:creationId xmlns:a16="http://schemas.microsoft.com/office/drawing/2014/main" id="{576DFC91-0C22-0099-9076-F7EAACA371F4}"/>
                </a:ext>
              </a:extLst>
            </p:cNvPr>
            <p:cNvGrpSpPr>
              <a:grpSpLocks noChangeAspect="1"/>
            </p:cNvGrpSpPr>
            <p:nvPr/>
          </p:nvGrpSpPr>
          <p:grpSpPr bwMode="auto">
            <a:xfrm>
              <a:off x="3947554" y="4550755"/>
              <a:ext cx="395606" cy="205581"/>
              <a:chOff x="1871277" y="1576300"/>
              <a:chExt cx="1128371" cy="437861"/>
            </a:xfrm>
          </p:grpSpPr>
          <p:sp>
            <p:nvSpPr>
              <p:cNvPr id="575" name="Oval 574">
                <a:extLst>
                  <a:ext uri="{FF2B5EF4-FFF2-40B4-BE49-F238E27FC236}">
                    <a16:creationId xmlns:a16="http://schemas.microsoft.com/office/drawing/2014/main" id="{FBD5908A-313B-4A9E-72D2-14EAC3CE6F42}"/>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76" name="Rectangle 575">
                <a:extLst>
                  <a:ext uri="{FF2B5EF4-FFF2-40B4-BE49-F238E27FC236}">
                    <a16:creationId xmlns:a16="http://schemas.microsoft.com/office/drawing/2014/main" id="{4758C9E2-2405-A1B0-A222-9FF68C49A60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77" name="Oval 576">
                <a:extLst>
                  <a:ext uri="{FF2B5EF4-FFF2-40B4-BE49-F238E27FC236}">
                    <a16:creationId xmlns:a16="http://schemas.microsoft.com/office/drawing/2014/main" id="{5534DC3D-D4D5-024B-0DB1-49D676A4BA76}"/>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78" name="Freeform 462">
                <a:extLst>
                  <a:ext uri="{FF2B5EF4-FFF2-40B4-BE49-F238E27FC236}">
                    <a16:creationId xmlns:a16="http://schemas.microsoft.com/office/drawing/2014/main" id="{9720623B-85E8-367F-606F-E98A58775D32}"/>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79" name="Freeform 463">
                <a:extLst>
                  <a:ext uri="{FF2B5EF4-FFF2-40B4-BE49-F238E27FC236}">
                    <a16:creationId xmlns:a16="http://schemas.microsoft.com/office/drawing/2014/main" id="{6251E7C0-9708-F151-0059-D6761D9A656C}"/>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0" name="Freeform 464">
                <a:extLst>
                  <a:ext uri="{FF2B5EF4-FFF2-40B4-BE49-F238E27FC236}">
                    <a16:creationId xmlns:a16="http://schemas.microsoft.com/office/drawing/2014/main" id="{E24BAC80-27CB-651A-7C7C-DB33183D0314}"/>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1" name="Freeform 465">
                <a:extLst>
                  <a:ext uri="{FF2B5EF4-FFF2-40B4-BE49-F238E27FC236}">
                    <a16:creationId xmlns:a16="http://schemas.microsoft.com/office/drawing/2014/main" id="{6ABBFFC8-4411-9370-3D73-FC3C362831D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2" name="Straight Connector 581">
                <a:extLst>
                  <a:ext uri="{FF2B5EF4-FFF2-40B4-BE49-F238E27FC236}">
                    <a16:creationId xmlns:a16="http://schemas.microsoft.com/office/drawing/2014/main" id="{3C43918F-020C-9090-CF8C-B61CAFC8444C}"/>
                  </a:ext>
                </a:extLst>
              </p:cNvPr>
              <p:cNvCxnSpPr>
                <a:cxnSpLocks noChangeShapeType="1"/>
                <a:endCxn id="57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83" name="Straight Connector 582">
                <a:extLst>
                  <a:ext uri="{FF2B5EF4-FFF2-40B4-BE49-F238E27FC236}">
                    <a16:creationId xmlns:a16="http://schemas.microsoft.com/office/drawing/2014/main" id="{897390D5-A060-ABD2-DFA7-53BC822549D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76" name="Group 357">
              <a:extLst>
                <a:ext uri="{FF2B5EF4-FFF2-40B4-BE49-F238E27FC236}">
                  <a16:creationId xmlns:a16="http://schemas.microsoft.com/office/drawing/2014/main" id="{C9EEF32A-FA0B-49F6-2B32-20CB614DBE12}"/>
                </a:ext>
              </a:extLst>
            </p:cNvPr>
            <p:cNvGrpSpPr>
              <a:grpSpLocks noChangeAspect="1"/>
            </p:cNvGrpSpPr>
            <p:nvPr/>
          </p:nvGrpSpPr>
          <p:grpSpPr bwMode="auto">
            <a:xfrm>
              <a:off x="6454624" y="4397958"/>
              <a:ext cx="395606" cy="205581"/>
              <a:chOff x="1871277" y="1576300"/>
              <a:chExt cx="1128371" cy="437861"/>
            </a:xfrm>
          </p:grpSpPr>
          <p:sp>
            <p:nvSpPr>
              <p:cNvPr id="677" name="Oval 676">
                <a:extLst>
                  <a:ext uri="{FF2B5EF4-FFF2-40B4-BE49-F238E27FC236}">
                    <a16:creationId xmlns:a16="http://schemas.microsoft.com/office/drawing/2014/main" id="{E0D54A79-759C-C34C-56FA-5F98E3C29F4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78" name="Rectangle 677">
                <a:extLst>
                  <a:ext uri="{FF2B5EF4-FFF2-40B4-BE49-F238E27FC236}">
                    <a16:creationId xmlns:a16="http://schemas.microsoft.com/office/drawing/2014/main" id="{8475702C-CAA5-0716-3A39-04A60CF55C7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79" name="Oval 678">
                <a:extLst>
                  <a:ext uri="{FF2B5EF4-FFF2-40B4-BE49-F238E27FC236}">
                    <a16:creationId xmlns:a16="http://schemas.microsoft.com/office/drawing/2014/main" id="{14D8F9A4-0A50-7F63-C18D-DB143DCA7FF6}"/>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80" name="Freeform 462">
                <a:extLst>
                  <a:ext uri="{FF2B5EF4-FFF2-40B4-BE49-F238E27FC236}">
                    <a16:creationId xmlns:a16="http://schemas.microsoft.com/office/drawing/2014/main" id="{84D394CA-EF99-E7EE-6525-199BE1902772}"/>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81" name="Freeform 463">
                <a:extLst>
                  <a:ext uri="{FF2B5EF4-FFF2-40B4-BE49-F238E27FC236}">
                    <a16:creationId xmlns:a16="http://schemas.microsoft.com/office/drawing/2014/main" id="{2408126B-B36F-B6C3-8E5C-55094E6C7E9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2" name="Freeform 464">
                <a:extLst>
                  <a:ext uri="{FF2B5EF4-FFF2-40B4-BE49-F238E27FC236}">
                    <a16:creationId xmlns:a16="http://schemas.microsoft.com/office/drawing/2014/main" id="{B710376E-E49A-A9B3-4A7E-F6E43358F9F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3" name="Freeform 465">
                <a:extLst>
                  <a:ext uri="{FF2B5EF4-FFF2-40B4-BE49-F238E27FC236}">
                    <a16:creationId xmlns:a16="http://schemas.microsoft.com/office/drawing/2014/main" id="{C5F0B683-EB7C-B28E-8149-5519E6DCEBB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84" name="Straight Connector 683">
                <a:extLst>
                  <a:ext uri="{FF2B5EF4-FFF2-40B4-BE49-F238E27FC236}">
                    <a16:creationId xmlns:a16="http://schemas.microsoft.com/office/drawing/2014/main" id="{C6ACBF35-5B43-8333-633F-CA2B495A6164}"/>
                  </a:ext>
                </a:extLst>
              </p:cNvPr>
              <p:cNvCxnSpPr>
                <a:cxnSpLocks noChangeShapeType="1"/>
                <a:endCxn id="67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85" name="Straight Connector 684">
                <a:extLst>
                  <a:ext uri="{FF2B5EF4-FFF2-40B4-BE49-F238E27FC236}">
                    <a16:creationId xmlns:a16="http://schemas.microsoft.com/office/drawing/2014/main" id="{C6D1E721-35D5-1A65-5B9E-66A2B2C7779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86" name="Group 357">
              <a:extLst>
                <a:ext uri="{FF2B5EF4-FFF2-40B4-BE49-F238E27FC236}">
                  <a16:creationId xmlns:a16="http://schemas.microsoft.com/office/drawing/2014/main" id="{09EBA203-F52F-90B5-E7D7-B820C8531FAD}"/>
                </a:ext>
              </a:extLst>
            </p:cNvPr>
            <p:cNvGrpSpPr>
              <a:grpSpLocks noChangeAspect="1"/>
            </p:cNvGrpSpPr>
            <p:nvPr/>
          </p:nvGrpSpPr>
          <p:grpSpPr bwMode="auto">
            <a:xfrm>
              <a:off x="5836586" y="4958324"/>
              <a:ext cx="395606" cy="205581"/>
              <a:chOff x="1871277" y="1576300"/>
              <a:chExt cx="1128371" cy="437861"/>
            </a:xfrm>
          </p:grpSpPr>
          <p:sp>
            <p:nvSpPr>
              <p:cNvPr id="687" name="Oval 686">
                <a:extLst>
                  <a:ext uri="{FF2B5EF4-FFF2-40B4-BE49-F238E27FC236}">
                    <a16:creationId xmlns:a16="http://schemas.microsoft.com/office/drawing/2014/main" id="{9D1DC9A1-1BC1-DB88-21C4-33F2B5C4C29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88" name="Rectangle 687">
                <a:extLst>
                  <a:ext uri="{FF2B5EF4-FFF2-40B4-BE49-F238E27FC236}">
                    <a16:creationId xmlns:a16="http://schemas.microsoft.com/office/drawing/2014/main" id="{FEABCA3C-C3FE-3C9E-A9CA-6B18ACCF167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89" name="Oval 688">
                <a:extLst>
                  <a:ext uri="{FF2B5EF4-FFF2-40B4-BE49-F238E27FC236}">
                    <a16:creationId xmlns:a16="http://schemas.microsoft.com/office/drawing/2014/main" id="{434B31DD-4931-7382-372C-F8A12EE6BD9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90" name="Freeform 462">
                <a:extLst>
                  <a:ext uri="{FF2B5EF4-FFF2-40B4-BE49-F238E27FC236}">
                    <a16:creationId xmlns:a16="http://schemas.microsoft.com/office/drawing/2014/main" id="{7E81AF2F-A8F2-A0D5-8D20-7A99686DE4B5}"/>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91" name="Freeform 463">
                <a:extLst>
                  <a:ext uri="{FF2B5EF4-FFF2-40B4-BE49-F238E27FC236}">
                    <a16:creationId xmlns:a16="http://schemas.microsoft.com/office/drawing/2014/main" id="{C18EC916-E407-F682-BC2F-560F9E249393}"/>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2" name="Freeform 464">
                <a:extLst>
                  <a:ext uri="{FF2B5EF4-FFF2-40B4-BE49-F238E27FC236}">
                    <a16:creationId xmlns:a16="http://schemas.microsoft.com/office/drawing/2014/main" id="{5CE25A58-7420-891F-DEDC-5DB17467D6E4}"/>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3" name="Freeform 465">
                <a:extLst>
                  <a:ext uri="{FF2B5EF4-FFF2-40B4-BE49-F238E27FC236}">
                    <a16:creationId xmlns:a16="http://schemas.microsoft.com/office/drawing/2014/main" id="{99448B62-9412-90ED-8CA8-5F610B27919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94" name="Straight Connector 693">
                <a:extLst>
                  <a:ext uri="{FF2B5EF4-FFF2-40B4-BE49-F238E27FC236}">
                    <a16:creationId xmlns:a16="http://schemas.microsoft.com/office/drawing/2014/main" id="{A9E64E09-99E6-FFD3-FE35-5D0A044F7CAD}"/>
                  </a:ext>
                </a:extLst>
              </p:cNvPr>
              <p:cNvCxnSpPr>
                <a:cxnSpLocks noChangeShapeType="1"/>
                <a:endCxn id="68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95" name="Straight Connector 694">
                <a:extLst>
                  <a:ext uri="{FF2B5EF4-FFF2-40B4-BE49-F238E27FC236}">
                    <a16:creationId xmlns:a16="http://schemas.microsoft.com/office/drawing/2014/main" id="{7E5054B8-BDC2-73B7-78F2-AF5ACC50D96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96" name="Group 357">
              <a:extLst>
                <a:ext uri="{FF2B5EF4-FFF2-40B4-BE49-F238E27FC236}">
                  <a16:creationId xmlns:a16="http://schemas.microsoft.com/office/drawing/2014/main" id="{DD2A1718-5405-BB9A-086E-280AAFDD9A99}"/>
                </a:ext>
              </a:extLst>
            </p:cNvPr>
            <p:cNvGrpSpPr>
              <a:grpSpLocks noChangeAspect="1"/>
            </p:cNvGrpSpPr>
            <p:nvPr/>
          </p:nvGrpSpPr>
          <p:grpSpPr bwMode="auto">
            <a:xfrm>
              <a:off x="4782775" y="4934432"/>
              <a:ext cx="395606" cy="205581"/>
              <a:chOff x="1871277" y="1576300"/>
              <a:chExt cx="1128371" cy="437861"/>
            </a:xfrm>
          </p:grpSpPr>
          <p:sp>
            <p:nvSpPr>
              <p:cNvPr id="697" name="Oval 696">
                <a:extLst>
                  <a:ext uri="{FF2B5EF4-FFF2-40B4-BE49-F238E27FC236}">
                    <a16:creationId xmlns:a16="http://schemas.microsoft.com/office/drawing/2014/main" id="{C6DF8A46-8486-7475-54EF-0E803315F05A}"/>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98" name="Rectangle 697">
                <a:extLst>
                  <a:ext uri="{FF2B5EF4-FFF2-40B4-BE49-F238E27FC236}">
                    <a16:creationId xmlns:a16="http://schemas.microsoft.com/office/drawing/2014/main" id="{BF75D4ED-6E60-ABE8-7E68-B520CE88973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99" name="Oval 698">
                <a:extLst>
                  <a:ext uri="{FF2B5EF4-FFF2-40B4-BE49-F238E27FC236}">
                    <a16:creationId xmlns:a16="http://schemas.microsoft.com/office/drawing/2014/main" id="{673434F5-B642-34B7-3C97-9BCAFF82339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00" name="Freeform 462">
                <a:extLst>
                  <a:ext uri="{FF2B5EF4-FFF2-40B4-BE49-F238E27FC236}">
                    <a16:creationId xmlns:a16="http://schemas.microsoft.com/office/drawing/2014/main" id="{A4299089-EED6-30BA-1AE9-CE0DD8F2FAEC}"/>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01" name="Freeform 463">
                <a:extLst>
                  <a:ext uri="{FF2B5EF4-FFF2-40B4-BE49-F238E27FC236}">
                    <a16:creationId xmlns:a16="http://schemas.microsoft.com/office/drawing/2014/main" id="{788E82A7-1436-A948-2B04-8E63C0E7B78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2" name="Freeform 464">
                <a:extLst>
                  <a:ext uri="{FF2B5EF4-FFF2-40B4-BE49-F238E27FC236}">
                    <a16:creationId xmlns:a16="http://schemas.microsoft.com/office/drawing/2014/main" id="{C81E8160-95A6-DC20-B8F5-1D7B756B157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3" name="Freeform 465">
                <a:extLst>
                  <a:ext uri="{FF2B5EF4-FFF2-40B4-BE49-F238E27FC236}">
                    <a16:creationId xmlns:a16="http://schemas.microsoft.com/office/drawing/2014/main" id="{DA2115E7-C16F-E173-2AE8-0E9C816AD06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04" name="Straight Connector 703">
                <a:extLst>
                  <a:ext uri="{FF2B5EF4-FFF2-40B4-BE49-F238E27FC236}">
                    <a16:creationId xmlns:a16="http://schemas.microsoft.com/office/drawing/2014/main" id="{8C8C1244-20F2-8E36-0BC9-57B4427AA769}"/>
                  </a:ext>
                </a:extLst>
              </p:cNvPr>
              <p:cNvCxnSpPr>
                <a:cxnSpLocks noChangeShapeType="1"/>
                <a:endCxn id="69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05" name="Straight Connector 704">
                <a:extLst>
                  <a:ext uri="{FF2B5EF4-FFF2-40B4-BE49-F238E27FC236}">
                    <a16:creationId xmlns:a16="http://schemas.microsoft.com/office/drawing/2014/main" id="{8D8A98FC-187D-1E4C-CE99-A4142B390C1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2" name="Group 1081">
            <a:extLst>
              <a:ext uri="{FF2B5EF4-FFF2-40B4-BE49-F238E27FC236}">
                <a16:creationId xmlns:a16="http://schemas.microsoft.com/office/drawing/2014/main" id="{8F2F970E-4889-E1CB-7C27-B4FB4AB8D47B}"/>
              </a:ext>
            </a:extLst>
          </p:cNvPr>
          <p:cNvGrpSpPr/>
          <p:nvPr/>
        </p:nvGrpSpPr>
        <p:grpSpPr>
          <a:xfrm>
            <a:off x="7552209" y="3247689"/>
            <a:ext cx="2480781" cy="827059"/>
            <a:chOff x="7141904" y="3177351"/>
            <a:chExt cx="2480781" cy="827059"/>
          </a:xfrm>
        </p:grpSpPr>
        <p:cxnSp>
          <p:nvCxnSpPr>
            <p:cNvPr id="954" name="Straight Connector 953">
              <a:extLst>
                <a:ext uri="{FF2B5EF4-FFF2-40B4-BE49-F238E27FC236}">
                  <a16:creationId xmlns:a16="http://schemas.microsoft.com/office/drawing/2014/main" id="{F016A832-31AB-8168-20B8-15BDDC220E38}"/>
                </a:ext>
              </a:extLst>
            </p:cNvPr>
            <p:cNvCxnSpPr>
              <a:cxnSpLocks/>
              <a:stCxn id="749" idx="0"/>
              <a:endCxn id="600" idx="2"/>
            </p:cNvCxnSpPr>
            <p:nvPr/>
          </p:nvCxnSpPr>
          <p:spPr>
            <a:xfrm flipH="1">
              <a:off x="7384940" y="3341259"/>
              <a:ext cx="454257" cy="271339"/>
            </a:xfrm>
            <a:prstGeom prst="line">
              <a:avLst/>
            </a:prstGeom>
            <a:noFill/>
            <a:ln w="12700" cap="flat" cmpd="sng" algn="ctr">
              <a:solidFill>
                <a:srgbClr val="000000"/>
              </a:solidFill>
              <a:prstDash val="solid"/>
            </a:ln>
            <a:effectLst/>
          </p:spPr>
        </p:cxnSp>
        <p:cxnSp>
          <p:nvCxnSpPr>
            <p:cNvPr id="955" name="Straight Connector 954">
              <a:extLst>
                <a:ext uri="{FF2B5EF4-FFF2-40B4-BE49-F238E27FC236}">
                  <a16:creationId xmlns:a16="http://schemas.microsoft.com/office/drawing/2014/main" id="{C521465D-52C9-C747-3CF8-F0A3399BEB1F}"/>
                </a:ext>
              </a:extLst>
            </p:cNvPr>
            <p:cNvCxnSpPr>
              <a:cxnSpLocks/>
              <a:stCxn id="750" idx="3"/>
              <a:endCxn id="722" idx="1"/>
            </p:cNvCxnSpPr>
            <p:nvPr/>
          </p:nvCxnSpPr>
          <p:spPr>
            <a:xfrm flipV="1">
              <a:off x="7803234" y="3252689"/>
              <a:ext cx="863716" cy="32010"/>
            </a:xfrm>
            <a:prstGeom prst="line">
              <a:avLst/>
            </a:prstGeom>
            <a:noFill/>
            <a:ln w="12700" cap="flat" cmpd="sng" algn="ctr">
              <a:solidFill>
                <a:srgbClr val="000000"/>
              </a:solidFill>
              <a:prstDash val="solid"/>
            </a:ln>
            <a:effectLst/>
          </p:spPr>
        </p:cxnSp>
        <p:cxnSp>
          <p:nvCxnSpPr>
            <p:cNvPr id="1032" name="Straight Connector 1031">
              <a:extLst>
                <a:ext uri="{FF2B5EF4-FFF2-40B4-BE49-F238E27FC236}">
                  <a16:creationId xmlns:a16="http://schemas.microsoft.com/office/drawing/2014/main" id="{CE729BDA-350A-F2ED-650A-8BDDE8B16BDD}"/>
                </a:ext>
              </a:extLst>
            </p:cNvPr>
            <p:cNvCxnSpPr>
              <a:cxnSpLocks/>
              <a:stCxn id="597" idx="0"/>
              <a:endCxn id="739" idx="0"/>
            </p:cNvCxnSpPr>
            <p:nvPr/>
          </p:nvCxnSpPr>
          <p:spPr>
            <a:xfrm>
              <a:off x="7339152" y="3686037"/>
              <a:ext cx="510848" cy="262810"/>
            </a:xfrm>
            <a:prstGeom prst="line">
              <a:avLst/>
            </a:prstGeom>
            <a:noFill/>
            <a:ln w="12700" cap="flat" cmpd="sng" algn="ctr">
              <a:solidFill>
                <a:srgbClr val="000000"/>
              </a:solidFill>
              <a:prstDash val="solid"/>
            </a:ln>
            <a:effectLst/>
          </p:spPr>
        </p:cxnSp>
        <p:cxnSp>
          <p:nvCxnSpPr>
            <p:cNvPr id="1037" name="Straight Connector 1036">
              <a:extLst>
                <a:ext uri="{FF2B5EF4-FFF2-40B4-BE49-F238E27FC236}">
                  <a16:creationId xmlns:a16="http://schemas.microsoft.com/office/drawing/2014/main" id="{6AB3C32F-A2C3-51EA-207E-E2ACACD3080D}"/>
                </a:ext>
              </a:extLst>
            </p:cNvPr>
            <p:cNvCxnSpPr>
              <a:cxnSpLocks/>
              <a:stCxn id="739" idx="0"/>
              <a:endCxn id="759" idx="0"/>
            </p:cNvCxnSpPr>
            <p:nvPr/>
          </p:nvCxnSpPr>
          <p:spPr>
            <a:xfrm flipV="1">
              <a:off x="7850000" y="3809492"/>
              <a:ext cx="1227193" cy="139355"/>
            </a:xfrm>
            <a:prstGeom prst="line">
              <a:avLst/>
            </a:prstGeom>
            <a:noFill/>
            <a:ln w="12700" cap="flat" cmpd="sng" algn="ctr">
              <a:solidFill>
                <a:srgbClr val="000000"/>
              </a:solidFill>
              <a:prstDash val="solid"/>
            </a:ln>
            <a:effectLst/>
          </p:spPr>
        </p:cxnSp>
        <p:cxnSp>
          <p:nvCxnSpPr>
            <p:cNvPr id="1038" name="Straight Connector 1037">
              <a:extLst>
                <a:ext uri="{FF2B5EF4-FFF2-40B4-BE49-F238E27FC236}">
                  <a16:creationId xmlns:a16="http://schemas.microsoft.com/office/drawing/2014/main" id="{62502F47-6D07-AE9B-3C0F-00099E56F7D3}"/>
                </a:ext>
              </a:extLst>
            </p:cNvPr>
            <p:cNvCxnSpPr>
              <a:cxnSpLocks/>
              <a:stCxn id="712" idx="1"/>
              <a:endCxn id="719" idx="7"/>
            </p:cNvCxnSpPr>
            <p:nvPr/>
          </p:nvCxnSpPr>
          <p:spPr>
            <a:xfrm flipH="1" flipV="1">
              <a:off x="8755029" y="3305399"/>
              <a:ext cx="720694" cy="109454"/>
            </a:xfrm>
            <a:prstGeom prst="line">
              <a:avLst/>
            </a:prstGeom>
            <a:noFill/>
            <a:ln w="12700" cap="flat" cmpd="sng" algn="ctr">
              <a:solidFill>
                <a:srgbClr val="000000"/>
              </a:solidFill>
              <a:prstDash val="solid"/>
            </a:ln>
            <a:effectLst/>
          </p:spPr>
        </p:cxnSp>
        <p:cxnSp>
          <p:nvCxnSpPr>
            <p:cNvPr id="1039" name="Straight Connector 1038">
              <a:extLst>
                <a:ext uri="{FF2B5EF4-FFF2-40B4-BE49-F238E27FC236}">
                  <a16:creationId xmlns:a16="http://schemas.microsoft.com/office/drawing/2014/main" id="{DC40C6A4-C4FF-300B-6606-C3ADC93E50CC}"/>
                </a:ext>
              </a:extLst>
            </p:cNvPr>
            <p:cNvCxnSpPr>
              <a:cxnSpLocks/>
              <a:stCxn id="753" idx="1"/>
              <a:endCxn id="732" idx="2"/>
            </p:cNvCxnSpPr>
            <p:nvPr/>
          </p:nvCxnSpPr>
          <p:spPr>
            <a:xfrm>
              <a:off x="7733716" y="3266168"/>
              <a:ext cx="708396" cy="336238"/>
            </a:xfrm>
            <a:prstGeom prst="line">
              <a:avLst/>
            </a:prstGeom>
            <a:noFill/>
            <a:ln w="12700" cap="flat" cmpd="sng" algn="ctr">
              <a:solidFill>
                <a:srgbClr val="000000"/>
              </a:solidFill>
              <a:prstDash val="solid"/>
            </a:ln>
            <a:effectLst/>
          </p:spPr>
        </p:cxnSp>
        <p:cxnSp>
          <p:nvCxnSpPr>
            <p:cNvPr id="1040" name="Straight Connector 1039">
              <a:extLst>
                <a:ext uri="{FF2B5EF4-FFF2-40B4-BE49-F238E27FC236}">
                  <a16:creationId xmlns:a16="http://schemas.microsoft.com/office/drawing/2014/main" id="{E8C1C095-96B9-EB99-D1EA-C028D153350A}"/>
                </a:ext>
              </a:extLst>
            </p:cNvPr>
            <p:cNvCxnSpPr>
              <a:cxnSpLocks/>
              <a:stCxn id="731" idx="4"/>
            </p:cNvCxnSpPr>
            <p:nvPr/>
          </p:nvCxnSpPr>
          <p:spPr>
            <a:xfrm flipH="1">
              <a:off x="7898371" y="3553880"/>
              <a:ext cx="423147" cy="304329"/>
            </a:xfrm>
            <a:prstGeom prst="line">
              <a:avLst/>
            </a:prstGeom>
            <a:noFill/>
            <a:ln w="12700" cap="flat" cmpd="sng" algn="ctr">
              <a:solidFill>
                <a:srgbClr val="000000"/>
              </a:solidFill>
              <a:prstDash val="solid"/>
            </a:ln>
            <a:effectLst/>
          </p:spPr>
        </p:cxnSp>
        <p:cxnSp>
          <p:nvCxnSpPr>
            <p:cNvPr id="1041" name="Straight Connector 1040">
              <a:extLst>
                <a:ext uri="{FF2B5EF4-FFF2-40B4-BE49-F238E27FC236}">
                  <a16:creationId xmlns:a16="http://schemas.microsoft.com/office/drawing/2014/main" id="{23E00E9D-CD2A-A1B1-F816-C4A768BFE55E}"/>
                </a:ext>
              </a:extLst>
            </p:cNvPr>
            <p:cNvCxnSpPr>
              <a:cxnSpLocks/>
              <a:stCxn id="719" idx="0"/>
              <a:endCxn id="732" idx="1"/>
            </p:cNvCxnSpPr>
            <p:nvPr/>
          </p:nvCxnSpPr>
          <p:spPr>
            <a:xfrm flipH="1">
              <a:off x="8447720" y="3327369"/>
              <a:ext cx="167834" cy="273796"/>
            </a:xfrm>
            <a:prstGeom prst="line">
              <a:avLst/>
            </a:prstGeom>
            <a:noFill/>
            <a:ln w="12700" cap="flat" cmpd="sng" algn="ctr">
              <a:solidFill>
                <a:srgbClr val="000000"/>
              </a:solidFill>
              <a:prstDash val="solid"/>
            </a:ln>
            <a:effectLst/>
          </p:spPr>
        </p:cxnSp>
        <p:cxnSp>
          <p:nvCxnSpPr>
            <p:cNvPr id="1042" name="Straight Connector 1041">
              <a:extLst>
                <a:ext uri="{FF2B5EF4-FFF2-40B4-BE49-F238E27FC236}">
                  <a16:creationId xmlns:a16="http://schemas.microsoft.com/office/drawing/2014/main" id="{4401C73E-1C17-5AA6-3407-73CD7C635941}"/>
                </a:ext>
              </a:extLst>
            </p:cNvPr>
            <p:cNvCxnSpPr>
              <a:cxnSpLocks/>
              <a:stCxn id="732" idx="1"/>
              <a:endCxn id="760" idx="3"/>
            </p:cNvCxnSpPr>
            <p:nvPr/>
          </p:nvCxnSpPr>
          <p:spPr>
            <a:xfrm>
              <a:off x="8447720" y="3601165"/>
              <a:ext cx="593510" cy="151767"/>
            </a:xfrm>
            <a:prstGeom prst="line">
              <a:avLst/>
            </a:prstGeom>
            <a:noFill/>
            <a:ln w="12700" cap="flat" cmpd="sng" algn="ctr">
              <a:solidFill>
                <a:srgbClr val="000000"/>
              </a:solidFill>
              <a:prstDash val="solid"/>
            </a:ln>
            <a:effectLst/>
          </p:spPr>
        </p:cxnSp>
        <p:cxnSp>
          <p:nvCxnSpPr>
            <p:cNvPr id="1043" name="Straight Connector 1042">
              <a:extLst>
                <a:ext uri="{FF2B5EF4-FFF2-40B4-BE49-F238E27FC236}">
                  <a16:creationId xmlns:a16="http://schemas.microsoft.com/office/drawing/2014/main" id="{BD5F52C2-9A0C-19B3-F7A1-2DAC3361A575}"/>
                </a:ext>
              </a:extLst>
            </p:cNvPr>
            <p:cNvCxnSpPr>
              <a:cxnSpLocks/>
              <a:stCxn id="712" idx="2"/>
              <a:endCxn id="762" idx="2"/>
            </p:cNvCxnSpPr>
            <p:nvPr/>
          </p:nvCxnSpPr>
          <p:spPr>
            <a:xfrm flipH="1">
              <a:off x="9122981" y="3416094"/>
              <a:ext cx="347134" cy="319959"/>
            </a:xfrm>
            <a:prstGeom prst="line">
              <a:avLst/>
            </a:prstGeom>
            <a:noFill/>
            <a:ln w="12700" cap="flat" cmpd="sng" algn="ctr">
              <a:solidFill>
                <a:srgbClr val="000000"/>
              </a:solidFill>
              <a:prstDash val="solid"/>
            </a:ln>
            <a:effectLst/>
          </p:spPr>
        </p:cxnSp>
        <p:grpSp>
          <p:nvGrpSpPr>
            <p:cNvPr id="594" name="Group 357">
              <a:extLst>
                <a:ext uri="{FF2B5EF4-FFF2-40B4-BE49-F238E27FC236}">
                  <a16:creationId xmlns:a16="http://schemas.microsoft.com/office/drawing/2014/main" id="{85E06775-9363-ED87-CF32-B8BF8EF449FD}"/>
                </a:ext>
              </a:extLst>
            </p:cNvPr>
            <p:cNvGrpSpPr>
              <a:grpSpLocks noChangeAspect="1"/>
            </p:cNvGrpSpPr>
            <p:nvPr/>
          </p:nvGrpSpPr>
          <p:grpSpPr bwMode="auto">
            <a:xfrm>
              <a:off x="7141904" y="3536019"/>
              <a:ext cx="395606" cy="205581"/>
              <a:chOff x="1871277" y="1576300"/>
              <a:chExt cx="1128371" cy="437861"/>
            </a:xfrm>
          </p:grpSpPr>
          <p:sp>
            <p:nvSpPr>
              <p:cNvPr id="595" name="Oval 594">
                <a:extLst>
                  <a:ext uri="{FF2B5EF4-FFF2-40B4-BE49-F238E27FC236}">
                    <a16:creationId xmlns:a16="http://schemas.microsoft.com/office/drawing/2014/main" id="{C6BD7D84-F980-F3E9-D7FE-B9B3CCAE710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96" name="Rectangle 595">
                <a:extLst>
                  <a:ext uri="{FF2B5EF4-FFF2-40B4-BE49-F238E27FC236}">
                    <a16:creationId xmlns:a16="http://schemas.microsoft.com/office/drawing/2014/main" id="{2C23311D-8933-9847-3A6A-A5E83578FD46}"/>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97" name="Oval 596">
                <a:extLst>
                  <a:ext uri="{FF2B5EF4-FFF2-40B4-BE49-F238E27FC236}">
                    <a16:creationId xmlns:a16="http://schemas.microsoft.com/office/drawing/2014/main" id="{B270CFAE-16D9-345C-7176-CB59334E8C0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98" name="Freeform 462">
                <a:extLst>
                  <a:ext uri="{FF2B5EF4-FFF2-40B4-BE49-F238E27FC236}">
                    <a16:creationId xmlns:a16="http://schemas.microsoft.com/office/drawing/2014/main" id="{1FBD04C0-656D-7CBF-9D0E-9D811199FAD5}"/>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99" name="Freeform 463">
                <a:extLst>
                  <a:ext uri="{FF2B5EF4-FFF2-40B4-BE49-F238E27FC236}">
                    <a16:creationId xmlns:a16="http://schemas.microsoft.com/office/drawing/2014/main" id="{9EEFE71B-CEFC-D111-0502-C7EFE1EF6ED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0" name="Freeform 464">
                <a:extLst>
                  <a:ext uri="{FF2B5EF4-FFF2-40B4-BE49-F238E27FC236}">
                    <a16:creationId xmlns:a16="http://schemas.microsoft.com/office/drawing/2014/main" id="{5AA4E2C7-EC14-625A-82B4-EA9EAE08FEF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1" name="Freeform 465">
                <a:extLst>
                  <a:ext uri="{FF2B5EF4-FFF2-40B4-BE49-F238E27FC236}">
                    <a16:creationId xmlns:a16="http://schemas.microsoft.com/office/drawing/2014/main" id="{39BA18C0-33E1-68F9-00E8-342ABEE2836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02" name="Straight Connector 601">
                <a:extLst>
                  <a:ext uri="{FF2B5EF4-FFF2-40B4-BE49-F238E27FC236}">
                    <a16:creationId xmlns:a16="http://schemas.microsoft.com/office/drawing/2014/main" id="{46DD88A0-2990-2E1B-6832-741C349AEA15}"/>
                  </a:ext>
                </a:extLst>
              </p:cNvPr>
              <p:cNvCxnSpPr>
                <a:cxnSpLocks noChangeShapeType="1"/>
                <a:endCxn id="59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03" name="Straight Connector 602">
                <a:extLst>
                  <a:ext uri="{FF2B5EF4-FFF2-40B4-BE49-F238E27FC236}">
                    <a16:creationId xmlns:a16="http://schemas.microsoft.com/office/drawing/2014/main" id="{9E518A83-78C8-BC97-0E03-F25682D585E8}"/>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06" name="Group 357">
              <a:extLst>
                <a:ext uri="{FF2B5EF4-FFF2-40B4-BE49-F238E27FC236}">
                  <a16:creationId xmlns:a16="http://schemas.microsoft.com/office/drawing/2014/main" id="{CB37DB40-B33E-DD67-B876-64977EC48749}"/>
                </a:ext>
              </a:extLst>
            </p:cNvPr>
            <p:cNvGrpSpPr>
              <a:grpSpLocks noChangeAspect="1"/>
            </p:cNvGrpSpPr>
            <p:nvPr/>
          </p:nvGrpSpPr>
          <p:grpSpPr bwMode="auto">
            <a:xfrm>
              <a:off x="9227079" y="3339515"/>
              <a:ext cx="395606" cy="205581"/>
              <a:chOff x="1871277" y="1576300"/>
              <a:chExt cx="1128371" cy="437861"/>
            </a:xfrm>
          </p:grpSpPr>
          <p:sp>
            <p:nvSpPr>
              <p:cNvPr id="707" name="Oval 706">
                <a:extLst>
                  <a:ext uri="{FF2B5EF4-FFF2-40B4-BE49-F238E27FC236}">
                    <a16:creationId xmlns:a16="http://schemas.microsoft.com/office/drawing/2014/main" id="{70F22842-3498-05F2-DD2A-431DD786413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08" name="Rectangle 707">
                <a:extLst>
                  <a:ext uri="{FF2B5EF4-FFF2-40B4-BE49-F238E27FC236}">
                    <a16:creationId xmlns:a16="http://schemas.microsoft.com/office/drawing/2014/main" id="{D19CBD45-472F-AD09-DADC-2C5EA124D01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09" name="Oval 708">
                <a:extLst>
                  <a:ext uri="{FF2B5EF4-FFF2-40B4-BE49-F238E27FC236}">
                    <a16:creationId xmlns:a16="http://schemas.microsoft.com/office/drawing/2014/main" id="{391C8437-BE44-5424-6651-D375123D5255}"/>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10" name="Freeform 462">
                <a:extLst>
                  <a:ext uri="{FF2B5EF4-FFF2-40B4-BE49-F238E27FC236}">
                    <a16:creationId xmlns:a16="http://schemas.microsoft.com/office/drawing/2014/main" id="{4C1B95AD-4368-5210-7FB9-DEFA539EBED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11" name="Freeform 463">
                <a:extLst>
                  <a:ext uri="{FF2B5EF4-FFF2-40B4-BE49-F238E27FC236}">
                    <a16:creationId xmlns:a16="http://schemas.microsoft.com/office/drawing/2014/main" id="{5F199FD7-3D1A-957C-46AA-871F242FDA87}"/>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2" name="Freeform 464">
                <a:extLst>
                  <a:ext uri="{FF2B5EF4-FFF2-40B4-BE49-F238E27FC236}">
                    <a16:creationId xmlns:a16="http://schemas.microsoft.com/office/drawing/2014/main" id="{327BFD36-983D-5CD3-DD19-133234EA096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3" name="Freeform 465">
                <a:extLst>
                  <a:ext uri="{FF2B5EF4-FFF2-40B4-BE49-F238E27FC236}">
                    <a16:creationId xmlns:a16="http://schemas.microsoft.com/office/drawing/2014/main" id="{D71C7E25-DA8B-ADF3-F10C-7D5CC0FEC677}"/>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14" name="Straight Connector 713">
                <a:extLst>
                  <a:ext uri="{FF2B5EF4-FFF2-40B4-BE49-F238E27FC236}">
                    <a16:creationId xmlns:a16="http://schemas.microsoft.com/office/drawing/2014/main" id="{D8F9ED09-7BC6-3152-140F-77C16DA69A37}"/>
                  </a:ext>
                </a:extLst>
              </p:cNvPr>
              <p:cNvCxnSpPr>
                <a:cxnSpLocks noChangeShapeType="1"/>
                <a:endCxn id="70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15" name="Straight Connector 714">
                <a:extLst>
                  <a:ext uri="{FF2B5EF4-FFF2-40B4-BE49-F238E27FC236}">
                    <a16:creationId xmlns:a16="http://schemas.microsoft.com/office/drawing/2014/main" id="{D4B52B54-5CB1-D785-CCBB-A4C6E3FCA08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16" name="Group 357">
              <a:extLst>
                <a:ext uri="{FF2B5EF4-FFF2-40B4-BE49-F238E27FC236}">
                  <a16:creationId xmlns:a16="http://schemas.microsoft.com/office/drawing/2014/main" id="{37947B94-A8EA-004E-D689-F85A25A6EF60}"/>
                </a:ext>
              </a:extLst>
            </p:cNvPr>
            <p:cNvGrpSpPr>
              <a:grpSpLocks noChangeAspect="1"/>
            </p:cNvGrpSpPr>
            <p:nvPr/>
          </p:nvGrpSpPr>
          <p:grpSpPr bwMode="auto">
            <a:xfrm>
              <a:off x="8418306" y="3177351"/>
              <a:ext cx="395606" cy="205581"/>
              <a:chOff x="1871277" y="1576300"/>
              <a:chExt cx="1128371" cy="437861"/>
            </a:xfrm>
          </p:grpSpPr>
          <p:sp>
            <p:nvSpPr>
              <p:cNvPr id="717" name="Oval 716">
                <a:extLst>
                  <a:ext uri="{FF2B5EF4-FFF2-40B4-BE49-F238E27FC236}">
                    <a16:creationId xmlns:a16="http://schemas.microsoft.com/office/drawing/2014/main" id="{080A1D04-FCC2-71C1-05C2-2C66A325858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18" name="Rectangle 717">
                <a:extLst>
                  <a:ext uri="{FF2B5EF4-FFF2-40B4-BE49-F238E27FC236}">
                    <a16:creationId xmlns:a16="http://schemas.microsoft.com/office/drawing/2014/main" id="{AB98A9B3-ED85-EA5D-176D-14B1800FFC5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19" name="Oval 718">
                <a:extLst>
                  <a:ext uri="{FF2B5EF4-FFF2-40B4-BE49-F238E27FC236}">
                    <a16:creationId xmlns:a16="http://schemas.microsoft.com/office/drawing/2014/main" id="{93F5C4D1-1038-729E-3865-8956819D892E}"/>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20" name="Freeform 462">
                <a:extLst>
                  <a:ext uri="{FF2B5EF4-FFF2-40B4-BE49-F238E27FC236}">
                    <a16:creationId xmlns:a16="http://schemas.microsoft.com/office/drawing/2014/main" id="{9D7F5109-291D-467D-731E-3037E3E13A4C}"/>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21" name="Freeform 463">
                <a:extLst>
                  <a:ext uri="{FF2B5EF4-FFF2-40B4-BE49-F238E27FC236}">
                    <a16:creationId xmlns:a16="http://schemas.microsoft.com/office/drawing/2014/main" id="{78C693EB-7B2D-0DC8-FE43-DCF15BA45AC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2" name="Freeform 464">
                <a:extLst>
                  <a:ext uri="{FF2B5EF4-FFF2-40B4-BE49-F238E27FC236}">
                    <a16:creationId xmlns:a16="http://schemas.microsoft.com/office/drawing/2014/main" id="{CDA04AD2-7459-8EA3-5870-DC69EAA0A7C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3" name="Freeform 465">
                <a:extLst>
                  <a:ext uri="{FF2B5EF4-FFF2-40B4-BE49-F238E27FC236}">
                    <a16:creationId xmlns:a16="http://schemas.microsoft.com/office/drawing/2014/main" id="{072C5F49-2FF6-7A10-7042-1A487BA4577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24" name="Straight Connector 723">
                <a:extLst>
                  <a:ext uri="{FF2B5EF4-FFF2-40B4-BE49-F238E27FC236}">
                    <a16:creationId xmlns:a16="http://schemas.microsoft.com/office/drawing/2014/main" id="{FD0E8C23-1801-5DD8-5D1E-8DE642C1C682}"/>
                  </a:ext>
                </a:extLst>
              </p:cNvPr>
              <p:cNvCxnSpPr>
                <a:cxnSpLocks noChangeShapeType="1"/>
                <a:endCxn id="71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25" name="Straight Connector 724">
                <a:extLst>
                  <a:ext uri="{FF2B5EF4-FFF2-40B4-BE49-F238E27FC236}">
                    <a16:creationId xmlns:a16="http://schemas.microsoft.com/office/drawing/2014/main" id="{48FCEFFF-5541-E1EE-8387-8E22EDD74CF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26" name="Group 357">
              <a:extLst>
                <a:ext uri="{FF2B5EF4-FFF2-40B4-BE49-F238E27FC236}">
                  <a16:creationId xmlns:a16="http://schemas.microsoft.com/office/drawing/2014/main" id="{AF5FB145-84DB-2BE1-B43F-EEB8C90CAB60}"/>
                </a:ext>
              </a:extLst>
            </p:cNvPr>
            <p:cNvGrpSpPr>
              <a:grpSpLocks noChangeAspect="1"/>
            </p:cNvGrpSpPr>
            <p:nvPr/>
          </p:nvGrpSpPr>
          <p:grpSpPr bwMode="auto">
            <a:xfrm>
              <a:off x="8199076" y="3525827"/>
              <a:ext cx="395606" cy="205581"/>
              <a:chOff x="1871277" y="1576300"/>
              <a:chExt cx="1128371" cy="437861"/>
            </a:xfrm>
          </p:grpSpPr>
          <p:sp>
            <p:nvSpPr>
              <p:cNvPr id="727" name="Oval 726">
                <a:extLst>
                  <a:ext uri="{FF2B5EF4-FFF2-40B4-BE49-F238E27FC236}">
                    <a16:creationId xmlns:a16="http://schemas.microsoft.com/office/drawing/2014/main" id="{E98F8A11-E874-EF86-EC03-51A23039134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28" name="Rectangle 727">
                <a:extLst>
                  <a:ext uri="{FF2B5EF4-FFF2-40B4-BE49-F238E27FC236}">
                    <a16:creationId xmlns:a16="http://schemas.microsoft.com/office/drawing/2014/main" id="{2D3A3879-35DF-EA4D-B016-340C2676803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29" name="Oval 728">
                <a:extLst>
                  <a:ext uri="{FF2B5EF4-FFF2-40B4-BE49-F238E27FC236}">
                    <a16:creationId xmlns:a16="http://schemas.microsoft.com/office/drawing/2014/main" id="{DBE15C60-921B-FC9E-E44D-8C87A277E31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30" name="Freeform 462">
                <a:extLst>
                  <a:ext uri="{FF2B5EF4-FFF2-40B4-BE49-F238E27FC236}">
                    <a16:creationId xmlns:a16="http://schemas.microsoft.com/office/drawing/2014/main" id="{BD771292-BA04-3100-772D-52D50451A85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31" name="Freeform 463">
                <a:extLst>
                  <a:ext uri="{FF2B5EF4-FFF2-40B4-BE49-F238E27FC236}">
                    <a16:creationId xmlns:a16="http://schemas.microsoft.com/office/drawing/2014/main" id="{6F8397E0-F8A7-3DFF-124F-8169E15EECB7}"/>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2" name="Freeform 464">
                <a:extLst>
                  <a:ext uri="{FF2B5EF4-FFF2-40B4-BE49-F238E27FC236}">
                    <a16:creationId xmlns:a16="http://schemas.microsoft.com/office/drawing/2014/main" id="{CD79AADC-CA9B-08FA-248B-2797CCB975E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3" name="Freeform 465">
                <a:extLst>
                  <a:ext uri="{FF2B5EF4-FFF2-40B4-BE49-F238E27FC236}">
                    <a16:creationId xmlns:a16="http://schemas.microsoft.com/office/drawing/2014/main" id="{C839AFCF-FAFD-37C0-F8D4-30239B7978E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34" name="Straight Connector 733">
                <a:extLst>
                  <a:ext uri="{FF2B5EF4-FFF2-40B4-BE49-F238E27FC236}">
                    <a16:creationId xmlns:a16="http://schemas.microsoft.com/office/drawing/2014/main" id="{1F433079-5316-D916-0A34-14224B90FC8F}"/>
                  </a:ext>
                </a:extLst>
              </p:cNvPr>
              <p:cNvCxnSpPr>
                <a:cxnSpLocks noChangeShapeType="1"/>
                <a:endCxn id="72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35" name="Straight Connector 734">
                <a:extLst>
                  <a:ext uri="{FF2B5EF4-FFF2-40B4-BE49-F238E27FC236}">
                    <a16:creationId xmlns:a16="http://schemas.microsoft.com/office/drawing/2014/main" id="{C8660919-646F-7818-74CD-669B5BE33D56}"/>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36" name="Group 357">
              <a:extLst>
                <a:ext uri="{FF2B5EF4-FFF2-40B4-BE49-F238E27FC236}">
                  <a16:creationId xmlns:a16="http://schemas.microsoft.com/office/drawing/2014/main" id="{25CB6561-221D-2D04-A374-B2B270543B22}"/>
                </a:ext>
              </a:extLst>
            </p:cNvPr>
            <p:cNvGrpSpPr>
              <a:grpSpLocks noChangeAspect="1"/>
            </p:cNvGrpSpPr>
            <p:nvPr/>
          </p:nvGrpSpPr>
          <p:grpSpPr bwMode="auto">
            <a:xfrm>
              <a:off x="7652752" y="3798829"/>
              <a:ext cx="395606" cy="205581"/>
              <a:chOff x="1871277" y="1576300"/>
              <a:chExt cx="1128371" cy="437861"/>
            </a:xfrm>
          </p:grpSpPr>
          <p:sp>
            <p:nvSpPr>
              <p:cNvPr id="737" name="Oval 736">
                <a:extLst>
                  <a:ext uri="{FF2B5EF4-FFF2-40B4-BE49-F238E27FC236}">
                    <a16:creationId xmlns:a16="http://schemas.microsoft.com/office/drawing/2014/main" id="{8E548007-0286-F309-425C-8404C75339B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38" name="Rectangle 737">
                <a:extLst>
                  <a:ext uri="{FF2B5EF4-FFF2-40B4-BE49-F238E27FC236}">
                    <a16:creationId xmlns:a16="http://schemas.microsoft.com/office/drawing/2014/main" id="{E01D67F8-30E3-08AF-41DB-774431A10195}"/>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39" name="Oval 738">
                <a:extLst>
                  <a:ext uri="{FF2B5EF4-FFF2-40B4-BE49-F238E27FC236}">
                    <a16:creationId xmlns:a16="http://schemas.microsoft.com/office/drawing/2014/main" id="{6B3C842D-790E-1681-4F0A-CFCC87744D0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40" name="Freeform 462">
                <a:extLst>
                  <a:ext uri="{FF2B5EF4-FFF2-40B4-BE49-F238E27FC236}">
                    <a16:creationId xmlns:a16="http://schemas.microsoft.com/office/drawing/2014/main" id="{0F9430FC-6277-AC95-0262-3F98237B96A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1" name="Freeform 463">
                <a:extLst>
                  <a:ext uri="{FF2B5EF4-FFF2-40B4-BE49-F238E27FC236}">
                    <a16:creationId xmlns:a16="http://schemas.microsoft.com/office/drawing/2014/main" id="{A9D6A4C8-3366-050D-1CC6-6173B863497D}"/>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2" name="Freeform 464">
                <a:extLst>
                  <a:ext uri="{FF2B5EF4-FFF2-40B4-BE49-F238E27FC236}">
                    <a16:creationId xmlns:a16="http://schemas.microsoft.com/office/drawing/2014/main" id="{3ADB8AD1-D174-7D44-1670-A9F707CF68B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3" name="Freeform 465">
                <a:extLst>
                  <a:ext uri="{FF2B5EF4-FFF2-40B4-BE49-F238E27FC236}">
                    <a16:creationId xmlns:a16="http://schemas.microsoft.com/office/drawing/2014/main" id="{3190AA86-8C95-9B4C-43E4-8B6773D4AC1F}"/>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44" name="Straight Connector 743">
                <a:extLst>
                  <a:ext uri="{FF2B5EF4-FFF2-40B4-BE49-F238E27FC236}">
                    <a16:creationId xmlns:a16="http://schemas.microsoft.com/office/drawing/2014/main" id="{0C884C8B-0071-7799-9956-E92E8010721B}"/>
                  </a:ext>
                </a:extLst>
              </p:cNvPr>
              <p:cNvCxnSpPr>
                <a:cxnSpLocks noChangeShapeType="1"/>
                <a:endCxn id="73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45" name="Straight Connector 744">
                <a:extLst>
                  <a:ext uri="{FF2B5EF4-FFF2-40B4-BE49-F238E27FC236}">
                    <a16:creationId xmlns:a16="http://schemas.microsoft.com/office/drawing/2014/main" id="{C4ACB773-8C02-1981-CEA3-8944FF33242C}"/>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46" name="Group 357">
              <a:extLst>
                <a:ext uri="{FF2B5EF4-FFF2-40B4-BE49-F238E27FC236}">
                  <a16:creationId xmlns:a16="http://schemas.microsoft.com/office/drawing/2014/main" id="{F0AFB07E-4F36-2861-0E5A-06B528006009}"/>
                </a:ext>
              </a:extLst>
            </p:cNvPr>
            <p:cNvGrpSpPr>
              <a:grpSpLocks noChangeAspect="1"/>
            </p:cNvGrpSpPr>
            <p:nvPr/>
          </p:nvGrpSpPr>
          <p:grpSpPr bwMode="auto">
            <a:xfrm>
              <a:off x="7641949" y="3191241"/>
              <a:ext cx="395606" cy="205581"/>
              <a:chOff x="1871277" y="1576300"/>
              <a:chExt cx="1128371" cy="437861"/>
            </a:xfrm>
          </p:grpSpPr>
          <p:sp>
            <p:nvSpPr>
              <p:cNvPr id="747" name="Oval 746">
                <a:extLst>
                  <a:ext uri="{FF2B5EF4-FFF2-40B4-BE49-F238E27FC236}">
                    <a16:creationId xmlns:a16="http://schemas.microsoft.com/office/drawing/2014/main" id="{A7AD7F32-AF8A-ACD9-EBB3-3DD59CA5005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48" name="Rectangle 747">
                <a:extLst>
                  <a:ext uri="{FF2B5EF4-FFF2-40B4-BE49-F238E27FC236}">
                    <a16:creationId xmlns:a16="http://schemas.microsoft.com/office/drawing/2014/main" id="{A867E60D-D40D-8F6F-EA7E-3FE49E78489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9" name="Oval 748">
                <a:extLst>
                  <a:ext uri="{FF2B5EF4-FFF2-40B4-BE49-F238E27FC236}">
                    <a16:creationId xmlns:a16="http://schemas.microsoft.com/office/drawing/2014/main" id="{6CAA0125-9449-010A-9B82-BBE406DA6D8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50" name="Freeform 462">
                <a:extLst>
                  <a:ext uri="{FF2B5EF4-FFF2-40B4-BE49-F238E27FC236}">
                    <a16:creationId xmlns:a16="http://schemas.microsoft.com/office/drawing/2014/main" id="{14C4217A-9008-063E-141A-FCD3451E679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51" name="Freeform 463">
                <a:extLst>
                  <a:ext uri="{FF2B5EF4-FFF2-40B4-BE49-F238E27FC236}">
                    <a16:creationId xmlns:a16="http://schemas.microsoft.com/office/drawing/2014/main" id="{5C9875CB-F362-D31F-2D04-684D213A678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2" name="Freeform 464">
                <a:extLst>
                  <a:ext uri="{FF2B5EF4-FFF2-40B4-BE49-F238E27FC236}">
                    <a16:creationId xmlns:a16="http://schemas.microsoft.com/office/drawing/2014/main" id="{B36B159A-D320-6220-F7B0-BB64C3DC398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3" name="Freeform 465">
                <a:extLst>
                  <a:ext uri="{FF2B5EF4-FFF2-40B4-BE49-F238E27FC236}">
                    <a16:creationId xmlns:a16="http://schemas.microsoft.com/office/drawing/2014/main" id="{3CD3206F-A8BF-3A9D-BA53-9D7400DD7FA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54" name="Straight Connector 753">
                <a:extLst>
                  <a:ext uri="{FF2B5EF4-FFF2-40B4-BE49-F238E27FC236}">
                    <a16:creationId xmlns:a16="http://schemas.microsoft.com/office/drawing/2014/main" id="{A74C04F4-1DED-A013-6BFE-30B5D6245A6B}"/>
                  </a:ext>
                </a:extLst>
              </p:cNvPr>
              <p:cNvCxnSpPr>
                <a:cxnSpLocks noChangeShapeType="1"/>
                <a:endCxn id="7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55" name="Straight Connector 754">
                <a:extLst>
                  <a:ext uri="{FF2B5EF4-FFF2-40B4-BE49-F238E27FC236}">
                    <a16:creationId xmlns:a16="http://schemas.microsoft.com/office/drawing/2014/main" id="{5311A7B7-2EA8-240F-2C3B-DADE75C7940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56" name="Group 357">
              <a:extLst>
                <a:ext uri="{FF2B5EF4-FFF2-40B4-BE49-F238E27FC236}">
                  <a16:creationId xmlns:a16="http://schemas.microsoft.com/office/drawing/2014/main" id="{9ED0054E-1986-43F6-B7C9-B0551564A4B4}"/>
                </a:ext>
              </a:extLst>
            </p:cNvPr>
            <p:cNvGrpSpPr>
              <a:grpSpLocks noChangeAspect="1"/>
            </p:cNvGrpSpPr>
            <p:nvPr/>
          </p:nvGrpSpPr>
          <p:grpSpPr bwMode="auto">
            <a:xfrm>
              <a:off x="8879945" y="3659474"/>
              <a:ext cx="395606" cy="205581"/>
              <a:chOff x="1871277" y="1576300"/>
              <a:chExt cx="1128371" cy="437861"/>
            </a:xfrm>
          </p:grpSpPr>
          <p:sp>
            <p:nvSpPr>
              <p:cNvPr id="757" name="Oval 756">
                <a:extLst>
                  <a:ext uri="{FF2B5EF4-FFF2-40B4-BE49-F238E27FC236}">
                    <a16:creationId xmlns:a16="http://schemas.microsoft.com/office/drawing/2014/main" id="{2C6B9B87-2498-D43D-572C-665E3DB74AB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58" name="Rectangle 757">
                <a:extLst>
                  <a:ext uri="{FF2B5EF4-FFF2-40B4-BE49-F238E27FC236}">
                    <a16:creationId xmlns:a16="http://schemas.microsoft.com/office/drawing/2014/main" id="{4329C1A3-173B-4C57-89B9-FE89E7EBE3D7}"/>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59" name="Oval 758">
                <a:extLst>
                  <a:ext uri="{FF2B5EF4-FFF2-40B4-BE49-F238E27FC236}">
                    <a16:creationId xmlns:a16="http://schemas.microsoft.com/office/drawing/2014/main" id="{9BACCFB7-6308-B7D4-42B8-0B02F09D1FB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60" name="Freeform 462">
                <a:extLst>
                  <a:ext uri="{FF2B5EF4-FFF2-40B4-BE49-F238E27FC236}">
                    <a16:creationId xmlns:a16="http://schemas.microsoft.com/office/drawing/2014/main" id="{234F5979-ED8A-1587-2AB7-B2ACC562D3F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1" name="Freeform 463">
                <a:extLst>
                  <a:ext uri="{FF2B5EF4-FFF2-40B4-BE49-F238E27FC236}">
                    <a16:creationId xmlns:a16="http://schemas.microsoft.com/office/drawing/2014/main" id="{3077521F-98BC-E4BA-8317-740414ABA0A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2" name="Freeform 464">
                <a:extLst>
                  <a:ext uri="{FF2B5EF4-FFF2-40B4-BE49-F238E27FC236}">
                    <a16:creationId xmlns:a16="http://schemas.microsoft.com/office/drawing/2014/main" id="{1F4C86B2-1E32-81EE-176A-3A7051534BD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3" name="Freeform 465">
                <a:extLst>
                  <a:ext uri="{FF2B5EF4-FFF2-40B4-BE49-F238E27FC236}">
                    <a16:creationId xmlns:a16="http://schemas.microsoft.com/office/drawing/2014/main" id="{D7F38570-C029-DA64-2A17-C781C5F3303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64" name="Straight Connector 763">
                <a:extLst>
                  <a:ext uri="{FF2B5EF4-FFF2-40B4-BE49-F238E27FC236}">
                    <a16:creationId xmlns:a16="http://schemas.microsoft.com/office/drawing/2014/main" id="{4F3EA222-5748-8860-7BC2-98B9986A0BFE}"/>
                  </a:ext>
                </a:extLst>
              </p:cNvPr>
              <p:cNvCxnSpPr>
                <a:cxnSpLocks noChangeShapeType="1"/>
                <a:endCxn id="75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65" name="Straight Connector 764">
                <a:extLst>
                  <a:ext uri="{FF2B5EF4-FFF2-40B4-BE49-F238E27FC236}">
                    <a16:creationId xmlns:a16="http://schemas.microsoft.com/office/drawing/2014/main" id="{ACD79E41-0A24-92C8-32EE-7747E24CE2BF}"/>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0" name="Group 1079">
            <a:extLst>
              <a:ext uri="{FF2B5EF4-FFF2-40B4-BE49-F238E27FC236}">
                <a16:creationId xmlns:a16="http://schemas.microsoft.com/office/drawing/2014/main" id="{56FFC872-706C-D017-6611-330BFE07C7DF}"/>
              </a:ext>
            </a:extLst>
          </p:cNvPr>
          <p:cNvGrpSpPr/>
          <p:nvPr/>
        </p:nvGrpSpPr>
        <p:grpSpPr>
          <a:xfrm>
            <a:off x="4394530" y="2533058"/>
            <a:ext cx="3118123" cy="770101"/>
            <a:chOff x="3984225" y="2462720"/>
            <a:chExt cx="3118123" cy="770101"/>
          </a:xfrm>
        </p:grpSpPr>
        <p:cxnSp>
          <p:nvCxnSpPr>
            <p:cNvPr id="919" name="Straight Connector 918">
              <a:extLst>
                <a:ext uri="{FF2B5EF4-FFF2-40B4-BE49-F238E27FC236}">
                  <a16:creationId xmlns:a16="http://schemas.microsoft.com/office/drawing/2014/main" id="{8779FB8D-8B30-EEB1-F21D-674B80F1C05A}"/>
                </a:ext>
              </a:extLst>
            </p:cNvPr>
            <p:cNvCxnSpPr>
              <a:cxnSpLocks/>
              <a:stCxn id="590" idx="2"/>
              <a:endCxn id="652" idx="3"/>
            </p:cNvCxnSpPr>
            <p:nvPr/>
          </p:nvCxnSpPr>
          <p:spPr>
            <a:xfrm>
              <a:off x="4227261" y="2708439"/>
              <a:ext cx="941379" cy="392806"/>
            </a:xfrm>
            <a:prstGeom prst="line">
              <a:avLst/>
            </a:prstGeom>
            <a:noFill/>
            <a:ln w="12700" cap="flat" cmpd="sng" algn="ctr">
              <a:solidFill>
                <a:srgbClr val="000000"/>
              </a:solidFill>
              <a:prstDash val="solid"/>
            </a:ln>
            <a:effectLst/>
          </p:spPr>
        </p:cxnSp>
        <p:cxnSp>
          <p:nvCxnSpPr>
            <p:cNvPr id="922" name="Straight Connector 921">
              <a:extLst>
                <a:ext uri="{FF2B5EF4-FFF2-40B4-BE49-F238E27FC236}">
                  <a16:creationId xmlns:a16="http://schemas.microsoft.com/office/drawing/2014/main" id="{F02FF35F-4BB0-33C9-C125-A08507F88BD6}"/>
                </a:ext>
              </a:extLst>
            </p:cNvPr>
            <p:cNvCxnSpPr>
              <a:cxnSpLocks/>
              <a:stCxn id="649" idx="0"/>
              <a:endCxn id="642" idx="1"/>
            </p:cNvCxnSpPr>
            <p:nvPr/>
          </p:nvCxnSpPr>
          <p:spPr>
            <a:xfrm flipV="1">
              <a:off x="5132474" y="3066581"/>
              <a:ext cx="989427" cy="110677"/>
            </a:xfrm>
            <a:prstGeom prst="line">
              <a:avLst/>
            </a:prstGeom>
            <a:noFill/>
            <a:ln w="12700" cap="flat" cmpd="sng" algn="ctr">
              <a:solidFill>
                <a:srgbClr val="000000"/>
              </a:solidFill>
              <a:prstDash val="solid"/>
            </a:ln>
            <a:effectLst/>
          </p:spPr>
        </p:cxnSp>
        <p:cxnSp>
          <p:nvCxnSpPr>
            <p:cNvPr id="913" name="Straight Connector 912">
              <a:extLst>
                <a:ext uri="{FF2B5EF4-FFF2-40B4-BE49-F238E27FC236}">
                  <a16:creationId xmlns:a16="http://schemas.microsoft.com/office/drawing/2014/main" id="{52F984EA-C8C9-5311-8726-AFEC761F5B40}"/>
                </a:ext>
              </a:extLst>
            </p:cNvPr>
            <p:cNvCxnSpPr>
              <a:cxnSpLocks/>
              <a:stCxn id="652" idx="3"/>
              <a:endCxn id="809" idx="0"/>
            </p:cNvCxnSpPr>
            <p:nvPr/>
          </p:nvCxnSpPr>
          <p:spPr>
            <a:xfrm flipV="1">
              <a:off x="5168640" y="2664532"/>
              <a:ext cx="811266" cy="436713"/>
            </a:xfrm>
            <a:prstGeom prst="line">
              <a:avLst/>
            </a:prstGeom>
            <a:noFill/>
            <a:ln w="12700" cap="flat" cmpd="sng" algn="ctr">
              <a:solidFill>
                <a:srgbClr val="000000"/>
              </a:solidFill>
              <a:prstDash val="solid"/>
            </a:ln>
            <a:effectLst/>
          </p:spPr>
        </p:cxnSp>
        <p:cxnSp>
          <p:nvCxnSpPr>
            <p:cNvPr id="914" name="Straight Connector 913">
              <a:extLst>
                <a:ext uri="{FF2B5EF4-FFF2-40B4-BE49-F238E27FC236}">
                  <a16:creationId xmlns:a16="http://schemas.microsoft.com/office/drawing/2014/main" id="{7AD74ACD-38E3-2B1E-4951-17EDF913B243}"/>
                </a:ext>
              </a:extLst>
            </p:cNvPr>
            <p:cNvCxnSpPr>
              <a:cxnSpLocks/>
              <a:stCxn id="669" idx="0"/>
              <a:endCxn id="642" idx="2"/>
            </p:cNvCxnSpPr>
            <p:nvPr/>
          </p:nvCxnSpPr>
          <p:spPr>
            <a:xfrm flipH="1">
              <a:off x="6116293" y="2731871"/>
              <a:ext cx="787697" cy="335951"/>
            </a:xfrm>
            <a:prstGeom prst="line">
              <a:avLst/>
            </a:prstGeom>
            <a:noFill/>
            <a:ln w="12700" cap="flat" cmpd="sng" algn="ctr">
              <a:solidFill>
                <a:srgbClr val="000000"/>
              </a:solidFill>
              <a:prstDash val="solid"/>
            </a:ln>
            <a:effectLst/>
          </p:spPr>
        </p:cxnSp>
        <p:cxnSp>
          <p:nvCxnSpPr>
            <p:cNvPr id="915" name="Straight Connector 914">
              <a:extLst>
                <a:ext uri="{FF2B5EF4-FFF2-40B4-BE49-F238E27FC236}">
                  <a16:creationId xmlns:a16="http://schemas.microsoft.com/office/drawing/2014/main" id="{36D4791E-59D8-2F49-F003-FDC96B774999}"/>
                </a:ext>
              </a:extLst>
            </p:cNvPr>
            <p:cNvCxnSpPr>
              <a:cxnSpLocks/>
              <a:stCxn id="812" idx="3"/>
              <a:endCxn id="639" idx="0"/>
            </p:cNvCxnSpPr>
            <p:nvPr/>
          </p:nvCxnSpPr>
          <p:spPr>
            <a:xfrm>
              <a:off x="6016072" y="2588519"/>
              <a:ext cx="54433" cy="552742"/>
            </a:xfrm>
            <a:prstGeom prst="line">
              <a:avLst/>
            </a:prstGeom>
            <a:noFill/>
            <a:ln w="12700" cap="flat" cmpd="sng" algn="ctr">
              <a:solidFill>
                <a:srgbClr val="000000"/>
              </a:solidFill>
              <a:prstDash val="solid"/>
            </a:ln>
            <a:effectLst/>
          </p:spPr>
        </p:cxnSp>
        <p:cxnSp>
          <p:nvCxnSpPr>
            <p:cNvPr id="916" name="Straight Connector 915">
              <a:extLst>
                <a:ext uri="{FF2B5EF4-FFF2-40B4-BE49-F238E27FC236}">
                  <a16:creationId xmlns:a16="http://schemas.microsoft.com/office/drawing/2014/main" id="{34F46F64-471F-B196-8A4A-D6AE21032E5A}"/>
                </a:ext>
              </a:extLst>
            </p:cNvPr>
            <p:cNvCxnSpPr>
              <a:cxnSpLocks/>
              <a:stCxn id="812" idx="2"/>
              <a:endCxn id="672" idx="2"/>
            </p:cNvCxnSpPr>
            <p:nvPr/>
          </p:nvCxnSpPr>
          <p:spPr>
            <a:xfrm>
              <a:off x="6025694" y="2591093"/>
              <a:ext cx="924084" cy="67339"/>
            </a:xfrm>
            <a:prstGeom prst="line">
              <a:avLst/>
            </a:prstGeom>
            <a:noFill/>
            <a:ln w="12700" cap="flat" cmpd="sng" algn="ctr">
              <a:solidFill>
                <a:srgbClr val="000000"/>
              </a:solidFill>
              <a:prstDash val="solid"/>
            </a:ln>
            <a:effectLst/>
          </p:spPr>
        </p:cxnSp>
        <p:cxnSp>
          <p:nvCxnSpPr>
            <p:cNvPr id="917" name="Straight Connector 916">
              <a:extLst>
                <a:ext uri="{FF2B5EF4-FFF2-40B4-BE49-F238E27FC236}">
                  <a16:creationId xmlns:a16="http://schemas.microsoft.com/office/drawing/2014/main" id="{E4DD9B9C-5009-2E6D-282D-379D9845D541}"/>
                </a:ext>
              </a:extLst>
            </p:cNvPr>
            <p:cNvCxnSpPr>
              <a:cxnSpLocks/>
              <a:stCxn id="662" idx="3"/>
              <a:endCxn id="652" idx="1"/>
            </p:cNvCxnSpPr>
            <p:nvPr/>
          </p:nvCxnSpPr>
          <p:spPr>
            <a:xfrm flipH="1">
              <a:off x="5183870" y="2536725"/>
              <a:ext cx="38421" cy="565853"/>
            </a:xfrm>
            <a:prstGeom prst="line">
              <a:avLst/>
            </a:prstGeom>
            <a:noFill/>
            <a:ln w="12700" cap="flat" cmpd="sng" algn="ctr">
              <a:solidFill>
                <a:srgbClr val="000000"/>
              </a:solidFill>
              <a:prstDash val="solid"/>
            </a:ln>
            <a:effectLst/>
          </p:spPr>
        </p:cxnSp>
        <p:cxnSp>
          <p:nvCxnSpPr>
            <p:cNvPr id="918" name="Straight Connector 917">
              <a:extLst>
                <a:ext uri="{FF2B5EF4-FFF2-40B4-BE49-F238E27FC236}">
                  <a16:creationId xmlns:a16="http://schemas.microsoft.com/office/drawing/2014/main" id="{04788211-9995-C32D-8DFF-8EA0DEBECD66}"/>
                </a:ext>
              </a:extLst>
            </p:cNvPr>
            <p:cNvCxnSpPr>
              <a:cxnSpLocks/>
              <a:stCxn id="590" idx="2"/>
              <a:endCxn id="659" idx="0"/>
            </p:cNvCxnSpPr>
            <p:nvPr/>
          </p:nvCxnSpPr>
          <p:spPr>
            <a:xfrm flipV="1">
              <a:off x="4227261" y="2612738"/>
              <a:ext cx="958864" cy="95701"/>
            </a:xfrm>
            <a:prstGeom prst="line">
              <a:avLst/>
            </a:prstGeom>
            <a:noFill/>
            <a:ln w="12700" cap="flat" cmpd="sng" algn="ctr">
              <a:solidFill>
                <a:srgbClr val="000000"/>
              </a:solidFill>
              <a:prstDash val="solid"/>
            </a:ln>
            <a:effectLst/>
          </p:spPr>
        </p:cxnSp>
        <p:cxnSp>
          <p:nvCxnSpPr>
            <p:cNvPr id="921" name="Straight Connector 920">
              <a:extLst>
                <a:ext uri="{FF2B5EF4-FFF2-40B4-BE49-F238E27FC236}">
                  <a16:creationId xmlns:a16="http://schemas.microsoft.com/office/drawing/2014/main" id="{E413F669-E6BB-D911-F2BF-B94ADBB20944}"/>
                </a:ext>
              </a:extLst>
            </p:cNvPr>
            <p:cNvCxnSpPr>
              <a:cxnSpLocks/>
              <a:stCxn id="812" idx="1"/>
              <a:endCxn id="659" idx="0"/>
            </p:cNvCxnSpPr>
            <p:nvPr/>
          </p:nvCxnSpPr>
          <p:spPr>
            <a:xfrm flipH="1">
              <a:off x="5186125" y="2589852"/>
              <a:ext cx="845177" cy="22886"/>
            </a:xfrm>
            <a:prstGeom prst="line">
              <a:avLst/>
            </a:prstGeom>
            <a:noFill/>
            <a:ln w="12700" cap="flat" cmpd="sng" algn="ctr">
              <a:solidFill>
                <a:srgbClr val="000000"/>
              </a:solidFill>
              <a:prstDash val="solid"/>
            </a:ln>
            <a:effectLst/>
          </p:spPr>
        </p:cxnSp>
        <p:grpSp>
          <p:nvGrpSpPr>
            <p:cNvPr id="584" name="Group 357">
              <a:extLst>
                <a:ext uri="{FF2B5EF4-FFF2-40B4-BE49-F238E27FC236}">
                  <a16:creationId xmlns:a16="http://schemas.microsoft.com/office/drawing/2014/main" id="{05D200DE-145E-B57B-2595-CCEA11FCDD37}"/>
                </a:ext>
              </a:extLst>
            </p:cNvPr>
            <p:cNvGrpSpPr>
              <a:grpSpLocks noChangeAspect="1"/>
            </p:cNvGrpSpPr>
            <p:nvPr/>
          </p:nvGrpSpPr>
          <p:grpSpPr bwMode="auto">
            <a:xfrm>
              <a:off x="3984225" y="2631860"/>
              <a:ext cx="395606" cy="205581"/>
              <a:chOff x="1871277" y="1576300"/>
              <a:chExt cx="1128371" cy="437861"/>
            </a:xfrm>
          </p:grpSpPr>
          <p:sp>
            <p:nvSpPr>
              <p:cNvPr id="585" name="Oval 584">
                <a:extLst>
                  <a:ext uri="{FF2B5EF4-FFF2-40B4-BE49-F238E27FC236}">
                    <a16:creationId xmlns:a16="http://schemas.microsoft.com/office/drawing/2014/main" id="{30B4D31D-9607-88B6-301F-81E0CA9AFFE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86" name="Rectangle 585">
                <a:extLst>
                  <a:ext uri="{FF2B5EF4-FFF2-40B4-BE49-F238E27FC236}">
                    <a16:creationId xmlns:a16="http://schemas.microsoft.com/office/drawing/2014/main" id="{B177DB33-EEA3-0695-DCA6-CAE171D6EAF6}"/>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87" name="Oval 586">
                <a:extLst>
                  <a:ext uri="{FF2B5EF4-FFF2-40B4-BE49-F238E27FC236}">
                    <a16:creationId xmlns:a16="http://schemas.microsoft.com/office/drawing/2014/main" id="{5A0A00D1-2122-DF93-3E9D-33B1BF8D944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88" name="Freeform 462">
                <a:extLst>
                  <a:ext uri="{FF2B5EF4-FFF2-40B4-BE49-F238E27FC236}">
                    <a16:creationId xmlns:a16="http://schemas.microsoft.com/office/drawing/2014/main" id="{0F96B102-CA2A-5FF0-CB1A-895E0BBAEE2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89" name="Freeform 463">
                <a:extLst>
                  <a:ext uri="{FF2B5EF4-FFF2-40B4-BE49-F238E27FC236}">
                    <a16:creationId xmlns:a16="http://schemas.microsoft.com/office/drawing/2014/main" id="{069EB86A-1021-E7EE-3B17-FAD20D8F79D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0" name="Freeform 464">
                <a:extLst>
                  <a:ext uri="{FF2B5EF4-FFF2-40B4-BE49-F238E27FC236}">
                    <a16:creationId xmlns:a16="http://schemas.microsoft.com/office/drawing/2014/main" id="{B1BC24FC-FBA4-9E94-7A43-F1FFE651E73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1" name="Freeform 465">
                <a:extLst>
                  <a:ext uri="{FF2B5EF4-FFF2-40B4-BE49-F238E27FC236}">
                    <a16:creationId xmlns:a16="http://schemas.microsoft.com/office/drawing/2014/main" id="{09E0450F-E8E4-9D6F-CEE1-FFEF6AA7757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92" name="Straight Connector 591">
                <a:extLst>
                  <a:ext uri="{FF2B5EF4-FFF2-40B4-BE49-F238E27FC236}">
                    <a16:creationId xmlns:a16="http://schemas.microsoft.com/office/drawing/2014/main" id="{B91EA7C3-E26A-B435-7A74-E76C014FE878}"/>
                  </a:ext>
                </a:extLst>
              </p:cNvPr>
              <p:cNvCxnSpPr>
                <a:cxnSpLocks noChangeShapeType="1"/>
                <a:endCxn id="58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93" name="Straight Connector 592">
                <a:extLst>
                  <a:ext uri="{FF2B5EF4-FFF2-40B4-BE49-F238E27FC236}">
                    <a16:creationId xmlns:a16="http://schemas.microsoft.com/office/drawing/2014/main" id="{41E6E83A-0F55-EB81-F663-FA28D0F5BAA1}"/>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36" name="Group 357">
              <a:extLst>
                <a:ext uri="{FF2B5EF4-FFF2-40B4-BE49-F238E27FC236}">
                  <a16:creationId xmlns:a16="http://schemas.microsoft.com/office/drawing/2014/main" id="{8500C13E-2806-A323-2233-E813E103B257}"/>
                </a:ext>
              </a:extLst>
            </p:cNvPr>
            <p:cNvGrpSpPr>
              <a:grpSpLocks noChangeAspect="1"/>
            </p:cNvGrpSpPr>
            <p:nvPr/>
          </p:nvGrpSpPr>
          <p:grpSpPr bwMode="auto">
            <a:xfrm>
              <a:off x="5873257" y="2991243"/>
              <a:ext cx="395606" cy="205581"/>
              <a:chOff x="1871277" y="1576300"/>
              <a:chExt cx="1128371" cy="437861"/>
            </a:xfrm>
          </p:grpSpPr>
          <p:sp>
            <p:nvSpPr>
              <p:cNvPr id="637" name="Oval 636">
                <a:extLst>
                  <a:ext uri="{FF2B5EF4-FFF2-40B4-BE49-F238E27FC236}">
                    <a16:creationId xmlns:a16="http://schemas.microsoft.com/office/drawing/2014/main" id="{A5E96BBB-780F-7801-654A-DB674DEEDE9B}"/>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38" name="Rectangle 637">
                <a:extLst>
                  <a:ext uri="{FF2B5EF4-FFF2-40B4-BE49-F238E27FC236}">
                    <a16:creationId xmlns:a16="http://schemas.microsoft.com/office/drawing/2014/main" id="{3E1EC0C9-416B-D954-9294-B10F0BB3E21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39" name="Oval 638">
                <a:extLst>
                  <a:ext uri="{FF2B5EF4-FFF2-40B4-BE49-F238E27FC236}">
                    <a16:creationId xmlns:a16="http://schemas.microsoft.com/office/drawing/2014/main" id="{E205575D-3C93-505C-1E92-68B3EB220E2F}"/>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40" name="Freeform 462">
                <a:extLst>
                  <a:ext uri="{FF2B5EF4-FFF2-40B4-BE49-F238E27FC236}">
                    <a16:creationId xmlns:a16="http://schemas.microsoft.com/office/drawing/2014/main" id="{325C05EA-DC48-F43C-34ED-AD09035DCB6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41" name="Freeform 463">
                <a:extLst>
                  <a:ext uri="{FF2B5EF4-FFF2-40B4-BE49-F238E27FC236}">
                    <a16:creationId xmlns:a16="http://schemas.microsoft.com/office/drawing/2014/main" id="{1305BF40-2E8B-225F-32A9-8FA95989C52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2" name="Freeform 464">
                <a:extLst>
                  <a:ext uri="{FF2B5EF4-FFF2-40B4-BE49-F238E27FC236}">
                    <a16:creationId xmlns:a16="http://schemas.microsoft.com/office/drawing/2014/main" id="{4EC6A0DE-84F3-2BF1-DBF1-F1B8A7BC18E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3" name="Freeform 465">
                <a:extLst>
                  <a:ext uri="{FF2B5EF4-FFF2-40B4-BE49-F238E27FC236}">
                    <a16:creationId xmlns:a16="http://schemas.microsoft.com/office/drawing/2014/main" id="{4DA29998-C54D-EB5D-87CA-D0BB2927EF2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44" name="Straight Connector 643">
                <a:extLst>
                  <a:ext uri="{FF2B5EF4-FFF2-40B4-BE49-F238E27FC236}">
                    <a16:creationId xmlns:a16="http://schemas.microsoft.com/office/drawing/2014/main" id="{AF7FB46C-2B8A-9741-8FD3-47F9BC1613F2}"/>
                  </a:ext>
                </a:extLst>
              </p:cNvPr>
              <p:cNvCxnSpPr>
                <a:cxnSpLocks noChangeShapeType="1"/>
                <a:endCxn id="63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45" name="Straight Connector 644">
                <a:extLst>
                  <a:ext uri="{FF2B5EF4-FFF2-40B4-BE49-F238E27FC236}">
                    <a16:creationId xmlns:a16="http://schemas.microsoft.com/office/drawing/2014/main" id="{9BA60943-5339-24D6-EEA4-83573BAC427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46" name="Group 357">
              <a:extLst>
                <a:ext uri="{FF2B5EF4-FFF2-40B4-BE49-F238E27FC236}">
                  <a16:creationId xmlns:a16="http://schemas.microsoft.com/office/drawing/2014/main" id="{940EF197-E320-D569-6358-0CC48C38B8C7}"/>
                </a:ext>
              </a:extLst>
            </p:cNvPr>
            <p:cNvGrpSpPr>
              <a:grpSpLocks noChangeAspect="1"/>
            </p:cNvGrpSpPr>
            <p:nvPr/>
          </p:nvGrpSpPr>
          <p:grpSpPr bwMode="auto">
            <a:xfrm>
              <a:off x="4935226" y="3027240"/>
              <a:ext cx="395606" cy="205581"/>
              <a:chOff x="1871277" y="1576300"/>
              <a:chExt cx="1128371" cy="437861"/>
            </a:xfrm>
          </p:grpSpPr>
          <p:sp>
            <p:nvSpPr>
              <p:cNvPr id="647" name="Oval 646">
                <a:extLst>
                  <a:ext uri="{FF2B5EF4-FFF2-40B4-BE49-F238E27FC236}">
                    <a16:creationId xmlns:a16="http://schemas.microsoft.com/office/drawing/2014/main" id="{04287B0D-DBE9-3A6B-45B3-7317AEB7366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48" name="Rectangle 647">
                <a:extLst>
                  <a:ext uri="{FF2B5EF4-FFF2-40B4-BE49-F238E27FC236}">
                    <a16:creationId xmlns:a16="http://schemas.microsoft.com/office/drawing/2014/main" id="{2B3F9028-CACD-2DB1-30EB-6A58249EFF0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49" name="Oval 648">
                <a:extLst>
                  <a:ext uri="{FF2B5EF4-FFF2-40B4-BE49-F238E27FC236}">
                    <a16:creationId xmlns:a16="http://schemas.microsoft.com/office/drawing/2014/main" id="{D25BFC64-5CC6-262E-C79F-DF043EA7820F}"/>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50" name="Freeform 462">
                <a:extLst>
                  <a:ext uri="{FF2B5EF4-FFF2-40B4-BE49-F238E27FC236}">
                    <a16:creationId xmlns:a16="http://schemas.microsoft.com/office/drawing/2014/main" id="{60C1E039-C4E0-AFA3-9A5C-E4147CA9C2C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51" name="Freeform 463">
                <a:extLst>
                  <a:ext uri="{FF2B5EF4-FFF2-40B4-BE49-F238E27FC236}">
                    <a16:creationId xmlns:a16="http://schemas.microsoft.com/office/drawing/2014/main" id="{F82BA0FA-1DF2-EAE6-3DBD-C51A33B7362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2" name="Freeform 464">
                <a:extLst>
                  <a:ext uri="{FF2B5EF4-FFF2-40B4-BE49-F238E27FC236}">
                    <a16:creationId xmlns:a16="http://schemas.microsoft.com/office/drawing/2014/main" id="{1999BAE9-9337-1FA7-CD6A-43CB2FC11F0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3" name="Freeform 465">
                <a:extLst>
                  <a:ext uri="{FF2B5EF4-FFF2-40B4-BE49-F238E27FC236}">
                    <a16:creationId xmlns:a16="http://schemas.microsoft.com/office/drawing/2014/main" id="{4FF4715D-DC3F-F3F1-1E86-B558522AA5D3}"/>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54" name="Straight Connector 653">
                <a:extLst>
                  <a:ext uri="{FF2B5EF4-FFF2-40B4-BE49-F238E27FC236}">
                    <a16:creationId xmlns:a16="http://schemas.microsoft.com/office/drawing/2014/main" id="{C060A24E-C521-E65F-5C1E-F010B1CF1027}"/>
                  </a:ext>
                </a:extLst>
              </p:cNvPr>
              <p:cNvCxnSpPr>
                <a:cxnSpLocks noChangeShapeType="1"/>
                <a:endCxn id="6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55" name="Straight Connector 654">
                <a:extLst>
                  <a:ext uri="{FF2B5EF4-FFF2-40B4-BE49-F238E27FC236}">
                    <a16:creationId xmlns:a16="http://schemas.microsoft.com/office/drawing/2014/main" id="{C76239AB-66D9-6B83-8E83-DD1D01264BAF}"/>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56" name="Group 357">
              <a:extLst>
                <a:ext uri="{FF2B5EF4-FFF2-40B4-BE49-F238E27FC236}">
                  <a16:creationId xmlns:a16="http://schemas.microsoft.com/office/drawing/2014/main" id="{CCF5FA50-839A-AB55-FDFA-19ED36B615FB}"/>
                </a:ext>
              </a:extLst>
            </p:cNvPr>
            <p:cNvGrpSpPr>
              <a:grpSpLocks noChangeAspect="1"/>
            </p:cNvGrpSpPr>
            <p:nvPr/>
          </p:nvGrpSpPr>
          <p:grpSpPr bwMode="auto">
            <a:xfrm>
              <a:off x="4988877" y="2462720"/>
              <a:ext cx="395606" cy="205581"/>
              <a:chOff x="1871277" y="1576300"/>
              <a:chExt cx="1128371" cy="437861"/>
            </a:xfrm>
          </p:grpSpPr>
          <p:sp>
            <p:nvSpPr>
              <p:cNvPr id="657" name="Oval 656">
                <a:extLst>
                  <a:ext uri="{FF2B5EF4-FFF2-40B4-BE49-F238E27FC236}">
                    <a16:creationId xmlns:a16="http://schemas.microsoft.com/office/drawing/2014/main" id="{C08E04A0-1AAC-1B9E-4C5B-B35FC2FE5D28}"/>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58" name="Rectangle 657">
                <a:extLst>
                  <a:ext uri="{FF2B5EF4-FFF2-40B4-BE49-F238E27FC236}">
                    <a16:creationId xmlns:a16="http://schemas.microsoft.com/office/drawing/2014/main" id="{D8070438-0AD4-3F28-1D93-282B65630C1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59" name="Oval 658">
                <a:extLst>
                  <a:ext uri="{FF2B5EF4-FFF2-40B4-BE49-F238E27FC236}">
                    <a16:creationId xmlns:a16="http://schemas.microsoft.com/office/drawing/2014/main" id="{C6BFD035-A300-D15A-0B69-12B698F991F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60" name="Freeform 462">
                <a:extLst>
                  <a:ext uri="{FF2B5EF4-FFF2-40B4-BE49-F238E27FC236}">
                    <a16:creationId xmlns:a16="http://schemas.microsoft.com/office/drawing/2014/main" id="{4E38CA33-FA34-E1E9-778E-F1F5F2E65D30}"/>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61" name="Freeform 463">
                <a:extLst>
                  <a:ext uri="{FF2B5EF4-FFF2-40B4-BE49-F238E27FC236}">
                    <a16:creationId xmlns:a16="http://schemas.microsoft.com/office/drawing/2014/main" id="{7F549221-E65B-FB42-7EDF-9D5BB9CD274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2" name="Freeform 464">
                <a:extLst>
                  <a:ext uri="{FF2B5EF4-FFF2-40B4-BE49-F238E27FC236}">
                    <a16:creationId xmlns:a16="http://schemas.microsoft.com/office/drawing/2014/main" id="{F987BB4C-FC82-63B6-BA04-054ECBB73CE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3" name="Freeform 465">
                <a:extLst>
                  <a:ext uri="{FF2B5EF4-FFF2-40B4-BE49-F238E27FC236}">
                    <a16:creationId xmlns:a16="http://schemas.microsoft.com/office/drawing/2014/main" id="{7E188766-F44C-6E9B-9E39-73ECB5D015E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64" name="Straight Connector 663">
                <a:extLst>
                  <a:ext uri="{FF2B5EF4-FFF2-40B4-BE49-F238E27FC236}">
                    <a16:creationId xmlns:a16="http://schemas.microsoft.com/office/drawing/2014/main" id="{B078E786-3A1D-4733-CF87-D1606696CA67}"/>
                  </a:ext>
                </a:extLst>
              </p:cNvPr>
              <p:cNvCxnSpPr>
                <a:cxnSpLocks noChangeShapeType="1"/>
                <a:endCxn id="65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65" name="Straight Connector 664">
                <a:extLst>
                  <a:ext uri="{FF2B5EF4-FFF2-40B4-BE49-F238E27FC236}">
                    <a16:creationId xmlns:a16="http://schemas.microsoft.com/office/drawing/2014/main" id="{87351070-F23F-5A3B-044E-15BAE0AF122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66" name="Group 357">
              <a:extLst>
                <a:ext uri="{FF2B5EF4-FFF2-40B4-BE49-F238E27FC236}">
                  <a16:creationId xmlns:a16="http://schemas.microsoft.com/office/drawing/2014/main" id="{5916B2BE-A51A-5536-9085-F12E8BFE79C4}"/>
                </a:ext>
              </a:extLst>
            </p:cNvPr>
            <p:cNvGrpSpPr>
              <a:grpSpLocks noChangeAspect="1"/>
            </p:cNvGrpSpPr>
            <p:nvPr/>
          </p:nvGrpSpPr>
          <p:grpSpPr bwMode="auto">
            <a:xfrm>
              <a:off x="6706742" y="2581853"/>
              <a:ext cx="395606" cy="205581"/>
              <a:chOff x="1871277" y="1576300"/>
              <a:chExt cx="1128371" cy="437861"/>
            </a:xfrm>
          </p:grpSpPr>
          <p:sp>
            <p:nvSpPr>
              <p:cNvPr id="667" name="Oval 666">
                <a:extLst>
                  <a:ext uri="{FF2B5EF4-FFF2-40B4-BE49-F238E27FC236}">
                    <a16:creationId xmlns:a16="http://schemas.microsoft.com/office/drawing/2014/main" id="{8360CF9A-7ECE-FF4E-BABF-6907C6CDC70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68" name="Rectangle 667">
                <a:extLst>
                  <a:ext uri="{FF2B5EF4-FFF2-40B4-BE49-F238E27FC236}">
                    <a16:creationId xmlns:a16="http://schemas.microsoft.com/office/drawing/2014/main" id="{82A3D8B4-8674-AF79-C6CC-F953E39B30FA}"/>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69" name="Oval 668">
                <a:extLst>
                  <a:ext uri="{FF2B5EF4-FFF2-40B4-BE49-F238E27FC236}">
                    <a16:creationId xmlns:a16="http://schemas.microsoft.com/office/drawing/2014/main" id="{ABF778AC-36A0-ABC7-BE32-BA5D9191A25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70" name="Freeform 462">
                <a:extLst>
                  <a:ext uri="{FF2B5EF4-FFF2-40B4-BE49-F238E27FC236}">
                    <a16:creationId xmlns:a16="http://schemas.microsoft.com/office/drawing/2014/main" id="{BBAF788D-B52C-3A93-4967-C17A5A291C1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71" name="Freeform 463">
                <a:extLst>
                  <a:ext uri="{FF2B5EF4-FFF2-40B4-BE49-F238E27FC236}">
                    <a16:creationId xmlns:a16="http://schemas.microsoft.com/office/drawing/2014/main" id="{DB565179-9918-944F-CAAA-AEA53A4EAF3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2" name="Freeform 464">
                <a:extLst>
                  <a:ext uri="{FF2B5EF4-FFF2-40B4-BE49-F238E27FC236}">
                    <a16:creationId xmlns:a16="http://schemas.microsoft.com/office/drawing/2014/main" id="{6A4288EA-33CE-A8B5-6BE2-C72F2C491A0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3" name="Freeform 465">
                <a:extLst>
                  <a:ext uri="{FF2B5EF4-FFF2-40B4-BE49-F238E27FC236}">
                    <a16:creationId xmlns:a16="http://schemas.microsoft.com/office/drawing/2014/main" id="{0ECCD61B-9F66-F707-891E-C937E50A8FC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74" name="Straight Connector 673">
                <a:extLst>
                  <a:ext uri="{FF2B5EF4-FFF2-40B4-BE49-F238E27FC236}">
                    <a16:creationId xmlns:a16="http://schemas.microsoft.com/office/drawing/2014/main" id="{7C505764-ACE7-7AA5-095D-6F90F581EF99}"/>
                  </a:ext>
                </a:extLst>
              </p:cNvPr>
              <p:cNvCxnSpPr>
                <a:cxnSpLocks noChangeShapeType="1"/>
                <a:endCxn id="66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75" name="Straight Connector 674">
                <a:extLst>
                  <a:ext uri="{FF2B5EF4-FFF2-40B4-BE49-F238E27FC236}">
                    <a16:creationId xmlns:a16="http://schemas.microsoft.com/office/drawing/2014/main" id="{D4DA0871-9323-0CD0-94D9-966F436E6B27}"/>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06" name="Group 357">
              <a:extLst>
                <a:ext uri="{FF2B5EF4-FFF2-40B4-BE49-F238E27FC236}">
                  <a16:creationId xmlns:a16="http://schemas.microsoft.com/office/drawing/2014/main" id="{F4F6EF4B-7BBA-40DE-4353-E5D1C0BEB29B}"/>
                </a:ext>
              </a:extLst>
            </p:cNvPr>
            <p:cNvGrpSpPr>
              <a:grpSpLocks noChangeAspect="1"/>
            </p:cNvGrpSpPr>
            <p:nvPr/>
          </p:nvGrpSpPr>
          <p:grpSpPr bwMode="auto">
            <a:xfrm>
              <a:off x="5782658" y="2514514"/>
              <a:ext cx="395606" cy="205581"/>
              <a:chOff x="1871277" y="1576300"/>
              <a:chExt cx="1128371" cy="437861"/>
            </a:xfrm>
          </p:grpSpPr>
          <p:sp>
            <p:nvSpPr>
              <p:cNvPr id="807" name="Oval 806">
                <a:extLst>
                  <a:ext uri="{FF2B5EF4-FFF2-40B4-BE49-F238E27FC236}">
                    <a16:creationId xmlns:a16="http://schemas.microsoft.com/office/drawing/2014/main" id="{2D4162C6-927D-192B-D1AC-280DB375230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08" name="Rectangle 807">
                <a:extLst>
                  <a:ext uri="{FF2B5EF4-FFF2-40B4-BE49-F238E27FC236}">
                    <a16:creationId xmlns:a16="http://schemas.microsoft.com/office/drawing/2014/main" id="{F6E54D32-A3B2-F202-ED50-3315D296F090}"/>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9" name="Oval 808">
                <a:extLst>
                  <a:ext uri="{FF2B5EF4-FFF2-40B4-BE49-F238E27FC236}">
                    <a16:creationId xmlns:a16="http://schemas.microsoft.com/office/drawing/2014/main" id="{3A94C63E-136C-D8BF-1A99-6D2FEEB3D93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10" name="Freeform 462">
                <a:extLst>
                  <a:ext uri="{FF2B5EF4-FFF2-40B4-BE49-F238E27FC236}">
                    <a16:creationId xmlns:a16="http://schemas.microsoft.com/office/drawing/2014/main" id="{6857F542-BD6F-5D5C-53F7-697752CE0AB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11" name="Freeform 463">
                <a:extLst>
                  <a:ext uri="{FF2B5EF4-FFF2-40B4-BE49-F238E27FC236}">
                    <a16:creationId xmlns:a16="http://schemas.microsoft.com/office/drawing/2014/main" id="{BCE6EB2A-E9D8-6A91-DCF3-D2FA2B4468B9}"/>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2" name="Freeform 464">
                <a:extLst>
                  <a:ext uri="{FF2B5EF4-FFF2-40B4-BE49-F238E27FC236}">
                    <a16:creationId xmlns:a16="http://schemas.microsoft.com/office/drawing/2014/main" id="{D7ABEF07-6A15-3059-C54E-75074EB996C5}"/>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3" name="Freeform 465">
                <a:extLst>
                  <a:ext uri="{FF2B5EF4-FFF2-40B4-BE49-F238E27FC236}">
                    <a16:creationId xmlns:a16="http://schemas.microsoft.com/office/drawing/2014/main" id="{DEDEB800-911B-E931-B510-DC6CE4F32BA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14" name="Straight Connector 813">
                <a:extLst>
                  <a:ext uri="{FF2B5EF4-FFF2-40B4-BE49-F238E27FC236}">
                    <a16:creationId xmlns:a16="http://schemas.microsoft.com/office/drawing/2014/main" id="{85CAAB72-D857-9ECB-A120-14F0074E9CFE}"/>
                  </a:ext>
                </a:extLst>
              </p:cNvPr>
              <p:cNvCxnSpPr>
                <a:cxnSpLocks noChangeShapeType="1"/>
                <a:endCxn id="80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15" name="Straight Connector 814">
                <a:extLst>
                  <a:ext uri="{FF2B5EF4-FFF2-40B4-BE49-F238E27FC236}">
                    <a16:creationId xmlns:a16="http://schemas.microsoft.com/office/drawing/2014/main" id="{0B83EBCD-A299-DA53-8043-C7323C4932A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79" name="Group 1078">
            <a:extLst>
              <a:ext uri="{FF2B5EF4-FFF2-40B4-BE49-F238E27FC236}">
                <a16:creationId xmlns:a16="http://schemas.microsoft.com/office/drawing/2014/main" id="{06C370BD-84CF-0013-B00A-7ED6D8735ED1}"/>
              </a:ext>
            </a:extLst>
          </p:cNvPr>
          <p:cNvGrpSpPr/>
          <p:nvPr/>
        </p:nvGrpSpPr>
        <p:grpSpPr>
          <a:xfrm>
            <a:off x="1129343" y="3813163"/>
            <a:ext cx="2511556" cy="1331068"/>
            <a:chOff x="719038" y="3742825"/>
            <a:chExt cx="2511556" cy="1331068"/>
          </a:xfrm>
        </p:grpSpPr>
        <p:cxnSp>
          <p:nvCxnSpPr>
            <p:cNvPr id="871" name="Straight Connector 870">
              <a:extLst>
                <a:ext uri="{FF2B5EF4-FFF2-40B4-BE49-F238E27FC236}">
                  <a16:creationId xmlns:a16="http://schemas.microsoft.com/office/drawing/2014/main" id="{55E94545-9D0B-4B53-845D-321F21CBAA77}"/>
                </a:ext>
              </a:extLst>
            </p:cNvPr>
            <p:cNvCxnSpPr>
              <a:cxnSpLocks/>
              <a:stCxn id="530" idx="1"/>
              <a:endCxn id="829" idx="0"/>
            </p:cNvCxnSpPr>
            <p:nvPr/>
          </p:nvCxnSpPr>
          <p:spPr>
            <a:xfrm>
              <a:off x="1202266" y="4133759"/>
              <a:ext cx="397531" cy="404661"/>
            </a:xfrm>
            <a:prstGeom prst="line">
              <a:avLst/>
            </a:prstGeom>
            <a:noFill/>
            <a:ln w="12700" cap="flat" cmpd="sng" algn="ctr">
              <a:solidFill>
                <a:srgbClr val="000000"/>
              </a:solidFill>
              <a:prstDash val="solid"/>
            </a:ln>
            <a:effectLst/>
          </p:spPr>
        </p:cxnSp>
        <p:cxnSp>
          <p:nvCxnSpPr>
            <p:cNvPr id="882" name="Straight Connector 881">
              <a:extLst>
                <a:ext uri="{FF2B5EF4-FFF2-40B4-BE49-F238E27FC236}">
                  <a16:creationId xmlns:a16="http://schemas.microsoft.com/office/drawing/2014/main" id="{5DBCB37C-986E-0AA1-F4C9-B8AF9BF76132}"/>
                </a:ext>
              </a:extLst>
            </p:cNvPr>
            <p:cNvCxnSpPr>
              <a:cxnSpLocks/>
              <a:stCxn id="819" idx="0"/>
              <a:endCxn id="772" idx="2"/>
            </p:cNvCxnSpPr>
            <p:nvPr/>
          </p:nvCxnSpPr>
          <p:spPr>
            <a:xfrm flipV="1">
              <a:off x="2312496" y="3901190"/>
              <a:ext cx="112222" cy="684457"/>
            </a:xfrm>
            <a:prstGeom prst="line">
              <a:avLst/>
            </a:prstGeom>
            <a:noFill/>
            <a:ln w="12700" cap="flat" cmpd="sng" algn="ctr">
              <a:solidFill>
                <a:srgbClr val="000000"/>
              </a:solidFill>
              <a:prstDash val="solid"/>
            </a:ln>
            <a:effectLst/>
          </p:spPr>
        </p:cxnSp>
        <p:cxnSp>
          <p:nvCxnSpPr>
            <p:cNvPr id="15" name="Straight Connector 14">
              <a:extLst>
                <a:ext uri="{FF2B5EF4-FFF2-40B4-BE49-F238E27FC236}">
                  <a16:creationId xmlns:a16="http://schemas.microsoft.com/office/drawing/2014/main" id="{B311FA05-F07C-E847-1A32-8B95F06890F4}"/>
                </a:ext>
              </a:extLst>
            </p:cNvPr>
            <p:cNvCxnSpPr>
              <a:cxnSpLocks/>
              <a:stCxn id="547" idx="0"/>
              <a:endCxn id="822" idx="3"/>
            </p:cNvCxnSpPr>
            <p:nvPr/>
          </p:nvCxnSpPr>
          <p:spPr>
            <a:xfrm flipH="1" flipV="1">
              <a:off x="2348662" y="4509634"/>
              <a:ext cx="569466" cy="276200"/>
            </a:xfrm>
            <a:prstGeom prst="line">
              <a:avLst/>
            </a:prstGeom>
            <a:noFill/>
            <a:ln w="12700" cap="flat" cmpd="sng" algn="ctr">
              <a:solidFill>
                <a:srgbClr val="000000"/>
              </a:solidFill>
              <a:prstDash val="solid"/>
            </a:ln>
            <a:effectLst/>
          </p:spPr>
        </p:cxnSp>
        <p:cxnSp>
          <p:nvCxnSpPr>
            <p:cNvPr id="16" name="Straight Connector 15">
              <a:extLst>
                <a:ext uri="{FF2B5EF4-FFF2-40B4-BE49-F238E27FC236}">
                  <a16:creationId xmlns:a16="http://schemas.microsoft.com/office/drawing/2014/main" id="{C8E91ACE-BC91-0C48-62C0-9FE236669503}"/>
                </a:ext>
              </a:extLst>
            </p:cNvPr>
            <p:cNvCxnSpPr>
              <a:cxnSpLocks/>
              <a:stCxn id="772" idx="2"/>
              <a:endCxn id="559" idx="4"/>
            </p:cNvCxnSpPr>
            <p:nvPr/>
          </p:nvCxnSpPr>
          <p:spPr>
            <a:xfrm>
              <a:off x="2424718" y="3901190"/>
              <a:ext cx="532712" cy="235291"/>
            </a:xfrm>
            <a:prstGeom prst="line">
              <a:avLst/>
            </a:prstGeom>
            <a:noFill/>
            <a:ln w="12700" cap="flat" cmpd="sng" algn="ctr">
              <a:solidFill>
                <a:srgbClr val="000000"/>
              </a:solidFill>
              <a:prstDash val="solid"/>
            </a:ln>
            <a:effectLst/>
          </p:spPr>
        </p:cxnSp>
        <p:cxnSp>
          <p:nvCxnSpPr>
            <p:cNvPr id="17" name="Straight Connector 16">
              <a:extLst>
                <a:ext uri="{FF2B5EF4-FFF2-40B4-BE49-F238E27FC236}">
                  <a16:creationId xmlns:a16="http://schemas.microsoft.com/office/drawing/2014/main" id="{89F1437F-2CBB-7E6F-1BC5-B9277F493BD4}"/>
                </a:ext>
              </a:extLst>
            </p:cNvPr>
            <p:cNvCxnSpPr>
              <a:cxnSpLocks/>
              <a:stCxn id="822" idx="2"/>
              <a:endCxn id="537" idx="0"/>
            </p:cNvCxnSpPr>
            <p:nvPr/>
          </p:nvCxnSpPr>
          <p:spPr>
            <a:xfrm flipH="1" flipV="1">
              <a:off x="1703329" y="3892843"/>
              <a:ext cx="654955" cy="619365"/>
            </a:xfrm>
            <a:prstGeom prst="line">
              <a:avLst/>
            </a:prstGeom>
            <a:noFill/>
            <a:ln w="12700" cap="flat" cmpd="sng" algn="ctr">
              <a:solidFill>
                <a:srgbClr val="000000"/>
              </a:solidFill>
              <a:prstDash val="solid"/>
            </a:ln>
            <a:effectLst/>
          </p:spPr>
        </p:cxnSp>
        <p:cxnSp>
          <p:nvCxnSpPr>
            <p:cNvPr id="18" name="Straight Connector 17">
              <a:extLst>
                <a:ext uri="{FF2B5EF4-FFF2-40B4-BE49-F238E27FC236}">
                  <a16:creationId xmlns:a16="http://schemas.microsoft.com/office/drawing/2014/main" id="{7C93F600-92CA-ACCC-D09A-6664A09D763B}"/>
                </a:ext>
              </a:extLst>
            </p:cNvPr>
            <p:cNvCxnSpPr>
              <a:cxnSpLocks/>
              <a:stCxn id="769" idx="0"/>
              <a:endCxn id="540" idx="2"/>
            </p:cNvCxnSpPr>
            <p:nvPr/>
          </p:nvCxnSpPr>
          <p:spPr>
            <a:xfrm flipH="1" flipV="1">
              <a:off x="1749117" y="3819404"/>
              <a:ext cx="629813" cy="155225"/>
            </a:xfrm>
            <a:prstGeom prst="line">
              <a:avLst/>
            </a:prstGeom>
            <a:noFill/>
            <a:ln w="12700" cap="flat" cmpd="sng" algn="ctr">
              <a:solidFill>
                <a:srgbClr val="000000"/>
              </a:solidFill>
              <a:prstDash val="solid"/>
            </a:ln>
            <a:effectLst/>
          </p:spPr>
        </p:cxnSp>
        <p:cxnSp>
          <p:nvCxnSpPr>
            <p:cNvPr id="19" name="Straight Connector 18">
              <a:extLst>
                <a:ext uri="{FF2B5EF4-FFF2-40B4-BE49-F238E27FC236}">
                  <a16:creationId xmlns:a16="http://schemas.microsoft.com/office/drawing/2014/main" id="{BA66D811-B01E-2DE7-F0A2-C93A00154B69}"/>
                </a:ext>
              </a:extLst>
            </p:cNvPr>
            <p:cNvCxnSpPr>
              <a:cxnSpLocks/>
              <a:stCxn id="550" idx="1"/>
              <a:endCxn id="560" idx="1"/>
            </p:cNvCxnSpPr>
            <p:nvPr/>
          </p:nvCxnSpPr>
          <p:spPr>
            <a:xfrm flipV="1">
              <a:off x="2969524" y="4183766"/>
              <a:ext cx="114108" cy="527388"/>
            </a:xfrm>
            <a:prstGeom prst="line">
              <a:avLst/>
            </a:prstGeom>
            <a:noFill/>
            <a:ln w="12700" cap="flat" cmpd="sng" algn="ctr">
              <a:solidFill>
                <a:srgbClr val="000000"/>
              </a:solidFill>
              <a:prstDash val="solid"/>
            </a:ln>
            <a:effectLst/>
          </p:spPr>
        </p:cxnSp>
        <p:cxnSp>
          <p:nvCxnSpPr>
            <p:cNvPr id="872" name="Straight Connector 871">
              <a:extLst>
                <a:ext uri="{FF2B5EF4-FFF2-40B4-BE49-F238E27FC236}">
                  <a16:creationId xmlns:a16="http://schemas.microsoft.com/office/drawing/2014/main" id="{3A1822E0-A728-6CB7-4B93-D231ED0E649F}"/>
                </a:ext>
              </a:extLst>
            </p:cNvPr>
            <p:cNvCxnSpPr>
              <a:cxnSpLocks/>
              <a:stCxn id="799" idx="7"/>
              <a:endCxn id="832" idx="1"/>
            </p:cNvCxnSpPr>
            <p:nvPr/>
          </p:nvCxnSpPr>
          <p:spPr>
            <a:xfrm flipV="1">
              <a:off x="1055761" y="4463740"/>
              <a:ext cx="595432" cy="169392"/>
            </a:xfrm>
            <a:prstGeom prst="line">
              <a:avLst/>
            </a:prstGeom>
            <a:noFill/>
            <a:ln w="12700" cap="flat" cmpd="sng" algn="ctr">
              <a:solidFill>
                <a:srgbClr val="000000"/>
              </a:solidFill>
              <a:prstDash val="solid"/>
            </a:ln>
            <a:effectLst/>
          </p:spPr>
        </p:cxnSp>
        <p:cxnSp>
          <p:nvCxnSpPr>
            <p:cNvPr id="873" name="Straight Connector 872">
              <a:extLst>
                <a:ext uri="{FF2B5EF4-FFF2-40B4-BE49-F238E27FC236}">
                  <a16:creationId xmlns:a16="http://schemas.microsoft.com/office/drawing/2014/main" id="{CE8187CE-F5E7-40DB-0A33-91244518FBCE}"/>
                </a:ext>
              </a:extLst>
            </p:cNvPr>
            <p:cNvCxnSpPr>
              <a:cxnSpLocks/>
              <a:endCxn id="819" idx="0"/>
            </p:cNvCxnSpPr>
            <p:nvPr/>
          </p:nvCxnSpPr>
          <p:spPr>
            <a:xfrm flipH="1" flipV="1">
              <a:off x="2312496" y="4585647"/>
              <a:ext cx="93586" cy="348145"/>
            </a:xfrm>
            <a:prstGeom prst="line">
              <a:avLst/>
            </a:prstGeom>
            <a:noFill/>
            <a:ln w="12700" cap="flat" cmpd="sng" algn="ctr">
              <a:solidFill>
                <a:srgbClr val="000000"/>
              </a:solidFill>
              <a:prstDash val="solid"/>
            </a:ln>
            <a:effectLst/>
          </p:spPr>
        </p:cxnSp>
        <p:cxnSp>
          <p:nvCxnSpPr>
            <p:cNvPr id="874" name="Straight Connector 873">
              <a:extLst>
                <a:ext uri="{FF2B5EF4-FFF2-40B4-BE49-F238E27FC236}">
                  <a16:creationId xmlns:a16="http://schemas.microsoft.com/office/drawing/2014/main" id="{D8FC8C5F-5B65-4B6E-DA97-7EDC0902C6E1}"/>
                </a:ext>
              </a:extLst>
            </p:cNvPr>
            <p:cNvCxnSpPr>
              <a:cxnSpLocks/>
              <a:stCxn id="792" idx="0"/>
              <a:endCxn id="822" idx="2"/>
            </p:cNvCxnSpPr>
            <p:nvPr/>
          </p:nvCxnSpPr>
          <p:spPr>
            <a:xfrm flipV="1">
              <a:off x="1557013" y="4512208"/>
              <a:ext cx="801271" cy="403978"/>
            </a:xfrm>
            <a:prstGeom prst="line">
              <a:avLst/>
            </a:prstGeom>
            <a:noFill/>
            <a:ln w="12700" cap="flat" cmpd="sng" algn="ctr">
              <a:solidFill>
                <a:srgbClr val="000000"/>
              </a:solidFill>
              <a:prstDash val="solid"/>
            </a:ln>
            <a:effectLst/>
          </p:spPr>
        </p:cxnSp>
        <p:cxnSp>
          <p:nvCxnSpPr>
            <p:cNvPr id="875" name="Straight Connector 874">
              <a:extLst>
                <a:ext uri="{FF2B5EF4-FFF2-40B4-BE49-F238E27FC236}">
                  <a16:creationId xmlns:a16="http://schemas.microsoft.com/office/drawing/2014/main" id="{E0ED8DEB-525E-3404-A305-EF431D5F6BD6}"/>
                </a:ext>
              </a:extLst>
            </p:cNvPr>
            <p:cNvCxnSpPr>
              <a:cxnSpLocks/>
              <a:stCxn id="799" idx="0"/>
              <a:endCxn id="792" idx="2"/>
            </p:cNvCxnSpPr>
            <p:nvPr/>
          </p:nvCxnSpPr>
          <p:spPr>
            <a:xfrm>
              <a:off x="916286" y="4655102"/>
              <a:ext cx="650400" cy="266543"/>
            </a:xfrm>
            <a:prstGeom prst="line">
              <a:avLst/>
            </a:prstGeom>
            <a:noFill/>
            <a:ln w="12700" cap="flat" cmpd="sng" algn="ctr">
              <a:solidFill>
                <a:srgbClr val="000000"/>
              </a:solidFill>
              <a:prstDash val="solid"/>
            </a:ln>
            <a:effectLst/>
          </p:spPr>
        </p:cxnSp>
        <p:cxnSp>
          <p:nvCxnSpPr>
            <p:cNvPr id="876" name="Straight Connector 875">
              <a:extLst>
                <a:ext uri="{FF2B5EF4-FFF2-40B4-BE49-F238E27FC236}">
                  <a16:creationId xmlns:a16="http://schemas.microsoft.com/office/drawing/2014/main" id="{BC8EB30D-3DF4-B0F8-D844-04DC273D6928}"/>
                </a:ext>
              </a:extLst>
            </p:cNvPr>
            <p:cNvCxnSpPr>
              <a:cxnSpLocks/>
              <a:stCxn id="527" idx="0"/>
              <a:endCxn id="537" idx="0"/>
            </p:cNvCxnSpPr>
            <p:nvPr/>
          </p:nvCxnSpPr>
          <p:spPr>
            <a:xfrm flipV="1">
              <a:off x="1150870" y="3892843"/>
              <a:ext cx="552459" cy="315596"/>
            </a:xfrm>
            <a:prstGeom prst="line">
              <a:avLst/>
            </a:prstGeom>
            <a:noFill/>
            <a:ln w="12700" cap="flat" cmpd="sng" algn="ctr">
              <a:solidFill>
                <a:srgbClr val="000000"/>
              </a:solidFill>
              <a:prstDash val="solid"/>
            </a:ln>
            <a:effectLst/>
          </p:spPr>
        </p:cxnSp>
        <p:cxnSp>
          <p:nvCxnSpPr>
            <p:cNvPr id="877" name="Straight Connector 876">
              <a:extLst>
                <a:ext uri="{FF2B5EF4-FFF2-40B4-BE49-F238E27FC236}">
                  <a16:creationId xmlns:a16="http://schemas.microsoft.com/office/drawing/2014/main" id="{D3234BE2-7DD1-5D5A-A9E8-B76381C2C93E}"/>
                </a:ext>
              </a:extLst>
            </p:cNvPr>
            <p:cNvCxnSpPr>
              <a:cxnSpLocks/>
              <a:stCxn id="530" idx="2"/>
            </p:cNvCxnSpPr>
            <p:nvPr/>
          </p:nvCxnSpPr>
          <p:spPr>
            <a:xfrm flipH="1">
              <a:off x="960180" y="4135000"/>
              <a:ext cx="236478" cy="415005"/>
            </a:xfrm>
            <a:prstGeom prst="line">
              <a:avLst/>
            </a:prstGeom>
            <a:noFill/>
            <a:ln w="12700" cap="flat" cmpd="sng" algn="ctr">
              <a:solidFill>
                <a:srgbClr val="000000"/>
              </a:solidFill>
              <a:prstDash val="solid"/>
            </a:ln>
            <a:effectLst/>
          </p:spPr>
        </p:cxnSp>
        <p:cxnSp>
          <p:nvCxnSpPr>
            <p:cNvPr id="878" name="Straight Connector 877">
              <a:extLst>
                <a:ext uri="{FF2B5EF4-FFF2-40B4-BE49-F238E27FC236}">
                  <a16:creationId xmlns:a16="http://schemas.microsoft.com/office/drawing/2014/main" id="{10B0572F-D81F-6785-B772-7147B22A68A4}"/>
                </a:ext>
              </a:extLst>
            </p:cNvPr>
            <p:cNvCxnSpPr>
              <a:cxnSpLocks/>
              <a:stCxn id="537" idx="0"/>
              <a:endCxn id="829" idx="0"/>
            </p:cNvCxnSpPr>
            <p:nvPr/>
          </p:nvCxnSpPr>
          <p:spPr>
            <a:xfrm flipH="1">
              <a:off x="1599797" y="3892843"/>
              <a:ext cx="103532" cy="645577"/>
            </a:xfrm>
            <a:prstGeom prst="line">
              <a:avLst/>
            </a:prstGeom>
            <a:noFill/>
            <a:ln w="12700" cap="flat" cmpd="sng" algn="ctr">
              <a:solidFill>
                <a:srgbClr val="000000"/>
              </a:solidFill>
              <a:prstDash val="solid"/>
            </a:ln>
            <a:effectLst/>
          </p:spPr>
        </p:cxnSp>
        <p:cxnSp>
          <p:nvCxnSpPr>
            <p:cNvPr id="879" name="Straight Connector 878">
              <a:extLst>
                <a:ext uri="{FF2B5EF4-FFF2-40B4-BE49-F238E27FC236}">
                  <a16:creationId xmlns:a16="http://schemas.microsoft.com/office/drawing/2014/main" id="{A8AD9B21-8B25-3CE2-0357-E92B4ED64C1D}"/>
                </a:ext>
              </a:extLst>
            </p:cNvPr>
            <p:cNvCxnSpPr>
              <a:cxnSpLocks/>
              <a:stCxn id="832" idx="1"/>
              <a:endCxn id="819" idx="0"/>
            </p:cNvCxnSpPr>
            <p:nvPr/>
          </p:nvCxnSpPr>
          <p:spPr>
            <a:xfrm>
              <a:off x="1651193" y="4463740"/>
              <a:ext cx="661303" cy="121907"/>
            </a:xfrm>
            <a:prstGeom prst="line">
              <a:avLst/>
            </a:prstGeom>
            <a:noFill/>
            <a:ln w="12700" cap="flat" cmpd="sng" algn="ctr">
              <a:solidFill>
                <a:srgbClr val="000000"/>
              </a:solidFill>
              <a:prstDash val="solid"/>
            </a:ln>
            <a:effectLst/>
          </p:spPr>
        </p:cxnSp>
        <p:cxnSp>
          <p:nvCxnSpPr>
            <p:cNvPr id="880" name="Straight Connector 879">
              <a:extLst>
                <a:ext uri="{FF2B5EF4-FFF2-40B4-BE49-F238E27FC236}">
                  <a16:creationId xmlns:a16="http://schemas.microsoft.com/office/drawing/2014/main" id="{772BCE27-7D74-97B2-FB34-D7580B98220C}"/>
                </a:ext>
              </a:extLst>
            </p:cNvPr>
            <p:cNvCxnSpPr>
              <a:cxnSpLocks/>
              <a:stCxn id="792" idx="1"/>
              <a:endCxn id="782" idx="2"/>
            </p:cNvCxnSpPr>
            <p:nvPr/>
          </p:nvCxnSpPr>
          <p:spPr>
            <a:xfrm>
              <a:off x="1572294" y="4920404"/>
              <a:ext cx="797103" cy="24487"/>
            </a:xfrm>
            <a:prstGeom prst="line">
              <a:avLst/>
            </a:prstGeom>
            <a:noFill/>
            <a:ln w="12700" cap="flat" cmpd="sng" algn="ctr">
              <a:solidFill>
                <a:srgbClr val="000000"/>
              </a:solidFill>
              <a:prstDash val="solid"/>
            </a:ln>
            <a:effectLst/>
          </p:spPr>
        </p:cxnSp>
        <p:cxnSp>
          <p:nvCxnSpPr>
            <p:cNvPr id="881" name="Straight Connector 880">
              <a:extLst>
                <a:ext uri="{FF2B5EF4-FFF2-40B4-BE49-F238E27FC236}">
                  <a16:creationId xmlns:a16="http://schemas.microsoft.com/office/drawing/2014/main" id="{B798F796-A7C0-9134-25A7-FFE67CBA2912}"/>
                </a:ext>
              </a:extLst>
            </p:cNvPr>
            <p:cNvCxnSpPr>
              <a:cxnSpLocks/>
              <a:stCxn id="789" idx="0"/>
              <a:endCxn id="831" idx="4"/>
            </p:cNvCxnSpPr>
            <p:nvPr/>
          </p:nvCxnSpPr>
          <p:spPr>
            <a:xfrm flipV="1">
              <a:off x="1520898" y="4416455"/>
              <a:ext cx="4093" cy="578629"/>
            </a:xfrm>
            <a:prstGeom prst="line">
              <a:avLst/>
            </a:prstGeom>
            <a:noFill/>
            <a:ln w="12700" cap="flat" cmpd="sng" algn="ctr">
              <a:solidFill>
                <a:srgbClr val="000000"/>
              </a:solidFill>
              <a:prstDash val="solid"/>
            </a:ln>
            <a:effectLst/>
          </p:spPr>
        </p:cxnSp>
        <p:cxnSp>
          <p:nvCxnSpPr>
            <p:cNvPr id="883" name="Straight Connector 882">
              <a:extLst>
                <a:ext uri="{FF2B5EF4-FFF2-40B4-BE49-F238E27FC236}">
                  <a16:creationId xmlns:a16="http://schemas.microsoft.com/office/drawing/2014/main" id="{16F4D65A-6C59-224F-EC01-9AE7F4135EB2}"/>
                </a:ext>
              </a:extLst>
            </p:cNvPr>
            <p:cNvCxnSpPr>
              <a:cxnSpLocks/>
              <a:stCxn id="547" idx="0"/>
              <a:endCxn id="779" idx="0"/>
            </p:cNvCxnSpPr>
            <p:nvPr/>
          </p:nvCxnSpPr>
          <p:spPr>
            <a:xfrm flipH="1">
              <a:off x="2323609" y="4785834"/>
              <a:ext cx="594519" cy="232496"/>
            </a:xfrm>
            <a:prstGeom prst="line">
              <a:avLst/>
            </a:prstGeom>
            <a:noFill/>
            <a:ln w="12700" cap="flat" cmpd="sng" algn="ctr">
              <a:solidFill>
                <a:srgbClr val="000000"/>
              </a:solidFill>
              <a:prstDash val="solid"/>
            </a:ln>
            <a:effectLst/>
          </p:spPr>
        </p:cxnSp>
        <p:cxnSp>
          <p:nvCxnSpPr>
            <p:cNvPr id="910" name="Straight Connector 909">
              <a:extLst>
                <a:ext uri="{FF2B5EF4-FFF2-40B4-BE49-F238E27FC236}">
                  <a16:creationId xmlns:a16="http://schemas.microsoft.com/office/drawing/2014/main" id="{67531369-63BA-97BB-2746-9327444A2FF3}"/>
                </a:ext>
              </a:extLst>
            </p:cNvPr>
            <p:cNvCxnSpPr>
              <a:cxnSpLocks/>
              <a:stCxn id="822" idx="1"/>
              <a:endCxn id="560" idx="1"/>
            </p:cNvCxnSpPr>
            <p:nvPr/>
          </p:nvCxnSpPr>
          <p:spPr>
            <a:xfrm flipV="1">
              <a:off x="2363892" y="4183766"/>
              <a:ext cx="719740" cy="327201"/>
            </a:xfrm>
            <a:prstGeom prst="line">
              <a:avLst/>
            </a:prstGeom>
            <a:noFill/>
            <a:ln w="12700" cap="flat" cmpd="sng" algn="ctr">
              <a:solidFill>
                <a:srgbClr val="000000"/>
              </a:solidFill>
              <a:prstDash val="solid"/>
            </a:ln>
            <a:effectLst/>
          </p:spPr>
        </p:cxnSp>
        <p:grpSp>
          <p:nvGrpSpPr>
            <p:cNvPr id="524" name="Group 357">
              <a:extLst>
                <a:ext uri="{FF2B5EF4-FFF2-40B4-BE49-F238E27FC236}">
                  <a16:creationId xmlns:a16="http://schemas.microsoft.com/office/drawing/2014/main" id="{9754579A-FBDD-B37B-EFBD-C6FC9677C976}"/>
                </a:ext>
              </a:extLst>
            </p:cNvPr>
            <p:cNvGrpSpPr>
              <a:grpSpLocks noChangeAspect="1"/>
            </p:cNvGrpSpPr>
            <p:nvPr/>
          </p:nvGrpSpPr>
          <p:grpSpPr bwMode="auto">
            <a:xfrm>
              <a:off x="953622" y="4058421"/>
              <a:ext cx="395606" cy="205581"/>
              <a:chOff x="1871277" y="1576300"/>
              <a:chExt cx="1128371" cy="437861"/>
            </a:xfrm>
          </p:grpSpPr>
          <p:sp>
            <p:nvSpPr>
              <p:cNvPr id="525" name="Oval 524">
                <a:extLst>
                  <a:ext uri="{FF2B5EF4-FFF2-40B4-BE49-F238E27FC236}">
                    <a16:creationId xmlns:a16="http://schemas.microsoft.com/office/drawing/2014/main" id="{0622C5B0-5835-E460-22A0-8CB11C0C112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26" name="Rectangle 525">
                <a:extLst>
                  <a:ext uri="{FF2B5EF4-FFF2-40B4-BE49-F238E27FC236}">
                    <a16:creationId xmlns:a16="http://schemas.microsoft.com/office/drawing/2014/main" id="{AD90630F-7634-4A3A-FDC5-D8F0C6CAA0A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27" name="Oval 526">
                <a:extLst>
                  <a:ext uri="{FF2B5EF4-FFF2-40B4-BE49-F238E27FC236}">
                    <a16:creationId xmlns:a16="http://schemas.microsoft.com/office/drawing/2014/main" id="{C093FC15-F3CF-485C-1EF5-B47D15A599F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28" name="Freeform 462">
                <a:extLst>
                  <a:ext uri="{FF2B5EF4-FFF2-40B4-BE49-F238E27FC236}">
                    <a16:creationId xmlns:a16="http://schemas.microsoft.com/office/drawing/2014/main" id="{7D178875-1DEF-39C5-000F-97003F7A1217}"/>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29" name="Freeform 463">
                <a:extLst>
                  <a:ext uri="{FF2B5EF4-FFF2-40B4-BE49-F238E27FC236}">
                    <a16:creationId xmlns:a16="http://schemas.microsoft.com/office/drawing/2014/main" id="{3C81B575-14A0-DC7A-29D4-4C91839A466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0" name="Freeform 464">
                <a:extLst>
                  <a:ext uri="{FF2B5EF4-FFF2-40B4-BE49-F238E27FC236}">
                    <a16:creationId xmlns:a16="http://schemas.microsoft.com/office/drawing/2014/main" id="{D200D2D7-048B-7C20-2EFF-AB1339A661F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Freeform 465">
                <a:extLst>
                  <a:ext uri="{FF2B5EF4-FFF2-40B4-BE49-F238E27FC236}">
                    <a16:creationId xmlns:a16="http://schemas.microsoft.com/office/drawing/2014/main" id="{24985D00-5E25-220D-FB12-585437A893C7}"/>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32" name="Straight Connector 531">
                <a:extLst>
                  <a:ext uri="{FF2B5EF4-FFF2-40B4-BE49-F238E27FC236}">
                    <a16:creationId xmlns:a16="http://schemas.microsoft.com/office/drawing/2014/main" id="{7C1A34B5-E7CA-0E6B-842B-19BD954C6511}"/>
                  </a:ext>
                </a:extLst>
              </p:cNvPr>
              <p:cNvCxnSpPr>
                <a:cxnSpLocks noChangeShapeType="1"/>
                <a:endCxn id="52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33" name="Straight Connector 532">
                <a:extLst>
                  <a:ext uri="{FF2B5EF4-FFF2-40B4-BE49-F238E27FC236}">
                    <a16:creationId xmlns:a16="http://schemas.microsoft.com/office/drawing/2014/main" id="{5B3B0649-BA77-F2FE-03E4-7AACC036A852}"/>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34" name="Group 357">
              <a:extLst>
                <a:ext uri="{FF2B5EF4-FFF2-40B4-BE49-F238E27FC236}">
                  <a16:creationId xmlns:a16="http://schemas.microsoft.com/office/drawing/2014/main" id="{2F6A7D36-56FE-9A83-EF8D-1B21B66F78A6}"/>
                </a:ext>
              </a:extLst>
            </p:cNvPr>
            <p:cNvGrpSpPr>
              <a:grpSpLocks noChangeAspect="1"/>
            </p:cNvGrpSpPr>
            <p:nvPr/>
          </p:nvGrpSpPr>
          <p:grpSpPr bwMode="auto">
            <a:xfrm>
              <a:off x="1506081" y="3742825"/>
              <a:ext cx="395606" cy="205581"/>
              <a:chOff x="1871277" y="1576300"/>
              <a:chExt cx="1128371" cy="437861"/>
            </a:xfrm>
          </p:grpSpPr>
          <p:sp>
            <p:nvSpPr>
              <p:cNvPr id="535" name="Oval 534">
                <a:extLst>
                  <a:ext uri="{FF2B5EF4-FFF2-40B4-BE49-F238E27FC236}">
                    <a16:creationId xmlns:a16="http://schemas.microsoft.com/office/drawing/2014/main" id="{962EAC92-4E66-15C0-3946-DAFBD98F4258}"/>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36" name="Rectangle 535">
                <a:extLst>
                  <a:ext uri="{FF2B5EF4-FFF2-40B4-BE49-F238E27FC236}">
                    <a16:creationId xmlns:a16="http://schemas.microsoft.com/office/drawing/2014/main" id="{877BACCD-345F-5652-52A5-4DCD64D69E6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37" name="Oval 536">
                <a:extLst>
                  <a:ext uri="{FF2B5EF4-FFF2-40B4-BE49-F238E27FC236}">
                    <a16:creationId xmlns:a16="http://schemas.microsoft.com/office/drawing/2014/main" id="{0253DB33-5B4B-A4BD-F959-1C8E73D6133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38" name="Freeform 462">
                <a:extLst>
                  <a:ext uri="{FF2B5EF4-FFF2-40B4-BE49-F238E27FC236}">
                    <a16:creationId xmlns:a16="http://schemas.microsoft.com/office/drawing/2014/main" id="{C2F5E0B7-B0F6-122E-C5A1-AD00982441E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39" name="Freeform 463">
                <a:extLst>
                  <a:ext uri="{FF2B5EF4-FFF2-40B4-BE49-F238E27FC236}">
                    <a16:creationId xmlns:a16="http://schemas.microsoft.com/office/drawing/2014/main" id="{15AE67E6-F88B-6B1E-1B87-494A7CBCCFE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0" name="Freeform 464">
                <a:extLst>
                  <a:ext uri="{FF2B5EF4-FFF2-40B4-BE49-F238E27FC236}">
                    <a16:creationId xmlns:a16="http://schemas.microsoft.com/office/drawing/2014/main" id="{3EA07E00-A111-48CA-4C56-93C49524C4F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1" name="Freeform 465">
                <a:extLst>
                  <a:ext uri="{FF2B5EF4-FFF2-40B4-BE49-F238E27FC236}">
                    <a16:creationId xmlns:a16="http://schemas.microsoft.com/office/drawing/2014/main" id="{0D78AFF4-C3AD-1D35-7730-D4AA5CDED5A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2" name="Straight Connector 541">
                <a:extLst>
                  <a:ext uri="{FF2B5EF4-FFF2-40B4-BE49-F238E27FC236}">
                    <a16:creationId xmlns:a16="http://schemas.microsoft.com/office/drawing/2014/main" id="{2534CFDB-D98F-F112-FAD5-957B98AC8DB9}"/>
                  </a:ext>
                </a:extLst>
              </p:cNvPr>
              <p:cNvCxnSpPr>
                <a:cxnSpLocks noChangeShapeType="1"/>
                <a:endCxn id="53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43" name="Straight Connector 542">
                <a:extLst>
                  <a:ext uri="{FF2B5EF4-FFF2-40B4-BE49-F238E27FC236}">
                    <a16:creationId xmlns:a16="http://schemas.microsoft.com/office/drawing/2014/main" id="{51812763-2AB3-1FD2-21D4-FE11A88A1C7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44" name="Group 357">
              <a:extLst>
                <a:ext uri="{FF2B5EF4-FFF2-40B4-BE49-F238E27FC236}">
                  <a16:creationId xmlns:a16="http://schemas.microsoft.com/office/drawing/2014/main" id="{C87CA339-1863-3C7E-AA8F-CD8B0E14710B}"/>
                </a:ext>
              </a:extLst>
            </p:cNvPr>
            <p:cNvGrpSpPr>
              <a:grpSpLocks noChangeAspect="1"/>
            </p:cNvGrpSpPr>
            <p:nvPr/>
          </p:nvGrpSpPr>
          <p:grpSpPr bwMode="auto">
            <a:xfrm>
              <a:off x="2720880" y="4635816"/>
              <a:ext cx="395606" cy="205581"/>
              <a:chOff x="1871277" y="1576300"/>
              <a:chExt cx="1128371" cy="437861"/>
            </a:xfrm>
          </p:grpSpPr>
          <p:sp>
            <p:nvSpPr>
              <p:cNvPr id="545" name="Oval 544">
                <a:extLst>
                  <a:ext uri="{FF2B5EF4-FFF2-40B4-BE49-F238E27FC236}">
                    <a16:creationId xmlns:a16="http://schemas.microsoft.com/office/drawing/2014/main" id="{FA5B4C09-4321-97DA-97AA-C9D83CE66923}"/>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46" name="Rectangle 545">
                <a:extLst>
                  <a:ext uri="{FF2B5EF4-FFF2-40B4-BE49-F238E27FC236}">
                    <a16:creationId xmlns:a16="http://schemas.microsoft.com/office/drawing/2014/main" id="{1FB5FE73-6291-5BDD-C7F2-833E08E266ED}"/>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47" name="Oval 546">
                <a:extLst>
                  <a:ext uri="{FF2B5EF4-FFF2-40B4-BE49-F238E27FC236}">
                    <a16:creationId xmlns:a16="http://schemas.microsoft.com/office/drawing/2014/main" id="{80188E11-2DFF-66C6-59ED-CD8F0E9EA7A5}"/>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48" name="Freeform 462">
                <a:extLst>
                  <a:ext uri="{FF2B5EF4-FFF2-40B4-BE49-F238E27FC236}">
                    <a16:creationId xmlns:a16="http://schemas.microsoft.com/office/drawing/2014/main" id="{82EC624F-77D4-070B-7091-A4467B835A6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49" name="Freeform 463">
                <a:extLst>
                  <a:ext uri="{FF2B5EF4-FFF2-40B4-BE49-F238E27FC236}">
                    <a16:creationId xmlns:a16="http://schemas.microsoft.com/office/drawing/2014/main" id="{72D771E4-4BE8-44C4-6B37-330853ADC72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Freeform 464">
                <a:extLst>
                  <a:ext uri="{FF2B5EF4-FFF2-40B4-BE49-F238E27FC236}">
                    <a16:creationId xmlns:a16="http://schemas.microsoft.com/office/drawing/2014/main" id="{DBE54F63-C0D4-AF4B-1567-E7B1A1C369F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1" name="Freeform 465">
                <a:extLst>
                  <a:ext uri="{FF2B5EF4-FFF2-40B4-BE49-F238E27FC236}">
                    <a16:creationId xmlns:a16="http://schemas.microsoft.com/office/drawing/2014/main" id="{69E83E0C-8BFF-EACC-CBDF-A761BD9C5B8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52" name="Straight Connector 551">
                <a:extLst>
                  <a:ext uri="{FF2B5EF4-FFF2-40B4-BE49-F238E27FC236}">
                    <a16:creationId xmlns:a16="http://schemas.microsoft.com/office/drawing/2014/main" id="{35074E80-1A03-7139-ACA2-D06971B8114A}"/>
                  </a:ext>
                </a:extLst>
              </p:cNvPr>
              <p:cNvCxnSpPr>
                <a:cxnSpLocks noChangeShapeType="1"/>
                <a:endCxn id="54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3" name="Straight Connector 552">
                <a:extLst>
                  <a:ext uri="{FF2B5EF4-FFF2-40B4-BE49-F238E27FC236}">
                    <a16:creationId xmlns:a16="http://schemas.microsoft.com/office/drawing/2014/main" id="{BC8D1D62-9A43-D661-9B7B-7413321B76F0}"/>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54" name="Group 357">
              <a:extLst>
                <a:ext uri="{FF2B5EF4-FFF2-40B4-BE49-F238E27FC236}">
                  <a16:creationId xmlns:a16="http://schemas.microsoft.com/office/drawing/2014/main" id="{0C821BA5-289E-44E8-6347-5BC27C186924}"/>
                </a:ext>
              </a:extLst>
            </p:cNvPr>
            <p:cNvGrpSpPr>
              <a:grpSpLocks noChangeAspect="1"/>
            </p:cNvGrpSpPr>
            <p:nvPr/>
          </p:nvGrpSpPr>
          <p:grpSpPr bwMode="auto">
            <a:xfrm>
              <a:off x="2834988" y="4108428"/>
              <a:ext cx="395606" cy="205581"/>
              <a:chOff x="1871277" y="1576300"/>
              <a:chExt cx="1128371" cy="437861"/>
            </a:xfrm>
          </p:grpSpPr>
          <p:sp>
            <p:nvSpPr>
              <p:cNvPr id="555" name="Oval 554">
                <a:extLst>
                  <a:ext uri="{FF2B5EF4-FFF2-40B4-BE49-F238E27FC236}">
                    <a16:creationId xmlns:a16="http://schemas.microsoft.com/office/drawing/2014/main" id="{1F8BD61B-40DD-47B6-3B4B-AF7CC8E2CC2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56" name="Rectangle 555">
                <a:extLst>
                  <a:ext uri="{FF2B5EF4-FFF2-40B4-BE49-F238E27FC236}">
                    <a16:creationId xmlns:a16="http://schemas.microsoft.com/office/drawing/2014/main" id="{7FA1ECD4-52E2-F24E-6038-FCB80DCAF46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57" name="Oval 556">
                <a:extLst>
                  <a:ext uri="{FF2B5EF4-FFF2-40B4-BE49-F238E27FC236}">
                    <a16:creationId xmlns:a16="http://schemas.microsoft.com/office/drawing/2014/main" id="{122B780E-8356-D799-C24B-4160C3587FB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58" name="Freeform 462">
                <a:extLst>
                  <a:ext uri="{FF2B5EF4-FFF2-40B4-BE49-F238E27FC236}">
                    <a16:creationId xmlns:a16="http://schemas.microsoft.com/office/drawing/2014/main" id="{1E730FBB-9074-7875-A672-4B26AB38D880}"/>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59" name="Freeform 463">
                <a:extLst>
                  <a:ext uri="{FF2B5EF4-FFF2-40B4-BE49-F238E27FC236}">
                    <a16:creationId xmlns:a16="http://schemas.microsoft.com/office/drawing/2014/main" id="{39891221-2740-4AC0-2F49-9316B3E564A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Freeform 464">
                <a:extLst>
                  <a:ext uri="{FF2B5EF4-FFF2-40B4-BE49-F238E27FC236}">
                    <a16:creationId xmlns:a16="http://schemas.microsoft.com/office/drawing/2014/main" id="{3AEFB941-4C6C-50B5-E49E-B8690207E12E}"/>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1" name="Freeform 465">
                <a:extLst>
                  <a:ext uri="{FF2B5EF4-FFF2-40B4-BE49-F238E27FC236}">
                    <a16:creationId xmlns:a16="http://schemas.microsoft.com/office/drawing/2014/main" id="{A2B07850-B0BE-CF1B-214E-59FE20D2C183}"/>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62" name="Straight Connector 561">
                <a:extLst>
                  <a:ext uri="{FF2B5EF4-FFF2-40B4-BE49-F238E27FC236}">
                    <a16:creationId xmlns:a16="http://schemas.microsoft.com/office/drawing/2014/main" id="{D13EC9A7-C268-5F34-6442-00690A173CFC}"/>
                  </a:ext>
                </a:extLst>
              </p:cNvPr>
              <p:cNvCxnSpPr>
                <a:cxnSpLocks noChangeShapeType="1"/>
                <a:endCxn id="55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63" name="Straight Connector 562">
                <a:extLst>
                  <a:ext uri="{FF2B5EF4-FFF2-40B4-BE49-F238E27FC236}">
                    <a16:creationId xmlns:a16="http://schemas.microsoft.com/office/drawing/2014/main" id="{AAB1B14E-084C-7618-6632-BC8A2B21E8F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66" name="Group 357">
              <a:extLst>
                <a:ext uri="{FF2B5EF4-FFF2-40B4-BE49-F238E27FC236}">
                  <a16:creationId xmlns:a16="http://schemas.microsoft.com/office/drawing/2014/main" id="{D2313D34-159E-878C-9DB2-4707B89C1C06}"/>
                </a:ext>
              </a:extLst>
            </p:cNvPr>
            <p:cNvGrpSpPr>
              <a:grpSpLocks noChangeAspect="1"/>
            </p:cNvGrpSpPr>
            <p:nvPr/>
          </p:nvGrpSpPr>
          <p:grpSpPr bwMode="auto">
            <a:xfrm>
              <a:off x="2181682" y="3824611"/>
              <a:ext cx="395606" cy="205581"/>
              <a:chOff x="1871277" y="1576300"/>
              <a:chExt cx="1128371" cy="437861"/>
            </a:xfrm>
          </p:grpSpPr>
          <p:sp>
            <p:nvSpPr>
              <p:cNvPr id="767" name="Oval 766">
                <a:extLst>
                  <a:ext uri="{FF2B5EF4-FFF2-40B4-BE49-F238E27FC236}">
                    <a16:creationId xmlns:a16="http://schemas.microsoft.com/office/drawing/2014/main" id="{6B48C6B2-E8E4-06B8-9483-A54495B443A0}"/>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68" name="Rectangle 767">
                <a:extLst>
                  <a:ext uri="{FF2B5EF4-FFF2-40B4-BE49-F238E27FC236}">
                    <a16:creationId xmlns:a16="http://schemas.microsoft.com/office/drawing/2014/main" id="{D066F230-E138-FB59-16A1-6DCFCB96BDB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9" name="Oval 768">
                <a:extLst>
                  <a:ext uri="{FF2B5EF4-FFF2-40B4-BE49-F238E27FC236}">
                    <a16:creationId xmlns:a16="http://schemas.microsoft.com/office/drawing/2014/main" id="{468EB4F6-4D9C-75FD-1FB9-5C0F5533907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70" name="Freeform 462">
                <a:extLst>
                  <a:ext uri="{FF2B5EF4-FFF2-40B4-BE49-F238E27FC236}">
                    <a16:creationId xmlns:a16="http://schemas.microsoft.com/office/drawing/2014/main" id="{269ED6DF-A49A-3693-991E-6B6BEDE3AF6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71" name="Freeform 463">
                <a:extLst>
                  <a:ext uri="{FF2B5EF4-FFF2-40B4-BE49-F238E27FC236}">
                    <a16:creationId xmlns:a16="http://schemas.microsoft.com/office/drawing/2014/main" id="{56128383-1F00-C34C-27C8-E49EDFC8B70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2" name="Freeform 464">
                <a:extLst>
                  <a:ext uri="{FF2B5EF4-FFF2-40B4-BE49-F238E27FC236}">
                    <a16:creationId xmlns:a16="http://schemas.microsoft.com/office/drawing/2014/main" id="{2AE466A9-FC13-DE25-C968-C86DDD83C5DE}"/>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3" name="Freeform 465">
                <a:extLst>
                  <a:ext uri="{FF2B5EF4-FFF2-40B4-BE49-F238E27FC236}">
                    <a16:creationId xmlns:a16="http://schemas.microsoft.com/office/drawing/2014/main" id="{E4DEC5E5-E422-29AC-C003-F9FD878E6A5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74" name="Straight Connector 773">
                <a:extLst>
                  <a:ext uri="{FF2B5EF4-FFF2-40B4-BE49-F238E27FC236}">
                    <a16:creationId xmlns:a16="http://schemas.microsoft.com/office/drawing/2014/main" id="{263279D6-2AAD-D643-B979-EB65A642A78C}"/>
                  </a:ext>
                </a:extLst>
              </p:cNvPr>
              <p:cNvCxnSpPr>
                <a:cxnSpLocks noChangeShapeType="1"/>
                <a:endCxn id="76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75" name="Straight Connector 774">
                <a:extLst>
                  <a:ext uri="{FF2B5EF4-FFF2-40B4-BE49-F238E27FC236}">
                    <a16:creationId xmlns:a16="http://schemas.microsoft.com/office/drawing/2014/main" id="{398C81BD-5B36-CCEE-58A9-1794D7ABB50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76" name="Group 357">
              <a:extLst>
                <a:ext uri="{FF2B5EF4-FFF2-40B4-BE49-F238E27FC236}">
                  <a16:creationId xmlns:a16="http://schemas.microsoft.com/office/drawing/2014/main" id="{B4BDCC03-903C-450C-7DE0-9A3EAB354E6B}"/>
                </a:ext>
              </a:extLst>
            </p:cNvPr>
            <p:cNvGrpSpPr>
              <a:grpSpLocks noChangeAspect="1"/>
            </p:cNvGrpSpPr>
            <p:nvPr/>
          </p:nvGrpSpPr>
          <p:grpSpPr bwMode="auto">
            <a:xfrm>
              <a:off x="2126361" y="4868312"/>
              <a:ext cx="395606" cy="205581"/>
              <a:chOff x="1871277" y="1576300"/>
              <a:chExt cx="1128371" cy="437861"/>
            </a:xfrm>
          </p:grpSpPr>
          <p:sp>
            <p:nvSpPr>
              <p:cNvPr id="777" name="Oval 776">
                <a:extLst>
                  <a:ext uri="{FF2B5EF4-FFF2-40B4-BE49-F238E27FC236}">
                    <a16:creationId xmlns:a16="http://schemas.microsoft.com/office/drawing/2014/main" id="{694EF3E0-294A-7BF3-D455-651272165E7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78" name="Rectangle 777">
                <a:extLst>
                  <a:ext uri="{FF2B5EF4-FFF2-40B4-BE49-F238E27FC236}">
                    <a16:creationId xmlns:a16="http://schemas.microsoft.com/office/drawing/2014/main" id="{D4CFC70A-B5D2-B48E-6402-1E16FD755C9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79" name="Oval 778">
                <a:extLst>
                  <a:ext uri="{FF2B5EF4-FFF2-40B4-BE49-F238E27FC236}">
                    <a16:creationId xmlns:a16="http://schemas.microsoft.com/office/drawing/2014/main" id="{F1706A9E-4BA0-CC62-431B-15EA4873B8D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80" name="Freeform 462">
                <a:extLst>
                  <a:ext uri="{FF2B5EF4-FFF2-40B4-BE49-F238E27FC236}">
                    <a16:creationId xmlns:a16="http://schemas.microsoft.com/office/drawing/2014/main" id="{924ECC91-2019-8592-6A35-4BEE5B9F97FA}"/>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1" name="Freeform 463">
                <a:extLst>
                  <a:ext uri="{FF2B5EF4-FFF2-40B4-BE49-F238E27FC236}">
                    <a16:creationId xmlns:a16="http://schemas.microsoft.com/office/drawing/2014/main" id="{B2C791B6-8DE3-DCF4-6D2E-06B0634CF3FE}"/>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2" name="Freeform 464">
                <a:extLst>
                  <a:ext uri="{FF2B5EF4-FFF2-40B4-BE49-F238E27FC236}">
                    <a16:creationId xmlns:a16="http://schemas.microsoft.com/office/drawing/2014/main" id="{2609C886-333C-89A8-A86F-F9BCD5A32D31}"/>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3" name="Freeform 465">
                <a:extLst>
                  <a:ext uri="{FF2B5EF4-FFF2-40B4-BE49-F238E27FC236}">
                    <a16:creationId xmlns:a16="http://schemas.microsoft.com/office/drawing/2014/main" id="{D92A8DB5-C3D4-4281-9FA3-E4F5DE3A509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84" name="Straight Connector 783">
                <a:extLst>
                  <a:ext uri="{FF2B5EF4-FFF2-40B4-BE49-F238E27FC236}">
                    <a16:creationId xmlns:a16="http://schemas.microsoft.com/office/drawing/2014/main" id="{15493B3A-D609-C387-58FD-B0763F3AF34D}"/>
                  </a:ext>
                </a:extLst>
              </p:cNvPr>
              <p:cNvCxnSpPr>
                <a:cxnSpLocks noChangeShapeType="1"/>
                <a:endCxn id="77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85" name="Straight Connector 784">
                <a:extLst>
                  <a:ext uri="{FF2B5EF4-FFF2-40B4-BE49-F238E27FC236}">
                    <a16:creationId xmlns:a16="http://schemas.microsoft.com/office/drawing/2014/main" id="{57355221-7B54-CC11-60C3-29768D7389BA}"/>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86" name="Group 357">
              <a:extLst>
                <a:ext uri="{FF2B5EF4-FFF2-40B4-BE49-F238E27FC236}">
                  <a16:creationId xmlns:a16="http://schemas.microsoft.com/office/drawing/2014/main" id="{40EDFB07-D232-5053-71F3-8D2CAC5AE327}"/>
                </a:ext>
              </a:extLst>
            </p:cNvPr>
            <p:cNvGrpSpPr>
              <a:grpSpLocks noChangeAspect="1"/>
            </p:cNvGrpSpPr>
            <p:nvPr/>
          </p:nvGrpSpPr>
          <p:grpSpPr bwMode="auto">
            <a:xfrm>
              <a:off x="1323650" y="4845066"/>
              <a:ext cx="395606" cy="205581"/>
              <a:chOff x="1871277" y="1576300"/>
              <a:chExt cx="1128371" cy="437861"/>
            </a:xfrm>
          </p:grpSpPr>
          <p:sp>
            <p:nvSpPr>
              <p:cNvPr id="787" name="Oval 786">
                <a:extLst>
                  <a:ext uri="{FF2B5EF4-FFF2-40B4-BE49-F238E27FC236}">
                    <a16:creationId xmlns:a16="http://schemas.microsoft.com/office/drawing/2014/main" id="{5126FE73-30A4-A831-D26D-B06B99F7F013}"/>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88" name="Rectangle 787">
                <a:extLst>
                  <a:ext uri="{FF2B5EF4-FFF2-40B4-BE49-F238E27FC236}">
                    <a16:creationId xmlns:a16="http://schemas.microsoft.com/office/drawing/2014/main" id="{83071CFA-9A16-6881-9CDB-84E53A69B2D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9" name="Oval 788">
                <a:extLst>
                  <a:ext uri="{FF2B5EF4-FFF2-40B4-BE49-F238E27FC236}">
                    <a16:creationId xmlns:a16="http://schemas.microsoft.com/office/drawing/2014/main" id="{4EB22A9D-F443-6262-644E-249CD04FF987}"/>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90" name="Freeform 462">
                <a:extLst>
                  <a:ext uri="{FF2B5EF4-FFF2-40B4-BE49-F238E27FC236}">
                    <a16:creationId xmlns:a16="http://schemas.microsoft.com/office/drawing/2014/main" id="{875E3028-7A18-5B45-77EA-2B41311B1FB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91" name="Freeform 463">
                <a:extLst>
                  <a:ext uri="{FF2B5EF4-FFF2-40B4-BE49-F238E27FC236}">
                    <a16:creationId xmlns:a16="http://schemas.microsoft.com/office/drawing/2014/main" id="{04719EA7-693D-C54D-FA86-FEB77BD4542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2" name="Freeform 464">
                <a:extLst>
                  <a:ext uri="{FF2B5EF4-FFF2-40B4-BE49-F238E27FC236}">
                    <a16:creationId xmlns:a16="http://schemas.microsoft.com/office/drawing/2014/main" id="{7F458518-5310-70D6-1991-E3951A2DBFD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3" name="Freeform 465">
                <a:extLst>
                  <a:ext uri="{FF2B5EF4-FFF2-40B4-BE49-F238E27FC236}">
                    <a16:creationId xmlns:a16="http://schemas.microsoft.com/office/drawing/2014/main" id="{36A313DD-6DC2-5B05-ECA0-9C4A26B0882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94" name="Straight Connector 793">
                <a:extLst>
                  <a:ext uri="{FF2B5EF4-FFF2-40B4-BE49-F238E27FC236}">
                    <a16:creationId xmlns:a16="http://schemas.microsoft.com/office/drawing/2014/main" id="{314FAC82-47E8-F3C5-EB0A-1EF033DF5450}"/>
                  </a:ext>
                </a:extLst>
              </p:cNvPr>
              <p:cNvCxnSpPr>
                <a:cxnSpLocks noChangeShapeType="1"/>
                <a:endCxn id="78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95" name="Straight Connector 794">
                <a:extLst>
                  <a:ext uri="{FF2B5EF4-FFF2-40B4-BE49-F238E27FC236}">
                    <a16:creationId xmlns:a16="http://schemas.microsoft.com/office/drawing/2014/main" id="{DA09B9E9-F6D2-B0D6-3219-CFEF51236BC2}"/>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96" name="Group 357">
              <a:extLst>
                <a:ext uri="{FF2B5EF4-FFF2-40B4-BE49-F238E27FC236}">
                  <a16:creationId xmlns:a16="http://schemas.microsoft.com/office/drawing/2014/main" id="{B7B1C22E-8E01-26C1-7CAA-A01506FE8A88}"/>
                </a:ext>
              </a:extLst>
            </p:cNvPr>
            <p:cNvGrpSpPr>
              <a:grpSpLocks noChangeAspect="1"/>
            </p:cNvGrpSpPr>
            <p:nvPr/>
          </p:nvGrpSpPr>
          <p:grpSpPr bwMode="auto">
            <a:xfrm>
              <a:off x="719038" y="4505084"/>
              <a:ext cx="395606" cy="205581"/>
              <a:chOff x="1871277" y="1576300"/>
              <a:chExt cx="1128371" cy="437861"/>
            </a:xfrm>
          </p:grpSpPr>
          <p:sp>
            <p:nvSpPr>
              <p:cNvPr id="797" name="Oval 796">
                <a:extLst>
                  <a:ext uri="{FF2B5EF4-FFF2-40B4-BE49-F238E27FC236}">
                    <a16:creationId xmlns:a16="http://schemas.microsoft.com/office/drawing/2014/main" id="{E7501AA0-D030-DFA1-7009-7526FBED7EC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98" name="Rectangle 797">
                <a:extLst>
                  <a:ext uri="{FF2B5EF4-FFF2-40B4-BE49-F238E27FC236}">
                    <a16:creationId xmlns:a16="http://schemas.microsoft.com/office/drawing/2014/main" id="{1A21712E-5F53-0F9A-93C6-BA04D0ED3037}"/>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99" name="Oval 798">
                <a:extLst>
                  <a:ext uri="{FF2B5EF4-FFF2-40B4-BE49-F238E27FC236}">
                    <a16:creationId xmlns:a16="http://schemas.microsoft.com/office/drawing/2014/main" id="{23F333B4-2E62-3ABB-04D4-67593A0CB04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00" name="Freeform 462">
                <a:extLst>
                  <a:ext uri="{FF2B5EF4-FFF2-40B4-BE49-F238E27FC236}">
                    <a16:creationId xmlns:a16="http://schemas.microsoft.com/office/drawing/2014/main" id="{F6B14ECF-919D-2FEC-1507-25669C4AADE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1" name="Freeform 463">
                <a:extLst>
                  <a:ext uri="{FF2B5EF4-FFF2-40B4-BE49-F238E27FC236}">
                    <a16:creationId xmlns:a16="http://schemas.microsoft.com/office/drawing/2014/main" id="{0C057C7D-A756-4FED-455B-DF3D45456D20}"/>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2" name="Freeform 464">
                <a:extLst>
                  <a:ext uri="{FF2B5EF4-FFF2-40B4-BE49-F238E27FC236}">
                    <a16:creationId xmlns:a16="http://schemas.microsoft.com/office/drawing/2014/main" id="{E8F596A4-935F-6CC6-481E-AA48EA086D43}"/>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3" name="Freeform 465">
                <a:extLst>
                  <a:ext uri="{FF2B5EF4-FFF2-40B4-BE49-F238E27FC236}">
                    <a16:creationId xmlns:a16="http://schemas.microsoft.com/office/drawing/2014/main" id="{3B81BF2B-B3C7-823C-2065-2D49F1AD59F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04" name="Straight Connector 803">
                <a:extLst>
                  <a:ext uri="{FF2B5EF4-FFF2-40B4-BE49-F238E27FC236}">
                    <a16:creationId xmlns:a16="http://schemas.microsoft.com/office/drawing/2014/main" id="{9ECEC85B-644C-2502-8D01-4ACE532A51E6}"/>
                  </a:ext>
                </a:extLst>
              </p:cNvPr>
              <p:cNvCxnSpPr>
                <a:cxnSpLocks noChangeShapeType="1"/>
                <a:endCxn id="79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05" name="Straight Connector 804">
                <a:extLst>
                  <a:ext uri="{FF2B5EF4-FFF2-40B4-BE49-F238E27FC236}">
                    <a16:creationId xmlns:a16="http://schemas.microsoft.com/office/drawing/2014/main" id="{2A106473-71FE-EAAB-0C49-C3B7C23E6583}"/>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16" name="Group 357">
              <a:extLst>
                <a:ext uri="{FF2B5EF4-FFF2-40B4-BE49-F238E27FC236}">
                  <a16:creationId xmlns:a16="http://schemas.microsoft.com/office/drawing/2014/main" id="{E55DAF38-E92A-10E0-2729-6CD7896073C1}"/>
                </a:ext>
              </a:extLst>
            </p:cNvPr>
            <p:cNvGrpSpPr>
              <a:grpSpLocks noChangeAspect="1"/>
            </p:cNvGrpSpPr>
            <p:nvPr/>
          </p:nvGrpSpPr>
          <p:grpSpPr bwMode="auto">
            <a:xfrm>
              <a:off x="2115248" y="4435629"/>
              <a:ext cx="395606" cy="205581"/>
              <a:chOff x="1871277" y="1576300"/>
              <a:chExt cx="1128371" cy="437861"/>
            </a:xfrm>
          </p:grpSpPr>
          <p:sp>
            <p:nvSpPr>
              <p:cNvPr id="817" name="Oval 816">
                <a:extLst>
                  <a:ext uri="{FF2B5EF4-FFF2-40B4-BE49-F238E27FC236}">
                    <a16:creationId xmlns:a16="http://schemas.microsoft.com/office/drawing/2014/main" id="{753999DC-48A5-51D7-3BC7-49212C5C1402}"/>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18" name="Rectangle 817">
                <a:extLst>
                  <a:ext uri="{FF2B5EF4-FFF2-40B4-BE49-F238E27FC236}">
                    <a16:creationId xmlns:a16="http://schemas.microsoft.com/office/drawing/2014/main" id="{70D4624F-190E-5F20-2C56-52971E4D5D5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19" name="Oval 818">
                <a:extLst>
                  <a:ext uri="{FF2B5EF4-FFF2-40B4-BE49-F238E27FC236}">
                    <a16:creationId xmlns:a16="http://schemas.microsoft.com/office/drawing/2014/main" id="{E72A5049-287C-0BA2-D353-1BF9CF036E9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20" name="Freeform 462">
                <a:extLst>
                  <a:ext uri="{FF2B5EF4-FFF2-40B4-BE49-F238E27FC236}">
                    <a16:creationId xmlns:a16="http://schemas.microsoft.com/office/drawing/2014/main" id="{F8248A95-9456-DE7B-FD8D-35275188827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1" name="Freeform 463">
                <a:extLst>
                  <a:ext uri="{FF2B5EF4-FFF2-40B4-BE49-F238E27FC236}">
                    <a16:creationId xmlns:a16="http://schemas.microsoft.com/office/drawing/2014/main" id="{DCE8A13F-B9AB-FC04-F9B2-4B573529C6D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2" name="Freeform 464">
                <a:extLst>
                  <a:ext uri="{FF2B5EF4-FFF2-40B4-BE49-F238E27FC236}">
                    <a16:creationId xmlns:a16="http://schemas.microsoft.com/office/drawing/2014/main" id="{E10E52CE-FB19-43A0-9E12-150F4755097C}"/>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3" name="Freeform 465">
                <a:extLst>
                  <a:ext uri="{FF2B5EF4-FFF2-40B4-BE49-F238E27FC236}">
                    <a16:creationId xmlns:a16="http://schemas.microsoft.com/office/drawing/2014/main" id="{D88C74A1-23CC-55B1-9E36-4804EB08AF22}"/>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24" name="Straight Connector 823">
                <a:extLst>
                  <a:ext uri="{FF2B5EF4-FFF2-40B4-BE49-F238E27FC236}">
                    <a16:creationId xmlns:a16="http://schemas.microsoft.com/office/drawing/2014/main" id="{34135718-F41B-F012-FD25-D5907CA6DDEA}"/>
                  </a:ext>
                </a:extLst>
              </p:cNvPr>
              <p:cNvCxnSpPr>
                <a:cxnSpLocks noChangeShapeType="1"/>
                <a:endCxn id="81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25" name="Straight Connector 824">
                <a:extLst>
                  <a:ext uri="{FF2B5EF4-FFF2-40B4-BE49-F238E27FC236}">
                    <a16:creationId xmlns:a16="http://schemas.microsoft.com/office/drawing/2014/main" id="{F08C52DA-1A69-0AB3-5107-73F53CDA0CD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26" name="Group 357">
              <a:extLst>
                <a:ext uri="{FF2B5EF4-FFF2-40B4-BE49-F238E27FC236}">
                  <a16:creationId xmlns:a16="http://schemas.microsoft.com/office/drawing/2014/main" id="{5F6BABA1-B617-BA96-F2EC-DEBA90320BF3}"/>
                </a:ext>
              </a:extLst>
            </p:cNvPr>
            <p:cNvGrpSpPr>
              <a:grpSpLocks noChangeAspect="1"/>
            </p:cNvGrpSpPr>
            <p:nvPr/>
          </p:nvGrpSpPr>
          <p:grpSpPr bwMode="auto">
            <a:xfrm>
              <a:off x="1402549" y="4388402"/>
              <a:ext cx="395606" cy="205581"/>
              <a:chOff x="1871277" y="1576300"/>
              <a:chExt cx="1128371" cy="437861"/>
            </a:xfrm>
          </p:grpSpPr>
          <p:sp>
            <p:nvSpPr>
              <p:cNvPr id="827" name="Oval 826">
                <a:extLst>
                  <a:ext uri="{FF2B5EF4-FFF2-40B4-BE49-F238E27FC236}">
                    <a16:creationId xmlns:a16="http://schemas.microsoft.com/office/drawing/2014/main" id="{07DD893D-54B3-B35B-2314-1DCDA62568CB}"/>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28" name="Rectangle 827">
                <a:extLst>
                  <a:ext uri="{FF2B5EF4-FFF2-40B4-BE49-F238E27FC236}">
                    <a16:creationId xmlns:a16="http://schemas.microsoft.com/office/drawing/2014/main" id="{9CAA0530-D5AD-37CA-E8B4-78F16DBFCA8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9" name="Oval 828">
                <a:extLst>
                  <a:ext uri="{FF2B5EF4-FFF2-40B4-BE49-F238E27FC236}">
                    <a16:creationId xmlns:a16="http://schemas.microsoft.com/office/drawing/2014/main" id="{F5808CBE-4493-73EF-CC3C-5D62AFBD9349}"/>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30" name="Freeform 462">
                <a:extLst>
                  <a:ext uri="{FF2B5EF4-FFF2-40B4-BE49-F238E27FC236}">
                    <a16:creationId xmlns:a16="http://schemas.microsoft.com/office/drawing/2014/main" id="{A38FD612-63FE-0FFE-692C-D1D7F428F88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31" name="Freeform 463">
                <a:extLst>
                  <a:ext uri="{FF2B5EF4-FFF2-40B4-BE49-F238E27FC236}">
                    <a16:creationId xmlns:a16="http://schemas.microsoft.com/office/drawing/2014/main" id="{5C58CFE8-9080-5627-3799-CAB3DFD91C0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Freeform 464">
                <a:extLst>
                  <a:ext uri="{FF2B5EF4-FFF2-40B4-BE49-F238E27FC236}">
                    <a16:creationId xmlns:a16="http://schemas.microsoft.com/office/drawing/2014/main" id="{79A8EE5E-D8C5-BB77-4337-BE5E818592D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3" name="Freeform 465">
                <a:extLst>
                  <a:ext uri="{FF2B5EF4-FFF2-40B4-BE49-F238E27FC236}">
                    <a16:creationId xmlns:a16="http://schemas.microsoft.com/office/drawing/2014/main" id="{7B776F14-E953-9957-EA47-CDAA2B391E7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34" name="Straight Connector 833">
                <a:extLst>
                  <a:ext uri="{FF2B5EF4-FFF2-40B4-BE49-F238E27FC236}">
                    <a16:creationId xmlns:a16="http://schemas.microsoft.com/office/drawing/2014/main" id="{6D59BAEA-ECDA-1FAD-62C8-F66D21A5CAC4}"/>
                  </a:ext>
                </a:extLst>
              </p:cNvPr>
              <p:cNvCxnSpPr>
                <a:cxnSpLocks noChangeShapeType="1"/>
                <a:endCxn id="82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35" name="Straight Connector 834">
                <a:extLst>
                  <a:ext uri="{FF2B5EF4-FFF2-40B4-BE49-F238E27FC236}">
                    <a16:creationId xmlns:a16="http://schemas.microsoft.com/office/drawing/2014/main" id="{DD7426C5-EE08-7B0F-E0FD-C0476AE2041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cxnSp>
        <p:nvCxnSpPr>
          <p:cNvPr id="851" name="Straight Connector 850">
            <a:extLst>
              <a:ext uri="{FF2B5EF4-FFF2-40B4-BE49-F238E27FC236}">
                <a16:creationId xmlns:a16="http://schemas.microsoft.com/office/drawing/2014/main" id="{8AF13C1F-5DF8-FFBE-808C-FEE7A953E25A}"/>
              </a:ext>
            </a:extLst>
          </p:cNvPr>
          <p:cNvCxnSpPr>
            <a:cxnSpLocks/>
            <a:stCxn id="34" idx="2"/>
            <a:endCxn id="587" idx="0"/>
          </p:cNvCxnSpPr>
          <p:nvPr/>
        </p:nvCxnSpPr>
        <p:spPr>
          <a:xfrm>
            <a:off x="3567118" y="2764887"/>
            <a:ext cx="1024660" cy="87329"/>
          </a:xfrm>
          <a:prstGeom prst="line">
            <a:avLst/>
          </a:prstGeom>
          <a:noFill/>
          <a:ln w="12700" cap="flat" cmpd="sng" algn="ctr">
            <a:solidFill>
              <a:srgbClr val="000000"/>
            </a:solidFill>
            <a:prstDash val="solid"/>
          </a:ln>
          <a:effectLst/>
        </p:spPr>
      </p:cxnSp>
      <p:grpSp>
        <p:nvGrpSpPr>
          <p:cNvPr id="1078" name="Group 1077">
            <a:extLst>
              <a:ext uri="{FF2B5EF4-FFF2-40B4-BE49-F238E27FC236}">
                <a16:creationId xmlns:a16="http://schemas.microsoft.com/office/drawing/2014/main" id="{962EEB6D-CCC9-69A3-AFB3-0FD739D2BA55}"/>
              </a:ext>
            </a:extLst>
          </p:cNvPr>
          <p:cNvGrpSpPr/>
          <p:nvPr/>
        </p:nvGrpSpPr>
        <p:grpSpPr>
          <a:xfrm>
            <a:off x="1381815" y="2309528"/>
            <a:ext cx="2337873" cy="712992"/>
            <a:chOff x="971510" y="2239190"/>
            <a:chExt cx="2337873" cy="712992"/>
          </a:xfrm>
        </p:grpSpPr>
        <p:cxnSp>
          <p:nvCxnSpPr>
            <p:cNvPr id="11" name="Straight Connector 10">
              <a:extLst>
                <a:ext uri="{FF2B5EF4-FFF2-40B4-BE49-F238E27FC236}">
                  <a16:creationId xmlns:a16="http://schemas.microsoft.com/office/drawing/2014/main" id="{A9407C34-F50B-16A6-0125-1068D0438301}"/>
                </a:ext>
              </a:extLst>
            </p:cNvPr>
            <p:cNvCxnSpPr>
              <a:cxnSpLocks/>
              <a:stCxn id="608" idx="11"/>
            </p:cNvCxnSpPr>
            <p:nvPr/>
          </p:nvCxnSpPr>
          <p:spPr>
            <a:xfrm flipV="1">
              <a:off x="1215903" y="2342316"/>
              <a:ext cx="1104021" cy="115254"/>
            </a:xfrm>
            <a:prstGeom prst="line">
              <a:avLst/>
            </a:prstGeom>
            <a:noFill/>
            <a:ln w="12700" cap="flat" cmpd="sng" algn="ctr">
              <a:solidFill>
                <a:srgbClr val="000000"/>
              </a:solidFill>
              <a:prstDash val="solid"/>
            </a:ln>
            <a:effectLst/>
          </p:spPr>
        </p:cxnSp>
        <p:cxnSp>
          <p:nvCxnSpPr>
            <p:cNvPr id="838" name="Straight Connector 837">
              <a:extLst>
                <a:ext uri="{FF2B5EF4-FFF2-40B4-BE49-F238E27FC236}">
                  <a16:creationId xmlns:a16="http://schemas.microsoft.com/office/drawing/2014/main" id="{0D698DBB-1EB3-8E4E-2D2B-164B4AC6B74A}"/>
                </a:ext>
              </a:extLst>
            </p:cNvPr>
            <p:cNvCxnSpPr>
              <a:cxnSpLocks/>
              <a:stCxn id="607" idx="0"/>
              <a:endCxn id="619" idx="4"/>
            </p:cNvCxnSpPr>
            <p:nvPr/>
          </p:nvCxnSpPr>
          <p:spPr>
            <a:xfrm>
              <a:off x="1168758" y="2509393"/>
              <a:ext cx="577578" cy="265261"/>
            </a:xfrm>
            <a:prstGeom prst="line">
              <a:avLst/>
            </a:prstGeom>
            <a:noFill/>
            <a:ln w="12700" cap="flat" cmpd="sng" algn="ctr">
              <a:solidFill>
                <a:srgbClr val="000000"/>
              </a:solidFill>
              <a:prstDash val="solid"/>
            </a:ln>
            <a:effectLst/>
          </p:spPr>
        </p:cxnSp>
        <p:cxnSp>
          <p:nvCxnSpPr>
            <p:cNvPr id="841" name="Straight Connector 840">
              <a:extLst>
                <a:ext uri="{FF2B5EF4-FFF2-40B4-BE49-F238E27FC236}">
                  <a16:creationId xmlns:a16="http://schemas.microsoft.com/office/drawing/2014/main" id="{CB273BAA-2F58-93B0-5966-A908F2AE27BA}"/>
                </a:ext>
              </a:extLst>
            </p:cNvPr>
            <p:cNvCxnSpPr>
              <a:cxnSpLocks/>
              <a:stCxn id="31" idx="0"/>
              <a:endCxn id="617" idx="0"/>
            </p:cNvCxnSpPr>
            <p:nvPr/>
          </p:nvCxnSpPr>
          <p:spPr>
            <a:xfrm flipH="1">
              <a:off x="1821142" y="2767988"/>
              <a:ext cx="1289883" cy="128631"/>
            </a:xfrm>
            <a:prstGeom prst="line">
              <a:avLst/>
            </a:prstGeom>
            <a:noFill/>
            <a:ln w="12700" cap="flat" cmpd="sng" algn="ctr">
              <a:solidFill>
                <a:srgbClr val="000000"/>
              </a:solidFill>
              <a:prstDash val="solid"/>
            </a:ln>
            <a:effectLst/>
          </p:spPr>
        </p:cxnSp>
        <p:cxnSp>
          <p:nvCxnSpPr>
            <p:cNvPr id="844" name="Straight Connector 843">
              <a:extLst>
                <a:ext uri="{FF2B5EF4-FFF2-40B4-BE49-F238E27FC236}">
                  <a16:creationId xmlns:a16="http://schemas.microsoft.com/office/drawing/2014/main" id="{51F375A0-7879-CB8F-8F44-904D59C1DAB7}"/>
                </a:ext>
              </a:extLst>
            </p:cNvPr>
            <p:cNvCxnSpPr>
              <a:cxnSpLocks/>
              <a:stCxn id="34" idx="2"/>
              <a:endCxn id="627" idx="0"/>
            </p:cNvCxnSpPr>
            <p:nvPr/>
          </p:nvCxnSpPr>
          <p:spPr>
            <a:xfrm flipH="1" flipV="1">
              <a:off x="2319924" y="2389208"/>
              <a:ext cx="836889" cy="305341"/>
            </a:xfrm>
            <a:prstGeom prst="line">
              <a:avLst/>
            </a:prstGeom>
            <a:noFill/>
            <a:ln w="12700" cap="flat" cmpd="sng" algn="ctr">
              <a:solidFill>
                <a:srgbClr val="000000"/>
              </a:solidFill>
              <a:prstDash val="solid"/>
            </a:ln>
            <a:effectLst/>
          </p:spPr>
        </p:cxnSp>
        <p:cxnSp>
          <p:nvCxnSpPr>
            <p:cNvPr id="847" name="Straight Connector 846">
              <a:extLst>
                <a:ext uri="{FF2B5EF4-FFF2-40B4-BE49-F238E27FC236}">
                  <a16:creationId xmlns:a16="http://schemas.microsoft.com/office/drawing/2014/main" id="{6CC21F85-2272-52A0-F0D7-2EB3CE5BFEC0}"/>
                </a:ext>
              </a:extLst>
            </p:cNvPr>
            <p:cNvCxnSpPr>
              <a:cxnSpLocks/>
              <a:endCxn id="627" idx="0"/>
            </p:cNvCxnSpPr>
            <p:nvPr/>
          </p:nvCxnSpPr>
          <p:spPr>
            <a:xfrm flipV="1">
              <a:off x="1889313" y="2389208"/>
              <a:ext cx="430611" cy="427932"/>
            </a:xfrm>
            <a:prstGeom prst="line">
              <a:avLst/>
            </a:prstGeom>
            <a:noFill/>
            <a:ln w="12700" cap="flat" cmpd="sng" algn="ctr">
              <a:solidFill>
                <a:srgbClr val="000000"/>
              </a:solidFill>
              <a:prstDash val="solid"/>
            </a:ln>
            <a:effectLst/>
          </p:spPr>
        </p:cxnSp>
        <p:grpSp>
          <p:nvGrpSpPr>
            <p:cNvPr id="27" name="Group 357">
              <a:extLst>
                <a:ext uri="{FF2B5EF4-FFF2-40B4-BE49-F238E27FC236}">
                  <a16:creationId xmlns:a16="http://schemas.microsoft.com/office/drawing/2014/main" id="{9F4FEBFB-1A2B-4A9E-5519-48FEDC6C5123}"/>
                </a:ext>
              </a:extLst>
            </p:cNvPr>
            <p:cNvGrpSpPr>
              <a:grpSpLocks noChangeAspect="1"/>
            </p:cNvGrpSpPr>
            <p:nvPr/>
          </p:nvGrpSpPr>
          <p:grpSpPr bwMode="auto">
            <a:xfrm>
              <a:off x="2913777" y="2617970"/>
              <a:ext cx="395606" cy="205581"/>
              <a:chOff x="1871277" y="1576300"/>
              <a:chExt cx="1128371" cy="437861"/>
            </a:xfrm>
          </p:grpSpPr>
          <p:sp>
            <p:nvSpPr>
              <p:cNvPr id="29" name="Oval 28">
                <a:extLst>
                  <a:ext uri="{FF2B5EF4-FFF2-40B4-BE49-F238E27FC236}">
                    <a16:creationId xmlns:a16="http://schemas.microsoft.com/office/drawing/2014/main" id="{A4758E5E-5F19-015D-DD84-37101244959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 name="Rectangle 29">
                <a:extLst>
                  <a:ext uri="{FF2B5EF4-FFF2-40B4-BE49-F238E27FC236}">
                    <a16:creationId xmlns:a16="http://schemas.microsoft.com/office/drawing/2014/main" id="{5F5E9D9E-A453-D18D-D16B-62E026D677B9}"/>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 name="Oval 30">
                <a:extLst>
                  <a:ext uri="{FF2B5EF4-FFF2-40B4-BE49-F238E27FC236}">
                    <a16:creationId xmlns:a16="http://schemas.microsoft.com/office/drawing/2014/main" id="{4D0D78D3-607C-D8D0-BDE6-3F10441F5372}"/>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 name="Freeform 462">
                <a:extLst>
                  <a:ext uri="{FF2B5EF4-FFF2-40B4-BE49-F238E27FC236}">
                    <a16:creationId xmlns:a16="http://schemas.microsoft.com/office/drawing/2014/main" id="{66862347-12A3-6B90-5269-0FDB453ED9B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 name="Freeform 463">
                <a:extLst>
                  <a:ext uri="{FF2B5EF4-FFF2-40B4-BE49-F238E27FC236}">
                    <a16:creationId xmlns:a16="http://schemas.microsoft.com/office/drawing/2014/main" id="{82903402-73A8-6188-2161-9E9FEB38F70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 name="Freeform 464">
                <a:extLst>
                  <a:ext uri="{FF2B5EF4-FFF2-40B4-BE49-F238E27FC236}">
                    <a16:creationId xmlns:a16="http://schemas.microsoft.com/office/drawing/2014/main" id="{A93BE29C-5EFE-9471-B53A-010E7A31BD9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Freeform 465">
                <a:extLst>
                  <a:ext uri="{FF2B5EF4-FFF2-40B4-BE49-F238E27FC236}">
                    <a16:creationId xmlns:a16="http://schemas.microsoft.com/office/drawing/2014/main" id="{2A1C42D3-B5A0-001A-162A-4396DF484C0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6" name="Straight Connector 35">
                <a:extLst>
                  <a:ext uri="{FF2B5EF4-FFF2-40B4-BE49-F238E27FC236}">
                    <a16:creationId xmlns:a16="http://schemas.microsoft.com/office/drawing/2014/main" id="{9E58A2BD-B1B4-EFAD-7B60-620DC8AB0247}"/>
                  </a:ext>
                </a:extLst>
              </p:cNvPr>
              <p:cNvCxnSpPr>
                <a:cxnSpLocks noChangeShapeType="1"/>
                <a:endCxn id="31"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 name="Straight Connector 36">
                <a:extLst>
                  <a:ext uri="{FF2B5EF4-FFF2-40B4-BE49-F238E27FC236}">
                    <a16:creationId xmlns:a16="http://schemas.microsoft.com/office/drawing/2014/main" id="{CABBEAC2-8028-CCED-7A7B-396566D8CAF3}"/>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04" name="Group 357">
              <a:extLst>
                <a:ext uri="{FF2B5EF4-FFF2-40B4-BE49-F238E27FC236}">
                  <a16:creationId xmlns:a16="http://schemas.microsoft.com/office/drawing/2014/main" id="{6429295C-40A5-83F2-ACE2-BAAA7DBDCE97}"/>
                </a:ext>
              </a:extLst>
            </p:cNvPr>
            <p:cNvGrpSpPr>
              <a:grpSpLocks noChangeAspect="1"/>
            </p:cNvGrpSpPr>
            <p:nvPr/>
          </p:nvGrpSpPr>
          <p:grpSpPr bwMode="auto">
            <a:xfrm>
              <a:off x="971510" y="2359375"/>
              <a:ext cx="395606" cy="205581"/>
              <a:chOff x="1871277" y="1576300"/>
              <a:chExt cx="1128371" cy="437861"/>
            </a:xfrm>
          </p:grpSpPr>
          <p:sp>
            <p:nvSpPr>
              <p:cNvPr id="605" name="Oval 604">
                <a:extLst>
                  <a:ext uri="{FF2B5EF4-FFF2-40B4-BE49-F238E27FC236}">
                    <a16:creationId xmlns:a16="http://schemas.microsoft.com/office/drawing/2014/main" id="{707F6DFB-20EA-07E2-0E01-224411930CA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06" name="Rectangle 605">
                <a:extLst>
                  <a:ext uri="{FF2B5EF4-FFF2-40B4-BE49-F238E27FC236}">
                    <a16:creationId xmlns:a16="http://schemas.microsoft.com/office/drawing/2014/main" id="{A939E0BA-9EE6-ECDD-71FB-C36D49E1425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07" name="Oval 606">
                <a:extLst>
                  <a:ext uri="{FF2B5EF4-FFF2-40B4-BE49-F238E27FC236}">
                    <a16:creationId xmlns:a16="http://schemas.microsoft.com/office/drawing/2014/main" id="{A7EDDE25-81B3-4462-8A41-251FC005C8F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08" name="Freeform 462">
                <a:extLst>
                  <a:ext uri="{FF2B5EF4-FFF2-40B4-BE49-F238E27FC236}">
                    <a16:creationId xmlns:a16="http://schemas.microsoft.com/office/drawing/2014/main" id="{16E4CD4F-3FC9-913F-F902-6C3C036F700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09" name="Freeform 463">
                <a:extLst>
                  <a:ext uri="{FF2B5EF4-FFF2-40B4-BE49-F238E27FC236}">
                    <a16:creationId xmlns:a16="http://schemas.microsoft.com/office/drawing/2014/main" id="{04DD0080-E1E9-3D27-E15C-2F8F03A828E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0" name="Freeform 464">
                <a:extLst>
                  <a:ext uri="{FF2B5EF4-FFF2-40B4-BE49-F238E27FC236}">
                    <a16:creationId xmlns:a16="http://schemas.microsoft.com/office/drawing/2014/main" id="{C45A706A-E1D3-8721-C778-6C38C329F67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1" name="Freeform 465">
                <a:extLst>
                  <a:ext uri="{FF2B5EF4-FFF2-40B4-BE49-F238E27FC236}">
                    <a16:creationId xmlns:a16="http://schemas.microsoft.com/office/drawing/2014/main" id="{3D368618-38DC-2202-5BDC-DBD596342C0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12" name="Straight Connector 611">
                <a:extLst>
                  <a:ext uri="{FF2B5EF4-FFF2-40B4-BE49-F238E27FC236}">
                    <a16:creationId xmlns:a16="http://schemas.microsoft.com/office/drawing/2014/main" id="{B6412237-FD77-5E57-5CA1-34501372FDA1}"/>
                  </a:ext>
                </a:extLst>
              </p:cNvPr>
              <p:cNvCxnSpPr>
                <a:cxnSpLocks noChangeShapeType="1"/>
                <a:endCxn id="60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13" name="Straight Connector 612">
                <a:extLst>
                  <a:ext uri="{FF2B5EF4-FFF2-40B4-BE49-F238E27FC236}">
                    <a16:creationId xmlns:a16="http://schemas.microsoft.com/office/drawing/2014/main" id="{EC7D37A7-D226-2C17-74F0-2B9C7F572401}"/>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14" name="Group 357">
              <a:extLst>
                <a:ext uri="{FF2B5EF4-FFF2-40B4-BE49-F238E27FC236}">
                  <a16:creationId xmlns:a16="http://schemas.microsoft.com/office/drawing/2014/main" id="{037E56A9-7DF9-652F-5793-019CFC4F2D21}"/>
                </a:ext>
              </a:extLst>
            </p:cNvPr>
            <p:cNvGrpSpPr>
              <a:grpSpLocks noChangeAspect="1"/>
            </p:cNvGrpSpPr>
            <p:nvPr/>
          </p:nvGrpSpPr>
          <p:grpSpPr bwMode="auto">
            <a:xfrm>
              <a:off x="1623894" y="2746601"/>
              <a:ext cx="395606" cy="205581"/>
              <a:chOff x="1871277" y="1576300"/>
              <a:chExt cx="1128371" cy="437861"/>
            </a:xfrm>
          </p:grpSpPr>
          <p:sp>
            <p:nvSpPr>
              <p:cNvPr id="615" name="Oval 614">
                <a:extLst>
                  <a:ext uri="{FF2B5EF4-FFF2-40B4-BE49-F238E27FC236}">
                    <a16:creationId xmlns:a16="http://schemas.microsoft.com/office/drawing/2014/main" id="{EC2AB607-FCFE-8EAE-EA6C-BC6416DA68C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16" name="Rectangle 615">
                <a:extLst>
                  <a:ext uri="{FF2B5EF4-FFF2-40B4-BE49-F238E27FC236}">
                    <a16:creationId xmlns:a16="http://schemas.microsoft.com/office/drawing/2014/main" id="{12FFF9AF-C398-7DA4-1A07-A1A7535C3AE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17" name="Oval 616">
                <a:extLst>
                  <a:ext uri="{FF2B5EF4-FFF2-40B4-BE49-F238E27FC236}">
                    <a16:creationId xmlns:a16="http://schemas.microsoft.com/office/drawing/2014/main" id="{204CA8E2-E3CA-6ADB-2138-E92BCA215DE7}"/>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18" name="Freeform 462">
                <a:extLst>
                  <a:ext uri="{FF2B5EF4-FFF2-40B4-BE49-F238E27FC236}">
                    <a16:creationId xmlns:a16="http://schemas.microsoft.com/office/drawing/2014/main" id="{A3E4181F-0A69-06FB-0BB6-3A4A887EB31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19" name="Freeform 463">
                <a:extLst>
                  <a:ext uri="{FF2B5EF4-FFF2-40B4-BE49-F238E27FC236}">
                    <a16:creationId xmlns:a16="http://schemas.microsoft.com/office/drawing/2014/main" id="{8C8EB8FC-4871-886D-8E23-76EEF84A734D}"/>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0" name="Freeform 464">
                <a:extLst>
                  <a:ext uri="{FF2B5EF4-FFF2-40B4-BE49-F238E27FC236}">
                    <a16:creationId xmlns:a16="http://schemas.microsoft.com/office/drawing/2014/main" id="{6DEE1830-0101-782E-618A-367CAB8B069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1" name="Freeform 465">
                <a:extLst>
                  <a:ext uri="{FF2B5EF4-FFF2-40B4-BE49-F238E27FC236}">
                    <a16:creationId xmlns:a16="http://schemas.microsoft.com/office/drawing/2014/main" id="{E6565A87-1657-E995-862D-ACD50C76872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22" name="Straight Connector 621">
                <a:extLst>
                  <a:ext uri="{FF2B5EF4-FFF2-40B4-BE49-F238E27FC236}">
                    <a16:creationId xmlns:a16="http://schemas.microsoft.com/office/drawing/2014/main" id="{30C1155D-B35B-099D-B49E-0E0DABC5FF82}"/>
                  </a:ext>
                </a:extLst>
              </p:cNvPr>
              <p:cNvCxnSpPr>
                <a:cxnSpLocks noChangeShapeType="1"/>
                <a:endCxn id="61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23" name="Straight Connector 622">
                <a:extLst>
                  <a:ext uri="{FF2B5EF4-FFF2-40B4-BE49-F238E27FC236}">
                    <a16:creationId xmlns:a16="http://schemas.microsoft.com/office/drawing/2014/main" id="{07EA7788-C3C4-3AF5-F37E-57028950290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24" name="Group 357">
              <a:extLst>
                <a:ext uri="{FF2B5EF4-FFF2-40B4-BE49-F238E27FC236}">
                  <a16:creationId xmlns:a16="http://schemas.microsoft.com/office/drawing/2014/main" id="{46504C57-EA88-739E-83C7-E92E42C4150F}"/>
                </a:ext>
              </a:extLst>
            </p:cNvPr>
            <p:cNvGrpSpPr>
              <a:grpSpLocks noChangeAspect="1"/>
            </p:cNvGrpSpPr>
            <p:nvPr/>
          </p:nvGrpSpPr>
          <p:grpSpPr bwMode="auto">
            <a:xfrm>
              <a:off x="2122676" y="2239190"/>
              <a:ext cx="395606" cy="205581"/>
              <a:chOff x="1871277" y="1576300"/>
              <a:chExt cx="1128371" cy="437861"/>
            </a:xfrm>
          </p:grpSpPr>
          <p:sp>
            <p:nvSpPr>
              <p:cNvPr id="625" name="Oval 624">
                <a:extLst>
                  <a:ext uri="{FF2B5EF4-FFF2-40B4-BE49-F238E27FC236}">
                    <a16:creationId xmlns:a16="http://schemas.microsoft.com/office/drawing/2014/main" id="{E9B4509B-00C7-AA30-255A-CEF027D351B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26" name="Rectangle 625">
                <a:extLst>
                  <a:ext uri="{FF2B5EF4-FFF2-40B4-BE49-F238E27FC236}">
                    <a16:creationId xmlns:a16="http://schemas.microsoft.com/office/drawing/2014/main" id="{42B8B366-3B0F-7C30-3035-EC10E8C69CA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27" name="Oval 626">
                <a:extLst>
                  <a:ext uri="{FF2B5EF4-FFF2-40B4-BE49-F238E27FC236}">
                    <a16:creationId xmlns:a16="http://schemas.microsoft.com/office/drawing/2014/main" id="{1431BF3F-A103-845B-0384-C7998CDBC26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28" name="Freeform 462">
                <a:extLst>
                  <a:ext uri="{FF2B5EF4-FFF2-40B4-BE49-F238E27FC236}">
                    <a16:creationId xmlns:a16="http://schemas.microsoft.com/office/drawing/2014/main" id="{89388C83-7ECF-7738-0A2B-9A6AF886524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29" name="Freeform 463">
                <a:extLst>
                  <a:ext uri="{FF2B5EF4-FFF2-40B4-BE49-F238E27FC236}">
                    <a16:creationId xmlns:a16="http://schemas.microsoft.com/office/drawing/2014/main" id="{B0CA6743-E313-0EA0-11D8-7E73319C211B}"/>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0" name="Freeform 464">
                <a:extLst>
                  <a:ext uri="{FF2B5EF4-FFF2-40B4-BE49-F238E27FC236}">
                    <a16:creationId xmlns:a16="http://schemas.microsoft.com/office/drawing/2014/main" id="{61E03D22-99C0-C2BE-8518-3F30F2BFC13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1" name="Freeform 465">
                <a:extLst>
                  <a:ext uri="{FF2B5EF4-FFF2-40B4-BE49-F238E27FC236}">
                    <a16:creationId xmlns:a16="http://schemas.microsoft.com/office/drawing/2014/main" id="{96513F93-6518-14A6-C135-36E646697BA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32" name="Straight Connector 631">
                <a:extLst>
                  <a:ext uri="{FF2B5EF4-FFF2-40B4-BE49-F238E27FC236}">
                    <a16:creationId xmlns:a16="http://schemas.microsoft.com/office/drawing/2014/main" id="{C3C90C67-4F80-0652-FA85-6CEF9092F2BB}"/>
                  </a:ext>
                </a:extLst>
              </p:cNvPr>
              <p:cNvCxnSpPr>
                <a:cxnSpLocks noChangeShapeType="1"/>
                <a:endCxn id="62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33" name="Straight Connector 632">
                <a:extLst>
                  <a:ext uri="{FF2B5EF4-FFF2-40B4-BE49-F238E27FC236}">
                    <a16:creationId xmlns:a16="http://schemas.microsoft.com/office/drawing/2014/main" id="{0BFE1173-A342-A7CB-AFC2-A5D7D8FC91E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3" name="Group 1082">
            <a:extLst>
              <a:ext uri="{FF2B5EF4-FFF2-40B4-BE49-F238E27FC236}">
                <a16:creationId xmlns:a16="http://schemas.microsoft.com/office/drawing/2014/main" id="{E3A4AD8D-074B-1BCF-9136-12FE6788CABE}"/>
              </a:ext>
            </a:extLst>
          </p:cNvPr>
          <p:cNvGrpSpPr/>
          <p:nvPr/>
        </p:nvGrpSpPr>
        <p:grpSpPr>
          <a:xfrm>
            <a:off x="8520419" y="4737013"/>
            <a:ext cx="2337873" cy="712992"/>
            <a:chOff x="8110114" y="4666675"/>
            <a:chExt cx="2337873" cy="712992"/>
          </a:xfrm>
        </p:grpSpPr>
        <p:cxnSp>
          <p:nvCxnSpPr>
            <p:cNvPr id="987" name="Straight Connector 986">
              <a:extLst>
                <a:ext uri="{FF2B5EF4-FFF2-40B4-BE49-F238E27FC236}">
                  <a16:creationId xmlns:a16="http://schemas.microsoft.com/office/drawing/2014/main" id="{652BA058-1B0C-916C-D996-566B853CF1AC}"/>
                </a:ext>
              </a:extLst>
            </p:cNvPr>
            <p:cNvCxnSpPr>
              <a:cxnSpLocks/>
              <a:stCxn id="1006" idx="11"/>
            </p:cNvCxnSpPr>
            <p:nvPr/>
          </p:nvCxnSpPr>
          <p:spPr>
            <a:xfrm flipV="1">
              <a:off x="8354507" y="4769801"/>
              <a:ext cx="1104021" cy="115254"/>
            </a:xfrm>
            <a:prstGeom prst="line">
              <a:avLst/>
            </a:prstGeom>
            <a:noFill/>
            <a:ln w="12700" cap="flat" cmpd="sng" algn="ctr">
              <a:solidFill>
                <a:srgbClr val="000000"/>
              </a:solidFill>
              <a:prstDash val="solid"/>
            </a:ln>
            <a:effectLst/>
          </p:spPr>
        </p:cxnSp>
        <p:cxnSp>
          <p:nvCxnSpPr>
            <p:cNvPr id="988" name="Straight Connector 987">
              <a:extLst>
                <a:ext uri="{FF2B5EF4-FFF2-40B4-BE49-F238E27FC236}">
                  <a16:creationId xmlns:a16="http://schemas.microsoft.com/office/drawing/2014/main" id="{E296AD4E-357E-94C1-B50F-D78B5BD0DC9A}"/>
                </a:ext>
              </a:extLst>
            </p:cNvPr>
            <p:cNvCxnSpPr>
              <a:cxnSpLocks/>
              <a:stCxn id="1005" idx="0"/>
              <a:endCxn id="1017" idx="4"/>
            </p:cNvCxnSpPr>
            <p:nvPr/>
          </p:nvCxnSpPr>
          <p:spPr>
            <a:xfrm>
              <a:off x="8307362" y="4936878"/>
              <a:ext cx="577578" cy="265261"/>
            </a:xfrm>
            <a:prstGeom prst="line">
              <a:avLst/>
            </a:prstGeom>
            <a:noFill/>
            <a:ln w="12700" cap="flat" cmpd="sng" algn="ctr">
              <a:solidFill>
                <a:srgbClr val="000000"/>
              </a:solidFill>
              <a:prstDash val="solid"/>
            </a:ln>
            <a:effectLst/>
          </p:spPr>
        </p:cxnSp>
        <p:cxnSp>
          <p:nvCxnSpPr>
            <p:cNvPr id="989" name="Straight Connector 988">
              <a:extLst>
                <a:ext uri="{FF2B5EF4-FFF2-40B4-BE49-F238E27FC236}">
                  <a16:creationId xmlns:a16="http://schemas.microsoft.com/office/drawing/2014/main" id="{CB5B9B82-743C-C3B2-43B8-22BC7C9AB7CE}"/>
                </a:ext>
              </a:extLst>
            </p:cNvPr>
            <p:cNvCxnSpPr>
              <a:cxnSpLocks/>
              <a:stCxn id="995" idx="0"/>
              <a:endCxn id="1015" idx="0"/>
            </p:cNvCxnSpPr>
            <p:nvPr/>
          </p:nvCxnSpPr>
          <p:spPr>
            <a:xfrm flipH="1">
              <a:off x="8959746" y="5195473"/>
              <a:ext cx="1289883" cy="128631"/>
            </a:xfrm>
            <a:prstGeom prst="line">
              <a:avLst/>
            </a:prstGeom>
            <a:noFill/>
            <a:ln w="12700" cap="flat" cmpd="sng" algn="ctr">
              <a:solidFill>
                <a:srgbClr val="000000"/>
              </a:solidFill>
              <a:prstDash val="solid"/>
            </a:ln>
            <a:effectLst/>
          </p:spPr>
        </p:cxnSp>
        <p:cxnSp>
          <p:nvCxnSpPr>
            <p:cNvPr id="990" name="Straight Connector 989">
              <a:extLst>
                <a:ext uri="{FF2B5EF4-FFF2-40B4-BE49-F238E27FC236}">
                  <a16:creationId xmlns:a16="http://schemas.microsoft.com/office/drawing/2014/main" id="{8774591E-A0CE-6FC0-EEE0-4127094E5BD0}"/>
                </a:ext>
              </a:extLst>
            </p:cNvPr>
            <p:cNvCxnSpPr>
              <a:cxnSpLocks/>
              <a:stCxn id="998" idx="2"/>
              <a:endCxn id="1025" idx="0"/>
            </p:cNvCxnSpPr>
            <p:nvPr/>
          </p:nvCxnSpPr>
          <p:spPr>
            <a:xfrm flipH="1" flipV="1">
              <a:off x="9458528" y="4816693"/>
              <a:ext cx="836889" cy="305341"/>
            </a:xfrm>
            <a:prstGeom prst="line">
              <a:avLst/>
            </a:prstGeom>
            <a:noFill/>
            <a:ln w="12700" cap="flat" cmpd="sng" algn="ctr">
              <a:solidFill>
                <a:srgbClr val="000000"/>
              </a:solidFill>
              <a:prstDash val="solid"/>
            </a:ln>
            <a:effectLst/>
          </p:spPr>
        </p:cxnSp>
        <p:cxnSp>
          <p:nvCxnSpPr>
            <p:cNvPr id="991" name="Straight Connector 990">
              <a:extLst>
                <a:ext uri="{FF2B5EF4-FFF2-40B4-BE49-F238E27FC236}">
                  <a16:creationId xmlns:a16="http://schemas.microsoft.com/office/drawing/2014/main" id="{1278D55B-E045-8D32-7401-C4BC7F1FBB07}"/>
                </a:ext>
              </a:extLst>
            </p:cNvPr>
            <p:cNvCxnSpPr>
              <a:cxnSpLocks/>
              <a:endCxn id="1025" idx="0"/>
            </p:cNvCxnSpPr>
            <p:nvPr/>
          </p:nvCxnSpPr>
          <p:spPr>
            <a:xfrm flipV="1">
              <a:off x="9027917" y="4816693"/>
              <a:ext cx="430611" cy="427932"/>
            </a:xfrm>
            <a:prstGeom prst="line">
              <a:avLst/>
            </a:prstGeom>
            <a:noFill/>
            <a:ln w="12700" cap="flat" cmpd="sng" algn="ctr">
              <a:solidFill>
                <a:srgbClr val="000000"/>
              </a:solidFill>
              <a:prstDash val="solid"/>
            </a:ln>
            <a:effectLst/>
          </p:spPr>
        </p:cxnSp>
        <p:grpSp>
          <p:nvGrpSpPr>
            <p:cNvPr id="992" name="Group 357">
              <a:extLst>
                <a:ext uri="{FF2B5EF4-FFF2-40B4-BE49-F238E27FC236}">
                  <a16:creationId xmlns:a16="http://schemas.microsoft.com/office/drawing/2014/main" id="{2F779F61-AB4F-2E4C-5CE5-07EF2E5851AF}"/>
                </a:ext>
              </a:extLst>
            </p:cNvPr>
            <p:cNvGrpSpPr>
              <a:grpSpLocks noChangeAspect="1"/>
            </p:cNvGrpSpPr>
            <p:nvPr/>
          </p:nvGrpSpPr>
          <p:grpSpPr bwMode="auto">
            <a:xfrm>
              <a:off x="10052381" y="5045455"/>
              <a:ext cx="395606" cy="205581"/>
              <a:chOff x="1871277" y="1576300"/>
              <a:chExt cx="1128371" cy="437861"/>
            </a:xfrm>
          </p:grpSpPr>
          <p:sp>
            <p:nvSpPr>
              <p:cNvPr id="993" name="Oval 992">
                <a:extLst>
                  <a:ext uri="{FF2B5EF4-FFF2-40B4-BE49-F238E27FC236}">
                    <a16:creationId xmlns:a16="http://schemas.microsoft.com/office/drawing/2014/main" id="{95E984E3-9DAD-79B4-2CE6-1A5B96F6D37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94" name="Rectangle 993">
                <a:extLst>
                  <a:ext uri="{FF2B5EF4-FFF2-40B4-BE49-F238E27FC236}">
                    <a16:creationId xmlns:a16="http://schemas.microsoft.com/office/drawing/2014/main" id="{C94AF12F-3CA6-CFFF-A445-DFEFEFA1EEF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5" name="Oval 994">
                <a:extLst>
                  <a:ext uri="{FF2B5EF4-FFF2-40B4-BE49-F238E27FC236}">
                    <a16:creationId xmlns:a16="http://schemas.microsoft.com/office/drawing/2014/main" id="{90CAE134-B2D0-242A-E222-A55B75D0E998}"/>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96" name="Freeform 462">
                <a:extLst>
                  <a:ext uri="{FF2B5EF4-FFF2-40B4-BE49-F238E27FC236}">
                    <a16:creationId xmlns:a16="http://schemas.microsoft.com/office/drawing/2014/main" id="{EC0A8D9D-8E0D-B1CB-4818-95153842289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Freeform 463">
                <a:extLst>
                  <a:ext uri="{FF2B5EF4-FFF2-40B4-BE49-F238E27FC236}">
                    <a16:creationId xmlns:a16="http://schemas.microsoft.com/office/drawing/2014/main" id="{0D9FFB4D-1CFE-DF3C-1B1C-6459054FA18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8" name="Freeform 464">
                <a:extLst>
                  <a:ext uri="{FF2B5EF4-FFF2-40B4-BE49-F238E27FC236}">
                    <a16:creationId xmlns:a16="http://schemas.microsoft.com/office/drawing/2014/main" id="{E590CC06-6D73-67E9-27B5-8407BDE32C91}"/>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9" name="Freeform 465">
                <a:extLst>
                  <a:ext uri="{FF2B5EF4-FFF2-40B4-BE49-F238E27FC236}">
                    <a16:creationId xmlns:a16="http://schemas.microsoft.com/office/drawing/2014/main" id="{F784891B-BF2C-2B49-9F91-AF67F7FB4BC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00" name="Straight Connector 999">
                <a:extLst>
                  <a:ext uri="{FF2B5EF4-FFF2-40B4-BE49-F238E27FC236}">
                    <a16:creationId xmlns:a16="http://schemas.microsoft.com/office/drawing/2014/main" id="{651C52A6-75F5-D885-2381-162394DD9422}"/>
                  </a:ext>
                </a:extLst>
              </p:cNvPr>
              <p:cNvCxnSpPr>
                <a:cxnSpLocks noChangeShapeType="1"/>
                <a:endCxn id="99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01" name="Straight Connector 1000">
                <a:extLst>
                  <a:ext uri="{FF2B5EF4-FFF2-40B4-BE49-F238E27FC236}">
                    <a16:creationId xmlns:a16="http://schemas.microsoft.com/office/drawing/2014/main" id="{6000C8DC-772A-758D-0ABC-0C43831C2747}"/>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12" name="Group 357">
              <a:extLst>
                <a:ext uri="{FF2B5EF4-FFF2-40B4-BE49-F238E27FC236}">
                  <a16:creationId xmlns:a16="http://schemas.microsoft.com/office/drawing/2014/main" id="{5DB28B9E-E443-4458-0702-54EB90629AEB}"/>
                </a:ext>
              </a:extLst>
            </p:cNvPr>
            <p:cNvGrpSpPr>
              <a:grpSpLocks noChangeAspect="1"/>
            </p:cNvGrpSpPr>
            <p:nvPr/>
          </p:nvGrpSpPr>
          <p:grpSpPr bwMode="auto">
            <a:xfrm>
              <a:off x="8762498" y="5174086"/>
              <a:ext cx="395606" cy="205581"/>
              <a:chOff x="1871277" y="1576300"/>
              <a:chExt cx="1128371" cy="437861"/>
            </a:xfrm>
          </p:grpSpPr>
          <p:sp>
            <p:nvSpPr>
              <p:cNvPr id="1013" name="Oval 1012">
                <a:extLst>
                  <a:ext uri="{FF2B5EF4-FFF2-40B4-BE49-F238E27FC236}">
                    <a16:creationId xmlns:a16="http://schemas.microsoft.com/office/drawing/2014/main" id="{D511C928-A385-3BA6-8245-F12A304AC83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14" name="Rectangle 1013">
                <a:extLst>
                  <a:ext uri="{FF2B5EF4-FFF2-40B4-BE49-F238E27FC236}">
                    <a16:creationId xmlns:a16="http://schemas.microsoft.com/office/drawing/2014/main" id="{6292ABC7-215D-1287-04F5-415B4A99D88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5" name="Oval 1014">
                <a:extLst>
                  <a:ext uri="{FF2B5EF4-FFF2-40B4-BE49-F238E27FC236}">
                    <a16:creationId xmlns:a16="http://schemas.microsoft.com/office/drawing/2014/main" id="{68F4B21F-8B25-5326-D2F5-F37D13A567CA}"/>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16" name="Freeform 462">
                <a:extLst>
                  <a:ext uri="{FF2B5EF4-FFF2-40B4-BE49-F238E27FC236}">
                    <a16:creationId xmlns:a16="http://schemas.microsoft.com/office/drawing/2014/main" id="{A07D22A6-5D0D-707C-4592-FBFFD74696D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Freeform 463">
                <a:extLst>
                  <a:ext uri="{FF2B5EF4-FFF2-40B4-BE49-F238E27FC236}">
                    <a16:creationId xmlns:a16="http://schemas.microsoft.com/office/drawing/2014/main" id="{48707CF2-84A8-70C2-5166-B455203571B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8" name="Freeform 464">
                <a:extLst>
                  <a:ext uri="{FF2B5EF4-FFF2-40B4-BE49-F238E27FC236}">
                    <a16:creationId xmlns:a16="http://schemas.microsoft.com/office/drawing/2014/main" id="{6A17958E-61FA-8F74-053B-A820FC311DD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9" name="Freeform 465">
                <a:extLst>
                  <a:ext uri="{FF2B5EF4-FFF2-40B4-BE49-F238E27FC236}">
                    <a16:creationId xmlns:a16="http://schemas.microsoft.com/office/drawing/2014/main" id="{7C34F79E-16C6-8C81-161F-CF7CCB6D5F4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20" name="Straight Connector 1019">
                <a:extLst>
                  <a:ext uri="{FF2B5EF4-FFF2-40B4-BE49-F238E27FC236}">
                    <a16:creationId xmlns:a16="http://schemas.microsoft.com/office/drawing/2014/main" id="{12314195-C10B-8942-1561-0CFC4BA88579}"/>
                  </a:ext>
                </a:extLst>
              </p:cNvPr>
              <p:cNvCxnSpPr>
                <a:cxnSpLocks noChangeShapeType="1"/>
                <a:endCxn id="101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21" name="Straight Connector 1020">
                <a:extLst>
                  <a:ext uri="{FF2B5EF4-FFF2-40B4-BE49-F238E27FC236}">
                    <a16:creationId xmlns:a16="http://schemas.microsoft.com/office/drawing/2014/main" id="{68525DB7-A92E-C506-3B01-0B03FD94CF8A}"/>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22" name="Group 357">
              <a:extLst>
                <a:ext uri="{FF2B5EF4-FFF2-40B4-BE49-F238E27FC236}">
                  <a16:creationId xmlns:a16="http://schemas.microsoft.com/office/drawing/2014/main" id="{DE1BF987-3053-EC9D-356C-140E1E8F91E2}"/>
                </a:ext>
              </a:extLst>
            </p:cNvPr>
            <p:cNvGrpSpPr>
              <a:grpSpLocks noChangeAspect="1"/>
            </p:cNvGrpSpPr>
            <p:nvPr/>
          </p:nvGrpSpPr>
          <p:grpSpPr bwMode="auto">
            <a:xfrm>
              <a:off x="9261280" y="4666675"/>
              <a:ext cx="395606" cy="205581"/>
              <a:chOff x="1871277" y="1576300"/>
              <a:chExt cx="1128371" cy="437861"/>
            </a:xfrm>
          </p:grpSpPr>
          <p:sp>
            <p:nvSpPr>
              <p:cNvPr id="1023" name="Oval 1022">
                <a:extLst>
                  <a:ext uri="{FF2B5EF4-FFF2-40B4-BE49-F238E27FC236}">
                    <a16:creationId xmlns:a16="http://schemas.microsoft.com/office/drawing/2014/main" id="{FE44A6F1-60BE-4FC6-C0BA-922ABF05F41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4" name="Rectangle 1023">
                <a:extLst>
                  <a:ext uri="{FF2B5EF4-FFF2-40B4-BE49-F238E27FC236}">
                    <a16:creationId xmlns:a16="http://schemas.microsoft.com/office/drawing/2014/main" id="{9540F315-8386-B8A3-D817-A25B1C8D90B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81ED65AE-8D4E-2660-4FAE-F0B04E3A709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462">
                <a:extLst>
                  <a:ext uri="{FF2B5EF4-FFF2-40B4-BE49-F238E27FC236}">
                    <a16:creationId xmlns:a16="http://schemas.microsoft.com/office/drawing/2014/main" id="{F57F0B59-4C48-31D3-04CE-DCED86FE0B1A}"/>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463">
                <a:extLst>
                  <a:ext uri="{FF2B5EF4-FFF2-40B4-BE49-F238E27FC236}">
                    <a16:creationId xmlns:a16="http://schemas.microsoft.com/office/drawing/2014/main" id="{A68C2951-CB1A-EAC2-DCC6-1D6B5691CF3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464">
                <a:extLst>
                  <a:ext uri="{FF2B5EF4-FFF2-40B4-BE49-F238E27FC236}">
                    <a16:creationId xmlns:a16="http://schemas.microsoft.com/office/drawing/2014/main" id="{F7D4E59E-3114-3D6D-71CB-6ABC40F3183C}"/>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465">
                <a:extLst>
                  <a:ext uri="{FF2B5EF4-FFF2-40B4-BE49-F238E27FC236}">
                    <a16:creationId xmlns:a16="http://schemas.microsoft.com/office/drawing/2014/main" id="{1B557B39-4457-A065-3184-7EF305F4816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F6EEBE58-037F-39C9-F09B-60770F7EBCDB}"/>
                  </a:ext>
                </a:extLst>
              </p:cNvPr>
              <p:cNvCxnSpPr>
                <a:cxnSpLocks noChangeShapeType="1"/>
                <a:endCxn id="102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B7153635-1D55-1D7F-2CA6-7938124DF42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02" name="Group 357">
              <a:extLst>
                <a:ext uri="{FF2B5EF4-FFF2-40B4-BE49-F238E27FC236}">
                  <a16:creationId xmlns:a16="http://schemas.microsoft.com/office/drawing/2014/main" id="{32FDAEE9-9762-EA8A-DAFA-64BCE6CD8943}"/>
                </a:ext>
              </a:extLst>
            </p:cNvPr>
            <p:cNvGrpSpPr>
              <a:grpSpLocks noChangeAspect="1"/>
            </p:cNvGrpSpPr>
            <p:nvPr/>
          </p:nvGrpSpPr>
          <p:grpSpPr bwMode="auto">
            <a:xfrm>
              <a:off x="8110114" y="4786860"/>
              <a:ext cx="395606" cy="205581"/>
              <a:chOff x="1871277" y="1576300"/>
              <a:chExt cx="1128371" cy="437861"/>
            </a:xfrm>
          </p:grpSpPr>
          <p:sp>
            <p:nvSpPr>
              <p:cNvPr id="1003" name="Oval 1002">
                <a:extLst>
                  <a:ext uri="{FF2B5EF4-FFF2-40B4-BE49-F238E27FC236}">
                    <a16:creationId xmlns:a16="http://schemas.microsoft.com/office/drawing/2014/main" id="{F2816449-4082-7695-4D85-1A503946071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4" name="Rectangle 1003">
                <a:extLst>
                  <a:ext uri="{FF2B5EF4-FFF2-40B4-BE49-F238E27FC236}">
                    <a16:creationId xmlns:a16="http://schemas.microsoft.com/office/drawing/2014/main" id="{6806F24E-C03D-43AA-87E7-EE0AED46687A}"/>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F9CB3CC-C248-8EA6-8AD9-FB863EF2E999}"/>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462">
                <a:extLst>
                  <a:ext uri="{FF2B5EF4-FFF2-40B4-BE49-F238E27FC236}">
                    <a16:creationId xmlns:a16="http://schemas.microsoft.com/office/drawing/2014/main" id="{54C0D043-287F-1FC6-9071-F02496872B9F}"/>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463">
                <a:extLst>
                  <a:ext uri="{FF2B5EF4-FFF2-40B4-BE49-F238E27FC236}">
                    <a16:creationId xmlns:a16="http://schemas.microsoft.com/office/drawing/2014/main" id="{A748F68E-A056-DD85-9848-44668506109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464">
                <a:extLst>
                  <a:ext uri="{FF2B5EF4-FFF2-40B4-BE49-F238E27FC236}">
                    <a16:creationId xmlns:a16="http://schemas.microsoft.com/office/drawing/2014/main" id="{CE8D7F7F-3B51-F55B-AF23-D94738E78545}"/>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465">
                <a:extLst>
                  <a:ext uri="{FF2B5EF4-FFF2-40B4-BE49-F238E27FC236}">
                    <a16:creationId xmlns:a16="http://schemas.microsoft.com/office/drawing/2014/main" id="{D24284B6-E644-C9BF-5925-5D5DAC8D734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4C54712B-2AF1-9238-B717-50D07B38D2EC}"/>
                  </a:ext>
                </a:extLst>
              </p:cNvPr>
              <p:cNvCxnSpPr>
                <a:cxnSpLocks noChangeShapeType="1"/>
                <a:endCxn id="100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6282D694-17F1-A37A-DA7D-E5BEEAB61AD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sp>
        <p:nvSpPr>
          <p:cNvPr id="9" name="TextBox 8">
            <a:extLst>
              <a:ext uri="{FF2B5EF4-FFF2-40B4-BE49-F238E27FC236}">
                <a16:creationId xmlns:a16="http://schemas.microsoft.com/office/drawing/2014/main" id="{C402F426-71CD-5DEF-6C3D-D02357B2D4B4}"/>
              </a:ext>
            </a:extLst>
          </p:cNvPr>
          <p:cNvSpPr txBox="1"/>
          <p:nvPr/>
        </p:nvSpPr>
        <p:spPr>
          <a:xfrm>
            <a:off x="1913160" y="3157906"/>
            <a:ext cx="1080745" cy="307777"/>
          </a:xfrm>
          <a:prstGeom prst="rect">
            <a:avLst/>
          </a:prstGeom>
          <a:noFill/>
        </p:spPr>
        <p:txBody>
          <a:bodyPr wrap="none" rtlCol="0">
            <a:spAutoFit/>
          </a:bodyPr>
          <a:lstStyle/>
          <a:p>
            <a:r>
              <a:rPr lang="en-US" sz="1400" b="1" dirty="0">
                <a:latin typeface="Arial" panose="020B0604020202020204" pitchFamily="34" charset="0"/>
                <a:cs typeface="Arial" panose="020B0604020202020204" pitchFamily="34" charset="0"/>
              </a:rPr>
              <a:t>Source AS</a:t>
            </a:r>
          </a:p>
        </p:txBody>
      </p:sp>
      <p:sp>
        <p:nvSpPr>
          <p:cNvPr id="13" name="TextBox 12">
            <a:extLst>
              <a:ext uri="{FF2B5EF4-FFF2-40B4-BE49-F238E27FC236}">
                <a16:creationId xmlns:a16="http://schemas.microsoft.com/office/drawing/2014/main" id="{9FD8B06D-533D-649F-1486-4DC04FE8E5AF}"/>
              </a:ext>
            </a:extLst>
          </p:cNvPr>
          <p:cNvSpPr txBox="1"/>
          <p:nvPr/>
        </p:nvSpPr>
        <p:spPr>
          <a:xfrm>
            <a:off x="9035330" y="5619957"/>
            <a:ext cx="1470274" cy="307777"/>
          </a:xfrm>
          <a:prstGeom prst="rect">
            <a:avLst/>
          </a:prstGeom>
          <a:noFill/>
        </p:spPr>
        <p:txBody>
          <a:bodyPr wrap="none" rtlCol="0">
            <a:spAutoFit/>
          </a:bodyPr>
          <a:lstStyle/>
          <a:p>
            <a:r>
              <a:rPr lang="en-US" sz="1400" b="1" dirty="0">
                <a:latin typeface="IRANSans(FaNum)" panose="02040503050201020203" pitchFamily="18" charset="-78"/>
                <a:cs typeface="IRANSans(FaNum)" panose="02040503050201020203" pitchFamily="18" charset="-78"/>
              </a:rPr>
              <a:t>Destination AS</a:t>
            </a:r>
          </a:p>
        </p:txBody>
      </p:sp>
      <p:sp>
        <p:nvSpPr>
          <p:cNvPr id="20" name="TextBox 19">
            <a:extLst>
              <a:ext uri="{FF2B5EF4-FFF2-40B4-BE49-F238E27FC236}">
                <a16:creationId xmlns:a16="http://schemas.microsoft.com/office/drawing/2014/main" id="{AB158A53-93A2-733C-9E56-6D6EC4EAE10A}"/>
              </a:ext>
            </a:extLst>
          </p:cNvPr>
          <p:cNvSpPr txBox="1"/>
          <p:nvPr/>
        </p:nvSpPr>
        <p:spPr>
          <a:xfrm>
            <a:off x="5091308" y="3461928"/>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AS1</a:t>
            </a:r>
          </a:p>
        </p:txBody>
      </p:sp>
      <p:sp>
        <p:nvSpPr>
          <p:cNvPr id="21" name="TextBox 20">
            <a:extLst>
              <a:ext uri="{FF2B5EF4-FFF2-40B4-BE49-F238E27FC236}">
                <a16:creationId xmlns:a16="http://schemas.microsoft.com/office/drawing/2014/main" id="{3302C549-3224-38C5-C338-47506B7CCAB1}"/>
              </a:ext>
            </a:extLst>
          </p:cNvPr>
          <p:cNvSpPr txBox="1"/>
          <p:nvPr/>
        </p:nvSpPr>
        <p:spPr>
          <a:xfrm>
            <a:off x="1841242" y="5208205"/>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AS2</a:t>
            </a:r>
          </a:p>
        </p:txBody>
      </p:sp>
      <p:sp>
        <p:nvSpPr>
          <p:cNvPr id="22" name="TextBox 21">
            <a:extLst>
              <a:ext uri="{FF2B5EF4-FFF2-40B4-BE49-F238E27FC236}">
                <a16:creationId xmlns:a16="http://schemas.microsoft.com/office/drawing/2014/main" id="{D09247CA-325A-27AA-49C3-B77983924ADC}"/>
              </a:ext>
            </a:extLst>
          </p:cNvPr>
          <p:cNvSpPr txBox="1"/>
          <p:nvPr/>
        </p:nvSpPr>
        <p:spPr>
          <a:xfrm>
            <a:off x="5047202" y="5336894"/>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AS3</a:t>
            </a:r>
          </a:p>
        </p:txBody>
      </p:sp>
      <p:sp>
        <p:nvSpPr>
          <p:cNvPr id="23" name="TextBox 22">
            <a:extLst>
              <a:ext uri="{FF2B5EF4-FFF2-40B4-BE49-F238E27FC236}">
                <a16:creationId xmlns:a16="http://schemas.microsoft.com/office/drawing/2014/main" id="{32853E6F-344C-2DD6-9892-021C14BB9BD5}"/>
              </a:ext>
            </a:extLst>
          </p:cNvPr>
          <p:cNvSpPr txBox="1"/>
          <p:nvPr/>
        </p:nvSpPr>
        <p:spPr>
          <a:xfrm>
            <a:off x="8313350" y="4046367"/>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AS4</a:t>
            </a:r>
          </a:p>
        </p:txBody>
      </p:sp>
      <p:grpSp>
        <p:nvGrpSpPr>
          <p:cNvPr id="24" name="Group 21">
            <a:extLst>
              <a:ext uri="{FF2B5EF4-FFF2-40B4-BE49-F238E27FC236}">
                <a16:creationId xmlns:a16="http://schemas.microsoft.com/office/drawing/2014/main" id="{A9092A5B-4AE2-D3AD-676E-410C7D29E736}"/>
              </a:ext>
            </a:extLst>
          </p:cNvPr>
          <p:cNvGrpSpPr>
            <a:grpSpLocks/>
          </p:cNvGrpSpPr>
          <p:nvPr/>
        </p:nvGrpSpPr>
        <p:grpSpPr bwMode="auto">
          <a:xfrm>
            <a:off x="339349" y="2158731"/>
            <a:ext cx="820738" cy="688975"/>
            <a:chOff x="-44" y="1473"/>
            <a:chExt cx="981" cy="1105"/>
          </a:xfrm>
        </p:grpSpPr>
        <p:pic>
          <p:nvPicPr>
            <p:cNvPr id="25" name="Picture 22" descr="desktop_computer_stylized_medium">
              <a:extLst>
                <a:ext uri="{FF2B5EF4-FFF2-40B4-BE49-F238E27FC236}">
                  <a16:creationId xmlns:a16="http://schemas.microsoft.com/office/drawing/2014/main" id="{06B1716A-A7A9-DC9B-DEC1-CC8ECE406F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23">
              <a:extLst>
                <a:ext uri="{FF2B5EF4-FFF2-40B4-BE49-F238E27FC236}">
                  <a16:creationId xmlns:a16="http://schemas.microsoft.com/office/drawing/2014/main" id="{C806A43C-209A-1888-4AC8-D451726A0C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28" name="Group 21">
            <a:extLst>
              <a:ext uri="{FF2B5EF4-FFF2-40B4-BE49-F238E27FC236}">
                <a16:creationId xmlns:a16="http://schemas.microsoft.com/office/drawing/2014/main" id="{43729D4F-82A4-E609-5081-8DCF8DC8BA19}"/>
              </a:ext>
            </a:extLst>
          </p:cNvPr>
          <p:cNvGrpSpPr>
            <a:grpSpLocks/>
          </p:cNvGrpSpPr>
          <p:nvPr/>
        </p:nvGrpSpPr>
        <p:grpSpPr bwMode="auto">
          <a:xfrm flipH="1">
            <a:off x="11043423" y="4551171"/>
            <a:ext cx="820738" cy="688975"/>
            <a:chOff x="-44" y="1473"/>
            <a:chExt cx="981" cy="1105"/>
          </a:xfrm>
        </p:grpSpPr>
        <p:pic>
          <p:nvPicPr>
            <p:cNvPr id="38" name="Picture 22" descr="desktop_computer_stylized_medium">
              <a:extLst>
                <a:ext uri="{FF2B5EF4-FFF2-40B4-BE49-F238E27FC236}">
                  <a16:creationId xmlns:a16="http://schemas.microsoft.com/office/drawing/2014/main" id="{62BB0B02-6FEA-355A-C8FF-4DD89075029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23">
              <a:extLst>
                <a:ext uri="{FF2B5EF4-FFF2-40B4-BE49-F238E27FC236}">
                  <a16:creationId xmlns:a16="http://schemas.microsoft.com/office/drawing/2014/main" id="{CBFD3BBD-BD38-1A75-0552-ADA6741C0CB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46" name="TextBox 45">
            <a:extLst>
              <a:ext uri="{FF2B5EF4-FFF2-40B4-BE49-F238E27FC236}">
                <a16:creationId xmlns:a16="http://schemas.microsoft.com/office/drawing/2014/main" id="{0FFCCD5C-1510-A54E-8F34-EFB39FB986FC}"/>
              </a:ext>
            </a:extLst>
          </p:cNvPr>
          <p:cNvSpPr txBox="1"/>
          <p:nvPr/>
        </p:nvSpPr>
        <p:spPr>
          <a:xfrm>
            <a:off x="446511" y="2734368"/>
            <a:ext cx="705641" cy="461665"/>
          </a:xfrm>
          <a:prstGeom prst="rect">
            <a:avLst/>
          </a:prstGeom>
          <a:noFill/>
        </p:spPr>
        <p:txBody>
          <a:bodyPr wrap="none" rtlCol="0">
            <a:spAutoFit/>
          </a:bodyPr>
          <a:lstStyle/>
          <a:p>
            <a:pPr algn="ctr"/>
            <a:r>
              <a:rPr lang="en-US" sz="1200" b="1" dirty="0">
                <a:latin typeface="Arial" panose="020B0604020202020204" pitchFamily="34" charset="0"/>
                <a:cs typeface="Arial" panose="020B0604020202020204" pitchFamily="34" charset="0"/>
              </a:rPr>
              <a:t>Source</a:t>
            </a:r>
          </a:p>
          <a:p>
            <a:pPr algn="ctr"/>
            <a:r>
              <a:rPr lang="en-US" sz="1200" b="1" dirty="0">
                <a:latin typeface="Arial" panose="020B0604020202020204" pitchFamily="34" charset="0"/>
                <a:cs typeface="Arial" panose="020B0604020202020204" pitchFamily="34" charset="0"/>
              </a:rPr>
              <a:t> host</a:t>
            </a:r>
          </a:p>
        </p:txBody>
      </p:sp>
      <p:sp>
        <p:nvSpPr>
          <p:cNvPr id="47" name="TextBox 46">
            <a:extLst>
              <a:ext uri="{FF2B5EF4-FFF2-40B4-BE49-F238E27FC236}">
                <a16:creationId xmlns:a16="http://schemas.microsoft.com/office/drawing/2014/main" id="{0BF68806-B67D-A7F4-3FBF-1663DD4EC452}"/>
              </a:ext>
            </a:extLst>
          </p:cNvPr>
          <p:cNvSpPr txBox="1"/>
          <p:nvPr/>
        </p:nvSpPr>
        <p:spPr>
          <a:xfrm>
            <a:off x="10945199" y="5149593"/>
            <a:ext cx="1023036" cy="461665"/>
          </a:xfrm>
          <a:prstGeom prst="rect">
            <a:avLst/>
          </a:prstGeom>
          <a:noFill/>
        </p:spPr>
        <p:txBody>
          <a:bodyPr wrap="none" rtlCol="0">
            <a:spAutoFit/>
          </a:bodyPr>
          <a:lstStyle/>
          <a:p>
            <a:pPr algn="ctr"/>
            <a:r>
              <a:rPr lang="en-US" sz="1200" b="1" dirty="0">
                <a:latin typeface="Arial" panose="020B0604020202020204" pitchFamily="34" charset="0"/>
                <a:cs typeface="Arial" panose="020B0604020202020204" pitchFamily="34" charset="0"/>
              </a:rPr>
              <a:t>Destination</a:t>
            </a:r>
          </a:p>
          <a:p>
            <a:pPr algn="ctr"/>
            <a:r>
              <a:rPr lang="en-US" sz="1200" b="1" dirty="0">
                <a:latin typeface="Arial" panose="020B0604020202020204" pitchFamily="34" charset="0"/>
                <a:cs typeface="Arial" panose="020B0604020202020204" pitchFamily="34" charset="0"/>
              </a:rPr>
              <a:t> host</a:t>
            </a:r>
          </a:p>
        </p:txBody>
      </p:sp>
    </p:spTree>
    <p:extLst>
      <p:ext uri="{BB962C8B-B14F-4D97-AF65-F5344CB8AC3E}">
        <p14:creationId xmlns:p14="http://schemas.microsoft.com/office/powerpoint/2010/main" val="2500413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dissolve">
                                      <p:cBhvr>
                                        <p:cTn id="13" dur="500"/>
                                        <p:tgtEl>
                                          <p:spTgt spid="8"/>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23"/>
                                        </p:tgtEl>
                                        <p:attrNameLst>
                                          <p:attrName>style.visibility</p:attrName>
                                        </p:attrNameLst>
                                      </p:cBhvr>
                                      <p:to>
                                        <p:strVal val="visible"/>
                                      </p:to>
                                    </p:set>
                                    <p:animEffect transition="in" filter="dissolve">
                                      <p:cBhvr>
                                        <p:cTn id="16" dur="500"/>
                                        <p:tgtEl>
                                          <p:spTgt spid="523"/>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22"/>
                                        </p:tgtEl>
                                        <p:attrNameLst>
                                          <p:attrName>style.visibility</p:attrName>
                                        </p:attrNameLst>
                                      </p:cBhvr>
                                      <p:to>
                                        <p:strVal val="visible"/>
                                      </p:to>
                                    </p:set>
                                    <p:animEffect transition="in" filter="dissolve">
                                      <p:cBhvr>
                                        <p:cTn id="19" dur="500"/>
                                        <p:tgtEl>
                                          <p:spTgt spid="522"/>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635"/>
                                        </p:tgtEl>
                                        <p:attrNameLst>
                                          <p:attrName>style.visibility</p:attrName>
                                        </p:attrNameLst>
                                      </p:cBhvr>
                                      <p:to>
                                        <p:strVal val="visible"/>
                                      </p:to>
                                    </p:set>
                                    <p:animEffect transition="in" filter="dissolve">
                                      <p:cBhvr>
                                        <p:cTn id="22" dur="500"/>
                                        <p:tgtEl>
                                          <p:spTgt spid="635"/>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34"/>
                                        </p:tgtEl>
                                        <p:attrNameLst>
                                          <p:attrName>style.visibility</p:attrName>
                                        </p:attrNameLst>
                                      </p:cBhvr>
                                      <p:to>
                                        <p:strVal val="visible"/>
                                      </p:to>
                                    </p:set>
                                    <p:animEffect transition="in" filter="dissolve">
                                      <p:cBhvr>
                                        <p:cTn id="25" dur="500"/>
                                        <p:tgtEl>
                                          <p:spTgt spid="634"/>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986"/>
                                        </p:tgtEl>
                                        <p:attrNameLst>
                                          <p:attrName>style.visibility</p:attrName>
                                        </p:attrNameLst>
                                      </p:cBhvr>
                                      <p:to>
                                        <p:strVal val="visible"/>
                                      </p:to>
                                    </p:set>
                                    <p:animEffect transition="in" filter="dissolve">
                                      <p:cBhvr>
                                        <p:cTn id="28" dur="500"/>
                                        <p:tgtEl>
                                          <p:spTgt spid="986"/>
                                        </p:tgtEl>
                                      </p:cBhvr>
                                    </p:animEffect>
                                  </p:childTnLst>
                                </p:cTn>
                              </p:par>
                            </p:childTnLst>
                          </p:cTn>
                        </p:par>
                        <p:par>
                          <p:cTn id="29" fill="hold">
                            <p:stCondLst>
                              <p:cond delay="1500"/>
                            </p:stCondLst>
                            <p:childTnLst>
                              <p:par>
                                <p:cTn id="30" presetID="53" presetClass="entr" presetSubtype="16" fill="hold" nodeType="afterEffect">
                                  <p:stCondLst>
                                    <p:cond delay="0"/>
                                  </p:stCondLst>
                                  <p:childTnLst>
                                    <p:set>
                                      <p:cBhvr>
                                        <p:cTn id="31" dur="1" fill="hold">
                                          <p:stCondLst>
                                            <p:cond delay="0"/>
                                          </p:stCondLst>
                                        </p:cTn>
                                        <p:tgtEl>
                                          <p:spTgt spid="1078"/>
                                        </p:tgtEl>
                                        <p:attrNameLst>
                                          <p:attrName>style.visibility</p:attrName>
                                        </p:attrNameLst>
                                      </p:cBhvr>
                                      <p:to>
                                        <p:strVal val="visible"/>
                                      </p:to>
                                    </p:set>
                                    <p:anim calcmode="lin" valueType="num">
                                      <p:cBhvr>
                                        <p:cTn id="32" dur="500" fill="hold"/>
                                        <p:tgtEl>
                                          <p:spTgt spid="1078"/>
                                        </p:tgtEl>
                                        <p:attrNameLst>
                                          <p:attrName>ppt_w</p:attrName>
                                        </p:attrNameLst>
                                      </p:cBhvr>
                                      <p:tavLst>
                                        <p:tav tm="0">
                                          <p:val>
                                            <p:fltVal val="0"/>
                                          </p:val>
                                        </p:tav>
                                        <p:tav tm="100000">
                                          <p:val>
                                            <p:strVal val="#ppt_w"/>
                                          </p:val>
                                        </p:tav>
                                      </p:tavLst>
                                    </p:anim>
                                    <p:anim calcmode="lin" valueType="num">
                                      <p:cBhvr>
                                        <p:cTn id="33" dur="500" fill="hold"/>
                                        <p:tgtEl>
                                          <p:spTgt spid="1078"/>
                                        </p:tgtEl>
                                        <p:attrNameLst>
                                          <p:attrName>ppt_h</p:attrName>
                                        </p:attrNameLst>
                                      </p:cBhvr>
                                      <p:tavLst>
                                        <p:tav tm="0">
                                          <p:val>
                                            <p:fltVal val="0"/>
                                          </p:val>
                                        </p:tav>
                                        <p:tav tm="100000">
                                          <p:val>
                                            <p:strVal val="#ppt_h"/>
                                          </p:val>
                                        </p:tav>
                                      </p:tavLst>
                                    </p:anim>
                                    <p:animEffect transition="in" filter="fade">
                                      <p:cBhvr>
                                        <p:cTn id="34" dur="500"/>
                                        <p:tgtEl>
                                          <p:spTgt spid="1078"/>
                                        </p:tgtEl>
                                      </p:cBhvr>
                                    </p:animEffect>
                                  </p:childTnLst>
                                </p:cTn>
                              </p:par>
                              <p:par>
                                <p:cTn id="35" presetID="53" presetClass="entr" presetSubtype="16" fill="hold" nodeType="withEffect">
                                  <p:stCondLst>
                                    <p:cond delay="0"/>
                                  </p:stCondLst>
                                  <p:childTnLst>
                                    <p:set>
                                      <p:cBhvr>
                                        <p:cTn id="36" dur="1" fill="hold">
                                          <p:stCondLst>
                                            <p:cond delay="0"/>
                                          </p:stCondLst>
                                        </p:cTn>
                                        <p:tgtEl>
                                          <p:spTgt spid="1079"/>
                                        </p:tgtEl>
                                        <p:attrNameLst>
                                          <p:attrName>style.visibility</p:attrName>
                                        </p:attrNameLst>
                                      </p:cBhvr>
                                      <p:to>
                                        <p:strVal val="visible"/>
                                      </p:to>
                                    </p:set>
                                    <p:anim calcmode="lin" valueType="num">
                                      <p:cBhvr>
                                        <p:cTn id="37" dur="500" fill="hold"/>
                                        <p:tgtEl>
                                          <p:spTgt spid="1079"/>
                                        </p:tgtEl>
                                        <p:attrNameLst>
                                          <p:attrName>ppt_w</p:attrName>
                                        </p:attrNameLst>
                                      </p:cBhvr>
                                      <p:tavLst>
                                        <p:tav tm="0">
                                          <p:val>
                                            <p:fltVal val="0"/>
                                          </p:val>
                                        </p:tav>
                                        <p:tav tm="100000">
                                          <p:val>
                                            <p:strVal val="#ppt_w"/>
                                          </p:val>
                                        </p:tav>
                                      </p:tavLst>
                                    </p:anim>
                                    <p:anim calcmode="lin" valueType="num">
                                      <p:cBhvr>
                                        <p:cTn id="38" dur="500" fill="hold"/>
                                        <p:tgtEl>
                                          <p:spTgt spid="1079"/>
                                        </p:tgtEl>
                                        <p:attrNameLst>
                                          <p:attrName>ppt_h</p:attrName>
                                        </p:attrNameLst>
                                      </p:cBhvr>
                                      <p:tavLst>
                                        <p:tav tm="0">
                                          <p:val>
                                            <p:fltVal val="0"/>
                                          </p:val>
                                        </p:tav>
                                        <p:tav tm="100000">
                                          <p:val>
                                            <p:strVal val="#ppt_h"/>
                                          </p:val>
                                        </p:tav>
                                      </p:tavLst>
                                    </p:anim>
                                    <p:animEffect transition="in" filter="fade">
                                      <p:cBhvr>
                                        <p:cTn id="39" dur="500"/>
                                        <p:tgtEl>
                                          <p:spTgt spid="1079"/>
                                        </p:tgtEl>
                                      </p:cBhvr>
                                    </p:animEffect>
                                  </p:childTnLst>
                                </p:cTn>
                              </p:par>
                              <p:par>
                                <p:cTn id="40" presetID="53" presetClass="entr" presetSubtype="16" fill="hold" nodeType="withEffect">
                                  <p:stCondLst>
                                    <p:cond delay="0"/>
                                  </p:stCondLst>
                                  <p:childTnLst>
                                    <p:set>
                                      <p:cBhvr>
                                        <p:cTn id="41" dur="1" fill="hold">
                                          <p:stCondLst>
                                            <p:cond delay="0"/>
                                          </p:stCondLst>
                                        </p:cTn>
                                        <p:tgtEl>
                                          <p:spTgt spid="1080"/>
                                        </p:tgtEl>
                                        <p:attrNameLst>
                                          <p:attrName>style.visibility</p:attrName>
                                        </p:attrNameLst>
                                      </p:cBhvr>
                                      <p:to>
                                        <p:strVal val="visible"/>
                                      </p:to>
                                    </p:set>
                                    <p:anim calcmode="lin" valueType="num">
                                      <p:cBhvr>
                                        <p:cTn id="42" dur="500" fill="hold"/>
                                        <p:tgtEl>
                                          <p:spTgt spid="1080"/>
                                        </p:tgtEl>
                                        <p:attrNameLst>
                                          <p:attrName>ppt_w</p:attrName>
                                        </p:attrNameLst>
                                      </p:cBhvr>
                                      <p:tavLst>
                                        <p:tav tm="0">
                                          <p:val>
                                            <p:fltVal val="0"/>
                                          </p:val>
                                        </p:tav>
                                        <p:tav tm="100000">
                                          <p:val>
                                            <p:strVal val="#ppt_w"/>
                                          </p:val>
                                        </p:tav>
                                      </p:tavLst>
                                    </p:anim>
                                    <p:anim calcmode="lin" valueType="num">
                                      <p:cBhvr>
                                        <p:cTn id="43" dur="500" fill="hold"/>
                                        <p:tgtEl>
                                          <p:spTgt spid="1080"/>
                                        </p:tgtEl>
                                        <p:attrNameLst>
                                          <p:attrName>ppt_h</p:attrName>
                                        </p:attrNameLst>
                                      </p:cBhvr>
                                      <p:tavLst>
                                        <p:tav tm="0">
                                          <p:val>
                                            <p:fltVal val="0"/>
                                          </p:val>
                                        </p:tav>
                                        <p:tav tm="100000">
                                          <p:val>
                                            <p:strVal val="#ppt_h"/>
                                          </p:val>
                                        </p:tav>
                                      </p:tavLst>
                                    </p:anim>
                                    <p:animEffect transition="in" filter="fade">
                                      <p:cBhvr>
                                        <p:cTn id="44" dur="500"/>
                                        <p:tgtEl>
                                          <p:spTgt spid="1080"/>
                                        </p:tgtEl>
                                      </p:cBhvr>
                                    </p:animEffect>
                                  </p:childTnLst>
                                </p:cTn>
                              </p:par>
                              <p:par>
                                <p:cTn id="45" presetID="53" presetClass="entr" presetSubtype="16" fill="hold" nodeType="withEffect">
                                  <p:stCondLst>
                                    <p:cond delay="0"/>
                                  </p:stCondLst>
                                  <p:childTnLst>
                                    <p:set>
                                      <p:cBhvr>
                                        <p:cTn id="46" dur="1" fill="hold">
                                          <p:stCondLst>
                                            <p:cond delay="0"/>
                                          </p:stCondLst>
                                        </p:cTn>
                                        <p:tgtEl>
                                          <p:spTgt spid="1081"/>
                                        </p:tgtEl>
                                        <p:attrNameLst>
                                          <p:attrName>style.visibility</p:attrName>
                                        </p:attrNameLst>
                                      </p:cBhvr>
                                      <p:to>
                                        <p:strVal val="visible"/>
                                      </p:to>
                                    </p:set>
                                    <p:anim calcmode="lin" valueType="num">
                                      <p:cBhvr>
                                        <p:cTn id="47" dur="500" fill="hold"/>
                                        <p:tgtEl>
                                          <p:spTgt spid="1081"/>
                                        </p:tgtEl>
                                        <p:attrNameLst>
                                          <p:attrName>ppt_w</p:attrName>
                                        </p:attrNameLst>
                                      </p:cBhvr>
                                      <p:tavLst>
                                        <p:tav tm="0">
                                          <p:val>
                                            <p:fltVal val="0"/>
                                          </p:val>
                                        </p:tav>
                                        <p:tav tm="100000">
                                          <p:val>
                                            <p:strVal val="#ppt_w"/>
                                          </p:val>
                                        </p:tav>
                                      </p:tavLst>
                                    </p:anim>
                                    <p:anim calcmode="lin" valueType="num">
                                      <p:cBhvr>
                                        <p:cTn id="48" dur="500" fill="hold"/>
                                        <p:tgtEl>
                                          <p:spTgt spid="1081"/>
                                        </p:tgtEl>
                                        <p:attrNameLst>
                                          <p:attrName>ppt_h</p:attrName>
                                        </p:attrNameLst>
                                      </p:cBhvr>
                                      <p:tavLst>
                                        <p:tav tm="0">
                                          <p:val>
                                            <p:fltVal val="0"/>
                                          </p:val>
                                        </p:tav>
                                        <p:tav tm="100000">
                                          <p:val>
                                            <p:strVal val="#ppt_h"/>
                                          </p:val>
                                        </p:tav>
                                      </p:tavLst>
                                    </p:anim>
                                    <p:animEffect transition="in" filter="fade">
                                      <p:cBhvr>
                                        <p:cTn id="49" dur="500"/>
                                        <p:tgtEl>
                                          <p:spTgt spid="1081"/>
                                        </p:tgtEl>
                                      </p:cBhvr>
                                    </p:animEffect>
                                  </p:childTnLst>
                                </p:cTn>
                              </p:par>
                              <p:par>
                                <p:cTn id="50" presetID="53" presetClass="entr" presetSubtype="16" fill="hold" nodeType="withEffect">
                                  <p:stCondLst>
                                    <p:cond delay="0"/>
                                  </p:stCondLst>
                                  <p:childTnLst>
                                    <p:set>
                                      <p:cBhvr>
                                        <p:cTn id="51" dur="1" fill="hold">
                                          <p:stCondLst>
                                            <p:cond delay="0"/>
                                          </p:stCondLst>
                                        </p:cTn>
                                        <p:tgtEl>
                                          <p:spTgt spid="1082"/>
                                        </p:tgtEl>
                                        <p:attrNameLst>
                                          <p:attrName>style.visibility</p:attrName>
                                        </p:attrNameLst>
                                      </p:cBhvr>
                                      <p:to>
                                        <p:strVal val="visible"/>
                                      </p:to>
                                    </p:set>
                                    <p:anim calcmode="lin" valueType="num">
                                      <p:cBhvr>
                                        <p:cTn id="52" dur="500" fill="hold"/>
                                        <p:tgtEl>
                                          <p:spTgt spid="1082"/>
                                        </p:tgtEl>
                                        <p:attrNameLst>
                                          <p:attrName>ppt_w</p:attrName>
                                        </p:attrNameLst>
                                      </p:cBhvr>
                                      <p:tavLst>
                                        <p:tav tm="0">
                                          <p:val>
                                            <p:fltVal val="0"/>
                                          </p:val>
                                        </p:tav>
                                        <p:tav tm="100000">
                                          <p:val>
                                            <p:strVal val="#ppt_w"/>
                                          </p:val>
                                        </p:tav>
                                      </p:tavLst>
                                    </p:anim>
                                    <p:anim calcmode="lin" valueType="num">
                                      <p:cBhvr>
                                        <p:cTn id="53" dur="500" fill="hold"/>
                                        <p:tgtEl>
                                          <p:spTgt spid="1082"/>
                                        </p:tgtEl>
                                        <p:attrNameLst>
                                          <p:attrName>ppt_h</p:attrName>
                                        </p:attrNameLst>
                                      </p:cBhvr>
                                      <p:tavLst>
                                        <p:tav tm="0">
                                          <p:val>
                                            <p:fltVal val="0"/>
                                          </p:val>
                                        </p:tav>
                                        <p:tav tm="100000">
                                          <p:val>
                                            <p:strVal val="#ppt_h"/>
                                          </p:val>
                                        </p:tav>
                                      </p:tavLst>
                                    </p:anim>
                                    <p:animEffect transition="in" filter="fade">
                                      <p:cBhvr>
                                        <p:cTn id="54" dur="500"/>
                                        <p:tgtEl>
                                          <p:spTgt spid="1082"/>
                                        </p:tgtEl>
                                      </p:cBhvr>
                                    </p:animEffect>
                                  </p:childTnLst>
                                </p:cTn>
                              </p:par>
                              <p:par>
                                <p:cTn id="55" presetID="53" presetClass="entr" presetSubtype="16" fill="hold" nodeType="withEffect">
                                  <p:stCondLst>
                                    <p:cond delay="0"/>
                                  </p:stCondLst>
                                  <p:childTnLst>
                                    <p:set>
                                      <p:cBhvr>
                                        <p:cTn id="56" dur="1" fill="hold">
                                          <p:stCondLst>
                                            <p:cond delay="0"/>
                                          </p:stCondLst>
                                        </p:cTn>
                                        <p:tgtEl>
                                          <p:spTgt spid="1083"/>
                                        </p:tgtEl>
                                        <p:attrNameLst>
                                          <p:attrName>style.visibility</p:attrName>
                                        </p:attrNameLst>
                                      </p:cBhvr>
                                      <p:to>
                                        <p:strVal val="visible"/>
                                      </p:to>
                                    </p:set>
                                    <p:anim calcmode="lin" valueType="num">
                                      <p:cBhvr>
                                        <p:cTn id="57" dur="500" fill="hold"/>
                                        <p:tgtEl>
                                          <p:spTgt spid="1083"/>
                                        </p:tgtEl>
                                        <p:attrNameLst>
                                          <p:attrName>ppt_w</p:attrName>
                                        </p:attrNameLst>
                                      </p:cBhvr>
                                      <p:tavLst>
                                        <p:tav tm="0">
                                          <p:val>
                                            <p:fltVal val="0"/>
                                          </p:val>
                                        </p:tav>
                                        <p:tav tm="100000">
                                          <p:val>
                                            <p:strVal val="#ppt_w"/>
                                          </p:val>
                                        </p:tav>
                                      </p:tavLst>
                                    </p:anim>
                                    <p:anim calcmode="lin" valueType="num">
                                      <p:cBhvr>
                                        <p:cTn id="58" dur="500" fill="hold"/>
                                        <p:tgtEl>
                                          <p:spTgt spid="1083"/>
                                        </p:tgtEl>
                                        <p:attrNameLst>
                                          <p:attrName>ppt_h</p:attrName>
                                        </p:attrNameLst>
                                      </p:cBhvr>
                                      <p:tavLst>
                                        <p:tav tm="0">
                                          <p:val>
                                            <p:fltVal val="0"/>
                                          </p:val>
                                        </p:tav>
                                        <p:tav tm="100000">
                                          <p:val>
                                            <p:strVal val="#ppt_h"/>
                                          </p:val>
                                        </p:tav>
                                      </p:tavLst>
                                    </p:anim>
                                    <p:animEffect transition="in" filter="fade">
                                      <p:cBhvr>
                                        <p:cTn id="59" dur="500"/>
                                        <p:tgtEl>
                                          <p:spTgt spid="1083"/>
                                        </p:tgtEl>
                                      </p:cBhvr>
                                    </p:animEffect>
                                  </p:childTnLst>
                                </p:cTn>
                              </p:par>
                            </p:childTnLst>
                          </p:cTn>
                        </p:par>
                        <p:par>
                          <p:cTn id="60" fill="hold">
                            <p:stCondLst>
                              <p:cond delay="2000"/>
                            </p:stCondLst>
                            <p:childTnLst>
                              <p:par>
                                <p:cTn id="61" presetID="53" presetClass="entr" presetSubtype="16" fill="hold" nodeType="afterEffect">
                                  <p:stCondLst>
                                    <p:cond delay="0"/>
                                  </p:stCondLst>
                                  <p:childTnLst>
                                    <p:set>
                                      <p:cBhvr>
                                        <p:cTn id="62" dur="1" fill="hold">
                                          <p:stCondLst>
                                            <p:cond delay="0"/>
                                          </p:stCondLst>
                                        </p:cTn>
                                        <p:tgtEl>
                                          <p:spTgt spid="851"/>
                                        </p:tgtEl>
                                        <p:attrNameLst>
                                          <p:attrName>style.visibility</p:attrName>
                                        </p:attrNameLst>
                                      </p:cBhvr>
                                      <p:to>
                                        <p:strVal val="visible"/>
                                      </p:to>
                                    </p:set>
                                    <p:anim calcmode="lin" valueType="num">
                                      <p:cBhvr>
                                        <p:cTn id="63" dur="500" fill="hold"/>
                                        <p:tgtEl>
                                          <p:spTgt spid="851"/>
                                        </p:tgtEl>
                                        <p:attrNameLst>
                                          <p:attrName>ppt_w</p:attrName>
                                        </p:attrNameLst>
                                      </p:cBhvr>
                                      <p:tavLst>
                                        <p:tav tm="0">
                                          <p:val>
                                            <p:fltVal val="0"/>
                                          </p:val>
                                        </p:tav>
                                        <p:tav tm="100000">
                                          <p:val>
                                            <p:strVal val="#ppt_w"/>
                                          </p:val>
                                        </p:tav>
                                      </p:tavLst>
                                    </p:anim>
                                    <p:anim calcmode="lin" valueType="num">
                                      <p:cBhvr>
                                        <p:cTn id="64" dur="500" fill="hold"/>
                                        <p:tgtEl>
                                          <p:spTgt spid="851"/>
                                        </p:tgtEl>
                                        <p:attrNameLst>
                                          <p:attrName>ppt_h</p:attrName>
                                        </p:attrNameLst>
                                      </p:cBhvr>
                                      <p:tavLst>
                                        <p:tav tm="0">
                                          <p:val>
                                            <p:fltVal val="0"/>
                                          </p:val>
                                        </p:tav>
                                        <p:tav tm="100000">
                                          <p:val>
                                            <p:strVal val="#ppt_h"/>
                                          </p:val>
                                        </p:tav>
                                      </p:tavLst>
                                    </p:anim>
                                    <p:animEffect transition="in" filter="fade">
                                      <p:cBhvr>
                                        <p:cTn id="65" dur="500"/>
                                        <p:tgtEl>
                                          <p:spTgt spid="851"/>
                                        </p:tgtEl>
                                      </p:cBhvr>
                                    </p:animEffect>
                                  </p:childTnLst>
                                </p:cTn>
                              </p:par>
                              <p:par>
                                <p:cTn id="66" presetID="53" presetClass="entr" presetSubtype="16" fill="hold" nodeType="withEffect">
                                  <p:stCondLst>
                                    <p:cond delay="0"/>
                                  </p:stCondLst>
                                  <p:childTnLst>
                                    <p:set>
                                      <p:cBhvr>
                                        <p:cTn id="67" dur="1" fill="hold">
                                          <p:stCondLst>
                                            <p:cond delay="0"/>
                                          </p:stCondLst>
                                        </p:cTn>
                                        <p:tgtEl>
                                          <p:spTgt spid="12"/>
                                        </p:tgtEl>
                                        <p:attrNameLst>
                                          <p:attrName>style.visibility</p:attrName>
                                        </p:attrNameLst>
                                      </p:cBhvr>
                                      <p:to>
                                        <p:strVal val="visible"/>
                                      </p:to>
                                    </p:set>
                                    <p:anim calcmode="lin" valueType="num">
                                      <p:cBhvr>
                                        <p:cTn id="68" dur="500" fill="hold"/>
                                        <p:tgtEl>
                                          <p:spTgt spid="12"/>
                                        </p:tgtEl>
                                        <p:attrNameLst>
                                          <p:attrName>ppt_w</p:attrName>
                                        </p:attrNameLst>
                                      </p:cBhvr>
                                      <p:tavLst>
                                        <p:tav tm="0">
                                          <p:val>
                                            <p:fltVal val="0"/>
                                          </p:val>
                                        </p:tav>
                                        <p:tav tm="100000">
                                          <p:val>
                                            <p:strVal val="#ppt_w"/>
                                          </p:val>
                                        </p:tav>
                                      </p:tavLst>
                                    </p:anim>
                                    <p:anim calcmode="lin" valueType="num">
                                      <p:cBhvr>
                                        <p:cTn id="69" dur="500" fill="hold"/>
                                        <p:tgtEl>
                                          <p:spTgt spid="12"/>
                                        </p:tgtEl>
                                        <p:attrNameLst>
                                          <p:attrName>ppt_h</p:attrName>
                                        </p:attrNameLst>
                                      </p:cBhvr>
                                      <p:tavLst>
                                        <p:tav tm="0">
                                          <p:val>
                                            <p:fltVal val="0"/>
                                          </p:val>
                                        </p:tav>
                                        <p:tav tm="100000">
                                          <p:val>
                                            <p:strVal val="#ppt_h"/>
                                          </p:val>
                                        </p:tav>
                                      </p:tavLst>
                                    </p:anim>
                                    <p:animEffect transition="in" filter="fade">
                                      <p:cBhvr>
                                        <p:cTn id="70" dur="500"/>
                                        <p:tgtEl>
                                          <p:spTgt spid="12"/>
                                        </p:tgtEl>
                                      </p:cBhvr>
                                    </p:animEffect>
                                  </p:childTnLst>
                                </p:cTn>
                              </p:par>
                              <p:par>
                                <p:cTn id="71" presetID="53" presetClass="entr" presetSubtype="16" fill="hold"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p:cTn id="73" dur="500" fill="hold"/>
                                        <p:tgtEl>
                                          <p:spTgt spid="14"/>
                                        </p:tgtEl>
                                        <p:attrNameLst>
                                          <p:attrName>ppt_w</p:attrName>
                                        </p:attrNameLst>
                                      </p:cBhvr>
                                      <p:tavLst>
                                        <p:tav tm="0">
                                          <p:val>
                                            <p:fltVal val="0"/>
                                          </p:val>
                                        </p:tav>
                                        <p:tav tm="100000">
                                          <p:val>
                                            <p:strVal val="#ppt_w"/>
                                          </p:val>
                                        </p:tav>
                                      </p:tavLst>
                                    </p:anim>
                                    <p:anim calcmode="lin" valueType="num">
                                      <p:cBhvr>
                                        <p:cTn id="74" dur="500" fill="hold"/>
                                        <p:tgtEl>
                                          <p:spTgt spid="14"/>
                                        </p:tgtEl>
                                        <p:attrNameLst>
                                          <p:attrName>ppt_h</p:attrName>
                                        </p:attrNameLst>
                                      </p:cBhvr>
                                      <p:tavLst>
                                        <p:tav tm="0">
                                          <p:val>
                                            <p:fltVal val="0"/>
                                          </p:val>
                                        </p:tav>
                                        <p:tav tm="100000">
                                          <p:val>
                                            <p:strVal val="#ppt_h"/>
                                          </p:val>
                                        </p:tav>
                                      </p:tavLst>
                                    </p:anim>
                                    <p:animEffect transition="in" filter="fade">
                                      <p:cBhvr>
                                        <p:cTn id="75" dur="500"/>
                                        <p:tgtEl>
                                          <p:spTgt spid="14"/>
                                        </p:tgtEl>
                                      </p:cBhvr>
                                    </p:animEffect>
                                  </p:childTnLst>
                                </p:cTn>
                              </p:par>
                              <p:par>
                                <p:cTn id="76" presetID="53" presetClass="entr" presetSubtype="16" fill="hold" nodeType="withEffect">
                                  <p:stCondLst>
                                    <p:cond delay="0"/>
                                  </p:stCondLst>
                                  <p:childTnLst>
                                    <p:set>
                                      <p:cBhvr>
                                        <p:cTn id="77" dur="1" fill="hold">
                                          <p:stCondLst>
                                            <p:cond delay="0"/>
                                          </p:stCondLst>
                                        </p:cTn>
                                        <p:tgtEl>
                                          <p:spTgt spid="920"/>
                                        </p:tgtEl>
                                        <p:attrNameLst>
                                          <p:attrName>style.visibility</p:attrName>
                                        </p:attrNameLst>
                                      </p:cBhvr>
                                      <p:to>
                                        <p:strVal val="visible"/>
                                      </p:to>
                                    </p:set>
                                    <p:anim calcmode="lin" valueType="num">
                                      <p:cBhvr>
                                        <p:cTn id="78" dur="500" fill="hold"/>
                                        <p:tgtEl>
                                          <p:spTgt spid="920"/>
                                        </p:tgtEl>
                                        <p:attrNameLst>
                                          <p:attrName>ppt_w</p:attrName>
                                        </p:attrNameLst>
                                      </p:cBhvr>
                                      <p:tavLst>
                                        <p:tav tm="0">
                                          <p:val>
                                            <p:fltVal val="0"/>
                                          </p:val>
                                        </p:tav>
                                        <p:tav tm="100000">
                                          <p:val>
                                            <p:strVal val="#ppt_w"/>
                                          </p:val>
                                        </p:tav>
                                      </p:tavLst>
                                    </p:anim>
                                    <p:anim calcmode="lin" valueType="num">
                                      <p:cBhvr>
                                        <p:cTn id="79" dur="500" fill="hold"/>
                                        <p:tgtEl>
                                          <p:spTgt spid="920"/>
                                        </p:tgtEl>
                                        <p:attrNameLst>
                                          <p:attrName>ppt_h</p:attrName>
                                        </p:attrNameLst>
                                      </p:cBhvr>
                                      <p:tavLst>
                                        <p:tav tm="0">
                                          <p:val>
                                            <p:fltVal val="0"/>
                                          </p:val>
                                        </p:tav>
                                        <p:tav tm="100000">
                                          <p:val>
                                            <p:strVal val="#ppt_h"/>
                                          </p:val>
                                        </p:tav>
                                      </p:tavLst>
                                    </p:anim>
                                    <p:animEffect transition="in" filter="fade">
                                      <p:cBhvr>
                                        <p:cTn id="80" dur="500"/>
                                        <p:tgtEl>
                                          <p:spTgt spid="920"/>
                                        </p:tgtEl>
                                      </p:cBhvr>
                                    </p:animEffect>
                                  </p:childTnLst>
                                </p:cTn>
                              </p:par>
                              <p:par>
                                <p:cTn id="81" presetID="53" presetClass="entr" presetSubtype="16" fill="hold" nodeType="withEffect">
                                  <p:stCondLst>
                                    <p:cond delay="0"/>
                                  </p:stCondLst>
                                  <p:childTnLst>
                                    <p:set>
                                      <p:cBhvr>
                                        <p:cTn id="82" dur="1" fill="hold">
                                          <p:stCondLst>
                                            <p:cond delay="0"/>
                                          </p:stCondLst>
                                        </p:cTn>
                                        <p:tgtEl>
                                          <p:spTgt spid="923"/>
                                        </p:tgtEl>
                                        <p:attrNameLst>
                                          <p:attrName>style.visibility</p:attrName>
                                        </p:attrNameLst>
                                      </p:cBhvr>
                                      <p:to>
                                        <p:strVal val="visible"/>
                                      </p:to>
                                    </p:set>
                                    <p:anim calcmode="lin" valueType="num">
                                      <p:cBhvr>
                                        <p:cTn id="83" dur="500" fill="hold"/>
                                        <p:tgtEl>
                                          <p:spTgt spid="923"/>
                                        </p:tgtEl>
                                        <p:attrNameLst>
                                          <p:attrName>ppt_w</p:attrName>
                                        </p:attrNameLst>
                                      </p:cBhvr>
                                      <p:tavLst>
                                        <p:tav tm="0">
                                          <p:val>
                                            <p:fltVal val="0"/>
                                          </p:val>
                                        </p:tav>
                                        <p:tav tm="100000">
                                          <p:val>
                                            <p:strVal val="#ppt_w"/>
                                          </p:val>
                                        </p:tav>
                                      </p:tavLst>
                                    </p:anim>
                                    <p:anim calcmode="lin" valueType="num">
                                      <p:cBhvr>
                                        <p:cTn id="84" dur="500" fill="hold"/>
                                        <p:tgtEl>
                                          <p:spTgt spid="923"/>
                                        </p:tgtEl>
                                        <p:attrNameLst>
                                          <p:attrName>ppt_h</p:attrName>
                                        </p:attrNameLst>
                                      </p:cBhvr>
                                      <p:tavLst>
                                        <p:tav tm="0">
                                          <p:val>
                                            <p:fltVal val="0"/>
                                          </p:val>
                                        </p:tav>
                                        <p:tav tm="100000">
                                          <p:val>
                                            <p:strVal val="#ppt_h"/>
                                          </p:val>
                                        </p:tav>
                                      </p:tavLst>
                                    </p:anim>
                                    <p:animEffect transition="in" filter="fade">
                                      <p:cBhvr>
                                        <p:cTn id="85" dur="500"/>
                                        <p:tgtEl>
                                          <p:spTgt spid="923"/>
                                        </p:tgtEl>
                                      </p:cBhvr>
                                    </p:animEffect>
                                  </p:childTnLst>
                                </p:cTn>
                              </p:par>
                              <p:par>
                                <p:cTn id="86" presetID="53" presetClass="entr" presetSubtype="16" fill="hold" nodeType="withEffect">
                                  <p:stCondLst>
                                    <p:cond delay="0"/>
                                  </p:stCondLst>
                                  <p:childTnLst>
                                    <p:set>
                                      <p:cBhvr>
                                        <p:cTn id="87" dur="1" fill="hold">
                                          <p:stCondLst>
                                            <p:cond delay="0"/>
                                          </p:stCondLst>
                                        </p:cTn>
                                        <p:tgtEl>
                                          <p:spTgt spid="924"/>
                                        </p:tgtEl>
                                        <p:attrNameLst>
                                          <p:attrName>style.visibility</p:attrName>
                                        </p:attrNameLst>
                                      </p:cBhvr>
                                      <p:to>
                                        <p:strVal val="visible"/>
                                      </p:to>
                                    </p:set>
                                    <p:anim calcmode="lin" valueType="num">
                                      <p:cBhvr>
                                        <p:cTn id="88" dur="500" fill="hold"/>
                                        <p:tgtEl>
                                          <p:spTgt spid="924"/>
                                        </p:tgtEl>
                                        <p:attrNameLst>
                                          <p:attrName>ppt_w</p:attrName>
                                        </p:attrNameLst>
                                      </p:cBhvr>
                                      <p:tavLst>
                                        <p:tav tm="0">
                                          <p:val>
                                            <p:fltVal val="0"/>
                                          </p:val>
                                        </p:tav>
                                        <p:tav tm="100000">
                                          <p:val>
                                            <p:strVal val="#ppt_w"/>
                                          </p:val>
                                        </p:tav>
                                      </p:tavLst>
                                    </p:anim>
                                    <p:anim calcmode="lin" valueType="num">
                                      <p:cBhvr>
                                        <p:cTn id="89" dur="500" fill="hold"/>
                                        <p:tgtEl>
                                          <p:spTgt spid="924"/>
                                        </p:tgtEl>
                                        <p:attrNameLst>
                                          <p:attrName>ppt_h</p:attrName>
                                        </p:attrNameLst>
                                      </p:cBhvr>
                                      <p:tavLst>
                                        <p:tav tm="0">
                                          <p:val>
                                            <p:fltVal val="0"/>
                                          </p:val>
                                        </p:tav>
                                        <p:tav tm="100000">
                                          <p:val>
                                            <p:strVal val="#ppt_h"/>
                                          </p:val>
                                        </p:tav>
                                      </p:tavLst>
                                    </p:anim>
                                    <p:animEffect transition="in" filter="fade">
                                      <p:cBhvr>
                                        <p:cTn id="90" dur="500"/>
                                        <p:tgtEl>
                                          <p:spTgt spid="924"/>
                                        </p:tgtEl>
                                      </p:cBhvr>
                                    </p:animEffect>
                                  </p:childTnLst>
                                </p:cTn>
                              </p:par>
                              <p:par>
                                <p:cTn id="91" presetID="53" presetClass="entr" presetSubtype="16" fill="hold" nodeType="withEffect">
                                  <p:stCondLst>
                                    <p:cond delay="0"/>
                                  </p:stCondLst>
                                  <p:childTnLst>
                                    <p:set>
                                      <p:cBhvr>
                                        <p:cTn id="92" dur="1" fill="hold">
                                          <p:stCondLst>
                                            <p:cond delay="0"/>
                                          </p:stCondLst>
                                        </p:cTn>
                                        <p:tgtEl>
                                          <p:spTgt spid="1058"/>
                                        </p:tgtEl>
                                        <p:attrNameLst>
                                          <p:attrName>style.visibility</p:attrName>
                                        </p:attrNameLst>
                                      </p:cBhvr>
                                      <p:to>
                                        <p:strVal val="visible"/>
                                      </p:to>
                                    </p:set>
                                    <p:anim calcmode="lin" valueType="num">
                                      <p:cBhvr>
                                        <p:cTn id="93" dur="500" fill="hold"/>
                                        <p:tgtEl>
                                          <p:spTgt spid="1058"/>
                                        </p:tgtEl>
                                        <p:attrNameLst>
                                          <p:attrName>ppt_w</p:attrName>
                                        </p:attrNameLst>
                                      </p:cBhvr>
                                      <p:tavLst>
                                        <p:tav tm="0">
                                          <p:val>
                                            <p:fltVal val="0"/>
                                          </p:val>
                                        </p:tav>
                                        <p:tav tm="100000">
                                          <p:val>
                                            <p:strVal val="#ppt_w"/>
                                          </p:val>
                                        </p:tav>
                                      </p:tavLst>
                                    </p:anim>
                                    <p:anim calcmode="lin" valueType="num">
                                      <p:cBhvr>
                                        <p:cTn id="94" dur="500" fill="hold"/>
                                        <p:tgtEl>
                                          <p:spTgt spid="1058"/>
                                        </p:tgtEl>
                                        <p:attrNameLst>
                                          <p:attrName>ppt_h</p:attrName>
                                        </p:attrNameLst>
                                      </p:cBhvr>
                                      <p:tavLst>
                                        <p:tav tm="0">
                                          <p:val>
                                            <p:fltVal val="0"/>
                                          </p:val>
                                        </p:tav>
                                        <p:tav tm="100000">
                                          <p:val>
                                            <p:strVal val="#ppt_h"/>
                                          </p:val>
                                        </p:tav>
                                      </p:tavLst>
                                    </p:anim>
                                    <p:animEffect transition="in" filter="fade">
                                      <p:cBhvr>
                                        <p:cTn id="95" dur="500"/>
                                        <p:tgtEl>
                                          <p:spTgt spid="1058"/>
                                        </p:tgtEl>
                                      </p:cBhvr>
                                    </p:animEffect>
                                  </p:childTnLst>
                                </p:cTn>
                              </p:par>
                            </p:childTnLst>
                          </p:cTn>
                        </p:par>
                        <p:par>
                          <p:cTn id="96" fill="hold">
                            <p:stCondLst>
                              <p:cond delay="2500"/>
                            </p:stCondLst>
                            <p:childTnLst>
                              <p:par>
                                <p:cTn id="97" presetID="9" presetClass="entr" presetSubtype="0" fill="hold" grpId="0" nodeType="afterEffect">
                                  <p:stCondLst>
                                    <p:cond delay="0"/>
                                  </p:stCondLst>
                                  <p:childTnLst>
                                    <p:set>
                                      <p:cBhvr>
                                        <p:cTn id="98" dur="1" fill="hold">
                                          <p:stCondLst>
                                            <p:cond delay="0"/>
                                          </p:stCondLst>
                                        </p:cTn>
                                        <p:tgtEl>
                                          <p:spTgt spid="20"/>
                                        </p:tgtEl>
                                        <p:attrNameLst>
                                          <p:attrName>style.visibility</p:attrName>
                                        </p:attrNameLst>
                                      </p:cBhvr>
                                      <p:to>
                                        <p:strVal val="visible"/>
                                      </p:to>
                                    </p:set>
                                    <p:animEffect transition="in" filter="dissolve">
                                      <p:cBhvr>
                                        <p:cTn id="99" dur="500"/>
                                        <p:tgtEl>
                                          <p:spTgt spid="20"/>
                                        </p:tgtEl>
                                      </p:cBhvr>
                                    </p:animEffect>
                                  </p:childTnLst>
                                </p:cTn>
                              </p:par>
                              <p:par>
                                <p:cTn id="100" presetID="9" presetClass="entr" presetSubtype="0" fill="hold" grpId="0" nodeType="withEffect">
                                  <p:stCondLst>
                                    <p:cond delay="0"/>
                                  </p:stCondLst>
                                  <p:childTnLst>
                                    <p:set>
                                      <p:cBhvr>
                                        <p:cTn id="101" dur="1" fill="hold">
                                          <p:stCondLst>
                                            <p:cond delay="0"/>
                                          </p:stCondLst>
                                        </p:cTn>
                                        <p:tgtEl>
                                          <p:spTgt spid="9"/>
                                        </p:tgtEl>
                                        <p:attrNameLst>
                                          <p:attrName>style.visibility</p:attrName>
                                        </p:attrNameLst>
                                      </p:cBhvr>
                                      <p:to>
                                        <p:strVal val="visible"/>
                                      </p:to>
                                    </p:set>
                                    <p:animEffect transition="in" filter="dissolve">
                                      <p:cBhvr>
                                        <p:cTn id="102" dur="500"/>
                                        <p:tgtEl>
                                          <p:spTgt spid="9"/>
                                        </p:tgtEl>
                                      </p:cBhvr>
                                    </p:animEffect>
                                  </p:childTnLst>
                                </p:cTn>
                              </p:par>
                              <p:par>
                                <p:cTn id="103" presetID="9" presetClass="entr" presetSubtype="0" fill="hold" grpId="0" nodeType="withEffect">
                                  <p:stCondLst>
                                    <p:cond delay="0"/>
                                  </p:stCondLst>
                                  <p:childTnLst>
                                    <p:set>
                                      <p:cBhvr>
                                        <p:cTn id="104" dur="1" fill="hold">
                                          <p:stCondLst>
                                            <p:cond delay="0"/>
                                          </p:stCondLst>
                                        </p:cTn>
                                        <p:tgtEl>
                                          <p:spTgt spid="21"/>
                                        </p:tgtEl>
                                        <p:attrNameLst>
                                          <p:attrName>style.visibility</p:attrName>
                                        </p:attrNameLst>
                                      </p:cBhvr>
                                      <p:to>
                                        <p:strVal val="visible"/>
                                      </p:to>
                                    </p:set>
                                    <p:animEffect transition="in" filter="dissolve">
                                      <p:cBhvr>
                                        <p:cTn id="105" dur="500"/>
                                        <p:tgtEl>
                                          <p:spTgt spid="21"/>
                                        </p:tgtEl>
                                      </p:cBhvr>
                                    </p:animEffect>
                                  </p:childTnLst>
                                </p:cTn>
                              </p:par>
                              <p:par>
                                <p:cTn id="106" presetID="9" presetClass="entr" presetSubtype="0" fill="hold" grpId="0" nodeType="withEffect">
                                  <p:stCondLst>
                                    <p:cond delay="0"/>
                                  </p:stCondLst>
                                  <p:childTnLst>
                                    <p:set>
                                      <p:cBhvr>
                                        <p:cTn id="107" dur="1" fill="hold">
                                          <p:stCondLst>
                                            <p:cond delay="0"/>
                                          </p:stCondLst>
                                        </p:cTn>
                                        <p:tgtEl>
                                          <p:spTgt spid="22"/>
                                        </p:tgtEl>
                                        <p:attrNameLst>
                                          <p:attrName>style.visibility</p:attrName>
                                        </p:attrNameLst>
                                      </p:cBhvr>
                                      <p:to>
                                        <p:strVal val="visible"/>
                                      </p:to>
                                    </p:set>
                                    <p:animEffect transition="in" filter="dissolve">
                                      <p:cBhvr>
                                        <p:cTn id="108" dur="500"/>
                                        <p:tgtEl>
                                          <p:spTgt spid="22"/>
                                        </p:tgtEl>
                                      </p:cBhvr>
                                    </p:animEffect>
                                  </p:childTnLst>
                                </p:cTn>
                              </p:par>
                              <p:par>
                                <p:cTn id="109" presetID="9" presetClass="entr" presetSubtype="0" fill="hold" grpId="0" nodeType="withEffect">
                                  <p:stCondLst>
                                    <p:cond delay="0"/>
                                  </p:stCondLst>
                                  <p:childTnLst>
                                    <p:set>
                                      <p:cBhvr>
                                        <p:cTn id="110" dur="1" fill="hold">
                                          <p:stCondLst>
                                            <p:cond delay="0"/>
                                          </p:stCondLst>
                                        </p:cTn>
                                        <p:tgtEl>
                                          <p:spTgt spid="23"/>
                                        </p:tgtEl>
                                        <p:attrNameLst>
                                          <p:attrName>style.visibility</p:attrName>
                                        </p:attrNameLst>
                                      </p:cBhvr>
                                      <p:to>
                                        <p:strVal val="visible"/>
                                      </p:to>
                                    </p:set>
                                    <p:animEffect transition="in" filter="dissolve">
                                      <p:cBhvr>
                                        <p:cTn id="111" dur="500"/>
                                        <p:tgtEl>
                                          <p:spTgt spid="23"/>
                                        </p:tgtEl>
                                      </p:cBhvr>
                                    </p:animEffect>
                                  </p:childTnLst>
                                </p:cTn>
                              </p:par>
                              <p:par>
                                <p:cTn id="112" presetID="9" presetClass="entr" presetSubtype="0" fill="hold" grpId="0" nodeType="withEffect">
                                  <p:stCondLst>
                                    <p:cond delay="0"/>
                                  </p:stCondLst>
                                  <p:childTnLst>
                                    <p:set>
                                      <p:cBhvr>
                                        <p:cTn id="113" dur="1" fill="hold">
                                          <p:stCondLst>
                                            <p:cond delay="0"/>
                                          </p:stCondLst>
                                        </p:cTn>
                                        <p:tgtEl>
                                          <p:spTgt spid="13"/>
                                        </p:tgtEl>
                                        <p:attrNameLst>
                                          <p:attrName>style.visibility</p:attrName>
                                        </p:attrNameLst>
                                      </p:cBhvr>
                                      <p:to>
                                        <p:strVal val="visible"/>
                                      </p:to>
                                    </p:set>
                                    <p:animEffect transition="in" filter="dissolve">
                                      <p:cBhvr>
                                        <p:cTn id="114" dur="500"/>
                                        <p:tgtEl>
                                          <p:spTgt spid="13"/>
                                        </p:tgtEl>
                                      </p:cBhvr>
                                    </p:animEffect>
                                  </p:childTnLst>
                                </p:cTn>
                              </p:par>
                            </p:childTnLst>
                          </p:cTn>
                        </p:par>
                      </p:childTnLst>
                    </p:cTn>
                  </p:par>
                  <p:par>
                    <p:cTn id="115" fill="hold">
                      <p:stCondLst>
                        <p:cond delay="indefinite"/>
                      </p:stCondLst>
                      <p:childTnLst>
                        <p:par>
                          <p:cTn id="116" fill="hold">
                            <p:stCondLst>
                              <p:cond delay="0"/>
                            </p:stCondLst>
                            <p:childTnLst>
                              <p:par>
                                <p:cTn id="117" presetID="9" presetClass="entr" presetSubtype="0" fill="hold" nodeType="clickEffect">
                                  <p:stCondLst>
                                    <p:cond delay="0"/>
                                  </p:stCondLst>
                                  <p:childTnLst>
                                    <p:set>
                                      <p:cBhvr>
                                        <p:cTn id="118" dur="1" fill="hold">
                                          <p:stCondLst>
                                            <p:cond delay="0"/>
                                          </p:stCondLst>
                                        </p:cTn>
                                        <p:tgtEl>
                                          <p:spTgt spid="24"/>
                                        </p:tgtEl>
                                        <p:attrNameLst>
                                          <p:attrName>style.visibility</p:attrName>
                                        </p:attrNameLst>
                                      </p:cBhvr>
                                      <p:to>
                                        <p:strVal val="visible"/>
                                      </p:to>
                                    </p:set>
                                    <p:animEffect transition="in" filter="dissolve">
                                      <p:cBhvr>
                                        <p:cTn id="119" dur="500"/>
                                        <p:tgtEl>
                                          <p:spTgt spid="24"/>
                                        </p:tgtEl>
                                      </p:cBhvr>
                                    </p:animEffect>
                                  </p:childTnLst>
                                </p:cTn>
                              </p:par>
                            </p:childTnLst>
                          </p:cTn>
                        </p:par>
                        <p:par>
                          <p:cTn id="120" fill="hold">
                            <p:stCondLst>
                              <p:cond delay="500"/>
                            </p:stCondLst>
                            <p:childTnLst>
                              <p:par>
                                <p:cTn id="121" presetID="53" presetClass="entr" presetSubtype="16" fill="hold" nodeType="afterEffect">
                                  <p:stCondLst>
                                    <p:cond delay="0"/>
                                  </p:stCondLst>
                                  <p:childTnLst>
                                    <p:set>
                                      <p:cBhvr>
                                        <p:cTn id="122" dur="1" fill="hold">
                                          <p:stCondLst>
                                            <p:cond delay="0"/>
                                          </p:stCondLst>
                                        </p:cTn>
                                        <p:tgtEl>
                                          <p:spTgt spid="40"/>
                                        </p:tgtEl>
                                        <p:attrNameLst>
                                          <p:attrName>style.visibility</p:attrName>
                                        </p:attrNameLst>
                                      </p:cBhvr>
                                      <p:to>
                                        <p:strVal val="visible"/>
                                      </p:to>
                                    </p:set>
                                    <p:anim calcmode="lin" valueType="num">
                                      <p:cBhvr>
                                        <p:cTn id="123" dur="500" fill="hold"/>
                                        <p:tgtEl>
                                          <p:spTgt spid="40"/>
                                        </p:tgtEl>
                                        <p:attrNameLst>
                                          <p:attrName>ppt_w</p:attrName>
                                        </p:attrNameLst>
                                      </p:cBhvr>
                                      <p:tavLst>
                                        <p:tav tm="0">
                                          <p:val>
                                            <p:fltVal val="0"/>
                                          </p:val>
                                        </p:tav>
                                        <p:tav tm="100000">
                                          <p:val>
                                            <p:strVal val="#ppt_w"/>
                                          </p:val>
                                        </p:tav>
                                      </p:tavLst>
                                    </p:anim>
                                    <p:anim calcmode="lin" valueType="num">
                                      <p:cBhvr>
                                        <p:cTn id="124" dur="500" fill="hold"/>
                                        <p:tgtEl>
                                          <p:spTgt spid="40"/>
                                        </p:tgtEl>
                                        <p:attrNameLst>
                                          <p:attrName>ppt_h</p:attrName>
                                        </p:attrNameLst>
                                      </p:cBhvr>
                                      <p:tavLst>
                                        <p:tav tm="0">
                                          <p:val>
                                            <p:fltVal val="0"/>
                                          </p:val>
                                        </p:tav>
                                        <p:tav tm="100000">
                                          <p:val>
                                            <p:strVal val="#ppt_h"/>
                                          </p:val>
                                        </p:tav>
                                      </p:tavLst>
                                    </p:anim>
                                    <p:animEffect transition="in" filter="fade">
                                      <p:cBhvr>
                                        <p:cTn id="125" dur="500"/>
                                        <p:tgtEl>
                                          <p:spTgt spid="40"/>
                                        </p:tgtEl>
                                      </p:cBhvr>
                                    </p:animEffect>
                                  </p:childTnLst>
                                </p:cTn>
                              </p:par>
                              <p:par>
                                <p:cTn id="126" presetID="9" presetClass="entr" presetSubtype="0" fill="hold" grpId="0" nodeType="withEffect">
                                  <p:stCondLst>
                                    <p:cond delay="0"/>
                                  </p:stCondLst>
                                  <p:childTnLst>
                                    <p:set>
                                      <p:cBhvr>
                                        <p:cTn id="127" dur="1" fill="hold">
                                          <p:stCondLst>
                                            <p:cond delay="0"/>
                                          </p:stCondLst>
                                        </p:cTn>
                                        <p:tgtEl>
                                          <p:spTgt spid="46"/>
                                        </p:tgtEl>
                                        <p:attrNameLst>
                                          <p:attrName>style.visibility</p:attrName>
                                        </p:attrNameLst>
                                      </p:cBhvr>
                                      <p:to>
                                        <p:strVal val="visible"/>
                                      </p:to>
                                    </p:set>
                                    <p:animEffect transition="in" filter="dissolve">
                                      <p:cBhvr>
                                        <p:cTn id="128" dur="500"/>
                                        <p:tgtEl>
                                          <p:spTgt spid="46"/>
                                        </p:tgtEl>
                                      </p:cBhvr>
                                    </p:animEffect>
                                  </p:childTnLst>
                                </p:cTn>
                              </p:par>
                            </p:childTnLst>
                          </p:cTn>
                        </p:par>
                      </p:childTnLst>
                    </p:cTn>
                  </p:par>
                  <p:par>
                    <p:cTn id="129" fill="hold">
                      <p:stCondLst>
                        <p:cond delay="indefinite"/>
                      </p:stCondLst>
                      <p:childTnLst>
                        <p:par>
                          <p:cTn id="130" fill="hold">
                            <p:stCondLst>
                              <p:cond delay="0"/>
                            </p:stCondLst>
                            <p:childTnLst>
                              <p:par>
                                <p:cTn id="131" presetID="9" presetClass="entr" presetSubtype="0" fill="hold" nodeType="clickEffect">
                                  <p:stCondLst>
                                    <p:cond delay="0"/>
                                  </p:stCondLst>
                                  <p:childTnLst>
                                    <p:set>
                                      <p:cBhvr>
                                        <p:cTn id="132" dur="1" fill="hold">
                                          <p:stCondLst>
                                            <p:cond delay="0"/>
                                          </p:stCondLst>
                                        </p:cTn>
                                        <p:tgtEl>
                                          <p:spTgt spid="28"/>
                                        </p:tgtEl>
                                        <p:attrNameLst>
                                          <p:attrName>style.visibility</p:attrName>
                                        </p:attrNameLst>
                                      </p:cBhvr>
                                      <p:to>
                                        <p:strVal val="visible"/>
                                      </p:to>
                                    </p:set>
                                    <p:animEffect transition="in" filter="dissolve">
                                      <p:cBhvr>
                                        <p:cTn id="133" dur="500"/>
                                        <p:tgtEl>
                                          <p:spTgt spid="28"/>
                                        </p:tgtEl>
                                      </p:cBhvr>
                                    </p:animEffect>
                                  </p:childTnLst>
                                </p:cTn>
                              </p:par>
                            </p:childTnLst>
                          </p:cTn>
                        </p:par>
                        <p:par>
                          <p:cTn id="134" fill="hold">
                            <p:stCondLst>
                              <p:cond delay="500"/>
                            </p:stCondLst>
                            <p:childTnLst>
                              <p:par>
                                <p:cTn id="135" presetID="53" presetClass="entr" presetSubtype="16" fill="hold" nodeType="afterEffect">
                                  <p:stCondLst>
                                    <p:cond delay="0"/>
                                  </p:stCondLst>
                                  <p:childTnLst>
                                    <p:set>
                                      <p:cBhvr>
                                        <p:cTn id="136" dur="1" fill="hold">
                                          <p:stCondLst>
                                            <p:cond delay="0"/>
                                          </p:stCondLst>
                                        </p:cTn>
                                        <p:tgtEl>
                                          <p:spTgt spid="43"/>
                                        </p:tgtEl>
                                        <p:attrNameLst>
                                          <p:attrName>style.visibility</p:attrName>
                                        </p:attrNameLst>
                                      </p:cBhvr>
                                      <p:to>
                                        <p:strVal val="visible"/>
                                      </p:to>
                                    </p:set>
                                    <p:anim calcmode="lin" valueType="num">
                                      <p:cBhvr>
                                        <p:cTn id="137" dur="500" fill="hold"/>
                                        <p:tgtEl>
                                          <p:spTgt spid="43"/>
                                        </p:tgtEl>
                                        <p:attrNameLst>
                                          <p:attrName>ppt_w</p:attrName>
                                        </p:attrNameLst>
                                      </p:cBhvr>
                                      <p:tavLst>
                                        <p:tav tm="0">
                                          <p:val>
                                            <p:fltVal val="0"/>
                                          </p:val>
                                        </p:tav>
                                        <p:tav tm="100000">
                                          <p:val>
                                            <p:strVal val="#ppt_w"/>
                                          </p:val>
                                        </p:tav>
                                      </p:tavLst>
                                    </p:anim>
                                    <p:anim calcmode="lin" valueType="num">
                                      <p:cBhvr>
                                        <p:cTn id="138" dur="500" fill="hold"/>
                                        <p:tgtEl>
                                          <p:spTgt spid="43"/>
                                        </p:tgtEl>
                                        <p:attrNameLst>
                                          <p:attrName>ppt_h</p:attrName>
                                        </p:attrNameLst>
                                      </p:cBhvr>
                                      <p:tavLst>
                                        <p:tav tm="0">
                                          <p:val>
                                            <p:fltVal val="0"/>
                                          </p:val>
                                        </p:tav>
                                        <p:tav tm="100000">
                                          <p:val>
                                            <p:strVal val="#ppt_h"/>
                                          </p:val>
                                        </p:tav>
                                      </p:tavLst>
                                    </p:anim>
                                    <p:animEffect transition="in" filter="fade">
                                      <p:cBhvr>
                                        <p:cTn id="139" dur="500"/>
                                        <p:tgtEl>
                                          <p:spTgt spid="43"/>
                                        </p:tgtEl>
                                      </p:cBhvr>
                                    </p:animEffect>
                                  </p:childTnLst>
                                </p:cTn>
                              </p:par>
                              <p:par>
                                <p:cTn id="140" presetID="9" presetClass="entr" presetSubtype="0" fill="hold" grpId="0" nodeType="withEffect">
                                  <p:stCondLst>
                                    <p:cond delay="0"/>
                                  </p:stCondLst>
                                  <p:childTnLst>
                                    <p:set>
                                      <p:cBhvr>
                                        <p:cTn id="141" dur="1" fill="hold">
                                          <p:stCondLst>
                                            <p:cond delay="0"/>
                                          </p:stCondLst>
                                        </p:cTn>
                                        <p:tgtEl>
                                          <p:spTgt spid="47"/>
                                        </p:tgtEl>
                                        <p:attrNameLst>
                                          <p:attrName>style.visibility</p:attrName>
                                        </p:attrNameLst>
                                      </p:cBhvr>
                                      <p:to>
                                        <p:strVal val="visible"/>
                                      </p:to>
                                    </p:set>
                                    <p:animEffect transition="in" filter="dissolve">
                                      <p:cBhvr>
                                        <p:cTn id="14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86" grpId="0" animBg="1"/>
      <p:bldP spid="635" grpId="0" animBg="1"/>
      <p:bldP spid="634" grpId="0" animBg="1"/>
      <p:bldP spid="522" grpId="0" animBg="1"/>
      <p:bldP spid="523" grpId="0" animBg="1"/>
      <p:bldP spid="9" grpId="0"/>
      <p:bldP spid="13" grpId="0"/>
      <p:bldP spid="20" grpId="0"/>
      <p:bldP spid="21" grpId="0"/>
      <p:bldP spid="22" grpId="0"/>
      <p:bldP spid="23" grpId="0"/>
      <p:bldP spid="46" grpId="0"/>
      <p:bldP spid="47"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58" name="Straight Connector 1057">
            <a:extLst>
              <a:ext uri="{FF2B5EF4-FFF2-40B4-BE49-F238E27FC236}">
                <a16:creationId xmlns:a16="http://schemas.microsoft.com/office/drawing/2014/main" id="{C49F56C2-7636-6D53-F093-7CA15FBEE7A3}"/>
              </a:ext>
            </a:extLst>
          </p:cNvPr>
          <p:cNvCxnSpPr>
            <a:cxnSpLocks/>
          </p:cNvCxnSpPr>
          <p:nvPr/>
        </p:nvCxnSpPr>
        <p:spPr>
          <a:xfrm flipH="1" flipV="1">
            <a:off x="8095200" y="4379061"/>
            <a:ext cx="1325202" cy="1333532"/>
          </a:xfrm>
          <a:prstGeom prst="line">
            <a:avLst/>
          </a:prstGeom>
          <a:noFill/>
          <a:ln w="25400" cap="flat" cmpd="sng" algn="ctr">
            <a:solidFill>
              <a:srgbClr val="000000"/>
            </a:solidFill>
            <a:prstDash val="solid"/>
          </a:ln>
          <a:effectLst/>
        </p:spPr>
      </p:cxnSp>
      <p:cxnSp>
        <p:nvCxnSpPr>
          <p:cNvPr id="12" name="Straight Connector 11">
            <a:extLst>
              <a:ext uri="{FF2B5EF4-FFF2-40B4-BE49-F238E27FC236}">
                <a16:creationId xmlns:a16="http://schemas.microsoft.com/office/drawing/2014/main" id="{06C83F0C-B225-F856-78E0-6D6718F66F77}"/>
              </a:ext>
            </a:extLst>
          </p:cNvPr>
          <p:cNvCxnSpPr>
            <a:cxnSpLocks/>
          </p:cNvCxnSpPr>
          <p:nvPr/>
        </p:nvCxnSpPr>
        <p:spPr>
          <a:xfrm flipH="1">
            <a:off x="3258132" y="3503055"/>
            <a:ext cx="2334181" cy="1749040"/>
          </a:xfrm>
          <a:prstGeom prst="line">
            <a:avLst/>
          </a:prstGeom>
          <a:noFill/>
          <a:ln w="25400" cap="flat" cmpd="sng" algn="ctr">
            <a:solidFill>
              <a:srgbClr val="000000"/>
            </a:solidFill>
            <a:prstDash val="solid"/>
          </a:ln>
          <a:effectLst/>
        </p:spPr>
      </p:cxnSp>
      <p:cxnSp>
        <p:nvCxnSpPr>
          <p:cNvPr id="14" name="Straight Connector 13">
            <a:extLst>
              <a:ext uri="{FF2B5EF4-FFF2-40B4-BE49-F238E27FC236}">
                <a16:creationId xmlns:a16="http://schemas.microsoft.com/office/drawing/2014/main" id="{42E2BB5D-3914-2A31-7342-CE13FD13C728}"/>
              </a:ext>
            </a:extLst>
          </p:cNvPr>
          <p:cNvCxnSpPr>
            <a:cxnSpLocks/>
          </p:cNvCxnSpPr>
          <p:nvPr/>
        </p:nvCxnSpPr>
        <p:spPr>
          <a:xfrm>
            <a:off x="3219612" y="5268673"/>
            <a:ext cx="2372701" cy="248145"/>
          </a:xfrm>
          <a:prstGeom prst="line">
            <a:avLst/>
          </a:prstGeom>
          <a:noFill/>
          <a:ln w="25400" cap="flat" cmpd="sng" algn="ctr">
            <a:solidFill>
              <a:srgbClr val="000000"/>
            </a:solidFill>
            <a:prstDash val="solid"/>
          </a:ln>
          <a:effectLst/>
        </p:spPr>
      </p:cxnSp>
      <p:cxnSp>
        <p:nvCxnSpPr>
          <p:cNvPr id="920" name="Straight Connector 919">
            <a:extLst>
              <a:ext uri="{FF2B5EF4-FFF2-40B4-BE49-F238E27FC236}">
                <a16:creationId xmlns:a16="http://schemas.microsoft.com/office/drawing/2014/main" id="{F9D85DF7-2A3C-557B-A042-C7E055B42530}"/>
              </a:ext>
            </a:extLst>
          </p:cNvPr>
          <p:cNvCxnSpPr>
            <a:cxnSpLocks/>
          </p:cNvCxnSpPr>
          <p:nvPr/>
        </p:nvCxnSpPr>
        <p:spPr>
          <a:xfrm flipV="1">
            <a:off x="5537509" y="3493251"/>
            <a:ext cx="93324" cy="1920018"/>
          </a:xfrm>
          <a:prstGeom prst="line">
            <a:avLst/>
          </a:prstGeom>
          <a:noFill/>
          <a:ln w="25400" cap="flat" cmpd="sng" algn="ctr">
            <a:solidFill>
              <a:srgbClr val="000000"/>
            </a:solidFill>
            <a:prstDash val="solid"/>
          </a:ln>
          <a:effectLst/>
        </p:spPr>
      </p:cxnSp>
      <p:cxnSp>
        <p:nvCxnSpPr>
          <p:cNvPr id="923" name="Straight Connector 922">
            <a:extLst>
              <a:ext uri="{FF2B5EF4-FFF2-40B4-BE49-F238E27FC236}">
                <a16:creationId xmlns:a16="http://schemas.microsoft.com/office/drawing/2014/main" id="{AFB7C769-501B-7547-9AD8-8DBDB6492D3A}"/>
              </a:ext>
            </a:extLst>
          </p:cNvPr>
          <p:cNvCxnSpPr>
            <a:cxnSpLocks/>
          </p:cNvCxnSpPr>
          <p:nvPr/>
        </p:nvCxnSpPr>
        <p:spPr>
          <a:xfrm>
            <a:off x="5537509" y="3445086"/>
            <a:ext cx="2551192" cy="921092"/>
          </a:xfrm>
          <a:prstGeom prst="line">
            <a:avLst/>
          </a:prstGeom>
          <a:noFill/>
          <a:ln w="25400" cap="flat" cmpd="sng" algn="ctr">
            <a:solidFill>
              <a:srgbClr val="000000"/>
            </a:solidFill>
            <a:prstDash val="solid"/>
          </a:ln>
          <a:effectLst/>
        </p:spPr>
      </p:cxnSp>
      <p:cxnSp>
        <p:nvCxnSpPr>
          <p:cNvPr id="924" name="Straight Connector 923">
            <a:extLst>
              <a:ext uri="{FF2B5EF4-FFF2-40B4-BE49-F238E27FC236}">
                <a16:creationId xmlns:a16="http://schemas.microsoft.com/office/drawing/2014/main" id="{44525D6E-A0B9-A0CF-DAE4-E9ADF47150BF}"/>
              </a:ext>
            </a:extLst>
          </p:cNvPr>
          <p:cNvCxnSpPr>
            <a:cxnSpLocks/>
          </p:cNvCxnSpPr>
          <p:nvPr/>
        </p:nvCxnSpPr>
        <p:spPr>
          <a:xfrm flipH="1">
            <a:off x="5550341" y="4346275"/>
            <a:ext cx="2534748" cy="1028401"/>
          </a:xfrm>
          <a:prstGeom prst="line">
            <a:avLst/>
          </a:prstGeom>
          <a:noFill/>
          <a:ln w="25400" cap="flat" cmpd="sng" algn="ctr">
            <a:solidFill>
              <a:srgbClr val="000000"/>
            </a:solidFill>
            <a:prstDash val="solid"/>
          </a:ln>
          <a:effectLst/>
        </p:spPr>
      </p:cxnSp>
      <p:cxnSp>
        <p:nvCxnSpPr>
          <p:cNvPr id="851" name="Straight Connector 850">
            <a:extLst>
              <a:ext uri="{FF2B5EF4-FFF2-40B4-BE49-F238E27FC236}">
                <a16:creationId xmlns:a16="http://schemas.microsoft.com/office/drawing/2014/main" id="{8AF13C1F-5DF8-FFBE-808C-FEE7A953E25A}"/>
              </a:ext>
            </a:extLst>
          </p:cNvPr>
          <p:cNvCxnSpPr>
            <a:cxnSpLocks/>
          </p:cNvCxnSpPr>
          <p:nvPr/>
        </p:nvCxnSpPr>
        <p:spPr>
          <a:xfrm>
            <a:off x="2571612" y="3239921"/>
            <a:ext cx="3001917" cy="245018"/>
          </a:xfrm>
          <a:prstGeom prst="line">
            <a:avLst/>
          </a:prstGeom>
          <a:noFill/>
          <a:ln w="25400" cap="flat" cmpd="sng" algn="ctr">
            <a:solidFill>
              <a:srgbClr val="000000"/>
            </a:solidFill>
            <a:prstDash val="solid"/>
          </a:ln>
          <a:effectLst/>
        </p:spPr>
      </p:cxnSp>
      <p:sp>
        <p:nvSpPr>
          <p:cNvPr id="41" name="Oval 40">
            <a:extLst>
              <a:ext uri="{FF2B5EF4-FFF2-40B4-BE49-F238E27FC236}">
                <a16:creationId xmlns:a16="http://schemas.microsoft.com/office/drawing/2014/main" id="{78B52D95-970F-3BA4-CCDF-BFEBD11ABB88}"/>
              </a:ext>
            </a:extLst>
          </p:cNvPr>
          <p:cNvSpPr/>
          <p:nvPr/>
        </p:nvSpPr>
        <p:spPr>
          <a:xfrm>
            <a:off x="2067612" y="2706810"/>
            <a:ext cx="1152000" cy="1152000"/>
          </a:xfrm>
          <a:prstGeom prst="ellipse">
            <a:avLst/>
          </a:prstGeom>
          <a:solidFill>
            <a:srgbClr val="FFFFF0"/>
          </a:solidFill>
          <a:ln w="254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B05B7EB0-0CDB-8A84-F671-3B073774B425}"/>
              </a:ext>
            </a:extLst>
          </p:cNvPr>
          <p:cNvSpPr/>
          <p:nvPr/>
        </p:nvSpPr>
        <p:spPr>
          <a:xfrm>
            <a:off x="2682132" y="4677070"/>
            <a:ext cx="1152000" cy="1152000"/>
          </a:xfrm>
          <a:prstGeom prst="ellipse">
            <a:avLst/>
          </a:prstGeom>
          <a:solidFill>
            <a:srgbClr val="FFFFF0"/>
          </a:solidFill>
          <a:ln w="254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a:extLst>
              <a:ext uri="{FF2B5EF4-FFF2-40B4-BE49-F238E27FC236}">
                <a16:creationId xmlns:a16="http://schemas.microsoft.com/office/drawing/2014/main" id="{8CF0C396-4E7B-9BF8-CB7F-A5A3BBE12414}"/>
              </a:ext>
            </a:extLst>
          </p:cNvPr>
          <p:cNvSpPr/>
          <p:nvPr/>
        </p:nvSpPr>
        <p:spPr>
          <a:xfrm>
            <a:off x="5033550" y="4909269"/>
            <a:ext cx="1152000" cy="1152000"/>
          </a:xfrm>
          <a:prstGeom prst="ellipse">
            <a:avLst/>
          </a:prstGeom>
          <a:solidFill>
            <a:srgbClr val="FFFFF0"/>
          </a:solidFill>
          <a:ln w="254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a:extLst>
              <a:ext uri="{FF2B5EF4-FFF2-40B4-BE49-F238E27FC236}">
                <a16:creationId xmlns:a16="http://schemas.microsoft.com/office/drawing/2014/main" id="{433AF8E3-199D-FE58-733B-A9A882321B37}"/>
              </a:ext>
            </a:extLst>
          </p:cNvPr>
          <p:cNvSpPr/>
          <p:nvPr/>
        </p:nvSpPr>
        <p:spPr>
          <a:xfrm>
            <a:off x="5033550" y="2895309"/>
            <a:ext cx="1152000" cy="1152000"/>
          </a:xfrm>
          <a:prstGeom prst="ellipse">
            <a:avLst/>
          </a:prstGeom>
          <a:solidFill>
            <a:srgbClr val="FFFFF0"/>
          </a:solidFill>
          <a:ln w="254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C63EB226-9CD5-9B3D-F39F-5CD4326DD4E0}"/>
              </a:ext>
            </a:extLst>
          </p:cNvPr>
          <p:cNvSpPr/>
          <p:nvPr/>
        </p:nvSpPr>
        <p:spPr>
          <a:xfrm>
            <a:off x="7532586" y="3726557"/>
            <a:ext cx="1152000" cy="1152000"/>
          </a:xfrm>
          <a:prstGeom prst="ellipse">
            <a:avLst/>
          </a:prstGeom>
          <a:solidFill>
            <a:srgbClr val="FFFFF0"/>
          </a:solidFill>
          <a:ln w="254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E2BC7964-9F33-DE91-8D45-E6B5433468D2}"/>
              </a:ext>
            </a:extLst>
          </p:cNvPr>
          <p:cNvSpPr/>
          <p:nvPr/>
        </p:nvSpPr>
        <p:spPr>
          <a:xfrm>
            <a:off x="8820905" y="5123024"/>
            <a:ext cx="1152000" cy="1152000"/>
          </a:xfrm>
          <a:prstGeom prst="ellipse">
            <a:avLst/>
          </a:prstGeom>
          <a:solidFill>
            <a:srgbClr val="FFFFF0"/>
          </a:solidFill>
          <a:ln w="254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مسیریابی دو سطحی</a:t>
            </a:r>
            <a:endParaRPr lang="fa-IR" sz="3600" b="1" dirty="0">
              <a:solidFill>
                <a:srgbClr val="0000FF"/>
              </a:solidFill>
              <a:latin typeface="IRANSans(FaNum)" panose="02040503050201020203" pitchFamily="18" charset="-78"/>
            </a:endParaRPr>
          </a:p>
        </p:txBody>
      </p:sp>
      <p:sp>
        <p:nvSpPr>
          <p:cNvPr id="9" name="TextBox 8">
            <a:extLst>
              <a:ext uri="{FF2B5EF4-FFF2-40B4-BE49-F238E27FC236}">
                <a16:creationId xmlns:a16="http://schemas.microsoft.com/office/drawing/2014/main" id="{C402F426-71CD-5DEF-6C3D-D02357B2D4B4}"/>
              </a:ext>
            </a:extLst>
          </p:cNvPr>
          <p:cNvSpPr txBox="1"/>
          <p:nvPr/>
        </p:nvSpPr>
        <p:spPr>
          <a:xfrm>
            <a:off x="2242837" y="3056941"/>
            <a:ext cx="792205" cy="523220"/>
          </a:xfrm>
          <a:prstGeom prst="rect">
            <a:avLst/>
          </a:prstGeom>
          <a:noFill/>
        </p:spPr>
        <p:txBody>
          <a:bodyPr wrap="none" rtlCol="0">
            <a:spAutoFit/>
          </a:bodyPr>
          <a:lstStyle/>
          <a:p>
            <a:pPr algn="ctr"/>
            <a:r>
              <a:rPr lang="en-US" sz="1400" b="1" dirty="0">
                <a:latin typeface="Arial" panose="020B0604020202020204" pitchFamily="34" charset="0"/>
                <a:cs typeface="Arial" panose="020B0604020202020204" pitchFamily="34" charset="0"/>
              </a:rPr>
              <a:t>Source</a:t>
            </a:r>
          </a:p>
          <a:p>
            <a:pPr algn="ctr"/>
            <a:r>
              <a:rPr lang="en-US" sz="1400" b="1" dirty="0">
                <a:latin typeface="Arial" panose="020B0604020202020204" pitchFamily="34" charset="0"/>
                <a:cs typeface="Arial" panose="020B0604020202020204" pitchFamily="34" charset="0"/>
              </a:rPr>
              <a:t>AS</a:t>
            </a:r>
          </a:p>
        </p:txBody>
      </p:sp>
      <p:sp>
        <p:nvSpPr>
          <p:cNvPr id="13" name="TextBox 12">
            <a:extLst>
              <a:ext uri="{FF2B5EF4-FFF2-40B4-BE49-F238E27FC236}">
                <a16:creationId xmlns:a16="http://schemas.microsoft.com/office/drawing/2014/main" id="{9FD8B06D-533D-649F-1486-4DC04FE8E5AF}"/>
              </a:ext>
            </a:extLst>
          </p:cNvPr>
          <p:cNvSpPr txBox="1"/>
          <p:nvPr/>
        </p:nvSpPr>
        <p:spPr>
          <a:xfrm>
            <a:off x="8816211" y="5482117"/>
            <a:ext cx="1178528" cy="523220"/>
          </a:xfrm>
          <a:prstGeom prst="rect">
            <a:avLst/>
          </a:prstGeom>
          <a:noFill/>
        </p:spPr>
        <p:txBody>
          <a:bodyPr wrap="none" rtlCol="0">
            <a:spAutoFit/>
          </a:bodyPr>
          <a:lstStyle/>
          <a:p>
            <a:pPr algn="ctr"/>
            <a:r>
              <a:rPr lang="en-US" sz="1400" b="1" dirty="0">
                <a:latin typeface="IRANSans(FaNum)" panose="02040503050201020203" pitchFamily="18" charset="-78"/>
                <a:cs typeface="IRANSans(FaNum)" panose="02040503050201020203" pitchFamily="18" charset="-78"/>
              </a:rPr>
              <a:t>Destination</a:t>
            </a:r>
          </a:p>
          <a:p>
            <a:pPr algn="ctr"/>
            <a:r>
              <a:rPr lang="en-US" sz="1400" b="1" dirty="0">
                <a:latin typeface="IRANSans(FaNum)" panose="02040503050201020203" pitchFamily="18" charset="-78"/>
                <a:cs typeface="IRANSans(FaNum)" panose="02040503050201020203" pitchFamily="18" charset="-78"/>
              </a:rPr>
              <a:t>AS</a:t>
            </a:r>
          </a:p>
        </p:txBody>
      </p:sp>
      <p:sp>
        <p:nvSpPr>
          <p:cNvPr id="20" name="TextBox 19">
            <a:extLst>
              <a:ext uri="{FF2B5EF4-FFF2-40B4-BE49-F238E27FC236}">
                <a16:creationId xmlns:a16="http://schemas.microsoft.com/office/drawing/2014/main" id="{AB158A53-93A2-733C-9E56-6D6EC4EAE10A}"/>
              </a:ext>
            </a:extLst>
          </p:cNvPr>
          <p:cNvSpPr txBox="1"/>
          <p:nvPr/>
        </p:nvSpPr>
        <p:spPr>
          <a:xfrm>
            <a:off x="5067475" y="3320326"/>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AS1</a:t>
            </a:r>
          </a:p>
        </p:txBody>
      </p:sp>
      <p:sp>
        <p:nvSpPr>
          <p:cNvPr id="21" name="TextBox 20">
            <a:extLst>
              <a:ext uri="{FF2B5EF4-FFF2-40B4-BE49-F238E27FC236}">
                <a16:creationId xmlns:a16="http://schemas.microsoft.com/office/drawing/2014/main" id="{3302C549-3224-38C5-C338-47506B7CCAB1}"/>
              </a:ext>
            </a:extLst>
          </p:cNvPr>
          <p:cNvSpPr txBox="1"/>
          <p:nvPr/>
        </p:nvSpPr>
        <p:spPr>
          <a:xfrm>
            <a:off x="2716097" y="5126508"/>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AS2</a:t>
            </a:r>
          </a:p>
        </p:txBody>
      </p:sp>
      <p:sp>
        <p:nvSpPr>
          <p:cNvPr id="22" name="TextBox 21">
            <a:extLst>
              <a:ext uri="{FF2B5EF4-FFF2-40B4-BE49-F238E27FC236}">
                <a16:creationId xmlns:a16="http://schemas.microsoft.com/office/drawing/2014/main" id="{D09247CA-325A-27AA-49C3-B77983924ADC}"/>
              </a:ext>
            </a:extLst>
          </p:cNvPr>
          <p:cNvSpPr txBox="1"/>
          <p:nvPr/>
        </p:nvSpPr>
        <p:spPr>
          <a:xfrm>
            <a:off x="5056847" y="5339484"/>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AS3</a:t>
            </a:r>
          </a:p>
        </p:txBody>
      </p:sp>
      <p:sp>
        <p:nvSpPr>
          <p:cNvPr id="23" name="TextBox 22">
            <a:extLst>
              <a:ext uri="{FF2B5EF4-FFF2-40B4-BE49-F238E27FC236}">
                <a16:creationId xmlns:a16="http://schemas.microsoft.com/office/drawing/2014/main" id="{32853E6F-344C-2DD6-9892-021C14BB9BD5}"/>
              </a:ext>
            </a:extLst>
          </p:cNvPr>
          <p:cNvSpPr txBox="1"/>
          <p:nvPr/>
        </p:nvSpPr>
        <p:spPr>
          <a:xfrm>
            <a:off x="7571775" y="4175738"/>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AS4</a:t>
            </a:r>
          </a:p>
        </p:txBody>
      </p:sp>
      <p:sp>
        <p:nvSpPr>
          <p:cNvPr id="467" name="Content Placeholder 2">
            <a:extLst>
              <a:ext uri="{FF2B5EF4-FFF2-40B4-BE49-F238E27FC236}">
                <a16:creationId xmlns:a16="http://schemas.microsoft.com/office/drawing/2014/main" id="{C1E954E9-A06C-A803-5D39-55217103DC5C}"/>
              </a:ext>
            </a:extLst>
          </p:cNvPr>
          <p:cNvSpPr txBox="1">
            <a:spLocks/>
          </p:cNvSpPr>
          <p:nvPr/>
        </p:nvSpPr>
        <p:spPr>
          <a:xfrm>
            <a:off x="586154" y="1220749"/>
            <a:ext cx="11265877" cy="109102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1800" b="1" dirty="0">
                <a:solidFill>
                  <a:srgbClr val="1F1FFF"/>
                </a:solidFill>
                <a:latin typeface="IRANSans(FaNum)" panose="02040503050201020203" pitchFamily="18" charset="-78"/>
              </a:rPr>
              <a:t>مسیریابی بین‌دامنه‌ای (</a:t>
            </a:r>
            <a:r>
              <a:rPr lang="en-US" sz="1800" b="1" dirty="0">
                <a:solidFill>
                  <a:srgbClr val="1F1FFF"/>
                </a:solidFill>
                <a:latin typeface="IRANSans(FaNum)" panose="02040503050201020203" pitchFamily="18" charset="-78"/>
              </a:rPr>
              <a:t>Inter-domain Routing </a:t>
            </a:r>
            <a:r>
              <a:rPr lang="fa-IR" sz="1800" b="1" dirty="0">
                <a:solidFill>
                  <a:srgbClr val="1F1FFF"/>
                </a:solidFill>
                <a:latin typeface="IRANSans(FaNum)" panose="02040503050201020203" pitchFamily="18" charset="-78"/>
              </a:rPr>
              <a:t>)</a:t>
            </a:r>
            <a:r>
              <a:rPr lang="en-US" sz="1800" b="1" dirty="0">
                <a:solidFill>
                  <a:srgbClr val="1F1FFF"/>
                </a:solidFill>
                <a:latin typeface="IRANSans(FaNum)" panose="02040503050201020203" pitchFamily="18" charset="-78"/>
              </a:rPr>
              <a:t>:</a:t>
            </a:r>
            <a:endParaRPr lang="fa-IR" sz="1800" b="1" dirty="0">
              <a:solidFill>
                <a:srgbClr val="1F1FFF"/>
              </a:solidFill>
              <a:latin typeface="IRANSans(FaNum)" panose="02040503050201020203" pitchFamily="18" charset="-78"/>
            </a:endParaRPr>
          </a:p>
          <a:p>
            <a:pPr marL="432000" lvl="1" indent="-144000">
              <a:lnSpc>
                <a:spcPct val="130000"/>
              </a:lnSpc>
              <a:spcBef>
                <a:spcPts val="0"/>
              </a:spcBef>
              <a:spcAft>
                <a:spcPts val="600"/>
              </a:spcAft>
            </a:pPr>
            <a:r>
              <a:rPr lang="fa-IR" sz="1600" b="1" dirty="0">
                <a:solidFill>
                  <a:srgbClr val="C00000"/>
                </a:solidFill>
                <a:latin typeface="IRANSans(FaNum)" panose="02040503050201020203" pitchFamily="18" charset="-78"/>
              </a:rPr>
              <a:t>پیدا کردن مسیر از </a:t>
            </a:r>
            <a:r>
              <a:rPr lang="en-US" sz="1600" b="1" dirty="0">
                <a:solidFill>
                  <a:srgbClr val="C00000"/>
                </a:solidFill>
                <a:latin typeface="IRANSans(FaNum)" panose="02040503050201020203" pitchFamily="18" charset="-78"/>
              </a:rPr>
              <a:t>AS</a:t>
            </a:r>
            <a:r>
              <a:rPr lang="fa-IR" sz="1600" b="1" dirty="0">
                <a:solidFill>
                  <a:srgbClr val="C00000"/>
                </a:solidFill>
                <a:latin typeface="IRANSans(FaNum)" panose="02040503050201020203" pitchFamily="18" charset="-78"/>
              </a:rPr>
              <a:t> مبدأ به </a:t>
            </a:r>
            <a:r>
              <a:rPr lang="en-US" sz="1600" b="1" dirty="0">
                <a:solidFill>
                  <a:srgbClr val="C00000"/>
                </a:solidFill>
                <a:latin typeface="IRANSans(FaNum)" panose="02040503050201020203" pitchFamily="18" charset="-78"/>
              </a:rPr>
              <a:t>AS</a:t>
            </a:r>
            <a:r>
              <a:rPr lang="fa-IR" sz="1600" b="1" dirty="0">
                <a:solidFill>
                  <a:srgbClr val="C00000"/>
                </a:solidFill>
                <a:latin typeface="IRANSans(FaNum)" panose="02040503050201020203" pitchFamily="18" charset="-78"/>
              </a:rPr>
              <a:t> مقصد:</a:t>
            </a:r>
          </a:p>
          <a:p>
            <a:pPr marL="432000" lvl="1" indent="-144000">
              <a:lnSpc>
                <a:spcPct val="130000"/>
              </a:lnSpc>
              <a:spcBef>
                <a:spcPts val="0"/>
              </a:spcBef>
              <a:spcAft>
                <a:spcPts val="600"/>
              </a:spcAft>
            </a:pPr>
            <a:endParaRPr lang="fa-IR" sz="1400" b="1" dirty="0">
              <a:solidFill>
                <a:srgbClr val="1F1FFF"/>
              </a:solidFill>
              <a:latin typeface="IRANSans(FaNum)" panose="02040503050201020203" pitchFamily="18" charset="-78"/>
            </a:endParaRPr>
          </a:p>
        </p:txBody>
      </p:sp>
      <p:sp>
        <p:nvSpPr>
          <p:cNvPr id="469" name="TextBox 468">
            <a:extLst>
              <a:ext uri="{FF2B5EF4-FFF2-40B4-BE49-F238E27FC236}">
                <a16:creationId xmlns:a16="http://schemas.microsoft.com/office/drawing/2014/main" id="{1ED4F106-DEC7-ED67-A65B-5CA11D83D27C}"/>
              </a:ext>
            </a:extLst>
          </p:cNvPr>
          <p:cNvSpPr txBox="1"/>
          <p:nvPr/>
        </p:nvSpPr>
        <p:spPr>
          <a:xfrm>
            <a:off x="2067612" y="1720095"/>
            <a:ext cx="1116000"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Source</a:t>
            </a:r>
            <a:r>
              <a:rPr lang="fa-IR" sz="1400" b="1" dirty="0">
                <a:latin typeface="Arial" panose="020B0604020202020204" pitchFamily="34" charset="0"/>
                <a:cs typeface="Arial" panose="020B0604020202020204" pitchFamily="34" charset="0"/>
              </a:rPr>
              <a:t> </a:t>
            </a:r>
            <a:r>
              <a:rPr lang="en-US" sz="1400" b="1" dirty="0">
                <a:latin typeface="Arial" panose="020B0604020202020204" pitchFamily="34" charset="0"/>
                <a:cs typeface="Arial" panose="020B0604020202020204" pitchFamily="34" charset="0"/>
              </a:rPr>
              <a:t>AS</a:t>
            </a:r>
          </a:p>
        </p:txBody>
      </p:sp>
      <p:cxnSp>
        <p:nvCxnSpPr>
          <p:cNvPr id="472" name="Straight Arrow Connector 471">
            <a:extLst>
              <a:ext uri="{FF2B5EF4-FFF2-40B4-BE49-F238E27FC236}">
                <a16:creationId xmlns:a16="http://schemas.microsoft.com/office/drawing/2014/main" id="{56FE99F9-F829-4C5D-267C-37FD076205FB}"/>
              </a:ext>
            </a:extLst>
          </p:cNvPr>
          <p:cNvCxnSpPr>
            <a:cxnSpLocks/>
            <a:stCxn id="469" idx="3"/>
            <a:endCxn id="474" idx="1"/>
          </p:cNvCxnSpPr>
          <p:nvPr/>
        </p:nvCxnSpPr>
        <p:spPr>
          <a:xfrm>
            <a:off x="3183612" y="1873984"/>
            <a:ext cx="541185" cy="1123"/>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74" name="TextBox 473">
            <a:extLst>
              <a:ext uri="{FF2B5EF4-FFF2-40B4-BE49-F238E27FC236}">
                <a16:creationId xmlns:a16="http://schemas.microsoft.com/office/drawing/2014/main" id="{1F82FB12-87C0-F036-21F7-E78377DAEA8E}"/>
              </a:ext>
            </a:extLst>
          </p:cNvPr>
          <p:cNvSpPr txBox="1"/>
          <p:nvPr/>
        </p:nvSpPr>
        <p:spPr>
          <a:xfrm>
            <a:off x="3724797" y="1721218"/>
            <a:ext cx="540000"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AS1</a:t>
            </a:r>
          </a:p>
        </p:txBody>
      </p:sp>
      <p:cxnSp>
        <p:nvCxnSpPr>
          <p:cNvPr id="475" name="Straight Arrow Connector 474">
            <a:extLst>
              <a:ext uri="{FF2B5EF4-FFF2-40B4-BE49-F238E27FC236}">
                <a16:creationId xmlns:a16="http://schemas.microsoft.com/office/drawing/2014/main" id="{CEC0B73D-4BCD-A923-7EE2-94D2B2F1F357}"/>
              </a:ext>
            </a:extLst>
          </p:cNvPr>
          <p:cNvCxnSpPr>
            <a:cxnSpLocks/>
            <a:stCxn id="474" idx="3"/>
            <a:endCxn id="480" idx="1"/>
          </p:cNvCxnSpPr>
          <p:nvPr/>
        </p:nvCxnSpPr>
        <p:spPr>
          <a:xfrm flipV="1">
            <a:off x="4264797" y="1874179"/>
            <a:ext cx="538930" cy="928"/>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80" name="TextBox 479">
            <a:extLst>
              <a:ext uri="{FF2B5EF4-FFF2-40B4-BE49-F238E27FC236}">
                <a16:creationId xmlns:a16="http://schemas.microsoft.com/office/drawing/2014/main" id="{2734E12E-78F3-D6B4-83F9-B50B362858D0}"/>
              </a:ext>
            </a:extLst>
          </p:cNvPr>
          <p:cNvSpPr txBox="1"/>
          <p:nvPr/>
        </p:nvSpPr>
        <p:spPr>
          <a:xfrm>
            <a:off x="4803727" y="1720290"/>
            <a:ext cx="540000"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AS4</a:t>
            </a:r>
          </a:p>
        </p:txBody>
      </p:sp>
      <p:cxnSp>
        <p:nvCxnSpPr>
          <p:cNvPr id="482" name="Straight Arrow Connector 481">
            <a:extLst>
              <a:ext uri="{FF2B5EF4-FFF2-40B4-BE49-F238E27FC236}">
                <a16:creationId xmlns:a16="http://schemas.microsoft.com/office/drawing/2014/main" id="{1ABE0098-8CE7-2D17-7D9D-BAA9AA456285}"/>
              </a:ext>
            </a:extLst>
          </p:cNvPr>
          <p:cNvCxnSpPr>
            <a:cxnSpLocks/>
            <a:stCxn id="480" idx="3"/>
            <a:endCxn id="484" idx="1"/>
          </p:cNvCxnSpPr>
          <p:nvPr/>
        </p:nvCxnSpPr>
        <p:spPr>
          <a:xfrm>
            <a:off x="5343727" y="1874179"/>
            <a:ext cx="540363" cy="265"/>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84" name="TextBox 483">
            <a:extLst>
              <a:ext uri="{FF2B5EF4-FFF2-40B4-BE49-F238E27FC236}">
                <a16:creationId xmlns:a16="http://schemas.microsoft.com/office/drawing/2014/main" id="{BCA415EB-E855-C1C1-F19D-97C32954B14E}"/>
              </a:ext>
            </a:extLst>
          </p:cNvPr>
          <p:cNvSpPr txBox="1"/>
          <p:nvPr/>
        </p:nvSpPr>
        <p:spPr>
          <a:xfrm>
            <a:off x="5884090" y="1720555"/>
            <a:ext cx="1440000"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Destination AS</a:t>
            </a:r>
          </a:p>
        </p:txBody>
      </p:sp>
    </p:spTree>
    <p:extLst>
      <p:ext uri="{BB962C8B-B14F-4D97-AF65-F5344CB8AC3E}">
        <p14:creationId xmlns:p14="http://schemas.microsoft.com/office/powerpoint/2010/main" val="2903509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41"/>
                                        </p:tgtEl>
                                        <p:attrNameLst>
                                          <p:attrName>style.visibility</p:attrName>
                                        </p:attrNameLst>
                                      </p:cBhvr>
                                      <p:to>
                                        <p:strVal val="visible"/>
                                      </p:to>
                                    </p:set>
                                    <p:anim calcmode="lin" valueType="num">
                                      <p:cBhvr>
                                        <p:cTn id="13" dur="500" fill="hold"/>
                                        <p:tgtEl>
                                          <p:spTgt spid="41"/>
                                        </p:tgtEl>
                                        <p:attrNameLst>
                                          <p:attrName>ppt_w</p:attrName>
                                        </p:attrNameLst>
                                      </p:cBhvr>
                                      <p:tavLst>
                                        <p:tav tm="0">
                                          <p:val>
                                            <p:fltVal val="0"/>
                                          </p:val>
                                        </p:tav>
                                        <p:tav tm="100000">
                                          <p:val>
                                            <p:strVal val="#ppt_w"/>
                                          </p:val>
                                        </p:tav>
                                      </p:tavLst>
                                    </p:anim>
                                    <p:anim calcmode="lin" valueType="num">
                                      <p:cBhvr>
                                        <p:cTn id="14" dur="500" fill="hold"/>
                                        <p:tgtEl>
                                          <p:spTgt spid="41"/>
                                        </p:tgtEl>
                                        <p:attrNameLst>
                                          <p:attrName>ppt_h</p:attrName>
                                        </p:attrNameLst>
                                      </p:cBhvr>
                                      <p:tavLst>
                                        <p:tav tm="0">
                                          <p:val>
                                            <p:fltVal val="0"/>
                                          </p:val>
                                        </p:tav>
                                        <p:tav tm="100000">
                                          <p:val>
                                            <p:strVal val="#ppt_h"/>
                                          </p:val>
                                        </p:tav>
                                      </p:tavLst>
                                    </p:anim>
                                    <p:animEffect transition="in" filter="fade">
                                      <p:cBhvr>
                                        <p:cTn id="15" dur="500"/>
                                        <p:tgtEl>
                                          <p:spTgt spid="41"/>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 calcmode="lin" valueType="num">
                                      <p:cBhvr>
                                        <p:cTn id="18" dur="500" fill="hold"/>
                                        <p:tgtEl>
                                          <p:spTgt spid="44"/>
                                        </p:tgtEl>
                                        <p:attrNameLst>
                                          <p:attrName>ppt_w</p:attrName>
                                        </p:attrNameLst>
                                      </p:cBhvr>
                                      <p:tavLst>
                                        <p:tav tm="0">
                                          <p:val>
                                            <p:fltVal val="0"/>
                                          </p:val>
                                        </p:tav>
                                        <p:tav tm="100000">
                                          <p:val>
                                            <p:strVal val="#ppt_w"/>
                                          </p:val>
                                        </p:tav>
                                      </p:tavLst>
                                    </p:anim>
                                    <p:anim calcmode="lin" valueType="num">
                                      <p:cBhvr>
                                        <p:cTn id="19" dur="500" fill="hold"/>
                                        <p:tgtEl>
                                          <p:spTgt spid="44"/>
                                        </p:tgtEl>
                                        <p:attrNameLst>
                                          <p:attrName>ppt_h</p:attrName>
                                        </p:attrNameLst>
                                      </p:cBhvr>
                                      <p:tavLst>
                                        <p:tav tm="0">
                                          <p:val>
                                            <p:fltVal val="0"/>
                                          </p:val>
                                        </p:tav>
                                        <p:tav tm="100000">
                                          <p:val>
                                            <p:strVal val="#ppt_h"/>
                                          </p:val>
                                        </p:tav>
                                      </p:tavLst>
                                    </p:anim>
                                    <p:animEffect transition="in" filter="fade">
                                      <p:cBhvr>
                                        <p:cTn id="20" dur="500"/>
                                        <p:tgtEl>
                                          <p:spTgt spid="44"/>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49"/>
                                        </p:tgtEl>
                                        <p:attrNameLst>
                                          <p:attrName>style.visibility</p:attrName>
                                        </p:attrNameLst>
                                      </p:cBhvr>
                                      <p:to>
                                        <p:strVal val="visible"/>
                                      </p:to>
                                    </p:set>
                                    <p:anim calcmode="lin" valueType="num">
                                      <p:cBhvr>
                                        <p:cTn id="23" dur="500" fill="hold"/>
                                        <p:tgtEl>
                                          <p:spTgt spid="49"/>
                                        </p:tgtEl>
                                        <p:attrNameLst>
                                          <p:attrName>ppt_w</p:attrName>
                                        </p:attrNameLst>
                                      </p:cBhvr>
                                      <p:tavLst>
                                        <p:tav tm="0">
                                          <p:val>
                                            <p:fltVal val="0"/>
                                          </p:val>
                                        </p:tav>
                                        <p:tav tm="100000">
                                          <p:val>
                                            <p:strVal val="#ppt_w"/>
                                          </p:val>
                                        </p:tav>
                                      </p:tavLst>
                                    </p:anim>
                                    <p:anim calcmode="lin" valueType="num">
                                      <p:cBhvr>
                                        <p:cTn id="24" dur="500" fill="hold"/>
                                        <p:tgtEl>
                                          <p:spTgt spid="49"/>
                                        </p:tgtEl>
                                        <p:attrNameLst>
                                          <p:attrName>ppt_h</p:attrName>
                                        </p:attrNameLst>
                                      </p:cBhvr>
                                      <p:tavLst>
                                        <p:tav tm="0">
                                          <p:val>
                                            <p:fltVal val="0"/>
                                          </p:val>
                                        </p:tav>
                                        <p:tav tm="100000">
                                          <p:val>
                                            <p:strVal val="#ppt_h"/>
                                          </p:val>
                                        </p:tav>
                                      </p:tavLst>
                                    </p:anim>
                                    <p:animEffect transition="in" filter="fade">
                                      <p:cBhvr>
                                        <p:cTn id="25" dur="500"/>
                                        <p:tgtEl>
                                          <p:spTgt spid="49"/>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53"/>
                                        </p:tgtEl>
                                        <p:attrNameLst>
                                          <p:attrName>style.visibility</p:attrName>
                                        </p:attrNameLst>
                                      </p:cBhvr>
                                      <p:to>
                                        <p:strVal val="visible"/>
                                      </p:to>
                                    </p:set>
                                    <p:anim calcmode="lin" valueType="num">
                                      <p:cBhvr>
                                        <p:cTn id="28" dur="500" fill="hold"/>
                                        <p:tgtEl>
                                          <p:spTgt spid="53"/>
                                        </p:tgtEl>
                                        <p:attrNameLst>
                                          <p:attrName>ppt_w</p:attrName>
                                        </p:attrNameLst>
                                      </p:cBhvr>
                                      <p:tavLst>
                                        <p:tav tm="0">
                                          <p:val>
                                            <p:fltVal val="0"/>
                                          </p:val>
                                        </p:tav>
                                        <p:tav tm="100000">
                                          <p:val>
                                            <p:strVal val="#ppt_w"/>
                                          </p:val>
                                        </p:tav>
                                      </p:tavLst>
                                    </p:anim>
                                    <p:anim calcmode="lin" valueType="num">
                                      <p:cBhvr>
                                        <p:cTn id="29" dur="500" fill="hold"/>
                                        <p:tgtEl>
                                          <p:spTgt spid="53"/>
                                        </p:tgtEl>
                                        <p:attrNameLst>
                                          <p:attrName>ppt_h</p:attrName>
                                        </p:attrNameLst>
                                      </p:cBhvr>
                                      <p:tavLst>
                                        <p:tav tm="0">
                                          <p:val>
                                            <p:fltVal val="0"/>
                                          </p:val>
                                        </p:tav>
                                        <p:tav tm="100000">
                                          <p:val>
                                            <p:strVal val="#ppt_h"/>
                                          </p:val>
                                        </p:tav>
                                      </p:tavLst>
                                    </p:anim>
                                    <p:animEffect transition="in" filter="fade">
                                      <p:cBhvr>
                                        <p:cTn id="30" dur="500"/>
                                        <p:tgtEl>
                                          <p:spTgt spid="53"/>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57"/>
                                        </p:tgtEl>
                                        <p:attrNameLst>
                                          <p:attrName>style.visibility</p:attrName>
                                        </p:attrNameLst>
                                      </p:cBhvr>
                                      <p:to>
                                        <p:strVal val="visible"/>
                                      </p:to>
                                    </p:set>
                                    <p:anim calcmode="lin" valueType="num">
                                      <p:cBhvr>
                                        <p:cTn id="33" dur="500" fill="hold"/>
                                        <p:tgtEl>
                                          <p:spTgt spid="57"/>
                                        </p:tgtEl>
                                        <p:attrNameLst>
                                          <p:attrName>ppt_w</p:attrName>
                                        </p:attrNameLst>
                                      </p:cBhvr>
                                      <p:tavLst>
                                        <p:tav tm="0">
                                          <p:val>
                                            <p:fltVal val="0"/>
                                          </p:val>
                                        </p:tav>
                                        <p:tav tm="100000">
                                          <p:val>
                                            <p:strVal val="#ppt_w"/>
                                          </p:val>
                                        </p:tav>
                                      </p:tavLst>
                                    </p:anim>
                                    <p:anim calcmode="lin" valueType="num">
                                      <p:cBhvr>
                                        <p:cTn id="34" dur="500" fill="hold"/>
                                        <p:tgtEl>
                                          <p:spTgt spid="57"/>
                                        </p:tgtEl>
                                        <p:attrNameLst>
                                          <p:attrName>ppt_h</p:attrName>
                                        </p:attrNameLst>
                                      </p:cBhvr>
                                      <p:tavLst>
                                        <p:tav tm="0">
                                          <p:val>
                                            <p:fltVal val="0"/>
                                          </p:val>
                                        </p:tav>
                                        <p:tav tm="100000">
                                          <p:val>
                                            <p:strVal val="#ppt_h"/>
                                          </p:val>
                                        </p:tav>
                                      </p:tavLst>
                                    </p:anim>
                                    <p:animEffect transition="in" filter="fade">
                                      <p:cBhvr>
                                        <p:cTn id="35" dur="500"/>
                                        <p:tgtEl>
                                          <p:spTgt spid="57"/>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 calcmode="lin" valueType="num">
                                      <p:cBhvr>
                                        <p:cTn id="38" dur="500" fill="hold"/>
                                        <p:tgtEl>
                                          <p:spTgt spid="58"/>
                                        </p:tgtEl>
                                        <p:attrNameLst>
                                          <p:attrName>ppt_w</p:attrName>
                                        </p:attrNameLst>
                                      </p:cBhvr>
                                      <p:tavLst>
                                        <p:tav tm="0">
                                          <p:val>
                                            <p:fltVal val="0"/>
                                          </p:val>
                                        </p:tav>
                                        <p:tav tm="100000">
                                          <p:val>
                                            <p:strVal val="#ppt_w"/>
                                          </p:val>
                                        </p:tav>
                                      </p:tavLst>
                                    </p:anim>
                                    <p:anim calcmode="lin" valueType="num">
                                      <p:cBhvr>
                                        <p:cTn id="39" dur="500" fill="hold"/>
                                        <p:tgtEl>
                                          <p:spTgt spid="58"/>
                                        </p:tgtEl>
                                        <p:attrNameLst>
                                          <p:attrName>ppt_h</p:attrName>
                                        </p:attrNameLst>
                                      </p:cBhvr>
                                      <p:tavLst>
                                        <p:tav tm="0">
                                          <p:val>
                                            <p:fltVal val="0"/>
                                          </p:val>
                                        </p:tav>
                                        <p:tav tm="100000">
                                          <p:val>
                                            <p:strVal val="#ppt_h"/>
                                          </p:val>
                                        </p:tav>
                                      </p:tavLst>
                                    </p:anim>
                                    <p:animEffect transition="in" filter="fade">
                                      <p:cBhvr>
                                        <p:cTn id="40" dur="500"/>
                                        <p:tgtEl>
                                          <p:spTgt spid="58"/>
                                        </p:tgtEl>
                                      </p:cBhvr>
                                    </p:animEffect>
                                  </p:childTnLst>
                                </p:cTn>
                              </p:par>
                            </p:childTnLst>
                          </p:cTn>
                        </p:par>
                        <p:par>
                          <p:cTn id="41" fill="hold">
                            <p:stCondLst>
                              <p:cond delay="1500"/>
                            </p:stCondLst>
                            <p:childTnLst>
                              <p:par>
                                <p:cTn id="42" presetID="9" presetClass="entr" presetSubtype="0" fill="hold" grpId="0" nodeType="after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dissolve">
                                      <p:cBhvr>
                                        <p:cTn id="44" dur="500"/>
                                        <p:tgtEl>
                                          <p:spTgt spid="9"/>
                                        </p:tgtEl>
                                      </p:cBhvr>
                                    </p:animEffect>
                                  </p:childTnLst>
                                </p:cTn>
                              </p:par>
                              <p:par>
                                <p:cTn id="45" presetID="9" presetClass="entr" presetSubtype="0"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dissolve">
                                      <p:cBhvr>
                                        <p:cTn id="47" dur="500"/>
                                        <p:tgtEl>
                                          <p:spTgt spid="21"/>
                                        </p:tgtEl>
                                      </p:cBhvr>
                                    </p:animEffect>
                                  </p:childTnLst>
                                </p:cTn>
                              </p:par>
                              <p:par>
                                <p:cTn id="48" presetID="9" presetClass="entr" presetSubtype="0" fill="hold" grpId="0" nodeType="withEffect">
                                  <p:stCondLst>
                                    <p:cond delay="0"/>
                                  </p:stCondLst>
                                  <p:childTnLst>
                                    <p:set>
                                      <p:cBhvr>
                                        <p:cTn id="49" dur="1" fill="hold">
                                          <p:stCondLst>
                                            <p:cond delay="0"/>
                                          </p:stCondLst>
                                        </p:cTn>
                                        <p:tgtEl>
                                          <p:spTgt spid="22"/>
                                        </p:tgtEl>
                                        <p:attrNameLst>
                                          <p:attrName>style.visibility</p:attrName>
                                        </p:attrNameLst>
                                      </p:cBhvr>
                                      <p:to>
                                        <p:strVal val="visible"/>
                                      </p:to>
                                    </p:set>
                                    <p:animEffect transition="in" filter="dissolve">
                                      <p:cBhvr>
                                        <p:cTn id="50" dur="500"/>
                                        <p:tgtEl>
                                          <p:spTgt spid="22"/>
                                        </p:tgtEl>
                                      </p:cBhvr>
                                    </p:animEffect>
                                  </p:childTnLst>
                                </p:cTn>
                              </p:par>
                              <p:par>
                                <p:cTn id="51" presetID="9" presetClass="entr" presetSubtype="0"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dissolve">
                                      <p:cBhvr>
                                        <p:cTn id="53" dur="500"/>
                                        <p:tgtEl>
                                          <p:spTgt spid="20"/>
                                        </p:tgtEl>
                                      </p:cBhvr>
                                    </p:animEffect>
                                  </p:childTnLst>
                                </p:cTn>
                              </p:par>
                              <p:par>
                                <p:cTn id="54" presetID="9" presetClass="entr" presetSubtype="0" fill="hold" grpId="0" nodeType="with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dissolve">
                                      <p:cBhvr>
                                        <p:cTn id="56" dur="500"/>
                                        <p:tgtEl>
                                          <p:spTgt spid="23"/>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
                                        </p:tgtEl>
                                        <p:attrNameLst>
                                          <p:attrName>style.visibility</p:attrName>
                                        </p:attrNameLst>
                                      </p:cBhvr>
                                      <p:to>
                                        <p:strVal val="visible"/>
                                      </p:to>
                                    </p:set>
                                    <p:animEffect transition="in" filter="dissolve">
                                      <p:cBhvr>
                                        <p:cTn id="59" dur="500"/>
                                        <p:tgtEl>
                                          <p:spTgt spid="13"/>
                                        </p:tgtEl>
                                      </p:cBhvr>
                                    </p:animEffect>
                                  </p:childTnLst>
                                </p:cTn>
                              </p:par>
                            </p:childTnLst>
                          </p:cTn>
                        </p:par>
                        <p:par>
                          <p:cTn id="60" fill="hold">
                            <p:stCondLst>
                              <p:cond delay="2000"/>
                            </p:stCondLst>
                            <p:childTnLst>
                              <p:par>
                                <p:cTn id="61" presetID="53" presetClass="entr" presetSubtype="16" fill="hold" nodeType="afterEffect">
                                  <p:stCondLst>
                                    <p:cond delay="0"/>
                                  </p:stCondLst>
                                  <p:childTnLst>
                                    <p:set>
                                      <p:cBhvr>
                                        <p:cTn id="62" dur="1" fill="hold">
                                          <p:stCondLst>
                                            <p:cond delay="0"/>
                                          </p:stCondLst>
                                        </p:cTn>
                                        <p:tgtEl>
                                          <p:spTgt spid="851"/>
                                        </p:tgtEl>
                                        <p:attrNameLst>
                                          <p:attrName>style.visibility</p:attrName>
                                        </p:attrNameLst>
                                      </p:cBhvr>
                                      <p:to>
                                        <p:strVal val="visible"/>
                                      </p:to>
                                    </p:set>
                                    <p:anim calcmode="lin" valueType="num">
                                      <p:cBhvr>
                                        <p:cTn id="63" dur="500" fill="hold"/>
                                        <p:tgtEl>
                                          <p:spTgt spid="851"/>
                                        </p:tgtEl>
                                        <p:attrNameLst>
                                          <p:attrName>ppt_w</p:attrName>
                                        </p:attrNameLst>
                                      </p:cBhvr>
                                      <p:tavLst>
                                        <p:tav tm="0">
                                          <p:val>
                                            <p:fltVal val="0"/>
                                          </p:val>
                                        </p:tav>
                                        <p:tav tm="100000">
                                          <p:val>
                                            <p:strVal val="#ppt_w"/>
                                          </p:val>
                                        </p:tav>
                                      </p:tavLst>
                                    </p:anim>
                                    <p:anim calcmode="lin" valueType="num">
                                      <p:cBhvr>
                                        <p:cTn id="64" dur="500" fill="hold"/>
                                        <p:tgtEl>
                                          <p:spTgt spid="851"/>
                                        </p:tgtEl>
                                        <p:attrNameLst>
                                          <p:attrName>ppt_h</p:attrName>
                                        </p:attrNameLst>
                                      </p:cBhvr>
                                      <p:tavLst>
                                        <p:tav tm="0">
                                          <p:val>
                                            <p:fltVal val="0"/>
                                          </p:val>
                                        </p:tav>
                                        <p:tav tm="100000">
                                          <p:val>
                                            <p:strVal val="#ppt_h"/>
                                          </p:val>
                                        </p:tav>
                                      </p:tavLst>
                                    </p:anim>
                                    <p:animEffect transition="in" filter="fade">
                                      <p:cBhvr>
                                        <p:cTn id="65" dur="500"/>
                                        <p:tgtEl>
                                          <p:spTgt spid="851"/>
                                        </p:tgtEl>
                                      </p:cBhvr>
                                    </p:animEffect>
                                  </p:childTnLst>
                                </p:cTn>
                              </p:par>
                              <p:par>
                                <p:cTn id="66" presetID="53" presetClass="entr" presetSubtype="16" fill="hold" nodeType="withEffect">
                                  <p:stCondLst>
                                    <p:cond delay="0"/>
                                  </p:stCondLst>
                                  <p:childTnLst>
                                    <p:set>
                                      <p:cBhvr>
                                        <p:cTn id="67" dur="1" fill="hold">
                                          <p:stCondLst>
                                            <p:cond delay="0"/>
                                          </p:stCondLst>
                                        </p:cTn>
                                        <p:tgtEl>
                                          <p:spTgt spid="12"/>
                                        </p:tgtEl>
                                        <p:attrNameLst>
                                          <p:attrName>style.visibility</p:attrName>
                                        </p:attrNameLst>
                                      </p:cBhvr>
                                      <p:to>
                                        <p:strVal val="visible"/>
                                      </p:to>
                                    </p:set>
                                    <p:anim calcmode="lin" valueType="num">
                                      <p:cBhvr>
                                        <p:cTn id="68" dur="500" fill="hold"/>
                                        <p:tgtEl>
                                          <p:spTgt spid="12"/>
                                        </p:tgtEl>
                                        <p:attrNameLst>
                                          <p:attrName>ppt_w</p:attrName>
                                        </p:attrNameLst>
                                      </p:cBhvr>
                                      <p:tavLst>
                                        <p:tav tm="0">
                                          <p:val>
                                            <p:fltVal val="0"/>
                                          </p:val>
                                        </p:tav>
                                        <p:tav tm="100000">
                                          <p:val>
                                            <p:strVal val="#ppt_w"/>
                                          </p:val>
                                        </p:tav>
                                      </p:tavLst>
                                    </p:anim>
                                    <p:anim calcmode="lin" valueType="num">
                                      <p:cBhvr>
                                        <p:cTn id="69" dur="500" fill="hold"/>
                                        <p:tgtEl>
                                          <p:spTgt spid="12"/>
                                        </p:tgtEl>
                                        <p:attrNameLst>
                                          <p:attrName>ppt_h</p:attrName>
                                        </p:attrNameLst>
                                      </p:cBhvr>
                                      <p:tavLst>
                                        <p:tav tm="0">
                                          <p:val>
                                            <p:fltVal val="0"/>
                                          </p:val>
                                        </p:tav>
                                        <p:tav tm="100000">
                                          <p:val>
                                            <p:strVal val="#ppt_h"/>
                                          </p:val>
                                        </p:tav>
                                      </p:tavLst>
                                    </p:anim>
                                    <p:animEffect transition="in" filter="fade">
                                      <p:cBhvr>
                                        <p:cTn id="70" dur="500"/>
                                        <p:tgtEl>
                                          <p:spTgt spid="12"/>
                                        </p:tgtEl>
                                      </p:cBhvr>
                                    </p:animEffect>
                                  </p:childTnLst>
                                </p:cTn>
                              </p:par>
                              <p:par>
                                <p:cTn id="71" presetID="53" presetClass="entr" presetSubtype="16" fill="hold"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p:cTn id="73" dur="500" fill="hold"/>
                                        <p:tgtEl>
                                          <p:spTgt spid="14"/>
                                        </p:tgtEl>
                                        <p:attrNameLst>
                                          <p:attrName>ppt_w</p:attrName>
                                        </p:attrNameLst>
                                      </p:cBhvr>
                                      <p:tavLst>
                                        <p:tav tm="0">
                                          <p:val>
                                            <p:fltVal val="0"/>
                                          </p:val>
                                        </p:tav>
                                        <p:tav tm="100000">
                                          <p:val>
                                            <p:strVal val="#ppt_w"/>
                                          </p:val>
                                        </p:tav>
                                      </p:tavLst>
                                    </p:anim>
                                    <p:anim calcmode="lin" valueType="num">
                                      <p:cBhvr>
                                        <p:cTn id="74" dur="500" fill="hold"/>
                                        <p:tgtEl>
                                          <p:spTgt spid="14"/>
                                        </p:tgtEl>
                                        <p:attrNameLst>
                                          <p:attrName>ppt_h</p:attrName>
                                        </p:attrNameLst>
                                      </p:cBhvr>
                                      <p:tavLst>
                                        <p:tav tm="0">
                                          <p:val>
                                            <p:fltVal val="0"/>
                                          </p:val>
                                        </p:tav>
                                        <p:tav tm="100000">
                                          <p:val>
                                            <p:strVal val="#ppt_h"/>
                                          </p:val>
                                        </p:tav>
                                      </p:tavLst>
                                    </p:anim>
                                    <p:animEffect transition="in" filter="fade">
                                      <p:cBhvr>
                                        <p:cTn id="75" dur="500"/>
                                        <p:tgtEl>
                                          <p:spTgt spid="14"/>
                                        </p:tgtEl>
                                      </p:cBhvr>
                                    </p:animEffect>
                                  </p:childTnLst>
                                </p:cTn>
                              </p:par>
                              <p:par>
                                <p:cTn id="76" presetID="53" presetClass="entr" presetSubtype="16" fill="hold" nodeType="withEffect">
                                  <p:stCondLst>
                                    <p:cond delay="0"/>
                                  </p:stCondLst>
                                  <p:childTnLst>
                                    <p:set>
                                      <p:cBhvr>
                                        <p:cTn id="77" dur="1" fill="hold">
                                          <p:stCondLst>
                                            <p:cond delay="0"/>
                                          </p:stCondLst>
                                        </p:cTn>
                                        <p:tgtEl>
                                          <p:spTgt spid="920"/>
                                        </p:tgtEl>
                                        <p:attrNameLst>
                                          <p:attrName>style.visibility</p:attrName>
                                        </p:attrNameLst>
                                      </p:cBhvr>
                                      <p:to>
                                        <p:strVal val="visible"/>
                                      </p:to>
                                    </p:set>
                                    <p:anim calcmode="lin" valueType="num">
                                      <p:cBhvr>
                                        <p:cTn id="78" dur="500" fill="hold"/>
                                        <p:tgtEl>
                                          <p:spTgt spid="920"/>
                                        </p:tgtEl>
                                        <p:attrNameLst>
                                          <p:attrName>ppt_w</p:attrName>
                                        </p:attrNameLst>
                                      </p:cBhvr>
                                      <p:tavLst>
                                        <p:tav tm="0">
                                          <p:val>
                                            <p:fltVal val="0"/>
                                          </p:val>
                                        </p:tav>
                                        <p:tav tm="100000">
                                          <p:val>
                                            <p:strVal val="#ppt_w"/>
                                          </p:val>
                                        </p:tav>
                                      </p:tavLst>
                                    </p:anim>
                                    <p:anim calcmode="lin" valueType="num">
                                      <p:cBhvr>
                                        <p:cTn id="79" dur="500" fill="hold"/>
                                        <p:tgtEl>
                                          <p:spTgt spid="920"/>
                                        </p:tgtEl>
                                        <p:attrNameLst>
                                          <p:attrName>ppt_h</p:attrName>
                                        </p:attrNameLst>
                                      </p:cBhvr>
                                      <p:tavLst>
                                        <p:tav tm="0">
                                          <p:val>
                                            <p:fltVal val="0"/>
                                          </p:val>
                                        </p:tav>
                                        <p:tav tm="100000">
                                          <p:val>
                                            <p:strVal val="#ppt_h"/>
                                          </p:val>
                                        </p:tav>
                                      </p:tavLst>
                                    </p:anim>
                                    <p:animEffect transition="in" filter="fade">
                                      <p:cBhvr>
                                        <p:cTn id="80" dur="500"/>
                                        <p:tgtEl>
                                          <p:spTgt spid="920"/>
                                        </p:tgtEl>
                                      </p:cBhvr>
                                    </p:animEffect>
                                  </p:childTnLst>
                                </p:cTn>
                              </p:par>
                              <p:par>
                                <p:cTn id="81" presetID="53" presetClass="entr" presetSubtype="16" fill="hold" nodeType="withEffect">
                                  <p:stCondLst>
                                    <p:cond delay="0"/>
                                  </p:stCondLst>
                                  <p:childTnLst>
                                    <p:set>
                                      <p:cBhvr>
                                        <p:cTn id="82" dur="1" fill="hold">
                                          <p:stCondLst>
                                            <p:cond delay="0"/>
                                          </p:stCondLst>
                                        </p:cTn>
                                        <p:tgtEl>
                                          <p:spTgt spid="923"/>
                                        </p:tgtEl>
                                        <p:attrNameLst>
                                          <p:attrName>style.visibility</p:attrName>
                                        </p:attrNameLst>
                                      </p:cBhvr>
                                      <p:to>
                                        <p:strVal val="visible"/>
                                      </p:to>
                                    </p:set>
                                    <p:anim calcmode="lin" valueType="num">
                                      <p:cBhvr>
                                        <p:cTn id="83" dur="500" fill="hold"/>
                                        <p:tgtEl>
                                          <p:spTgt spid="923"/>
                                        </p:tgtEl>
                                        <p:attrNameLst>
                                          <p:attrName>ppt_w</p:attrName>
                                        </p:attrNameLst>
                                      </p:cBhvr>
                                      <p:tavLst>
                                        <p:tav tm="0">
                                          <p:val>
                                            <p:fltVal val="0"/>
                                          </p:val>
                                        </p:tav>
                                        <p:tav tm="100000">
                                          <p:val>
                                            <p:strVal val="#ppt_w"/>
                                          </p:val>
                                        </p:tav>
                                      </p:tavLst>
                                    </p:anim>
                                    <p:anim calcmode="lin" valueType="num">
                                      <p:cBhvr>
                                        <p:cTn id="84" dur="500" fill="hold"/>
                                        <p:tgtEl>
                                          <p:spTgt spid="923"/>
                                        </p:tgtEl>
                                        <p:attrNameLst>
                                          <p:attrName>ppt_h</p:attrName>
                                        </p:attrNameLst>
                                      </p:cBhvr>
                                      <p:tavLst>
                                        <p:tav tm="0">
                                          <p:val>
                                            <p:fltVal val="0"/>
                                          </p:val>
                                        </p:tav>
                                        <p:tav tm="100000">
                                          <p:val>
                                            <p:strVal val="#ppt_h"/>
                                          </p:val>
                                        </p:tav>
                                      </p:tavLst>
                                    </p:anim>
                                    <p:animEffect transition="in" filter="fade">
                                      <p:cBhvr>
                                        <p:cTn id="85" dur="500"/>
                                        <p:tgtEl>
                                          <p:spTgt spid="923"/>
                                        </p:tgtEl>
                                      </p:cBhvr>
                                    </p:animEffect>
                                  </p:childTnLst>
                                </p:cTn>
                              </p:par>
                              <p:par>
                                <p:cTn id="86" presetID="53" presetClass="entr" presetSubtype="16" fill="hold" nodeType="withEffect">
                                  <p:stCondLst>
                                    <p:cond delay="0"/>
                                  </p:stCondLst>
                                  <p:childTnLst>
                                    <p:set>
                                      <p:cBhvr>
                                        <p:cTn id="87" dur="1" fill="hold">
                                          <p:stCondLst>
                                            <p:cond delay="0"/>
                                          </p:stCondLst>
                                        </p:cTn>
                                        <p:tgtEl>
                                          <p:spTgt spid="924"/>
                                        </p:tgtEl>
                                        <p:attrNameLst>
                                          <p:attrName>style.visibility</p:attrName>
                                        </p:attrNameLst>
                                      </p:cBhvr>
                                      <p:to>
                                        <p:strVal val="visible"/>
                                      </p:to>
                                    </p:set>
                                    <p:anim calcmode="lin" valueType="num">
                                      <p:cBhvr>
                                        <p:cTn id="88" dur="500" fill="hold"/>
                                        <p:tgtEl>
                                          <p:spTgt spid="924"/>
                                        </p:tgtEl>
                                        <p:attrNameLst>
                                          <p:attrName>ppt_w</p:attrName>
                                        </p:attrNameLst>
                                      </p:cBhvr>
                                      <p:tavLst>
                                        <p:tav tm="0">
                                          <p:val>
                                            <p:fltVal val="0"/>
                                          </p:val>
                                        </p:tav>
                                        <p:tav tm="100000">
                                          <p:val>
                                            <p:strVal val="#ppt_w"/>
                                          </p:val>
                                        </p:tav>
                                      </p:tavLst>
                                    </p:anim>
                                    <p:anim calcmode="lin" valueType="num">
                                      <p:cBhvr>
                                        <p:cTn id="89" dur="500" fill="hold"/>
                                        <p:tgtEl>
                                          <p:spTgt spid="924"/>
                                        </p:tgtEl>
                                        <p:attrNameLst>
                                          <p:attrName>ppt_h</p:attrName>
                                        </p:attrNameLst>
                                      </p:cBhvr>
                                      <p:tavLst>
                                        <p:tav tm="0">
                                          <p:val>
                                            <p:fltVal val="0"/>
                                          </p:val>
                                        </p:tav>
                                        <p:tav tm="100000">
                                          <p:val>
                                            <p:strVal val="#ppt_h"/>
                                          </p:val>
                                        </p:tav>
                                      </p:tavLst>
                                    </p:anim>
                                    <p:animEffect transition="in" filter="fade">
                                      <p:cBhvr>
                                        <p:cTn id="90" dur="500"/>
                                        <p:tgtEl>
                                          <p:spTgt spid="924"/>
                                        </p:tgtEl>
                                      </p:cBhvr>
                                    </p:animEffect>
                                  </p:childTnLst>
                                </p:cTn>
                              </p:par>
                              <p:par>
                                <p:cTn id="91" presetID="53" presetClass="entr" presetSubtype="16" fill="hold" nodeType="withEffect">
                                  <p:stCondLst>
                                    <p:cond delay="0"/>
                                  </p:stCondLst>
                                  <p:childTnLst>
                                    <p:set>
                                      <p:cBhvr>
                                        <p:cTn id="92" dur="1" fill="hold">
                                          <p:stCondLst>
                                            <p:cond delay="0"/>
                                          </p:stCondLst>
                                        </p:cTn>
                                        <p:tgtEl>
                                          <p:spTgt spid="1058"/>
                                        </p:tgtEl>
                                        <p:attrNameLst>
                                          <p:attrName>style.visibility</p:attrName>
                                        </p:attrNameLst>
                                      </p:cBhvr>
                                      <p:to>
                                        <p:strVal val="visible"/>
                                      </p:to>
                                    </p:set>
                                    <p:anim calcmode="lin" valueType="num">
                                      <p:cBhvr>
                                        <p:cTn id="93" dur="500" fill="hold"/>
                                        <p:tgtEl>
                                          <p:spTgt spid="1058"/>
                                        </p:tgtEl>
                                        <p:attrNameLst>
                                          <p:attrName>ppt_w</p:attrName>
                                        </p:attrNameLst>
                                      </p:cBhvr>
                                      <p:tavLst>
                                        <p:tav tm="0">
                                          <p:val>
                                            <p:fltVal val="0"/>
                                          </p:val>
                                        </p:tav>
                                        <p:tav tm="100000">
                                          <p:val>
                                            <p:strVal val="#ppt_w"/>
                                          </p:val>
                                        </p:tav>
                                      </p:tavLst>
                                    </p:anim>
                                    <p:anim calcmode="lin" valueType="num">
                                      <p:cBhvr>
                                        <p:cTn id="94" dur="500" fill="hold"/>
                                        <p:tgtEl>
                                          <p:spTgt spid="1058"/>
                                        </p:tgtEl>
                                        <p:attrNameLst>
                                          <p:attrName>ppt_h</p:attrName>
                                        </p:attrNameLst>
                                      </p:cBhvr>
                                      <p:tavLst>
                                        <p:tav tm="0">
                                          <p:val>
                                            <p:fltVal val="0"/>
                                          </p:val>
                                        </p:tav>
                                        <p:tav tm="100000">
                                          <p:val>
                                            <p:strVal val="#ppt_h"/>
                                          </p:val>
                                        </p:tav>
                                      </p:tavLst>
                                    </p:anim>
                                    <p:animEffect transition="in" filter="fade">
                                      <p:cBhvr>
                                        <p:cTn id="95" dur="500"/>
                                        <p:tgtEl>
                                          <p:spTgt spid="1058"/>
                                        </p:tgtEl>
                                      </p:cBhvr>
                                    </p:animEffect>
                                  </p:childTnLst>
                                </p:cTn>
                              </p:par>
                            </p:childTnLst>
                          </p:cTn>
                        </p:par>
                        <p:par>
                          <p:cTn id="96" fill="hold">
                            <p:stCondLst>
                              <p:cond delay="2500"/>
                            </p:stCondLst>
                            <p:childTnLst>
                              <p:par>
                                <p:cTn id="97" presetID="42" presetClass="entr" presetSubtype="0" fill="hold" nodeType="afterEffect">
                                  <p:stCondLst>
                                    <p:cond delay="0"/>
                                  </p:stCondLst>
                                  <p:childTnLst>
                                    <p:set>
                                      <p:cBhvr>
                                        <p:cTn id="98" dur="1" fill="hold">
                                          <p:stCondLst>
                                            <p:cond delay="0"/>
                                          </p:stCondLst>
                                        </p:cTn>
                                        <p:tgtEl>
                                          <p:spTgt spid="467">
                                            <p:txEl>
                                              <p:pRg st="0" end="0"/>
                                            </p:txEl>
                                          </p:spTgt>
                                        </p:tgtEl>
                                        <p:attrNameLst>
                                          <p:attrName>style.visibility</p:attrName>
                                        </p:attrNameLst>
                                      </p:cBhvr>
                                      <p:to>
                                        <p:strVal val="visible"/>
                                      </p:to>
                                    </p:set>
                                    <p:animEffect transition="in" filter="fade">
                                      <p:cBhvr>
                                        <p:cTn id="99" dur="1000"/>
                                        <p:tgtEl>
                                          <p:spTgt spid="467">
                                            <p:txEl>
                                              <p:pRg st="0" end="0"/>
                                            </p:txEl>
                                          </p:spTgt>
                                        </p:tgtEl>
                                      </p:cBhvr>
                                    </p:animEffect>
                                    <p:anim calcmode="lin" valueType="num">
                                      <p:cBhvr>
                                        <p:cTn id="100" dur="1000" fill="hold"/>
                                        <p:tgtEl>
                                          <p:spTgt spid="467">
                                            <p:txEl>
                                              <p:pRg st="0" end="0"/>
                                            </p:txEl>
                                          </p:spTgt>
                                        </p:tgtEl>
                                        <p:attrNameLst>
                                          <p:attrName>ppt_x</p:attrName>
                                        </p:attrNameLst>
                                      </p:cBhvr>
                                      <p:tavLst>
                                        <p:tav tm="0">
                                          <p:val>
                                            <p:strVal val="#ppt_x"/>
                                          </p:val>
                                        </p:tav>
                                        <p:tav tm="100000">
                                          <p:val>
                                            <p:strVal val="#ppt_x"/>
                                          </p:val>
                                        </p:tav>
                                      </p:tavLst>
                                    </p:anim>
                                    <p:anim calcmode="lin" valueType="num">
                                      <p:cBhvr>
                                        <p:cTn id="101" dur="1000" fill="hold"/>
                                        <p:tgtEl>
                                          <p:spTgt spid="467">
                                            <p:txEl>
                                              <p:pRg st="0" end="0"/>
                                            </p:txEl>
                                          </p:spTgt>
                                        </p:tgtEl>
                                        <p:attrNameLst>
                                          <p:attrName>ppt_y</p:attrName>
                                        </p:attrNameLst>
                                      </p:cBhvr>
                                      <p:tavLst>
                                        <p:tav tm="0">
                                          <p:val>
                                            <p:strVal val="#ppt_y+.1"/>
                                          </p:val>
                                        </p:tav>
                                        <p:tav tm="100000">
                                          <p:val>
                                            <p:strVal val="#ppt_y"/>
                                          </p:val>
                                        </p:tav>
                                      </p:tavLst>
                                    </p:anim>
                                  </p:childTnLst>
                                </p:cTn>
                              </p:par>
                            </p:childTnLst>
                          </p:cTn>
                        </p:par>
                        <p:par>
                          <p:cTn id="102" fill="hold">
                            <p:stCondLst>
                              <p:cond delay="3500"/>
                            </p:stCondLst>
                            <p:childTnLst>
                              <p:par>
                                <p:cTn id="103" presetID="42" presetClass="entr" presetSubtype="0" fill="hold" nodeType="afterEffect">
                                  <p:stCondLst>
                                    <p:cond delay="0"/>
                                  </p:stCondLst>
                                  <p:childTnLst>
                                    <p:set>
                                      <p:cBhvr>
                                        <p:cTn id="104" dur="1" fill="hold">
                                          <p:stCondLst>
                                            <p:cond delay="0"/>
                                          </p:stCondLst>
                                        </p:cTn>
                                        <p:tgtEl>
                                          <p:spTgt spid="467">
                                            <p:txEl>
                                              <p:pRg st="1" end="1"/>
                                            </p:txEl>
                                          </p:spTgt>
                                        </p:tgtEl>
                                        <p:attrNameLst>
                                          <p:attrName>style.visibility</p:attrName>
                                        </p:attrNameLst>
                                      </p:cBhvr>
                                      <p:to>
                                        <p:strVal val="visible"/>
                                      </p:to>
                                    </p:set>
                                    <p:animEffect transition="in" filter="fade">
                                      <p:cBhvr>
                                        <p:cTn id="105" dur="1000"/>
                                        <p:tgtEl>
                                          <p:spTgt spid="467">
                                            <p:txEl>
                                              <p:pRg st="1" end="1"/>
                                            </p:txEl>
                                          </p:spTgt>
                                        </p:tgtEl>
                                      </p:cBhvr>
                                    </p:animEffect>
                                    <p:anim calcmode="lin" valueType="num">
                                      <p:cBhvr>
                                        <p:cTn id="106" dur="1000" fill="hold"/>
                                        <p:tgtEl>
                                          <p:spTgt spid="467">
                                            <p:txEl>
                                              <p:pRg st="1" end="1"/>
                                            </p:txEl>
                                          </p:spTgt>
                                        </p:tgtEl>
                                        <p:attrNameLst>
                                          <p:attrName>ppt_x</p:attrName>
                                        </p:attrNameLst>
                                      </p:cBhvr>
                                      <p:tavLst>
                                        <p:tav tm="0">
                                          <p:val>
                                            <p:strVal val="#ppt_x"/>
                                          </p:val>
                                        </p:tav>
                                        <p:tav tm="100000">
                                          <p:val>
                                            <p:strVal val="#ppt_x"/>
                                          </p:val>
                                        </p:tav>
                                      </p:tavLst>
                                    </p:anim>
                                    <p:anim calcmode="lin" valueType="num">
                                      <p:cBhvr>
                                        <p:cTn id="107" dur="1000" fill="hold"/>
                                        <p:tgtEl>
                                          <p:spTgt spid="46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9" presetClass="entr" presetSubtype="0" fill="hold" grpId="0" nodeType="clickEffect">
                                  <p:stCondLst>
                                    <p:cond delay="0"/>
                                  </p:stCondLst>
                                  <p:childTnLst>
                                    <p:set>
                                      <p:cBhvr>
                                        <p:cTn id="111" dur="1" fill="hold">
                                          <p:stCondLst>
                                            <p:cond delay="0"/>
                                          </p:stCondLst>
                                        </p:cTn>
                                        <p:tgtEl>
                                          <p:spTgt spid="469"/>
                                        </p:tgtEl>
                                        <p:attrNameLst>
                                          <p:attrName>style.visibility</p:attrName>
                                        </p:attrNameLst>
                                      </p:cBhvr>
                                      <p:to>
                                        <p:strVal val="visible"/>
                                      </p:to>
                                    </p:set>
                                    <p:animEffect transition="in" filter="dissolve">
                                      <p:cBhvr>
                                        <p:cTn id="112" dur="500"/>
                                        <p:tgtEl>
                                          <p:spTgt spid="469"/>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8" fill="hold" nodeType="clickEffect">
                                  <p:stCondLst>
                                    <p:cond delay="0"/>
                                  </p:stCondLst>
                                  <p:childTnLst>
                                    <p:set>
                                      <p:cBhvr>
                                        <p:cTn id="116" dur="1" fill="hold">
                                          <p:stCondLst>
                                            <p:cond delay="0"/>
                                          </p:stCondLst>
                                        </p:cTn>
                                        <p:tgtEl>
                                          <p:spTgt spid="472"/>
                                        </p:tgtEl>
                                        <p:attrNameLst>
                                          <p:attrName>style.visibility</p:attrName>
                                        </p:attrNameLst>
                                      </p:cBhvr>
                                      <p:to>
                                        <p:strVal val="visible"/>
                                      </p:to>
                                    </p:set>
                                    <p:animEffect transition="in" filter="wipe(left)">
                                      <p:cBhvr>
                                        <p:cTn id="117" dur="500"/>
                                        <p:tgtEl>
                                          <p:spTgt spid="472"/>
                                        </p:tgtEl>
                                      </p:cBhvr>
                                    </p:animEffect>
                                  </p:childTnLst>
                                </p:cTn>
                              </p:par>
                            </p:childTnLst>
                          </p:cTn>
                        </p:par>
                        <p:par>
                          <p:cTn id="118" fill="hold">
                            <p:stCondLst>
                              <p:cond delay="500"/>
                            </p:stCondLst>
                            <p:childTnLst>
                              <p:par>
                                <p:cTn id="119" presetID="9" presetClass="entr" presetSubtype="0" fill="hold" grpId="0" nodeType="afterEffect">
                                  <p:stCondLst>
                                    <p:cond delay="0"/>
                                  </p:stCondLst>
                                  <p:childTnLst>
                                    <p:set>
                                      <p:cBhvr>
                                        <p:cTn id="120" dur="1" fill="hold">
                                          <p:stCondLst>
                                            <p:cond delay="0"/>
                                          </p:stCondLst>
                                        </p:cTn>
                                        <p:tgtEl>
                                          <p:spTgt spid="474"/>
                                        </p:tgtEl>
                                        <p:attrNameLst>
                                          <p:attrName>style.visibility</p:attrName>
                                        </p:attrNameLst>
                                      </p:cBhvr>
                                      <p:to>
                                        <p:strVal val="visible"/>
                                      </p:to>
                                    </p:set>
                                    <p:animEffect transition="in" filter="dissolve">
                                      <p:cBhvr>
                                        <p:cTn id="121" dur="500"/>
                                        <p:tgtEl>
                                          <p:spTgt spid="474"/>
                                        </p:tgtEl>
                                      </p:cBhvr>
                                    </p:animEffect>
                                  </p:childTnLst>
                                </p:cTn>
                              </p:par>
                            </p:childTnLst>
                          </p:cTn>
                        </p:par>
                      </p:childTnLst>
                    </p:cTn>
                  </p:par>
                  <p:par>
                    <p:cTn id="122" fill="hold">
                      <p:stCondLst>
                        <p:cond delay="indefinite"/>
                      </p:stCondLst>
                      <p:childTnLst>
                        <p:par>
                          <p:cTn id="123" fill="hold">
                            <p:stCondLst>
                              <p:cond delay="0"/>
                            </p:stCondLst>
                            <p:childTnLst>
                              <p:par>
                                <p:cTn id="124" presetID="22" presetClass="entr" presetSubtype="8" fill="hold" nodeType="clickEffect">
                                  <p:stCondLst>
                                    <p:cond delay="0"/>
                                  </p:stCondLst>
                                  <p:childTnLst>
                                    <p:set>
                                      <p:cBhvr>
                                        <p:cTn id="125" dur="1" fill="hold">
                                          <p:stCondLst>
                                            <p:cond delay="0"/>
                                          </p:stCondLst>
                                        </p:cTn>
                                        <p:tgtEl>
                                          <p:spTgt spid="475"/>
                                        </p:tgtEl>
                                        <p:attrNameLst>
                                          <p:attrName>style.visibility</p:attrName>
                                        </p:attrNameLst>
                                      </p:cBhvr>
                                      <p:to>
                                        <p:strVal val="visible"/>
                                      </p:to>
                                    </p:set>
                                    <p:animEffect transition="in" filter="wipe(left)">
                                      <p:cBhvr>
                                        <p:cTn id="126" dur="500"/>
                                        <p:tgtEl>
                                          <p:spTgt spid="475"/>
                                        </p:tgtEl>
                                      </p:cBhvr>
                                    </p:animEffect>
                                  </p:childTnLst>
                                </p:cTn>
                              </p:par>
                            </p:childTnLst>
                          </p:cTn>
                        </p:par>
                        <p:par>
                          <p:cTn id="127" fill="hold">
                            <p:stCondLst>
                              <p:cond delay="500"/>
                            </p:stCondLst>
                            <p:childTnLst>
                              <p:par>
                                <p:cTn id="128" presetID="9" presetClass="entr" presetSubtype="0" fill="hold" grpId="0" nodeType="afterEffect">
                                  <p:stCondLst>
                                    <p:cond delay="0"/>
                                  </p:stCondLst>
                                  <p:childTnLst>
                                    <p:set>
                                      <p:cBhvr>
                                        <p:cTn id="129" dur="1" fill="hold">
                                          <p:stCondLst>
                                            <p:cond delay="0"/>
                                          </p:stCondLst>
                                        </p:cTn>
                                        <p:tgtEl>
                                          <p:spTgt spid="480"/>
                                        </p:tgtEl>
                                        <p:attrNameLst>
                                          <p:attrName>style.visibility</p:attrName>
                                        </p:attrNameLst>
                                      </p:cBhvr>
                                      <p:to>
                                        <p:strVal val="visible"/>
                                      </p:to>
                                    </p:set>
                                    <p:animEffect transition="in" filter="dissolve">
                                      <p:cBhvr>
                                        <p:cTn id="130" dur="500"/>
                                        <p:tgtEl>
                                          <p:spTgt spid="480"/>
                                        </p:tgtEl>
                                      </p:cBhvr>
                                    </p:animEffect>
                                  </p:childTnLst>
                                </p:cTn>
                              </p:par>
                            </p:childTnLst>
                          </p:cTn>
                        </p:par>
                      </p:childTnLst>
                    </p:cTn>
                  </p:par>
                  <p:par>
                    <p:cTn id="131" fill="hold">
                      <p:stCondLst>
                        <p:cond delay="indefinite"/>
                      </p:stCondLst>
                      <p:childTnLst>
                        <p:par>
                          <p:cTn id="132" fill="hold">
                            <p:stCondLst>
                              <p:cond delay="0"/>
                            </p:stCondLst>
                            <p:childTnLst>
                              <p:par>
                                <p:cTn id="133" presetID="22" presetClass="entr" presetSubtype="8" fill="hold" nodeType="clickEffect">
                                  <p:stCondLst>
                                    <p:cond delay="0"/>
                                  </p:stCondLst>
                                  <p:childTnLst>
                                    <p:set>
                                      <p:cBhvr>
                                        <p:cTn id="134" dur="1" fill="hold">
                                          <p:stCondLst>
                                            <p:cond delay="0"/>
                                          </p:stCondLst>
                                        </p:cTn>
                                        <p:tgtEl>
                                          <p:spTgt spid="482"/>
                                        </p:tgtEl>
                                        <p:attrNameLst>
                                          <p:attrName>style.visibility</p:attrName>
                                        </p:attrNameLst>
                                      </p:cBhvr>
                                      <p:to>
                                        <p:strVal val="visible"/>
                                      </p:to>
                                    </p:set>
                                    <p:animEffect transition="in" filter="wipe(left)">
                                      <p:cBhvr>
                                        <p:cTn id="135" dur="500"/>
                                        <p:tgtEl>
                                          <p:spTgt spid="482"/>
                                        </p:tgtEl>
                                      </p:cBhvr>
                                    </p:animEffect>
                                  </p:childTnLst>
                                </p:cTn>
                              </p:par>
                            </p:childTnLst>
                          </p:cTn>
                        </p:par>
                        <p:par>
                          <p:cTn id="136" fill="hold">
                            <p:stCondLst>
                              <p:cond delay="500"/>
                            </p:stCondLst>
                            <p:childTnLst>
                              <p:par>
                                <p:cTn id="137" presetID="9" presetClass="entr" presetSubtype="0" fill="hold" grpId="0" nodeType="afterEffect">
                                  <p:stCondLst>
                                    <p:cond delay="0"/>
                                  </p:stCondLst>
                                  <p:childTnLst>
                                    <p:set>
                                      <p:cBhvr>
                                        <p:cTn id="138" dur="1" fill="hold">
                                          <p:stCondLst>
                                            <p:cond delay="0"/>
                                          </p:stCondLst>
                                        </p:cTn>
                                        <p:tgtEl>
                                          <p:spTgt spid="484"/>
                                        </p:tgtEl>
                                        <p:attrNameLst>
                                          <p:attrName>style.visibility</p:attrName>
                                        </p:attrNameLst>
                                      </p:cBhvr>
                                      <p:to>
                                        <p:strVal val="visible"/>
                                      </p:to>
                                    </p:set>
                                    <p:animEffect transition="in" filter="dissolve">
                                      <p:cBhvr>
                                        <p:cTn id="139" dur="500"/>
                                        <p:tgtEl>
                                          <p:spTgt spid="4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4" grpId="0" animBg="1"/>
      <p:bldP spid="49" grpId="0" animBg="1"/>
      <p:bldP spid="53" grpId="0" animBg="1"/>
      <p:bldP spid="57" grpId="0" animBg="1"/>
      <p:bldP spid="58" grpId="0" animBg="1"/>
      <p:bldP spid="9" grpId="0"/>
      <p:bldP spid="13" grpId="0"/>
      <p:bldP spid="20" grpId="0"/>
      <p:bldP spid="21" grpId="0"/>
      <p:bldP spid="22" grpId="0"/>
      <p:bldP spid="23" grpId="0"/>
      <p:bldP spid="469" grpId="0"/>
      <p:bldP spid="474" grpId="0"/>
      <p:bldP spid="480" grpId="0"/>
      <p:bldP spid="48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2">
            <a:extLst>
              <a:ext uri="{FF2B5EF4-FFF2-40B4-BE49-F238E27FC236}">
                <a16:creationId xmlns:a16="http://schemas.microsoft.com/office/drawing/2014/main" id="{1CD1FDD9-427B-70E6-124F-E4AAB980807A}"/>
              </a:ext>
            </a:extLst>
          </p:cNvPr>
          <p:cNvSpPr>
            <a:spLocks/>
          </p:cNvSpPr>
          <p:nvPr/>
        </p:nvSpPr>
        <p:spPr bwMode="auto">
          <a:xfrm>
            <a:off x="1207021" y="2507692"/>
            <a:ext cx="2647764" cy="1138573"/>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1643 w 9898"/>
              <a:gd name="connsiteY0" fmla="*/ 7660 h 10074"/>
              <a:gd name="connsiteX1" fmla="*/ 14 w 9898"/>
              <a:gd name="connsiteY1" fmla="*/ 5092 h 10074"/>
              <a:gd name="connsiteX2" fmla="*/ 2597 w 9898"/>
              <a:gd name="connsiteY2" fmla="*/ 902 h 10074"/>
              <a:gd name="connsiteX3" fmla="*/ 5766 w 9898"/>
              <a:gd name="connsiteY3" fmla="*/ 106 h 10074"/>
              <a:gd name="connsiteX4" fmla="*/ 8014 w 9898"/>
              <a:gd name="connsiteY4" fmla="*/ 2502 h 10074"/>
              <a:gd name="connsiteX5" fmla="*/ 9781 w 9898"/>
              <a:gd name="connsiteY5" fmla="*/ 4460 h 10074"/>
              <a:gd name="connsiteX6" fmla="*/ 9580 w 9898"/>
              <a:gd name="connsiteY6" fmla="*/ 8448 h 10074"/>
              <a:gd name="connsiteX7" fmla="*/ 8341 w 9898"/>
              <a:gd name="connsiteY7" fmla="*/ 9538 h 10074"/>
              <a:gd name="connsiteX8" fmla="*/ 6102 w 9898"/>
              <a:gd name="connsiteY8" fmla="*/ 9262 h 10074"/>
              <a:gd name="connsiteX9" fmla="*/ 4861 w 9898"/>
              <a:gd name="connsiteY9" fmla="*/ 9877 h 10074"/>
              <a:gd name="connsiteX10" fmla="*/ 3228 w 9898"/>
              <a:gd name="connsiteY10" fmla="*/ 9939 h 10074"/>
              <a:gd name="connsiteX11" fmla="*/ 1643 w 9898"/>
              <a:gd name="connsiteY11" fmla="*/ 7660 h 10074"/>
              <a:gd name="connsiteX0" fmla="*/ 1648 w 9988"/>
              <a:gd name="connsiteY0" fmla="*/ 7604 h 10000"/>
              <a:gd name="connsiteX1" fmla="*/ 2 w 9988"/>
              <a:gd name="connsiteY1" fmla="*/ 5055 h 10000"/>
              <a:gd name="connsiteX2" fmla="*/ 2612 w 9988"/>
              <a:gd name="connsiteY2" fmla="*/ 895 h 10000"/>
              <a:gd name="connsiteX3" fmla="*/ 5813 w 9988"/>
              <a:gd name="connsiteY3" fmla="*/ 105 h 10000"/>
              <a:gd name="connsiteX4" fmla="*/ 8085 w 9988"/>
              <a:gd name="connsiteY4" fmla="*/ 2484 h 10000"/>
              <a:gd name="connsiteX5" fmla="*/ 9870 w 9988"/>
              <a:gd name="connsiteY5" fmla="*/ 4427 h 10000"/>
              <a:gd name="connsiteX6" fmla="*/ 9667 w 9988"/>
              <a:gd name="connsiteY6" fmla="*/ 8386 h 10000"/>
              <a:gd name="connsiteX7" fmla="*/ 8415 w 9988"/>
              <a:gd name="connsiteY7" fmla="*/ 9468 h 10000"/>
              <a:gd name="connsiteX8" fmla="*/ 6153 w 9988"/>
              <a:gd name="connsiteY8" fmla="*/ 9194 h 10000"/>
              <a:gd name="connsiteX9" fmla="*/ 4899 w 9988"/>
              <a:gd name="connsiteY9" fmla="*/ 9804 h 10000"/>
              <a:gd name="connsiteX10" fmla="*/ 3249 w 9988"/>
              <a:gd name="connsiteY10" fmla="*/ 9866 h 10000"/>
              <a:gd name="connsiteX11" fmla="*/ 1648 w 9988"/>
              <a:gd name="connsiteY11" fmla="*/ 7604 h 10000"/>
              <a:gd name="connsiteX0" fmla="*/ 1064 w 9414"/>
              <a:gd name="connsiteY0" fmla="*/ 7575 h 9971"/>
              <a:gd name="connsiteX1" fmla="*/ 2 w 9414"/>
              <a:gd name="connsiteY1" fmla="*/ 3589 h 9971"/>
              <a:gd name="connsiteX2" fmla="*/ 2029 w 9414"/>
              <a:gd name="connsiteY2" fmla="*/ 866 h 9971"/>
              <a:gd name="connsiteX3" fmla="*/ 5234 w 9414"/>
              <a:gd name="connsiteY3" fmla="*/ 76 h 9971"/>
              <a:gd name="connsiteX4" fmla="*/ 7509 w 9414"/>
              <a:gd name="connsiteY4" fmla="*/ 2455 h 9971"/>
              <a:gd name="connsiteX5" fmla="*/ 9296 w 9414"/>
              <a:gd name="connsiteY5" fmla="*/ 4398 h 9971"/>
              <a:gd name="connsiteX6" fmla="*/ 9093 w 9414"/>
              <a:gd name="connsiteY6" fmla="*/ 8357 h 9971"/>
              <a:gd name="connsiteX7" fmla="*/ 7839 w 9414"/>
              <a:gd name="connsiteY7" fmla="*/ 9439 h 9971"/>
              <a:gd name="connsiteX8" fmla="*/ 5574 w 9414"/>
              <a:gd name="connsiteY8" fmla="*/ 9165 h 9971"/>
              <a:gd name="connsiteX9" fmla="*/ 4319 w 9414"/>
              <a:gd name="connsiteY9" fmla="*/ 9775 h 9971"/>
              <a:gd name="connsiteX10" fmla="*/ 2667 w 9414"/>
              <a:gd name="connsiteY10" fmla="*/ 9837 h 9971"/>
              <a:gd name="connsiteX11" fmla="*/ 1064 w 9414"/>
              <a:gd name="connsiteY11" fmla="*/ 7575 h 9971"/>
              <a:gd name="connsiteX0" fmla="*/ 1196 w 10066"/>
              <a:gd name="connsiteY0" fmla="*/ 7597 h 10000"/>
              <a:gd name="connsiteX1" fmla="*/ 68 w 10066"/>
              <a:gd name="connsiteY1" fmla="*/ 3599 h 10000"/>
              <a:gd name="connsiteX2" fmla="*/ 2221 w 10066"/>
              <a:gd name="connsiteY2" fmla="*/ 869 h 10000"/>
              <a:gd name="connsiteX3" fmla="*/ 5626 w 10066"/>
              <a:gd name="connsiteY3" fmla="*/ 76 h 10000"/>
              <a:gd name="connsiteX4" fmla="*/ 8042 w 10066"/>
              <a:gd name="connsiteY4" fmla="*/ 2462 h 10000"/>
              <a:gd name="connsiteX5" fmla="*/ 9941 w 10066"/>
              <a:gd name="connsiteY5" fmla="*/ 4411 h 10000"/>
              <a:gd name="connsiteX6" fmla="*/ 9725 w 10066"/>
              <a:gd name="connsiteY6" fmla="*/ 8381 h 10000"/>
              <a:gd name="connsiteX7" fmla="*/ 8393 w 10066"/>
              <a:gd name="connsiteY7" fmla="*/ 9466 h 10000"/>
              <a:gd name="connsiteX8" fmla="*/ 5987 w 10066"/>
              <a:gd name="connsiteY8" fmla="*/ 9192 h 10000"/>
              <a:gd name="connsiteX9" fmla="*/ 4654 w 10066"/>
              <a:gd name="connsiteY9" fmla="*/ 9803 h 10000"/>
              <a:gd name="connsiteX10" fmla="*/ 2899 w 10066"/>
              <a:gd name="connsiteY10" fmla="*/ 9866 h 10000"/>
              <a:gd name="connsiteX11" fmla="*/ 1196 w 10066"/>
              <a:gd name="connsiteY11" fmla="*/ 7597 h 10000"/>
              <a:gd name="connsiteX0" fmla="*/ 1143 w 10013"/>
              <a:gd name="connsiteY0" fmla="*/ 7597 h 10000"/>
              <a:gd name="connsiteX1" fmla="*/ 15 w 10013"/>
              <a:gd name="connsiteY1" fmla="*/ 3599 h 10000"/>
              <a:gd name="connsiteX2" fmla="*/ 2168 w 10013"/>
              <a:gd name="connsiteY2" fmla="*/ 869 h 10000"/>
              <a:gd name="connsiteX3" fmla="*/ 5573 w 10013"/>
              <a:gd name="connsiteY3" fmla="*/ 76 h 10000"/>
              <a:gd name="connsiteX4" fmla="*/ 7989 w 10013"/>
              <a:gd name="connsiteY4" fmla="*/ 2462 h 10000"/>
              <a:gd name="connsiteX5" fmla="*/ 9888 w 10013"/>
              <a:gd name="connsiteY5" fmla="*/ 4411 h 10000"/>
              <a:gd name="connsiteX6" fmla="*/ 9672 w 10013"/>
              <a:gd name="connsiteY6" fmla="*/ 8381 h 10000"/>
              <a:gd name="connsiteX7" fmla="*/ 8340 w 10013"/>
              <a:gd name="connsiteY7" fmla="*/ 9466 h 10000"/>
              <a:gd name="connsiteX8" fmla="*/ 5934 w 10013"/>
              <a:gd name="connsiteY8" fmla="*/ 9192 h 10000"/>
              <a:gd name="connsiteX9" fmla="*/ 4601 w 10013"/>
              <a:gd name="connsiteY9" fmla="*/ 9803 h 10000"/>
              <a:gd name="connsiteX10" fmla="*/ 2846 w 10013"/>
              <a:gd name="connsiteY10" fmla="*/ 9866 h 10000"/>
              <a:gd name="connsiteX11" fmla="*/ 1143 w 10013"/>
              <a:gd name="connsiteY11" fmla="*/ 759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13" h="10000">
                <a:moveTo>
                  <a:pt x="1143" y="7597"/>
                </a:moveTo>
                <a:cubicBezTo>
                  <a:pt x="672" y="6553"/>
                  <a:pt x="-114" y="5542"/>
                  <a:pt x="15" y="3599"/>
                </a:cubicBezTo>
                <a:cubicBezTo>
                  <a:pt x="144" y="1656"/>
                  <a:pt x="1242" y="1455"/>
                  <a:pt x="2168" y="869"/>
                </a:cubicBezTo>
                <a:cubicBezTo>
                  <a:pt x="3095" y="282"/>
                  <a:pt x="4602" y="-190"/>
                  <a:pt x="5573" y="76"/>
                </a:cubicBezTo>
                <a:cubicBezTo>
                  <a:pt x="6543" y="341"/>
                  <a:pt x="7270" y="1739"/>
                  <a:pt x="7989" y="2462"/>
                </a:cubicBezTo>
                <a:cubicBezTo>
                  <a:pt x="8709" y="3185"/>
                  <a:pt x="9608" y="3425"/>
                  <a:pt x="9888" y="4411"/>
                </a:cubicBezTo>
                <a:cubicBezTo>
                  <a:pt x="10167" y="5398"/>
                  <a:pt x="9928" y="7539"/>
                  <a:pt x="9672" y="8381"/>
                </a:cubicBezTo>
                <a:cubicBezTo>
                  <a:pt x="9413" y="9224"/>
                  <a:pt x="8962" y="9331"/>
                  <a:pt x="8340" y="9466"/>
                </a:cubicBezTo>
                <a:cubicBezTo>
                  <a:pt x="7716" y="9602"/>
                  <a:pt x="6628" y="9257"/>
                  <a:pt x="5934" y="9192"/>
                </a:cubicBezTo>
                <a:cubicBezTo>
                  <a:pt x="5239" y="9124"/>
                  <a:pt x="4968" y="9882"/>
                  <a:pt x="4601" y="9803"/>
                </a:cubicBezTo>
                <a:cubicBezTo>
                  <a:pt x="4234" y="9726"/>
                  <a:pt x="3423" y="10233"/>
                  <a:pt x="2846" y="9866"/>
                </a:cubicBezTo>
                <a:cubicBezTo>
                  <a:pt x="2270" y="9499"/>
                  <a:pt x="1615" y="8641"/>
                  <a:pt x="1143" y="7597"/>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0" name="Straight Connector 39">
            <a:extLst>
              <a:ext uri="{FF2B5EF4-FFF2-40B4-BE49-F238E27FC236}">
                <a16:creationId xmlns:a16="http://schemas.microsoft.com/office/drawing/2014/main" id="{37192989-6960-1F04-1560-4C43C90F4EE6}"/>
              </a:ext>
            </a:extLst>
          </p:cNvPr>
          <p:cNvCxnSpPr>
            <a:cxnSpLocks/>
            <a:endCxn id="608" idx="11"/>
          </p:cNvCxnSpPr>
          <p:nvPr/>
        </p:nvCxnSpPr>
        <p:spPr>
          <a:xfrm flipV="1">
            <a:off x="911672" y="2935689"/>
            <a:ext cx="714536" cy="28390"/>
          </a:xfrm>
          <a:prstGeom prst="line">
            <a:avLst/>
          </a:prstGeom>
          <a:noFill/>
          <a:ln w="12700" cap="flat" cmpd="sng" algn="ctr">
            <a:solidFill>
              <a:srgbClr val="000000"/>
            </a:solidFill>
            <a:prstDash val="solid"/>
          </a:ln>
          <a:effectLst/>
        </p:spPr>
      </p:cxnSp>
      <p:sp>
        <p:nvSpPr>
          <p:cNvPr id="986" name="Freeform 2">
            <a:extLst>
              <a:ext uri="{FF2B5EF4-FFF2-40B4-BE49-F238E27FC236}">
                <a16:creationId xmlns:a16="http://schemas.microsoft.com/office/drawing/2014/main" id="{F179585E-AAF0-5145-7577-5F5AC9E3C364}"/>
              </a:ext>
            </a:extLst>
          </p:cNvPr>
          <p:cNvSpPr>
            <a:spLocks/>
          </p:cNvSpPr>
          <p:nvPr/>
        </p:nvSpPr>
        <p:spPr bwMode="auto">
          <a:xfrm>
            <a:off x="8345625" y="4935177"/>
            <a:ext cx="2647764" cy="1138573"/>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1643 w 9898"/>
              <a:gd name="connsiteY0" fmla="*/ 7660 h 10074"/>
              <a:gd name="connsiteX1" fmla="*/ 14 w 9898"/>
              <a:gd name="connsiteY1" fmla="*/ 5092 h 10074"/>
              <a:gd name="connsiteX2" fmla="*/ 2597 w 9898"/>
              <a:gd name="connsiteY2" fmla="*/ 902 h 10074"/>
              <a:gd name="connsiteX3" fmla="*/ 5766 w 9898"/>
              <a:gd name="connsiteY3" fmla="*/ 106 h 10074"/>
              <a:gd name="connsiteX4" fmla="*/ 8014 w 9898"/>
              <a:gd name="connsiteY4" fmla="*/ 2502 h 10074"/>
              <a:gd name="connsiteX5" fmla="*/ 9781 w 9898"/>
              <a:gd name="connsiteY5" fmla="*/ 4460 h 10074"/>
              <a:gd name="connsiteX6" fmla="*/ 9580 w 9898"/>
              <a:gd name="connsiteY6" fmla="*/ 8448 h 10074"/>
              <a:gd name="connsiteX7" fmla="*/ 8341 w 9898"/>
              <a:gd name="connsiteY7" fmla="*/ 9538 h 10074"/>
              <a:gd name="connsiteX8" fmla="*/ 6102 w 9898"/>
              <a:gd name="connsiteY8" fmla="*/ 9262 h 10074"/>
              <a:gd name="connsiteX9" fmla="*/ 4861 w 9898"/>
              <a:gd name="connsiteY9" fmla="*/ 9877 h 10074"/>
              <a:gd name="connsiteX10" fmla="*/ 3228 w 9898"/>
              <a:gd name="connsiteY10" fmla="*/ 9939 h 10074"/>
              <a:gd name="connsiteX11" fmla="*/ 1643 w 9898"/>
              <a:gd name="connsiteY11" fmla="*/ 7660 h 10074"/>
              <a:gd name="connsiteX0" fmla="*/ 1648 w 9988"/>
              <a:gd name="connsiteY0" fmla="*/ 7604 h 10000"/>
              <a:gd name="connsiteX1" fmla="*/ 2 w 9988"/>
              <a:gd name="connsiteY1" fmla="*/ 5055 h 10000"/>
              <a:gd name="connsiteX2" fmla="*/ 2612 w 9988"/>
              <a:gd name="connsiteY2" fmla="*/ 895 h 10000"/>
              <a:gd name="connsiteX3" fmla="*/ 5813 w 9988"/>
              <a:gd name="connsiteY3" fmla="*/ 105 h 10000"/>
              <a:gd name="connsiteX4" fmla="*/ 8085 w 9988"/>
              <a:gd name="connsiteY4" fmla="*/ 2484 h 10000"/>
              <a:gd name="connsiteX5" fmla="*/ 9870 w 9988"/>
              <a:gd name="connsiteY5" fmla="*/ 4427 h 10000"/>
              <a:gd name="connsiteX6" fmla="*/ 9667 w 9988"/>
              <a:gd name="connsiteY6" fmla="*/ 8386 h 10000"/>
              <a:gd name="connsiteX7" fmla="*/ 8415 w 9988"/>
              <a:gd name="connsiteY7" fmla="*/ 9468 h 10000"/>
              <a:gd name="connsiteX8" fmla="*/ 6153 w 9988"/>
              <a:gd name="connsiteY8" fmla="*/ 9194 h 10000"/>
              <a:gd name="connsiteX9" fmla="*/ 4899 w 9988"/>
              <a:gd name="connsiteY9" fmla="*/ 9804 h 10000"/>
              <a:gd name="connsiteX10" fmla="*/ 3249 w 9988"/>
              <a:gd name="connsiteY10" fmla="*/ 9866 h 10000"/>
              <a:gd name="connsiteX11" fmla="*/ 1648 w 9988"/>
              <a:gd name="connsiteY11" fmla="*/ 7604 h 10000"/>
              <a:gd name="connsiteX0" fmla="*/ 1064 w 9414"/>
              <a:gd name="connsiteY0" fmla="*/ 7575 h 9971"/>
              <a:gd name="connsiteX1" fmla="*/ 2 w 9414"/>
              <a:gd name="connsiteY1" fmla="*/ 3589 h 9971"/>
              <a:gd name="connsiteX2" fmla="*/ 2029 w 9414"/>
              <a:gd name="connsiteY2" fmla="*/ 866 h 9971"/>
              <a:gd name="connsiteX3" fmla="*/ 5234 w 9414"/>
              <a:gd name="connsiteY3" fmla="*/ 76 h 9971"/>
              <a:gd name="connsiteX4" fmla="*/ 7509 w 9414"/>
              <a:gd name="connsiteY4" fmla="*/ 2455 h 9971"/>
              <a:gd name="connsiteX5" fmla="*/ 9296 w 9414"/>
              <a:gd name="connsiteY5" fmla="*/ 4398 h 9971"/>
              <a:gd name="connsiteX6" fmla="*/ 9093 w 9414"/>
              <a:gd name="connsiteY6" fmla="*/ 8357 h 9971"/>
              <a:gd name="connsiteX7" fmla="*/ 7839 w 9414"/>
              <a:gd name="connsiteY7" fmla="*/ 9439 h 9971"/>
              <a:gd name="connsiteX8" fmla="*/ 5574 w 9414"/>
              <a:gd name="connsiteY8" fmla="*/ 9165 h 9971"/>
              <a:gd name="connsiteX9" fmla="*/ 4319 w 9414"/>
              <a:gd name="connsiteY9" fmla="*/ 9775 h 9971"/>
              <a:gd name="connsiteX10" fmla="*/ 2667 w 9414"/>
              <a:gd name="connsiteY10" fmla="*/ 9837 h 9971"/>
              <a:gd name="connsiteX11" fmla="*/ 1064 w 9414"/>
              <a:gd name="connsiteY11" fmla="*/ 7575 h 9971"/>
              <a:gd name="connsiteX0" fmla="*/ 1196 w 10066"/>
              <a:gd name="connsiteY0" fmla="*/ 7597 h 10000"/>
              <a:gd name="connsiteX1" fmla="*/ 68 w 10066"/>
              <a:gd name="connsiteY1" fmla="*/ 3599 h 10000"/>
              <a:gd name="connsiteX2" fmla="*/ 2221 w 10066"/>
              <a:gd name="connsiteY2" fmla="*/ 869 h 10000"/>
              <a:gd name="connsiteX3" fmla="*/ 5626 w 10066"/>
              <a:gd name="connsiteY3" fmla="*/ 76 h 10000"/>
              <a:gd name="connsiteX4" fmla="*/ 8042 w 10066"/>
              <a:gd name="connsiteY4" fmla="*/ 2462 h 10000"/>
              <a:gd name="connsiteX5" fmla="*/ 9941 w 10066"/>
              <a:gd name="connsiteY5" fmla="*/ 4411 h 10000"/>
              <a:gd name="connsiteX6" fmla="*/ 9725 w 10066"/>
              <a:gd name="connsiteY6" fmla="*/ 8381 h 10000"/>
              <a:gd name="connsiteX7" fmla="*/ 8393 w 10066"/>
              <a:gd name="connsiteY7" fmla="*/ 9466 h 10000"/>
              <a:gd name="connsiteX8" fmla="*/ 5987 w 10066"/>
              <a:gd name="connsiteY8" fmla="*/ 9192 h 10000"/>
              <a:gd name="connsiteX9" fmla="*/ 4654 w 10066"/>
              <a:gd name="connsiteY9" fmla="*/ 9803 h 10000"/>
              <a:gd name="connsiteX10" fmla="*/ 2899 w 10066"/>
              <a:gd name="connsiteY10" fmla="*/ 9866 h 10000"/>
              <a:gd name="connsiteX11" fmla="*/ 1196 w 10066"/>
              <a:gd name="connsiteY11" fmla="*/ 7597 h 10000"/>
              <a:gd name="connsiteX0" fmla="*/ 1143 w 10013"/>
              <a:gd name="connsiteY0" fmla="*/ 7597 h 10000"/>
              <a:gd name="connsiteX1" fmla="*/ 15 w 10013"/>
              <a:gd name="connsiteY1" fmla="*/ 3599 h 10000"/>
              <a:gd name="connsiteX2" fmla="*/ 2168 w 10013"/>
              <a:gd name="connsiteY2" fmla="*/ 869 h 10000"/>
              <a:gd name="connsiteX3" fmla="*/ 5573 w 10013"/>
              <a:gd name="connsiteY3" fmla="*/ 76 h 10000"/>
              <a:gd name="connsiteX4" fmla="*/ 7989 w 10013"/>
              <a:gd name="connsiteY4" fmla="*/ 2462 h 10000"/>
              <a:gd name="connsiteX5" fmla="*/ 9888 w 10013"/>
              <a:gd name="connsiteY5" fmla="*/ 4411 h 10000"/>
              <a:gd name="connsiteX6" fmla="*/ 9672 w 10013"/>
              <a:gd name="connsiteY6" fmla="*/ 8381 h 10000"/>
              <a:gd name="connsiteX7" fmla="*/ 8340 w 10013"/>
              <a:gd name="connsiteY7" fmla="*/ 9466 h 10000"/>
              <a:gd name="connsiteX8" fmla="*/ 5934 w 10013"/>
              <a:gd name="connsiteY8" fmla="*/ 9192 h 10000"/>
              <a:gd name="connsiteX9" fmla="*/ 4601 w 10013"/>
              <a:gd name="connsiteY9" fmla="*/ 9803 h 10000"/>
              <a:gd name="connsiteX10" fmla="*/ 2846 w 10013"/>
              <a:gd name="connsiteY10" fmla="*/ 9866 h 10000"/>
              <a:gd name="connsiteX11" fmla="*/ 1143 w 10013"/>
              <a:gd name="connsiteY11" fmla="*/ 759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13" h="10000">
                <a:moveTo>
                  <a:pt x="1143" y="7597"/>
                </a:moveTo>
                <a:cubicBezTo>
                  <a:pt x="672" y="6553"/>
                  <a:pt x="-114" y="5542"/>
                  <a:pt x="15" y="3599"/>
                </a:cubicBezTo>
                <a:cubicBezTo>
                  <a:pt x="144" y="1656"/>
                  <a:pt x="1242" y="1455"/>
                  <a:pt x="2168" y="869"/>
                </a:cubicBezTo>
                <a:cubicBezTo>
                  <a:pt x="3095" y="282"/>
                  <a:pt x="4602" y="-190"/>
                  <a:pt x="5573" y="76"/>
                </a:cubicBezTo>
                <a:cubicBezTo>
                  <a:pt x="6543" y="341"/>
                  <a:pt x="7270" y="1739"/>
                  <a:pt x="7989" y="2462"/>
                </a:cubicBezTo>
                <a:cubicBezTo>
                  <a:pt x="8709" y="3185"/>
                  <a:pt x="9608" y="3425"/>
                  <a:pt x="9888" y="4411"/>
                </a:cubicBezTo>
                <a:cubicBezTo>
                  <a:pt x="10167" y="5398"/>
                  <a:pt x="9928" y="7539"/>
                  <a:pt x="9672" y="8381"/>
                </a:cubicBezTo>
                <a:cubicBezTo>
                  <a:pt x="9413" y="9224"/>
                  <a:pt x="8962" y="9331"/>
                  <a:pt x="8340" y="9466"/>
                </a:cubicBezTo>
                <a:cubicBezTo>
                  <a:pt x="7716" y="9602"/>
                  <a:pt x="6628" y="9257"/>
                  <a:pt x="5934" y="9192"/>
                </a:cubicBezTo>
                <a:cubicBezTo>
                  <a:pt x="5239" y="9124"/>
                  <a:pt x="4968" y="9882"/>
                  <a:pt x="4601" y="9803"/>
                </a:cubicBezTo>
                <a:cubicBezTo>
                  <a:pt x="4234" y="9726"/>
                  <a:pt x="3423" y="10233"/>
                  <a:pt x="2846" y="9866"/>
                </a:cubicBezTo>
                <a:cubicBezTo>
                  <a:pt x="2270" y="9499"/>
                  <a:pt x="1615" y="8641"/>
                  <a:pt x="1143" y="7597"/>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4EEC06E1-E77B-38EC-21F8-ABDEC0D7A04B}"/>
              </a:ext>
            </a:extLst>
          </p:cNvPr>
          <p:cNvCxnSpPr>
            <a:cxnSpLocks/>
            <a:stCxn id="995" idx="0"/>
          </p:cNvCxnSpPr>
          <p:nvPr/>
        </p:nvCxnSpPr>
        <p:spPr>
          <a:xfrm flipV="1">
            <a:off x="10659934" y="5353902"/>
            <a:ext cx="626762" cy="319690"/>
          </a:xfrm>
          <a:prstGeom prst="line">
            <a:avLst/>
          </a:prstGeom>
          <a:noFill/>
          <a:ln w="12700" cap="flat" cmpd="sng" algn="ctr">
            <a:solidFill>
              <a:srgbClr val="000000"/>
            </a:solidFill>
            <a:prstDash val="solid"/>
          </a:ln>
          <a:effectLst/>
        </p:spPr>
      </p:cxnSp>
      <p:sp>
        <p:nvSpPr>
          <p:cNvPr id="635" name="Freeform 2">
            <a:extLst>
              <a:ext uri="{FF2B5EF4-FFF2-40B4-BE49-F238E27FC236}">
                <a16:creationId xmlns:a16="http://schemas.microsoft.com/office/drawing/2014/main" id="{423A39E4-FBED-B406-1D17-2568294581AC}"/>
              </a:ext>
            </a:extLst>
          </p:cNvPr>
          <p:cNvSpPr>
            <a:spLocks/>
          </p:cNvSpPr>
          <p:nvPr/>
        </p:nvSpPr>
        <p:spPr bwMode="auto">
          <a:xfrm>
            <a:off x="7337469" y="3487982"/>
            <a:ext cx="2863341" cy="1150837"/>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9997"/>
              <a:gd name="connsiteY0" fmla="*/ 4039 h 10125"/>
              <a:gd name="connsiteX1" fmla="*/ 715 w 9997"/>
              <a:gd name="connsiteY1" fmla="*/ 1595 h 10125"/>
              <a:gd name="connsiteX2" fmla="*/ 3130 w 9997"/>
              <a:gd name="connsiteY2" fmla="*/ 1006 h 10125"/>
              <a:gd name="connsiteX3" fmla="*/ 4995 w 9997"/>
              <a:gd name="connsiteY3" fmla="*/ 0 h 10125"/>
              <a:gd name="connsiteX4" fmla="*/ 6720 w 9997"/>
              <a:gd name="connsiteY4" fmla="*/ 1009 h 10125"/>
              <a:gd name="connsiteX5" fmla="*/ 8082 w 9997"/>
              <a:gd name="connsiteY5" fmla="*/ 497 h 10125"/>
              <a:gd name="connsiteX6" fmla="*/ 9989 w 9997"/>
              <a:gd name="connsiteY6" fmla="*/ 2989 h 10125"/>
              <a:gd name="connsiteX7" fmla="*/ 8723 w 9997"/>
              <a:gd name="connsiteY7" fmla="*/ 7739 h 10125"/>
              <a:gd name="connsiteX8" fmla="*/ 6995 w 9997"/>
              <a:gd name="connsiteY8" fmla="*/ 9322 h 10125"/>
              <a:gd name="connsiteX9" fmla="*/ 5307 w 9997"/>
              <a:gd name="connsiteY9" fmla="*/ 8843 h 10125"/>
              <a:gd name="connsiteX10" fmla="*/ 4371 w 9997"/>
              <a:gd name="connsiteY10" fmla="*/ 9912 h 10125"/>
              <a:gd name="connsiteX11" fmla="*/ 3140 w 9997"/>
              <a:gd name="connsiteY11" fmla="*/ 10019 h 10125"/>
              <a:gd name="connsiteX12" fmla="*/ 2179 w 9997"/>
              <a:gd name="connsiteY12" fmla="*/ 7895 h 10125"/>
              <a:gd name="connsiteX13" fmla="*/ 1187 w 9997"/>
              <a:gd name="connsiteY13" fmla="*/ 7495 h 10125"/>
              <a:gd name="connsiteX14" fmla="*/ 4 w 9997"/>
              <a:gd name="connsiteY14" fmla="*/ 4039 h 10125"/>
              <a:gd name="connsiteX0" fmla="*/ 4 w 9992"/>
              <a:gd name="connsiteY0" fmla="*/ 3989 h 10000"/>
              <a:gd name="connsiteX1" fmla="*/ 715 w 9992"/>
              <a:gd name="connsiteY1" fmla="*/ 1575 h 10000"/>
              <a:gd name="connsiteX2" fmla="*/ 3131 w 9992"/>
              <a:gd name="connsiteY2" fmla="*/ 994 h 10000"/>
              <a:gd name="connsiteX3" fmla="*/ 4996 w 9992"/>
              <a:gd name="connsiteY3" fmla="*/ 0 h 10000"/>
              <a:gd name="connsiteX4" fmla="*/ 6722 w 9992"/>
              <a:gd name="connsiteY4" fmla="*/ 997 h 10000"/>
              <a:gd name="connsiteX5" fmla="*/ 8830 w 9992"/>
              <a:gd name="connsiteY5" fmla="*/ 594 h 10000"/>
              <a:gd name="connsiteX6" fmla="*/ 9992 w 9992"/>
              <a:gd name="connsiteY6" fmla="*/ 2952 h 10000"/>
              <a:gd name="connsiteX7" fmla="*/ 8726 w 9992"/>
              <a:gd name="connsiteY7" fmla="*/ 7643 h 10000"/>
              <a:gd name="connsiteX8" fmla="*/ 6997 w 9992"/>
              <a:gd name="connsiteY8" fmla="*/ 9207 h 10000"/>
              <a:gd name="connsiteX9" fmla="*/ 5309 w 9992"/>
              <a:gd name="connsiteY9" fmla="*/ 8734 h 10000"/>
              <a:gd name="connsiteX10" fmla="*/ 4372 w 9992"/>
              <a:gd name="connsiteY10" fmla="*/ 9790 h 10000"/>
              <a:gd name="connsiteX11" fmla="*/ 3141 w 9992"/>
              <a:gd name="connsiteY11" fmla="*/ 9895 h 10000"/>
              <a:gd name="connsiteX12" fmla="*/ 2180 w 9992"/>
              <a:gd name="connsiteY12" fmla="*/ 7798 h 10000"/>
              <a:gd name="connsiteX13" fmla="*/ 1187 w 9992"/>
              <a:gd name="connsiteY13" fmla="*/ 7402 h 10000"/>
              <a:gd name="connsiteX14" fmla="*/ 4 w 9992"/>
              <a:gd name="connsiteY14" fmla="*/ 3989 h 10000"/>
              <a:gd name="connsiteX0" fmla="*/ 4 w 10000"/>
              <a:gd name="connsiteY0" fmla="*/ 3999 h 10010"/>
              <a:gd name="connsiteX1" fmla="*/ 716 w 10000"/>
              <a:gd name="connsiteY1" fmla="*/ 1585 h 10010"/>
              <a:gd name="connsiteX2" fmla="*/ 3134 w 10000"/>
              <a:gd name="connsiteY2" fmla="*/ 1004 h 10010"/>
              <a:gd name="connsiteX3" fmla="*/ 5000 w 10000"/>
              <a:gd name="connsiteY3" fmla="*/ 10 h 10010"/>
              <a:gd name="connsiteX4" fmla="*/ 6851 w 10000"/>
              <a:gd name="connsiteY4" fmla="*/ 490 h 10010"/>
              <a:gd name="connsiteX5" fmla="*/ 8837 w 10000"/>
              <a:gd name="connsiteY5" fmla="*/ 604 h 10010"/>
              <a:gd name="connsiteX6" fmla="*/ 10000 w 10000"/>
              <a:gd name="connsiteY6" fmla="*/ 2962 h 10010"/>
              <a:gd name="connsiteX7" fmla="*/ 8733 w 10000"/>
              <a:gd name="connsiteY7" fmla="*/ 7653 h 10010"/>
              <a:gd name="connsiteX8" fmla="*/ 7003 w 10000"/>
              <a:gd name="connsiteY8" fmla="*/ 9217 h 10010"/>
              <a:gd name="connsiteX9" fmla="*/ 5313 w 10000"/>
              <a:gd name="connsiteY9" fmla="*/ 8744 h 10010"/>
              <a:gd name="connsiteX10" fmla="*/ 4376 w 10000"/>
              <a:gd name="connsiteY10" fmla="*/ 9800 h 10010"/>
              <a:gd name="connsiteX11" fmla="*/ 3144 w 10000"/>
              <a:gd name="connsiteY11" fmla="*/ 9905 h 10010"/>
              <a:gd name="connsiteX12" fmla="*/ 2182 w 10000"/>
              <a:gd name="connsiteY12" fmla="*/ 7808 h 10010"/>
              <a:gd name="connsiteX13" fmla="*/ 1188 w 10000"/>
              <a:gd name="connsiteY13" fmla="*/ 7412 h 10010"/>
              <a:gd name="connsiteX14" fmla="*/ 4 w 10000"/>
              <a:gd name="connsiteY14" fmla="*/ 3999 h 10010"/>
              <a:gd name="connsiteX0" fmla="*/ 4 w 10000"/>
              <a:gd name="connsiteY0" fmla="*/ 4109 h 10120"/>
              <a:gd name="connsiteX1" fmla="*/ 716 w 10000"/>
              <a:gd name="connsiteY1" fmla="*/ 1695 h 10120"/>
              <a:gd name="connsiteX2" fmla="*/ 3134 w 10000"/>
              <a:gd name="connsiteY2" fmla="*/ 1114 h 10120"/>
              <a:gd name="connsiteX3" fmla="*/ 5000 w 10000"/>
              <a:gd name="connsiteY3" fmla="*/ 120 h 10120"/>
              <a:gd name="connsiteX4" fmla="*/ 6602 w 10000"/>
              <a:gd name="connsiteY4" fmla="*/ 83 h 10120"/>
              <a:gd name="connsiteX5" fmla="*/ 8837 w 10000"/>
              <a:gd name="connsiteY5" fmla="*/ 714 h 10120"/>
              <a:gd name="connsiteX6" fmla="*/ 10000 w 10000"/>
              <a:gd name="connsiteY6" fmla="*/ 3072 h 10120"/>
              <a:gd name="connsiteX7" fmla="*/ 8733 w 10000"/>
              <a:gd name="connsiteY7" fmla="*/ 7763 h 10120"/>
              <a:gd name="connsiteX8" fmla="*/ 7003 w 10000"/>
              <a:gd name="connsiteY8" fmla="*/ 9327 h 10120"/>
              <a:gd name="connsiteX9" fmla="*/ 5313 w 10000"/>
              <a:gd name="connsiteY9" fmla="*/ 8854 h 10120"/>
              <a:gd name="connsiteX10" fmla="*/ 4376 w 10000"/>
              <a:gd name="connsiteY10" fmla="*/ 9910 h 10120"/>
              <a:gd name="connsiteX11" fmla="*/ 3144 w 10000"/>
              <a:gd name="connsiteY11" fmla="*/ 10015 h 10120"/>
              <a:gd name="connsiteX12" fmla="*/ 2182 w 10000"/>
              <a:gd name="connsiteY12" fmla="*/ 7918 h 10120"/>
              <a:gd name="connsiteX13" fmla="*/ 1188 w 10000"/>
              <a:gd name="connsiteY13" fmla="*/ 7522 h 10120"/>
              <a:gd name="connsiteX14" fmla="*/ 4 w 10000"/>
              <a:gd name="connsiteY14" fmla="*/ 4109 h 10120"/>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006"/>
              <a:gd name="connsiteY0" fmla="*/ 4172 h 10183"/>
              <a:gd name="connsiteX1" fmla="*/ 716 w 10006"/>
              <a:gd name="connsiteY1" fmla="*/ 1758 h 10183"/>
              <a:gd name="connsiteX2" fmla="*/ 3134 w 10006"/>
              <a:gd name="connsiteY2" fmla="*/ 1177 h 10183"/>
              <a:gd name="connsiteX3" fmla="*/ 5000 w 10006"/>
              <a:gd name="connsiteY3" fmla="*/ 183 h 10183"/>
              <a:gd name="connsiteX4" fmla="*/ 6602 w 10006"/>
              <a:gd name="connsiteY4" fmla="*/ 146 h 10183"/>
              <a:gd name="connsiteX5" fmla="*/ 8215 w 10006"/>
              <a:gd name="connsiteY5" fmla="*/ 1708 h 10183"/>
              <a:gd name="connsiteX6" fmla="*/ 10000 w 10006"/>
              <a:gd name="connsiteY6" fmla="*/ 3135 h 10183"/>
              <a:gd name="connsiteX7" fmla="*/ 8733 w 10006"/>
              <a:gd name="connsiteY7" fmla="*/ 7826 h 10183"/>
              <a:gd name="connsiteX8" fmla="*/ 7003 w 10006"/>
              <a:gd name="connsiteY8" fmla="*/ 9390 h 10183"/>
              <a:gd name="connsiteX9" fmla="*/ 5313 w 10006"/>
              <a:gd name="connsiteY9" fmla="*/ 8917 h 10183"/>
              <a:gd name="connsiteX10" fmla="*/ 4376 w 10006"/>
              <a:gd name="connsiteY10" fmla="*/ 9973 h 10183"/>
              <a:gd name="connsiteX11" fmla="*/ 3144 w 10006"/>
              <a:gd name="connsiteY11" fmla="*/ 10078 h 10183"/>
              <a:gd name="connsiteX12" fmla="*/ 2182 w 10006"/>
              <a:gd name="connsiteY12" fmla="*/ 7981 h 10183"/>
              <a:gd name="connsiteX13" fmla="*/ 1188 w 10006"/>
              <a:gd name="connsiteY13" fmla="*/ 7585 h 10183"/>
              <a:gd name="connsiteX14" fmla="*/ 4 w 10006"/>
              <a:gd name="connsiteY14" fmla="*/ 4172 h 10183"/>
              <a:gd name="connsiteX0" fmla="*/ 4 w 10336"/>
              <a:gd name="connsiteY0" fmla="*/ 4172 h 10183"/>
              <a:gd name="connsiteX1" fmla="*/ 716 w 10336"/>
              <a:gd name="connsiteY1" fmla="*/ 1758 h 10183"/>
              <a:gd name="connsiteX2" fmla="*/ 3134 w 10336"/>
              <a:gd name="connsiteY2" fmla="*/ 1177 h 10183"/>
              <a:gd name="connsiteX3" fmla="*/ 5000 w 10336"/>
              <a:gd name="connsiteY3" fmla="*/ 183 h 10183"/>
              <a:gd name="connsiteX4" fmla="*/ 6602 w 10336"/>
              <a:gd name="connsiteY4" fmla="*/ 146 h 10183"/>
              <a:gd name="connsiteX5" fmla="*/ 8215 w 10336"/>
              <a:gd name="connsiteY5" fmla="*/ 1708 h 10183"/>
              <a:gd name="connsiteX6" fmla="*/ 10332 w 10336"/>
              <a:gd name="connsiteY6" fmla="*/ 3652 h 10183"/>
              <a:gd name="connsiteX7" fmla="*/ 8733 w 10336"/>
              <a:gd name="connsiteY7" fmla="*/ 7826 h 10183"/>
              <a:gd name="connsiteX8" fmla="*/ 7003 w 10336"/>
              <a:gd name="connsiteY8" fmla="*/ 9390 h 10183"/>
              <a:gd name="connsiteX9" fmla="*/ 5313 w 10336"/>
              <a:gd name="connsiteY9" fmla="*/ 8917 h 10183"/>
              <a:gd name="connsiteX10" fmla="*/ 4376 w 10336"/>
              <a:gd name="connsiteY10" fmla="*/ 9973 h 10183"/>
              <a:gd name="connsiteX11" fmla="*/ 3144 w 10336"/>
              <a:gd name="connsiteY11" fmla="*/ 10078 h 10183"/>
              <a:gd name="connsiteX12" fmla="*/ 2182 w 10336"/>
              <a:gd name="connsiteY12" fmla="*/ 7981 h 10183"/>
              <a:gd name="connsiteX13" fmla="*/ 1188 w 10336"/>
              <a:gd name="connsiteY13" fmla="*/ 7585 h 10183"/>
              <a:gd name="connsiteX14" fmla="*/ 4 w 10336"/>
              <a:gd name="connsiteY14" fmla="*/ 4172 h 10183"/>
              <a:gd name="connsiteX0" fmla="*/ 4 w 10332"/>
              <a:gd name="connsiteY0" fmla="*/ 4103 h 10114"/>
              <a:gd name="connsiteX1" fmla="*/ 716 w 10332"/>
              <a:gd name="connsiteY1" fmla="*/ 1689 h 10114"/>
              <a:gd name="connsiteX2" fmla="*/ 3134 w 10332"/>
              <a:gd name="connsiteY2" fmla="*/ 1108 h 10114"/>
              <a:gd name="connsiteX3" fmla="*/ 5000 w 10332"/>
              <a:gd name="connsiteY3" fmla="*/ 114 h 10114"/>
              <a:gd name="connsiteX4" fmla="*/ 6602 w 10332"/>
              <a:gd name="connsiteY4" fmla="*/ 77 h 10114"/>
              <a:gd name="connsiteX5" fmla="*/ 8630 w 10332"/>
              <a:gd name="connsiteY5" fmla="*/ 605 h 10114"/>
              <a:gd name="connsiteX6" fmla="*/ 10332 w 10332"/>
              <a:gd name="connsiteY6" fmla="*/ 3583 h 10114"/>
              <a:gd name="connsiteX7" fmla="*/ 8733 w 10332"/>
              <a:gd name="connsiteY7" fmla="*/ 7757 h 10114"/>
              <a:gd name="connsiteX8" fmla="*/ 7003 w 10332"/>
              <a:gd name="connsiteY8" fmla="*/ 9321 h 10114"/>
              <a:gd name="connsiteX9" fmla="*/ 5313 w 10332"/>
              <a:gd name="connsiteY9" fmla="*/ 8848 h 10114"/>
              <a:gd name="connsiteX10" fmla="*/ 4376 w 10332"/>
              <a:gd name="connsiteY10" fmla="*/ 9904 h 10114"/>
              <a:gd name="connsiteX11" fmla="*/ 3144 w 10332"/>
              <a:gd name="connsiteY11" fmla="*/ 10009 h 10114"/>
              <a:gd name="connsiteX12" fmla="*/ 2182 w 10332"/>
              <a:gd name="connsiteY12" fmla="*/ 7912 h 10114"/>
              <a:gd name="connsiteX13" fmla="*/ 1188 w 10332"/>
              <a:gd name="connsiteY13" fmla="*/ 7516 h 10114"/>
              <a:gd name="connsiteX14" fmla="*/ 4 w 10332"/>
              <a:gd name="connsiteY14" fmla="*/ 4103 h 10114"/>
              <a:gd name="connsiteX0" fmla="*/ 4 w 10348"/>
              <a:gd name="connsiteY0" fmla="*/ 4150 h 10161"/>
              <a:gd name="connsiteX1" fmla="*/ 716 w 10348"/>
              <a:gd name="connsiteY1" fmla="*/ 1736 h 10161"/>
              <a:gd name="connsiteX2" fmla="*/ 3134 w 10348"/>
              <a:gd name="connsiteY2" fmla="*/ 1155 h 10161"/>
              <a:gd name="connsiteX3" fmla="*/ 5000 w 10348"/>
              <a:gd name="connsiteY3" fmla="*/ 161 h 10161"/>
              <a:gd name="connsiteX4" fmla="*/ 6602 w 10348"/>
              <a:gd name="connsiteY4" fmla="*/ 124 h 10161"/>
              <a:gd name="connsiteX5" fmla="*/ 9377 w 10348"/>
              <a:gd name="connsiteY5" fmla="*/ 1376 h 10161"/>
              <a:gd name="connsiteX6" fmla="*/ 10332 w 10348"/>
              <a:gd name="connsiteY6" fmla="*/ 3630 h 10161"/>
              <a:gd name="connsiteX7" fmla="*/ 8733 w 10348"/>
              <a:gd name="connsiteY7" fmla="*/ 7804 h 10161"/>
              <a:gd name="connsiteX8" fmla="*/ 7003 w 10348"/>
              <a:gd name="connsiteY8" fmla="*/ 9368 h 10161"/>
              <a:gd name="connsiteX9" fmla="*/ 5313 w 10348"/>
              <a:gd name="connsiteY9" fmla="*/ 8895 h 10161"/>
              <a:gd name="connsiteX10" fmla="*/ 4376 w 10348"/>
              <a:gd name="connsiteY10" fmla="*/ 9951 h 10161"/>
              <a:gd name="connsiteX11" fmla="*/ 3144 w 10348"/>
              <a:gd name="connsiteY11" fmla="*/ 10056 h 10161"/>
              <a:gd name="connsiteX12" fmla="*/ 2182 w 10348"/>
              <a:gd name="connsiteY12" fmla="*/ 7959 h 10161"/>
              <a:gd name="connsiteX13" fmla="*/ 1188 w 10348"/>
              <a:gd name="connsiteY13" fmla="*/ 7563 h 10161"/>
              <a:gd name="connsiteX14" fmla="*/ 4 w 10348"/>
              <a:gd name="connsiteY14" fmla="*/ 4150 h 10161"/>
              <a:gd name="connsiteX0" fmla="*/ 4 w 10343"/>
              <a:gd name="connsiteY0" fmla="*/ 4139 h 10150"/>
              <a:gd name="connsiteX1" fmla="*/ 716 w 10343"/>
              <a:gd name="connsiteY1" fmla="*/ 1725 h 10150"/>
              <a:gd name="connsiteX2" fmla="*/ 3134 w 10343"/>
              <a:gd name="connsiteY2" fmla="*/ 1144 h 10150"/>
              <a:gd name="connsiteX3" fmla="*/ 5000 w 10343"/>
              <a:gd name="connsiteY3" fmla="*/ 150 h 10150"/>
              <a:gd name="connsiteX4" fmla="*/ 6602 w 10343"/>
              <a:gd name="connsiteY4" fmla="*/ 113 h 10150"/>
              <a:gd name="connsiteX5" fmla="*/ 7929 w 10343"/>
              <a:gd name="connsiteY5" fmla="*/ 1189 h 10150"/>
              <a:gd name="connsiteX6" fmla="*/ 9377 w 10343"/>
              <a:gd name="connsiteY6" fmla="*/ 1365 h 10150"/>
              <a:gd name="connsiteX7" fmla="*/ 10332 w 10343"/>
              <a:gd name="connsiteY7" fmla="*/ 3619 h 10150"/>
              <a:gd name="connsiteX8" fmla="*/ 8733 w 10343"/>
              <a:gd name="connsiteY8" fmla="*/ 7793 h 10150"/>
              <a:gd name="connsiteX9" fmla="*/ 7003 w 10343"/>
              <a:gd name="connsiteY9" fmla="*/ 9357 h 10150"/>
              <a:gd name="connsiteX10" fmla="*/ 5313 w 10343"/>
              <a:gd name="connsiteY10" fmla="*/ 8884 h 10150"/>
              <a:gd name="connsiteX11" fmla="*/ 4376 w 10343"/>
              <a:gd name="connsiteY11" fmla="*/ 9940 h 10150"/>
              <a:gd name="connsiteX12" fmla="*/ 3144 w 10343"/>
              <a:gd name="connsiteY12" fmla="*/ 10045 h 10150"/>
              <a:gd name="connsiteX13" fmla="*/ 2182 w 10343"/>
              <a:gd name="connsiteY13" fmla="*/ 7948 h 10150"/>
              <a:gd name="connsiteX14" fmla="*/ 1188 w 10343"/>
              <a:gd name="connsiteY14" fmla="*/ 7552 h 10150"/>
              <a:gd name="connsiteX15" fmla="*/ 4 w 10343"/>
              <a:gd name="connsiteY15" fmla="*/ 4139 h 10150"/>
              <a:gd name="connsiteX0" fmla="*/ 3 w 10342"/>
              <a:gd name="connsiteY0" fmla="*/ 4114 h 10125"/>
              <a:gd name="connsiteX1" fmla="*/ 715 w 10342"/>
              <a:gd name="connsiteY1" fmla="*/ 1700 h 10125"/>
              <a:gd name="connsiteX2" fmla="*/ 2926 w 10342"/>
              <a:gd name="connsiteY2" fmla="*/ 602 h 10125"/>
              <a:gd name="connsiteX3" fmla="*/ 4999 w 10342"/>
              <a:gd name="connsiteY3" fmla="*/ 125 h 10125"/>
              <a:gd name="connsiteX4" fmla="*/ 6601 w 10342"/>
              <a:gd name="connsiteY4" fmla="*/ 88 h 10125"/>
              <a:gd name="connsiteX5" fmla="*/ 7928 w 10342"/>
              <a:gd name="connsiteY5" fmla="*/ 1164 h 10125"/>
              <a:gd name="connsiteX6" fmla="*/ 9376 w 10342"/>
              <a:gd name="connsiteY6" fmla="*/ 1340 h 10125"/>
              <a:gd name="connsiteX7" fmla="*/ 10331 w 10342"/>
              <a:gd name="connsiteY7" fmla="*/ 3594 h 10125"/>
              <a:gd name="connsiteX8" fmla="*/ 8732 w 10342"/>
              <a:gd name="connsiteY8" fmla="*/ 7768 h 10125"/>
              <a:gd name="connsiteX9" fmla="*/ 7002 w 10342"/>
              <a:gd name="connsiteY9" fmla="*/ 9332 h 10125"/>
              <a:gd name="connsiteX10" fmla="*/ 5312 w 10342"/>
              <a:gd name="connsiteY10" fmla="*/ 8859 h 10125"/>
              <a:gd name="connsiteX11" fmla="*/ 4375 w 10342"/>
              <a:gd name="connsiteY11" fmla="*/ 9915 h 10125"/>
              <a:gd name="connsiteX12" fmla="*/ 3143 w 10342"/>
              <a:gd name="connsiteY12" fmla="*/ 10020 h 10125"/>
              <a:gd name="connsiteX13" fmla="*/ 2181 w 10342"/>
              <a:gd name="connsiteY13" fmla="*/ 7923 h 10125"/>
              <a:gd name="connsiteX14" fmla="*/ 1187 w 10342"/>
              <a:gd name="connsiteY14" fmla="*/ 7527 h 10125"/>
              <a:gd name="connsiteX15" fmla="*/ 3 w 10342"/>
              <a:gd name="connsiteY15" fmla="*/ 4114 h 10125"/>
              <a:gd name="connsiteX0" fmla="*/ 1 w 10340"/>
              <a:gd name="connsiteY0" fmla="*/ 4114 h 10125"/>
              <a:gd name="connsiteX1" fmla="*/ 1460 w 10340"/>
              <a:gd name="connsiteY1" fmla="*/ 2010 h 10125"/>
              <a:gd name="connsiteX2" fmla="*/ 2924 w 10340"/>
              <a:gd name="connsiteY2" fmla="*/ 602 h 10125"/>
              <a:gd name="connsiteX3" fmla="*/ 4997 w 10340"/>
              <a:gd name="connsiteY3" fmla="*/ 125 h 10125"/>
              <a:gd name="connsiteX4" fmla="*/ 6599 w 10340"/>
              <a:gd name="connsiteY4" fmla="*/ 88 h 10125"/>
              <a:gd name="connsiteX5" fmla="*/ 7926 w 10340"/>
              <a:gd name="connsiteY5" fmla="*/ 1164 h 10125"/>
              <a:gd name="connsiteX6" fmla="*/ 9374 w 10340"/>
              <a:gd name="connsiteY6" fmla="*/ 1340 h 10125"/>
              <a:gd name="connsiteX7" fmla="*/ 10329 w 10340"/>
              <a:gd name="connsiteY7" fmla="*/ 3594 h 10125"/>
              <a:gd name="connsiteX8" fmla="*/ 8730 w 10340"/>
              <a:gd name="connsiteY8" fmla="*/ 7768 h 10125"/>
              <a:gd name="connsiteX9" fmla="*/ 7000 w 10340"/>
              <a:gd name="connsiteY9" fmla="*/ 9332 h 10125"/>
              <a:gd name="connsiteX10" fmla="*/ 5310 w 10340"/>
              <a:gd name="connsiteY10" fmla="*/ 8859 h 10125"/>
              <a:gd name="connsiteX11" fmla="*/ 4373 w 10340"/>
              <a:gd name="connsiteY11" fmla="*/ 9915 h 10125"/>
              <a:gd name="connsiteX12" fmla="*/ 3141 w 10340"/>
              <a:gd name="connsiteY12" fmla="*/ 10020 h 10125"/>
              <a:gd name="connsiteX13" fmla="*/ 2179 w 10340"/>
              <a:gd name="connsiteY13" fmla="*/ 7923 h 10125"/>
              <a:gd name="connsiteX14" fmla="*/ 1185 w 10340"/>
              <a:gd name="connsiteY14" fmla="*/ 7527 h 10125"/>
              <a:gd name="connsiteX15" fmla="*/ 1 w 10340"/>
              <a:gd name="connsiteY15" fmla="*/ 4114 h 10125"/>
              <a:gd name="connsiteX0" fmla="*/ 1 w 10340"/>
              <a:gd name="connsiteY0" fmla="*/ 4114 h 10125"/>
              <a:gd name="connsiteX1" fmla="*/ 1792 w 10340"/>
              <a:gd name="connsiteY1" fmla="*/ 2527 h 10125"/>
              <a:gd name="connsiteX2" fmla="*/ 2924 w 10340"/>
              <a:gd name="connsiteY2" fmla="*/ 602 h 10125"/>
              <a:gd name="connsiteX3" fmla="*/ 4997 w 10340"/>
              <a:gd name="connsiteY3" fmla="*/ 125 h 10125"/>
              <a:gd name="connsiteX4" fmla="*/ 6599 w 10340"/>
              <a:gd name="connsiteY4" fmla="*/ 88 h 10125"/>
              <a:gd name="connsiteX5" fmla="*/ 7926 w 10340"/>
              <a:gd name="connsiteY5" fmla="*/ 1164 h 10125"/>
              <a:gd name="connsiteX6" fmla="*/ 9374 w 10340"/>
              <a:gd name="connsiteY6" fmla="*/ 1340 h 10125"/>
              <a:gd name="connsiteX7" fmla="*/ 10329 w 10340"/>
              <a:gd name="connsiteY7" fmla="*/ 3594 h 10125"/>
              <a:gd name="connsiteX8" fmla="*/ 8730 w 10340"/>
              <a:gd name="connsiteY8" fmla="*/ 7768 h 10125"/>
              <a:gd name="connsiteX9" fmla="*/ 7000 w 10340"/>
              <a:gd name="connsiteY9" fmla="*/ 9332 h 10125"/>
              <a:gd name="connsiteX10" fmla="*/ 5310 w 10340"/>
              <a:gd name="connsiteY10" fmla="*/ 8859 h 10125"/>
              <a:gd name="connsiteX11" fmla="*/ 4373 w 10340"/>
              <a:gd name="connsiteY11" fmla="*/ 9915 h 10125"/>
              <a:gd name="connsiteX12" fmla="*/ 3141 w 10340"/>
              <a:gd name="connsiteY12" fmla="*/ 10020 h 10125"/>
              <a:gd name="connsiteX13" fmla="*/ 2179 w 10340"/>
              <a:gd name="connsiteY13" fmla="*/ 7923 h 10125"/>
              <a:gd name="connsiteX14" fmla="*/ 1185 w 10340"/>
              <a:gd name="connsiteY14" fmla="*/ 7527 h 10125"/>
              <a:gd name="connsiteX15" fmla="*/ 1 w 10340"/>
              <a:gd name="connsiteY15" fmla="*/ 4114 h 10125"/>
              <a:gd name="connsiteX0" fmla="*/ 1 w 10133"/>
              <a:gd name="connsiteY0" fmla="*/ 5148 h 10125"/>
              <a:gd name="connsiteX1" fmla="*/ 1585 w 10133"/>
              <a:gd name="connsiteY1" fmla="*/ 2527 h 10125"/>
              <a:gd name="connsiteX2" fmla="*/ 2717 w 10133"/>
              <a:gd name="connsiteY2" fmla="*/ 602 h 10125"/>
              <a:gd name="connsiteX3" fmla="*/ 4790 w 10133"/>
              <a:gd name="connsiteY3" fmla="*/ 125 h 10125"/>
              <a:gd name="connsiteX4" fmla="*/ 6392 w 10133"/>
              <a:gd name="connsiteY4" fmla="*/ 88 h 10125"/>
              <a:gd name="connsiteX5" fmla="*/ 7719 w 10133"/>
              <a:gd name="connsiteY5" fmla="*/ 1164 h 10125"/>
              <a:gd name="connsiteX6" fmla="*/ 9167 w 10133"/>
              <a:gd name="connsiteY6" fmla="*/ 1340 h 10125"/>
              <a:gd name="connsiteX7" fmla="*/ 10122 w 10133"/>
              <a:gd name="connsiteY7" fmla="*/ 3594 h 10125"/>
              <a:gd name="connsiteX8" fmla="*/ 8523 w 10133"/>
              <a:gd name="connsiteY8" fmla="*/ 7768 h 10125"/>
              <a:gd name="connsiteX9" fmla="*/ 6793 w 10133"/>
              <a:gd name="connsiteY9" fmla="*/ 9332 h 10125"/>
              <a:gd name="connsiteX10" fmla="*/ 5103 w 10133"/>
              <a:gd name="connsiteY10" fmla="*/ 8859 h 10125"/>
              <a:gd name="connsiteX11" fmla="*/ 4166 w 10133"/>
              <a:gd name="connsiteY11" fmla="*/ 9915 h 10125"/>
              <a:gd name="connsiteX12" fmla="*/ 2934 w 10133"/>
              <a:gd name="connsiteY12" fmla="*/ 10020 h 10125"/>
              <a:gd name="connsiteX13" fmla="*/ 1972 w 10133"/>
              <a:gd name="connsiteY13" fmla="*/ 7923 h 10125"/>
              <a:gd name="connsiteX14" fmla="*/ 978 w 10133"/>
              <a:gd name="connsiteY14" fmla="*/ 7527 h 10125"/>
              <a:gd name="connsiteX15" fmla="*/ 1 w 10133"/>
              <a:gd name="connsiteY15" fmla="*/ 5148 h 10125"/>
              <a:gd name="connsiteX0" fmla="*/ 1 w 10133"/>
              <a:gd name="connsiteY0" fmla="*/ 5148 h 10125"/>
              <a:gd name="connsiteX1" fmla="*/ 1585 w 10133"/>
              <a:gd name="connsiteY1" fmla="*/ 2527 h 10125"/>
              <a:gd name="connsiteX2" fmla="*/ 2717 w 10133"/>
              <a:gd name="connsiteY2" fmla="*/ 602 h 10125"/>
              <a:gd name="connsiteX3" fmla="*/ 4790 w 10133"/>
              <a:gd name="connsiteY3" fmla="*/ 125 h 10125"/>
              <a:gd name="connsiteX4" fmla="*/ 6392 w 10133"/>
              <a:gd name="connsiteY4" fmla="*/ 88 h 10125"/>
              <a:gd name="connsiteX5" fmla="*/ 7719 w 10133"/>
              <a:gd name="connsiteY5" fmla="*/ 1164 h 10125"/>
              <a:gd name="connsiteX6" fmla="*/ 9167 w 10133"/>
              <a:gd name="connsiteY6" fmla="*/ 1340 h 10125"/>
              <a:gd name="connsiteX7" fmla="*/ 10122 w 10133"/>
              <a:gd name="connsiteY7" fmla="*/ 3594 h 10125"/>
              <a:gd name="connsiteX8" fmla="*/ 8523 w 10133"/>
              <a:gd name="connsiteY8" fmla="*/ 7768 h 10125"/>
              <a:gd name="connsiteX9" fmla="*/ 6793 w 10133"/>
              <a:gd name="connsiteY9" fmla="*/ 9332 h 10125"/>
              <a:gd name="connsiteX10" fmla="*/ 5103 w 10133"/>
              <a:gd name="connsiteY10" fmla="*/ 8859 h 10125"/>
              <a:gd name="connsiteX11" fmla="*/ 4166 w 10133"/>
              <a:gd name="connsiteY11" fmla="*/ 9915 h 10125"/>
              <a:gd name="connsiteX12" fmla="*/ 2934 w 10133"/>
              <a:gd name="connsiteY12" fmla="*/ 10020 h 10125"/>
              <a:gd name="connsiteX13" fmla="*/ 1972 w 10133"/>
              <a:gd name="connsiteY13" fmla="*/ 7923 h 10125"/>
              <a:gd name="connsiteX14" fmla="*/ 978 w 10133"/>
              <a:gd name="connsiteY14" fmla="*/ 7837 h 10125"/>
              <a:gd name="connsiteX15" fmla="*/ 1 w 10133"/>
              <a:gd name="connsiteY15" fmla="*/ 5148 h 10125"/>
              <a:gd name="connsiteX0" fmla="*/ 1 w 10133"/>
              <a:gd name="connsiteY0" fmla="*/ 5148 h 10097"/>
              <a:gd name="connsiteX1" fmla="*/ 1585 w 10133"/>
              <a:gd name="connsiteY1" fmla="*/ 2527 h 10097"/>
              <a:gd name="connsiteX2" fmla="*/ 2717 w 10133"/>
              <a:gd name="connsiteY2" fmla="*/ 602 h 10097"/>
              <a:gd name="connsiteX3" fmla="*/ 4790 w 10133"/>
              <a:gd name="connsiteY3" fmla="*/ 125 h 10097"/>
              <a:gd name="connsiteX4" fmla="*/ 6392 w 10133"/>
              <a:gd name="connsiteY4" fmla="*/ 88 h 10097"/>
              <a:gd name="connsiteX5" fmla="*/ 7719 w 10133"/>
              <a:gd name="connsiteY5" fmla="*/ 1164 h 10097"/>
              <a:gd name="connsiteX6" fmla="*/ 9167 w 10133"/>
              <a:gd name="connsiteY6" fmla="*/ 1340 h 10097"/>
              <a:gd name="connsiteX7" fmla="*/ 10122 w 10133"/>
              <a:gd name="connsiteY7" fmla="*/ 3594 h 10097"/>
              <a:gd name="connsiteX8" fmla="*/ 8523 w 10133"/>
              <a:gd name="connsiteY8" fmla="*/ 7768 h 10097"/>
              <a:gd name="connsiteX9" fmla="*/ 6793 w 10133"/>
              <a:gd name="connsiteY9" fmla="*/ 9332 h 10097"/>
              <a:gd name="connsiteX10" fmla="*/ 5103 w 10133"/>
              <a:gd name="connsiteY10" fmla="*/ 8859 h 10097"/>
              <a:gd name="connsiteX11" fmla="*/ 4166 w 10133"/>
              <a:gd name="connsiteY11" fmla="*/ 9915 h 10097"/>
              <a:gd name="connsiteX12" fmla="*/ 2934 w 10133"/>
              <a:gd name="connsiteY12" fmla="*/ 10020 h 10097"/>
              <a:gd name="connsiteX13" fmla="*/ 1972 w 10133"/>
              <a:gd name="connsiteY13" fmla="*/ 8337 h 10097"/>
              <a:gd name="connsiteX14" fmla="*/ 978 w 10133"/>
              <a:gd name="connsiteY14" fmla="*/ 7837 h 10097"/>
              <a:gd name="connsiteX15" fmla="*/ 1 w 10133"/>
              <a:gd name="connsiteY15" fmla="*/ 5148 h 10097"/>
              <a:gd name="connsiteX0" fmla="*/ 1 w 10133"/>
              <a:gd name="connsiteY0" fmla="*/ 5148 h 10153"/>
              <a:gd name="connsiteX1" fmla="*/ 1585 w 10133"/>
              <a:gd name="connsiteY1" fmla="*/ 2527 h 10153"/>
              <a:gd name="connsiteX2" fmla="*/ 2717 w 10133"/>
              <a:gd name="connsiteY2" fmla="*/ 602 h 10153"/>
              <a:gd name="connsiteX3" fmla="*/ 4790 w 10133"/>
              <a:gd name="connsiteY3" fmla="*/ 125 h 10153"/>
              <a:gd name="connsiteX4" fmla="*/ 6392 w 10133"/>
              <a:gd name="connsiteY4" fmla="*/ 88 h 10153"/>
              <a:gd name="connsiteX5" fmla="*/ 7719 w 10133"/>
              <a:gd name="connsiteY5" fmla="*/ 1164 h 10153"/>
              <a:gd name="connsiteX6" fmla="*/ 9167 w 10133"/>
              <a:gd name="connsiteY6" fmla="*/ 1340 h 10153"/>
              <a:gd name="connsiteX7" fmla="*/ 10122 w 10133"/>
              <a:gd name="connsiteY7" fmla="*/ 3594 h 10153"/>
              <a:gd name="connsiteX8" fmla="*/ 8523 w 10133"/>
              <a:gd name="connsiteY8" fmla="*/ 7768 h 10153"/>
              <a:gd name="connsiteX9" fmla="*/ 6793 w 10133"/>
              <a:gd name="connsiteY9" fmla="*/ 9332 h 10153"/>
              <a:gd name="connsiteX10" fmla="*/ 5103 w 10133"/>
              <a:gd name="connsiteY10" fmla="*/ 8859 h 10153"/>
              <a:gd name="connsiteX11" fmla="*/ 4166 w 10133"/>
              <a:gd name="connsiteY11" fmla="*/ 9915 h 10153"/>
              <a:gd name="connsiteX12" fmla="*/ 2768 w 10133"/>
              <a:gd name="connsiteY12" fmla="*/ 10020 h 10153"/>
              <a:gd name="connsiteX13" fmla="*/ 1972 w 10133"/>
              <a:gd name="connsiteY13" fmla="*/ 8337 h 10153"/>
              <a:gd name="connsiteX14" fmla="*/ 978 w 10133"/>
              <a:gd name="connsiteY14" fmla="*/ 7837 h 10153"/>
              <a:gd name="connsiteX15" fmla="*/ 1 w 10133"/>
              <a:gd name="connsiteY15" fmla="*/ 5148 h 10153"/>
              <a:gd name="connsiteX0" fmla="*/ 1 w 10133"/>
              <a:gd name="connsiteY0" fmla="*/ 5148 h 10153"/>
              <a:gd name="connsiteX1" fmla="*/ 1585 w 10133"/>
              <a:gd name="connsiteY1" fmla="*/ 2527 h 10153"/>
              <a:gd name="connsiteX2" fmla="*/ 2717 w 10133"/>
              <a:gd name="connsiteY2" fmla="*/ 602 h 10153"/>
              <a:gd name="connsiteX3" fmla="*/ 4790 w 10133"/>
              <a:gd name="connsiteY3" fmla="*/ 125 h 10153"/>
              <a:gd name="connsiteX4" fmla="*/ 6392 w 10133"/>
              <a:gd name="connsiteY4" fmla="*/ 88 h 10153"/>
              <a:gd name="connsiteX5" fmla="*/ 7719 w 10133"/>
              <a:gd name="connsiteY5" fmla="*/ 1164 h 10153"/>
              <a:gd name="connsiteX6" fmla="*/ 9167 w 10133"/>
              <a:gd name="connsiteY6" fmla="*/ 1340 h 10153"/>
              <a:gd name="connsiteX7" fmla="*/ 10122 w 10133"/>
              <a:gd name="connsiteY7" fmla="*/ 3594 h 10153"/>
              <a:gd name="connsiteX8" fmla="*/ 8523 w 10133"/>
              <a:gd name="connsiteY8" fmla="*/ 7768 h 10153"/>
              <a:gd name="connsiteX9" fmla="*/ 7166 w 10133"/>
              <a:gd name="connsiteY9" fmla="*/ 9125 h 10153"/>
              <a:gd name="connsiteX10" fmla="*/ 5103 w 10133"/>
              <a:gd name="connsiteY10" fmla="*/ 8859 h 10153"/>
              <a:gd name="connsiteX11" fmla="*/ 4166 w 10133"/>
              <a:gd name="connsiteY11" fmla="*/ 9915 h 10153"/>
              <a:gd name="connsiteX12" fmla="*/ 2768 w 10133"/>
              <a:gd name="connsiteY12" fmla="*/ 10020 h 10153"/>
              <a:gd name="connsiteX13" fmla="*/ 1972 w 10133"/>
              <a:gd name="connsiteY13" fmla="*/ 8337 h 10153"/>
              <a:gd name="connsiteX14" fmla="*/ 978 w 10133"/>
              <a:gd name="connsiteY14" fmla="*/ 7837 h 10153"/>
              <a:gd name="connsiteX15" fmla="*/ 1 w 10133"/>
              <a:gd name="connsiteY15" fmla="*/ 5148 h 10153"/>
              <a:gd name="connsiteX0" fmla="*/ 1 w 10131"/>
              <a:gd name="connsiteY0" fmla="*/ 5148 h 10153"/>
              <a:gd name="connsiteX1" fmla="*/ 1585 w 10131"/>
              <a:gd name="connsiteY1" fmla="*/ 2527 h 10153"/>
              <a:gd name="connsiteX2" fmla="*/ 2717 w 10131"/>
              <a:gd name="connsiteY2" fmla="*/ 602 h 10153"/>
              <a:gd name="connsiteX3" fmla="*/ 4790 w 10131"/>
              <a:gd name="connsiteY3" fmla="*/ 125 h 10153"/>
              <a:gd name="connsiteX4" fmla="*/ 6392 w 10131"/>
              <a:gd name="connsiteY4" fmla="*/ 88 h 10153"/>
              <a:gd name="connsiteX5" fmla="*/ 7719 w 10131"/>
              <a:gd name="connsiteY5" fmla="*/ 1164 h 10153"/>
              <a:gd name="connsiteX6" fmla="*/ 9167 w 10131"/>
              <a:gd name="connsiteY6" fmla="*/ 1340 h 10153"/>
              <a:gd name="connsiteX7" fmla="*/ 10122 w 10131"/>
              <a:gd name="connsiteY7" fmla="*/ 3594 h 10153"/>
              <a:gd name="connsiteX8" fmla="*/ 8606 w 10131"/>
              <a:gd name="connsiteY8" fmla="*/ 8389 h 10153"/>
              <a:gd name="connsiteX9" fmla="*/ 7166 w 10131"/>
              <a:gd name="connsiteY9" fmla="*/ 9125 h 10153"/>
              <a:gd name="connsiteX10" fmla="*/ 5103 w 10131"/>
              <a:gd name="connsiteY10" fmla="*/ 8859 h 10153"/>
              <a:gd name="connsiteX11" fmla="*/ 4166 w 10131"/>
              <a:gd name="connsiteY11" fmla="*/ 9915 h 10153"/>
              <a:gd name="connsiteX12" fmla="*/ 2768 w 10131"/>
              <a:gd name="connsiteY12" fmla="*/ 10020 h 10153"/>
              <a:gd name="connsiteX13" fmla="*/ 1972 w 10131"/>
              <a:gd name="connsiteY13" fmla="*/ 8337 h 10153"/>
              <a:gd name="connsiteX14" fmla="*/ 978 w 10131"/>
              <a:gd name="connsiteY14" fmla="*/ 7837 h 10153"/>
              <a:gd name="connsiteX15" fmla="*/ 1 w 10131"/>
              <a:gd name="connsiteY15" fmla="*/ 5148 h 10153"/>
              <a:gd name="connsiteX0" fmla="*/ 1 w 10131"/>
              <a:gd name="connsiteY0" fmla="*/ 5148 h 10153"/>
              <a:gd name="connsiteX1" fmla="*/ 1585 w 10131"/>
              <a:gd name="connsiteY1" fmla="*/ 2527 h 10153"/>
              <a:gd name="connsiteX2" fmla="*/ 2717 w 10131"/>
              <a:gd name="connsiteY2" fmla="*/ 602 h 10153"/>
              <a:gd name="connsiteX3" fmla="*/ 4790 w 10131"/>
              <a:gd name="connsiteY3" fmla="*/ 125 h 10153"/>
              <a:gd name="connsiteX4" fmla="*/ 6392 w 10131"/>
              <a:gd name="connsiteY4" fmla="*/ 88 h 10153"/>
              <a:gd name="connsiteX5" fmla="*/ 7719 w 10131"/>
              <a:gd name="connsiteY5" fmla="*/ 1164 h 10153"/>
              <a:gd name="connsiteX6" fmla="*/ 9167 w 10131"/>
              <a:gd name="connsiteY6" fmla="*/ 1340 h 10153"/>
              <a:gd name="connsiteX7" fmla="*/ 10122 w 10131"/>
              <a:gd name="connsiteY7" fmla="*/ 3594 h 10153"/>
              <a:gd name="connsiteX8" fmla="*/ 8606 w 10131"/>
              <a:gd name="connsiteY8" fmla="*/ 8389 h 10153"/>
              <a:gd name="connsiteX9" fmla="*/ 7166 w 10131"/>
              <a:gd name="connsiteY9" fmla="*/ 9125 h 10153"/>
              <a:gd name="connsiteX10" fmla="*/ 5601 w 10131"/>
              <a:gd name="connsiteY10" fmla="*/ 8859 h 10153"/>
              <a:gd name="connsiteX11" fmla="*/ 4166 w 10131"/>
              <a:gd name="connsiteY11" fmla="*/ 9915 h 10153"/>
              <a:gd name="connsiteX12" fmla="*/ 2768 w 10131"/>
              <a:gd name="connsiteY12" fmla="*/ 10020 h 10153"/>
              <a:gd name="connsiteX13" fmla="*/ 1972 w 10131"/>
              <a:gd name="connsiteY13" fmla="*/ 8337 h 10153"/>
              <a:gd name="connsiteX14" fmla="*/ 978 w 10131"/>
              <a:gd name="connsiteY14" fmla="*/ 7837 h 10153"/>
              <a:gd name="connsiteX15" fmla="*/ 1 w 10131"/>
              <a:gd name="connsiteY15" fmla="*/ 5148 h 1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31" h="10153">
                <a:moveTo>
                  <a:pt x="1" y="5148"/>
                </a:moveTo>
                <a:cubicBezTo>
                  <a:pt x="-32" y="3402"/>
                  <a:pt x="1132" y="3285"/>
                  <a:pt x="1585" y="2527"/>
                </a:cubicBezTo>
                <a:cubicBezTo>
                  <a:pt x="2038" y="1769"/>
                  <a:pt x="2183" y="1002"/>
                  <a:pt x="2717" y="602"/>
                </a:cubicBezTo>
                <a:cubicBezTo>
                  <a:pt x="3251" y="202"/>
                  <a:pt x="4178" y="211"/>
                  <a:pt x="4790" y="125"/>
                </a:cubicBezTo>
                <a:cubicBezTo>
                  <a:pt x="5402" y="39"/>
                  <a:pt x="5904" y="-85"/>
                  <a:pt x="6392" y="88"/>
                </a:cubicBezTo>
                <a:cubicBezTo>
                  <a:pt x="6880" y="261"/>
                  <a:pt x="7256" y="955"/>
                  <a:pt x="7719" y="1164"/>
                </a:cubicBezTo>
                <a:cubicBezTo>
                  <a:pt x="8182" y="1373"/>
                  <a:pt x="8767" y="935"/>
                  <a:pt x="9167" y="1340"/>
                </a:cubicBezTo>
                <a:cubicBezTo>
                  <a:pt x="9568" y="1745"/>
                  <a:pt x="10215" y="2419"/>
                  <a:pt x="10122" y="3594"/>
                </a:cubicBezTo>
                <a:cubicBezTo>
                  <a:pt x="10029" y="4769"/>
                  <a:pt x="9099" y="7467"/>
                  <a:pt x="8606" y="8389"/>
                </a:cubicBezTo>
                <a:cubicBezTo>
                  <a:pt x="8113" y="9311"/>
                  <a:pt x="7667" y="9047"/>
                  <a:pt x="7166" y="9125"/>
                </a:cubicBezTo>
                <a:cubicBezTo>
                  <a:pt x="6665" y="9203"/>
                  <a:pt x="6101" y="8727"/>
                  <a:pt x="5601" y="8859"/>
                </a:cubicBezTo>
                <a:cubicBezTo>
                  <a:pt x="5101" y="8991"/>
                  <a:pt x="4638" y="9722"/>
                  <a:pt x="4166" y="9915"/>
                </a:cubicBezTo>
                <a:cubicBezTo>
                  <a:pt x="3694" y="10108"/>
                  <a:pt x="3134" y="10283"/>
                  <a:pt x="2768" y="10020"/>
                </a:cubicBezTo>
                <a:cubicBezTo>
                  <a:pt x="2402" y="9757"/>
                  <a:pt x="2613" y="8577"/>
                  <a:pt x="1972" y="8337"/>
                </a:cubicBezTo>
                <a:cubicBezTo>
                  <a:pt x="1377" y="7255"/>
                  <a:pt x="1306" y="8368"/>
                  <a:pt x="978" y="7837"/>
                </a:cubicBezTo>
                <a:cubicBezTo>
                  <a:pt x="650" y="7306"/>
                  <a:pt x="-10" y="7240"/>
                  <a:pt x="1" y="514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4" name="Freeform 2">
            <a:extLst>
              <a:ext uri="{FF2B5EF4-FFF2-40B4-BE49-F238E27FC236}">
                <a16:creationId xmlns:a16="http://schemas.microsoft.com/office/drawing/2014/main" id="{917058B7-9C90-4A54-E23D-3E3DBD7F9390}"/>
              </a:ext>
            </a:extLst>
          </p:cNvPr>
          <p:cNvSpPr>
            <a:spLocks/>
          </p:cNvSpPr>
          <p:nvPr/>
        </p:nvSpPr>
        <p:spPr bwMode="auto">
          <a:xfrm>
            <a:off x="4204024" y="4653234"/>
            <a:ext cx="3197802" cy="1153806"/>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01"/>
              <a:gd name="connsiteY0" fmla="*/ 4039 h 10153"/>
              <a:gd name="connsiteX1" fmla="*/ 715 w 10001"/>
              <a:gd name="connsiteY1" fmla="*/ 1595 h 10153"/>
              <a:gd name="connsiteX2" fmla="*/ 3130 w 10001"/>
              <a:gd name="connsiteY2" fmla="*/ 1006 h 10153"/>
              <a:gd name="connsiteX3" fmla="*/ 4995 w 10001"/>
              <a:gd name="connsiteY3" fmla="*/ 0 h 10153"/>
              <a:gd name="connsiteX4" fmla="*/ 6720 w 10001"/>
              <a:gd name="connsiteY4" fmla="*/ 1009 h 10153"/>
              <a:gd name="connsiteX5" fmla="*/ 8082 w 10001"/>
              <a:gd name="connsiteY5" fmla="*/ 497 h 10153"/>
              <a:gd name="connsiteX6" fmla="*/ 9989 w 10001"/>
              <a:gd name="connsiteY6" fmla="*/ 2989 h 10153"/>
              <a:gd name="connsiteX7" fmla="*/ 8599 w 10001"/>
              <a:gd name="connsiteY7" fmla="*/ 6797 h 10153"/>
              <a:gd name="connsiteX8" fmla="*/ 6995 w 10001"/>
              <a:gd name="connsiteY8" fmla="*/ 9322 h 10153"/>
              <a:gd name="connsiteX9" fmla="*/ 5307 w 10001"/>
              <a:gd name="connsiteY9" fmla="*/ 8843 h 10153"/>
              <a:gd name="connsiteX10" fmla="*/ 4371 w 10001"/>
              <a:gd name="connsiteY10" fmla="*/ 9912 h 10153"/>
              <a:gd name="connsiteX11" fmla="*/ 3140 w 10001"/>
              <a:gd name="connsiteY11" fmla="*/ 10019 h 10153"/>
              <a:gd name="connsiteX12" fmla="*/ 1187 w 10001"/>
              <a:gd name="connsiteY12" fmla="*/ 7495 h 10153"/>
              <a:gd name="connsiteX13" fmla="*/ 4 w 10001"/>
              <a:gd name="connsiteY13" fmla="*/ 4039 h 10153"/>
              <a:gd name="connsiteX0" fmla="*/ 4 w 10001"/>
              <a:gd name="connsiteY0" fmla="*/ 4039 h 9953"/>
              <a:gd name="connsiteX1" fmla="*/ 715 w 10001"/>
              <a:gd name="connsiteY1" fmla="*/ 1595 h 9953"/>
              <a:gd name="connsiteX2" fmla="*/ 3130 w 10001"/>
              <a:gd name="connsiteY2" fmla="*/ 1006 h 9953"/>
              <a:gd name="connsiteX3" fmla="*/ 4995 w 10001"/>
              <a:gd name="connsiteY3" fmla="*/ 0 h 9953"/>
              <a:gd name="connsiteX4" fmla="*/ 6720 w 10001"/>
              <a:gd name="connsiteY4" fmla="*/ 1009 h 9953"/>
              <a:gd name="connsiteX5" fmla="*/ 8082 w 10001"/>
              <a:gd name="connsiteY5" fmla="*/ 497 h 9953"/>
              <a:gd name="connsiteX6" fmla="*/ 9989 w 10001"/>
              <a:gd name="connsiteY6" fmla="*/ 2989 h 9953"/>
              <a:gd name="connsiteX7" fmla="*/ 8599 w 10001"/>
              <a:gd name="connsiteY7" fmla="*/ 6797 h 9953"/>
              <a:gd name="connsiteX8" fmla="*/ 6995 w 10001"/>
              <a:gd name="connsiteY8" fmla="*/ 9322 h 9953"/>
              <a:gd name="connsiteX9" fmla="*/ 5307 w 10001"/>
              <a:gd name="connsiteY9" fmla="*/ 8843 h 9953"/>
              <a:gd name="connsiteX10" fmla="*/ 4371 w 10001"/>
              <a:gd name="connsiteY10" fmla="*/ 9912 h 9953"/>
              <a:gd name="connsiteX11" fmla="*/ 2553 w 10001"/>
              <a:gd name="connsiteY11" fmla="*/ 9513 h 9953"/>
              <a:gd name="connsiteX12" fmla="*/ 1187 w 10001"/>
              <a:gd name="connsiteY12" fmla="*/ 7495 h 9953"/>
              <a:gd name="connsiteX13" fmla="*/ 4 w 10001"/>
              <a:gd name="connsiteY13" fmla="*/ 4039 h 9953"/>
              <a:gd name="connsiteX0" fmla="*/ 4 w 10000"/>
              <a:gd name="connsiteY0" fmla="*/ 4058 h 10005"/>
              <a:gd name="connsiteX1" fmla="*/ 715 w 10000"/>
              <a:gd name="connsiteY1" fmla="*/ 1603 h 10005"/>
              <a:gd name="connsiteX2" fmla="*/ 3130 w 10000"/>
              <a:gd name="connsiteY2" fmla="*/ 1011 h 10005"/>
              <a:gd name="connsiteX3" fmla="*/ 4995 w 10000"/>
              <a:gd name="connsiteY3" fmla="*/ 0 h 10005"/>
              <a:gd name="connsiteX4" fmla="*/ 6719 w 10000"/>
              <a:gd name="connsiteY4" fmla="*/ 1014 h 10005"/>
              <a:gd name="connsiteX5" fmla="*/ 8081 w 10000"/>
              <a:gd name="connsiteY5" fmla="*/ 499 h 10005"/>
              <a:gd name="connsiteX6" fmla="*/ 9988 w 10000"/>
              <a:gd name="connsiteY6" fmla="*/ 3003 h 10005"/>
              <a:gd name="connsiteX7" fmla="*/ 8598 w 10000"/>
              <a:gd name="connsiteY7" fmla="*/ 6829 h 10005"/>
              <a:gd name="connsiteX8" fmla="*/ 6994 w 10000"/>
              <a:gd name="connsiteY8" fmla="*/ 9366 h 10005"/>
              <a:gd name="connsiteX9" fmla="*/ 5306 w 10000"/>
              <a:gd name="connsiteY9" fmla="*/ 8885 h 10005"/>
              <a:gd name="connsiteX10" fmla="*/ 4371 w 10000"/>
              <a:gd name="connsiteY10" fmla="*/ 9959 h 10005"/>
              <a:gd name="connsiteX11" fmla="*/ 2553 w 10000"/>
              <a:gd name="connsiteY11" fmla="*/ 9558 h 10005"/>
              <a:gd name="connsiteX12" fmla="*/ 1554 w 10000"/>
              <a:gd name="connsiteY12" fmla="*/ 7327 h 10005"/>
              <a:gd name="connsiteX13" fmla="*/ 4 w 10000"/>
              <a:gd name="connsiteY13" fmla="*/ 4058 h 10005"/>
              <a:gd name="connsiteX0" fmla="*/ 4 w 10000"/>
              <a:gd name="connsiteY0" fmla="*/ 4058 h 10005"/>
              <a:gd name="connsiteX1" fmla="*/ 715 w 10000"/>
              <a:gd name="connsiteY1" fmla="*/ 1603 h 10005"/>
              <a:gd name="connsiteX2" fmla="*/ 3130 w 10000"/>
              <a:gd name="connsiteY2" fmla="*/ 1011 h 10005"/>
              <a:gd name="connsiteX3" fmla="*/ 4995 w 10000"/>
              <a:gd name="connsiteY3" fmla="*/ 0 h 10005"/>
              <a:gd name="connsiteX4" fmla="*/ 6719 w 10000"/>
              <a:gd name="connsiteY4" fmla="*/ 1014 h 10005"/>
              <a:gd name="connsiteX5" fmla="*/ 8081 w 10000"/>
              <a:gd name="connsiteY5" fmla="*/ 499 h 10005"/>
              <a:gd name="connsiteX6" fmla="*/ 9988 w 10000"/>
              <a:gd name="connsiteY6" fmla="*/ 3003 h 10005"/>
              <a:gd name="connsiteX7" fmla="*/ 8598 w 10000"/>
              <a:gd name="connsiteY7" fmla="*/ 6829 h 10005"/>
              <a:gd name="connsiteX8" fmla="*/ 6994 w 10000"/>
              <a:gd name="connsiteY8" fmla="*/ 9366 h 10005"/>
              <a:gd name="connsiteX9" fmla="*/ 5306 w 10000"/>
              <a:gd name="connsiteY9" fmla="*/ 8885 h 10005"/>
              <a:gd name="connsiteX10" fmla="*/ 4371 w 10000"/>
              <a:gd name="connsiteY10" fmla="*/ 9959 h 10005"/>
              <a:gd name="connsiteX11" fmla="*/ 2553 w 10000"/>
              <a:gd name="connsiteY11" fmla="*/ 9558 h 10005"/>
              <a:gd name="connsiteX12" fmla="*/ 1554 w 10000"/>
              <a:gd name="connsiteY12" fmla="*/ 7327 h 10005"/>
              <a:gd name="connsiteX13" fmla="*/ 4 w 10000"/>
              <a:gd name="connsiteY13" fmla="*/ 4058 h 1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0" h="10005">
                <a:moveTo>
                  <a:pt x="4" y="4058"/>
                </a:moveTo>
                <a:cubicBezTo>
                  <a:pt x="-29" y="2282"/>
                  <a:pt x="194" y="2110"/>
                  <a:pt x="715" y="1603"/>
                </a:cubicBezTo>
                <a:cubicBezTo>
                  <a:pt x="1236" y="1094"/>
                  <a:pt x="2417" y="1278"/>
                  <a:pt x="3130" y="1011"/>
                </a:cubicBezTo>
                <a:cubicBezTo>
                  <a:pt x="3843" y="743"/>
                  <a:pt x="4397" y="0"/>
                  <a:pt x="4995" y="0"/>
                </a:cubicBezTo>
                <a:cubicBezTo>
                  <a:pt x="5592" y="1"/>
                  <a:pt x="6205" y="930"/>
                  <a:pt x="6719" y="1014"/>
                </a:cubicBezTo>
                <a:cubicBezTo>
                  <a:pt x="7233" y="1097"/>
                  <a:pt x="7535" y="242"/>
                  <a:pt x="8081" y="499"/>
                </a:cubicBezTo>
                <a:cubicBezTo>
                  <a:pt x="8627" y="760"/>
                  <a:pt x="9853" y="444"/>
                  <a:pt x="9988" y="3003"/>
                </a:cubicBezTo>
                <a:cubicBezTo>
                  <a:pt x="10123" y="5562"/>
                  <a:pt x="9097" y="5769"/>
                  <a:pt x="8598" y="6829"/>
                </a:cubicBezTo>
                <a:cubicBezTo>
                  <a:pt x="8099" y="7889"/>
                  <a:pt x="7543" y="9023"/>
                  <a:pt x="6994" y="9366"/>
                </a:cubicBezTo>
                <a:cubicBezTo>
                  <a:pt x="6445" y="9709"/>
                  <a:pt x="5792" y="8999"/>
                  <a:pt x="5306" y="8885"/>
                </a:cubicBezTo>
                <a:cubicBezTo>
                  <a:pt x="4819" y="8767"/>
                  <a:pt x="4830" y="9846"/>
                  <a:pt x="4371" y="9959"/>
                </a:cubicBezTo>
                <a:cubicBezTo>
                  <a:pt x="3912" y="10071"/>
                  <a:pt x="3022" y="9997"/>
                  <a:pt x="2553" y="9558"/>
                </a:cubicBezTo>
                <a:cubicBezTo>
                  <a:pt x="2084" y="9119"/>
                  <a:pt x="2272" y="8345"/>
                  <a:pt x="1554" y="7327"/>
                </a:cubicBezTo>
                <a:cubicBezTo>
                  <a:pt x="836" y="6309"/>
                  <a:pt x="-7" y="6186"/>
                  <a:pt x="4" y="405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2" name="Freeform 2">
            <a:extLst>
              <a:ext uri="{FF2B5EF4-FFF2-40B4-BE49-F238E27FC236}">
                <a16:creationId xmlns:a16="http://schemas.microsoft.com/office/drawing/2014/main" id="{5D502274-48EE-2089-5CF4-6D6105575442}"/>
              </a:ext>
            </a:extLst>
          </p:cNvPr>
          <p:cNvSpPr>
            <a:spLocks/>
          </p:cNvSpPr>
          <p:nvPr/>
        </p:nvSpPr>
        <p:spPr bwMode="auto">
          <a:xfrm>
            <a:off x="4245299" y="2761443"/>
            <a:ext cx="3374123" cy="1145811"/>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7495 h 10266"/>
              <a:gd name="connsiteX14" fmla="*/ 4 w 10001"/>
              <a:gd name="connsiteY14" fmla="*/ 4039 h 1026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6971 h 10266"/>
              <a:gd name="connsiteX14" fmla="*/ 4 w 10001"/>
              <a:gd name="connsiteY14" fmla="*/ 4039 h 10266"/>
              <a:gd name="connsiteX0" fmla="*/ 4 w 10001"/>
              <a:gd name="connsiteY0" fmla="*/ 4039 h 10266"/>
              <a:gd name="connsiteX1" fmla="*/ 715 w 10001"/>
              <a:gd name="connsiteY1" fmla="*/ 1595 h 10266"/>
              <a:gd name="connsiteX2" fmla="*/ 3130 w 10001"/>
              <a:gd name="connsiteY2" fmla="*/ 1006 h 10266"/>
              <a:gd name="connsiteX3" fmla="*/ 4995 w 10001"/>
              <a:gd name="connsiteY3" fmla="*/ 0 h 10266"/>
              <a:gd name="connsiteX4" fmla="*/ 6720 w 10001"/>
              <a:gd name="connsiteY4" fmla="*/ 1009 h 10266"/>
              <a:gd name="connsiteX5" fmla="*/ 8082 w 10001"/>
              <a:gd name="connsiteY5" fmla="*/ 497 h 10266"/>
              <a:gd name="connsiteX6" fmla="*/ 9989 w 10001"/>
              <a:gd name="connsiteY6" fmla="*/ 2989 h 10266"/>
              <a:gd name="connsiteX7" fmla="*/ 8599 w 10001"/>
              <a:gd name="connsiteY7" fmla="*/ 6797 h 10266"/>
              <a:gd name="connsiteX8" fmla="*/ 6995 w 10001"/>
              <a:gd name="connsiteY8" fmla="*/ 9322 h 10266"/>
              <a:gd name="connsiteX9" fmla="*/ 5307 w 10001"/>
              <a:gd name="connsiteY9" fmla="*/ 8843 h 10266"/>
              <a:gd name="connsiteX10" fmla="*/ 4371 w 10001"/>
              <a:gd name="connsiteY10" fmla="*/ 9912 h 10266"/>
              <a:gd name="connsiteX11" fmla="*/ 3626 w 10001"/>
              <a:gd name="connsiteY11" fmla="*/ 10124 h 10266"/>
              <a:gd name="connsiteX12" fmla="*/ 2179 w 10001"/>
              <a:gd name="connsiteY12" fmla="*/ 7895 h 10266"/>
              <a:gd name="connsiteX13" fmla="*/ 1187 w 10001"/>
              <a:gd name="connsiteY13" fmla="*/ 6971 h 10266"/>
              <a:gd name="connsiteX14" fmla="*/ 4 w 10001"/>
              <a:gd name="connsiteY14" fmla="*/ 4039 h 10266"/>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 name="connsiteX0" fmla="*/ 4 w 10001"/>
              <a:gd name="connsiteY0" fmla="*/ 4039 h 10235"/>
              <a:gd name="connsiteX1" fmla="*/ 715 w 10001"/>
              <a:gd name="connsiteY1" fmla="*/ 1595 h 10235"/>
              <a:gd name="connsiteX2" fmla="*/ 3130 w 10001"/>
              <a:gd name="connsiteY2" fmla="*/ 1006 h 10235"/>
              <a:gd name="connsiteX3" fmla="*/ 4995 w 10001"/>
              <a:gd name="connsiteY3" fmla="*/ 0 h 10235"/>
              <a:gd name="connsiteX4" fmla="*/ 6720 w 10001"/>
              <a:gd name="connsiteY4" fmla="*/ 1009 h 10235"/>
              <a:gd name="connsiteX5" fmla="*/ 8082 w 10001"/>
              <a:gd name="connsiteY5" fmla="*/ 497 h 10235"/>
              <a:gd name="connsiteX6" fmla="*/ 9989 w 10001"/>
              <a:gd name="connsiteY6" fmla="*/ 2989 h 10235"/>
              <a:gd name="connsiteX7" fmla="*/ 8599 w 10001"/>
              <a:gd name="connsiteY7" fmla="*/ 6797 h 10235"/>
              <a:gd name="connsiteX8" fmla="*/ 6995 w 10001"/>
              <a:gd name="connsiteY8" fmla="*/ 9322 h 10235"/>
              <a:gd name="connsiteX9" fmla="*/ 5307 w 10001"/>
              <a:gd name="connsiteY9" fmla="*/ 8843 h 10235"/>
              <a:gd name="connsiteX10" fmla="*/ 4371 w 10001"/>
              <a:gd name="connsiteY10" fmla="*/ 9912 h 10235"/>
              <a:gd name="connsiteX11" fmla="*/ 3626 w 10001"/>
              <a:gd name="connsiteY11" fmla="*/ 10124 h 10235"/>
              <a:gd name="connsiteX12" fmla="*/ 2353 w 10001"/>
              <a:gd name="connsiteY12" fmla="*/ 8314 h 10235"/>
              <a:gd name="connsiteX13" fmla="*/ 1187 w 10001"/>
              <a:gd name="connsiteY13" fmla="*/ 6971 h 10235"/>
              <a:gd name="connsiteX14" fmla="*/ 4 w 10001"/>
              <a:gd name="connsiteY14" fmla="*/ 4039 h 1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1" h="1023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51" y="9699"/>
                  <a:pt x="4371" y="9912"/>
                </a:cubicBezTo>
                <a:cubicBezTo>
                  <a:pt x="4091" y="10125"/>
                  <a:pt x="3962" y="10390"/>
                  <a:pt x="3626" y="10124"/>
                </a:cubicBezTo>
                <a:cubicBezTo>
                  <a:pt x="3290" y="9858"/>
                  <a:pt x="3063" y="9081"/>
                  <a:pt x="2353" y="8314"/>
                </a:cubicBezTo>
                <a:cubicBezTo>
                  <a:pt x="1760" y="7219"/>
                  <a:pt x="1578" y="7683"/>
                  <a:pt x="1187" y="6971"/>
                </a:cubicBezTo>
                <a:cubicBezTo>
                  <a:pt x="796" y="6259"/>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3" name="Freeform 2">
            <a:extLst>
              <a:ext uri="{FF2B5EF4-FFF2-40B4-BE49-F238E27FC236}">
                <a16:creationId xmlns:a16="http://schemas.microsoft.com/office/drawing/2014/main" id="{872CA9C3-06AC-7388-CB51-DA3EA1AE8D07}"/>
              </a:ext>
            </a:extLst>
          </p:cNvPr>
          <p:cNvSpPr>
            <a:spLocks/>
          </p:cNvSpPr>
          <p:nvPr/>
        </p:nvSpPr>
        <p:spPr bwMode="auto">
          <a:xfrm>
            <a:off x="1029410" y="4121000"/>
            <a:ext cx="2817783" cy="1613134"/>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3 w 10000"/>
              <a:gd name="connsiteY0" fmla="*/ 9737 h 15823"/>
              <a:gd name="connsiteX1" fmla="*/ 714 w 10000"/>
              <a:gd name="connsiteY1" fmla="*/ 7293 h 15823"/>
              <a:gd name="connsiteX2" fmla="*/ 2663 w 10000"/>
              <a:gd name="connsiteY2" fmla="*/ 10 h 15823"/>
              <a:gd name="connsiteX3" fmla="*/ 4994 w 10000"/>
              <a:gd name="connsiteY3" fmla="*/ 5698 h 15823"/>
              <a:gd name="connsiteX4" fmla="*/ 6719 w 10000"/>
              <a:gd name="connsiteY4" fmla="*/ 6707 h 15823"/>
              <a:gd name="connsiteX5" fmla="*/ 8081 w 10000"/>
              <a:gd name="connsiteY5" fmla="*/ 6195 h 15823"/>
              <a:gd name="connsiteX6" fmla="*/ 9988 w 10000"/>
              <a:gd name="connsiteY6" fmla="*/ 8687 h 15823"/>
              <a:gd name="connsiteX7" fmla="*/ 8598 w 10000"/>
              <a:gd name="connsiteY7" fmla="*/ 12495 h 15823"/>
              <a:gd name="connsiteX8" fmla="*/ 6994 w 10000"/>
              <a:gd name="connsiteY8" fmla="*/ 15020 h 15823"/>
              <a:gd name="connsiteX9" fmla="*/ 5306 w 10000"/>
              <a:gd name="connsiteY9" fmla="*/ 14541 h 15823"/>
              <a:gd name="connsiteX10" fmla="*/ 4370 w 10000"/>
              <a:gd name="connsiteY10" fmla="*/ 15610 h 15823"/>
              <a:gd name="connsiteX11" fmla="*/ 3139 w 10000"/>
              <a:gd name="connsiteY11" fmla="*/ 15717 h 15823"/>
              <a:gd name="connsiteX12" fmla="*/ 2178 w 10000"/>
              <a:gd name="connsiteY12" fmla="*/ 13593 h 15823"/>
              <a:gd name="connsiteX13" fmla="*/ 1186 w 10000"/>
              <a:gd name="connsiteY13" fmla="*/ 13193 h 15823"/>
              <a:gd name="connsiteX14" fmla="*/ 3 w 10000"/>
              <a:gd name="connsiteY14" fmla="*/ 9737 h 15823"/>
              <a:gd name="connsiteX0" fmla="*/ 3 w 10000"/>
              <a:gd name="connsiteY0" fmla="*/ 11578 h 17664"/>
              <a:gd name="connsiteX1" fmla="*/ 714 w 10000"/>
              <a:gd name="connsiteY1" fmla="*/ 9134 h 17664"/>
              <a:gd name="connsiteX2" fmla="*/ 2663 w 10000"/>
              <a:gd name="connsiteY2" fmla="*/ 1851 h 17664"/>
              <a:gd name="connsiteX3" fmla="*/ 5052 w 10000"/>
              <a:gd name="connsiteY3" fmla="*/ 466 h 17664"/>
              <a:gd name="connsiteX4" fmla="*/ 6719 w 10000"/>
              <a:gd name="connsiteY4" fmla="*/ 8548 h 17664"/>
              <a:gd name="connsiteX5" fmla="*/ 8081 w 10000"/>
              <a:gd name="connsiteY5" fmla="*/ 8036 h 17664"/>
              <a:gd name="connsiteX6" fmla="*/ 9988 w 10000"/>
              <a:gd name="connsiteY6" fmla="*/ 10528 h 17664"/>
              <a:gd name="connsiteX7" fmla="*/ 8598 w 10000"/>
              <a:gd name="connsiteY7" fmla="*/ 14336 h 17664"/>
              <a:gd name="connsiteX8" fmla="*/ 6994 w 10000"/>
              <a:gd name="connsiteY8" fmla="*/ 16861 h 17664"/>
              <a:gd name="connsiteX9" fmla="*/ 5306 w 10000"/>
              <a:gd name="connsiteY9" fmla="*/ 16382 h 17664"/>
              <a:gd name="connsiteX10" fmla="*/ 4370 w 10000"/>
              <a:gd name="connsiteY10" fmla="*/ 17451 h 17664"/>
              <a:gd name="connsiteX11" fmla="*/ 3139 w 10000"/>
              <a:gd name="connsiteY11" fmla="*/ 17558 h 17664"/>
              <a:gd name="connsiteX12" fmla="*/ 2178 w 10000"/>
              <a:gd name="connsiteY12" fmla="*/ 15434 h 17664"/>
              <a:gd name="connsiteX13" fmla="*/ 1186 w 10000"/>
              <a:gd name="connsiteY13" fmla="*/ 15034 h 17664"/>
              <a:gd name="connsiteX14" fmla="*/ 3 w 10000"/>
              <a:gd name="connsiteY14" fmla="*/ 11578 h 17664"/>
              <a:gd name="connsiteX0" fmla="*/ 541 w 9355"/>
              <a:gd name="connsiteY0" fmla="*/ 15034 h 17664"/>
              <a:gd name="connsiteX1" fmla="*/ 69 w 9355"/>
              <a:gd name="connsiteY1" fmla="*/ 9134 h 17664"/>
              <a:gd name="connsiteX2" fmla="*/ 2018 w 9355"/>
              <a:gd name="connsiteY2" fmla="*/ 1851 h 17664"/>
              <a:gd name="connsiteX3" fmla="*/ 4407 w 9355"/>
              <a:gd name="connsiteY3" fmla="*/ 466 h 17664"/>
              <a:gd name="connsiteX4" fmla="*/ 6074 w 9355"/>
              <a:gd name="connsiteY4" fmla="*/ 8548 h 17664"/>
              <a:gd name="connsiteX5" fmla="*/ 7436 w 9355"/>
              <a:gd name="connsiteY5" fmla="*/ 8036 h 17664"/>
              <a:gd name="connsiteX6" fmla="*/ 9343 w 9355"/>
              <a:gd name="connsiteY6" fmla="*/ 10528 h 17664"/>
              <a:gd name="connsiteX7" fmla="*/ 7953 w 9355"/>
              <a:gd name="connsiteY7" fmla="*/ 14336 h 17664"/>
              <a:gd name="connsiteX8" fmla="*/ 6349 w 9355"/>
              <a:gd name="connsiteY8" fmla="*/ 16861 h 17664"/>
              <a:gd name="connsiteX9" fmla="*/ 4661 w 9355"/>
              <a:gd name="connsiteY9" fmla="*/ 16382 h 17664"/>
              <a:gd name="connsiteX10" fmla="*/ 3725 w 9355"/>
              <a:gd name="connsiteY10" fmla="*/ 17451 h 17664"/>
              <a:gd name="connsiteX11" fmla="*/ 2494 w 9355"/>
              <a:gd name="connsiteY11" fmla="*/ 17558 h 17664"/>
              <a:gd name="connsiteX12" fmla="*/ 1533 w 9355"/>
              <a:gd name="connsiteY12" fmla="*/ 15434 h 17664"/>
              <a:gd name="connsiteX13" fmla="*/ 541 w 9355"/>
              <a:gd name="connsiteY13" fmla="*/ 15034 h 17664"/>
              <a:gd name="connsiteX0" fmla="*/ 596 w 10017"/>
              <a:gd name="connsiteY0" fmla="*/ 8511 h 10000"/>
              <a:gd name="connsiteX1" fmla="*/ 92 w 10017"/>
              <a:gd name="connsiteY1" fmla="*/ 5171 h 10000"/>
              <a:gd name="connsiteX2" fmla="*/ 2175 w 10017"/>
              <a:gd name="connsiteY2" fmla="*/ 1048 h 10000"/>
              <a:gd name="connsiteX3" fmla="*/ 4729 w 10017"/>
              <a:gd name="connsiteY3" fmla="*/ 264 h 10000"/>
              <a:gd name="connsiteX4" fmla="*/ 6511 w 10017"/>
              <a:gd name="connsiteY4" fmla="*/ 4839 h 10000"/>
              <a:gd name="connsiteX5" fmla="*/ 7967 w 10017"/>
              <a:gd name="connsiteY5" fmla="*/ 4549 h 10000"/>
              <a:gd name="connsiteX6" fmla="*/ 10005 w 10017"/>
              <a:gd name="connsiteY6" fmla="*/ 5960 h 10000"/>
              <a:gd name="connsiteX7" fmla="*/ 8519 w 10017"/>
              <a:gd name="connsiteY7" fmla="*/ 8116 h 10000"/>
              <a:gd name="connsiteX8" fmla="*/ 6805 w 10017"/>
              <a:gd name="connsiteY8" fmla="*/ 9545 h 10000"/>
              <a:gd name="connsiteX9" fmla="*/ 5000 w 10017"/>
              <a:gd name="connsiteY9" fmla="*/ 9274 h 10000"/>
              <a:gd name="connsiteX10" fmla="*/ 4000 w 10017"/>
              <a:gd name="connsiteY10" fmla="*/ 9879 h 10000"/>
              <a:gd name="connsiteX11" fmla="*/ 2684 w 10017"/>
              <a:gd name="connsiteY11" fmla="*/ 9940 h 10000"/>
              <a:gd name="connsiteX12" fmla="*/ 596 w 10017"/>
              <a:gd name="connsiteY12" fmla="*/ 8511 h 10000"/>
              <a:gd name="connsiteX0" fmla="*/ 596 w 10017"/>
              <a:gd name="connsiteY0" fmla="*/ 8351 h 9840"/>
              <a:gd name="connsiteX1" fmla="*/ 92 w 10017"/>
              <a:gd name="connsiteY1" fmla="*/ 5011 h 9840"/>
              <a:gd name="connsiteX2" fmla="*/ 2175 w 10017"/>
              <a:gd name="connsiteY2" fmla="*/ 888 h 9840"/>
              <a:gd name="connsiteX3" fmla="*/ 4729 w 10017"/>
              <a:gd name="connsiteY3" fmla="*/ 104 h 9840"/>
              <a:gd name="connsiteX4" fmla="*/ 6542 w 10017"/>
              <a:gd name="connsiteY4" fmla="*/ 2462 h 9840"/>
              <a:gd name="connsiteX5" fmla="*/ 7967 w 10017"/>
              <a:gd name="connsiteY5" fmla="*/ 4389 h 9840"/>
              <a:gd name="connsiteX6" fmla="*/ 10005 w 10017"/>
              <a:gd name="connsiteY6" fmla="*/ 5800 h 9840"/>
              <a:gd name="connsiteX7" fmla="*/ 8519 w 10017"/>
              <a:gd name="connsiteY7" fmla="*/ 7956 h 9840"/>
              <a:gd name="connsiteX8" fmla="*/ 6805 w 10017"/>
              <a:gd name="connsiteY8" fmla="*/ 9385 h 9840"/>
              <a:gd name="connsiteX9" fmla="*/ 5000 w 10017"/>
              <a:gd name="connsiteY9" fmla="*/ 9114 h 9840"/>
              <a:gd name="connsiteX10" fmla="*/ 4000 w 10017"/>
              <a:gd name="connsiteY10" fmla="*/ 9719 h 9840"/>
              <a:gd name="connsiteX11" fmla="*/ 2684 w 10017"/>
              <a:gd name="connsiteY11" fmla="*/ 9780 h 9840"/>
              <a:gd name="connsiteX12" fmla="*/ 596 w 10017"/>
              <a:gd name="connsiteY12" fmla="*/ 8351 h 9840"/>
              <a:gd name="connsiteX0" fmla="*/ 596 w 8555"/>
              <a:gd name="connsiteY0" fmla="*/ 8487 h 10000"/>
              <a:gd name="connsiteX1" fmla="*/ 93 w 8555"/>
              <a:gd name="connsiteY1" fmla="*/ 5092 h 10000"/>
              <a:gd name="connsiteX2" fmla="*/ 2172 w 8555"/>
              <a:gd name="connsiteY2" fmla="*/ 902 h 10000"/>
              <a:gd name="connsiteX3" fmla="*/ 4722 w 8555"/>
              <a:gd name="connsiteY3" fmla="*/ 106 h 10000"/>
              <a:gd name="connsiteX4" fmla="*/ 6532 w 8555"/>
              <a:gd name="connsiteY4" fmla="*/ 2502 h 10000"/>
              <a:gd name="connsiteX5" fmla="*/ 7954 w 8555"/>
              <a:gd name="connsiteY5" fmla="*/ 4460 h 10000"/>
              <a:gd name="connsiteX6" fmla="*/ 8506 w 8555"/>
              <a:gd name="connsiteY6" fmla="*/ 8085 h 10000"/>
              <a:gd name="connsiteX7" fmla="*/ 6794 w 8555"/>
              <a:gd name="connsiteY7" fmla="*/ 9538 h 10000"/>
              <a:gd name="connsiteX8" fmla="*/ 4993 w 8555"/>
              <a:gd name="connsiteY8" fmla="*/ 9262 h 10000"/>
              <a:gd name="connsiteX9" fmla="*/ 3994 w 8555"/>
              <a:gd name="connsiteY9" fmla="*/ 9877 h 10000"/>
              <a:gd name="connsiteX10" fmla="*/ 2680 w 8555"/>
              <a:gd name="connsiteY10" fmla="*/ 9939 h 10000"/>
              <a:gd name="connsiteX11" fmla="*/ 596 w 8555"/>
              <a:gd name="connsiteY11" fmla="*/ 8487 h 10000"/>
              <a:gd name="connsiteX0" fmla="*/ 697 w 9407"/>
              <a:gd name="connsiteY0" fmla="*/ 8487 h 10000"/>
              <a:gd name="connsiteX1" fmla="*/ 109 w 9407"/>
              <a:gd name="connsiteY1" fmla="*/ 5092 h 10000"/>
              <a:gd name="connsiteX2" fmla="*/ 2539 w 9407"/>
              <a:gd name="connsiteY2" fmla="*/ 902 h 10000"/>
              <a:gd name="connsiteX3" fmla="*/ 5520 w 9407"/>
              <a:gd name="connsiteY3" fmla="*/ 106 h 10000"/>
              <a:gd name="connsiteX4" fmla="*/ 7635 w 9407"/>
              <a:gd name="connsiteY4" fmla="*/ 2502 h 10000"/>
              <a:gd name="connsiteX5" fmla="*/ 9297 w 9407"/>
              <a:gd name="connsiteY5" fmla="*/ 4460 h 10000"/>
              <a:gd name="connsiteX6" fmla="*/ 9108 w 9407"/>
              <a:gd name="connsiteY6" fmla="*/ 8448 h 10000"/>
              <a:gd name="connsiteX7" fmla="*/ 7942 w 9407"/>
              <a:gd name="connsiteY7" fmla="*/ 9538 h 10000"/>
              <a:gd name="connsiteX8" fmla="*/ 5836 w 9407"/>
              <a:gd name="connsiteY8" fmla="*/ 9262 h 10000"/>
              <a:gd name="connsiteX9" fmla="*/ 4669 w 9407"/>
              <a:gd name="connsiteY9" fmla="*/ 9877 h 10000"/>
              <a:gd name="connsiteX10" fmla="*/ 3133 w 9407"/>
              <a:gd name="connsiteY10" fmla="*/ 9939 h 10000"/>
              <a:gd name="connsiteX11" fmla="*/ 697 w 9407"/>
              <a:gd name="connsiteY11" fmla="*/ 8487 h 10000"/>
              <a:gd name="connsiteX0" fmla="*/ 741 w 10049"/>
              <a:gd name="connsiteY0" fmla="*/ 8487 h 14195"/>
              <a:gd name="connsiteX1" fmla="*/ 116 w 10049"/>
              <a:gd name="connsiteY1" fmla="*/ 5092 h 14195"/>
              <a:gd name="connsiteX2" fmla="*/ 2699 w 10049"/>
              <a:gd name="connsiteY2" fmla="*/ 902 h 14195"/>
              <a:gd name="connsiteX3" fmla="*/ 5868 w 10049"/>
              <a:gd name="connsiteY3" fmla="*/ 106 h 14195"/>
              <a:gd name="connsiteX4" fmla="*/ 8116 w 10049"/>
              <a:gd name="connsiteY4" fmla="*/ 2502 h 14195"/>
              <a:gd name="connsiteX5" fmla="*/ 9883 w 10049"/>
              <a:gd name="connsiteY5" fmla="*/ 4460 h 14195"/>
              <a:gd name="connsiteX6" fmla="*/ 9682 w 10049"/>
              <a:gd name="connsiteY6" fmla="*/ 8448 h 14195"/>
              <a:gd name="connsiteX7" fmla="*/ 7285 w 10049"/>
              <a:gd name="connsiteY7" fmla="*/ 14192 h 14195"/>
              <a:gd name="connsiteX8" fmla="*/ 6204 w 10049"/>
              <a:gd name="connsiteY8" fmla="*/ 9262 h 14195"/>
              <a:gd name="connsiteX9" fmla="*/ 4963 w 10049"/>
              <a:gd name="connsiteY9" fmla="*/ 9877 h 14195"/>
              <a:gd name="connsiteX10" fmla="*/ 3330 w 10049"/>
              <a:gd name="connsiteY10" fmla="*/ 9939 h 14195"/>
              <a:gd name="connsiteX11" fmla="*/ 741 w 10049"/>
              <a:gd name="connsiteY11" fmla="*/ 8487 h 14195"/>
              <a:gd name="connsiteX0" fmla="*/ 741 w 10049"/>
              <a:gd name="connsiteY0" fmla="*/ 8487 h 14740"/>
              <a:gd name="connsiteX1" fmla="*/ 116 w 10049"/>
              <a:gd name="connsiteY1" fmla="*/ 5092 h 14740"/>
              <a:gd name="connsiteX2" fmla="*/ 2699 w 10049"/>
              <a:gd name="connsiteY2" fmla="*/ 902 h 14740"/>
              <a:gd name="connsiteX3" fmla="*/ 5868 w 10049"/>
              <a:gd name="connsiteY3" fmla="*/ 106 h 14740"/>
              <a:gd name="connsiteX4" fmla="*/ 8116 w 10049"/>
              <a:gd name="connsiteY4" fmla="*/ 2502 h 14740"/>
              <a:gd name="connsiteX5" fmla="*/ 9883 w 10049"/>
              <a:gd name="connsiteY5" fmla="*/ 4460 h 14740"/>
              <a:gd name="connsiteX6" fmla="*/ 9682 w 10049"/>
              <a:gd name="connsiteY6" fmla="*/ 8448 h 14740"/>
              <a:gd name="connsiteX7" fmla="*/ 7285 w 10049"/>
              <a:gd name="connsiteY7" fmla="*/ 14192 h 14740"/>
              <a:gd name="connsiteX8" fmla="*/ 5586 w 10049"/>
              <a:gd name="connsiteY8" fmla="*/ 14019 h 14740"/>
              <a:gd name="connsiteX9" fmla="*/ 4963 w 10049"/>
              <a:gd name="connsiteY9" fmla="*/ 9877 h 14740"/>
              <a:gd name="connsiteX10" fmla="*/ 3330 w 10049"/>
              <a:gd name="connsiteY10" fmla="*/ 9939 h 14740"/>
              <a:gd name="connsiteX11" fmla="*/ 741 w 10049"/>
              <a:gd name="connsiteY11" fmla="*/ 8487 h 14740"/>
              <a:gd name="connsiteX0" fmla="*/ 741 w 10049"/>
              <a:gd name="connsiteY0" fmla="*/ 8487 h 14572"/>
              <a:gd name="connsiteX1" fmla="*/ 116 w 10049"/>
              <a:gd name="connsiteY1" fmla="*/ 5092 h 14572"/>
              <a:gd name="connsiteX2" fmla="*/ 2699 w 10049"/>
              <a:gd name="connsiteY2" fmla="*/ 902 h 14572"/>
              <a:gd name="connsiteX3" fmla="*/ 5868 w 10049"/>
              <a:gd name="connsiteY3" fmla="*/ 106 h 14572"/>
              <a:gd name="connsiteX4" fmla="*/ 8116 w 10049"/>
              <a:gd name="connsiteY4" fmla="*/ 2502 h 14572"/>
              <a:gd name="connsiteX5" fmla="*/ 9883 w 10049"/>
              <a:gd name="connsiteY5" fmla="*/ 4460 h 14572"/>
              <a:gd name="connsiteX6" fmla="*/ 9682 w 10049"/>
              <a:gd name="connsiteY6" fmla="*/ 8448 h 14572"/>
              <a:gd name="connsiteX7" fmla="*/ 7285 w 10049"/>
              <a:gd name="connsiteY7" fmla="*/ 14192 h 14572"/>
              <a:gd name="connsiteX8" fmla="*/ 5586 w 10049"/>
              <a:gd name="connsiteY8" fmla="*/ 14019 h 14572"/>
              <a:gd name="connsiteX9" fmla="*/ 3805 w 10049"/>
              <a:gd name="connsiteY9" fmla="*/ 13911 h 14572"/>
              <a:gd name="connsiteX10" fmla="*/ 3330 w 10049"/>
              <a:gd name="connsiteY10" fmla="*/ 9939 h 14572"/>
              <a:gd name="connsiteX11" fmla="*/ 741 w 10049"/>
              <a:gd name="connsiteY11" fmla="*/ 8487 h 14572"/>
              <a:gd name="connsiteX0" fmla="*/ 721 w 10029"/>
              <a:gd name="connsiteY0" fmla="*/ 8487 h 14572"/>
              <a:gd name="connsiteX1" fmla="*/ 96 w 10029"/>
              <a:gd name="connsiteY1" fmla="*/ 5092 h 14572"/>
              <a:gd name="connsiteX2" fmla="*/ 2679 w 10029"/>
              <a:gd name="connsiteY2" fmla="*/ 902 h 14572"/>
              <a:gd name="connsiteX3" fmla="*/ 5848 w 10029"/>
              <a:gd name="connsiteY3" fmla="*/ 106 h 14572"/>
              <a:gd name="connsiteX4" fmla="*/ 8096 w 10029"/>
              <a:gd name="connsiteY4" fmla="*/ 2502 h 14572"/>
              <a:gd name="connsiteX5" fmla="*/ 9863 w 10029"/>
              <a:gd name="connsiteY5" fmla="*/ 4460 h 14572"/>
              <a:gd name="connsiteX6" fmla="*/ 9662 w 10029"/>
              <a:gd name="connsiteY6" fmla="*/ 8448 h 14572"/>
              <a:gd name="connsiteX7" fmla="*/ 7265 w 10029"/>
              <a:gd name="connsiteY7" fmla="*/ 14192 h 14572"/>
              <a:gd name="connsiteX8" fmla="*/ 5566 w 10029"/>
              <a:gd name="connsiteY8" fmla="*/ 14019 h 14572"/>
              <a:gd name="connsiteX9" fmla="*/ 3785 w 10029"/>
              <a:gd name="connsiteY9" fmla="*/ 13911 h 14572"/>
              <a:gd name="connsiteX10" fmla="*/ 2229 w 10029"/>
              <a:gd name="connsiteY10" fmla="*/ 12318 h 14572"/>
              <a:gd name="connsiteX11" fmla="*/ 721 w 10029"/>
              <a:gd name="connsiteY11" fmla="*/ 8487 h 14572"/>
              <a:gd name="connsiteX0" fmla="*/ 0 w 9308"/>
              <a:gd name="connsiteY0" fmla="*/ 8487 h 14572"/>
              <a:gd name="connsiteX1" fmla="*/ 1958 w 9308"/>
              <a:gd name="connsiteY1" fmla="*/ 902 h 14572"/>
              <a:gd name="connsiteX2" fmla="*/ 5127 w 9308"/>
              <a:gd name="connsiteY2" fmla="*/ 106 h 14572"/>
              <a:gd name="connsiteX3" fmla="*/ 7375 w 9308"/>
              <a:gd name="connsiteY3" fmla="*/ 2502 h 14572"/>
              <a:gd name="connsiteX4" fmla="*/ 9142 w 9308"/>
              <a:gd name="connsiteY4" fmla="*/ 4460 h 14572"/>
              <a:gd name="connsiteX5" fmla="*/ 8941 w 9308"/>
              <a:gd name="connsiteY5" fmla="*/ 8448 h 14572"/>
              <a:gd name="connsiteX6" fmla="*/ 6544 w 9308"/>
              <a:gd name="connsiteY6" fmla="*/ 14192 h 14572"/>
              <a:gd name="connsiteX7" fmla="*/ 4845 w 9308"/>
              <a:gd name="connsiteY7" fmla="*/ 14019 h 14572"/>
              <a:gd name="connsiteX8" fmla="*/ 3064 w 9308"/>
              <a:gd name="connsiteY8" fmla="*/ 13911 h 14572"/>
              <a:gd name="connsiteX9" fmla="*/ 1508 w 9308"/>
              <a:gd name="connsiteY9" fmla="*/ 12318 h 14572"/>
              <a:gd name="connsiteX10" fmla="*/ 0 w 9308"/>
              <a:gd name="connsiteY10" fmla="*/ 8487 h 14572"/>
              <a:gd name="connsiteX0" fmla="*/ 0 w 10001"/>
              <a:gd name="connsiteY0" fmla="*/ 5824 h 10000"/>
              <a:gd name="connsiteX1" fmla="*/ 2104 w 10001"/>
              <a:gd name="connsiteY1" fmla="*/ 619 h 10000"/>
              <a:gd name="connsiteX2" fmla="*/ 5508 w 10001"/>
              <a:gd name="connsiteY2" fmla="*/ 73 h 10000"/>
              <a:gd name="connsiteX3" fmla="*/ 7923 w 10001"/>
              <a:gd name="connsiteY3" fmla="*/ 1717 h 10000"/>
              <a:gd name="connsiteX4" fmla="*/ 9822 w 10001"/>
              <a:gd name="connsiteY4" fmla="*/ 3061 h 10000"/>
              <a:gd name="connsiteX5" fmla="*/ 9606 w 10001"/>
              <a:gd name="connsiteY5" fmla="*/ 5797 h 10000"/>
              <a:gd name="connsiteX6" fmla="*/ 7031 w 10001"/>
              <a:gd name="connsiteY6" fmla="*/ 9739 h 10000"/>
              <a:gd name="connsiteX7" fmla="*/ 5205 w 10001"/>
              <a:gd name="connsiteY7" fmla="*/ 9621 h 10000"/>
              <a:gd name="connsiteX8" fmla="*/ 3292 w 10001"/>
              <a:gd name="connsiteY8" fmla="*/ 9546 h 10000"/>
              <a:gd name="connsiteX9" fmla="*/ 1620 w 10001"/>
              <a:gd name="connsiteY9" fmla="*/ 8453 h 10000"/>
              <a:gd name="connsiteX10" fmla="*/ 0 w 10001"/>
              <a:gd name="connsiteY10" fmla="*/ 5824 h 10000"/>
              <a:gd name="connsiteX0" fmla="*/ 3 w 10004"/>
              <a:gd name="connsiteY0" fmla="*/ 5824 h 10000"/>
              <a:gd name="connsiteX1" fmla="*/ 2107 w 10004"/>
              <a:gd name="connsiteY1" fmla="*/ 619 h 10000"/>
              <a:gd name="connsiteX2" fmla="*/ 5511 w 10004"/>
              <a:gd name="connsiteY2" fmla="*/ 73 h 10000"/>
              <a:gd name="connsiteX3" fmla="*/ 7926 w 10004"/>
              <a:gd name="connsiteY3" fmla="*/ 1717 h 10000"/>
              <a:gd name="connsiteX4" fmla="*/ 9825 w 10004"/>
              <a:gd name="connsiteY4" fmla="*/ 3061 h 10000"/>
              <a:gd name="connsiteX5" fmla="*/ 9609 w 10004"/>
              <a:gd name="connsiteY5" fmla="*/ 5797 h 10000"/>
              <a:gd name="connsiteX6" fmla="*/ 7034 w 10004"/>
              <a:gd name="connsiteY6" fmla="*/ 9739 h 10000"/>
              <a:gd name="connsiteX7" fmla="*/ 5208 w 10004"/>
              <a:gd name="connsiteY7" fmla="*/ 9621 h 10000"/>
              <a:gd name="connsiteX8" fmla="*/ 3295 w 10004"/>
              <a:gd name="connsiteY8" fmla="*/ 9546 h 10000"/>
              <a:gd name="connsiteX9" fmla="*/ 1623 w 10004"/>
              <a:gd name="connsiteY9" fmla="*/ 8453 h 10000"/>
              <a:gd name="connsiteX10" fmla="*/ 3 w 10004"/>
              <a:gd name="connsiteY10" fmla="*/ 5824 h 10000"/>
              <a:gd name="connsiteX0" fmla="*/ 11 w 10012"/>
              <a:gd name="connsiteY0" fmla="*/ 5824 h 10000"/>
              <a:gd name="connsiteX1" fmla="*/ 2115 w 10012"/>
              <a:gd name="connsiteY1" fmla="*/ 619 h 10000"/>
              <a:gd name="connsiteX2" fmla="*/ 5519 w 10012"/>
              <a:gd name="connsiteY2" fmla="*/ 73 h 10000"/>
              <a:gd name="connsiteX3" fmla="*/ 7934 w 10012"/>
              <a:gd name="connsiteY3" fmla="*/ 1717 h 10000"/>
              <a:gd name="connsiteX4" fmla="*/ 9833 w 10012"/>
              <a:gd name="connsiteY4" fmla="*/ 3061 h 10000"/>
              <a:gd name="connsiteX5" fmla="*/ 9617 w 10012"/>
              <a:gd name="connsiteY5" fmla="*/ 5797 h 10000"/>
              <a:gd name="connsiteX6" fmla="*/ 7042 w 10012"/>
              <a:gd name="connsiteY6" fmla="*/ 9739 h 10000"/>
              <a:gd name="connsiteX7" fmla="*/ 5216 w 10012"/>
              <a:gd name="connsiteY7" fmla="*/ 9621 h 10000"/>
              <a:gd name="connsiteX8" fmla="*/ 3303 w 10012"/>
              <a:gd name="connsiteY8" fmla="*/ 9546 h 10000"/>
              <a:gd name="connsiteX9" fmla="*/ 1631 w 10012"/>
              <a:gd name="connsiteY9" fmla="*/ 8453 h 10000"/>
              <a:gd name="connsiteX10" fmla="*/ 11 w 10012"/>
              <a:gd name="connsiteY10" fmla="*/ 5824 h 10000"/>
              <a:gd name="connsiteX0" fmla="*/ 11 w 10012"/>
              <a:gd name="connsiteY0" fmla="*/ 5824 h 10000"/>
              <a:gd name="connsiteX1" fmla="*/ 2115 w 10012"/>
              <a:gd name="connsiteY1" fmla="*/ 619 h 10000"/>
              <a:gd name="connsiteX2" fmla="*/ 5519 w 10012"/>
              <a:gd name="connsiteY2" fmla="*/ 73 h 10000"/>
              <a:gd name="connsiteX3" fmla="*/ 7934 w 10012"/>
              <a:gd name="connsiteY3" fmla="*/ 1717 h 10000"/>
              <a:gd name="connsiteX4" fmla="*/ 9833 w 10012"/>
              <a:gd name="connsiteY4" fmla="*/ 3061 h 10000"/>
              <a:gd name="connsiteX5" fmla="*/ 9617 w 10012"/>
              <a:gd name="connsiteY5" fmla="*/ 5797 h 10000"/>
              <a:gd name="connsiteX6" fmla="*/ 7042 w 10012"/>
              <a:gd name="connsiteY6" fmla="*/ 9739 h 10000"/>
              <a:gd name="connsiteX7" fmla="*/ 5216 w 10012"/>
              <a:gd name="connsiteY7" fmla="*/ 9621 h 10000"/>
              <a:gd name="connsiteX8" fmla="*/ 3303 w 10012"/>
              <a:gd name="connsiteY8" fmla="*/ 9546 h 10000"/>
              <a:gd name="connsiteX9" fmla="*/ 11 w 10012"/>
              <a:gd name="connsiteY9" fmla="*/ 5824 h 10000"/>
              <a:gd name="connsiteX0" fmla="*/ 11 w 9844"/>
              <a:gd name="connsiteY0" fmla="*/ 5824 h 9855"/>
              <a:gd name="connsiteX1" fmla="*/ 2115 w 9844"/>
              <a:gd name="connsiteY1" fmla="*/ 619 h 9855"/>
              <a:gd name="connsiteX2" fmla="*/ 5519 w 9844"/>
              <a:gd name="connsiteY2" fmla="*/ 73 h 9855"/>
              <a:gd name="connsiteX3" fmla="*/ 7934 w 9844"/>
              <a:gd name="connsiteY3" fmla="*/ 1717 h 9855"/>
              <a:gd name="connsiteX4" fmla="*/ 9833 w 9844"/>
              <a:gd name="connsiteY4" fmla="*/ 3061 h 9855"/>
              <a:gd name="connsiteX5" fmla="*/ 8657 w 9844"/>
              <a:gd name="connsiteY5" fmla="*/ 7784 h 9855"/>
              <a:gd name="connsiteX6" fmla="*/ 7042 w 9844"/>
              <a:gd name="connsiteY6" fmla="*/ 9739 h 9855"/>
              <a:gd name="connsiteX7" fmla="*/ 5216 w 9844"/>
              <a:gd name="connsiteY7" fmla="*/ 9621 h 9855"/>
              <a:gd name="connsiteX8" fmla="*/ 3303 w 9844"/>
              <a:gd name="connsiteY8" fmla="*/ 9546 h 9855"/>
              <a:gd name="connsiteX9" fmla="*/ 11 w 9844"/>
              <a:gd name="connsiteY9" fmla="*/ 5824 h 9855"/>
              <a:gd name="connsiteX0" fmla="*/ 11 w 9655"/>
              <a:gd name="connsiteY0" fmla="*/ 5910 h 10000"/>
              <a:gd name="connsiteX1" fmla="*/ 2149 w 9655"/>
              <a:gd name="connsiteY1" fmla="*/ 628 h 10000"/>
              <a:gd name="connsiteX2" fmla="*/ 5606 w 9655"/>
              <a:gd name="connsiteY2" fmla="*/ 74 h 10000"/>
              <a:gd name="connsiteX3" fmla="*/ 8060 w 9655"/>
              <a:gd name="connsiteY3" fmla="*/ 1742 h 10000"/>
              <a:gd name="connsiteX4" fmla="*/ 9638 w 9655"/>
              <a:gd name="connsiteY4" fmla="*/ 4186 h 10000"/>
              <a:gd name="connsiteX5" fmla="*/ 8794 w 9655"/>
              <a:gd name="connsiteY5" fmla="*/ 7899 h 10000"/>
              <a:gd name="connsiteX6" fmla="*/ 7154 w 9655"/>
              <a:gd name="connsiteY6" fmla="*/ 9882 h 10000"/>
              <a:gd name="connsiteX7" fmla="*/ 5299 w 9655"/>
              <a:gd name="connsiteY7" fmla="*/ 9763 h 10000"/>
              <a:gd name="connsiteX8" fmla="*/ 3355 w 9655"/>
              <a:gd name="connsiteY8" fmla="*/ 9686 h 10000"/>
              <a:gd name="connsiteX9" fmla="*/ 11 w 9655"/>
              <a:gd name="connsiteY9" fmla="*/ 5910 h 10000"/>
              <a:gd name="connsiteX0" fmla="*/ 12 w 9995"/>
              <a:gd name="connsiteY0" fmla="*/ 5900 h 9990"/>
              <a:gd name="connsiteX1" fmla="*/ 2227 w 9995"/>
              <a:gd name="connsiteY1" fmla="*/ 618 h 9990"/>
              <a:gd name="connsiteX2" fmla="*/ 5807 w 9995"/>
              <a:gd name="connsiteY2" fmla="*/ 64 h 9990"/>
              <a:gd name="connsiteX3" fmla="*/ 8511 w 9995"/>
              <a:gd name="connsiteY3" fmla="*/ 1588 h 9990"/>
              <a:gd name="connsiteX4" fmla="*/ 9983 w 9995"/>
              <a:gd name="connsiteY4" fmla="*/ 4176 h 9990"/>
              <a:gd name="connsiteX5" fmla="*/ 9109 w 9995"/>
              <a:gd name="connsiteY5" fmla="*/ 7889 h 9990"/>
              <a:gd name="connsiteX6" fmla="*/ 7411 w 9995"/>
              <a:gd name="connsiteY6" fmla="*/ 9872 h 9990"/>
              <a:gd name="connsiteX7" fmla="*/ 5489 w 9995"/>
              <a:gd name="connsiteY7" fmla="*/ 9753 h 9990"/>
              <a:gd name="connsiteX8" fmla="*/ 3476 w 9995"/>
              <a:gd name="connsiteY8" fmla="*/ 9676 h 9990"/>
              <a:gd name="connsiteX9" fmla="*/ 12 w 9995"/>
              <a:gd name="connsiteY9" fmla="*/ 5900 h 9990"/>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2"/>
              <a:gd name="connsiteY0" fmla="*/ 5915 h 10009"/>
              <a:gd name="connsiteX1" fmla="*/ 2228 w 10012"/>
              <a:gd name="connsiteY1" fmla="*/ 628 h 10009"/>
              <a:gd name="connsiteX2" fmla="*/ 5810 w 10012"/>
              <a:gd name="connsiteY2" fmla="*/ 73 h 10009"/>
              <a:gd name="connsiteX3" fmla="*/ 8192 w 10012"/>
              <a:gd name="connsiteY3" fmla="*/ 1743 h 10009"/>
              <a:gd name="connsiteX4" fmla="*/ 9988 w 10012"/>
              <a:gd name="connsiteY4" fmla="*/ 4189 h 10009"/>
              <a:gd name="connsiteX5" fmla="*/ 9114 w 10012"/>
              <a:gd name="connsiteY5" fmla="*/ 7906 h 10009"/>
              <a:gd name="connsiteX6" fmla="*/ 7415 w 10012"/>
              <a:gd name="connsiteY6" fmla="*/ 9891 h 10009"/>
              <a:gd name="connsiteX7" fmla="*/ 5492 w 10012"/>
              <a:gd name="connsiteY7" fmla="*/ 9772 h 10009"/>
              <a:gd name="connsiteX8" fmla="*/ 3478 w 10012"/>
              <a:gd name="connsiteY8" fmla="*/ 9695 h 10009"/>
              <a:gd name="connsiteX9" fmla="*/ 12 w 10012"/>
              <a:gd name="connsiteY9" fmla="*/ 5915 h 10009"/>
              <a:gd name="connsiteX0" fmla="*/ 12 w 10018"/>
              <a:gd name="connsiteY0" fmla="*/ 5906 h 10000"/>
              <a:gd name="connsiteX1" fmla="*/ 2228 w 10018"/>
              <a:gd name="connsiteY1" fmla="*/ 619 h 10000"/>
              <a:gd name="connsiteX2" fmla="*/ 5810 w 10018"/>
              <a:gd name="connsiteY2" fmla="*/ 64 h 10000"/>
              <a:gd name="connsiteX3" fmla="*/ 8071 w 10018"/>
              <a:gd name="connsiteY3" fmla="*/ 1590 h 10000"/>
              <a:gd name="connsiteX4" fmla="*/ 9988 w 10018"/>
              <a:gd name="connsiteY4" fmla="*/ 4180 h 10000"/>
              <a:gd name="connsiteX5" fmla="*/ 9114 w 10018"/>
              <a:gd name="connsiteY5" fmla="*/ 7897 h 10000"/>
              <a:gd name="connsiteX6" fmla="*/ 7415 w 10018"/>
              <a:gd name="connsiteY6" fmla="*/ 9882 h 10000"/>
              <a:gd name="connsiteX7" fmla="*/ 5492 w 10018"/>
              <a:gd name="connsiteY7" fmla="*/ 9763 h 10000"/>
              <a:gd name="connsiteX8" fmla="*/ 3478 w 10018"/>
              <a:gd name="connsiteY8" fmla="*/ 9686 h 10000"/>
              <a:gd name="connsiteX9" fmla="*/ 12 w 10018"/>
              <a:gd name="connsiteY9" fmla="*/ 5906 h 10000"/>
              <a:gd name="connsiteX0" fmla="*/ 17 w 10023"/>
              <a:gd name="connsiteY0" fmla="*/ 5870 h 9964"/>
              <a:gd name="connsiteX1" fmla="*/ 2314 w 10023"/>
              <a:gd name="connsiteY1" fmla="*/ 799 h 9964"/>
              <a:gd name="connsiteX2" fmla="*/ 5815 w 10023"/>
              <a:gd name="connsiteY2" fmla="*/ 28 h 9964"/>
              <a:gd name="connsiteX3" fmla="*/ 8076 w 10023"/>
              <a:gd name="connsiteY3" fmla="*/ 1554 h 9964"/>
              <a:gd name="connsiteX4" fmla="*/ 9993 w 10023"/>
              <a:gd name="connsiteY4" fmla="*/ 4144 h 9964"/>
              <a:gd name="connsiteX5" fmla="*/ 9119 w 10023"/>
              <a:gd name="connsiteY5" fmla="*/ 7861 h 9964"/>
              <a:gd name="connsiteX6" fmla="*/ 7420 w 10023"/>
              <a:gd name="connsiteY6" fmla="*/ 9846 h 9964"/>
              <a:gd name="connsiteX7" fmla="*/ 5497 w 10023"/>
              <a:gd name="connsiteY7" fmla="*/ 9727 h 9964"/>
              <a:gd name="connsiteX8" fmla="*/ 3483 w 10023"/>
              <a:gd name="connsiteY8" fmla="*/ 9650 h 9964"/>
              <a:gd name="connsiteX9" fmla="*/ 17 w 10023"/>
              <a:gd name="connsiteY9" fmla="*/ 5870 h 9964"/>
              <a:gd name="connsiteX0" fmla="*/ 18 w 9920"/>
              <a:gd name="connsiteY0" fmla="*/ 6010 h 10047"/>
              <a:gd name="connsiteX1" fmla="*/ 2229 w 9920"/>
              <a:gd name="connsiteY1" fmla="*/ 849 h 10047"/>
              <a:gd name="connsiteX2" fmla="*/ 5722 w 9920"/>
              <a:gd name="connsiteY2" fmla="*/ 75 h 10047"/>
              <a:gd name="connsiteX3" fmla="*/ 7977 w 9920"/>
              <a:gd name="connsiteY3" fmla="*/ 1607 h 10047"/>
              <a:gd name="connsiteX4" fmla="*/ 9890 w 9920"/>
              <a:gd name="connsiteY4" fmla="*/ 4206 h 10047"/>
              <a:gd name="connsiteX5" fmla="*/ 9018 w 9920"/>
              <a:gd name="connsiteY5" fmla="*/ 7936 h 10047"/>
              <a:gd name="connsiteX6" fmla="*/ 7323 w 9920"/>
              <a:gd name="connsiteY6" fmla="*/ 9929 h 10047"/>
              <a:gd name="connsiteX7" fmla="*/ 5404 w 9920"/>
              <a:gd name="connsiteY7" fmla="*/ 9809 h 10047"/>
              <a:gd name="connsiteX8" fmla="*/ 3395 w 9920"/>
              <a:gd name="connsiteY8" fmla="*/ 9732 h 10047"/>
              <a:gd name="connsiteX9" fmla="*/ 18 w 9920"/>
              <a:gd name="connsiteY9" fmla="*/ 6010 h 10047"/>
              <a:gd name="connsiteX0" fmla="*/ 151 w 10133"/>
              <a:gd name="connsiteY0" fmla="*/ 5935 h 9953"/>
              <a:gd name="connsiteX1" fmla="*/ 771 w 10133"/>
              <a:gd name="connsiteY1" fmla="*/ 3547 h 9953"/>
              <a:gd name="connsiteX2" fmla="*/ 2380 w 10133"/>
              <a:gd name="connsiteY2" fmla="*/ 798 h 9953"/>
              <a:gd name="connsiteX3" fmla="*/ 5901 w 10133"/>
              <a:gd name="connsiteY3" fmla="*/ 28 h 9953"/>
              <a:gd name="connsiteX4" fmla="*/ 8174 w 10133"/>
              <a:gd name="connsiteY4" fmla="*/ 1552 h 9953"/>
              <a:gd name="connsiteX5" fmla="*/ 10103 w 10133"/>
              <a:gd name="connsiteY5" fmla="*/ 4139 h 9953"/>
              <a:gd name="connsiteX6" fmla="*/ 9224 w 10133"/>
              <a:gd name="connsiteY6" fmla="*/ 7852 h 9953"/>
              <a:gd name="connsiteX7" fmla="*/ 7515 w 10133"/>
              <a:gd name="connsiteY7" fmla="*/ 9836 h 9953"/>
              <a:gd name="connsiteX8" fmla="*/ 5581 w 10133"/>
              <a:gd name="connsiteY8" fmla="*/ 9716 h 9953"/>
              <a:gd name="connsiteX9" fmla="*/ 3555 w 10133"/>
              <a:gd name="connsiteY9" fmla="*/ 9639 h 9953"/>
              <a:gd name="connsiteX10" fmla="*/ 151 w 10133"/>
              <a:gd name="connsiteY10" fmla="*/ 5935 h 9953"/>
              <a:gd name="connsiteX0" fmla="*/ 200 w 9769"/>
              <a:gd name="connsiteY0" fmla="*/ 7121 h 10000"/>
              <a:gd name="connsiteX1" fmla="*/ 531 w 9769"/>
              <a:gd name="connsiteY1" fmla="*/ 3564 h 10000"/>
              <a:gd name="connsiteX2" fmla="*/ 2119 w 9769"/>
              <a:gd name="connsiteY2" fmla="*/ 802 h 10000"/>
              <a:gd name="connsiteX3" fmla="*/ 5594 w 9769"/>
              <a:gd name="connsiteY3" fmla="*/ 28 h 10000"/>
              <a:gd name="connsiteX4" fmla="*/ 7837 w 9769"/>
              <a:gd name="connsiteY4" fmla="*/ 1559 h 10000"/>
              <a:gd name="connsiteX5" fmla="*/ 9740 w 9769"/>
              <a:gd name="connsiteY5" fmla="*/ 4159 h 10000"/>
              <a:gd name="connsiteX6" fmla="*/ 8873 w 9769"/>
              <a:gd name="connsiteY6" fmla="*/ 7889 h 10000"/>
              <a:gd name="connsiteX7" fmla="*/ 7186 w 9769"/>
              <a:gd name="connsiteY7" fmla="*/ 9882 h 10000"/>
              <a:gd name="connsiteX8" fmla="*/ 5278 w 9769"/>
              <a:gd name="connsiteY8" fmla="*/ 9762 h 10000"/>
              <a:gd name="connsiteX9" fmla="*/ 3278 w 9769"/>
              <a:gd name="connsiteY9" fmla="*/ 9685 h 10000"/>
              <a:gd name="connsiteX10" fmla="*/ 200 w 9769"/>
              <a:gd name="connsiteY10" fmla="*/ 7121 h 10000"/>
              <a:gd name="connsiteX0" fmla="*/ 80 w 9875"/>
              <a:gd name="connsiteY0" fmla="*/ 7121 h 10000"/>
              <a:gd name="connsiteX1" fmla="*/ 419 w 9875"/>
              <a:gd name="connsiteY1" fmla="*/ 3564 h 10000"/>
              <a:gd name="connsiteX2" fmla="*/ 2044 w 9875"/>
              <a:gd name="connsiteY2" fmla="*/ 802 h 10000"/>
              <a:gd name="connsiteX3" fmla="*/ 5601 w 9875"/>
              <a:gd name="connsiteY3" fmla="*/ 28 h 10000"/>
              <a:gd name="connsiteX4" fmla="*/ 7897 w 9875"/>
              <a:gd name="connsiteY4" fmla="*/ 1559 h 10000"/>
              <a:gd name="connsiteX5" fmla="*/ 9845 w 9875"/>
              <a:gd name="connsiteY5" fmla="*/ 4159 h 10000"/>
              <a:gd name="connsiteX6" fmla="*/ 8958 w 9875"/>
              <a:gd name="connsiteY6" fmla="*/ 7889 h 10000"/>
              <a:gd name="connsiteX7" fmla="*/ 7231 w 9875"/>
              <a:gd name="connsiteY7" fmla="*/ 9882 h 10000"/>
              <a:gd name="connsiteX8" fmla="*/ 5278 w 9875"/>
              <a:gd name="connsiteY8" fmla="*/ 9762 h 10000"/>
              <a:gd name="connsiteX9" fmla="*/ 3231 w 9875"/>
              <a:gd name="connsiteY9" fmla="*/ 9685 h 10000"/>
              <a:gd name="connsiteX10" fmla="*/ 1528 w 9875"/>
              <a:gd name="connsiteY10" fmla="*/ 8267 h 10000"/>
              <a:gd name="connsiteX11" fmla="*/ 80 w 9875"/>
              <a:gd name="connsiteY11" fmla="*/ 7121 h 10000"/>
              <a:gd name="connsiteX0" fmla="*/ 81 w 10000"/>
              <a:gd name="connsiteY0" fmla="*/ 7121 h 9956"/>
              <a:gd name="connsiteX1" fmla="*/ 424 w 10000"/>
              <a:gd name="connsiteY1" fmla="*/ 3564 h 9956"/>
              <a:gd name="connsiteX2" fmla="*/ 2070 w 10000"/>
              <a:gd name="connsiteY2" fmla="*/ 802 h 9956"/>
              <a:gd name="connsiteX3" fmla="*/ 5672 w 10000"/>
              <a:gd name="connsiteY3" fmla="*/ 28 h 9956"/>
              <a:gd name="connsiteX4" fmla="*/ 7997 w 10000"/>
              <a:gd name="connsiteY4" fmla="*/ 1559 h 9956"/>
              <a:gd name="connsiteX5" fmla="*/ 9970 w 10000"/>
              <a:gd name="connsiteY5" fmla="*/ 4159 h 9956"/>
              <a:gd name="connsiteX6" fmla="*/ 9071 w 10000"/>
              <a:gd name="connsiteY6" fmla="*/ 7889 h 9956"/>
              <a:gd name="connsiteX7" fmla="*/ 7323 w 10000"/>
              <a:gd name="connsiteY7" fmla="*/ 9882 h 9956"/>
              <a:gd name="connsiteX8" fmla="*/ 4846 w 10000"/>
              <a:gd name="connsiteY8" fmla="*/ 9545 h 9956"/>
              <a:gd name="connsiteX9" fmla="*/ 3272 w 10000"/>
              <a:gd name="connsiteY9" fmla="*/ 9685 h 9956"/>
              <a:gd name="connsiteX10" fmla="*/ 1547 w 10000"/>
              <a:gd name="connsiteY10" fmla="*/ 8267 h 9956"/>
              <a:gd name="connsiteX11" fmla="*/ 81 w 10000"/>
              <a:gd name="connsiteY11" fmla="*/ 7121 h 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56">
                <a:moveTo>
                  <a:pt x="81" y="7121"/>
                </a:moveTo>
                <a:cubicBezTo>
                  <a:pt x="-106" y="6337"/>
                  <a:pt x="45" y="4424"/>
                  <a:pt x="424" y="3564"/>
                </a:cubicBezTo>
                <a:cubicBezTo>
                  <a:pt x="803" y="2704"/>
                  <a:pt x="1195" y="1391"/>
                  <a:pt x="2070" y="802"/>
                </a:cubicBezTo>
                <a:cubicBezTo>
                  <a:pt x="2945" y="213"/>
                  <a:pt x="4684" y="-98"/>
                  <a:pt x="5672" y="28"/>
                </a:cubicBezTo>
                <a:cubicBezTo>
                  <a:pt x="6659" y="155"/>
                  <a:pt x="7237" y="872"/>
                  <a:pt x="7997" y="1559"/>
                </a:cubicBezTo>
                <a:cubicBezTo>
                  <a:pt x="8757" y="2247"/>
                  <a:pt x="9790" y="3104"/>
                  <a:pt x="9970" y="4159"/>
                </a:cubicBezTo>
                <a:cubicBezTo>
                  <a:pt x="10149" y="5214"/>
                  <a:pt x="9512" y="6936"/>
                  <a:pt x="9071" y="7889"/>
                </a:cubicBezTo>
                <a:cubicBezTo>
                  <a:pt x="8629" y="8843"/>
                  <a:pt x="8027" y="9606"/>
                  <a:pt x="7323" y="9882"/>
                </a:cubicBezTo>
                <a:cubicBezTo>
                  <a:pt x="6619" y="10158"/>
                  <a:pt x="5520" y="9577"/>
                  <a:pt x="4846" y="9545"/>
                </a:cubicBezTo>
                <a:cubicBezTo>
                  <a:pt x="4169" y="9511"/>
                  <a:pt x="3822" y="9898"/>
                  <a:pt x="3272" y="9685"/>
                </a:cubicBezTo>
                <a:cubicBezTo>
                  <a:pt x="2722" y="9472"/>
                  <a:pt x="2079" y="8694"/>
                  <a:pt x="1547" y="8267"/>
                </a:cubicBezTo>
                <a:cubicBezTo>
                  <a:pt x="1016" y="7840"/>
                  <a:pt x="268" y="7905"/>
                  <a:pt x="81" y="712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58" name="Straight Connector 1057">
            <a:extLst>
              <a:ext uri="{FF2B5EF4-FFF2-40B4-BE49-F238E27FC236}">
                <a16:creationId xmlns:a16="http://schemas.microsoft.com/office/drawing/2014/main" id="{C49F56C2-7636-6D53-F093-7CA15FBEE7A3}"/>
              </a:ext>
            </a:extLst>
          </p:cNvPr>
          <p:cNvCxnSpPr>
            <a:cxnSpLocks/>
            <a:stCxn id="1007" idx="4"/>
            <a:endCxn id="742" idx="2"/>
          </p:cNvCxnSpPr>
          <p:nvPr/>
        </p:nvCxnSpPr>
        <p:spPr>
          <a:xfrm flipH="1" flipV="1">
            <a:off x="8306093" y="4353527"/>
            <a:ext cx="336768" cy="939505"/>
          </a:xfrm>
          <a:prstGeom prst="line">
            <a:avLst/>
          </a:prstGeom>
          <a:noFill/>
          <a:ln w="12700" cap="flat" cmpd="sng" algn="ctr">
            <a:solidFill>
              <a:srgbClr val="000000"/>
            </a:solidFill>
            <a:prstDash val="solid"/>
          </a:ln>
          <a:effectLst/>
        </p:spPr>
      </p:cxnSp>
      <p:cxnSp>
        <p:nvCxnSpPr>
          <p:cNvPr id="12" name="Straight Connector 11">
            <a:extLst>
              <a:ext uri="{FF2B5EF4-FFF2-40B4-BE49-F238E27FC236}">
                <a16:creationId xmlns:a16="http://schemas.microsoft.com/office/drawing/2014/main" id="{06C83F0C-B225-F856-78E0-6D6718F66F77}"/>
              </a:ext>
            </a:extLst>
          </p:cNvPr>
          <p:cNvCxnSpPr>
            <a:cxnSpLocks/>
            <a:stCxn id="590" idx="2"/>
            <a:endCxn id="560" idx="2"/>
          </p:cNvCxnSpPr>
          <p:nvPr/>
        </p:nvCxnSpPr>
        <p:spPr>
          <a:xfrm flipH="1">
            <a:off x="3488329" y="3186558"/>
            <a:ext cx="1149237" cy="1476568"/>
          </a:xfrm>
          <a:prstGeom prst="line">
            <a:avLst/>
          </a:prstGeom>
          <a:noFill/>
          <a:ln w="12700" cap="flat" cmpd="sng" algn="ctr">
            <a:solidFill>
              <a:srgbClr val="000000"/>
            </a:solidFill>
            <a:prstDash val="solid"/>
          </a:ln>
          <a:effectLst/>
        </p:spPr>
      </p:cxnSp>
      <p:cxnSp>
        <p:nvCxnSpPr>
          <p:cNvPr id="14" name="Straight Connector 13">
            <a:extLst>
              <a:ext uri="{FF2B5EF4-FFF2-40B4-BE49-F238E27FC236}">
                <a16:creationId xmlns:a16="http://schemas.microsoft.com/office/drawing/2014/main" id="{42E2BB5D-3914-2A31-7342-CE13FD13C728}"/>
              </a:ext>
            </a:extLst>
          </p:cNvPr>
          <p:cNvCxnSpPr>
            <a:cxnSpLocks/>
            <a:stCxn id="550" idx="1"/>
            <a:endCxn id="578" idx="11"/>
          </p:cNvCxnSpPr>
          <p:nvPr/>
        </p:nvCxnSpPr>
        <p:spPr>
          <a:xfrm flipV="1">
            <a:off x="3379829" y="5127069"/>
            <a:ext cx="1222423" cy="62204"/>
          </a:xfrm>
          <a:prstGeom prst="line">
            <a:avLst/>
          </a:prstGeom>
          <a:noFill/>
          <a:ln w="12700" cap="flat" cmpd="sng" algn="ctr">
            <a:solidFill>
              <a:srgbClr val="000000"/>
            </a:solidFill>
            <a:prstDash val="solid"/>
          </a:ln>
          <a:effectLst/>
        </p:spPr>
      </p:cxnSp>
      <p:cxnSp>
        <p:nvCxnSpPr>
          <p:cNvPr id="920" name="Straight Connector 919">
            <a:extLst>
              <a:ext uri="{FF2B5EF4-FFF2-40B4-BE49-F238E27FC236}">
                <a16:creationId xmlns:a16="http://schemas.microsoft.com/office/drawing/2014/main" id="{F9D85DF7-2A3C-557B-A042-C7E055B42530}"/>
              </a:ext>
            </a:extLst>
          </p:cNvPr>
          <p:cNvCxnSpPr>
            <a:cxnSpLocks/>
            <a:stCxn id="570" idx="2"/>
            <a:endCxn id="639" idx="0"/>
          </p:cNvCxnSpPr>
          <p:nvPr/>
        </p:nvCxnSpPr>
        <p:spPr>
          <a:xfrm flipV="1">
            <a:off x="5794374" y="3619380"/>
            <a:ext cx="686436" cy="1274202"/>
          </a:xfrm>
          <a:prstGeom prst="line">
            <a:avLst/>
          </a:prstGeom>
          <a:noFill/>
          <a:ln w="12700" cap="flat" cmpd="sng" algn="ctr">
            <a:solidFill>
              <a:srgbClr val="000000"/>
            </a:solidFill>
            <a:prstDash val="solid"/>
          </a:ln>
          <a:effectLst/>
        </p:spPr>
      </p:cxnSp>
      <p:cxnSp>
        <p:nvCxnSpPr>
          <p:cNvPr id="923" name="Straight Connector 922">
            <a:extLst>
              <a:ext uri="{FF2B5EF4-FFF2-40B4-BE49-F238E27FC236}">
                <a16:creationId xmlns:a16="http://schemas.microsoft.com/office/drawing/2014/main" id="{AFB7C769-501B-7547-9AD8-8DBDB6492D3A}"/>
              </a:ext>
            </a:extLst>
          </p:cNvPr>
          <p:cNvCxnSpPr>
            <a:cxnSpLocks/>
            <a:stCxn id="669" idx="0"/>
            <a:endCxn id="753" idx="1"/>
          </p:cNvCxnSpPr>
          <p:nvPr/>
        </p:nvCxnSpPr>
        <p:spPr>
          <a:xfrm>
            <a:off x="7314295" y="3209990"/>
            <a:ext cx="829726" cy="534297"/>
          </a:xfrm>
          <a:prstGeom prst="line">
            <a:avLst/>
          </a:prstGeom>
          <a:noFill/>
          <a:ln w="12700" cap="flat" cmpd="sng" algn="ctr">
            <a:solidFill>
              <a:srgbClr val="000000"/>
            </a:solidFill>
            <a:prstDash val="solid"/>
          </a:ln>
          <a:effectLst/>
        </p:spPr>
      </p:cxnSp>
      <p:cxnSp>
        <p:nvCxnSpPr>
          <p:cNvPr id="924" name="Straight Connector 923">
            <a:extLst>
              <a:ext uri="{FF2B5EF4-FFF2-40B4-BE49-F238E27FC236}">
                <a16:creationId xmlns:a16="http://schemas.microsoft.com/office/drawing/2014/main" id="{44525D6E-A0B9-A0CF-DAE4-E9ADF47150BF}"/>
              </a:ext>
            </a:extLst>
          </p:cNvPr>
          <p:cNvCxnSpPr>
            <a:cxnSpLocks/>
            <a:stCxn id="597" idx="0"/>
            <a:endCxn id="679" idx="0"/>
          </p:cNvCxnSpPr>
          <p:nvPr/>
        </p:nvCxnSpPr>
        <p:spPr>
          <a:xfrm flipH="1">
            <a:off x="7062177" y="4164156"/>
            <a:ext cx="687280" cy="861939"/>
          </a:xfrm>
          <a:prstGeom prst="line">
            <a:avLst/>
          </a:prstGeom>
          <a:noFill/>
          <a:ln w="12700" cap="flat" cmpd="sng" algn="ctr">
            <a:solidFill>
              <a:srgbClr val="000000"/>
            </a:solidFill>
            <a:prstDash val="solid"/>
          </a:ln>
          <a:effectLst/>
        </p:spPr>
      </p:cxnSp>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مسیریابی دو سطحی</a:t>
            </a:r>
            <a:endParaRPr lang="fa-IR" sz="3600" b="1" dirty="0">
              <a:solidFill>
                <a:srgbClr val="0000FF"/>
              </a:solidFill>
              <a:latin typeface="IRANSans(FaNum)" panose="02040503050201020203" pitchFamily="18" charset="-78"/>
            </a:endParaRPr>
          </a:p>
        </p:txBody>
      </p:sp>
      <p:grpSp>
        <p:nvGrpSpPr>
          <p:cNvPr id="1081" name="Group 1080">
            <a:extLst>
              <a:ext uri="{FF2B5EF4-FFF2-40B4-BE49-F238E27FC236}">
                <a16:creationId xmlns:a16="http://schemas.microsoft.com/office/drawing/2014/main" id="{96254388-37F7-F7EE-1410-1B09E146817F}"/>
              </a:ext>
            </a:extLst>
          </p:cNvPr>
          <p:cNvGrpSpPr/>
          <p:nvPr/>
        </p:nvGrpSpPr>
        <p:grpSpPr>
          <a:xfrm>
            <a:off x="4357859" y="4817003"/>
            <a:ext cx="2902676" cy="825021"/>
            <a:chOff x="3947554" y="4338884"/>
            <a:chExt cx="2902676" cy="825021"/>
          </a:xfrm>
        </p:grpSpPr>
        <p:cxnSp>
          <p:nvCxnSpPr>
            <p:cNvPr id="925" name="Straight Connector 924">
              <a:extLst>
                <a:ext uri="{FF2B5EF4-FFF2-40B4-BE49-F238E27FC236}">
                  <a16:creationId xmlns:a16="http://schemas.microsoft.com/office/drawing/2014/main" id="{CFC98406-48D7-2222-7329-A072D435BF58}"/>
                </a:ext>
              </a:extLst>
            </p:cNvPr>
            <p:cNvCxnSpPr>
              <a:cxnSpLocks/>
              <a:stCxn id="580" idx="1"/>
              <a:endCxn id="570" idx="1"/>
            </p:cNvCxnSpPr>
            <p:nvPr/>
          </p:nvCxnSpPr>
          <p:spPr>
            <a:xfrm flipV="1">
              <a:off x="4196198" y="4414222"/>
              <a:ext cx="1193479" cy="211871"/>
            </a:xfrm>
            <a:prstGeom prst="line">
              <a:avLst/>
            </a:prstGeom>
            <a:noFill/>
            <a:ln w="1270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ED995D0F-1B40-8B46-C70C-C9512CFD6AA5}"/>
                </a:ext>
              </a:extLst>
            </p:cNvPr>
            <p:cNvCxnSpPr>
              <a:cxnSpLocks/>
              <a:stCxn id="702" idx="2"/>
              <a:endCxn id="689" idx="0"/>
            </p:cNvCxnSpPr>
            <p:nvPr/>
          </p:nvCxnSpPr>
          <p:spPr>
            <a:xfrm>
              <a:off x="5025811" y="5011011"/>
              <a:ext cx="1008023" cy="97331"/>
            </a:xfrm>
            <a:prstGeom prst="line">
              <a:avLst/>
            </a:prstGeom>
            <a:noFill/>
            <a:ln w="12700" cap="flat" cmpd="sng" algn="ctr">
              <a:solidFill>
                <a:srgbClr val="000000"/>
              </a:solidFill>
              <a:prstDash val="solid"/>
            </a:ln>
            <a:effectLst/>
          </p:spPr>
        </p:cxnSp>
        <p:cxnSp>
          <p:nvCxnSpPr>
            <p:cNvPr id="957" name="Straight Connector 956">
              <a:extLst>
                <a:ext uri="{FF2B5EF4-FFF2-40B4-BE49-F238E27FC236}">
                  <a16:creationId xmlns:a16="http://schemas.microsoft.com/office/drawing/2014/main" id="{D0F8509B-516C-2520-3029-03B5AB4B1304}"/>
                </a:ext>
              </a:extLst>
            </p:cNvPr>
            <p:cNvCxnSpPr>
              <a:cxnSpLocks/>
              <a:stCxn id="570" idx="0"/>
              <a:endCxn id="689" idx="0"/>
            </p:cNvCxnSpPr>
            <p:nvPr/>
          </p:nvCxnSpPr>
          <p:spPr>
            <a:xfrm>
              <a:off x="5374396" y="4410004"/>
              <a:ext cx="659438" cy="698338"/>
            </a:xfrm>
            <a:prstGeom prst="line">
              <a:avLst/>
            </a:prstGeom>
            <a:noFill/>
            <a:ln w="12700" cap="flat" cmpd="sng" algn="ctr">
              <a:solidFill>
                <a:srgbClr val="000000"/>
              </a:solidFill>
              <a:prstDash val="solid"/>
            </a:ln>
            <a:effectLst/>
          </p:spPr>
        </p:cxnSp>
        <p:cxnSp>
          <p:nvCxnSpPr>
            <p:cNvPr id="958" name="Straight Connector 957">
              <a:extLst>
                <a:ext uri="{FF2B5EF4-FFF2-40B4-BE49-F238E27FC236}">
                  <a16:creationId xmlns:a16="http://schemas.microsoft.com/office/drawing/2014/main" id="{62A3F809-7F20-4EF7-71F2-5A23550DED45}"/>
                </a:ext>
              </a:extLst>
            </p:cNvPr>
            <p:cNvCxnSpPr>
              <a:cxnSpLocks/>
              <a:stCxn id="577" idx="0"/>
              <a:endCxn id="702" idx="2"/>
            </p:cNvCxnSpPr>
            <p:nvPr/>
          </p:nvCxnSpPr>
          <p:spPr>
            <a:xfrm>
              <a:off x="4144802" y="4700773"/>
              <a:ext cx="881009" cy="310238"/>
            </a:xfrm>
            <a:prstGeom prst="line">
              <a:avLst/>
            </a:prstGeom>
            <a:noFill/>
            <a:ln w="12700" cap="flat" cmpd="sng" algn="ctr">
              <a:solidFill>
                <a:srgbClr val="000000"/>
              </a:solidFill>
              <a:prstDash val="solid"/>
            </a:ln>
            <a:effectLst/>
          </p:spPr>
        </p:cxnSp>
        <p:cxnSp>
          <p:nvCxnSpPr>
            <p:cNvPr id="959" name="Straight Connector 958">
              <a:extLst>
                <a:ext uri="{FF2B5EF4-FFF2-40B4-BE49-F238E27FC236}">
                  <a16:creationId xmlns:a16="http://schemas.microsoft.com/office/drawing/2014/main" id="{BA665853-841F-E8BD-F693-3AE07B2340DA}"/>
                </a:ext>
              </a:extLst>
            </p:cNvPr>
            <p:cNvCxnSpPr>
              <a:cxnSpLocks/>
              <a:stCxn id="567" idx="0"/>
              <a:endCxn id="682" idx="2"/>
            </p:cNvCxnSpPr>
            <p:nvPr/>
          </p:nvCxnSpPr>
          <p:spPr>
            <a:xfrm flipV="1">
              <a:off x="5338281" y="4474537"/>
              <a:ext cx="1359379" cy="14365"/>
            </a:xfrm>
            <a:prstGeom prst="line">
              <a:avLst/>
            </a:prstGeom>
            <a:noFill/>
            <a:ln w="12700" cap="flat" cmpd="sng" algn="ctr">
              <a:solidFill>
                <a:srgbClr val="000000"/>
              </a:solidFill>
              <a:prstDash val="solid"/>
            </a:ln>
            <a:effectLst/>
          </p:spPr>
        </p:cxnSp>
        <p:cxnSp>
          <p:nvCxnSpPr>
            <p:cNvPr id="960" name="Straight Connector 959">
              <a:extLst>
                <a:ext uri="{FF2B5EF4-FFF2-40B4-BE49-F238E27FC236}">
                  <a16:creationId xmlns:a16="http://schemas.microsoft.com/office/drawing/2014/main" id="{CC5B6AD8-8F66-A4B4-2C6B-32C7335607FE}"/>
                </a:ext>
              </a:extLst>
            </p:cNvPr>
            <p:cNvCxnSpPr>
              <a:cxnSpLocks/>
              <a:stCxn id="690" idx="11"/>
              <a:endCxn id="682" idx="3"/>
            </p:cNvCxnSpPr>
            <p:nvPr/>
          </p:nvCxnSpPr>
          <p:spPr>
            <a:xfrm flipV="1">
              <a:off x="6080979" y="4471963"/>
              <a:ext cx="607059" cy="584556"/>
            </a:xfrm>
            <a:prstGeom prst="line">
              <a:avLst/>
            </a:prstGeom>
            <a:noFill/>
            <a:ln w="12700" cap="flat" cmpd="sng" algn="ctr">
              <a:solidFill>
                <a:srgbClr val="000000"/>
              </a:solidFill>
              <a:prstDash val="solid"/>
            </a:ln>
            <a:effectLst/>
          </p:spPr>
        </p:cxnSp>
        <p:cxnSp>
          <p:nvCxnSpPr>
            <p:cNvPr id="961" name="Straight Connector 960">
              <a:extLst>
                <a:ext uri="{FF2B5EF4-FFF2-40B4-BE49-F238E27FC236}">
                  <a16:creationId xmlns:a16="http://schemas.microsoft.com/office/drawing/2014/main" id="{E3737EC9-6782-AA77-E48A-4B99A90F9D72}"/>
                </a:ext>
              </a:extLst>
            </p:cNvPr>
            <p:cNvCxnSpPr>
              <a:cxnSpLocks/>
              <a:stCxn id="567" idx="0"/>
            </p:cNvCxnSpPr>
            <p:nvPr/>
          </p:nvCxnSpPr>
          <p:spPr>
            <a:xfrm flipH="1">
              <a:off x="5043265" y="4488902"/>
              <a:ext cx="295016" cy="481645"/>
            </a:xfrm>
            <a:prstGeom prst="line">
              <a:avLst/>
            </a:prstGeom>
            <a:noFill/>
            <a:ln w="12700" cap="flat" cmpd="sng" algn="ctr">
              <a:solidFill>
                <a:srgbClr val="000000"/>
              </a:solidFill>
              <a:prstDash val="solid"/>
            </a:ln>
            <a:effectLst/>
          </p:spPr>
        </p:cxnSp>
        <p:grpSp>
          <p:nvGrpSpPr>
            <p:cNvPr id="564" name="Group 357">
              <a:extLst>
                <a:ext uri="{FF2B5EF4-FFF2-40B4-BE49-F238E27FC236}">
                  <a16:creationId xmlns:a16="http://schemas.microsoft.com/office/drawing/2014/main" id="{4DCC0F57-94A6-CED9-8FCD-57CCF564A92E}"/>
                </a:ext>
              </a:extLst>
            </p:cNvPr>
            <p:cNvGrpSpPr>
              <a:grpSpLocks noChangeAspect="1"/>
            </p:cNvGrpSpPr>
            <p:nvPr/>
          </p:nvGrpSpPr>
          <p:grpSpPr bwMode="auto">
            <a:xfrm>
              <a:off x="5141033" y="4338884"/>
              <a:ext cx="395606" cy="205581"/>
              <a:chOff x="1871277" y="1576300"/>
              <a:chExt cx="1128371" cy="437861"/>
            </a:xfrm>
          </p:grpSpPr>
          <p:sp>
            <p:nvSpPr>
              <p:cNvPr id="565" name="Oval 564">
                <a:extLst>
                  <a:ext uri="{FF2B5EF4-FFF2-40B4-BE49-F238E27FC236}">
                    <a16:creationId xmlns:a16="http://schemas.microsoft.com/office/drawing/2014/main" id="{9D2F2E7D-5B90-017D-974E-86921E5ED1D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66" name="Rectangle 565">
                <a:extLst>
                  <a:ext uri="{FF2B5EF4-FFF2-40B4-BE49-F238E27FC236}">
                    <a16:creationId xmlns:a16="http://schemas.microsoft.com/office/drawing/2014/main" id="{5DE3F4E5-49A6-FFAC-EADE-73B52C4BF440}"/>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67" name="Oval 566">
                <a:extLst>
                  <a:ext uri="{FF2B5EF4-FFF2-40B4-BE49-F238E27FC236}">
                    <a16:creationId xmlns:a16="http://schemas.microsoft.com/office/drawing/2014/main" id="{24F9FBCD-B24C-2E6F-3ADA-47310F68CC9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68" name="Freeform 462">
                <a:extLst>
                  <a:ext uri="{FF2B5EF4-FFF2-40B4-BE49-F238E27FC236}">
                    <a16:creationId xmlns:a16="http://schemas.microsoft.com/office/drawing/2014/main" id="{4A5977D9-C659-E5BD-BCAD-349392D603F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69" name="Freeform 463">
                <a:extLst>
                  <a:ext uri="{FF2B5EF4-FFF2-40B4-BE49-F238E27FC236}">
                    <a16:creationId xmlns:a16="http://schemas.microsoft.com/office/drawing/2014/main" id="{4ECCD59F-39EF-AF80-A9D1-AFF95A340A8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0" name="Freeform 464">
                <a:extLst>
                  <a:ext uri="{FF2B5EF4-FFF2-40B4-BE49-F238E27FC236}">
                    <a16:creationId xmlns:a16="http://schemas.microsoft.com/office/drawing/2014/main" id="{A3D0A86D-E0CE-1892-F375-1B2B335CB7D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1" name="Freeform 465">
                <a:extLst>
                  <a:ext uri="{FF2B5EF4-FFF2-40B4-BE49-F238E27FC236}">
                    <a16:creationId xmlns:a16="http://schemas.microsoft.com/office/drawing/2014/main" id="{CE7FDE11-3C12-367A-7DCF-848E8E47639D}"/>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72" name="Straight Connector 571">
                <a:extLst>
                  <a:ext uri="{FF2B5EF4-FFF2-40B4-BE49-F238E27FC236}">
                    <a16:creationId xmlns:a16="http://schemas.microsoft.com/office/drawing/2014/main" id="{D9C0CA62-6EBC-A732-01F7-783857ADBB78}"/>
                  </a:ext>
                </a:extLst>
              </p:cNvPr>
              <p:cNvCxnSpPr>
                <a:cxnSpLocks noChangeShapeType="1"/>
                <a:endCxn id="56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73" name="Straight Connector 572">
                <a:extLst>
                  <a:ext uri="{FF2B5EF4-FFF2-40B4-BE49-F238E27FC236}">
                    <a16:creationId xmlns:a16="http://schemas.microsoft.com/office/drawing/2014/main" id="{A0A737AD-700E-911F-5C9A-D0BA6A313D5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74" name="Group 357">
              <a:extLst>
                <a:ext uri="{FF2B5EF4-FFF2-40B4-BE49-F238E27FC236}">
                  <a16:creationId xmlns:a16="http://schemas.microsoft.com/office/drawing/2014/main" id="{576DFC91-0C22-0099-9076-F7EAACA371F4}"/>
                </a:ext>
              </a:extLst>
            </p:cNvPr>
            <p:cNvGrpSpPr>
              <a:grpSpLocks noChangeAspect="1"/>
            </p:cNvGrpSpPr>
            <p:nvPr/>
          </p:nvGrpSpPr>
          <p:grpSpPr bwMode="auto">
            <a:xfrm>
              <a:off x="3947554" y="4550755"/>
              <a:ext cx="395606" cy="205581"/>
              <a:chOff x="1871277" y="1576300"/>
              <a:chExt cx="1128371" cy="437861"/>
            </a:xfrm>
          </p:grpSpPr>
          <p:sp>
            <p:nvSpPr>
              <p:cNvPr id="575" name="Oval 574">
                <a:extLst>
                  <a:ext uri="{FF2B5EF4-FFF2-40B4-BE49-F238E27FC236}">
                    <a16:creationId xmlns:a16="http://schemas.microsoft.com/office/drawing/2014/main" id="{FBD5908A-313B-4A9E-72D2-14EAC3CE6F42}"/>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76" name="Rectangle 575">
                <a:extLst>
                  <a:ext uri="{FF2B5EF4-FFF2-40B4-BE49-F238E27FC236}">
                    <a16:creationId xmlns:a16="http://schemas.microsoft.com/office/drawing/2014/main" id="{4758C9E2-2405-A1B0-A222-9FF68C49A60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77" name="Oval 576">
                <a:extLst>
                  <a:ext uri="{FF2B5EF4-FFF2-40B4-BE49-F238E27FC236}">
                    <a16:creationId xmlns:a16="http://schemas.microsoft.com/office/drawing/2014/main" id="{5534DC3D-D4D5-024B-0DB1-49D676A4BA76}"/>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78" name="Freeform 462">
                <a:extLst>
                  <a:ext uri="{FF2B5EF4-FFF2-40B4-BE49-F238E27FC236}">
                    <a16:creationId xmlns:a16="http://schemas.microsoft.com/office/drawing/2014/main" id="{9720623B-85E8-367F-606F-E98A58775D32}"/>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79" name="Freeform 463">
                <a:extLst>
                  <a:ext uri="{FF2B5EF4-FFF2-40B4-BE49-F238E27FC236}">
                    <a16:creationId xmlns:a16="http://schemas.microsoft.com/office/drawing/2014/main" id="{6251E7C0-9708-F151-0059-D6761D9A656C}"/>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0" name="Freeform 464">
                <a:extLst>
                  <a:ext uri="{FF2B5EF4-FFF2-40B4-BE49-F238E27FC236}">
                    <a16:creationId xmlns:a16="http://schemas.microsoft.com/office/drawing/2014/main" id="{E24BAC80-27CB-651A-7C7C-DB33183D0314}"/>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1" name="Freeform 465">
                <a:extLst>
                  <a:ext uri="{FF2B5EF4-FFF2-40B4-BE49-F238E27FC236}">
                    <a16:creationId xmlns:a16="http://schemas.microsoft.com/office/drawing/2014/main" id="{6ABBFFC8-4411-9370-3D73-FC3C362831D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2" name="Straight Connector 581">
                <a:extLst>
                  <a:ext uri="{FF2B5EF4-FFF2-40B4-BE49-F238E27FC236}">
                    <a16:creationId xmlns:a16="http://schemas.microsoft.com/office/drawing/2014/main" id="{3C43918F-020C-9090-CF8C-B61CAFC8444C}"/>
                  </a:ext>
                </a:extLst>
              </p:cNvPr>
              <p:cNvCxnSpPr>
                <a:cxnSpLocks noChangeShapeType="1"/>
                <a:endCxn id="57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83" name="Straight Connector 582">
                <a:extLst>
                  <a:ext uri="{FF2B5EF4-FFF2-40B4-BE49-F238E27FC236}">
                    <a16:creationId xmlns:a16="http://schemas.microsoft.com/office/drawing/2014/main" id="{897390D5-A060-ABD2-DFA7-53BC822549D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76" name="Group 357">
              <a:extLst>
                <a:ext uri="{FF2B5EF4-FFF2-40B4-BE49-F238E27FC236}">
                  <a16:creationId xmlns:a16="http://schemas.microsoft.com/office/drawing/2014/main" id="{C9EEF32A-FA0B-49F6-2B32-20CB614DBE12}"/>
                </a:ext>
              </a:extLst>
            </p:cNvPr>
            <p:cNvGrpSpPr>
              <a:grpSpLocks noChangeAspect="1"/>
            </p:cNvGrpSpPr>
            <p:nvPr/>
          </p:nvGrpSpPr>
          <p:grpSpPr bwMode="auto">
            <a:xfrm>
              <a:off x="6454624" y="4397958"/>
              <a:ext cx="395606" cy="205581"/>
              <a:chOff x="1871277" y="1576300"/>
              <a:chExt cx="1128371" cy="437861"/>
            </a:xfrm>
          </p:grpSpPr>
          <p:sp>
            <p:nvSpPr>
              <p:cNvPr id="677" name="Oval 676">
                <a:extLst>
                  <a:ext uri="{FF2B5EF4-FFF2-40B4-BE49-F238E27FC236}">
                    <a16:creationId xmlns:a16="http://schemas.microsoft.com/office/drawing/2014/main" id="{E0D54A79-759C-C34C-56FA-5F98E3C29F4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78" name="Rectangle 677">
                <a:extLst>
                  <a:ext uri="{FF2B5EF4-FFF2-40B4-BE49-F238E27FC236}">
                    <a16:creationId xmlns:a16="http://schemas.microsoft.com/office/drawing/2014/main" id="{8475702C-CAA5-0716-3A39-04A60CF55C7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79" name="Oval 678">
                <a:extLst>
                  <a:ext uri="{FF2B5EF4-FFF2-40B4-BE49-F238E27FC236}">
                    <a16:creationId xmlns:a16="http://schemas.microsoft.com/office/drawing/2014/main" id="{14D8F9A4-0A50-7F63-C18D-DB143DCA7FF6}"/>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80" name="Freeform 462">
                <a:extLst>
                  <a:ext uri="{FF2B5EF4-FFF2-40B4-BE49-F238E27FC236}">
                    <a16:creationId xmlns:a16="http://schemas.microsoft.com/office/drawing/2014/main" id="{84D394CA-EF99-E7EE-6525-199BE1902772}"/>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81" name="Freeform 463">
                <a:extLst>
                  <a:ext uri="{FF2B5EF4-FFF2-40B4-BE49-F238E27FC236}">
                    <a16:creationId xmlns:a16="http://schemas.microsoft.com/office/drawing/2014/main" id="{2408126B-B36F-B6C3-8E5C-55094E6C7E9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2" name="Freeform 464">
                <a:extLst>
                  <a:ext uri="{FF2B5EF4-FFF2-40B4-BE49-F238E27FC236}">
                    <a16:creationId xmlns:a16="http://schemas.microsoft.com/office/drawing/2014/main" id="{B710376E-E49A-A9B3-4A7E-F6E43358F9F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3" name="Freeform 465">
                <a:extLst>
                  <a:ext uri="{FF2B5EF4-FFF2-40B4-BE49-F238E27FC236}">
                    <a16:creationId xmlns:a16="http://schemas.microsoft.com/office/drawing/2014/main" id="{C5F0B683-EB7C-B28E-8149-5519E6DCEBB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84" name="Straight Connector 683">
                <a:extLst>
                  <a:ext uri="{FF2B5EF4-FFF2-40B4-BE49-F238E27FC236}">
                    <a16:creationId xmlns:a16="http://schemas.microsoft.com/office/drawing/2014/main" id="{C6ACBF35-5B43-8333-633F-CA2B495A6164}"/>
                  </a:ext>
                </a:extLst>
              </p:cNvPr>
              <p:cNvCxnSpPr>
                <a:cxnSpLocks noChangeShapeType="1"/>
                <a:endCxn id="67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85" name="Straight Connector 684">
                <a:extLst>
                  <a:ext uri="{FF2B5EF4-FFF2-40B4-BE49-F238E27FC236}">
                    <a16:creationId xmlns:a16="http://schemas.microsoft.com/office/drawing/2014/main" id="{C6D1E721-35D5-1A65-5B9E-66A2B2C7779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86" name="Group 357">
              <a:extLst>
                <a:ext uri="{FF2B5EF4-FFF2-40B4-BE49-F238E27FC236}">
                  <a16:creationId xmlns:a16="http://schemas.microsoft.com/office/drawing/2014/main" id="{09EBA203-F52F-90B5-E7D7-B820C8531FAD}"/>
                </a:ext>
              </a:extLst>
            </p:cNvPr>
            <p:cNvGrpSpPr>
              <a:grpSpLocks noChangeAspect="1"/>
            </p:cNvGrpSpPr>
            <p:nvPr/>
          </p:nvGrpSpPr>
          <p:grpSpPr bwMode="auto">
            <a:xfrm>
              <a:off x="5836586" y="4958324"/>
              <a:ext cx="395606" cy="205581"/>
              <a:chOff x="1871277" y="1576300"/>
              <a:chExt cx="1128371" cy="437861"/>
            </a:xfrm>
          </p:grpSpPr>
          <p:sp>
            <p:nvSpPr>
              <p:cNvPr id="687" name="Oval 686">
                <a:extLst>
                  <a:ext uri="{FF2B5EF4-FFF2-40B4-BE49-F238E27FC236}">
                    <a16:creationId xmlns:a16="http://schemas.microsoft.com/office/drawing/2014/main" id="{9D1DC9A1-1BC1-DB88-21C4-33F2B5C4C29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88" name="Rectangle 687">
                <a:extLst>
                  <a:ext uri="{FF2B5EF4-FFF2-40B4-BE49-F238E27FC236}">
                    <a16:creationId xmlns:a16="http://schemas.microsoft.com/office/drawing/2014/main" id="{FEABCA3C-C3FE-3C9E-A9CA-6B18ACCF167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89" name="Oval 688">
                <a:extLst>
                  <a:ext uri="{FF2B5EF4-FFF2-40B4-BE49-F238E27FC236}">
                    <a16:creationId xmlns:a16="http://schemas.microsoft.com/office/drawing/2014/main" id="{434B31DD-4931-7382-372C-F8A12EE6BD9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90" name="Freeform 462">
                <a:extLst>
                  <a:ext uri="{FF2B5EF4-FFF2-40B4-BE49-F238E27FC236}">
                    <a16:creationId xmlns:a16="http://schemas.microsoft.com/office/drawing/2014/main" id="{7E81AF2F-A8F2-A0D5-8D20-7A99686DE4B5}"/>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91" name="Freeform 463">
                <a:extLst>
                  <a:ext uri="{FF2B5EF4-FFF2-40B4-BE49-F238E27FC236}">
                    <a16:creationId xmlns:a16="http://schemas.microsoft.com/office/drawing/2014/main" id="{C18EC916-E407-F682-BC2F-560F9E249393}"/>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2" name="Freeform 464">
                <a:extLst>
                  <a:ext uri="{FF2B5EF4-FFF2-40B4-BE49-F238E27FC236}">
                    <a16:creationId xmlns:a16="http://schemas.microsoft.com/office/drawing/2014/main" id="{5CE25A58-7420-891F-DEDC-5DB17467D6E4}"/>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3" name="Freeform 465">
                <a:extLst>
                  <a:ext uri="{FF2B5EF4-FFF2-40B4-BE49-F238E27FC236}">
                    <a16:creationId xmlns:a16="http://schemas.microsoft.com/office/drawing/2014/main" id="{99448B62-9412-90ED-8CA8-5F610B27919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94" name="Straight Connector 693">
                <a:extLst>
                  <a:ext uri="{FF2B5EF4-FFF2-40B4-BE49-F238E27FC236}">
                    <a16:creationId xmlns:a16="http://schemas.microsoft.com/office/drawing/2014/main" id="{A9E64E09-99E6-FFD3-FE35-5D0A044F7CAD}"/>
                  </a:ext>
                </a:extLst>
              </p:cNvPr>
              <p:cNvCxnSpPr>
                <a:cxnSpLocks noChangeShapeType="1"/>
                <a:endCxn id="68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95" name="Straight Connector 694">
                <a:extLst>
                  <a:ext uri="{FF2B5EF4-FFF2-40B4-BE49-F238E27FC236}">
                    <a16:creationId xmlns:a16="http://schemas.microsoft.com/office/drawing/2014/main" id="{7E5054B8-BDC2-73B7-78F2-AF5ACC50D96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96" name="Group 357">
              <a:extLst>
                <a:ext uri="{FF2B5EF4-FFF2-40B4-BE49-F238E27FC236}">
                  <a16:creationId xmlns:a16="http://schemas.microsoft.com/office/drawing/2014/main" id="{DD2A1718-5405-BB9A-086E-280AAFDD9A99}"/>
                </a:ext>
              </a:extLst>
            </p:cNvPr>
            <p:cNvGrpSpPr>
              <a:grpSpLocks noChangeAspect="1"/>
            </p:cNvGrpSpPr>
            <p:nvPr/>
          </p:nvGrpSpPr>
          <p:grpSpPr bwMode="auto">
            <a:xfrm>
              <a:off x="4782775" y="4934432"/>
              <a:ext cx="395606" cy="205581"/>
              <a:chOff x="1871277" y="1576300"/>
              <a:chExt cx="1128371" cy="437861"/>
            </a:xfrm>
          </p:grpSpPr>
          <p:sp>
            <p:nvSpPr>
              <p:cNvPr id="697" name="Oval 696">
                <a:extLst>
                  <a:ext uri="{FF2B5EF4-FFF2-40B4-BE49-F238E27FC236}">
                    <a16:creationId xmlns:a16="http://schemas.microsoft.com/office/drawing/2014/main" id="{C6DF8A46-8486-7475-54EF-0E803315F05A}"/>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98" name="Rectangle 697">
                <a:extLst>
                  <a:ext uri="{FF2B5EF4-FFF2-40B4-BE49-F238E27FC236}">
                    <a16:creationId xmlns:a16="http://schemas.microsoft.com/office/drawing/2014/main" id="{BF75D4ED-6E60-ABE8-7E68-B520CE88973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99" name="Oval 698">
                <a:extLst>
                  <a:ext uri="{FF2B5EF4-FFF2-40B4-BE49-F238E27FC236}">
                    <a16:creationId xmlns:a16="http://schemas.microsoft.com/office/drawing/2014/main" id="{673434F5-B642-34B7-3C97-9BCAFF82339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00" name="Freeform 462">
                <a:extLst>
                  <a:ext uri="{FF2B5EF4-FFF2-40B4-BE49-F238E27FC236}">
                    <a16:creationId xmlns:a16="http://schemas.microsoft.com/office/drawing/2014/main" id="{A4299089-EED6-30BA-1AE9-CE0DD8F2FAEC}"/>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01" name="Freeform 463">
                <a:extLst>
                  <a:ext uri="{FF2B5EF4-FFF2-40B4-BE49-F238E27FC236}">
                    <a16:creationId xmlns:a16="http://schemas.microsoft.com/office/drawing/2014/main" id="{788E82A7-1436-A948-2B04-8E63C0E7B78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2" name="Freeform 464">
                <a:extLst>
                  <a:ext uri="{FF2B5EF4-FFF2-40B4-BE49-F238E27FC236}">
                    <a16:creationId xmlns:a16="http://schemas.microsoft.com/office/drawing/2014/main" id="{C81E8160-95A6-DC20-B8F5-1D7B756B157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3" name="Freeform 465">
                <a:extLst>
                  <a:ext uri="{FF2B5EF4-FFF2-40B4-BE49-F238E27FC236}">
                    <a16:creationId xmlns:a16="http://schemas.microsoft.com/office/drawing/2014/main" id="{DA2115E7-C16F-E173-2AE8-0E9C816AD06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04" name="Straight Connector 703">
                <a:extLst>
                  <a:ext uri="{FF2B5EF4-FFF2-40B4-BE49-F238E27FC236}">
                    <a16:creationId xmlns:a16="http://schemas.microsoft.com/office/drawing/2014/main" id="{8C8C1244-20F2-8E36-0BC9-57B4427AA769}"/>
                  </a:ext>
                </a:extLst>
              </p:cNvPr>
              <p:cNvCxnSpPr>
                <a:cxnSpLocks noChangeShapeType="1"/>
                <a:endCxn id="69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05" name="Straight Connector 704">
                <a:extLst>
                  <a:ext uri="{FF2B5EF4-FFF2-40B4-BE49-F238E27FC236}">
                    <a16:creationId xmlns:a16="http://schemas.microsoft.com/office/drawing/2014/main" id="{8D8A98FC-187D-1E4C-CE99-A4142B390C1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2" name="Group 1081">
            <a:extLst>
              <a:ext uri="{FF2B5EF4-FFF2-40B4-BE49-F238E27FC236}">
                <a16:creationId xmlns:a16="http://schemas.microsoft.com/office/drawing/2014/main" id="{8F2F970E-4889-E1CB-7C27-B4FB4AB8D47B}"/>
              </a:ext>
            </a:extLst>
          </p:cNvPr>
          <p:cNvGrpSpPr/>
          <p:nvPr/>
        </p:nvGrpSpPr>
        <p:grpSpPr>
          <a:xfrm>
            <a:off x="7552209" y="3655470"/>
            <a:ext cx="2480781" cy="827059"/>
            <a:chOff x="7141904" y="3177351"/>
            <a:chExt cx="2480781" cy="827059"/>
          </a:xfrm>
        </p:grpSpPr>
        <p:cxnSp>
          <p:nvCxnSpPr>
            <p:cNvPr id="954" name="Straight Connector 953">
              <a:extLst>
                <a:ext uri="{FF2B5EF4-FFF2-40B4-BE49-F238E27FC236}">
                  <a16:creationId xmlns:a16="http://schemas.microsoft.com/office/drawing/2014/main" id="{F016A832-31AB-8168-20B8-15BDDC220E38}"/>
                </a:ext>
              </a:extLst>
            </p:cNvPr>
            <p:cNvCxnSpPr>
              <a:cxnSpLocks/>
              <a:stCxn id="749" idx="0"/>
              <a:endCxn id="600" idx="2"/>
            </p:cNvCxnSpPr>
            <p:nvPr/>
          </p:nvCxnSpPr>
          <p:spPr>
            <a:xfrm flipH="1">
              <a:off x="7384940" y="3341259"/>
              <a:ext cx="454257" cy="271339"/>
            </a:xfrm>
            <a:prstGeom prst="line">
              <a:avLst/>
            </a:prstGeom>
            <a:noFill/>
            <a:ln w="12700" cap="flat" cmpd="sng" algn="ctr">
              <a:solidFill>
                <a:srgbClr val="000000"/>
              </a:solidFill>
              <a:prstDash val="solid"/>
            </a:ln>
            <a:effectLst/>
          </p:spPr>
        </p:cxnSp>
        <p:cxnSp>
          <p:nvCxnSpPr>
            <p:cNvPr id="955" name="Straight Connector 954">
              <a:extLst>
                <a:ext uri="{FF2B5EF4-FFF2-40B4-BE49-F238E27FC236}">
                  <a16:creationId xmlns:a16="http://schemas.microsoft.com/office/drawing/2014/main" id="{C521465D-52C9-C747-3CF8-F0A3399BEB1F}"/>
                </a:ext>
              </a:extLst>
            </p:cNvPr>
            <p:cNvCxnSpPr>
              <a:cxnSpLocks/>
              <a:stCxn id="750" idx="3"/>
              <a:endCxn id="722" idx="1"/>
            </p:cNvCxnSpPr>
            <p:nvPr/>
          </p:nvCxnSpPr>
          <p:spPr>
            <a:xfrm flipV="1">
              <a:off x="7803234" y="3252689"/>
              <a:ext cx="863716" cy="32010"/>
            </a:xfrm>
            <a:prstGeom prst="line">
              <a:avLst/>
            </a:prstGeom>
            <a:noFill/>
            <a:ln w="12700" cap="flat" cmpd="sng" algn="ctr">
              <a:solidFill>
                <a:srgbClr val="000000"/>
              </a:solidFill>
              <a:prstDash val="solid"/>
            </a:ln>
            <a:effectLst/>
          </p:spPr>
        </p:cxnSp>
        <p:cxnSp>
          <p:nvCxnSpPr>
            <p:cNvPr id="1032" name="Straight Connector 1031">
              <a:extLst>
                <a:ext uri="{FF2B5EF4-FFF2-40B4-BE49-F238E27FC236}">
                  <a16:creationId xmlns:a16="http://schemas.microsoft.com/office/drawing/2014/main" id="{CE729BDA-350A-F2ED-650A-8BDDE8B16BDD}"/>
                </a:ext>
              </a:extLst>
            </p:cNvPr>
            <p:cNvCxnSpPr>
              <a:cxnSpLocks/>
              <a:stCxn id="597" idx="0"/>
              <a:endCxn id="739" idx="0"/>
            </p:cNvCxnSpPr>
            <p:nvPr/>
          </p:nvCxnSpPr>
          <p:spPr>
            <a:xfrm>
              <a:off x="7339152" y="3686037"/>
              <a:ext cx="510848" cy="262810"/>
            </a:xfrm>
            <a:prstGeom prst="line">
              <a:avLst/>
            </a:prstGeom>
            <a:noFill/>
            <a:ln w="12700" cap="flat" cmpd="sng" algn="ctr">
              <a:solidFill>
                <a:srgbClr val="000000"/>
              </a:solidFill>
              <a:prstDash val="solid"/>
            </a:ln>
            <a:effectLst/>
          </p:spPr>
        </p:cxnSp>
        <p:cxnSp>
          <p:nvCxnSpPr>
            <p:cNvPr id="1037" name="Straight Connector 1036">
              <a:extLst>
                <a:ext uri="{FF2B5EF4-FFF2-40B4-BE49-F238E27FC236}">
                  <a16:creationId xmlns:a16="http://schemas.microsoft.com/office/drawing/2014/main" id="{6AB3C32F-A2C3-51EA-207E-E2ACACD3080D}"/>
                </a:ext>
              </a:extLst>
            </p:cNvPr>
            <p:cNvCxnSpPr>
              <a:cxnSpLocks/>
              <a:stCxn id="739" idx="0"/>
              <a:endCxn id="759" idx="0"/>
            </p:cNvCxnSpPr>
            <p:nvPr/>
          </p:nvCxnSpPr>
          <p:spPr>
            <a:xfrm flipV="1">
              <a:off x="7850000" y="3809492"/>
              <a:ext cx="1227193" cy="139355"/>
            </a:xfrm>
            <a:prstGeom prst="line">
              <a:avLst/>
            </a:prstGeom>
            <a:noFill/>
            <a:ln w="12700" cap="flat" cmpd="sng" algn="ctr">
              <a:solidFill>
                <a:srgbClr val="000000"/>
              </a:solidFill>
              <a:prstDash val="solid"/>
            </a:ln>
            <a:effectLst/>
          </p:spPr>
        </p:cxnSp>
        <p:cxnSp>
          <p:nvCxnSpPr>
            <p:cNvPr id="1038" name="Straight Connector 1037">
              <a:extLst>
                <a:ext uri="{FF2B5EF4-FFF2-40B4-BE49-F238E27FC236}">
                  <a16:creationId xmlns:a16="http://schemas.microsoft.com/office/drawing/2014/main" id="{62502F47-6D07-AE9B-3C0F-00099E56F7D3}"/>
                </a:ext>
              </a:extLst>
            </p:cNvPr>
            <p:cNvCxnSpPr>
              <a:cxnSpLocks/>
              <a:stCxn id="712" idx="1"/>
              <a:endCxn id="719" idx="7"/>
            </p:cNvCxnSpPr>
            <p:nvPr/>
          </p:nvCxnSpPr>
          <p:spPr>
            <a:xfrm flipH="1" flipV="1">
              <a:off x="8755029" y="3305399"/>
              <a:ext cx="720694" cy="109454"/>
            </a:xfrm>
            <a:prstGeom prst="line">
              <a:avLst/>
            </a:prstGeom>
            <a:noFill/>
            <a:ln w="12700" cap="flat" cmpd="sng" algn="ctr">
              <a:solidFill>
                <a:srgbClr val="000000"/>
              </a:solidFill>
              <a:prstDash val="solid"/>
            </a:ln>
            <a:effectLst/>
          </p:spPr>
        </p:cxnSp>
        <p:cxnSp>
          <p:nvCxnSpPr>
            <p:cNvPr id="1039" name="Straight Connector 1038">
              <a:extLst>
                <a:ext uri="{FF2B5EF4-FFF2-40B4-BE49-F238E27FC236}">
                  <a16:creationId xmlns:a16="http://schemas.microsoft.com/office/drawing/2014/main" id="{DC40C6A4-C4FF-300B-6606-C3ADC93E50CC}"/>
                </a:ext>
              </a:extLst>
            </p:cNvPr>
            <p:cNvCxnSpPr>
              <a:cxnSpLocks/>
              <a:stCxn id="753" idx="1"/>
              <a:endCxn id="732" idx="2"/>
            </p:cNvCxnSpPr>
            <p:nvPr/>
          </p:nvCxnSpPr>
          <p:spPr>
            <a:xfrm>
              <a:off x="7733716" y="3266168"/>
              <a:ext cx="708396" cy="336238"/>
            </a:xfrm>
            <a:prstGeom prst="line">
              <a:avLst/>
            </a:prstGeom>
            <a:noFill/>
            <a:ln w="12700" cap="flat" cmpd="sng" algn="ctr">
              <a:solidFill>
                <a:srgbClr val="000000"/>
              </a:solidFill>
              <a:prstDash val="solid"/>
            </a:ln>
            <a:effectLst/>
          </p:spPr>
        </p:cxnSp>
        <p:cxnSp>
          <p:nvCxnSpPr>
            <p:cNvPr id="1040" name="Straight Connector 1039">
              <a:extLst>
                <a:ext uri="{FF2B5EF4-FFF2-40B4-BE49-F238E27FC236}">
                  <a16:creationId xmlns:a16="http://schemas.microsoft.com/office/drawing/2014/main" id="{E8C1C095-96B9-EB99-D1EA-C028D153350A}"/>
                </a:ext>
              </a:extLst>
            </p:cNvPr>
            <p:cNvCxnSpPr>
              <a:cxnSpLocks/>
              <a:stCxn id="731" idx="4"/>
            </p:cNvCxnSpPr>
            <p:nvPr/>
          </p:nvCxnSpPr>
          <p:spPr>
            <a:xfrm flipH="1">
              <a:off x="7898371" y="3553880"/>
              <a:ext cx="423147" cy="304329"/>
            </a:xfrm>
            <a:prstGeom prst="line">
              <a:avLst/>
            </a:prstGeom>
            <a:noFill/>
            <a:ln w="12700" cap="flat" cmpd="sng" algn="ctr">
              <a:solidFill>
                <a:srgbClr val="000000"/>
              </a:solidFill>
              <a:prstDash val="solid"/>
            </a:ln>
            <a:effectLst/>
          </p:spPr>
        </p:cxnSp>
        <p:cxnSp>
          <p:nvCxnSpPr>
            <p:cNvPr id="1041" name="Straight Connector 1040">
              <a:extLst>
                <a:ext uri="{FF2B5EF4-FFF2-40B4-BE49-F238E27FC236}">
                  <a16:creationId xmlns:a16="http://schemas.microsoft.com/office/drawing/2014/main" id="{23E00E9D-CD2A-A1B1-F816-C4A768BFE55E}"/>
                </a:ext>
              </a:extLst>
            </p:cNvPr>
            <p:cNvCxnSpPr>
              <a:cxnSpLocks/>
              <a:stCxn id="719" idx="0"/>
              <a:endCxn id="732" idx="1"/>
            </p:cNvCxnSpPr>
            <p:nvPr/>
          </p:nvCxnSpPr>
          <p:spPr>
            <a:xfrm flipH="1">
              <a:off x="8447720" y="3327369"/>
              <a:ext cx="167834" cy="273796"/>
            </a:xfrm>
            <a:prstGeom prst="line">
              <a:avLst/>
            </a:prstGeom>
            <a:noFill/>
            <a:ln w="12700" cap="flat" cmpd="sng" algn="ctr">
              <a:solidFill>
                <a:srgbClr val="000000"/>
              </a:solidFill>
              <a:prstDash val="solid"/>
            </a:ln>
            <a:effectLst/>
          </p:spPr>
        </p:cxnSp>
        <p:cxnSp>
          <p:nvCxnSpPr>
            <p:cNvPr id="1042" name="Straight Connector 1041">
              <a:extLst>
                <a:ext uri="{FF2B5EF4-FFF2-40B4-BE49-F238E27FC236}">
                  <a16:creationId xmlns:a16="http://schemas.microsoft.com/office/drawing/2014/main" id="{4401C73E-1C17-5AA6-3407-73CD7C635941}"/>
                </a:ext>
              </a:extLst>
            </p:cNvPr>
            <p:cNvCxnSpPr>
              <a:cxnSpLocks/>
              <a:stCxn id="732" idx="1"/>
              <a:endCxn id="760" idx="3"/>
            </p:cNvCxnSpPr>
            <p:nvPr/>
          </p:nvCxnSpPr>
          <p:spPr>
            <a:xfrm>
              <a:off x="8447720" y="3601165"/>
              <a:ext cx="593510" cy="151767"/>
            </a:xfrm>
            <a:prstGeom prst="line">
              <a:avLst/>
            </a:prstGeom>
            <a:noFill/>
            <a:ln w="12700" cap="flat" cmpd="sng" algn="ctr">
              <a:solidFill>
                <a:srgbClr val="000000"/>
              </a:solidFill>
              <a:prstDash val="solid"/>
            </a:ln>
            <a:effectLst/>
          </p:spPr>
        </p:cxnSp>
        <p:cxnSp>
          <p:nvCxnSpPr>
            <p:cNvPr id="1043" name="Straight Connector 1042">
              <a:extLst>
                <a:ext uri="{FF2B5EF4-FFF2-40B4-BE49-F238E27FC236}">
                  <a16:creationId xmlns:a16="http://schemas.microsoft.com/office/drawing/2014/main" id="{BD5F52C2-9A0C-19B3-F7A1-2DAC3361A575}"/>
                </a:ext>
              </a:extLst>
            </p:cNvPr>
            <p:cNvCxnSpPr>
              <a:cxnSpLocks/>
              <a:stCxn id="712" idx="2"/>
              <a:endCxn id="762" idx="2"/>
            </p:cNvCxnSpPr>
            <p:nvPr/>
          </p:nvCxnSpPr>
          <p:spPr>
            <a:xfrm flipH="1">
              <a:off x="9122981" y="3416094"/>
              <a:ext cx="347134" cy="319959"/>
            </a:xfrm>
            <a:prstGeom prst="line">
              <a:avLst/>
            </a:prstGeom>
            <a:noFill/>
            <a:ln w="12700" cap="flat" cmpd="sng" algn="ctr">
              <a:solidFill>
                <a:srgbClr val="000000"/>
              </a:solidFill>
              <a:prstDash val="solid"/>
            </a:ln>
            <a:effectLst/>
          </p:spPr>
        </p:cxnSp>
        <p:grpSp>
          <p:nvGrpSpPr>
            <p:cNvPr id="594" name="Group 357">
              <a:extLst>
                <a:ext uri="{FF2B5EF4-FFF2-40B4-BE49-F238E27FC236}">
                  <a16:creationId xmlns:a16="http://schemas.microsoft.com/office/drawing/2014/main" id="{85E06775-9363-ED87-CF32-B8BF8EF449FD}"/>
                </a:ext>
              </a:extLst>
            </p:cNvPr>
            <p:cNvGrpSpPr>
              <a:grpSpLocks noChangeAspect="1"/>
            </p:cNvGrpSpPr>
            <p:nvPr/>
          </p:nvGrpSpPr>
          <p:grpSpPr bwMode="auto">
            <a:xfrm>
              <a:off x="7141904" y="3536019"/>
              <a:ext cx="395606" cy="205581"/>
              <a:chOff x="1871277" y="1576300"/>
              <a:chExt cx="1128371" cy="437861"/>
            </a:xfrm>
          </p:grpSpPr>
          <p:sp>
            <p:nvSpPr>
              <p:cNvPr id="595" name="Oval 594">
                <a:extLst>
                  <a:ext uri="{FF2B5EF4-FFF2-40B4-BE49-F238E27FC236}">
                    <a16:creationId xmlns:a16="http://schemas.microsoft.com/office/drawing/2014/main" id="{C6BD7D84-F980-F3E9-D7FE-B9B3CCAE710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96" name="Rectangle 595">
                <a:extLst>
                  <a:ext uri="{FF2B5EF4-FFF2-40B4-BE49-F238E27FC236}">
                    <a16:creationId xmlns:a16="http://schemas.microsoft.com/office/drawing/2014/main" id="{2C23311D-8933-9847-3A6A-A5E83578FD46}"/>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97" name="Oval 596">
                <a:extLst>
                  <a:ext uri="{FF2B5EF4-FFF2-40B4-BE49-F238E27FC236}">
                    <a16:creationId xmlns:a16="http://schemas.microsoft.com/office/drawing/2014/main" id="{B270CFAE-16D9-345C-7176-CB59334E8C0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98" name="Freeform 462">
                <a:extLst>
                  <a:ext uri="{FF2B5EF4-FFF2-40B4-BE49-F238E27FC236}">
                    <a16:creationId xmlns:a16="http://schemas.microsoft.com/office/drawing/2014/main" id="{1FBD04C0-656D-7CBF-9D0E-9D811199FAD5}"/>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99" name="Freeform 463">
                <a:extLst>
                  <a:ext uri="{FF2B5EF4-FFF2-40B4-BE49-F238E27FC236}">
                    <a16:creationId xmlns:a16="http://schemas.microsoft.com/office/drawing/2014/main" id="{9EEFE71B-CEFC-D111-0502-C7EFE1EF6ED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0" name="Freeform 464">
                <a:extLst>
                  <a:ext uri="{FF2B5EF4-FFF2-40B4-BE49-F238E27FC236}">
                    <a16:creationId xmlns:a16="http://schemas.microsoft.com/office/drawing/2014/main" id="{5AA4E2C7-EC14-625A-82B4-EA9EAE08FEF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1" name="Freeform 465">
                <a:extLst>
                  <a:ext uri="{FF2B5EF4-FFF2-40B4-BE49-F238E27FC236}">
                    <a16:creationId xmlns:a16="http://schemas.microsoft.com/office/drawing/2014/main" id="{39BA18C0-33E1-68F9-00E8-342ABEE2836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02" name="Straight Connector 601">
                <a:extLst>
                  <a:ext uri="{FF2B5EF4-FFF2-40B4-BE49-F238E27FC236}">
                    <a16:creationId xmlns:a16="http://schemas.microsoft.com/office/drawing/2014/main" id="{46DD88A0-2990-2E1B-6832-741C349AEA15}"/>
                  </a:ext>
                </a:extLst>
              </p:cNvPr>
              <p:cNvCxnSpPr>
                <a:cxnSpLocks noChangeShapeType="1"/>
                <a:endCxn id="59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03" name="Straight Connector 602">
                <a:extLst>
                  <a:ext uri="{FF2B5EF4-FFF2-40B4-BE49-F238E27FC236}">
                    <a16:creationId xmlns:a16="http://schemas.microsoft.com/office/drawing/2014/main" id="{9E518A83-78C8-BC97-0E03-F25682D585E8}"/>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06" name="Group 357">
              <a:extLst>
                <a:ext uri="{FF2B5EF4-FFF2-40B4-BE49-F238E27FC236}">
                  <a16:creationId xmlns:a16="http://schemas.microsoft.com/office/drawing/2014/main" id="{CB37DB40-B33E-DD67-B876-64977EC48749}"/>
                </a:ext>
              </a:extLst>
            </p:cNvPr>
            <p:cNvGrpSpPr>
              <a:grpSpLocks noChangeAspect="1"/>
            </p:cNvGrpSpPr>
            <p:nvPr/>
          </p:nvGrpSpPr>
          <p:grpSpPr bwMode="auto">
            <a:xfrm>
              <a:off x="9227079" y="3339515"/>
              <a:ext cx="395606" cy="205581"/>
              <a:chOff x="1871277" y="1576300"/>
              <a:chExt cx="1128371" cy="437861"/>
            </a:xfrm>
          </p:grpSpPr>
          <p:sp>
            <p:nvSpPr>
              <p:cNvPr id="707" name="Oval 706">
                <a:extLst>
                  <a:ext uri="{FF2B5EF4-FFF2-40B4-BE49-F238E27FC236}">
                    <a16:creationId xmlns:a16="http://schemas.microsoft.com/office/drawing/2014/main" id="{70F22842-3498-05F2-DD2A-431DD786413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08" name="Rectangle 707">
                <a:extLst>
                  <a:ext uri="{FF2B5EF4-FFF2-40B4-BE49-F238E27FC236}">
                    <a16:creationId xmlns:a16="http://schemas.microsoft.com/office/drawing/2014/main" id="{D19CBD45-472F-AD09-DADC-2C5EA124D01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09" name="Oval 708">
                <a:extLst>
                  <a:ext uri="{FF2B5EF4-FFF2-40B4-BE49-F238E27FC236}">
                    <a16:creationId xmlns:a16="http://schemas.microsoft.com/office/drawing/2014/main" id="{391C8437-BE44-5424-6651-D375123D5255}"/>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10" name="Freeform 462">
                <a:extLst>
                  <a:ext uri="{FF2B5EF4-FFF2-40B4-BE49-F238E27FC236}">
                    <a16:creationId xmlns:a16="http://schemas.microsoft.com/office/drawing/2014/main" id="{4C1B95AD-4368-5210-7FB9-DEFA539EBED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11" name="Freeform 463">
                <a:extLst>
                  <a:ext uri="{FF2B5EF4-FFF2-40B4-BE49-F238E27FC236}">
                    <a16:creationId xmlns:a16="http://schemas.microsoft.com/office/drawing/2014/main" id="{5F199FD7-3D1A-957C-46AA-871F242FDA87}"/>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2" name="Freeform 464">
                <a:extLst>
                  <a:ext uri="{FF2B5EF4-FFF2-40B4-BE49-F238E27FC236}">
                    <a16:creationId xmlns:a16="http://schemas.microsoft.com/office/drawing/2014/main" id="{327BFD36-983D-5CD3-DD19-133234EA096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3" name="Freeform 465">
                <a:extLst>
                  <a:ext uri="{FF2B5EF4-FFF2-40B4-BE49-F238E27FC236}">
                    <a16:creationId xmlns:a16="http://schemas.microsoft.com/office/drawing/2014/main" id="{D71C7E25-DA8B-ADF3-F10C-7D5CC0FEC677}"/>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14" name="Straight Connector 713">
                <a:extLst>
                  <a:ext uri="{FF2B5EF4-FFF2-40B4-BE49-F238E27FC236}">
                    <a16:creationId xmlns:a16="http://schemas.microsoft.com/office/drawing/2014/main" id="{D8F9ED09-7BC6-3152-140F-77C16DA69A37}"/>
                  </a:ext>
                </a:extLst>
              </p:cNvPr>
              <p:cNvCxnSpPr>
                <a:cxnSpLocks noChangeShapeType="1"/>
                <a:endCxn id="70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15" name="Straight Connector 714">
                <a:extLst>
                  <a:ext uri="{FF2B5EF4-FFF2-40B4-BE49-F238E27FC236}">
                    <a16:creationId xmlns:a16="http://schemas.microsoft.com/office/drawing/2014/main" id="{D4B52B54-5CB1-D785-CCBB-A4C6E3FCA08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16" name="Group 357">
              <a:extLst>
                <a:ext uri="{FF2B5EF4-FFF2-40B4-BE49-F238E27FC236}">
                  <a16:creationId xmlns:a16="http://schemas.microsoft.com/office/drawing/2014/main" id="{37947B94-A8EA-004E-D689-F85A25A6EF60}"/>
                </a:ext>
              </a:extLst>
            </p:cNvPr>
            <p:cNvGrpSpPr>
              <a:grpSpLocks noChangeAspect="1"/>
            </p:cNvGrpSpPr>
            <p:nvPr/>
          </p:nvGrpSpPr>
          <p:grpSpPr bwMode="auto">
            <a:xfrm>
              <a:off x="8418306" y="3177351"/>
              <a:ext cx="395606" cy="205581"/>
              <a:chOff x="1871277" y="1576300"/>
              <a:chExt cx="1128371" cy="437861"/>
            </a:xfrm>
          </p:grpSpPr>
          <p:sp>
            <p:nvSpPr>
              <p:cNvPr id="717" name="Oval 716">
                <a:extLst>
                  <a:ext uri="{FF2B5EF4-FFF2-40B4-BE49-F238E27FC236}">
                    <a16:creationId xmlns:a16="http://schemas.microsoft.com/office/drawing/2014/main" id="{080A1D04-FCC2-71C1-05C2-2C66A325858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18" name="Rectangle 717">
                <a:extLst>
                  <a:ext uri="{FF2B5EF4-FFF2-40B4-BE49-F238E27FC236}">
                    <a16:creationId xmlns:a16="http://schemas.microsoft.com/office/drawing/2014/main" id="{AB98A9B3-ED85-EA5D-176D-14B1800FFC5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19" name="Oval 718">
                <a:extLst>
                  <a:ext uri="{FF2B5EF4-FFF2-40B4-BE49-F238E27FC236}">
                    <a16:creationId xmlns:a16="http://schemas.microsoft.com/office/drawing/2014/main" id="{93F5C4D1-1038-729E-3865-8956819D892E}"/>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20" name="Freeform 462">
                <a:extLst>
                  <a:ext uri="{FF2B5EF4-FFF2-40B4-BE49-F238E27FC236}">
                    <a16:creationId xmlns:a16="http://schemas.microsoft.com/office/drawing/2014/main" id="{9D7F5109-291D-467D-731E-3037E3E13A4C}"/>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21" name="Freeform 463">
                <a:extLst>
                  <a:ext uri="{FF2B5EF4-FFF2-40B4-BE49-F238E27FC236}">
                    <a16:creationId xmlns:a16="http://schemas.microsoft.com/office/drawing/2014/main" id="{78C693EB-7B2D-0DC8-FE43-DCF15BA45AC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2" name="Freeform 464">
                <a:extLst>
                  <a:ext uri="{FF2B5EF4-FFF2-40B4-BE49-F238E27FC236}">
                    <a16:creationId xmlns:a16="http://schemas.microsoft.com/office/drawing/2014/main" id="{CDA04AD2-7459-8EA3-5870-DC69EAA0A7C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3" name="Freeform 465">
                <a:extLst>
                  <a:ext uri="{FF2B5EF4-FFF2-40B4-BE49-F238E27FC236}">
                    <a16:creationId xmlns:a16="http://schemas.microsoft.com/office/drawing/2014/main" id="{072C5F49-2FF6-7A10-7042-1A487BA4577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24" name="Straight Connector 723">
                <a:extLst>
                  <a:ext uri="{FF2B5EF4-FFF2-40B4-BE49-F238E27FC236}">
                    <a16:creationId xmlns:a16="http://schemas.microsoft.com/office/drawing/2014/main" id="{FD0E8C23-1801-5DD8-5D1E-8DE642C1C682}"/>
                  </a:ext>
                </a:extLst>
              </p:cNvPr>
              <p:cNvCxnSpPr>
                <a:cxnSpLocks noChangeShapeType="1"/>
                <a:endCxn id="71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25" name="Straight Connector 724">
                <a:extLst>
                  <a:ext uri="{FF2B5EF4-FFF2-40B4-BE49-F238E27FC236}">
                    <a16:creationId xmlns:a16="http://schemas.microsoft.com/office/drawing/2014/main" id="{48FCEFFF-5541-E1EE-8387-8E22EDD74CF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26" name="Group 357">
              <a:extLst>
                <a:ext uri="{FF2B5EF4-FFF2-40B4-BE49-F238E27FC236}">
                  <a16:creationId xmlns:a16="http://schemas.microsoft.com/office/drawing/2014/main" id="{AF5FB145-84DB-2BE1-B43F-EEB8C90CAB60}"/>
                </a:ext>
              </a:extLst>
            </p:cNvPr>
            <p:cNvGrpSpPr>
              <a:grpSpLocks noChangeAspect="1"/>
            </p:cNvGrpSpPr>
            <p:nvPr/>
          </p:nvGrpSpPr>
          <p:grpSpPr bwMode="auto">
            <a:xfrm>
              <a:off x="8199076" y="3525827"/>
              <a:ext cx="395606" cy="205581"/>
              <a:chOff x="1871277" y="1576300"/>
              <a:chExt cx="1128371" cy="437861"/>
            </a:xfrm>
          </p:grpSpPr>
          <p:sp>
            <p:nvSpPr>
              <p:cNvPr id="727" name="Oval 726">
                <a:extLst>
                  <a:ext uri="{FF2B5EF4-FFF2-40B4-BE49-F238E27FC236}">
                    <a16:creationId xmlns:a16="http://schemas.microsoft.com/office/drawing/2014/main" id="{E98F8A11-E874-EF86-EC03-51A23039134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28" name="Rectangle 727">
                <a:extLst>
                  <a:ext uri="{FF2B5EF4-FFF2-40B4-BE49-F238E27FC236}">
                    <a16:creationId xmlns:a16="http://schemas.microsoft.com/office/drawing/2014/main" id="{2D3A3879-35DF-EA4D-B016-340C2676803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29" name="Oval 728">
                <a:extLst>
                  <a:ext uri="{FF2B5EF4-FFF2-40B4-BE49-F238E27FC236}">
                    <a16:creationId xmlns:a16="http://schemas.microsoft.com/office/drawing/2014/main" id="{DBE15C60-921B-FC9E-E44D-8C87A277E31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30" name="Freeform 462">
                <a:extLst>
                  <a:ext uri="{FF2B5EF4-FFF2-40B4-BE49-F238E27FC236}">
                    <a16:creationId xmlns:a16="http://schemas.microsoft.com/office/drawing/2014/main" id="{BD771292-BA04-3100-772D-52D50451A85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31" name="Freeform 463">
                <a:extLst>
                  <a:ext uri="{FF2B5EF4-FFF2-40B4-BE49-F238E27FC236}">
                    <a16:creationId xmlns:a16="http://schemas.microsoft.com/office/drawing/2014/main" id="{6F8397E0-F8A7-3DFF-124F-8169E15EECB7}"/>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2" name="Freeform 464">
                <a:extLst>
                  <a:ext uri="{FF2B5EF4-FFF2-40B4-BE49-F238E27FC236}">
                    <a16:creationId xmlns:a16="http://schemas.microsoft.com/office/drawing/2014/main" id="{CD79AADC-CA9B-08FA-248B-2797CCB975E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3" name="Freeform 465">
                <a:extLst>
                  <a:ext uri="{FF2B5EF4-FFF2-40B4-BE49-F238E27FC236}">
                    <a16:creationId xmlns:a16="http://schemas.microsoft.com/office/drawing/2014/main" id="{C839AFCF-FAFD-37C0-F8D4-30239B7978E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34" name="Straight Connector 733">
                <a:extLst>
                  <a:ext uri="{FF2B5EF4-FFF2-40B4-BE49-F238E27FC236}">
                    <a16:creationId xmlns:a16="http://schemas.microsoft.com/office/drawing/2014/main" id="{1F433079-5316-D916-0A34-14224B90FC8F}"/>
                  </a:ext>
                </a:extLst>
              </p:cNvPr>
              <p:cNvCxnSpPr>
                <a:cxnSpLocks noChangeShapeType="1"/>
                <a:endCxn id="72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35" name="Straight Connector 734">
                <a:extLst>
                  <a:ext uri="{FF2B5EF4-FFF2-40B4-BE49-F238E27FC236}">
                    <a16:creationId xmlns:a16="http://schemas.microsoft.com/office/drawing/2014/main" id="{C8660919-646F-7818-74CD-669B5BE33D56}"/>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36" name="Group 357">
              <a:extLst>
                <a:ext uri="{FF2B5EF4-FFF2-40B4-BE49-F238E27FC236}">
                  <a16:creationId xmlns:a16="http://schemas.microsoft.com/office/drawing/2014/main" id="{25CB6561-221D-2D04-A374-B2B270543B22}"/>
                </a:ext>
              </a:extLst>
            </p:cNvPr>
            <p:cNvGrpSpPr>
              <a:grpSpLocks noChangeAspect="1"/>
            </p:cNvGrpSpPr>
            <p:nvPr/>
          </p:nvGrpSpPr>
          <p:grpSpPr bwMode="auto">
            <a:xfrm>
              <a:off x="7652752" y="3798829"/>
              <a:ext cx="395606" cy="205581"/>
              <a:chOff x="1871277" y="1576300"/>
              <a:chExt cx="1128371" cy="437861"/>
            </a:xfrm>
          </p:grpSpPr>
          <p:sp>
            <p:nvSpPr>
              <p:cNvPr id="737" name="Oval 736">
                <a:extLst>
                  <a:ext uri="{FF2B5EF4-FFF2-40B4-BE49-F238E27FC236}">
                    <a16:creationId xmlns:a16="http://schemas.microsoft.com/office/drawing/2014/main" id="{8E548007-0286-F309-425C-8404C75339B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38" name="Rectangle 737">
                <a:extLst>
                  <a:ext uri="{FF2B5EF4-FFF2-40B4-BE49-F238E27FC236}">
                    <a16:creationId xmlns:a16="http://schemas.microsoft.com/office/drawing/2014/main" id="{E01D67F8-30E3-08AF-41DB-774431A10195}"/>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39" name="Oval 738">
                <a:extLst>
                  <a:ext uri="{FF2B5EF4-FFF2-40B4-BE49-F238E27FC236}">
                    <a16:creationId xmlns:a16="http://schemas.microsoft.com/office/drawing/2014/main" id="{6B3C842D-790E-1681-4F0A-CFCC87744D0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40" name="Freeform 462">
                <a:extLst>
                  <a:ext uri="{FF2B5EF4-FFF2-40B4-BE49-F238E27FC236}">
                    <a16:creationId xmlns:a16="http://schemas.microsoft.com/office/drawing/2014/main" id="{0F9430FC-6277-AC95-0262-3F98237B96A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1" name="Freeform 463">
                <a:extLst>
                  <a:ext uri="{FF2B5EF4-FFF2-40B4-BE49-F238E27FC236}">
                    <a16:creationId xmlns:a16="http://schemas.microsoft.com/office/drawing/2014/main" id="{A9D6A4C8-3366-050D-1CC6-6173B863497D}"/>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2" name="Freeform 464">
                <a:extLst>
                  <a:ext uri="{FF2B5EF4-FFF2-40B4-BE49-F238E27FC236}">
                    <a16:creationId xmlns:a16="http://schemas.microsoft.com/office/drawing/2014/main" id="{3ADB8AD1-D174-7D44-1670-A9F707CF68B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3" name="Freeform 465">
                <a:extLst>
                  <a:ext uri="{FF2B5EF4-FFF2-40B4-BE49-F238E27FC236}">
                    <a16:creationId xmlns:a16="http://schemas.microsoft.com/office/drawing/2014/main" id="{3190AA86-8C95-9B4C-43E4-8B6773D4AC1F}"/>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44" name="Straight Connector 743">
                <a:extLst>
                  <a:ext uri="{FF2B5EF4-FFF2-40B4-BE49-F238E27FC236}">
                    <a16:creationId xmlns:a16="http://schemas.microsoft.com/office/drawing/2014/main" id="{0C884C8B-0071-7799-9956-E92E8010721B}"/>
                  </a:ext>
                </a:extLst>
              </p:cNvPr>
              <p:cNvCxnSpPr>
                <a:cxnSpLocks noChangeShapeType="1"/>
                <a:endCxn id="73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45" name="Straight Connector 744">
                <a:extLst>
                  <a:ext uri="{FF2B5EF4-FFF2-40B4-BE49-F238E27FC236}">
                    <a16:creationId xmlns:a16="http://schemas.microsoft.com/office/drawing/2014/main" id="{C4ACB773-8C02-1981-CEA3-8944FF33242C}"/>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46" name="Group 357">
              <a:extLst>
                <a:ext uri="{FF2B5EF4-FFF2-40B4-BE49-F238E27FC236}">
                  <a16:creationId xmlns:a16="http://schemas.microsoft.com/office/drawing/2014/main" id="{F0AFB07E-4F36-2861-0E5A-06B528006009}"/>
                </a:ext>
              </a:extLst>
            </p:cNvPr>
            <p:cNvGrpSpPr>
              <a:grpSpLocks noChangeAspect="1"/>
            </p:cNvGrpSpPr>
            <p:nvPr/>
          </p:nvGrpSpPr>
          <p:grpSpPr bwMode="auto">
            <a:xfrm>
              <a:off x="7641949" y="3191241"/>
              <a:ext cx="395606" cy="205581"/>
              <a:chOff x="1871277" y="1576300"/>
              <a:chExt cx="1128371" cy="437861"/>
            </a:xfrm>
          </p:grpSpPr>
          <p:sp>
            <p:nvSpPr>
              <p:cNvPr id="747" name="Oval 746">
                <a:extLst>
                  <a:ext uri="{FF2B5EF4-FFF2-40B4-BE49-F238E27FC236}">
                    <a16:creationId xmlns:a16="http://schemas.microsoft.com/office/drawing/2014/main" id="{A7AD7F32-AF8A-ACD9-EBB3-3DD59CA5005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48" name="Rectangle 747">
                <a:extLst>
                  <a:ext uri="{FF2B5EF4-FFF2-40B4-BE49-F238E27FC236}">
                    <a16:creationId xmlns:a16="http://schemas.microsoft.com/office/drawing/2014/main" id="{A867E60D-D40D-8F6F-EA7E-3FE49E78489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49" name="Oval 748">
                <a:extLst>
                  <a:ext uri="{FF2B5EF4-FFF2-40B4-BE49-F238E27FC236}">
                    <a16:creationId xmlns:a16="http://schemas.microsoft.com/office/drawing/2014/main" id="{6CAA0125-9449-010A-9B82-BBE406DA6D8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50" name="Freeform 462">
                <a:extLst>
                  <a:ext uri="{FF2B5EF4-FFF2-40B4-BE49-F238E27FC236}">
                    <a16:creationId xmlns:a16="http://schemas.microsoft.com/office/drawing/2014/main" id="{14C4217A-9008-063E-141A-FCD3451E679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51" name="Freeform 463">
                <a:extLst>
                  <a:ext uri="{FF2B5EF4-FFF2-40B4-BE49-F238E27FC236}">
                    <a16:creationId xmlns:a16="http://schemas.microsoft.com/office/drawing/2014/main" id="{5C9875CB-F362-D31F-2D04-684D213A678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2" name="Freeform 464">
                <a:extLst>
                  <a:ext uri="{FF2B5EF4-FFF2-40B4-BE49-F238E27FC236}">
                    <a16:creationId xmlns:a16="http://schemas.microsoft.com/office/drawing/2014/main" id="{B36B159A-D320-6220-F7B0-BB64C3DC398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3" name="Freeform 465">
                <a:extLst>
                  <a:ext uri="{FF2B5EF4-FFF2-40B4-BE49-F238E27FC236}">
                    <a16:creationId xmlns:a16="http://schemas.microsoft.com/office/drawing/2014/main" id="{3CD3206F-A8BF-3A9D-BA53-9D7400DD7FA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54" name="Straight Connector 753">
                <a:extLst>
                  <a:ext uri="{FF2B5EF4-FFF2-40B4-BE49-F238E27FC236}">
                    <a16:creationId xmlns:a16="http://schemas.microsoft.com/office/drawing/2014/main" id="{A74C04F4-1DED-A013-6BFE-30B5D6245A6B}"/>
                  </a:ext>
                </a:extLst>
              </p:cNvPr>
              <p:cNvCxnSpPr>
                <a:cxnSpLocks noChangeShapeType="1"/>
                <a:endCxn id="7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55" name="Straight Connector 754">
                <a:extLst>
                  <a:ext uri="{FF2B5EF4-FFF2-40B4-BE49-F238E27FC236}">
                    <a16:creationId xmlns:a16="http://schemas.microsoft.com/office/drawing/2014/main" id="{5311A7B7-2EA8-240F-2C3B-DADE75C7940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56" name="Group 357">
              <a:extLst>
                <a:ext uri="{FF2B5EF4-FFF2-40B4-BE49-F238E27FC236}">
                  <a16:creationId xmlns:a16="http://schemas.microsoft.com/office/drawing/2014/main" id="{9ED0054E-1986-43F6-B7C9-B0551564A4B4}"/>
                </a:ext>
              </a:extLst>
            </p:cNvPr>
            <p:cNvGrpSpPr>
              <a:grpSpLocks noChangeAspect="1"/>
            </p:cNvGrpSpPr>
            <p:nvPr/>
          </p:nvGrpSpPr>
          <p:grpSpPr bwMode="auto">
            <a:xfrm>
              <a:off x="8879945" y="3659474"/>
              <a:ext cx="395606" cy="205581"/>
              <a:chOff x="1871277" y="1576300"/>
              <a:chExt cx="1128371" cy="437861"/>
            </a:xfrm>
          </p:grpSpPr>
          <p:sp>
            <p:nvSpPr>
              <p:cNvPr id="757" name="Oval 756">
                <a:extLst>
                  <a:ext uri="{FF2B5EF4-FFF2-40B4-BE49-F238E27FC236}">
                    <a16:creationId xmlns:a16="http://schemas.microsoft.com/office/drawing/2014/main" id="{2C6B9B87-2498-D43D-572C-665E3DB74AB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58" name="Rectangle 757">
                <a:extLst>
                  <a:ext uri="{FF2B5EF4-FFF2-40B4-BE49-F238E27FC236}">
                    <a16:creationId xmlns:a16="http://schemas.microsoft.com/office/drawing/2014/main" id="{4329C1A3-173B-4C57-89B9-FE89E7EBE3D7}"/>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59" name="Oval 758">
                <a:extLst>
                  <a:ext uri="{FF2B5EF4-FFF2-40B4-BE49-F238E27FC236}">
                    <a16:creationId xmlns:a16="http://schemas.microsoft.com/office/drawing/2014/main" id="{9BACCFB7-6308-B7D4-42B8-0B02F09D1FB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60" name="Freeform 462">
                <a:extLst>
                  <a:ext uri="{FF2B5EF4-FFF2-40B4-BE49-F238E27FC236}">
                    <a16:creationId xmlns:a16="http://schemas.microsoft.com/office/drawing/2014/main" id="{234F5979-ED8A-1587-2AB7-B2ACC562D3F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1" name="Freeform 463">
                <a:extLst>
                  <a:ext uri="{FF2B5EF4-FFF2-40B4-BE49-F238E27FC236}">
                    <a16:creationId xmlns:a16="http://schemas.microsoft.com/office/drawing/2014/main" id="{3077521F-98BC-E4BA-8317-740414ABA0A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2" name="Freeform 464">
                <a:extLst>
                  <a:ext uri="{FF2B5EF4-FFF2-40B4-BE49-F238E27FC236}">
                    <a16:creationId xmlns:a16="http://schemas.microsoft.com/office/drawing/2014/main" id="{1F4C86B2-1E32-81EE-176A-3A7051534BD9}"/>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3" name="Freeform 465">
                <a:extLst>
                  <a:ext uri="{FF2B5EF4-FFF2-40B4-BE49-F238E27FC236}">
                    <a16:creationId xmlns:a16="http://schemas.microsoft.com/office/drawing/2014/main" id="{D7F38570-C029-DA64-2A17-C781C5F3303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64" name="Straight Connector 763">
                <a:extLst>
                  <a:ext uri="{FF2B5EF4-FFF2-40B4-BE49-F238E27FC236}">
                    <a16:creationId xmlns:a16="http://schemas.microsoft.com/office/drawing/2014/main" id="{4F3EA222-5748-8860-7BC2-98B9986A0BFE}"/>
                  </a:ext>
                </a:extLst>
              </p:cNvPr>
              <p:cNvCxnSpPr>
                <a:cxnSpLocks noChangeShapeType="1"/>
                <a:endCxn id="75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65" name="Straight Connector 764">
                <a:extLst>
                  <a:ext uri="{FF2B5EF4-FFF2-40B4-BE49-F238E27FC236}">
                    <a16:creationId xmlns:a16="http://schemas.microsoft.com/office/drawing/2014/main" id="{ACD79E41-0A24-92C8-32EE-7747E24CE2BF}"/>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0" name="Group 1079">
            <a:extLst>
              <a:ext uri="{FF2B5EF4-FFF2-40B4-BE49-F238E27FC236}">
                <a16:creationId xmlns:a16="http://schemas.microsoft.com/office/drawing/2014/main" id="{56FFC872-706C-D017-6611-330BFE07C7DF}"/>
              </a:ext>
            </a:extLst>
          </p:cNvPr>
          <p:cNvGrpSpPr/>
          <p:nvPr/>
        </p:nvGrpSpPr>
        <p:grpSpPr>
          <a:xfrm>
            <a:off x="4394530" y="2940839"/>
            <a:ext cx="3118123" cy="770101"/>
            <a:chOff x="3984225" y="2462720"/>
            <a:chExt cx="3118123" cy="770101"/>
          </a:xfrm>
        </p:grpSpPr>
        <p:cxnSp>
          <p:nvCxnSpPr>
            <p:cNvPr id="919" name="Straight Connector 918">
              <a:extLst>
                <a:ext uri="{FF2B5EF4-FFF2-40B4-BE49-F238E27FC236}">
                  <a16:creationId xmlns:a16="http://schemas.microsoft.com/office/drawing/2014/main" id="{8779FB8D-8B30-EEB1-F21D-674B80F1C05A}"/>
                </a:ext>
              </a:extLst>
            </p:cNvPr>
            <p:cNvCxnSpPr>
              <a:cxnSpLocks/>
              <a:stCxn id="590" idx="2"/>
              <a:endCxn id="652" idx="3"/>
            </p:cNvCxnSpPr>
            <p:nvPr/>
          </p:nvCxnSpPr>
          <p:spPr>
            <a:xfrm>
              <a:off x="4227261" y="2708439"/>
              <a:ext cx="941379" cy="392806"/>
            </a:xfrm>
            <a:prstGeom prst="line">
              <a:avLst/>
            </a:prstGeom>
            <a:noFill/>
            <a:ln w="12700" cap="flat" cmpd="sng" algn="ctr">
              <a:solidFill>
                <a:srgbClr val="000000"/>
              </a:solidFill>
              <a:prstDash val="solid"/>
            </a:ln>
            <a:effectLst/>
          </p:spPr>
        </p:cxnSp>
        <p:cxnSp>
          <p:nvCxnSpPr>
            <p:cNvPr id="922" name="Straight Connector 921">
              <a:extLst>
                <a:ext uri="{FF2B5EF4-FFF2-40B4-BE49-F238E27FC236}">
                  <a16:creationId xmlns:a16="http://schemas.microsoft.com/office/drawing/2014/main" id="{F02FF35F-4BB0-33C9-C125-A08507F88BD6}"/>
                </a:ext>
              </a:extLst>
            </p:cNvPr>
            <p:cNvCxnSpPr>
              <a:cxnSpLocks/>
              <a:stCxn id="649" idx="0"/>
              <a:endCxn id="642" idx="1"/>
            </p:cNvCxnSpPr>
            <p:nvPr/>
          </p:nvCxnSpPr>
          <p:spPr>
            <a:xfrm flipV="1">
              <a:off x="5132474" y="3066581"/>
              <a:ext cx="989427" cy="110677"/>
            </a:xfrm>
            <a:prstGeom prst="line">
              <a:avLst/>
            </a:prstGeom>
            <a:noFill/>
            <a:ln w="12700" cap="flat" cmpd="sng" algn="ctr">
              <a:solidFill>
                <a:srgbClr val="000000"/>
              </a:solidFill>
              <a:prstDash val="solid"/>
            </a:ln>
            <a:effectLst/>
          </p:spPr>
        </p:cxnSp>
        <p:cxnSp>
          <p:nvCxnSpPr>
            <p:cNvPr id="913" name="Straight Connector 912">
              <a:extLst>
                <a:ext uri="{FF2B5EF4-FFF2-40B4-BE49-F238E27FC236}">
                  <a16:creationId xmlns:a16="http://schemas.microsoft.com/office/drawing/2014/main" id="{52F984EA-C8C9-5311-8726-AFEC761F5B40}"/>
                </a:ext>
              </a:extLst>
            </p:cNvPr>
            <p:cNvCxnSpPr>
              <a:cxnSpLocks/>
              <a:stCxn id="652" idx="3"/>
              <a:endCxn id="809" idx="0"/>
            </p:cNvCxnSpPr>
            <p:nvPr/>
          </p:nvCxnSpPr>
          <p:spPr>
            <a:xfrm flipV="1">
              <a:off x="5168640" y="2664532"/>
              <a:ext cx="811266" cy="436713"/>
            </a:xfrm>
            <a:prstGeom prst="line">
              <a:avLst/>
            </a:prstGeom>
            <a:noFill/>
            <a:ln w="12700" cap="flat" cmpd="sng" algn="ctr">
              <a:solidFill>
                <a:srgbClr val="000000"/>
              </a:solidFill>
              <a:prstDash val="solid"/>
            </a:ln>
            <a:effectLst/>
          </p:spPr>
        </p:cxnSp>
        <p:cxnSp>
          <p:nvCxnSpPr>
            <p:cNvPr id="914" name="Straight Connector 913">
              <a:extLst>
                <a:ext uri="{FF2B5EF4-FFF2-40B4-BE49-F238E27FC236}">
                  <a16:creationId xmlns:a16="http://schemas.microsoft.com/office/drawing/2014/main" id="{7AD74ACD-38E3-2B1E-4951-17EDF913B243}"/>
                </a:ext>
              </a:extLst>
            </p:cNvPr>
            <p:cNvCxnSpPr>
              <a:cxnSpLocks/>
              <a:stCxn id="669" idx="0"/>
              <a:endCxn id="642" idx="2"/>
            </p:cNvCxnSpPr>
            <p:nvPr/>
          </p:nvCxnSpPr>
          <p:spPr>
            <a:xfrm flipH="1">
              <a:off x="6116293" y="2731871"/>
              <a:ext cx="787697" cy="335951"/>
            </a:xfrm>
            <a:prstGeom prst="line">
              <a:avLst/>
            </a:prstGeom>
            <a:noFill/>
            <a:ln w="12700" cap="flat" cmpd="sng" algn="ctr">
              <a:solidFill>
                <a:srgbClr val="000000"/>
              </a:solidFill>
              <a:prstDash val="solid"/>
            </a:ln>
            <a:effectLst/>
          </p:spPr>
        </p:cxnSp>
        <p:cxnSp>
          <p:nvCxnSpPr>
            <p:cNvPr id="915" name="Straight Connector 914">
              <a:extLst>
                <a:ext uri="{FF2B5EF4-FFF2-40B4-BE49-F238E27FC236}">
                  <a16:creationId xmlns:a16="http://schemas.microsoft.com/office/drawing/2014/main" id="{36D4791E-59D8-2F49-F003-FDC96B774999}"/>
                </a:ext>
              </a:extLst>
            </p:cNvPr>
            <p:cNvCxnSpPr>
              <a:cxnSpLocks/>
              <a:stCxn id="812" idx="3"/>
              <a:endCxn id="639" idx="0"/>
            </p:cNvCxnSpPr>
            <p:nvPr/>
          </p:nvCxnSpPr>
          <p:spPr>
            <a:xfrm>
              <a:off x="6016072" y="2588519"/>
              <a:ext cx="54433" cy="552742"/>
            </a:xfrm>
            <a:prstGeom prst="line">
              <a:avLst/>
            </a:prstGeom>
            <a:noFill/>
            <a:ln w="12700" cap="flat" cmpd="sng" algn="ctr">
              <a:solidFill>
                <a:srgbClr val="000000"/>
              </a:solidFill>
              <a:prstDash val="solid"/>
            </a:ln>
            <a:effectLst/>
          </p:spPr>
        </p:cxnSp>
        <p:cxnSp>
          <p:nvCxnSpPr>
            <p:cNvPr id="916" name="Straight Connector 915">
              <a:extLst>
                <a:ext uri="{FF2B5EF4-FFF2-40B4-BE49-F238E27FC236}">
                  <a16:creationId xmlns:a16="http://schemas.microsoft.com/office/drawing/2014/main" id="{34F46F64-471F-B196-8A4A-D6AE21032E5A}"/>
                </a:ext>
              </a:extLst>
            </p:cNvPr>
            <p:cNvCxnSpPr>
              <a:cxnSpLocks/>
              <a:stCxn id="812" idx="2"/>
              <a:endCxn id="672" idx="2"/>
            </p:cNvCxnSpPr>
            <p:nvPr/>
          </p:nvCxnSpPr>
          <p:spPr>
            <a:xfrm>
              <a:off x="6025694" y="2591093"/>
              <a:ext cx="924084" cy="67339"/>
            </a:xfrm>
            <a:prstGeom prst="line">
              <a:avLst/>
            </a:prstGeom>
            <a:noFill/>
            <a:ln w="12700" cap="flat" cmpd="sng" algn="ctr">
              <a:solidFill>
                <a:srgbClr val="000000"/>
              </a:solidFill>
              <a:prstDash val="solid"/>
            </a:ln>
            <a:effectLst/>
          </p:spPr>
        </p:cxnSp>
        <p:cxnSp>
          <p:nvCxnSpPr>
            <p:cNvPr id="917" name="Straight Connector 916">
              <a:extLst>
                <a:ext uri="{FF2B5EF4-FFF2-40B4-BE49-F238E27FC236}">
                  <a16:creationId xmlns:a16="http://schemas.microsoft.com/office/drawing/2014/main" id="{E4DD9B9C-5009-2E6D-282D-379D9845D541}"/>
                </a:ext>
              </a:extLst>
            </p:cNvPr>
            <p:cNvCxnSpPr>
              <a:cxnSpLocks/>
              <a:stCxn id="662" idx="3"/>
              <a:endCxn id="652" idx="1"/>
            </p:cNvCxnSpPr>
            <p:nvPr/>
          </p:nvCxnSpPr>
          <p:spPr>
            <a:xfrm flipH="1">
              <a:off x="5183870" y="2536725"/>
              <a:ext cx="38421" cy="565853"/>
            </a:xfrm>
            <a:prstGeom prst="line">
              <a:avLst/>
            </a:prstGeom>
            <a:noFill/>
            <a:ln w="12700" cap="flat" cmpd="sng" algn="ctr">
              <a:solidFill>
                <a:srgbClr val="000000"/>
              </a:solidFill>
              <a:prstDash val="solid"/>
            </a:ln>
            <a:effectLst/>
          </p:spPr>
        </p:cxnSp>
        <p:cxnSp>
          <p:nvCxnSpPr>
            <p:cNvPr id="918" name="Straight Connector 917">
              <a:extLst>
                <a:ext uri="{FF2B5EF4-FFF2-40B4-BE49-F238E27FC236}">
                  <a16:creationId xmlns:a16="http://schemas.microsoft.com/office/drawing/2014/main" id="{04788211-9995-C32D-8DFF-8EA0DEBECD66}"/>
                </a:ext>
              </a:extLst>
            </p:cNvPr>
            <p:cNvCxnSpPr>
              <a:cxnSpLocks/>
              <a:stCxn id="590" idx="2"/>
              <a:endCxn id="659" idx="0"/>
            </p:cNvCxnSpPr>
            <p:nvPr/>
          </p:nvCxnSpPr>
          <p:spPr>
            <a:xfrm flipV="1">
              <a:off x="4227261" y="2612738"/>
              <a:ext cx="958864" cy="95701"/>
            </a:xfrm>
            <a:prstGeom prst="line">
              <a:avLst/>
            </a:prstGeom>
            <a:noFill/>
            <a:ln w="12700" cap="flat" cmpd="sng" algn="ctr">
              <a:solidFill>
                <a:srgbClr val="000000"/>
              </a:solidFill>
              <a:prstDash val="solid"/>
            </a:ln>
            <a:effectLst/>
          </p:spPr>
        </p:cxnSp>
        <p:cxnSp>
          <p:nvCxnSpPr>
            <p:cNvPr id="921" name="Straight Connector 920">
              <a:extLst>
                <a:ext uri="{FF2B5EF4-FFF2-40B4-BE49-F238E27FC236}">
                  <a16:creationId xmlns:a16="http://schemas.microsoft.com/office/drawing/2014/main" id="{E413F669-E6BB-D911-F2BF-B94ADBB20944}"/>
                </a:ext>
              </a:extLst>
            </p:cNvPr>
            <p:cNvCxnSpPr>
              <a:cxnSpLocks/>
              <a:stCxn id="812" idx="1"/>
              <a:endCxn id="659" idx="0"/>
            </p:cNvCxnSpPr>
            <p:nvPr/>
          </p:nvCxnSpPr>
          <p:spPr>
            <a:xfrm flipH="1">
              <a:off x="5186125" y="2589852"/>
              <a:ext cx="845177" cy="22886"/>
            </a:xfrm>
            <a:prstGeom prst="line">
              <a:avLst/>
            </a:prstGeom>
            <a:noFill/>
            <a:ln w="12700" cap="flat" cmpd="sng" algn="ctr">
              <a:solidFill>
                <a:srgbClr val="000000"/>
              </a:solidFill>
              <a:prstDash val="solid"/>
            </a:ln>
            <a:effectLst/>
          </p:spPr>
        </p:cxnSp>
        <p:grpSp>
          <p:nvGrpSpPr>
            <p:cNvPr id="584" name="Group 357">
              <a:extLst>
                <a:ext uri="{FF2B5EF4-FFF2-40B4-BE49-F238E27FC236}">
                  <a16:creationId xmlns:a16="http://schemas.microsoft.com/office/drawing/2014/main" id="{05D200DE-145E-B57B-2595-CCEA11FCDD37}"/>
                </a:ext>
              </a:extLst>
            </p:cNvPr>
            <p:cNvGrpSpPr>
              <a:grpSpLocks noChangeAspect="1"/>
            </p:cNvGrpSpPr>
            <p:nvPr/>
          </p:nvGrpSpPr>
          <p:grpSpPr bwMode="auto">
            <a:xfrm>
              <a:off x="3984225" y="2631860"/>
              <a:ext cx="395606" cy="205581"/>
              <a:chOff x="1871277" y="1576300"/>
              <a:chExt cx="1128371" cy="437861"/>
            </a:xfrm>
          </p:grpSpPr>
          <p:sp>
            <p:nvSpPr>
              <p:cNvPr id="585" name="Oval 584">
                <a:extLst>
                  <a:ext uri="{FF2B5EF4-FFF2-40B4-BE49-F238E27FC236}">
                    <a16:creationId xmlns:a16="http://schemas.microsoft.com/office/drawing/2014/main" id="{30B4D31D-9607-88B6-301F-81E0CA9AFFE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86" name="Rectangle 585">
                <a:extLst>
                  <a:ext uri="{FF2B5EF4-FFF2-40B4-BE49-F238E27FC236}">
                    <a16:creationId xmlns:a16="http://schemas.microsoft.com/office/drawing/2014/main" id="{B177DB33-EEA3-0695-DCA6-CAE171D6EAF6}"/>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87" name="Oval 586">
                <a:extLst>
                  <a:ext uri="{FF2B5EF4-FFF2-40B4-BE49-F238E27FC236}">
                    <a16:creationId xmlns:a16="http://schemas.microsoft.com/office/drawing/2014/main" id="{5A0A00D1-2122-DF93-3E9D-33B1BF8D944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88" name="Freeform 462">
                <a:extLst>
                  <a:ext uri="{FF2B5EF4-FFF2-40B4-BE49-F238E27FC236}">
                    <a16:creationId xmlns:a16="http://schemas.microsoft.com/office/drawing/2014/main" id="{0F96B102-CA2A-5FF0-CB1A-895E0BBAEE2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89" name="Freeform 463">
                <a:extLst>
                  <a:ext uri="{FF2B5EF4-FFF2-40B4-BE49-F238E27FC236}">
                    <a16:creationId xmlns:a16="http://schemas.microsoft.com/office/drawing/2014/main" id="{069EB86A-1021-E7EE-3B17-FAD20D8F79D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0" name="Freeform 464">
                <a:extLst>
                  <a:ext uri="{FF2B5EF4-FFF2-40B4-BE49-F238E27FC236}">
                    <a16:creationId xmlns:a16="http://schemas.microsoft.com/office/drawing/2014/main" id="{B1BC24FC-FBA4-9E94-7A43-F1FFE651E73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1" name="Freeform 465">
                <a:extLst>
                  <a:ext uri="{FF2B5EF4-FFF2-40B4-BE49-F238E27FC236}">
                    <a16:creationId xmlns:a16="http://schemas.microsoft.com/office/drawing/2014/main" id="{09E0450F-E8E4-9D6F-CEE1-FFEF6AA7757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92" name="Straight Connector 591">
                <a:extLst>
                  <a:ext uri="{FF2B5EF4-FFF2-40B4-BE49-F238E27FC236}">
                    <a16:creationId xmlns:a16="http://schemas.microsoft.com/office/drawing/2014/main" id="{B91EA7C3-E26A-B435-7A74-E76C014FE878}"/>
                  </a:ext>
                </a:extLst>
              </p:cNvPr>
              <p:cNvCxnSpPr>
                <a:cxnSpLocks noChangeShapeType="1"/>
                <a:endCxn id="58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93" name="Straight Connector 592">
                <a:extLst>
                  <a:ext uri="{FF2B5EF4-FFF2-40B4-BE49-F238E27FC236}">
                    <a16:creationId xmlns:a16="http://schemas.microsoft.com/office/drawing/2014/main" id="{41E6E83A-0F55-EB81-F663-FA28D0F5BAA1}"/>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36" name="Group 357">
              <a:extLst>
                <a:ext uri="{FF2B5EF4-FFF2-40B4-BE49-F238E27FC236}">
                  <a16:creationId xmlns:a16="http://schemas.microsoft.com/office/drawing/2014/main" id="{8500C13E-2806-A323-2233-E813E103B257}"/>
                </a:ext>
              </a:extLst>
            </p:cNvPr>
            <p:cNvGrpSpPr>
              <a:grpSpLocks noChangeAspect="1"/>
            </p:cNvGrpSpPr>
            <p:nvPr/>
          </p:nvGrpSpPr>
          <p:grpSpPr bwMode="auto">
            <a:xfrm>
              <a:off x="5873257" y="2991243"/>
              <a:ext cx="395606" cy="205581"/>
              <a:chOff x="1871277" y="1576300"/>
              <a:chExt cx="1128371" cy="437861"/>
            </a:xfrm>
          </p:grpSpPr>
          <p:sp>
            <p:nvSpPr>
              <p:cNvPr id="637" name="Oval 636">
                <a:extLst>
                  <a:ext uri="{FF2B5EF4-FFF2-40B4-BE49-F238E27FC236}">
                    <a16:creationId xmlns:a16="http://schemas.microsoft.com/office/drawing/2014/main" id="{A5E96BBB-780F-7801-654A-DB674DEEDE9B}"/>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38" name="Rectangle 637">
                <a:extLst>
                  <a:ext uri="{FF2B5EF4-FFF2-40B4-BE49-F238E27FC236}">
                    <a16:creationId xmlns:a16="http://schemas.microsoft.com/office/drawing/2014/main" id="{3E1EC0C9-416B-D954-9294-B10F0BB3E21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39" name="Oval 638">
                <a:extLst>
                  <a:ext uri="{FF2B5EF4-FFF2-40B4-BE49-F238E27FC236}">
                    <a16:creationId xmlns:a16="http://schemas.microsoft.com/office/drawing/2014/main" id="{E205575D-3C93-505C-1E92-68B3EB220E2F}"/>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40" name="Freeform 462">
                <a:extLst>
                  <a:ext uri="{FF2B5EF4-FFF2-40B4-BE49-F238E27FC236}">
                    <a16:creationId xmlns:a16="http://schemas.microsoft.com/office/drawing/2014/main" id="{325C05EA-DC48-F43C-34ED-AD09035DCB6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41" name="Freeform 463">
                <a:extLst>
                  <a:ext uri="{FF2B5EF4-FFF2-40B4-BE49-F238E27FC236}">
                    <a16:creationId xmlns:a16="http://schemas.microsoft.com/office/drawing/2014/main" id="{1305BF40-2E8B-225F-32A9-8FA95989C52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2" name="Freeform 464">
                <a:extLst>
                  <a:ext uri="{FF2B5EF4-FFF2-40B4-BE49-F238E27FC236}">
                    <a16:creationId xmlns:a16="http://schemas.microsoft.com/office/drawing/2014/main" id="{4EC6A0DE-84F3-2BF1-DBF1-F1B8A7BC18E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3" name="Freeform 465">
                <a:extLst>
                  <a:ext uri="{FF2B5EF4-FFF2-40B4-BE49-F238E27FC236}">
                    <a16:creationId xmlns:a16="http://schemas.microsoft.com/office/drawing/2014/main" id="{4DA29998-C54D-EB5D-87CA-D0BB2927EF2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44" name="Straight Connector 643">
                <a:extLst>
                  <a:ext uri="{FF2B5EF4-FFF2-40B4-BE49-F238E27FC236}">
                    <a16:creationId xmlns:a16="http://schemas.microsoft.com/office/drawing/2014/main" id="{AF7FB46C-2B8A-9741-8FD3-47F9BC1613F2}"/>
                  </a:ext>
                </a:extLst>
              </p:cNvPr>
              <p:cNvCxnSpPr>
                <a:cxnSpLocks noChangeShapeType="1"/>
                <a:endCxn id="63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45" name="Straight Connector 644">
                <a:extLst>
                  <a:ext uri="{FF2B5EF4-FFF2-40B4-BE49-F238E27FC236}">
                    <a16:creationId xmlns:a16="http://schemas.microsoft.com/office/drawing/2014/main" id="{9BA60943-5339-24D6-EEA4-83573BAC427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46" name="Group 357">
              <a:extLst>
                <a:ext uri="{FF2B5EF4-FFF2-40B4-BE49-F238E27FC236}">
                  <a16:creationId xmlns:a16="http://schemas.microsoft.com/office/drawing/2014/main" id="{940EF197-E320-D569-6358-0CC48C38B8C7}"/>
                </a:ext>
              </a:extLst>
            </p:cNvPr>
            <p:cNvGrpSpPr>
              <a:grpSpLocks noChangeAspect="1"/>
            </p:cNvGrpSpPr>
            <p:nvPr/>
          </p:nvGrpSpPr>
          <p:grpSpPr bwMode="auto">
            <a:xfrm>
              <a:off x="4935226" y="3027240"/>
              <a:ext cx="395606" cy="205581"/>
              <a:chOff x="1871277" y="1576300"/>
              <a:chExt cx="1128371" cy="437861"/>
            </a:xfrm>
          </p:grpSpPr>
          <p:sp>
            <p:nvSpPr>
              <p:cNvPr id="647" name="Oval 646">
                <a:extLst>
                  <a:ext uri="{FF2B5EF4-FFF2-40B4-BE49-F238E27FC236}">
                    <a16:creationId xmlns:a16="http://schemas.microsoft.com/office/drawing/2014/main" id="{04287B0D-DBE9-3A6B-45B3-7317AEB7366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48" name="Rectangle 647">
                <a:extLst>
                  <a:ext uri="{FF2B5EF4-FFF2-40B4-BE49-F238E27FC236}">
                    <a16:creationId xmlns:a16="http://schemas.microsoft.com/office/drawing/2014/main" id="{2B3F9028-CACD-2DB1-30EB-6A58249EFF0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49" name="Oval 648">
                <a:extLst>
                  <a:ext uri="{FF2B5EF4-FFF2-40B4-BE49-F238E27FC236}">
                    <a16:creationId xmlns:a16="http://schemas.microsoft.com/office/drawing/2014/main" id="{D25BFC64-5CC6-262E-C79F-DF043EA7820F}"/>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50" name="Freeform 462">
                <a:extLst>
                  <a:ext uri="{FF2B5EF4-FFF2-40B4-BE49-F238E27FC236}">
                    <a16:creationId xmlns:a16="http://schemas.microsoft.com/office/drawing/2014/main" id="{60C1E039-C4E0-AFA3-9A5C-E4147CA9C2C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51" name="Freeform 463">
                <a:extLst>
                  <a:ext uri="{FF2B5EF4-FFF2-40B4-BE49-F238E27FC236}">
                    <a16:creationId xmlns:a16="http://schemas.microsoft.com/office/drawing/2014/main" id="{F82BA0FA-1DF2-EAE6-3DBD-C51A33B7362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2" name="Freeform 464">
                <a:extLst>
                  <a:ext uri="{FF2B5EF4-FFF2-40B4-BE49-F238E27FC236}">
                    <a16:creationId xmlns:a16="http://schemas.microsoft.com/office/drawing/2014/main" id="{1999BAE9-9337-1FA7-CD6A-43CB2FC11F0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3" name="Freeform 465">
                <a:extLst>
                  <a:ext uri="{FF2B5EF4-FFF2-40B4-BE49-F238E27FC236}">
                    <a16:creationId xmlns:a16="http://schemas.microsoft.com/office/drawing/2014/main" id="{4FF4715D-DC3F-F3F1-1E86-B558522AA5D3}"/>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54" name="Straight Connector 653">
                <a:extLst>
                  <a:ext uri="{FF2B5EF4-FFF2-40B4-BE49-F238E27FC236}">
                    <a16:creationId xmlns:a16="http://schemas.microsoft.com/office/drawing/2014/main" id="{C060A24E-C521-E65F-5C1E-F010B1CF1027}"/>
                  </a:ext>
                </a:extLst>
              </p:cNvPr>
              <p:cNvCxnSpPr>
                <a:cxnSpLocks noChangeShapeType="1"/>
                <a:endCxn id="6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55" name="Straight Connector 654">
                <a:extLst>
                  <a:ext uri="{FF2B5EF4-FFF2-40B4-BE49-F238E27FC236}">
                    <a16:creationId xmlns:a16="http://schemas.microsoft.com/office/drawing/2014/main" id="{C76239AB-66D9-6B83-8E83-DD1D01264BAF}"/>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56" name="Group 357">
              <a:extLst>
                <a:ext uri="{FF2B5EF4-FFF2-40B4-BE49-F238E27FC236}">
                  <a16:creationId xmlns:a16="http://schemas.microsoft.com/office/drawing/2014/main" id="{CCF5FA50-839A-AB55-FDFA-19ED36B615FB}"/>
                </a:ext>
              </a:extLst>
            </p:cNvPr>
            <p:cNvGrpSpPr>
              <a:grpSpLocks noChangeAspect="1"/>
            </p:cNvGrpSpPr>
            <p:nvPr/>
          </p:nvGrpSpPr>
          <p:grpSpPr bwMode="auto">
            <a:xfrm>
              <a:off x="4988877" y="2462720"/>
              <a:ext cx="395606" cy="205581"/>
              <a:chOff x="1871277" y="1576300"/>
              <a:chExt cx="1128371" cy="437861"/>
            </a:xfrm>
          </p:grpSpPr>
          <p:sp>
            <p:nvSpPr>
              <p:cNvPr id="657" name="Oval 656">
                <a:extLst>
                  <a:ext uri="{FF2B5EF4-FFF2-40B4-BE49-F238E27FC236}">
                    <a16:creationId xmlns:a16="http://schemas.microsoft.com/office/drawing/2014/main" id="{C08E04A0-1AAC-1B9E-4C5B-B35FC2FE5D28}"/>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58" name="Rectangle 657">
                <a:extLst>
                  <a:ext uri="{FF2B5EF4-FFF2-40B4-BE49-F238E27FC236}">
                    <a16:creationId xmlns:a16="http://schemas.microsoft.com/office/drawing/2014/main" id="{D8070438-0AD4-3F28-1D93-282B65630C1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59" name="Oval 658">
                <a:extLst>
                  <a:ext uri="{FF2B5EF4-FFF2-40B4-BE49-F238E27FC236}">
                    <a16:creationId xmlns:a16="http://schemas.microsoft.com/office/drawing/2014/main" id="{C6BFD035-A300-D15A-0B69-12B698F991F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60" name="Freeform 462">
                <a:extLst>
                  <a:ext uri="{FF2B5EF4-FFF2-40B4-BE49-F238E27FC236}">
                    <a16:creationId xmlns:a16="http://schemas.microsoft.com/office/drawing/2014/main" id="{4E38CA33-FA34-E1E9-778E-F1F5F2E65D30}"/>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61" name="Freeform 463">
                <a:extLst>
                  <a:ext uri="{FF2B5EF4-FFF2-40B4-BE49-F238E27FC236}">
                    <a16:creationId xmlns:a16="http://schemas.microsoft.com/office/drawing/2014/main" id="{7F549221-E65B-FB42-7EDF-9D5BB9CD274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2" name="Freeform 464">
                <a:extLst>
                  <a:ext uri="{FF2B5EF4-FFF2-40B4-BE49-F238E27FC236}">
                    <a16:creationId xmlns:a16="http://schemas.microsoft.com/office/drawing/2014/main" id="{F987BB4C-FC82-63B6-BA04-054ECBB73CE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3" name="Freeform 465">
                <a:extLst>
                  <a:ext uri="{FF2B5EF4-FFF2-40B4-BE49-F238E27FC236}">
                    <a16:creationId xmlns:a16="http://schemas.microsoft.com/office/drawing/2014/main" id="{7E188766-F44C-6E9B-9E39-73ECB5D015E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64" name="Straight Connector 663">
                <a:extLst>
                  <a:ext uri="{FF2B5EF4-FFF2-40B4-BE49-F238E27FC236}">
                    <a16:creationId xmlns:a16="http://schemas.microsoft.com/office/drawing/2014/main" id="{B078E786-3A1D-4733-CF87-D1606696CA67}"/>
                  </a:ext>
                </a:extLst>
              </p:cNvPr>
              <p:cNvCxnSpPr>
                <a:cxnSpLocks noChangeShapeType="1"/>
                <a:endCxn id="65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65" name="Straight Connector 664">
                <a:extLst>
                  <a:ext uri="{FF2B5EF4-FFF2-40B4-BE49-F238E27FC236}">
                    <a16:creationId xmlns:a16="http://schemas.microsoft.com/office/drawing/2014/main" id="{87351070-F23F-5A3B-044E-15BAE0AF122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66" name="Group 357">
              <a:extLst>
                <a:ext uri="{FF2B5EF4-FFF2-40B4-BE49-F238E27FC236}">
                  <a16:creationId xmlns:a16="http://schemas.microsoft.com/office/drawing/2014/main" id="{5916B2BE-A51A-5536-9085-F12E8BFE79C4}"/>
                </a:ext>
              </a:extLst>
            </p:cNvPr>
            <p:cNvGrpSpPr>
              <a:grpSpLocks noChangeAspect="1"/>
            </p:cNvGrpSpPr>
            <p:nvPr/>
          </p:nvGrpSpPr>
          <p:grpSpPr bwMode="auto">
            <a:xfrm>
              <a:off x="6706742" y="2581853"/>
              <a:ext cx="395606" cy="205581"/>
              <a:chOff x="1871277" y="1576300"/>
              <a:chExt cx="1128371" cy="437861"/>
            </a:xfrm>
          </p:grpSpPr>
          <p:sp>
            <p:nvSpPr>
              <p:cNvPr id="667" name="Oval 666">
                <a:extLst>
                  <a:ext uri="{FF2B5EF4-FFF2-40B4-BE49-F238E27FC236}">
                    <a16:creationId xmlns:a16="http://schemas.microsoft.com/office/drawing/2014/main" id="{8360CF9A-7ECE-FF4E-BABF-6907C6CDC70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68" name="Rectangle 667">
                <a:extLst>
                  <a:ext uri="{FF2B5EF4-FFF2-40B4-BE49-F238E27FC236}">
                    <a16:creationId xmlns:a16="http://schemas.microsoft.com/office/drawing/2014/main" id="{82A3D8B4-8674-AF79-C6CC-F953E39B30FA}"/>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69" name="Oval 668">
                <a:extLst>
                  <a:ext uri="{FF2B5EF4-FFF2-40B4-BE49-F238E27FC236}">
                    <a16:creationId xmlns:a16="http://schemas.microsoft.com/office/drawing/2014/main" id="{ABF778AC-36A0-ABC7-BE32-BA5D9191A25C}"/>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70" name="Freeform 462">
                <a:extLst>
                  <a:ext uri="{FF2B5EF4-FFF2-40B4-BE49-F238E27FC236}">
                    <a16:creationId xmlns:a16="http://schemas.microsoft.com/office/drawing/2014/main" id="{BBAF788D-B52C-3A93-4967-C17A5A291C1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71" name="Freeform 463">
                <a:extLst>
                  <a:ext uri="{FF2B5EF4-FFF2-40B4-BE49-F238E27FC236}">
                    <a16:creationId xmlns:a16="http://schemas.microsoft.com/office/drawing/2014/main" id="{DB565179-9918-944F-CAAA-AEA53A4EAF3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2" name="Freeform 464">
                <a:extLst>
                  <a:ext uri="{FF2B5EF4-FFF2-40B4-BE49-F238E27FC236}">
                    <a16:creationId xmlns:a16="http://schemas.microsoft.com/office/drawing/2014/main" id="{6A4288EA-33CE-A8B5-6BE2-C72F2C491A0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3" name="Freeform 465">
                <a:extLst>
                  <a:ext uri="{FF2B5EF4-FFF2-40B4-BE49-F238E27FC236}">
                    <a16:creationId xmlns:a16="http://schemas.microsoft.com/office/drawing/2014/main" id="{0ECCD61B-9F66-F707-891E-C937E50A8FC5}"/>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74" name="Straight Connector 673">
                <a:extLst>
                  <a:ext uri="{FF2B5EF4-FFF2-40B4-BE49-F238E27FC236}">
                    <a16:creationId xmlns:a16="http://schemas.microsoft.com/office/drawing/2014/main" id="{7C505764-ACE7-7AA5-095D-6F90F581EF99}"/>
                  </a:ext>
                </a:extLst>
              </p:cNvPr>
              <p:cNvCxnSpPr>
                <a:cxnSpLocks noChangeShapeType="1"/>
                <a:endCxn id="66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75" name="Straight Connector 674">
                <a:extLst>
                  <a:ext uri="{FF2B5EF4-FFF2-40B4-BE49-F238E27FC236}">
                    <a16:creationId xmlns:a16="http://schemas.microsoft.com/office/drawing/2014/main" id="{D4DA0871-9323-0CD0-94D9-966F436E6B27}"/>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06" name="Group 357">
              <a:extLst>
                <a:ext uri="{FF2B5EF4-FFF2-40B4-BE49-F238E27FC236}">
                  <a16:creationId xmlns:a16="http://schemas.microsoft.com/office/drawing/2014/main" id="{F4F6EF4B-7BBA-40DE-4353-E5D1C0BEB29B}"/>
                </a:ext>
              </a:extLst>
            </p:cNvPr>
            <p:cNvGrpSpPr>
              <a:grpSpLocks noChangeAspect="1"/>
            </p:cNvGrpSpPr>
            <p:nvPr/>
          </p:nvGrpSpPr>
          <p:grpSpPr bwMode="auto">
            <a:xfrm>
              <a:off x="5782658" y="2514514"/>
              <a:ext cx="395606" cy="205581"/>
              <a:chOff x="1871277" y="1576300"/>
              <a:chExt cx="1128371" cy="437861"/>
            </a:xfrm>
          </p:grpSpPr>
          <p:sp>
            <p:nvSpPr>
              <p:cNvPr id="807" name="Oval 806">
                <a:extLst>
                  <a:ext uri="{FF2B5EF4-FFF2-40B4-BE49-F238E27FC236}">
                    <a16:creationId xmlns:a16="http://schemas.microsoft.com/office/drawing/2014/main" id="{2D4162C6-927D-192B-D1AC-280DB375230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08" name="Rectangle 807">
                <a:extLst>
                  <a:ext uri="{FF2B5EF4-FFF2-40B4-BE49-F238E27FC236}">
                    <a16:creationId xmlns:a16="http://schemas.microsoft.com/office/drawing/2014/main" id="{F6E54D32-A3B2-F202-ED50-3315D296F090}"/>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9" name="Oval 808">
                <a:extLst>
                  <a:ext uri="{FF2B5EF4-FFF2-40B4-BE49-F238E27FC236}">
                    <a16:creationId xmlns:a16="http://schemas.microsoft.com/office/drawing/2014/main" id="{3A94C63E-136C-D8BF-1A99-6D2FEEB3D93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10" name="Freeform 462">
                <a:extLst>
                  <a:ext uri="{FF2B5EF4-FFF2-40B4-BE49-F238E27FC236}">
                    <a16:creationId xmlns:a16="http://schemas.microsoft.com/office/drawing/2014/main" id="{6857F542-BD6F-5D5C-53F7-697752CE0AB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11" name="Freeform 463">
                <a:extLst>
                  <a:ext uri="{FF2B5EF4-FFF2-40B4-BE49-F238E27FC236}">
                    <a16:creationId xmlns:a16="http://schemas.microsoft.com/office/drawing/2014/main" id="{BCE6EB2A-E9D8-6A91-DCF3-D2FA2B4468B9}"/>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2" name="Freeform 464">
                <a:extLst>
                  <a:ext uri="{FF2B5EF4-FFF2-40B4-BE49-F238E27FC236}">
                    <a16:creationId xmlns:a16="http://schemas.microsoft.com/office/drawing/2014/main" id="{D7ABEF07-6A15-3059-C54E-75074EB996C5}"/>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3" name="Freeform 465">
                <a:extLst>
                  <a:ext uri="{FF2B5EF4-FFF2-40B4-BE49-F238E27FC236}">
                    <a16:creationId xmlns:a16="http://schemas.microsoft.com/office/drawing/2014/main" id="{DEDEB800-911B-E931-B510-DC6CE4F32BA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14" name="Straight Connector 813">
                <a:extLst>
                  <a:ext uri="{FF2B5EF4-FFF2-40B4-BE49-F238E27FC236}">
                    <a16:creationId xmlns:a16="http://schemas.microsoft.com/office/drawing/2014/main" id="{85CAAB72-D857-9ECB-A120-14F0074E9CFE}"/>
                  </a:ext>
                </a:extLst>
              </p:cNvPr>
              <p:cNvCxnSpPr>
                <a:cxnSpLocks noChangeShapeType="1"/>
                <a:endCxn id="80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15" name="Straight Connector 814">
                <a:extLst>
                  <a:ext uri="{FF2B5EF4-FFF2-40B4-BE49-F238E27FC236}">
                    <a16:creationId xmlns:a16="http://schemas.microsoft.com/office/drawing/2014/main" id="{0B83EBCD-A299-DA53-8043-C7323C4932A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79" name="Group 1078">
            <a:extLst>
              <a:ext uri="{FF2B5EF4-FFF2-40B4-BE49-F238E27FC236}">
                <a16:creationId xmlns:a16="http://schemas.microsoft.com/office/drawing/2014/main" id="{06C370BD-84CF-0013-B00A-7ED6D8735ED1}"/>
              </a:ext>
            </a:extLst>
          </p:cNvPr>
          <p:cNvGrpSpPr/>
          <p:nvPr/>
        </p:nvGrpSpPr>
        <p:grpSpPr>
          <a:xfrm>
            <a:off x="1129343" y="4220944"/>
            <a:ext cx="2511556" cy="1331068"/>
            <a:chOff x="719038" y="3742825"/>
            <a:chExt cx="2511556" cy="1331068"/>
          </a:xfrm>
        </p:grpSpPr>
        <p:cxnSp>
          <p:nvCxnSpPr>
            <p:cNvPr id="871" name="Straight Connector 870">
              <a:extLst>
                <a:ext uri="{FF2B5EF4-FFF2-40B4-BE49-F238E27FC236}">
                  <a16:creationId xmlns:a16="http://schemas.microsoft.com/office/drawing/2014/main" id="{55E94545-9D0B-4B53-845D-321F21CBAA77}"/>
                </a:ext>
              </a:extLst>
            </p:cNvPr>
            <p:cNvCxnSpPr>
              <a:cxnSpLocks/>
              <a:stCxn id="530" idx="1"/>
              <a:endCxn id="829" idx="0"/>
            </p:cNvCxnSpPr>
            <p:nvPr/>
          </p:nvCxnSpPr>
          <p:spPr>
            <a:xfrm>
              <a:off x="1202266" y="4133759"/>
              <a:ext cx="397531" cy="404661"/>
            </a:xfrm>
            <a:prstGeom prst="line">
              <a:avLst/>
            </a:prstGeom>
            <a:noFill/>
            <a:ln w="12700" cap="flat" cmpd="sng" algn="ctr">
              <a:solidFill>
                <a:srgbClr val="000000"/>
              </a:solidFill>
              <a:prstDash val="solid"/>
            </a:ln>
            <a:effectLst/>
          </p:spPr>
        </p:cxnSp>
        <p:cxnSp>
          <p:nvCxnSpPr>
            <p:cNvPr id="882" name="Straight Connector 881">
              <a:extLst>
                <a:ext uri="{FF2B5EF4-FFF2-40B4-BE49-F238E27FC236}">
                  <a16:creationId xmlns:a16="http://schemas.microsoft.com/office/drawing/2014/main" id="{5DBCB37C-986E-0AA1-F4C9-B8AF9BF76132}"/>
                </a:ext>
              </a:extLst>
            </p:cNvPr>
            <p:cNvCxnSpPr>
              <a:cxnSpLocks/>
              <a:stCxn id="819" idx="0"/>
              <a:endCxn id="772" idx="2"/>
            </p:cNvCxnSpPr>
            <p:nvPr/>
          </p:nvCxnSpPr>
          <p:spPr>
            <a:xfrm flipV="1">
              <a:off x="2312496" y="3901190"/>
              <a:ext cx="112222" cy="684457"/>
            </a:xfrm>
            <a:prstGeom prst="line">
              <a:avLst/>
            </a:prstGeom>
            <a:noFill/>
            <a:ln w="12700" cap="flat" cmpd="sng" algn="ctr">
              <a:solidFill>
                <a:srgbClr val="000000"/>
              </a:solidFill>
              <a:prstDash val="solid"/>
            </a:ln>
            <a:effectLst/>
          </p:spPr>
        </p:cxnSp>
        <p:cxnSp>
          <p:nvCxnSpPr>
            <p:cNvPr id="15" name="Straight Connector 14">
              <a:extLst>
                <a:ext uri="{FF2B5EF4-FFF2-40B4-BE49-F238E27FC236}">
                  <a16:creationId xmlns:a16="http://schemas.microsoft.com/office/drawing/2014/main" id="{B311FA05-F07C-E847-1A32-8B95F06890F4}"/>
                </a:ext>
              </a:extLst>
            </p:cNvPr>
            <p:cNvCxnSpPr>
              <a:cxnSpLocks/>
              <a:stCxn id="547" idx="0"/>
              <a:endCxn id="822" idx="3"/>
            </p:cNvCxnSpPr>
            <p:nvPr/>
          </p:nvCxnSpPr>
          <p:spPr>
            <a:xfrm flipH="1" flipV="1">
              <a:off x="2348662" y="4509634"/>
              <a:ext cx="569466" cy="276200"/>
            </a:xfrm>
            <a:prstGeom prst="line">
              <a:avLst/>
            </a:prstGeom>
            <a:noFill/>
            <a:ln w="12700" cap="flat" cmpd="sng" algn="ctr">
              <a:solidFill>
                <a:srgbClr val="000000"/>
              </a:solidFill>
              <a:prstDash val="solid"/>
            </a:ln>
            <a:effectLst/>
          </p:spPr>
        </p:cxnSp>
        <p:cxnSp>
          <p:nvCxnSpPr>
            <p:cNvPr id="16" name="Straight Connector 15">
              <a:extLst>
                <a:ext uri="{FF2B5EF4-FFF2-40B4-BE49-F238E27FC236}">
                  <a16:creationId xmlns:a16="http://schemas.microsoft.com/office/drawing/2014/main" id="{C8E91ACE-BC91-0C48-62C0-9FE236669503}"/>
                </a:ext>
              </a:extLst>
            </p:cNvPr>
            <p:cNvCxnSpPr>
              <a:cxnSpLocks/>
              <a:stCxn id="772" idx="2"/>
              <a:endCxn id="559" idx="4"/>
            </p:cNvCxnSpPr>
            <p:nvPr/>
          </p:nvCxnSpPr>
          <p:spPr>
            <a:xfrm>
              <a:off x="2424718" y="3901190"/>
              <a:ext cx="532712" cy="235291"/>
            </a:xfrm>
            <a:prstGeom prst="line">
              <a:avLst/>
            </a:prstGeom>
            <a:noFill/>
            <a:ln w="12700" cap="flat" cmpd="sng" algn="ctr">
              <a:solidFill>
                <a:srgbClr val="000000"/>
              </a:solidFill>
              <a:prstDash val="solid"/>
            </a:ln>
            <a:effectLst/>
          </p:spPr>
        </p:cxnSp>
        <p:cxnSp>
          <p:nvCxnSpPr>
            <p:cNvPr id="17" name="Straight Connector 16">
              <a:extLst>
                <a:ext uri="{FF2B5EF4-FFF2-40B4-BE49-F238E27FC236}">
                  <a16:creationId xmlns:a16="http://schemas.microsoft.com/office/drawing/2014/main" id="{89F1437F-2CBB-7E6F-1BC5-B9277F493BD4}"/>
                </a:ext>
              </a:extLst>
            </p:cNvPr>
            <p:cNvCxnSpPr>
              <a:cxnSpLocks/>
              <a:stCxn id="822" idx="2"/>
              <a:endCxn id="537" idx="0"/>
            </p:cNvCxnSpPr>
            <p:nvPr/>
          </p:nvCxnSpPr>
          <p:spPr>
            <a:xfrm flipH="1" flipV="1">
              <a:off x="1703329" y="3892843"/>
              <a:ext cx="654955" cy="619365"/>
            </a:xfrm>
            <a:prstGeom prst="line">
              <a:avLst/>
            </a:prstGeom>
            <a:noFill/>
            <a:ln w="12700" cap="flat" cmpd="sng" algn="ctr">
              <a:solidFill>
                <a:srgbClr val="000000"/>
              </a:solidFill>
              <a:prstDash val="solid"/>
            </a:ln>
            <a:effectLst/>
          </p:spPr>
        </p:cxnSp>
        <p:cxnSp>
          <p:nvCxnSpPr>
            <p:cNvPr id="18" name="Straight Connector 17">
              <a:extLst>
                <a:ext uri="{FF2B5EF4-FFF2-40B4-BE49-F238E27FC236}">
                  <a16:creationId xmlns:a16="http://schemas.microsoft.com/office/drawing/2014/main" id="{7C93F600-92CA-ACCC-D09A-6664A09D763B}"/>
                </a:ext>
              </a:extLst>
            </p:cNvPr>
            <p:cNvCxnSpPr>
              <a:cxnSpLocks/>
              <a:stCxn id="769" idx="0"/>
              <a:endCxn id="540" idx="2"/>
            </p:cNvCxnSpPr>
            <p:nvPr/>
          </p:nvCxnSpPr>
          <p:spPr>
            <a:xfrm flipH="1" flipV="1">
              <a:off x="1749117" y="3819404"/>
              <a:ext cx="629813" cy="155225"/>
            </a:xfrm>
            <a:prstGeom prst="line">
              <a:avLst/>
            </a:prstGeom>
            <a:noFill/>
            <a:ln w="12700" cap="flat" cmpd="sng" algn="ctr">
              <a:solidFill>
                <a:srgbClr val="000000"/>
              </a:solidFill>
              <a:prstDash val="solid"/>
            </a:ln>
            <a:effectLst/>
          </p:spPr>
        </p:cxnSp>
        <p:cxnSp>
          <p:nvCxnSpPr>
            <p:cNvPr id="19" name="Straight Connector 18">
              <a:extLst>
                <a:ext uri="{FF2B5EF4-FFF2-40B4-BE49-F238E27FC236}">
                  <a16:creationId xmlns:a16="http://schemas.microsoft.com/office/drawing/2014/main" id="{BA66D811-B01E-2DE7-F0A2-C93A00154B69}"/>
                </a:ext>
              </a:extLst>
            </p:cNvPr>
            <p:cNvCxnSpPr>
              <a:cxnSpLocks/>
              <a:stCxn id="550" idx="1"/>
              <a:endCxn id="560" idx="1"/>
            </p:cNvCxnSpPr>
            <p:nvPr/>
          </p:nvCxnSpPr>
          <p:spPr>
            <a:xfrm flipV="1">
              <a:off x="2969524" y="4183766"/>
              <a:ext cx="114108" cy="527388"/>
            </a:xfrm>
            <a:prstGeom prst="line">
              <a:avLst/>
            </a:prstGeom>
            <a:noFill/>
            <a:ln w="12700" cap="flat" cmpd="sng" algn="ctr">
              <a:solidFill>
                <a:srgbClr val="000000"/>
              </a:solidFill>
              <a:prstDash val="solid"/>
            </a:ln>
            <a:effectLst/>
          </p:spPr>
        </p:cxnSp>
        <p:cxnSp>
          <p:nvCxnSpPr>
            <p:cNvPr id="872" name="Straight Connector 871">
              <a:extLst>
                <a:ext uri="{FF2B5EF4-FFF2-40B4-BE49-F238E27FC236}">
                  <a16:creationId xmlns:a16="http://schemas.microsoft.com/office/drawing/2014/main" id="{3A1822E0-A728-6CB7-4B93-D231ED0E649F}"/>
                </a:ext>
              </a:extLst>
            </p:cNvPr>
            <p:cNvCxnSpPr>
              <a:cxnSpLocks/>
              <a:stCxn id="799" idx="7"/>
              <a:endCxn id="832" idx="1"/>
            </p:cNvCxnSpPr>
            <p:nvPr/>
          </p:nvCxnSpPr>
          <p:spPr>
            <a:xfrm flipV="1">
              <a:off x="1055761" y="4463740"/>
              <a:ext cx="595432" cy="169392"/>
            </a:xfrm>
            <a:prstGeom prst="line">
              <a:avLst/>
            </a:prstGeom>
            <a:noFill/>
            <a:ln w="12700" cap="flat" cmpd="sng" algn="ctr">
              <a:solidFill>
                <a:srgbClr val="000000"/>
              </a:solidFill>
              <a:prstDash val="solid"/>
            </a:ln>
            <a:effectLst/>
          </p:spPr>
        </p:cxnSp>
        <p:cxnSp>
          <p:nvCxnSpPr>
            <p:cNvPr id="873" name="Straight Connector 872">
              <a:extLst>
                <a:ext uri="{FF2B5EF4-FFF2-40B4-BE49-F238E27FC236}">
                  <a16:creationId xmlns:a16="http://schemas.microsoft.com/office/drawing/2014/main" id="{CE8187CE-F5E7-40DB-0A33-91244518FBCE}"/>
                </a:ext>
              </a:extLst>
            </p:cNvPr>
            <p:cNvCxnSpPr>
              <a:cxnSpLocks/>
              <a:endCxn id="819" idx="0"/>
            </p:cNvCxnSpPr>
            <p:nvPr/>
          </p:nvCxnSpPr>
          <p:spPr>
            <a:xfrm flipH="1" flipV="1">
              <a:off x="2312496" y="4585647"/>
              <a:ext cx="93586" cy="348145"/>
            </a:xfrm>
            <a:prstGeom prst="line">
              <a:avLst/>
            </a:prstGeom>
            <a:noFill/>
            <a:ln w="12700" cap="flat" cmpd="sng" algn="ctr">
              <a:solidFill>
                <a:srgbClr val="000000"/>
              </a:solidFill>
              <a:prstDash val="solid"/>
            </a:ln>
            <a:effectLst/>
          </p:spPr>
        </p:cxnSp>
        <p:cxnSp>
          <p:nvCxnSpPr>
            <p:cNvPr id="874" name="Straight Connector 873">
              <a:extLst>
                <a:ext uri="{FF2B5EF4-FFF2-40B4-BE49-F238E27FC236}">
                  <a16:creationId xmlns:a16="http://schemas.microsoft.com/office/drawing/2014/main" id="{D8FC8C5F-5B65-4B6E-DA97-7EDC0902C6E1}"/>
                </a:ext>
              </a:extLst>
            </p:cNvPr>
            <p:cNvCxnSpPr>
              <a:cxnSpLocks/>
              <a:stCxn id="792" idx="0"/>
              <a:endCxn id="822" idx="2"/>
            </p:cNvCxnSpPr>
            <p:nvPr/>
          </p:nvCxnSpPr>
          <p:spPr>
            <a:xfrm flipV="1">
              <a:off x="1557013" y="4512208"/>
              <a:ext cx="801271" cy="403978"/>
            </a:xfrm>
            <a:prstGeom prst="line">
              <a:avLst/>
            </a:prstGeom>
            <a:noFill/>
            <a:ln w="12700" cap="flat" cmpd="sng" algn="ctr">
              <a:solidFill>
                <a:srgbClr val="000000"/>
              </a:solidFill>
              <a:prstDash val="solid"/>
            </a:ln>
            <a:effectLst/>
          </p:spPr>
        </p:cxnSp>
        <p:cxnSp>
          <p:nvCxnSpPr>
            <p:cNvPr id="875" name="Straight Connector 874">
              <a:extLst>
                <a:ext uri="{FF2B5EF4-FFF2-40B4-BE49-F238E27FC236}">
                  <a16:creationId xmlns:a16="http://schemas.microsoft.com/office/drawing/2014/main" id="{E0ED8DEB-525E-3404-A305-EF431D5F6BD6}"/>
                </a:ext>
              </a:extLst>
            </p:cNvPr>
            <p:cNvCxnSpPr>
              <a:cxnSpLocks/>
              <a:stCxn id="799" idx="0"/>
              <a:endCxn id="792" idx="2"/>
            </p:cNvCxnSpPr>
            <p:nvPr/>
          </p:nvCxnSpPr>
          <p:spPr>
            <a:xfrm>
              <a:off x="916286" y="4655102"/>
              <a:ext cx="650400" cy="266543"/>
            </a:xfrm>
            <a:prstGeom prst="line">
              <a:avLst/>
            </a:prstGeom>
            <a:noFill/>
            <a:ln w="12700" cap="flat" cmpd="sng" algn="ctr">
              <a:solidFill>
                <a:srgbClr val="000000"/>
              </a:solidFill>
              <a:prstDash val="solid"/>
            </a:ln>
            <a:effectLst/>
          </p:spPr>
        </p:cxnSp>
        <p:cxnSp>
          <p:nvCxnSpPr>
            <p:cNvPr id="876" name="Straight Connector 875">
              <a:extLst>
                <a:ext uri="{FF2B5EF4-FFF2-40B4-BE49-F238E27FC236}">
                  <a16:creationId xmlns:a16="http://schemas.microsoft.com/office/drawing/2014/main" id="{BC8EB30D-3DF4-B0F8-D844-04DC273D6928}"/>
                </a:ext>
              </a:extLst>
            </p:cNvPr>
            <p:cNvCxnSpPr>
              <a:cxnSpLocks/>
              <a:stCxn id="527" idx="0"/>
              <a:endCxn id="537" idx="0"/>
            </p:cNvCxnSpPr>
            <p:nvPr/>
          </p:nvCxnSpPr>
          <p:spPr>
            <a:xfrm flipV="1">
              <a:off x="1150870" y="3892843"/>
              <a:ext cx="552459" cy="315596"/>
            </a:xfrm>
            <a:prstGeom prst="line">
              <a:avLst/>
            </a:prstGeom>
            <a:noFill/>
            <a:ln w="12700" cap="flat" cmpd="sng" algn="ctr">
              <a:solidFill>
                <a:srgbClr val="000000"/>
              </a:solidFill>
              <a:prstDash val="solid"/>
            </a:ln>
            <a:effectLst/>
          </p:spPr>
        </p:cxnSp>
        <p:cxnSp>
          <p:nvCxnSpPr>
            <p:cNvPr id="877" name="Straight Connector 876">
              <a:extLst>
                <a:ext uri="{FF2B5EF4-FFF2-40B4-BE49-F238E27FC236}">
                  <a16:creationId xmlns:a16="http://schemas.microsoft.com/office/drawing/2014/main" id="{D3234BE2-7DD1-5D5A-A9E8-B76381C2C93E}"/>
                </a:ext>
              </a:extLst>
            </p:cNvPr>
            <p:cNvCxnSpPr>
              <a:cxnSpLocks/>
              <a:stCxn id="530" idx="2"/>
            </p:cNvCxnSpPr>
            <p:nvPr/>
          </p:nvCxnSpPr>
          <p:spPr>
            <a:xfrm flipH="1">
              <a:off x="960180" y="4135000"/>
              <a:ext cx="236478" cy="415005"/>
            </a:xfrm>
            <a:prstGeom prst="line">
              <a:avLst/>
            </a:prstGeom>
            <a:noFill/>
            <a:ln w="12700" cap="flat" cmpd="sng" algn="ctr">
              <a:solidFill>
                <a:srgbClr val="000000"/>
              </a:solidFill>
              <a:prstDash val="solid"/>
            </a:ln>
            <a:effectLst/>
          </p:spPr>
        </p:cxnSp>
        <p:cxnSp>
          <p:nvCxnSpPr>
            <p:cNvPr id="878" name="Straight Connector 877">
              <a:extLst>
                <a:ext uri="{FF2B5EF4-FFF2-40B4-BE49-F238E27FC236}">
                  <a16:creationId xmlns:a16="http://schemas.microsoft.com/office/drawing/2014/main" id="{10B0572F-D81F-6785-B772-7147B22A68A4}"/>
                </a:ext>
              </a:extLst>
            </p:cNvPr>
            <p:cNvCxnSpPr>
              <a:cxnSpLocks/>
              <a:stCxn id="537" idx="0"/>
              <a:endCxn id="829" idx="0"/>
            </p:cNvCxnSpPr>
            <p:nvPr/>
          </p:nvCxnSpPr>
          <p:spPr>
            <a:xfrm flipH="1">
              <a:off x="1599797" y="3892843"/>
              <a:ext cx="103532" cy="645577"/>
            </a:xfrm>
            <a:prstGeom prst="line">
              <a:avLst/>
            </a:prstGeom>
            <a:noFill/>
            <a:ln w="12700" cap="flat" cmpd="sng" algn="ctr">
              <a:solidFill>
                <a:srgbClr val="000000"/>
              </a:solidFill>
              <a:prstDash val="solid"/>
            </a:ln>
            <a:effectLst/>
          </p:spPr>
        </p:cxnSp>
        <p:cxnSp>
          <p:nvCxnSpPr>
            <p:cNvPr id="879" name="Straight Connector 878">
              <a:extLst>
                <a:ext uri="{FF2B5EF4-FFF2-40B4-BE49-F238E27FC236}">
                  <a16:creationId xmlns:a16="http://schemas.microsoft.com/office/drawing/2014/main" id="{A8AD9B21-8B25-3CE2-0357-E92B4ED64C1D}"/>
                </a:ext>
              </a:extLst>
            </p:cNvPr>
            <p:cNvCxnSpPr>
              <a:cxnSpLocks/>
              <a:stCxn id="832" idx="1"/>
              <a:endCxn id="819" idx="0"/>
            </p:cNvCxnSpPr>
            <p:nvPr/>
          </p:nvCxnSpPr>
          <p:spPr>
            <a:xfrm>
              <a:off x="1651193" y="4463740"/>
              <a:ext cx="661303" cy="121907"/>
            </a:xfrm>
            <a:prstGeom prst="line">
              <a:avLst/>
            </a:prstGeom>
            <a:noFill/>
            <a:ln w="12700" cap="flat" cmpd="sng" algn="ctr">
              <a:solidFill>
                <a:srgbClr val="000000"/>
              </a:solidFill>
              <a:prstDash val="solid"/>
            </a:ln>
            <a:effectLst/>
          </p:spPr>
        </p:cxnSp>
        <p:cxnSp>
          <p:nvCxnSpPr>
            <p:cNvPr id="880" name="Straight Connector 879">
              <a:extLst>
                <a:ext uri="{FF2B5EF4-FFF2-40B4-BE49-F238E27FC236}">
                  <a16:creationId xmlns:a16="http://schemas.microsoft.com/office/drawing/2014/main" id="{772BCE27-7D74-97B2-FB34-D7580B98220C}"/>
                </a:ext>
              </a:extLst>
            </p:cNvPr>
            <p:cNvCxnSpPr>
              <a:cxnSpLocks/>
              <a:stCxn id="792" idx="1"/>
              <a:endCxn id="782" idx="2"/>
            </p:cNvCxnSpPr>
            <p:nvPr/>
          </p:nvCxnSpPr>
          <p:spPr>
            <a:xfrm>
              <a:off x="1572294" y="4920404"/>
              <a:ext cx="797103" cy="24487"/>
            </a:xfrm>
            <a:prstGeom prst="line">
              <a:avLst/>
            </a:prstGeom>
            <a:noFill/>
            <a:ln w="12700" cap="flat" cmpd="sng" algn="ctr">
              <a:solidFill>
                <a:srgbClr val="000000"/>
              </a:solidFill>
              <a:prstDash val="solid"/>
            </a:ln>
            <a:effectLst/>
          </p:spPr>
        </p:cxnSp>
        <p:cxnSp>
          <p:nvCxnSpPr>
            <p:cNvPr id="881" name="Straight Connector 880">
              <a:extLst>
                <a:ext uri="{FF2B5EF4-FFF2-40B4-BE49-F238E27FC236}">
                  <a16:creationId xmlns:a16="http://schemas.microsoft.com/office/drawing/2014/main" id="{B798F796-A7C0-9134-25A7-FFE67CBA2912}"/>
                </a:ext>
              </a:extLst>
            </p:cNvPr>
            <p:cNvCxnSpPr>
              <a:cxnSpLocks/>
              <a:stCxn id="789" idx="0"/>
              <a:endCxn id="831" idx="4"/>
            </p:cNvCxnSpPr>
            <p:nvPr/>
          </p:nvCxnSpPr>
          <p:spPr>
            <a:xfrm flipV="1">
              <a:off x="1520898" y="4416455"/>
              <a:ext cx="4093" cy="578629"/>
            </a:xfrm>
            <a:prstGeom prst="line">
              <a:avLst/>
            </a:prstGeom>
            <a:noFill/>
            <a:ln w="12700" cap="flat" cmpd="sng" algn="ctr">
              <a:solidFill>
                <a:srgbClr val="000000"/>
              </a:solidFill>
              <a:prstDash val="solid"/>
            </a:ln>
            <a:effectLst/>
          </p:spPr>
        </p:cxnSp>
        <p:cxnSp>
          <p:nvCxnSpPr>
            <p:cNvPr id="883" name="Straight Connector 882">
              <a:extLst>
                <a:ext uri="{FF2B5EF4-FFF2-40B4-BE49-F238E27FC236}">
                  <a16:creationId xmlns:a16="http://schemas.microsoft.com/office/drawing/2014/main" id="{16F4D65A-6C59-224F-EC01-9AE7F4135EB2}"/>
                </a:ext>
              </a:extLst>
            </p:cNvPr>
            <p:cNvCxnSpPr>
              <a:cxnSpLocks/>
              <a:stCxn id="547" idx="0"/>
              <a:endCxn id="779" idx="0"/>
            </p:cNvCxnSpPr>
            <p:nvPr/>
          </p:nvCxnSpPr>
          <p:spPr>
            <a:xfrm flipH="1">
              <a:off x="2323609" y="4785834"/>
              <a:ext cx="594519" cy="232496"/>
            </a:xfrm>
            <a:prstGeom prst="line">
              <a:avLst/>
            </a:prstGeom>
            <a:noFill/>
            <a:ln w="12700" cap="flat" cmpd="sng" algn="ctr">
              <a:solidFill>
                <a:srgbClr val="000000"/>
              </a:solidFill>
              <a:prstDash val="solid"/>
            </a:ln>
            <a:effectLst/>
          </p:spPr>
        </p:cxnSp>
        <p:cxnSp>
          <p:nvCxnSpPr>
            <p:cNvPr id="910" name="Straight Connector 909">
              <a:extLst>
                <a:ext uri="{FF2B5EF4-FFF2-40B4-BE49-F238E27FC236}">
                  <a16:creationId xmlns:a16="http://schemas.microsoft.com/office/drawing/2014/main" id="{67531369-63BA-97BB-2746-9327444A2FF3}"/>
                </a:ext>
              </a:extLst>
            </p:cNvPr>
            <p:cNvCxnSpPr>
              <a:cxnSpLocks/>
              <a:stCxn id="822" idx="1"/>
              <a:endCxn id="560" idx="1"/>
            </p:cNvCxnSpPr>
            <p:nvPr/>
          </p:nvCxnSpPr>
          <p:spPr>
            <a:xfrm flipV="1">
              <a:off x="2363892" y="4183766"/>
              <a:ext cx="719740" cy="327201"/>
            </a:xfrm>
            <a:prstGeom prst="line">
              <a:avLst/>
            </a:prstGeom>
            <a:noFill/>
            <a:ln w="12700" cap="flat" cmpd="sng" algn="ctr">
              <a:solidFill>
                <a:srgbClr val="000000"/>
              </a:solidFill>
              <a:prstDash val="solid"/>
            </a:ln>
            <a:effectLst/>
          </p:spPr>
        </p:cxnSp>
        <p:grpSp>
          <p:nvGrpSpPr>
            <p:cNvPr id="524" name="Group 357">
              <a:extLst>
                <a:ext uri="{FF2B5EF4-FFF2-40B4-BE49-F238E27FC236}">
                  <a16:creationId xmlns:a16="http://schemas.microsoft.com/office/drawing/2014/main" id="{9754579A-FBDD-B37B-EFBD-C6FC9677C976}"/>
                </a:ext>
              </a:extLst>
            </p:cNvPr>
            <p:cNvGrpSpPr>
              <a:grpSpLocks noChangeAspect="1"/>
            </p:cNvGrpSpPr>
            <p:nvPr/>
          </p:nvGrpSpPr>
          <p:grpSpPr bwMode="auto">
            <a:xfrm>
              <a:off x="953622" y="4058421"/>
              <a:ext cx="395606" cy="205581"/>
              <a:chOff x="1871277" y="1576300"/>
              <a:chExt cx="1128371" cy="437861"/>
            </a:xfrm>
          </p:grpSpPr>
          <p:sp>
            <p:nvSpPr>
              <p:cNvPr id="525" name="Oval 524">
                <a:extLst>
                  <a:ext uri="{FF2B5EF4-FFF2-40B4-BE49-F238E27FC236}">
                    <a16:creationId xmlns:a16="http://schemas.microsoft.com/office/drawing/2014/main" id="{0622C5B0-5835-E460-22A0-8CB11C0C112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26" name="Rectangle 525">
                <a:extLst>
                  <a:ext uri="{FF2B5EF4-FFF2-40B4-BE49-F238E27FC236}">
                    <a16:creationId xmlns:a16="http://schemas.microsoft.com/office/drawing/2014/main" id="{AD90630F-7634-4A3A-FDC5-D8F0C6CAA0A1}"/>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27" name="Oval 526">
                <a:extLst>
                  <a:ext uri="{FF2B5EF4-FFF2-40B4-BE49-F238E27FC236}">
                    <a16:creationId xmlns:a16="http://schemas.microsoft.com/office/drawing/2014/main" id="{C093FC15-F3CF-485C-1EF5-B47D15A599F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28" name="Freeform 462">
                <a:extLst>
                  <a:ext uri="{FF2B5EF4-FFF2-40B4-BE49-F238E27FC236}">
                    <a16:creationId xmlns:a16="http://schemas.microsoft.com/office/drawing/2014/main" id="{7D178875-1DEF-39C5-000F-97003F7A1217}"/>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29" name="Freeform 463">
                <a:extLst>
                  <a:ext uri="{FF2B5EF4-FFF2-40B4-BE49-F238E27FC236}">
                    <a16:creationId xmlns:a16="http://schemas.microsoft.com/office/drawing/2014/main" id="{3C81B575-14A0-DC7A-29D4-4C91839A4665}"/>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0" name="Freeform 464">
                <a:extLst>
                  <a:ext uri="{FF2B5EF4-FFF2-40B4-BE49-F238E27FC236}">
                    <a16:creationId xmlns:a16="http://schemas.microsoft.com/office/drawing/2014/main" id="{D200D2D7-048B-7C20-2EFF-AB1339A661F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Freeform 465">
                <a:extLst>
                  <a:ext uri="{FF2B5EF4-FFF2-40B4-BE49-F238E27FC236}">
                    <a16:creationId xmlns:a16="http://schemas.microsoft.com/office/drawing/2014/main" id="{24985D00-5E25-220D-FB12-585437A893C7}"/>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32" name="Straight Connector 531">
                <a:extLst>
                  <a:ext uri="{FF2B5EF4-FFF2-40B4-BE49-F238E27FC236}">
                    <a16:creationId xmlns:a16="http://schemas.microsoft.com/office/drawing/2014/main" id="{7C1A34B5-E7CA-0E6B-842B-19BD954C6511}"/>
                  </a:ext>
                </a:extLst>
              </p:cNvPr>
              <p:cNvCxnSpPr>
                <a:cxnSpLocks noChangeShapeType="1"/>
                <a:endCxn id="52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33" name="Straight Connector 532">
                <a:extLst>
                  <a:ext uri="{FF2B5EF4-FFF2-40B4-BE49-F238E27FC236}">
                    <a16:creationId xmlns:a16="http://schemas.microsoft.com/office/drawing/2014/main" id="{5B3B0649-BA77-F2FE-03E4-7AACC036A852}"/>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34" name="Group 357">
              <a:extLst>
                <a:ext uri="{FF2B5EF4-FFF2-40B4-BE49-F238E27FC236}">
                  <a16:creationId xmlns:a16="http://schemas.microsoft.com/office/drawing/2014/main" id="{2F6A7D36-56FE-9A83-EF8D-1B21B66F78A6}"/>
                </a:ext>
              </a:extLst>
            </p:cNvPr>
            <p:cNvGrpSpPr>
              <a:grpSpLocks noChangeAspect="1"/>
            </p:cNvGrpSpPr>
            <p:nvPr/>
          </p:nvGrpSpPr>
          <p:grpSpPr bwMode="auto">
            <a:xfrm>
              <a:off x="1506081" y="3742825"/>
              <a:ext cx="395606" cy="205581"/>
              <a:chOff x="1871277" y="1576300"/>
              <a:chExt cx="1128371" cy="437861"/>
            </a:xfrm>
          </p:grpSpPr>
          <p:sp>
            <p:nvSpPr>
              <p:cNvPr id="535" name="Oval 534">
                <a:extLst>
                  <a:ext uri="{FF2B5EF4-FFF2-40B4-BE49-F238E27FC236}">
                    <a16:creationId xmlns:a16="http://schemas.microsoft.com/office/drawing/2014/main" id="{962EAC92-4E66-15C0-3946-DAFBD98F4258}"/>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36" name="Rectangle 535">
                <a:extLst>
                  <a:ext uri="{FF2B5EF4-FFF2-40B4-BE49-F238E27FC236}">
                    <a16:creationId xmlns:a16="http://schemas.microsoft.com/office/drawing/2014/main" id="{877BACCD-345F-5652-52A5-4DCD64D69E6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37" name="Oval 536">
                <a:extLst>
                  <a:ext uri="{FF2B5EF4-FFF2-40B4-BE49-F238E27FC236}">
                    <a16:creationId xmlns:a16="http://schemas.microsoft.com/office/drawing/2014/main" id="{0253DB33-5B4B-A4BD-F959-1C8E73D6133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38" name="Freeform 462">
                <a:extLst>
                  <a:ext uri="{FF2B5EF4-FFF2-40B4-BE49-F238E27FC236}">
                    <a16:creationId xmlns:a16="http://schemas.microsoft.com/office/drawing/2014/main" id="{C2F5E0B7-B0F6-122E-C5A1-AD00982441E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39" name="Freeform 463">
                <a:extLst>
                  <a:ext uri="{FF2B5EF4-FFF2-40B4-BE49-F238E27FC236}">
                    <a16:creationId xmlns:a16="http://schemas.microsoft.com/office/drawing/2014/main" id="{15AE67E6-F88B-6B1E-1B87-494A7CBCCFE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0" name="Freeform 464">
                <a:extLst>
                  <a:ext uri="{FF2B5EF4-FFF2-40B4-BE49-F238E27FC236}">
                    <a16:creationId xmlns:a16="http://schemas.microsoft.com/office/drawing/2014/main" id="{3EA07E00-A111-48CA-4C56-93C49524C4F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1" name="Freeform 465">
                <a:extLst>
                  <a:ext uri="{FF2B5EF4-FFF2-40B4-BE49-F238E27FC236}">
                    <a16:creationId xmlns:a16="http://schemas.microsoft.com/office/drawing/2014/main" id="{0D78AFF4-C3AD-1D35-7730-D4AA5CDED5A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2" name="Straight Connector 541">
                <a:extLst>
                  <a:ext uri="{FF2B5EF4-FFF2-40B4-BE49-F238E27FC236}">
                    <a16:creationId xmlns:a16="http://schemas.microsoft.com/office/drawing/2014/main" id="{2534CFDB-D98F-F112-FAD5-957B98AC8DB9}"/>
                  </a:ext>
                </a:extLst>
              </p:cNvPr>
              <p:cNvCxnSpPr>
                <a:cxnSpLocks noChangeShapeType="1"/>
                <a:endCxn id="53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43" name="Straight Connector 542">
                <a:extLst>
                  <a:ext uri="{FF2B5EF4-FFF2-40B4-BE49-F238E27FC236}">
                    <a16:creationId xmlns:a16="http://schemas.microsoft.com/office/drawing/2014/main" id="{51812763-2AB3-1FD2-21D4-FE11A88A1C7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44" name="Group 357">
              <a:extLst>
                <a:ext uri="{FF2B5EF4-FFF2-40B4-BE49-F238E27FC236}">
                  <a16:creationId xmlns:a16="http://schemas.microsoft.com/office/drawing/2014/main" id="{C87CA339-1863-3C7E-AA8F-CD8B0E14710B}"/>
                </a:ext>
              </a:extLst>
            </p:cNvPr>
            <p:cNvGrpSpPr>
              <a:grpSpLocks noChangeAspect="1"/>
            </p:cNvGrpSpPr>
            <p:nvPr/>
          </p:nvGrpSpPr>
          <p:grpSpPr bwMode="auto">
            <a:xfrm>
              <a:off x="2720880" y="4635816"/>
              <a:ext cx="395606" cy="205581"/>
              <a:chOff x="1871277" y="1576300"/>
              <a:chExt cx="1128371" cy="437861"/>
            </a:xfrm>
          </p:grpSpPr>
          <p:sp>
            <p:nvSpPr>
              <p:cNvPr id="545" name="Oval 544">
                <a:extLst>
                  <a:ext uri="{FF2B5EF4-FFF2-40B4-BE49-F238E27FC236}">
                    <a16:creationId xmlns:a16="http://schemas.microsoft.com/office/drawing/2014/main" id="{FA5B4C09-4321-97DA-97AA-C9D83CE66923}"/>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46" name="Rectangle 545">
                <a:extLst>
                  <a:ext uri="{FF2B5EF4-FFF2-40B4-BE49-F238E27FC236}">
                    <a16:creationId xmlns:a16="http://schemas.microsoft.com/office/drawing/2014/main" id="{1FB5FE73-6291-5BDD-C7F2-833E08E266ED}"/>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47" name="Oval 546">
                <a:extLst>
                  <a:ext uri="{FF2B5EF4-FFF2-40B4-BE49-F238E27FC236}">
                    <a16:creationId xmlns:a16="http://schemas.microsoft.com/office/drawing/2014/main" id="{80188E11-2DFF-66C6-59ED-CD8F0E9EA7A5}"/>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48" name="Freeform 462">
                <a:extLst>
                  <a:ext uri="{FF2B5EF4-FFF2-40B4-BE49-F238E27FC236}">
                    <a16:creationId xmlns:a16="http://schemas.microsoft.com/office/drawing/2014/main" id="{82EC624F-77D4-070B-7091-A4467B835A6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49" name="Freeform 463">
                <a:extLst>
                  <a:ext uri="{FF2B5EF4-FFF2-40B4-BE49-F238E27FC236}">
                    <a16:creationId xmlns:a16="http://schemas.microsoft.com/office/drawing/2014/main" id="{72D771E4-4BE8-44C4-6B37-330853ADC72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Freeform 464">
                <a:extLst>
                  <a:ext uri="{FF2B5EF4-FFF2-40B4-BE49-F238E27FC236}">
                    <a16:creationId xmlns:a16="http://schemas.microsoft.com/office/drawing/2014/main" id="{DBE54F63-C0D4-AF4B-1567-E7B1A1C369F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1" name="Freeform 465">
                <a:extLst>
                  <a:ext uri="{FF2B5EF4-FFF2-40B4-BE49-F238E27FC236}">
                    <a16:creationId xmlns:a16="http://schemas.microsoft.com/office/drawing/2014/main" id="{69E83E0C-8BFF-EACC-CBDF-A761BD9C5B8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52" name="Straight Connector 551">
                <a:extLst>
                  <a:ext uri="{FF2B5EF4-FFF2-40B4-BE49-F238E27FC236}">
                    <a16:creationId xmlns:a16="http://schemas.microsoft.com/office/drawing/2014/main" id="{35074E80-1A03-7139-ACA2-D06971B8114A}"/>
                  </a:ext>
                </a:extLst>
              </p:cNvPr>
              <p:cNvCxnSpPr>
                <a:cxnSpLocks noChangeShapeType="1"/>
                <a:endCxn id="54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3" name="Straight Connector 552">
                <a:extLst>
                  <a:ext uri="{FF2B5EF4-FFF2-40B4-BE49-F238E27FC236}">
                    <a16:creationId xmlns:a16="http://schemas.microsoft.com/office/drawing/2014/main" id="{BC8D1D62-9A43-D661-9B7B-7413321B76F0}"/>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554" name="Group 357">
              <a:extLst>
                <a:ext uri="{FF2B5EF4-FFF2-40B4-BE49-F238E27FC236}">
                  <a16:creationId xmlns:a16="http://schemas.microsoft.com/office/drawing/2014/main" id="{0C821BA5-289E-44E8-6347-5BC27C186924}"/>
                </a:ext>
              </a:extLst>
            </p:cNvPr>
            <p:cNvGrpSpPr>
              <a:grpSpLocks noChangeAspect="1"/>
            </p:cNvGrpSpPr>
            <p:nvPr/>
          </p:nvGrpSpPr>
          <p:grpSpPr bwMode="auto">
            <a:xfrm>
              <a:off x="2834988" y="4108428"/>
              <a:ext cx="395606" cy="205581"/>
              <a:chOff x="1871277" y="1576300"/>
              <a:chExt cx="1128371" cy="437861"/>
            </a:xfrm>
          </p:grpSpPr>
          <p:sp>
            <p:nvSpPr>
              <p:cNvPr id="555" name="Oval 554">
                <a:extLst>
                  <a:ext uri="{FF2B5EF4-FFF2-40B4-BE49-F238E27FC236}">
                    <a16:creationId xmlns:a16="http://schemas.microsoft.com/office/drawing/2014/main" id="{1F8BD61B-40DD-47B6-3B4B-AF7CC8E2CC2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56" name="Rectangle 555">
                <a:extLst>
                  <a:ext uri="{FF2B5EF4-FFF2-40B4-BE49-F238E27FC236}">
                    <a16:creationId xmlns:a16="http://schemas.microsoft.com/office/drawing/2014/main" id="{7FA1ECD4-52E2-F24E-6038-FCB80DCAF46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57" name="Oval 556">
                <a:extLst>
                  <a:ext uri="{FF2B5EF4-FFF2-40B4-BE49-F238E27FC236}">
                    <a16:creationId xmlns:a16="http://schemas.microsoft.com/office/drawing/2014/main" id="{122B780E-8356-D799-C24B-4160C3587FB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58" name="Freeform 462">
                <a:extLst>
                  <a:ext uri="{FF2B5EF4-FFF2-40B4-BE49-F238E27FC236}">
                    <a16:creationId xmlns:a16="http://schemas.microsoft.com/office/drawing/2014/main" id="{1E730FBB-9074-7875-A672-4B26AB38D880}"/>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59" name="Freeform 463">
                <a:extLst>
                  <a:ext uri="{FF2B5EF4-FFF2-40B4-BE49-F238E27FC236}">
                    <a16:creationId xmlns:a16="http://schemas.microsoft.com/office/drawing/2014/main" id="{39891221-2740-4AC0-2F49-9316B3E564A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Freeform 464">
                <a:extLst>
                  <a:ext uri="{FF2B5EF4-FFF2-40B4-BE49-F238E27FC236}">
                    <a16:creationId xmlns:a16="http://schemas.microsoft.com/office/drawing/2014/main" id="{3AEFB941-4C6C-50B5-E49E-B8690207E12E}"/>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1" name="Freeform 465">
                <a:extLst>
                  <a:ext uri="{FF2B5EF4-FFF2-40B4-BE49-F238E27FC236}">
                    <a16:creationId xmlns:a16="http://schemas.microsoft.com/office/drawing/2014/main" id="{A2B07850-B0BE-CF1B-214E-59FE20D2C183}"/>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62" name="Straight Connector 561">
                <a:extLst>
                  <a:ext uri="{FF2B5EF4-FFF2-40B4-BE49-F238E27FC236}">
                    <a16:creationId xmlns:a16="http://schemas.microsoft.com/office/drawing/2014/main" id="{D13EC9A7-C268-5F34-6442-00690A173CFC}"/>
                  </a:ext>
                </a:extLst>
              </p:cNvPr>
              <p:cNvCxnSpPr>
                <a:cxnSpLocks noChangeShapeType="1"/>
                <a:endCxn id="55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63" name="Straight Connector 562">
                <a:extLst>
                  <a:ext uri="{FF2B5EF4-FFF2-40B4-BE49-F238E27FC236}">
                    <a16:creationId xmlns:a16="http://schemas.microsoft.com/office/drawing/2014/main" id="{AAB1B14E-084C-7618-6632-BC8A2B21E8F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66" name="Group 357">
              <a:extLst>
                <a:ext uri="{FF2B5EF4-FFF2-40B4-BE49-F238E27FC236}">
                  <a16:creationId xmlns:a16="http://schemas.microsoft.com/office/drawing/2014/main" id="{D2313D34-159E-878C-9DB2-4707B89C1C06}"/>
                </a:ext>
              </a:extLst>
            </p:cNvPr>
            <p:cNvGrpSpPr>
              <a:grpSpLocks noChangeAspect="1"/>
            </p:cNvGrpSpPr>
            <p:nvPr/>
          </p:nvGrpSpPr>
          <p:grpSpPr bwMode="auto">
            <a:xfrm>
              <a:off x="2181682" y="3824611"/>
              <a:ext cx="395606" cy="205581"/>
              <a:chOff x="1871277" y="1576300"/>
              <a:chExt cx="1128371" cy="437861"/>
            </a:xfrm>
          </p:grpSpPr>
          <p:sp>
            <p:nvSpPr>
              <p:cNvPr id="767" name="Oval 766">
                <a:extLst>
                  <a:ext uri="{FF2B5EF4-FFF2-40B4-BE49-F238E27FC236}">
                    <a16:creationId xmlns:a16="http://schemas.microsoft.com/office/drawing/2014/main" id="{6B48C6B2-E8E4-06B8-9483-A54495B443A0}"/>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68" name="Rectangle 767">
                <a:extLst>
                  <a:ext uri="{FF2B5EF4-FFF2-40B4-BE49-F238E27FC236}">
                    <a16:creationId xmlns:a16="http://schemas.microsoft.com/office/drawing/2014/main" id="{D066F230-E138-FB59-16A1-6DCFCB96BDB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69" name="Oval 768">
                <a:extLst>
                  <a:ext uri="{FF2B5EF4-FFF2-40B4-BE49-F238E27FC236}">
                    <a16:creationId xmlns:a16="http://schemas.microsoft.com/office/drawing/2014/main" id="{468EB4F6-4D9C-75FD-1FB9-5C0F5533907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70" name="Freeform 462">
                <a:extLst>
                  <a:ext uri="{FF2B5EF4-FFF2-40B4-BE49-F238E27FC236}">
                    <a16:creationId xmlns:a16="http://schemas.microsoft.com/office/drawing/2014/main" id="{269ED6DF-A49A-3693-991E-6B6BEDE3AF6B}"/>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71" name="Freeform 463">
                <a:extLst>
                  <a:ext uri="{FF2B5EF4-FFF2-40B4-BE49-F238E27FC236}">
                    <a16:creationId xmlns:a16="http://schemas.microsoft.com/office/drawing/2014/main" id="{56128383-1F00-C34C-27C8-E49EDFC8B702}"/>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2" name="Freeform 464">
                <a:extLst>
                  <a:ext uri="{FF2B5EF4-FFF2-40B4-BE49-F238E27FC236}">
                    <a16:creationId xmlns:a16="http://schemas.microsoft.com/office/drawing/2014/main" id="{2AE466A9-FC13-DE25-C968-C86DDD83C5DE}"/>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3" name="Freeform 465">
                <a:extLst>
                  <a:ext uri="{FF2B5EF4-FFF2-40B4-BE49-F238E27FC236}">
                    <a16:creationId xmlns:a16="http://schemas.microsoft.com/office/drawing/2014/main" id="{E4DEC5E5-E422-29AC-C003-F9FD878E6A5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74" name="Straight Connector 773">
                <a:extLst>
                  <a:ext uri="{FF2B5EF4-FFF2-40B4-BE49-F238E27FC236}">
                    <a16:creationId xmlns:a16="http://schemas.microsoft.com/office/drawing/2014/main" id="{263279D6-2AAD-D643-B979-EB65A642A78C}"/>
                  </a:ext>
                </a:extLst>
              </p:cNvPr>
              <p:cNvCxnSpPr>
                <a:cxnSpLocks noChangeShapeType="1"/>
                <a:endCxn id="76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75" name="Straight Connector 774">
                <a:extLst>
                  <a:ext uri="{FF2B5EF4-FFF2-40B4-BE49-F238E27FC236}">
                    <a16:creationId xmlns:a16="http://schemas.microsoft.com/office/drawing/2014/main" id="{398C81BD-5B36-CCEE-58A9-1794D7ABB50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76" name="Group 357">
              <a:extLst>
                <a:ext uri="{FF2B5EF4-FFF2-40B4-BE49-F238E27FC236}">
                  <a16:creationId xmlns:a16="http://schemas.microsoft.com/office/drawing/2014/main" id="{B4BDCC03-903C-450C-7DE0-9A3EAB354E6B}"/>
                </a:ext>
              </a:extLst>
            </p:cNvPr>
            <p:cNvGrpSpPr>
              <a:grpSpLocks noChangeAspect="1"/>
            </p:cNvGrpSpPr>
            <p:nvPr/>
          </p:nvGrpSpPr>
          <p:grpSpPr bwMode="auto">
            <a:xfrm>
              <a:off x="2126361" y="4868312"/>
              <a:ext cx="395606" cy="205581"/>
              <a:chOff x="1871277" y="1576300"/>
              <a:chExt cx="1128371" cy="437861"/>
            </a:xfrm>
          </p:grpSpPr>
          <p:sp>
            <p:nvSpPr>
              <p:cNvPr id="777" name="Oval 776">
                <a:extLst>
                  <a:ext uri="{FF2B5EF4-FFF2-40B4-BE49-F238E27FC236}">
                    <a16:creationId xmlns:a16="http://schemas.microsoft.com/office/drawing/2014/main" id="{694EF3E0-294A-7BF3-D455-651272165E7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78" name="Rectangle 777">
                <a:extLst>
                  <a:ext uri="{FF2B5EF4-FFF2-40B4-BE49-F238E27FC236}">
                    <a16:creationId xmlns:a16="http://schemas.microsoft.com/office/drawing/2014/main" id="{D4CFC70A-B5D2-B48E-6402-1E16FD755C9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79" name="Oval 778">
                <a:extLst>
                  <a:ext uri="{FF2B5EF4-FFF2-40B4-BE49-F238E27FC236}">
                    <a16:creationId xmlns:a16="http://schemas.microsoft.com/office/drawing/2014/main" id="{F1706A9E-4BA0-CC62-431B-15EA4873B8D1}"/>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80" name="Freeform 462">
                <a:extLst>
                  <a:ext uri="{FF2B5EF4-FFF2-40B4-BE49-F238E27FC236}">
                    <a16:creationId xmlns:a16="http://schemas.microsoft.com/office/drawing/2014/main" id="{924ECC91-2019-8592-6A35-4BEE5B9F97FA}"/>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1" name="Freeform 463">
                <a:extLst>
                  <a:ext uri="{FF2B5EF4-FFF2-40B4-BE49-F238E27FC236}">
                    <a16:creationId xmlns:a16="http://schemas.microsoft.com/office/drawing/2014/main" id="{B2C791B6-8DE3-DCF4-6D2E-06B0634CF3FE}"/>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2" name="Freeform 464">
                <a:extLst>
                  <a:ext uri="{FF2B5EF4-FFF2-40B4-BE49-F238E27FC236}">
                    <a16:creationId xmlns:a16="http://schemas.microsoft.com/office/drawing/2014/main" id="{2609C886-333C-89A8-A86F-F9BCD5A32D31}"/>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3" name="Freeform 465">
                <a:extLst>
                  <a:ext uri="{FF2B5EF4-FFF2-40B4-BE49-F238E27FC236}">
                    <a16:creationId xmlns:a16="http://schemas.microsoft.com/office/drawing/2014/main" id="{D92A8DB5-C3D4-4281-9FA3-E4F5DE3A5090}"/>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84" name="Straight Connector 783">
                <a:extLst>
                  <a:ext uri="{FF2B5EF4-FFF2-40B4-BE49-F238E27FC236}">
                    <a16:creationId xmlns:a16="http://schemas.microsoft.com/office/drawing/2014/main" id="{15493B3A-D609-C387-58FD-B0763F3AF34D}"/>
                  </a:ext>
                </a:extLst>
              </p:cNvPr>
              <p:cNvCxnSpPr>
                <a:cxnSpLocks noChangeShapeType="1"/>
                <a:endCxn id="77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85" name="Straight Connector 784">
                <a:extLst>
                  <a:ext uri="{FF2B5EF4-FFF2-40B4-BE49-F238E27FC236}">
                    <a16:creationId xmlns:a16="http://schemas.microsoft.com/office/drawing/2014/main" id="{57355221-7B54-CC11-60C3-29768D7389BA}"/>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86" name="Group 357">
              <a:extLst>
                <a:ext uri="{FF2B5EF4-FFF2-40B4-BE49-F238E27FC236}">
                  <a16:creationId xmlns:a16="http://schemas.microsoft.com/office/drawing/2014/main" id="{40EDFB07-D232-5053-71F3-8D2CAC5AE327}"/>
                </a:ext>
              </a:extLst>
            </p:cNvPr>
            <p:cNvGrpSpPr>
              <a:grpSpLocks noChangeAspect="1"/>
            </p:cNvGrpSpPr>
            <p:nvPr/>
          </p:nvGrpSpPr>
          <p:grpSpPr bwMode="auto">
            <a:xfrm>
              <a:off x="1323650" y="4845066"/>
              <a:ext cx="395606" cy="205581"/>
              <a:chOff x="1871277" y="1576300"/>
              <a:chExt cx="1128371" cy="437861"/>
            </a:xfrm>
          </p:grpSpPr>
          <p:sp>
            <p:nvSpPr>
              <p:cNvPr id="787" name="Oval 786">
                <a:extLst>
                  <a:ext uri="{FF2B5EF4-FFF2-40B4-BE49-F238E27FC236}">
                    <a16:creationId xmlns:a16="http://schemas.microsoft.com/office/drawing/2014/main" id="{5126FE73-30A4-A831-D26D-B06B99F7F013}"/>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88" name="Rectangle 787">
                <a:extLst>
                  <a:ext uri="{FF2B5EF4-FFF2-40B4-BE49-F238E27FC236}">
                    <a16:creationId xmlns:a16="http://schemas.microsoft.com/office/drawing/2014/main" id="{83071CFA-9A16-6881-9CDB-84E53A69B2D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89" name="Oval 788">
                <a:extLst>
                  <a:ext uri="{FF2B5EF4-FFF2-40B4-BE49-F238E27FC236}">
                    <a16:creationId xmlns:a16="http://schemas.microsoft.com/office/drawing/2014/main" id="{4EB22A9D-F443-6262-644E-249CD04FF987}"/>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90" name="Freeform 462">
                <a:extLst>
                  <a:ext uri="{FF2B5EF4-FFF2-40B4-BE49-F238E27FC236}">
                    <a16:creationId xmlns:a16="http://schemas.microsoft.com/office/drawing/2014/main" id="{875E3028-7A18-5B45-77EA-2B41311B1FB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91" name="Freeform 463">
                <a:extLst>
                  <a:ext uri="{FF2B5EF4-FFF2-40B4-BE49-F238E27FC236}">
                    <a16:creationId xmlns:a16="http://schemas.microsoft.com/office/drawing/2014/main" id="{04719EA7-693D-C54D-FA86-FEB77BD4542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2" name="Freeform 464">
                <a:extLst>
                  <a:ext uri="{FF2B5EF4-FFF2-40B4-BE49-F238E27FC236}">
                    <a16:creationId xmlns:a16="http://schemas.microsoft.com/office/drawing/2014/main" id="{7F458518-5310-70D6-1991-E3951A2DBFD6}"/>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3" name="Freeform 465">
                <a:extLst>
                  <a:ext uri="{FF2B5EF4-FFF2-40B4-BE49-F238E27FC236}">
                    <a16:creationId xmlns:a16="http://schemas.microsoft.com/office/drawing/2014/main" id="{36A313DD-6DC2-5B05-ECA0-9C4A26B0882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794" name="Straight Connector 793">
                <a:extLst>
                  <a:ext uri="{FF2B5EF4-FFF2-40B4-BE49-F238E27FC236}">
                    <a16:creationId xmlns:a16="http://schemas.microsoft.com/office/drawing/2014/main" id="{314FAC82-47E8-F3C5-EB0A-1EF033DF5450}"/>
                  </a:ext>
                </a:extLst>
              </p:cNvPr>
              <p:cNvCxnSpPr>
                <a:cxnSpLocks noChangeShapeType="1"/>
                <a:endCxn id="78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795" name="Straight Connector 794">
                <a:extLst>
                  <a:ext uri="{FF2B5EF4-FFF2-40B4-BE49-F238E27FC236}">
                    <a16:creationId xmlns:a16="http://schemas.microsoft.com/office/drawing/2014/main" id="{DA09B9E9-F6D2-B0D6-3219-CFEF51236BC2}"/>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96" name="Group 357">
              <a:extLst>
                <a:ext uri="{FF2B5EF4-FFF2-40B4-BE49-F238E27FC236}">
                  <a16:creationId xmlns:a16="http://schemas.microsoft.com/office/drawing/2014/main" id="{B7B1C22E-8E01-26C1-7CAA-A01506FE8A88}"/>
                </a:ext>
              </a:extLst>
            </p:cNvPr>
            <p:cNvGrpSpPr>
              <a:grpSpLocks noChangeAspect="1"/>
            </p:cNvGrpSpPr>
            <p:nvPr/>
          </p:nvGrpSpPr>
          <p:grpSpPr bwMode="auto">
            <a:xfrm>
              <a:off x="719038" y="4505084"/>
              <a:ext cx="395606" cy="205581"/>
              <a:chOff x="1871277" y="1576300"/>
              <a:chExt cx="1128371" cy="437861"/>
            </a:xfrm>
          </p:grpSpPr>
          <p:sp>
            <p:nvSpPr>
              <p:cNvPr id="797" name="Oval 796">
                <a:extLst>
                  <a:ext uri="{FF2B5EF4-FFF2-40B4-BE49-F238E27FC236}">
                    <a16:creationId xmlns:a16="http://schemas.microsoft.com/office/drawing/2014/main" id="{E7501AA0-D030-DFA1-7009-7526FBED7EC9}"/>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798" name="Rectangle 797">
                <a:extLst>
                  <a:ext uri="{FF2B5EF4-FFF2-40B4-BE49-F238E27FC236}">
                    <a16:creationId xmlns:a16="http://schemas.microsoft.com/office/drawing/2014/main" id="{1A21712E-5F53-0F9A-93C6-BA04D0ED3037}"/>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799" name="Oval 798">
                <a:extLst>
                  <a:ext uri="{FF2B5EF4-FFF2-40B4-BE49-F238E27FC236}">
                    <a16:creationId xmlns:a16="http://schemas.microsoft.com/office/drawing/2014/main" id="{23F333B4-2E62-3ABB-04D4-67593A0CB04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00" name="Freeform 462">
                <a:extLst>
                  <a:ext uri="{FF2B5EF4-FFF2-40B4-BE49-F238E27FC236}">
                    <a16:creationId xmlns:a16="http://schemas.microsoft.com/office/drawing/2014/main" id="{F6B14ECF-919D-2FEC-1507-25669C4AADE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01" name="Freeform 463">
                <a:extLst>
                  <a:ext uri="{FF2B5EF4-FFF2-40B4-BE49-F238E27FC236}">
                    <a16:creationId xmlns:a16="http://schemas.microsoft.com/office/drawing/2014/main" id="{0C057C7D-A756-4FED-455B-DF3D45456D20}"/>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2" name="Freeform 464">
                <a:extLst>
                  <a:ext uri="{FF2B5EF4-FFF2-40B4-BE49-F238E27FC236}">
                    <a16:creationId xmlns:a16="http://schemas.microsoft.com/office/drawing/2014/main" id="{E8F596A4-935F-6CC6-481E-AA48EA086D43}"/>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3" name="Freeform 465">
                <a:extLst>
                  <a:ext uri="{FF2B5EF4-FFF2-40B4-BE49-F238E27FC236}">
                    <a16:creationId xmlns:a16="http://schemas.microsoft.com/office/drawing/2014/main" id="{3B81BF2B-B3C7-823C-2065-2D49F1AD59F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04" name="Straight Connector 803">
                <a:extLst>
                  <a:ext uri="{FF2B5EF4-FFF2-40B4-BE49-F238E27FC236}">
                    <a16:creationId xmlns:a16="http://schemas.microsoft.com/office/drawing/2014/main" id="{9ECEC85B-644C-2502-8D01-4ACE532A51E6}"/>
                  </a:ext>
                </a:extLst>
              </p:cNvPr>
              <p:cNvCxnSpPr>
                <a:cxnSpLocks noChangeShapeType="1"/>
                <a:endCxn id="79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05" name="Straight Connector 804">
                <a:extLst>
                  <a:ext uri="{FF2B5EF4-FFF2-40B4-BE49-F238E27FC236}">
                    <a16:creationId xmlns:a16="http://schemas.microsoft.com/office/drawing/2014/main" id="{2A106473-71FE-EAAB-0C49-C3B7C23E6583}"/>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16" name="Group 357">
              <a:extLst>
                <a:ext uri="{FF2B5EF4-FFF2-40B4-BE49-F238E27FC236}">
                  <a16:creationId xmlns:a16="http://schemas.microsoft.com/office/drawing/2014/main" id="{E55DAF38-E92A-10E0-2729-6CD7896073C1}"/>
                </a:ext>
              </a:extLst>
            </p:cNvPr>
            <p:cNvGrpSpPr>
              <a:grpSpLocks noChangeAspect="1"/>
            </p:cNvGrpSpPr>
            <p:nvPr/>
          </p:nvGrpSpPr>
          <p:grpSpPr bwMode="auto">
            <a:xfrm>
              <a:off x="2115248" y="4435629"/>
              <a:ext cx="395606" cy="205581"/>
              <a:chOff x="1871277" y="1576300"/>
              <a:chExt cx="1128371" cy="437861"/>
            </a:xfrm>
          </p:grpSpPr>
          <p:sp>
            <p:nvSpPr>
              <p:cNvPr id="817" name="Oval 816">
                <a:extLst>
                  <a:ext uri="{FF2B5EF4-FFF2-40B4-BE49-F238E27FC236}">
                    <a16:creationId xmlns:a16="http://schemas.microsoft.com/office/drawing/2014/main" id="{753999DC-48A5-51D7-3BC7-49212C5C1402}"/>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18" name="Rectangle 817">
                <a:extLst>
                  <a:ext uri="{FF2B5EF4-FFF2-40B4-BE49-F238E27FC236}">
                    <a16:creationId xmlns:a16="http://schemas.microsoft.com/office/drawing/2014/main" id="{70D4624F-190E-5F20-2C56-52971E4D5D5B}"/>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19" name="Oval 818">
                <a:extLst>
                  <a:ext uri="{FF2B5EF4-FFF2-40B4-BE49-F238E27FC236}">
                    <a16:creationId xmlns:a16="http://schemas.microsoft.com/office/drawing/2014/main" id="{E72A5049-287C-0BA2-D353-1BF9CF036E9B}"/>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20" name="Freeform 462">
                <a:extLst>
                  <a:ext uri="{FF2B5EF4-FFF2-40B4-BE49-F238E27FC236}">
                    <a16:creationId xmlns:a16="http://schemas.microsoft.com/office/drawing/2014/main" id="{F8248A95-9456-DE7B-FD8D-352751888278}"/>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1" name="Freeform 463">
                <a:extLst>
                  <a:ext uri="{FF2B5EF4-FFF2-40B4-BE49-F238E27FC236}">
                    <a16:creationId xmlns:a16="http://schemas.microsoft.com/office/drawing/2014/main" id="{DCE8A13F-B9AB-FC04-F9B2-4B573529C6D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2" name="Freeform 464">
                <a:extLst>
                  <a:ext uri="{FF2B5EF4-FFF2-40B4-BE49-F238E27FC236}">
                    <a16:creationId xmlns:a16="http://schemas.microsoft.com/office/drawing/2014/main" id="{E10E52CE-FB19-43A0-9E12-150F4755097C}"/>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3" name="Freeform 465">
                <a:extLst>
                  <a:ext uri="{FF2B5EF4-FFF2-40B4-BE49-F238E27FC236}">
                    <a16:creationId xmlns:a16="http://schemas.microsoft.com/office/drawing/2014/main" id="{D88C74A1-23CC-55B1-9E36-4804EB08AF22}"/>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24" name="Straight Connector 823">
                <a:extLst>
                  <a:ext uri="{FF2B5EF4-FFF2-40B4-BE49-F238E27FC236}">
                    <a16:creationId xmlns:a16="http://schemas.microsoft.com/office/drawing/2014/main" id="{34135718-F41B-F012-FD25-D5907CA6DDEA}"/>
                  </a:ext>
                </a:extLst>
              </p:cNvPr>
              <p:cNvCxnSpPr>
                <a:cxnSpLocks noChangeShapeType="1"/>
                <a:endCxn id="81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25" name="Straight Connector 824">
                <a:extLst>
                  <a:ext uri="{FF2B5EF4-FFF2-40B4-BE49-F238E27FC236}">
                    <a16:creationId xmlns:a16="http://schemas.microsoft.com/office/drawing/2014/main" id="{F08C52DA-1A69-0AB3-5107-73F53CDA0CD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26" name="Group 357">
              <a:extLst>
                <a:ext uri="{FF2B5EF4-FFF2-40B4-BE49-F238E27FC236}">
                  <a16:creationId xmlns:a16="http://schemas.microsoft.com/office/drawing/2014/main" id="{5F6BABA1-B617-BA96-F2EC-DEBA90320BF3}"/>
                </a:ext>
              </a:extLst>
            </p:cNvPr>
            <p:cNvGrpSpPr>
              <a:grpSpLocks noChangeAspect="1"/>
            </p:cNvGrpSpPr>
            <p:nvPr/>
          </p:nvGrpSpPr>
          <p:grpSpPr bwMode="auto">
            <a:xfrm>
              <a:off x="1402549" y="4388402"/>
              <a:ext cx="395606" cy="205581"/>
              <a:chOff x="1871277" y="1576300"/>
              <a:chExt cx="1128371" cy="437861"/>
            </a:xfrm>
          </p:grpSpPr>
          <p:sp>
            <p:nvSpPr>
              <p:cNvPr id="827" name="Oval 826">
                <a:extLst>
                  <a:ext uri="{FF2B5EF4-FFF2-40B4-BE49-F238E27FC236}">
                    <a16:creationId xmlns:a16="http://schemas.microsoft.com/office/drawing/2014/main" id="{07DD893D-54B3-B35B-2314-1DCDA62568CB}"/>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28" name="Rectangle 827">
                <a:extLst>
                  <a:ext uri="{FF2B5EF4-FFF2-40B4-BE49-F238E27FC236}">
                    <a16:creationId xmlns:a16="http://schemas.microsoft.com/office/drawing/2014/main" id="{9CAA0530-D5AD-37CA-E8B4-78F16DBFCA8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29" name="Oval 828">
                <a:extLst>
                  <a:ext uri="{FF2B5EF4-FFF2-40B4-BE49-F238E27FC236}">
                    <a16:creationId xmlns:a16="http://schemas.microsoft.com/office/drawing/2014/main" id="{F5808CBE-4493-73EF-CC3C-5D62AFBD9349}"/>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830" name="Freeform 462">
                <a:extLst>
                  <a:ext uri="{FF2B5EF4-FFF2-40B4-BE49-F238E27FC236}">
                    <a16:creationId xmlns:a16="http://schemas.microsoft.com/office/drawing/2014/main" id="{A38FD612-63FE-0FFE-692C-D1D7F428F88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831" name="Freeform 463">
                <a:extLst>
                  <a:ext uri="{FF2B5EF4-FFF2-40B4-BE49-F238E27FC236}">
                    <a16:creationId xmlns:a16="http://schemas.microsoft.com/office/drawing/2014/main" id="{5C58CFE8-9080-5627-3799-CAB3DFD91C01}"/>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Freeform 464">
                <a:extLst>
                  <a:ext uri="{FF2B5EF4-FFF2-40B4-BE49-F238E27FC236}">
                    <a16:creationId xmlns:a16="http://schemas.microsoft.com/office/drawing/2014/main" id="{79A8EE5E-D8C5-BB77-4337-BE5E818592DD}"/>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3" name="Freeform 465">
                <a:extLst>
                  <a:ext uri="{FF2B5EF4-FFF2-40B4-BE49-F238E27FC236}">
                    <a16:creationId xmlns:a16="http://schemas.microsoft.com/office/drawing/2014/main" id="{7B776F14-E953-9957-EA47-CDAA2B391E7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34" name="Straight Connector 833">
                <a:extLst>
                  <a:ext uri="{FF2B5EF4-FFF2-40B4-BE49-F238E27FC236}">
                    <a16:creationId xmlns:a16="http://schemas.microsoft.com/office/drawing/2014/main" id="{6D59BAEA-ECDA-1FAD-62C8-F66D21A5CAC4}"/>
                  </a:ext>
                </a:extLst>
              </p:cNvPr>
              <p:cNvCxnSpPr>
                <a:cxnSpLocks noChangeShapeType="1"/>
                <a:endCxn id="82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835" name="Straight Connector 834">
                <a:extLst>
                  <a:ext uri="{FF2B5EF4-FFF2-40B4-BE49-F238E27FC236}">
                    <a16:creationId xmlns:a16="http://schemas.microsoft.com/office/drawing/2014/main" id="{DD7426C5-EE08-7B0F-E0FD-C0476AE2041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cxnSp>
        <p:nvCxnSpPr>
          <p:cNvPr id="851" name="Straight Connector 850">
            <a:extLst>
              <a:ext uri="{FF2B5EF4-FFF2-40B4-BE49-F238E27FC236}">
                <a16:creationId xmlns:a16="http://schemas.microsoft.com/office/drawing/2014/main" id="{8AF13C1F-5DF8-FFBE-808C-FEE7A953E25A}"/>
              </a:ext>
            </a:extLst>
          </p:cNvPr>
          <p:cNvCxnSpPr>
            <a:cxnSpLocks/>
            <a:stCxn id="34" idx="2"/>
            <a:endCxn id="587" idx="0"/>
          </p:cNvCxnSpPr>
          <p:nvPr/>
        </p:nvCxnSpPr>
        <p:spPr>
          <a:xfrm>
            <a:off x="3567118" y="3172668"/>
            <a:ext cx="1024660" cy="87329"/>
          </a:xfrm>
          <a:prstGeom prst="line">
            <a:avLst/>
          </a:prstGeom>
          <a:noFill/>
          <a:ln w="12700" cap="flat" cmpd="sng" algn="ctr">
            <a:solidFill>
              <a:srgbClr val="000000"/>
            </a:solidFill>
            <a:prstDash val="solid"/>
          </a:ln>
          <a:effectLst/>
        </p:spPr>
      </p:cxnSp>
      <p:grpSp>
        <p:nvGrpSpPr>
          <p:cNvPr id="1078" name="Group 1077">
            <a:extLst>
              <a:ext uri="{FF2B5EF4-FFF2-40B4-BE49-F238E27FC236}">
                <a16:creationId xmlns:a16="http://schemas.microsoft.com/office/drawing/2014/main" id="{962EEB6D-CCC9-69A3-AFB3-0FD739D2BA55}"/>
              </a:ext>
            </a:extLst>
          </p:cNvPr>
          <p:cNvGrpSpPr/>
          <p:nvPr/>
        </p:nvGrpSpPr>
        <p:grpSpPr>
          <a:xfrm>
            <a:off x="1381815" y="2717309"/>
            <a:ext cx="2337873" cy="712992"/>
            <a:chOff x="971510" y="2239190"/>
            <a:chExt cx="2337873" cy="712992"/>
          </a:xfrm>
        </p:grpSpPr>
        <p:cxnSp>
          <p:nvCxnSpPr>
            <p:cNvPr id="11" name="Straight Connector 10">
              <a:extLst>
                <a:ext uri="{FF2B5EF4-FFF2-40B4-BE49-F238E27FC236}">
                  <a16:creationId xmlns:a16="http://schemas.microsoft.com/office/drawing/2014/main" id="{A9407C34-F50B-16A6-0125-1068D0438301}"/>
                </a:ext>
              </a:extLst>
            </p:cNvPr>
            <p:cNvCxnSpPr>
              <a:cxnSpLocks/>
              <a:stCxn id="608" idx="11"/>
            </p:cNvCxnSpPr>
            <p:nvPr/>
          </p:nvCxnSpPr>
          <p:spPr>
            <a:xfrm flipV="1">
              <a:off x="1215903" y="2342316"/>
              <a:ext cx="1104021" cy="115254"/>
            </a:xfrm>
            <a:prstGeom prst="line">
              <a:avLst/>
            </a:prstGeom>
            <a:noFill/>
            <a:ln w="12700" cap="flat" cmpd="sng" algn="ctr">
              <a:solidFill>
                <a:srgbClr val="000000"/>
              </a:solidFill>
              <a:prstDash val="solid"/>
            </a:ln>
            <a:effectLst/>
          </p:spPr>
        </p:cxnSp>
        <p:cxnSp>
          <p:nvCxnSpPr>
            <p:cNvPr id="838" name="Straight Connector 837">
              <a:extLst>
                <a:ext uri="{FF2B5EF4-FFF2-40B4-BE49-F238E27FC236}">
                  <a16:creationId xmlns:a16="http://schemas.microsoft.com/office/drawing/2014/main" id="{0D698DBB-1EB3-8E4E-2D2B-164B4AC6B74A}"/>
                </a:ext>
              </a:extLst>
            </p:cNvPr>
            <p:cNvCxnSpPr>
              <a:cxnSpLocks/>
              <a:stCxn id="607" idx="0"/>
              <a:endCxn id="619" idx="4"/>
            </p:cNvCxnSpPr>
            <p:nvPr/>
          </p:nvCxnSpPr>
          <p:spPr>
            <a:xfrm>
              <a:off x="1168758" y="2509393"/>
              <a:ext cx="577578" cy="265261"/>
            </a:xfrm>
            <a:prstGeom prst="line">
              <a:avLst/>
            </a:prstGeom>
            <a:noFill/>
            <a:ln w="12700" cap="flat" cmpd="sng" algn="ctr">
              <a:solidFill>
                <a:srgbClr val="000000"/>
              </a:solidFill>
              <a:prstDash val="solid"/>
            </a:ln>
            <a:effectLst/>
          </p:spPr>
        </p:cxnSp>
        <p:cxnSp>
          <p:nvCxnSpPr>
            <p:cNvPr id="841" name="Straight Connector 840">
              <a:extLst>
                <a:ext uri="{FF2B5EF4-FFF2-40B4-BE49-F238E27FC236}">
                  <a16:creationId xmlns:a16="http://schemas.microsoft.com/office/drawing/2014/main" id="{CB273BAA-2F58-93B0-5966-A908F2AE27BA}"/>
                </a:ext>
              </a:extLst>
            </p:cNvPr>
            <p:cNvCxnSpPr>
              <a:cxnSpLocks/>
              <a:stCxn id="31" idx="0"/>
              <a:endCxn id="617" idx="0"/>
            </p:cNvCxnSpPr>
            <p:nvPr/>
          </p:nvCxnSpPr>
          <p:spPr>
            <a:xfrm flipH="1">
              <a:off x="1821142" y="2767988"/>
              <a:ext cx="1289883" cy="128631"/>
            </a:xfrm>
            <a:prstGeom prst="line">
              <a:avLst/>
            </a:prstGeom>
            <a:noFill/>
            <a:ln w="12700" cap="flat" cmpd="sng" algn="ctr">
              <a:solidFill>
                <a:srgbClr val="000000"/>
              </a:solidFill>
              <a:prstDash val="solid"/>
            </a:ln>
            <a:effectLst/>
          </p:spPr>
        </p:cxnSp>
        <p:cxnSp>
          <p:nvCxnSpPr>
            <p:cNvPr id="844" name="Straight Connector 843">
              <a:extLst>
                <a:ext uri="{FF2B5EF4-FFF2-40B4-BE49-F238E27FC236}">
                  <a16:creationId xmlns:a16="http://schemas.microsoft.com/office/drawing/2014/main" id="{51F375A0-7879-CB8F-8F44-904D59C1DAB7}"/>
                </a:ext>
              </a:extLst>
            </p:cNvPr>
            <p:cNvCxnSpPr>
              <a:cxnSpLocks/>
              <a:stCxn id="34" idx="2"/>
              <a:endCxn id="627" idx="0"/>
            </p:cNvCxnSpPr>
            <p:nvPr/>
          </p:nvCxnSpPr>
          <p:spPr>
            <a:xfrm flipH="1" flipV="1">
              <a:off x="2319924" y="2389208"/>
              <a:ext cx="836889" cy="305341"/>
            </a:xfrm>
            <a:prstGeom prst="line">
              <a:avLst/>
            </a:prstGeom>
            <a:noFill/>
            <a:ln w="12700" cap="flat" cmpd="sng" algn="ctr">
              <a:solidFill>
                <a:srgbClr val="000000"/>
              </a:solidFill>
              <a:prstDash val="solid"/>
            </a:ln>
            <a:effectLst/>
          </p:spPr>
        </p:cxnSp>
        <p:cxnSp>
          <p:nvCxnSpPr>
            <p:cNvPr id="847" name="Straight Connector 846">
              <a:extLst>
                <a:ext uri="{FF2B5EF4-FFF2-40B4-BE49-F238E27FC236}">
                  <a16:creationId xmlns:a16="http://schemas.microsoft.com/office/drawing/2014/main" id="{6CC21F85-2272-52A0-F0D7-2EB3CE5BFEC0}"/>
                </a:ext>
              </a:extLst>
            </p:cNvPr>
            <p:cNvCxnSpPr>
              <a:cxnSpLocks/>
              <a:endCxn id="627" idx="0"/>
            </p:cNvCxnSpPr>
            <p:nvPr/>
          </p:nvCxnSpPr>
          <p:spPr>
            <a:xfrm flipV="1">
              <a:off x="1889313" y="2389208"/>
              <a:ext cx="430611" cy="427932"/>
            </a:xfrm>
            <a:prstGeom prst="line">
              <a:avLst/>
            </a:prstGeom>
            <a:noFill/>
            <a:ln w="12700" cap="flat" cmpd="sng" algn="ctr">
              <a:solidFill>
                <a:srgbClr val="000000"/>
              </a:solidFill>
              <a:prstDash val="solid"/>
            </a:ln>
            <a:effectLst/>
          </p:spPr>
        </p:cxnSp>
        <p:grpSp>
          <p:nvGrpSpPr>
            <p:cNvPr id="27" name="Group 357">
              <a:extLst>
                <a:ext uri="{FF2B5EF4-FFF2-40B4-BE49-F238E27FC236}">
                  <a16:creationId xmlns:a16="http://schemas.microsoft.com/office/drawing/2014/main" id="{9F4FEBFB-1A2B-4A9E-5519-48FEDC6C5123}"/>
                </a:ext>
              </a:extLst>
            </p:cNvPr>
            <p:cNvGrpSpPr>
              <a:grpSpLocks noChangeAspect="1"/>
            </p:cNvGrpSpPr>
            <p:nvPr/>
          </p:nvGrpSpPr>
          <p:grpSpPr bwMode="auto">
            <a:xfrm>
              <a:off x="2913777" y="2617970"/>
              <a:ext cx="395606" cy="205581"/>
              <a:chOff x="1871277" y="1576300"/>
              <a:chExt cx="1128371" cy="437861"/>
            </a:xfrm>
          </p:grpSpPr>
          <p:sp>
            <p:nvSpPr>
              <p:cNvPr id="29" name="Oval 28">
                <a:extLst>
                  <a:ext uri="{FF2B5EF4-FFF2-40B4-BE49-F238E27FC236}">
                    <a16:creationId xmlns:a16="http://schemas.microsoft.com/office/drawing/2014/main" id="{A4758E5E-5F19-015D-DD84-37101244959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 name="Rectangle 29">
                <a:extLst>
                  <a:ext uri="{FF2B5EF4-FFF2-40B4-BE49-F238E27FC236}">
                    <a16:creationId xmlns:a16="http://schemas.microsoft.com/office/drawing/2014/main" id="{5F5E9D9E-A453-D18D-D16B-62E026D677B9}"/>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 name="Oval 30">
                <a:extLst>
                  <a:ext uri="{FF2B5EF4-FFF2-40B4-BE49-F238E27FC236}">
                    <a16:creationId xmlns:a16="http://schemas.microsoft.com/office/drawing/2014/main" id="{4D0D78D3-607C-D8D0-BDE6-3F10441F5372}"/>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 name="Freeform 462">
                <a:extLst>
                  <a:ext uri="{FF2B5EF4-FFF2-40B4-BE49-F238E27FC236}">
                    <a16:creationId xmlns:a16="http://schemas.microsoft.com/office/drawing/2014/main" id="{66862347-12A3-6B90-5269-0FDB453ED9B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 name="Freeform 463">
                <a:extLst>
                  <a:ext uri="{FF2B5EF4-FFF2-40B4-BE49-F238E27FC236}">
                    <a16:creationId xmlns:a16="http://schemas.microsoft.com/office/drawing/2014/main" id="{82903402-73A8-6188-2161-9E9FEB38F704}"/>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 name="Freeform 464">
                <a:extLst>
                  <a:ext uri="{FF2B5EF4-FFF2-40B4-BE49-F238E27FC236}">
                    <a16:creationId xmlns:a16="http://schemas.microsoft.com/office/drawing/2014/main" id="{A93BE29C-5EFE-9471-B53A-010E7A31BD9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Freeform 465">
                <a:extLst>
                  <a:ext uri="{FF2B5EF4-FFF2-40B4-BE49-F238E27FC236}">
                    <a16:creationId xmlns:a16="http://schemas.microsoft.com/office/drawing/2014/main" id="{2A1C42D3-B5A0-001A-162A-4396DF484C0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6" name="Straight Connector 35">
                <a:extLst>
                  <a:ext uri="{FF2B5EF4-FFF2-40B4-BE49-F238E27FC236}">
                    <a16:creationId xmlns:a16="http://schemas.microsoft.com/office/drawing/2014/main" id="{9E58A2BD-B1B4-EFAD-7B60-620DC8AB0247}"/>
                  </a:ext>
                </a:extLst>
              </p:cNvPr>
              <p:cNvCxnSpPr>
                <a:cxnSpLocks noChangeShapeType="1"/>
                <a:endCxn id="31"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 name="Straight Connector 36">
                <a:extLst>
                  <a:ext uri="{FF2B5EF4-FFF2-40B4-BE49-F238E27FC236}">
                    <a16:creationId xmlns:a16="http://schemas.microsoft.com/office/drawing/2014/main" id="{CABBEAC2-8028-CCED-7A7B-396566D8CAF3}"/>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04" name="Group 357">
              <a:extLst>
                <a:ext uri="{FF2B5EF4-FFF2-40B4-BE49-F238E27FC236}">
                  <a16:creationId xmlns:a16="http://schemas.microsoft.com/office/drawing/2014/main" id="{6429295C-40A5-83F2-ACE2-BAAA7DBDCE97}"/>
                </a:ext>
              </a:extLst>
            </p:cNvPr>
            <p:cNvGrpSpPr>
              <a:grpSpLocks noChangeAspect="1"/>
            </p:cNvGrpSpPr>
            <p:nvPr/>
          </p:nvGrpSpPr>
          <p:grpSpPr bwMode="auto">
            <a:xfrm>
              <a:off x="971510" y="2359375"/>
              <a:ext cx="395606" cy="205581"/>
              <a:chOff x="1871277" y="1576300"/>
              <a:chExt cx="1128371" cy="437861"/>
            </a:xfrm>
          </p:grpSpPr>
          <p:sp>
            <p:nvSpPr>
              <p:cNvPr id="605" name="Oval 604">
                <a:extLst>
                  <a:ext uri="{FF2B5EF4-FFF2-40B4-BE49-F238E27FC236}">
                    <a16:creationId xmlns:a16="http://schemas.microsoft.com/office/drawing/2014/main" id="{707F6DFB-20EA-07E2-0E01-224411930CA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06" name="Rectangle 605">
                <a:extLst>
                  <a:ext uri="{FF2B5EF4-FFF2-40B4-BE49-F238E27FC236}">
                    <a16:creationId xmlns:a16="http://schemas.microsoft.com/office/drawing/2014/main" id="{A939E0BA-9EE6-ECDD-71FB-C36D49E14252}"/>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07" name="Oval 606">
                <a:extLst>
                  <a:ext uri="{FF2B5EF4-FFF2-40B4-BE49-F238E27FC236}">
                    <a16:creationId xmlns:a16="http://schemas.microsoft.com/office/drawing/2014/main" id="{A7EDDE25-81B3-4462-8A41-251FC005C8F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08" name="Freeform 462">
                <a:extLst>
                  <a:ext uri="{FF2B5EF4-FFF2-40B4-BE49-F238E27FC236}">
                    <a16:creationId xmlns:a16="http://schemas.microsoft.com/office/drawing/2014/main" id="{16E4CD4F-3FC9-913F-F902-6C3C036F7004}"/>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09" name="Freeform 463">
                <a:extLst>
                  <a:ext uri="{FF2B5EF4-FFF2-40B4-BE49-F238E27FC236}">
                    <a16:creationId xmlns:a16="http://schemas.microsoft.com/office/drawing/2014/main" id="{04DD0080-E1E9-3D27-E15C-2F8F03A828E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0" name="Freeform 464">
                <a:extLst>
                  <a:ext uri="{FF2B5EF4-FFF2-40B4-BE49-F238E27FC236}">
                    <a16:creationId xmlns:a16="http://schemas.microsoft.com/office/drawing/2014/main" id="{C45A706A-E1D3-8721-C778-6C38C329F67F}"/>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1" name="Freeform 465">
                <a:extLst>
                  <a:ext uri="{FF2B5EF4-FFF2-40B4-BE49-F238E27FC236}">
                    <a16:creationId xmlns:a16="http://schemas.microsoft.com/office/drawing/2014/main" id="{3D368618-38DC-2202-5BDC-DBD596342C09}"/>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12" name="Straight Connector 611">
                <a:extLst>
                  <a:ext uri="{FF2B5EF4-FFF2-40B4-BE49-F238E27FC236}">
                    <a16:creationId xmlns:a16="http://schemas.microsoft.com/office/drawing/2014/main" id="{B6412237-FD77-5E57-5CA1-34501372FDA1}"/>
                  </a:ext>
                </a:extLst>
              </p:cNvPr>
              <p:cNvCxnSpPr>
                <a:cxnSpLocks noChangeShapeType="1"/>
                <a:endCxn id="60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13" name="Straight Connector 612">
                <a:extLst>
                  <a:ext uri="{FF2B5EF4-FFF2-40B4-BE49-F238E27FC236}">
                    <a16:creationId xmlns:a16="http://schemas.microsoft.com/office/drawing/2014/main" id="{EC7D37A7-D226-2C17-74F0-2B9C7F572401}"/>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14" name="Group 357">
              <a:extLst>
                <a:ext uri="{FF2B5EF4-FFF2-40B4-BE49-F238E27FC236}">
                  <a16:creationId xmlns:a16="http://schemas.microsoft.com/office/drawing/2014/main" id="{037E56A9-7DF9-652F-5793-019CFC4F2D21}"/>
                </a:ext>
              </a:extLst>
            </p:cNvPr>
            <p:cNvGrpSpPr>
              <a:grpSpLocks noChangeAspect="1"/>
            </p:cNvGrpSpPr>
            <p:nvPr/>
          </p:nvGrpSpPr>
          <p:grpSpPr bwMode="auto">
            <a:xfrm>
              <a:off x="1623894" y="2746601"/>
              <a:ext cx="395606" cy="205581"/>
              <a:chOff x="1871277" y="1576300"/>
              <a:chExt cx="1128371" cy="437861"/>
            </a:xfrm>
          </p:grpSpPr>
          <p:sp>
            <p:nvSpPr>
              <p:cNvPr id="615" name="Oval 614">
                <a:extLst>
                  <a:ext uri="{FF2B5EF4-FFF2-40B4-BE49-F238E27FC236}">
                    <a16:creationId xmlns:a16="http://schemas.microsoft.com/office/drawing/2014/main" id="{EC2AB607-FCFE-8EAE-EA6C-BC6416DA68CF}"/>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16" name="Rectangle 615">
                <a:extLst>
                  <a:ext uri="{FF2B5EF4-FFF2-40B4-BE49-F238E27FC236}">
                    <a16:creationId xmlns:a16="http://schemas.microsoft.com/office/drawing/2014/main" id="{12FFF9AF-C398-7DA4-1A07-A1A7535C3AE8}"/>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17" name="Oval 616">
                <a:extLst>
                  <a:ext uri="{FF2B5EF4-FFF2-40B4-BE49-F238E27FC236}">
                    <a16:creationId xmlns:a16="http://schemas.microsoft.com/office/drawing/2014/main" id="{204CA8E2-E3CA-6ADB-2138-E92BCA215DE7}"/>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18" name="Freeform 462">
                <a:extLst>
                  <a:ext uri="{FF2B5EF4-FFF2-40B4-BE49-F238E27FC236}">
                    <a16:creationId xmlns:a16="http://schemas.microsoft.com/office/drawing/2014/main" id="{A3E4181F-0A69-06FB-0BB6-3A4A887EB31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19" name="Freeform 463">
                <a:extLst>
                  <a:ext uri="{FF2B5EF4-FFF2-40B4-BE49-F238E27FC236}">
                    <a16:creationId xmlns:a16="http://schemas.microsoft.com/office/drawing/2014/main" id="{8C8EB8FC-4871-886D-8E23-76EEF84A734D}"/>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0" name="Freeform 464">
                <a:extLst>
                  <a:ext uri="{FF2B5EF4-FFF2-40B4-BE49-F238E27FC236}">
                    <a16:creationId xmlns:a16="http://schemas.microsoft.com/office/drawing/2014/main" id="{6DEE1830-0101-782E-618A-367CAB8B0698}"/>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1" name="Freeform 465">
                <a:extLst>
                  <a:ext uri="{FF2B5EF4-FFF2-40B4-BE49-F238E27FC236}">
                    <a16:creationId xmlns:a16="http://schemas.microsoft.com/office/drawing/2014/main" id="{E6565A87-1657-E995-862D-ACD50C76872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22" name="Straight Connector 621">
                <a:extLst>
                  <a:ext uri="{FF2B5EF4-FFF2-40B4-BE49-F238E27FC236}">
                    <a16:creationId xmlns:a16="http://schemas.microsoft.com/office/drawing/2014/main" id="{30C1155D-B35B-099D-B49E-0E0DABC5FF82}"/>
                  </a:ext>
                </a:extLst>
              </p:cNvPr>
              <p:cNvCxnSpPr>
                <a:cxnSpLocks noChangeShapeType="1"/>
                <a:endCxn id="61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23" name="Straight Connector 622">
                <a:extLst>
                  <a:ext uri="{FF2B5EF4-FFF2-40B4-BE49-F238E27FC236}">
                    <a16:creationId xmlns:a16="http://schemas.microsoft.com/office/drawing/2014/main" id="{07EA7788-C3C4-3AF5-F37E-57028950290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624" name="Group 357">
              <a:extLst>
                <a:ext uri="{FF2B5EF4-FFF2-40B4-BE49-F238E27FC236}">
                  <a16:creationId xmlns:a16="http://schemas.microsoft.com/office/drawing/2014/main" id="{46504C57-EA88-739E-83C7-E92E42C4150F}"/>
                </a:ext>
              </a:extLst>
            </p:cNvPr>
            <p:cNvGrpSpPr>
              <a:grpSpLocks noChangeAspect="1"/>
            </p:cNvGrpSpPr>
            <p:nvPr/>
          </p:nvGrpSpPr>
          <p:grpSpPr bwMode="auto">
            <a:xfrm>
              <a:off x="2122676" y="2239190"/>
              <a:ext cx="395606" cy="205581"/>
              <a:chOff x="1871277" y="1576300"/>
              <a:chExt cx="1128371" cy="437861"/>
            </a:xfrm>
          </p:grpSpPr>
          <p:sp>
            <p:nvSpPr>
              <p:cNvPr id="625" name="Oval 624">
                <a:extLst>
                  <a:ext uri="{FF2B5EF4-FFF2-40B4-BE49-F238E27FC236}">
                    <a16:creationId xmlns:a16="http://schemas.microsoft.com/office/drawing/2014/main" id="{E9B4509B-00C7-AA30-255A-CEF027D351BC}"/>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26" name="Rectangle 625">
                <a:extLst>
                  <a:ext uri="{FF2B5EF4-FFF2-40B4-BE49-F238E27FC236}">
                    <a16:creationId xmlns:a16="http://schemas.microsoft.com/office/drawing/2014/main" id="{42B8B366-3B0F-7C30-3035-EC10E8C69CA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27" name="Oval 626">
                <a:extLst>
                  <a:ext uri="{FF2B5EF4-FFF2-40B4-BE49-F238E27FC236}">
                    <a16:creationId xmlns:a16="http://schemas.microsoft.com/office/drawing/2014/main" id="{1431BF3F-A103-845B-0384-C7998CDBC263}"/>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628" name="Freeform 462">
                <a:extLst>
                  <a:ext uri="{FF2B5EF4-FFF2-40B4-BE49-F238E27FC236}">
                    <a16:creationId xmlns:a16="http://schemas.microsoft.com/office/drawing/2014/main" id="{89388C83-7ECF-7738-0A2B-9A6AF886524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629" name="Freeform 463">
                <a:extLst>
                  <a:ext uri="{FF2B5EF4-FFF2-40B4-BE49-F238E27FC236}">
                    <a16:creationId xmlns:a16="http://schemas.microsoft.com/office/drawing/2014/main" id="{B0CA6743-E313-0EA0-11D8-7E73319C211B}"/>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0" name="Freeform 464">
                <a:extLst>
                  <a:ext uri="{FF2B5EF4-FFF2-40B4-BE49-F238E27FC236}">
                    <a16:creationId xmlns:a16="http://schemas.microsoft.com/office/drawing/2014/main" id="{61E03D22-99C0-C2BE-8518-3F30F2BFC132}"/>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1" name="Freeform 465">
                <a:extLst>
                  <a:ext uri="{FF2B5EF4-FFF2-40B4-BE49-F238E27FC236}">
                    <a16:creationId xmlns:a16="http://schemas.microsoft.com/office/drawing/2014/main" id="{96513F93-6518-14A6-C135-36E646697BA4}"/>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632" name="Straight Connector 631">
                <a:extLst>
                  <a:ext uri="{FF2B5EF4-FFF2-40B4-BE49-F238E27FC236}">
                    <a16:creationId xmlns:a16="http://schemas.microsoft.com/office/drawing/2014/main" id="{C3C90C67-4F80-0652-FA85-6CEF9092F2BB}"/>
                  </a:ext>
                </a:extLst>
              </p:cNvPr>
              <p:cNvCxnSpPr>
                <a:cxnSpLocks noChangeShapeType="1"/>
                <a:endCxn id="627"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633" name="Straight Connector 632">
                <a:extLst>
                  <a:ext uri="{FF2B5EF4-FFF2-40B4-BE49-F238E27FC236}">
                    <a16:creationId xmlns:a16="http://schemas.microsoft.com/office/drawing/2014/main" id="{0BFE1173-A342-A7CB-AFC2-A5D7D8FC91EE}"/>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083" name="Group 1082">
            <a:extLst>
              <a:ext uri="{FF2B5EF4-FFF2-40B4-BE49-F238E27FC236}">
                <a16:creationId xmlns:a16="http://schemas.microsoft.com/office/drawing/2014/main" id="{E3A4AD8D-074B-1BCF-9136-12FE6788CABE}"/>
              </a:ext>
            </a:extLst>
          </p:cNvPr>
          <p:cNvGrpSpPr/>
          <p:nvPr/>
        </p:nvGrpSpPr>
        <p:grpSpPr>
          <a:xfrm>
            <a:off x="8520419" y="5144794"/>
            <a:ext cx="2337873" cy="712992"/>
            <a:chOff x="8110114" y="4666675"/>
            <a:chExt cx="2337873" cy="712992"/>
          </a:xfrm>
        </p:grpSpPr>
        <p:cxnSp>
          <p:nvCxnSpPr>
            <p:cNvPr id="987" name="Straight Connector 986">
              <a:extLst>
                <a:ext uri="{FF2B5EF4-FFF2-40B4-BE49-F238E27FC236}">
                  <a16:creationId xmlns:a16="http://schemas.microsoft.com/office/drawing/2014/main" id="{652BA058-1B0C-916C-D996-566B853CF1AC}"/>
                </a:ext>
              </a:extLst>
            </p:cNvPr>
            <p:cNvCxnSpPr>
              <a:cxnSpLocks/>
              <a:stCxn id="1006" idx="11"/>
            </p:cNvCxnSpPr>
            <p:nvPr/>
          </p:nvCxnSpPr>
          <p:spPr>
            <a:xfrm flipV="1">
              <a:off x="8354507" y="4769801"/>
              <a:ext cx="1104021" cy="115254"/>
            </a:xfrm>
            <a:prstGeom prst="line">
              <a:avLst/>
            </a:prstGeom>
            <a:noFill/>
            <a:ln w="12700" cap="flat" cmpd="sng" algn="ctr">
              <a:solidFill>
                <a:srgbClr val="000000"/>
              </a:solidFill>
              <a:prstDash val="solid"/>
            </a:ln>
            <a:effectLst/>
          </p:spPr>
        </p:cxnSp>
        <p:cxnSp>
          <p:nvCxnSpPr>
            <p:cNvPr id="988" name="Straight Connector 987">
              <a:extLst>
                <a:ext uri="{FF2B5EF4-FFF2-40B4-BE49-F238E27FC236}">
                  <a16:creationId xmlns:a16="http://schemas.microsoft.com/office/drawing/2014/main" id="{E296AD4E-357E-94C1-B50F-D78B5BD0DC9A}"/>
                </a:ext>
              </a:extLst>
            </p:cNvPr>
            <p:cNvCxnSpPr>
              <a:cxnSpLocks/>
              <a:stCxn id="1005" idx="0"/>
              <a:endCxn id="1017" idx="4"/>
            </p:cNvCxnSpPr>
            <p:nvPr/>
          </p:nvCxnSpPr>
          <p:spPr>
            <a:xfrm>
              <a:off x="8307362" y="4936878"/>
              <a:ext cx="577578" cy="265261"/>
            </a:xfrm>
            <a:prstGeom prst="line">
              <a:avLst/>
            </a:prstGeom>
            <a:noFill/>
            <a:ln w="12700" cap="flat" cmpd="sng" algn="ctr">
              <a:solidFill>
                <a:srgbClr val="000000"/>
              </a:solidFill>
              <a:prstDash val="solid"/>
            </a:ln>
            <a:effectLst/>
          </p:spPr>
        </p:cxnSp>
        <p:cxnSp>
          <p:nvCxnSpPr>
            <p:cNvPr id="989" name="Straight Connector 988">
              <a:extLst>
                <a:ext uri="{FF2B5EF4-FFF2-40B4-BE49-F238E27FC236}">
                  <a16:creationId xmlns:a16="http://schemas.microsoft.com/office/drawing/2014/main" id="{CB5B9B82-743C-C3B2-43B8-22BC7C9AB7CE}"/>
                </a:ext>
              </a:extLst>
            </p:cNvPr>
            <p:cNvCxnSpPr>
              <a:cxnSpLocks/>
              <a:stCxn id="995" idx="0"/>
              <a:endCxn id="1015" idx="0"/>
            </p:cNvCxnSpPr>
            <p:nvPr/>
          </p:nvCxnSpPr>
          <p:spPr>
            <a:xfrm flipH="1">
              <a:off x="8959746" y="5195473"/>
              <a:ext cx="1289883" cy="128631"/>
            </a:xfrm>
            <a:prstGeom prst="line">
              <a:avLst/>
            </a:prstGeom>
            <a:noFill/>
            <a:ln w="12700" cap="flat" cmpd="sng" algn="ctr">
              <a:solidFill>
                <a:srgbClr val="000000"/>
              </a:solidFill>
              <a:prstDash val="solid"/>
            </a:ln>
            <a:effectLst/>
          </p:spPr>
        </p:cxnSp>
        <p:cxnSp>
          <p:nvCxnSpPr>
            <p:cNvPr id="990" name="Straight Connector 989">
              <a:extLst>
                <a:ext uri="{FF2B5EF4-FFF2-40B4-BE49-F238E27FC236}">
                  <a16:creationId xmlns:a16="http://schemas.microsoft.com/office/drawing/2014/main" id="{8774591E-A0CE-6FC0-EEE0-4127094E5BD0}"/>
                </a:ext>
              </a:extLst>
            </p:cNvPr>
            <p:cNvCxnSpPr>
              <a:cxnSpLocks/>
              <a:stCxn id="998" idx="2"/>
              <a:endCxn id="1025" idx="0"/>
            </p:cNvCxnSpPr>
            <p:nvPr/>
          </p:nvCxnSpPr>
          <p:spPr>
            <a:xfrm flipH="1" flipV="1">
              <a:off x="9458528" y="4816693"/>
              <a:ext cx="836889" cy="305341"/>
            </a:xfrm>
            <a:prstGeom prst="line">
              <a:avLst/>
            </a:prstGeom>
            <a:noFill/>
            <a:ln w="12700" cap="flat" cmpd="sng" algn="ctr">
              <a:solidFill>
                <a:srgbClr val="000000"/>
              </a:solidFill>
              <a:prstDash val="solid"/>
            </a:ln>
            <a:effectLst/>
          </p:spPr>
        </p:cxnSp>
        <p:cxnSp>
          <p:nvCxnSpPr>
            <p:cNvPr id="991" name="Straight Connector 990">
              <a:extLst>
                <a:ext uri="{FF2B5EF4-FFF2-40B4-BE49-F238E27FC236}">
                  <a16:creationId xmlns:a16="http://schemas.microsoft.com/office/drawing/2014/main" id="{1278D55B-E045-8D32-7401-C4BC7F1FBB07}"/>
                </a:ext>
              </a:extLst>
            </p:cNvPr>
            <p:cNvCxnSpPr>
              <a:cxnSpLocks/>
              <a:endCxn id="1025" idx="0"/>
            </p:cNvCxnSpPr>
            <p:nvPr/>
          </p:nvCxnSpPr>
          <p:spPr>
            <a:xfrm flipV="1">
              <a:off x="9027917" y="4816693"/>
              <a:ext cx="430611" cy="427932"/>
            </a:xfrm>
            <a:prstGeom prst="line">
              <a:avLst/>
            </a:prstGeom>
            <a:noFill/>
            <a:ln w="12700" cap="flat" cmpd="sng" algn="ctr">
              <a:solidFill>
                <a:srgbClr val="000000"/>
              </a:solidFill>
              <a:prstDash val="solid"/>
            </a:ln>
            <a:effectLst/>
          </p:spPr>
        </p:cxnSp>
        <p:grpSp>
          <p:nvGrpSpPr>
            <p:cNvPr id="992" name="Group 357">
              <a:extLst>
                <a:ext uri="{FF2B5EF4-FFF2-40B4-BE49-F238E27FC236}">
                  <a16:creationId xmlns:a16="http://schemas.microsoft.com/office/drawing/2014/main" id="{2F779F61-AB4F-2E4C-5CE5-07EF2E5851AF}"/>
                </a:ext>
              </a:extLst>
            </p:cNvPr>
            <p:cNvGrpSpPr>
              <a:grpSpLocks noChangeAspect="1"/>
            </p:cNvGrpSpPr>
            <p:nvPr/>
          </p:nvGrpSpPr>
          <p:grpSpPr bwMode="auto">
            <a:xfrm>
              <a:off x="10052381" y="5045455"/>
              <a:ext cx="395606" cy="205581"/>
              <a:chOff x="1871277" y="1576300"/>
              <a:chExt cx="1128371" cy="437861"/>
            </a:xfrm>
          </p:grpSpPr>
          <p:sp>
            <p:nvSpPr>
              <p:cNvPr id="993" name="Oval 992">
                <a:extLst>
                  <a:ext uri="{FF2B5EF4-FFF2-40B4-BE49-F238E27FC236}">
                    <a16:creationId xmlns:a16="http://schemas.microsoft.com/office/drawing/2014/main" id="{95E984E3-9DAD-79B4-2CE6-1A5B96F6D37E}"/>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94" name="Rectangle 993">
                <a:extLst>
                  <a:ext uri="{FF2B5EF4-FFF2-40B4-BE49-F238E27FC236}">
                    <a16:creationId xmlns:a16="http://schemas.microsoft.com/office/drawing/2014/main" id="{C94AF12F-3CA6-CFFF-A445-DFEFEFA1EEF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5" name="Oval 994">
                <a:extLst>
                  <a:ext uri="{FF2B5EF4-FFF2-40B4-BE49-F238E27FC236}">
                    <a16:creationId xmlns:a16="http://schemas.microsoft.com/office/drawing/2014/main" id="{90CAE134-B2D0-242A-E222-A55B75D0E998}"/>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96" name="Freeform 462">
                <a:extLst>
                  <a:ext uri="{FF2B5EF4-FFF2-40B4-BE49-F238E27FC236}">
                    <a16:creationId xmlns:a16="http://schemas.microsoft.com/office/drawing/2014/main" id="{EC0A8D9D-8E0D-B1CB-4818-951538422899}"/>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Freeform 463">
                <a:extLst>
                  <a:ext uri="{FF2B5EF4-FFF2-40B4-BE49-F238E27FC236}">
                    <a16:creationId xmlns:a16="http://schemas.microsoft.com/office/drawing/2014/main" id="{0D9FFB4D-1CFE-DF3C-1B1C-6459054FA18A}"/>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8" name="Freeform 464">
                <a:extLst>
                  <a:ext uri="{FF2B5EF4-FFF2-40B4-BE49-F238E27FC236}">
                    <a16:creationId xmlns:a16="http://schemas.microsoft.com/office/drawing/2014/main" id="{E590CC06-6D73-67E9-27B5-8407BDE32C91}"/>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9" name="Freeform 465">
                <a:extLst>
                  <a:ext uri="{FF2B5EF4-FFF2-40B4-BE49-F238E27FC236}">
                    <a16:creationId xmlns:a16="http://schemas.microsoft.com/office/drawing/2014/main" id="{F784891B-BF2C-2B49-9F91-AF67F7FB4BC1}"/>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00" name="Straight Connector 999">
                <a:extLst>
                  <a:ext uri="{FF2B5EF4-FFF2-40B4-BE49-F238E27FC236}">
                    <a16:creationId xmlns:a16="http://schemas.microsoft.com/office/drawing/2014/main" id="{651C52A6-75F5-D885-2381-162394DD9422}"/>
                  </a:ext>
                </a:extLst>
              </p:cNvPr>
              <p:cNvCxnSpPr>
                <a:cxnSpLocks noChangeShapeType="1"/>
                <a:endCxn id="99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01" name="Straight Connector 1000">
                <a:extLst>
                  <a:ext uri="{FF2B5EF4-FFF2-40B4-BE49-F238E27FC236}">
                    <a16:creationId xmlns:a16="http://schemas.microsoft.com/office/drawing/2014/main" id="{6000C8DC-772A-758D-0ABC-0C43831C2747}"/>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12" name="Group 357">
              <a:extLst>
                <a:ext uri="{FF2B5EF4-FFF2-40B4-BE49-F238E27FC236}">
                  <a16:creationId xmlns:a16="http://schemas.microsoft.com/office/drawing/2014/main" id="{5DB28B9E-E443-4458-0702-54EB90629AEB}"/>
                </a:ext>
              </a:extLst>
            </p:cNvPr>
            <p:cNvGrpSpPr>
              <a:grpSpLocks noChangeAspect="1"/>
            </p:cNvGrpSpPr>
            <p:nvPr/>
          </p:nvGrpSpPr>
          <p:grpSpPr bwMode="auto">
            <a:xfrm>
              <a:off x="8762498" y="5174086"/>
              <a:ext cx="395606" cy="205581"/>
              <a:chOff x="1871277" y="1576300"/>
              <a:chExt cx="1128371" cy="437861"/>
            </a:xfrm>
          </p:grpSpPr>
          <p:sp>
            <p:nvSpPr>
              <p:cNvPr id="1013" name="Oval 1012">
                <a:extLst>
                  <a:ext uri="{FF2B5EF4-FFF2-40B4-BE49-F238E27FC236}">
                    <a16:creationId xmlns:a16="http://schemas.microsoft.com/office/drawing/2014/main" id="{D511C928-A385-3BA6-8245-F12A304AC83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14" name="Rectangle 1013">
                <a:extLst>
                  <a:ext uri="{FF2B5EF4-FFF2-40B4-BE49-F238E27FC236}">
                    <a16:creationId xmlns:a16="http://schemas.microsoft.com/office/drawing/2014/main" id="{6292ABC7-215D-1287-04F5-415B4A99D88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5" name="Oval 1014">
                <a:extLst>
                  <a:ext uri="{FF2B5EF4-FFF2-40B4-BE49-F238E27FC236}">
                    <a16:creationId xmlns:a16="http://schemas.microsoft.com/office/drawing/2014/main" id="{68F4B21F-8B25-5326-D2F5-F37D13A567CA}"/>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16" name="Freeform 462">
                <a:extLst>
                  <a:ext uri="{FF2B5EF4-FFF2-40B4-BE49-F238E27FC236}">
                    <a16:creationId xmlns:a16="http://schemas.microsoft.com/office/drawing/2014/main" id="{A07D22A6-5D0D-707C-4592-FBFFD74696D3}"/>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Freeform 463">
                <a:extLst>
                  <a:ext uri="{FF2B5EF4-FFF2-40B4-BE49-F238E27FC236}">
                    <a16:creationId xmlns:a16="http://schemas.microsoft.com/office/drawing/2014/main" id="{48707CF2-84A8-70C2-5166-B455203571B8}"/>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8" name="Freeform 464">
                <a:extLst>
                  <a:ext uri="{FF2B5EF4-FFF2-40B4-BE49-F238E27FC236}">
                    <a16:creationId xmlns:a16="http://schemas.microsoft.com/office/drawing/2014/main" id="{6A17958E-61FA-8F74-053B-A820FC311DD7}"/>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9" name="Freeform 465">
                <a:extLst>
                  <a:ext uri="{FF2B5EF4-FFF2-40B4-BE49-F238E27FC236}">
                    <a16:creationId xmlns:a16="http://schemas.microsoft.com/office/drawing/2014/main" id="{7C34F79E-16C6-8C81-161F-CF7CCB6D5F4A}"/>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20" name="Straight Connector 1019">
                <a:extLst>
                  <a:ext uri="{FF2B5EF4-FFF2-40B4-BE49-F238E27FC236}">
                    <a16:creationId xmlns:a16="http://schemas.microsoft.com/office/drawing/2014/main" id="{12314195-C10B-8942-1561-0CFC4BA88579}"/>
                  </a:ext>
                </a:extLst>
              </p:cNvPr>
              <p:cNvCxnSpPr>
                <a:cxnSpLocks noChangeShapeType="1"/>
                <a:endCxn id="101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21" name="Straight Connector 1020">
                <a:extLst>
                  <a:ext uri="{FF2B5EF4-FFF2-40B4-BE49-F238E27FC236}">
                    <a16:creationId xmlns:a16="http://schemas.microsoft.com/office/drawing/2014/main" id="{68525DB7-A92E-C506-3B01-0B03FD94CF8A}"/>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22" name="Group 357">
              <a:extLst>
                <a:ext uri="{FF2B5EF4-FFF2-40B4-BE49-F238E27FC236}">
                  <a16:creationId xmlns:a16="http://schemas.microsoft.com/office/drawing/2014/main" id="{DE1BF987-3053-EC9D-356C-140E1E8F91E2}"/>
                </a:ext>
              </a:extLst>
            </p:cNvPr>
            <p:cNvGrpSpPr>
              <a:grpSpLocks noChangeAspect="1"/>
            </p:cNvGrpSpPr>
            <p:nvPr/>
          </p:nvGrpSpPr>
          <p:grpSpPr bwMode="auto">
            <a:xfrm>
              <a:off x="9261280" y="4666675"/>
              <a:ext cx="395606" cy="205581"/>
              <a:chOff x="1871277" y="1576300"/>
              <a:chExt cx="1128371" cy="437861"/>
            </a:xfrm>
          </p:grpSpPr>
          <p:sp>
            <p:nvSpPr>
              <p:cNvPr id="1023" name="Oval 1022">
                <a:extLst>
                  <a:ext uri="{FF2B5EF4-FFF2-40B4-BE49-F238E27FC236}">
                    <a16:creationId xmlns:a16="http://schemas.microsoft.com/office/drawing/2014/main" id="{FE44A6F1-60BE-4FC6-C0BA-922ABF05F414}"/>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4" name="Rectangle 1023">
                <a:extLst>
                  <a:ext uri="{FF2B5EF4-FFF2-40B4-BE49-F238E27FC236}">
                    <a16:creationId xmlns:a16="http://schemas.microsoft.com/office/drawing/2014/main" id="{9540F315-8386-B8A3-D817-A25B1C8D90B4}"/>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81ED65AE-8D4E-2660-4FAE-F0B04E3A7090}"/>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462">
                <a:extLst>
                  <a:ext uri="{FF2B5EF4-FFF2-40B4-BE49-F238E27FC236}">
                    <a16:creationId xmlns:a16="http://schemas.microsoft.com/office/drawing/2014/main" id="{F57F0B59-4C48-31D3-04CE-DCED86FE0B1A}"/>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463">
                <a:extLst>
                  <a:ext uri="{FF2B5EF4-FFF2-40B4-BE49-F238E27FC236}">
                    <a16:creationId xmlns:a16="http://schemas.microsoft.com/office/drawing/2014/main" id="{A68C2951-CB1A-EAC2-DCC6-1D6B5691CF3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464">
                <a:extLst>
                  <a:ext uri="{FF2B5EF4-FFF2-40B4-BE49-F238E27FC236}">
                    <a16:creationId xmlns:a16="http://schemas.microsoft.com/office/drawing/2014/main" id="{F7D4E59E-3114-3D6D-71CB-6ABC40F3183C}"/>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465">
                <a:extLst>
                  <a:ext uri="{FF2B5EF4-FFF2-40B4-BE49-F238E27FC236}">
                    <a16:creationId xmlns:a16="http://schemas.microsoft.com/office/drawing/2014/main" id="{1B557B39-4457-A065-3184-7EF305F4816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F6EEBE58-037F-39C9-F09B-60770F7EBCDB}"/>
                  </a:ext>
                </a:extLst>
              </p:cNvPr>
              <p:cNvCxnSpPr>
                <a:cxnSpLocks noChangeShapeType="1"/>
                <a:endCxn id="102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B7153635-1D55-1D7F-2CA6-7938124DF42D}"/>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02" name="Group 357">
              <a:extLst>
                <a:ext uri="{FF2B5EF4-FFF2-40B4-BE49-F238E27FC236}">
                  <a16:creationId xmlns:a16="http://schemas.microsoft.com/office/drawing/2014/main" id="{32FDAEE9-9762-EA8A-DAFA-64BCE6CD8943}"/>
                </a:ext>
              </a:extLst>
            </p:cNvPr>
            <p:cNvGrpSpPr>
              <a:grpSpLocks noChangeAspect="1"/>
            </p:cNvGrpSpPr>
            <p:nvPr/>
          </p:nvGrpSpPr>
          <p:grpSpPr bwMode="auto">
            <a:xfrm>
              <a:off x="8110114" y="4786860"/>
              <a:ext cx="395606" cy="205581"/>
              <a:chOff x="1871277" y="1576300"/>
              <a:chExt cx="1128371" cy="437861"/>
            </a:xfrm>
          </p:grpSpPr>
          <p:sp>
            <p:nvSpPr>
              <p:cNvPr id="1003" name="Oval 1002">
                <a:extLst>
                  <a:ext uri="{FF2B5EF4-FFF2-40B4-BE49-F238E27FC236}">
                    <a16:creationId xmlns:a16="http://schemas.microsoft.com/office/drawing/2014/main" id="{F2816449-4082-7695-4D85-1A5039460715}"/>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4" name="Rectangle 1003">
                <a:extLst>
                  <a:ext uri="{FF2B5EF4-FFF2-40B4-BE49-F238E27FC236}">
                    <a16:creationId xmlns:a16="http://schemas.microsoft.com/office/drawing/2014/main" id="{6806F24E-C03D-43AA-87E7-EE0AED46687A}"/>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F9CB3CC-C248-8EA6-8AD9-FB863EF2E999}"/>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462">
                <a:extLst>
                  <a:ext uri="{FF2B5EF4-FFF2-40B4-BE49-F238E27FC236}">
                    <a16:creationId xmlns:a16="http://schemas.microsoft.com/office/drawing/2014/main" id="{54C0D043-287F-1FC6-9071-F02496872B9F}"/>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463">
                <a:extLst>
                  <a:ext uri="{FF2B5EF4-FFF2-40B4-BE49-F238E27FC236}">
                    <a16:creationId xmlns:a16="http://schemas.microsoft.com/office/drawing/2014/main" id="{A748F68E-A056-DD85-9848-446685061096}"/>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464">
                <a:extLst>
                  <a:ext uri="{FF2B5EF4-FFF2-40B4-BE49-F238E27FC236}">
                    <a16:creationId xmlns:a16="http://schemas.microsoft.com/office/drawing/2014/main" id="{CE8D7F7F-3B51-F55B-AF23-D94738E78545}"/>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465">
                <a:extLst>
                  <a:ext uri="{FF2B5EF4-FFF2-40B4-BE49-F238E27FC236}">
                    <a16:creationId xmlns:a16="http://schemas.microsoft.com/office/drawing/2014/main" id="{D24284B6-E644-C9BF-5925-5D5DAC8D734C}"/>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4C54712B-2AF1-9238-B717-50D07B38D2EC}"/>
                  </a:ext>
                </a:extLst>
              </p:cNvPr>
              <p:cNvCxnSpPr>
                <a:cxnSpLocks noChangeShapeType="1"/>
                <a:endCxn id="1005"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6282D694-17F1-A37A-DA7D-E5BEEAB61ADB}"/>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sp>
        <p:nvSpPr>
          <p:cNvPr id="9" name="TextBox 8">
            <a:extLst>
              <a:ext uri="{FF2B5EF4-FFF2-40B4-BE49-F238E27FC236}">
                <a16:creationId xmlns:a16="http://schemas.microsoft.com/office/drawing/2014/main" id="{C402F426-71CD-5DEF-6C3D-D02357B2D4B4}"/>
              </a:ext>
            </a:extLst>
          </p:cNvPr>
          <p:cNvSpPr txBox="1"/>
          <p:nvPr/>
        </p:nvSpPr>
        <p:spPr>
          <a:xfrm>
            <a:off x="1913160" y="3565687"/>
            <a:ext cx="1080745" cy="307777"/>
          </a:xfrm>
          <a:prstGeom prst="rect">
            <a:avLst/>
          </a:prstGeom>
          <a:noFill/>
        </p:spPr>
        <p:txBody>
          <a:bodyPr wrap="none" rtlCol="0">
            <a:spAutoFit/>
          </a:bodyPr>
          <a:lstStyle/>
          <a:p>
            <a:r>
              <a:rPr lang="en-US" sz="1400" b="1" dirty="0">
                <a:latin typeface="Arial" panose="020B0604020202020204" pitchFamily="34" charset="0"/>
                <a:cs typeface="Arial" panose="020B0604020202020204" pitchFamily="34" charset="0"/>
              </a:rPr>
              <a:t>Source AS</a:t>
            </a:r>
          </a:p>
        </p:txBody>
      </p:sp>
      <p:sp>
        <p:nvSpPr>
          <p:cNvPr id="13" name="TextBox 12">
            <a:extLst>
              <a:ext uri="{FF2B5EF4-FFF2-40B4-BE49-F238E27FC236}">
                <a16:creationId xmlns:a16="http://schemas.microsoft.com/office/drawing/2014/main" id="{9FD8B06D-533D-649F-1486-4DC04FE8E5AF}"/>
              </a:ext>
            </a:extLst>
          </p:cNvPr>
          <p:cNvSpPr txBox="1"/>
          <p:nvPr/>
        </p:nvSpPr>
        <p:spPr>
          <a:xfrm>
            <a:off x="9035330" y="6027738"/>
            <a:ext cx="1470274" cy="307777"/>
          </a:xfrm>
          <a:prstGeom prst="rect">
            <a:avLst/>
          </a:prstGeom>
          <a:noFill/>
        </p:spPr>
        <p:txBody>
          <a:bodyPr wrap="none" rtlCol="0">
            <a:spAutoFit/>
          </a:bodyPr>
          <a:lstStyle/>
          <a:p>
            <a:r>
              <a:rPr lang="en-US" sz="1400" b="1" dirty="0">
                <a:latin typeface="IRANSans(FaNum)" panose="02040503050201020203" pitchFamily="18" charset="-78"/>
                <a:cs typeface="IRANSans(FaNum)" panose="02040503050201020203" pitchFamily="18" charset="-78"/>
              </a:rPr>
              <a:t>Destination AS</a:t>
            </a:r>
          </a:p>
        </p:txBody>
      </p:sp>
      <p:sp>
        <p:nvSpPr>
          <p:cNvPr id="20" name="TextBox 19">
            <a:extLst>
              <a:ext uri="{FF2B5EF4-FFF2-40B4-BE49-F238E27FC236}">
                <a16:creationId xmlns:a16="http://schemas.microsoft.com/office/drawing/2014/main" id="{AB158A53-93A2-733C-9E56-6D6EC4EAE10A}"/>
              </a:ext>
            </a:extLst>
          </p:cNvPr>
          <p:cNvSpPr txBox="1"/>
          <p:nvPr/>
        </p:nvSpPr>
        <p:spPr>
          <a:xfrm>
            <a:off x="5424577" y="3930886"/>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AS1</a:t>
            </a:r>
          </a:p>
        </p:txBody>
      </p:sp>
      <p:sp>
        <p:nvSpPr>
          <p:cNvPr id="21" name="TextBox 20">
            <a:extLst>
              <a:ext uri="{FF2B5EF4-FFF2-40B4-BE49-F238E27FC236}">
                <a16:creationId xmlns:a16="http://schemas.microsoft.com/office/drawing/2014/main" id="{3302C549-3224-38C5-C338-47506B7CCAB1}"/>
              </a:ext>
            </a:extLst>
          </p:cNvPr>
          <p:cNvSpPr txBox="1"/>
          <p:nvPr/>
        </p:nvSpPr>
        <p:spPr>
          <a:xfrm>
            <a:off x="1841242" y="5615986"/>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AS2</a:t>
            </a:r>
          </a:p>
        </p:txBody>
      </p:sp>
      <p:sp>
        <p:nvSpPr>
          <p:cNvPr id="22" name="TextBox 21">
            <a:extLst>
              <a:ext uri="{FF2B5EF4-FFF2-40B4-BE49-F238E27FC236}">
                <a16:creationId xmlns:a16="http://schemas.microsoft.com/office/drawing/2014/main" id="{D09247CA-325A-27AA-49C3-B77983924ADC}"/>
              </a:ext>
            </a:extLst>
          </p:cNvPr>
          <p:cNvSpPr txBox="1"/>
          <p:nvPr/>
        </p:nvSpPr>
        <p:spPr>
          <a:xfrm>
            <a:off x="5047202" y="5744675"/>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AS3</a:t>
            </a:r>
          </a:p>
        </p:txBody>
      </p:sp>
      <p:sp>
        <p:nvSpPr>
          <p:cNvPr id="23" name="TextBox 22">
            <a:extLst>
              <a:ext uri="{FF2B5EF4-FFF2-40B4-BE49-F238E27FC236}">
                <a16:creationId xmlns:a16="http://schemas.microsoft.com/office/drawing/2014/main" id="{32853E6F-344C-2DD6-9892-021C14BB9BD5}"/>
              </a:ext>
            </a:extLst>
          </p:cNvPr>
          <p:cNvSpPr txBox="1"/>
          <p:nvPr/>
        </p:nvSpPr>
        <p:spPr>
          <a:xfrm>
            <a:off x="8313350" y="4454148"/>
            <a:ext cx="1080745" cy="307777"/>
          </a:xfrm>
          <a:prstGeom prst="rect">
            <a:avLst/>
          </a:prstGeom>
          <a:noFill/>
        </p:spPr>
        <p:txBody>
          <a:bodyPr wrap="square" rtlCol="0">
            <a:spAutoFit/>
          </a:bodyPr>
          <a:lstStyle/>
          <a:p>
            <a:pPr algn="ctr"/>
            <a:r>
              <a:rPr lang="en-US" sz="1400" b="1" dirty="0">
                <a:latin typeface="Arial" panose="020B0604020202020204" pitchFamily="34" charset="0"/>
                <a:cs typeface="Arial" panose="020B0604020202020204" pitchFamily="34" charset="0"/>
              </a:rPr>
              <a:t>AS4</a:t>
            </a:r>
          </a:p>
        </p:txBody>
      </p:sp>
      <p:grpSp>
        <p:nvGrpSpPr>
          <p:cNvPr id="24" name="Group 21">
            <a:extLst>
              <a:ext uri="{FF2B5EF4-FFF2-40B4-BE49-F238E27FC236}">
                <a16:creationId xmlns:a16="http://schemas.microsoft.com/office/drawing/2014/main" id="{A9092A5B-4AE2-D3AD-676E-410C7D29E736}"/>
              </a:ext>
            </a:extLst>
          </p:cNvPr>
          <p:cNvGrpSpPr>
            <a:grpSpLocks/>
          </p:cNvGrpSpPr>
          <p:nvPr/>
        </p:nvGrpSpPr>
        <p:grpSpPr bwMode="auto">
          <a:xfrm>
            <a:off x="339349" y="2566512"/>
            <a:ext cx="820738" cy="688975"/>
            <a:chOff x="-44" y="1473"/>
            <a:chExt cx="981" cy="1105"/>
          </a:xfrm>
        </p:grpSpPr>
        <p:pic>
          <p:nvPicPr>
            <p:cNvPr id="25" name="Picture 22" descr="desktop_computer_stylized_medium">
              <a:extLst>
                <a:ext uri="{FF2B5EF4-FFF2-40B4-BE49-F238E27FC236}">
                  <a16:creationId xmlns:a16="http://schemas.microsoft.com/office/drawing/2014/main" id="{06B1716A-A7A9-DC9B-DEC1-CC8ECE406F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23">
              <a:extLst>
                <a:ext uri="{FF2B5EF4-FFF2-40B4-BE49-F238E27FC236}">
                  <a16:creationId xmlns:a16="http://schemas.microsoft.com/office/drawing/2014/main" id="{C806A43C-209A-1888-4AC8-D451726A0C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28" name="Group 21">
            <a:extLst>
              <a:ext uri="{FF2B5EF4-FFF2-40B4-BE49-F238E27FC236}">
                <a16:creationId xmlns:a16="http://schemas.microsoft.com/office/drawing/2014/main" id="{43729D4F-82A4-E609-5081-8DCF8DC8BA19}"/>
              </a:ext>
            </a:extLst>
          </p:cNvPr>
          <p:cNvGrpSpPr>
            <a:grpSpLocks/>
          </p:cNvGrpSpPr>
          <p:nvPr/>
        </p:nvGrpSpPr>
        <p:grpSpPr bwMode="auto">
          <a:xfrm flipH="1">
            <a:off x="11043423" y="4958952"/>
            <a:ext cx="820738" cy="688975"/>
            <a:chOff x="-44" y="1473"/>
            <a:chExt cx="981" cy="1105"/>
          </a:xfrm>
        </p:grpSpPr>
        <p:pic>
          <p:nvPicPr>
            <p:cNvPr id="38" name="Picture 22" descr="desktop_computer_stylized_medium">
              <a:extLst>
                <a:ext uri="{FF2B5EF4-FFF2-40B4-BE49-F238E27FC236}">
                  <a16:creationId xmlns:a16="http://schemas.microsoft.com/office/drawing/2014/main" id="{62BB0B02-6FEA-355A-C8FF-4DD89075029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23">
              <a:extLst>
                <a:ext uri="{FF2B5EF4-FFF2-40B4-BE49-F238E27FC236}">
                  <a16:creationId xmlns:a16="http://schemas.microsoft.com/office/drawing/2014/main" id="{CBFD3BBD-BD38-1A75-0552-ADA6741C0CB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sp>
        <p:nvSpPr>
          <p:cNvPr id="46" name="TextBox 45">
            <a:extLst>
              <a:ext uri="{FF2B5EF4-FFF2-40B4-BE49-F238E27FC236}">
                <a16:creationId xmlns:a16="http://schemas.microsoft.com/office/drawing/2014/main" id="{0FFCCD5C-1510-A54E-8F34-EFB39FB986FC}"/>
              </a:ext>
            </a:extLst>
          </p:cNvPr>
          <p:cNvSpPr txBox="1"/>
          <p:nvPr/>
        </p:nvSpPr>
        <p:spPr>
          <a:xfrm>
            <a:off x="446511" y="3142149"/>
            <a:ext cx="705641" cy="461665"/>
          </a:xfrm>
          <a:prstGeom prst="rect">
            <a:avLst/>
          </a:prstGeom>
          <a:noFill/>
        </p:spPr>
        <p:txBody>
          <a:bodyPr wrap="none" rtlCol="0">
            <a:spAutoFit/>
          </a:bodyPr>
          <a:lstStyle/>
          <a:p>
            <a:pPr algn="ctr"/>
            <a:r>
              <a:rPr lang="en-US" sz="1200" b="1" dirty="0">
                <a:latin typeface="Arial" panose="020B0604020202020204" pitchFamily="34" charset="0"/>
                <a:cs typeface="Arial" panose="020B0604020202020204" pitchFamily="34" charset="0"/>
              </a:rPr>
              <a:t>Source</a:t>
            </a:r>
          </a:p>
          <a:p>
            <a:pPr algn="ctr"/>
            <a:r>
              <a:rPr lang="en-US" sz="1200" b="1" dirty="0">
                <a:latin typeface="Arial" panose="020B0604020202020204" pitchFamily="34" charset="0"/>
                <a:cs typeface="Arial" panose="020B0604020202020204" pitchFamily="34" charset="0"/>
              </a:rPr>
              <a:t> host</a:t>
            </a:r>
          </a:p>
        </p:txBody>
      </p:sp>
      <p:sp>
        <p:nvSpPr>
          <p:cNvPr id="47" name="TextBox 46">
            <a:extLst>
              <a:ext uri="{FF2B5EF4-FFF2-40B4-BE49-F238E27FC236}">
                <a16:creationId xmlns:a16="http://schemas.microsoft.com/office/drawing/2014/main" id="{0BF68806-B67D-A7F4-3FBF-1663DD4EC452}"/>
              </a:ext>
            </a:extLst>
          </p:cNvPr>
          <p:cNvSpPr txBox="1"/>
          <p:nvPr/>
        </p:nvSpPr>
        <p:spPr>
          <a:xfrm>
            <a:off x="10945199" y="5557374"/>
            <a:ext cx="1023036" cy="461665"/>
          </a:xfrm>
          <a:prstGeom prst="rect">
            <a:avLst/>
          </a:prstGeom>
          <a:noFill/>
        </p:spPr>
        <p:txBody>
          <a:bodyPr wrap="none" rtlCol="0">
            <a:spAutoFit/>
          </a:bodyPr>
          <a:lstStyle/>
          <a:p>
            <a:pPr algn="ctr"/>
            <a:r>
              <a:rPr lang="en-US" sz="1200" b="1" dirty="0">
                <a:latin typeface="Arial" panose="020B0604020202020204" pitchFamily="34" charset="0"/>
                <a:cs typeface="Arial" panose="020B0604020202020204" pitchFamily="34" charset="0"/>
              </a:rPr>
              <a:t>Destination</a:t>
            </a:r>
          </a:p>
          <a:p>
            <a:pPr algn="ctr"/>
            <a:r>
              <a:rPr lang="en-US" sz="1200" b="1" dirty="0">
                <a:latin typeface="Arial" panose="020B0604020202020204" pitchFamily="34" charset="0"/>
                <a:cs typeface="Arial" panose="020B0604020202020204" pitchFamily="34" charset="0"/>
              </a:rPr>
              <a:t> host</a:t>
            </a:r>
          </a:p>
        </p:txBody>
      </p:sp>
      <p:sp>
        <p:nvSpPr>
          <p:cNvPr id="41" name="Content Placeholder 2">
            <a:extLst>
              <a:ext uri="{FF2B5EF4-FFF2-40B4-BE49-F238E27FC236}">
                <a16:creationId xmlns:a16="http://schemas.microsoft.com/office/drawing/2014/main" id="{C3EB76A3-5DDF-FC1F-BBB0-9F4C8B82FE48}"/>
              </a:ext>
            </a:extLst>
          </p:cNvPr>
          <p:cNvSpPr txBox="1">
            <a:spLocks/>
          </p:cNvSpPr>
          <p:nvPr/>
        </p:nvSpPr>
        <p:spPr>
          <a:xfrm>
            <a:off x="586154" y="1220749"/>
            <a:ext cx="11265877" cy="879858"/>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0000"/>
              </a:lnSpc>
              <a:spcBef>
                <a:spcPts val="1200"/>
              </a:spcBef>
              <a:spcAft>
                <a:spcPts val="600"/>
              </a:spcAft>
              <a:buNone/>
            </a:pPr>
            <a:r>
              <a:rPr lang="fa-IR" sz="1800" b="1" dirty="0">
                <a:solidFill>
                  <a:srgbClr val="1F1FFF"/>
                </a:solidFill>
                <a:latin typeface="IRANSans(FaNum)" panose="02040503050201020203" pitchFamily="18" charset="-78"/>
              </a:rPr>
              <a:t>مسیریابی داخل‌دامنه (</a:t>
            </a:r>
            <a:r>
              <a:rPr lang="en-US" sz="1800" b="1" dirty="0">
                <a:solidFill>
                  <a:srgbClr val="1F1FFF"/>
                </a:solidFill>
                <a:latin typeface="IRANSans(FaNum)" panose="02040503050201020203" pitchFamily="18" charset="-78"/>
              </a:rPr>
              <a:t>Intra-domain Routing </a:t>
            </a:r>
            <a:r>
              <a:rPr lang="fa-IR" sz="1800" b="1" dirty="0">
                <a:solidFill>
                  <a:srgbClr val="1F1FFF"/>
                </a:solidFill>
                <a:latin typeface="IRANSans(FaNum)" panose="02040503050201020203" pitchFamily="18" charset="-78"/>
              </a:rPr>
              <a:t>)</a:t>
            </a:r>
            <a:r>
              <a:rPr lang="en-US" sz="1800" b="1" dirty="0">
                <a:solidFill>
                  <a:srgbClr val="1F1FFF"/>
                </a:solidFill>
                <a:latin typeface="IRANSans(FaNum)" panose="02040503050201020203" pitchFamily="18" charset="-78"/>
              </a:rPr>
              <a:t>:</a:t>
            </a:r>
            <a:endParaRPr lang="fa-IR" sz="1800" b="1" dirty="0">
              <a:solidFill>
                <a:srgbClr val="1F1FFF"/>
              </a:solidFill>
              <a:latin typeface="IRANSans(FaNum)" panose="02040503050201020203" pitchFamily="18" charset="-78"/>
            </a:endParaRPr>
          </a:p>
          <a:p>
            <a:pPr marL="432000" lvl="1" indent="-144000">
              <a:lnSpc>
                <a:spcPct val="130000"/>
              </a:lnSpc>
              <a:spcBef>
                <a:spcPts val="0"/>
              </a:spcBef>
              <a:spcAft>
                <a:spcPts val="600"/>
              </a:spcAft>
            </a:pPr>
            <a:r>
              <a:rPr lang="fa-IR" sz="1600" b="1" dirty="0">
                <a:solidFill>
                  <a:srgbClr val="C00000"/>
                </a:solidFill>
                <a:latin typeface="IRANSans(FaNum)" panose="02040503050201020203" pitchFamily="18" charset="-78"/>
              </a:rPr>
              <a:t>پیدا کردن مسیر داخل </a:t>
            </a:r>
            <a:r>
              <a:rPr lang="en-US" sz="1600" b="1" dirty="0">
                <a:solidFill>
                  <a:srgbClr val="C00000"/>
                </a:solidFill>
                <a:latin typeface="IRANSans(FaNum)" panose="02040503050201020203" pitchFamily="18" charset="-78"/>
              </a:rPr>
              <a:t>AS</a:t>
            </a:r>
            <a:r>
              <a:rPr lang="fa-IR" sz="1600" b="1" dirty="0">
                <a:solidFill>
                  <a:srgbClr val="C00000"/>
                </a:solidFill>
                <a:latin typeface="IRANSans(FaNum)" panose="02040503050201020203" pitchFamily="18" charset="-78"/>
              </a:rPr>
              <a:t>: (مثال: داخل </a:t>
            </a:r>
            <a:r>
              <a:rPr lang="en-US" sz="1600" b="1" dirty="0">
                <a:solidFill>
                  <a:srgbClr val="C00000"/>
                </a:solidFill>
                <a:latin typeface="Arial" panose="020B0604020202020204" pitchFamily="34" charset="0"/>
                <a:cs typeface="Arial" panose="020B0604020202020204" pitchFamily="34" charset="0"/>
              </a:rPr>
              <a:t>AS1</a:t>
            </a:r>
            <a:r>
              <a:rPr lang="fa-IR" sz="1600" b="1" dirty="0">
                <a:solidFill>
                  <a:srgbClr val="C00000"/>
                </a:solidFill>
                <a:latin typeface="IRANSans(FaNum)" panose="02040503050201020203" pitchFamily="18" charset="-78"/>
              </a:rPr>
              <a:t> از مسیریاب دروازه </a:t>
            </a:r>
            <a:r>
              <a:rPr lang="en-US" sz="1600" b="1" dirty="0" err="1">
                <a:solidFill>
                  <a:srgbClr val="C00000"/>
                </a:solidFill>
                <a:latin typeface="Arial" panose="020B0604020202020204" pitchFamily="34" charset="0"/>
                <a:cs typeface="Arial" panose="020B0604020202020204" pitchFamily="34" charset="0"/>
              </a:rPr>
              <a:t>1a</a:t>
            </a:r>
            <a:r>
              <a:rPr lang="fa-IR" sz="1600" b="1" dirty="0">
                <a:solidFill>
                  <a:srgbClr val="C00000"/>
                </a:solidFill>
                <a:latin typeface="IRANSans(FaNum)" panose="02040503050201020203" pitchFamily="18" charset="-78"/>
              </a:rPr>
              <a:t> به مسیریاب دروازه </a:t>
            </a:r>
            <a:r>
              <a:rPr lang="en-US" sz="1600" b="1" dirty="0" err="1">
                <a:solidFill>
                  <a:srgbClr val="C00000"/>
                </a:solidFill>
                <a:latin typeface="Arial" panose="020B0604020202020204" pitchFamily="34" charset="0"/>
                <a:cs typeface="Arial" panose="020B0604020202020204" pitchFamily="34" charset="0"/>
              </a:rPr>
              <a:t>1f</a:t>
            </a:r>
            <a:r>
              <a:rPr lang="fa-IR" sz="1600" b="1" dirty="0">
                <a:solidFill>
                  <a:srgbClr val="C00000"/>
                </a:solidFill>
                <a:latin typeface="IRANSans(FaNum)" panose="02040503050201020203" pitchFamily="18" charset="-78"/>
              </a:rPr>
              <a:t>):</a:t>
            </a:r>
          </a:p>
          <a:p>
            <a:pPr marL="432000" lvl="1" indent="-144000">
              <a:lnSpc>
                <a:spcPct val="130000"/>
              </a:lnSpc>
              <a:spcBef>
                <a:spcPts val="0"/>
              </a:spcBef>
              <a:spcAft>
                <a:spcPts val="600"/>
              </a:spcAft>
            </a:pPr>
            <a:endParaRPr lang="fa-IR" sz="1400" b="1" dirty="0">
              <a:solidFill>
                <a:srgbClr val="1F1FFF"/>
              </a:solidFill>
              <a:latin typeface="IRANSans(FaNum)" panose="02040503050201020203" pitchFamily="18" charset="-78"/>
            </a:endParaRPr>
          </a:p>
        </p:txBody>
      </p:sp>
      <p:sp>
        <p:nvSpPr>
          <p:cNvPr id="42" name="Oval 41">
            <a:extLst>
              <a:ext uri="{FF2B5EF4-FFF2-40B4-BE49-F238E27FC236}">
                <a16:creationId xmlns:a16="http://schemas.microsoft.com/office/drawing/2014/main" id="{8461163D-E022-B47F-6E63-951C1D5DE231}"/>
              </a:ext>
            </a:extLst>
          </p:cNvPr>
          <p:cNvSpPr/>
          <p:nvPr/>
        </p:nvSpPr>
        <p:spPr>
          <a:xfrm>
            <a:off x="4142178" y="2580584"/>
            <a:ext cx="3672000" cy="1368000"/>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35ABA74D-0654-BBF5-776D-F7C22B56A19C}"/>
              </a:ext>
            </a:extLst>
          </p:cNvPr>
          <p:cNvSpPr txBox="1"/>
          <p:nvPr/>
        </p:nvSpPr>
        <p:spPr>
          <a:xfrm>
            <a:off x="4361263" y="2860234"/>
            <a:ext cx="426265"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1a</a:t>
            </a:r>
            <a:endParaRPr lang="en-US" sz="1400" b="1" dirty="0">
              <a:latin typeface="Arial" panose="020B0604020202020204" pitchFamily="34" charset="0"/>
              <a:cs typeface="Arial" panose="020B0604020202020204" pitchFamily="34" charset="0"/>
            </a:endParaRPr>
          </a:p>
        </p:txBody>
      </p:sp>
      <p:sp>
        <p:nvSpPr>
          <p:cNvPr id="45" name="TextBox 44">
            <a:extLst>
              <a:ext uri="{FF2B5EF4-FFF2-40B4-BE49-F238E27FC236}">
                <a16:creationId xmlns:a16="http://schemas.microsoft.com/office/drawing/2014/main" id="{1FC82A22-9700-0BA6-5B9B-D0CE96AA4A99}"/>
              </a:ext>
            </a:extLst>
          </p:cNvPr>
          <p:cNvSpPr txBox="1"/>
          <p:nvPr/>
        </p:nvSpPr>
        <p:spPr>
          <a:xfrm>
            <a:off x="5412615" y="2702895"/>
            <a:ext cx="426265"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1b</a:t>
            </a:r>
            <a:endParaRPr lang="en-US" sz="1400" b="1" dirty="0">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id="{159C13A2-C7F7-D6D6-D784-4F1DD880D6B3}"/>
              </a:ext>
            </a:extLst>
          </p:cNvPr>
          <p:cNvSpPr txBox="1"/>
          <p:nvPr/>
        </p:nvSpPr>
        <p:spPr>
          <a:xfrm>
            <a:off x="5340496" y="3667433"/>
            <a:ext cx="426265"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1c</a:t>
            </a:r>
            <a:endParaRPr lang="en-US" sz="1400" b="1" dirty="0">
              <a:latin typeface="Arial" panose="020B0604020202020204" pitchFamily="34" charset="0"/>
              <a:cs typeface="Arial" panose="020B0604020202020204" pitchFamily="34" charset="0"/>
            </a:endParaRPr>
          </a:p>
        </p:txBody>
      </p:sp>
      <p:sp>
        <p:nvSpPr>
          <p:cNvPr id="49" name="TextBox 48">
            <a:extLst>
              <a:ext uri="{FF2B5EF4-FFF2-40B4-BE49-F238E27FC236}">
                <a16:creationId xmlns:a16="http://schemas.microsoft.com/office/drawing/2014/main" id="{03FBF3E1-A57A-EC87-D078-4B667F94011E}"/>
              </a:ext>
            </a:extLst>
          </p:cNvPr>
          <p:cNvSpPr txBox="1"/>
          <p:nvPr/>
        </p:nvSpPr>
        <p:spPr>
          <a:xfrm>
            <a:off x="7137277" y="2777657"/>
            <a:ext cx="426265"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1f</a:t>
            </a:r>
            <a:endParaRPr lang="en-US" sz="1400" b="1" dirty="0">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CD9B803A-725A-17E1-770B-0715470DF31B}"/>
              </a:ext>
            </a:extLst>
          </p:cNvPr>
          <p:cNvSpPr txBox="1"/>
          <p:nvPr/>
        </p:nvSpPr>
        <p:spPr>
          <a:xfrm>
            <a:off x="6399083" y="3597945"/>
            <a:ext cx="426265"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1e</a:t>
            </a:r>
            <a:endParaRPr lang="en-US" sz="1400" b="1" dirty="0">
              <a:latin typeface="Arial" panose="020B0604020202020204" pitchFamily="34" charset="0"/>
              <a:cs typeface="Arial" panose="020B0604020202020204" pitchFamily="34" charset="0"/>
            </a:endParaRPr>
          </a:p>
        </p:txBody>
      </p:sp>
      <p:sp>
        <p:nvSpPr>
          <p:cNvPr id="51" name="TextBox 50">
            <a:extLst>
              <a:ext uri="{FF2B5EF4-FFF2-40B4-BE49-F238E27FC236}">
                <a16:creationId xmlns:a16="http://schemas.microsoft.com/office/drawing/2014/main" id="{C3CA35D9-D625-E168-7067-E6DC158B6669}"/>
              </a:ext>
            </a:extLst>
          </p:cNvPr>
          <p:cNvSpPr txBox="1"/>
          <p:nvPr/>
        </p:nvSpPr>
        <p:spPr>
          <a:xfrm>
            <a:off x="6190491" y="2711725"/>
            <a:ext cx="426265"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1d</a:t>
            </a:r>
            <a:endParaRPr lang="en-US" sz="1400" b="1" dirty="0">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id="{F8739AAE-9A1C-EE02-8F00-6FE1BE90FA72}"/>
              </a:ext>
            </a:extLst>
          </p:cNvPr>
          <p:cNvSpPr txBox="1"/>
          <p:nvPr/>
        </p:nvSpPr>
        <p:spPr>
          <a:xfrm>
            <a:off x="4392376" y="2132893"/>
            <a:ext cx="396000"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1a</a:t>
            </a:r>
            <a:endParaRPr lang="en-US" sz="1400" b="1" dirty="0">
              <a:latin typeface="Arial" panose="020B0604020202020204" pitchFamily="34" charset="0"/>
              <a:cs typeface="Arial" panose="020B0604020202020204" pitchFamily="34" charset="0"/>
            </a:endParaRPr>
          </a:p>
        </p:txBody>
      </p:sp>
      <p:cxnSp>
        <p:nvCxnSpPr>
          <p:cNvPr id="53" name="Straight Arrow Connector 52">
            <a:extLst>
              <a:ext uri="{FF2B5EF4-FFF2-40B4-BE49-F238E27FC236}">
                <a16:creationId xmlns:a16="http://schemas.microsoft.com/office/drawing/2014/main" id="{226B37DC-5D8A-E6CE-992A-C1E03FC44A1C}"/>
              </a:ext>
            </a:extLst>
          </p:cNvPr>
          <p:cNvCxnSpPr>
            <a:cxnSpLocks/>
            <a:stCxn id="52" idx="3"/>
            <a:endCxn id="54" idx="1"/>
          </p:cNvCxnSpPr>
          <p:nvPr/>
        </p:nvCxnSpPr>
        <p:spPr>
          <a:xfrm>
            <a:off x="4788376" y="2286782"/>
            <a:ext cx="539563" cy="1123"/>
          </a:xfrm>
          <a:prstGeom prst="straightConnector1">
            <a:avLst/>
          </a:prstGeom>
          <a:ln w="19050">
            <a:solidFill>
              <a:srgbClr val="1F1FFF"/>
            </a:solidFill>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9296B23A-3C17-6655-A6CC-FB435C41B7D4}"/>
              </a:ext>
            </a:extLst>
          </p:cNvPr>
          <p:cNvSpPr txBox="1"/>
          <p:nvPr/>
        </p:nvSpPr>
        <p:spPr>
          <a:xfrm>
            <a:off x="5327939" y="2134016"/>
            <a:ext cx="396000"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1b</a:t>
            </a:r>
            <a:endParaRPr lang="en-US" sz="1400" b="1" dirty="0">
              <a:latin typeface="Arial" panose="020B0604020202020204" pitchFamily="34" charset="0"/>
              <a:cs typeface="Arial" panose="020B0604020202020204" pitchFamily="34" charset="0"/>
            </a:endParaRPr>
          </a:p>
        </p:txBody>
      </p:sp>
      <p:cxnSp>
        <p:nvCxnSpPr>
          <p:cNvPr id="55" name="Straight Arrow Connector 54">
            <a:extLst>
              <a:ext uri="{FF2B5EF4-FFF2-40B4-BE49-F238E27FC236}">
                <a16:creationId xmlns:a16="http://schemas.microsoft.com/office/drawing/2014/main" id="{46492241-4EEB-9FD1-94A1-FD8BADDA1C61}"/>
              </a:ext>
            </a:extLst>
          </p:cNvPr>
          <p:cNvCxnSpPr>
            <a:cxnSpLocks/>
            <a:stCxn id="54" idx="3"/>
            <a:endCxn id="56" idx="1"/>
          </p:cNvCxnSpPr>
          <p:nvPr/>
        </p:nvCxnSpPr>
        <p:spPr>
          <a:xfrm flipV="1">
            <a:off x="5723939" y="2286977"/>
            <a:ext cx="539562" cy="928"/>
          </a:xfrm>
          <a:prstGeom prst="straightConnector1">
            <a:avLst/>
          </a:prstGeom>
          <a:ln w="19050">
            <a:solidFill>
              <a:srgbClr val="1F1FFF"/>
            </a:solidFill>
            <a:tailEnd type="triangle"/>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E8E3F609-0C6D-D1D1-8E9C-6F9BA5D5CF18}"/>
              </a:ext>
            </a:extLst>
          </p:cNvPr>
          <p:cNvSpPr txBox="1"/>
          <p:nvPr/>
        </p:nvSpPr>
        <p:spPr>
          <a:xfrm>
            <a:off x="6263501" y="2133088"/>
            <a:ext cx="396000"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1d</a:t>
            </a:r>
            <a:endParaRPr lang="en-US" sz="1400" b="1" dirty="0">
              <a:latin typeface="Arial" panose="020B0604020202020204" pitchFamily="34" charset="0"/>
              <a:cs typeface="Arial" panose="020B0604020202020204" pitchFamily="34" charset="0"/>
            </a:endParaRPr>
          </a:p>
        </p:txBody>
      </p:sp>
      <p:cxnSp>
        <p:nvCxnSpPr>
          <p:cNvPr id="57" name="Straight Arrow Connector 56">
            <a:extLst>
              <a:ext uri="{FF2B5EF4-FFF2-40B4-BE49-F238E27FC236}">
                <a16:creationId xmlns:a16="http://schemas.microsoft.com/office/drawing/2014/main" id="{DC5957C2-6261-EAF7-05A3-D634BD91780E}"/>
              </a:ext>
            </a:extLst>
          </p:cNvPr>
          <p:cNvCxnSpPr>
            <a:cxnSpLocks/>
            <a:stCxn id="56" idx="3"/>
            <a:endCxn id="58" idx="1"/>
          </p:cNvCxnSpPr>
          <p:nvPr/>
        </p:nvCxnSpPr>
        <p:spPr>
          <a:xfrm>
            <a:off x="6659501" y="2286977"/>
            <a:ext cx="541263" cy="265"/>
          </a:xfrm>
          <a:prstGeom prst="straightConnector1">
            <a:avLst/>
          </a:prstGeom>
          <a:ln w="19050">
            <a:solidFill>
              <a:srgbClr val="1F1FFF"/>
            </a:solidFill>
            <a:tailEnd type="triangle"/>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BBC20610-29E5-BDC3-BCA1-E4C181A3A3AD}"/>
              </a:ext>
            </a:extLst>
          </p:cNvPr>
          <p:cNvSpPr txBox="1"/>
          <p:nvPr/>
        </p:nvSpPr>
        <p:spPr>
          <a:xfrm>
            <a:off x="7200764" y="2133353"/>
            <a:ext cx="396000" cy="307777"/>
          </a:xfrm>
          <a:prstGeom prst="rect">
            <a:avLst/>
          </a:prstGeom>
          <a:noFill/>
        </p:spPr>
        <p:txBody>
          <a:bodyPr wrap="square" rtlCol="0">
            <a:spAutoFit/>
          </a:bodyPr>
          <a:lstStyle/>
          <a:p>
            <a:pPr algn="ctr"/>
            <a:r>
              <a:rPr lang="en-US" sz="1400" b="1" dirty="0" err="1">
                <a:latin typeface="Arial" panose="020B0604020202020204" pitchFamily="34" charset="0"/>
                <a:cs typeface="Arial" panose="020B0604020202020204" pitchFamily="34" charset="0"/>
              </a:rPr>
              <a:t>1f</a:t>
            </a:r>
            <a:endParaRPr lang="en-US" sz="14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68266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9"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dissolve">
                                      <p:cBhvr>
                                        <p:cTn id="13" dur="500"/>
                                        <p:tgtEl>
                                          <p:spTgt spid="8"/>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23"/>
                                        </p:tgtEl>
                                        <p:attrNameLst>
                                          <p:attrName>style.visibility</p:attrName>
                                        </p:attrNameLst>
                                      </p:cBhvr>
                                      <p:to>
                                        <p:strVal val="visible"/>
                                      </p:to>
                                    </p:set>
                                    <p:animEffect transition="in" filter="dissolve">
                                      <p:cBhvr>
                                        <p:cTn id="16" dur="500"/>
                                        <p:tgtEl>
                                          <p:spTgt spid="523"/>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22"/>
                                        </p:tgtEl>
                                        <p:attrNameLst>
                                          <p:attrName>style.visibility</p:attrName>
                                        </p:attrNameLst>
                                      </p:cBhvr>
                                      <p:to>
                                        <p:strVal val="visible"/>
                                      </p:to>
                                    </p:set>
                                    <p:animEffect transition="in" filter="dissolve">
                                      <p:cBhvr>
                                        <p:cTn id="19" dur="500"/>
                                        <p:tgtEl>
                                          <p:spTgt spid="522"/>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635"/>
                                        </p:tgtEl>
                                        <p:attrNameLst>
                                          <p:attrName>style.visibility</p:attrName>
                                        </p:attrNameLst>
                                      </p:cBhvr>
                                      <p:to>
                                        <p:strVal val="visible"/>
                                      </p:to>
                                    </p:set>
                                    <p:animEffect transition="in" filter="dissolve">
                                      <p:cBhvr>
                                        <p:cTn id="22" dur="500"/>
                                        <p:tgtEl>
                                          <p:spTgt spid="635"/>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34"/>
                                        </p:tgtEl>
                                        <p:attrNameLst>
                                          <p:attrName>style.visibility</p:attrName>
                                        </p:attrNameLst>
                                      </p:cBhvr>
                                      <p:to>
                                        <p:strVal val="visible"/>
                                      </p:to>
                                    </p:set>
                                    <p:animEffect transition="in" filter="dissolve">
                                      <p:cBhvr>
                                        <p:cTn id="25" dur="500"/>
                                        <p:tgtEl>
                                          <p:spTgt spid="634"/>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986"/>
                                        </p:tgtEl>
                                        <p:attrNameLst>
                                          <p:attrName>style.visibility</p:attrName>
                                        </p:attrNameLst>
                                      </p:cBhvr>
                                      <p:to>
                                        <p:strVal val="visible"/>
                                      </p:to>
                                    </p:set>
                                    <p:animEffect transition="in" filter="dissolve">
                                      <p:cBhvr>
                                        <p:cTn id="28" dur="500"/>
                                        <p:tgtEl>
                                          <p:spTgt spid="986"/>
                                        </p:tgtEl>
                                      </p:cBhvr>
                                    </p:animEffect>
                                  </p:childTnLst>
                                </p:cTn>
                              </p:par>
                            </p:childTnLst>
                          </p:cTn>
                        </p:par>
                        <p:par>
                          <p:cTn id="29" fill="hold">
                            <p:stCondLst>
                              <p:cond delay="1500"/>
                            </p:stCondLst>
                            <p:childTnLst>
                              <p:par>
                                <p:cTn id="30" presetID="53" presetClass="entr" presetSubtype="16" fill="hold" nodeType="afterEffect">
                                  <p:stCondLst>
                                    <p:cond delay="0"/>
                                  </p:stCondLst>
                                  <p:childTnLst>
                                    <p:set>
                                      <p:cBhvr>
                                        <p:cTn id="31" dur="1" fill="hold">
                                          <p:stCondLst>
                                            <p:cond delay="0"/>
                                          </p:stCondLst>
                                        </p:cTn>
                                        <p:tgtEl>
                                          <p:spTgt spid="1078"/>
                                        </p:tgtEl>
                                        <p:attrNameLst>
                                          <p:attrName>style.visibility</p:attrName>
                                        </p:attrNameLst>
                                      </p:cBhvr>
                                      <p:to>
                                        <p:strVal val="visible"/>
                                      </p:to>
                                    </p:set>
                                    <p:anim calcmode="lin" valueType="num">
                                      <p:cBhvr>
                                        <p:cTn id="32" dur="500" fill="hold"/>
                                        <p:tgtEl>
                                          <p:spTgt spid="1078"/>
                                        </p:tgtEl>
                                        <p:attrNameLst>
                                          <p:attrName>ppt_w</p:attrName>
                                        </p:attrNameLst>
                                      </p:cBhvr>
                                      <p:tavLst>
                                        <p:tav tm="0">
                                          <p:val>
                                            <p:fltVal val="0"/>
                                          </p:val>
                                        </p:tav>
                                        <p:tav tm="100000">
                                          <p:val>
                                            <p:strVal val="#ppt_w"/>
                                          </p:val>
                                        </p:tav>
                                      </p:tavLst>
                                    </p:anim>
                                    <p:anim calcmode="lin" valueType="num">
                                      <p:cBhvr>
                                        <p:cTn id="33" dur="500" fill="hold"/>
                                        <p:tgtEl>
                                          <p:spTgt spid="1078"/>
                                        </p:tgtEl>
                                        <p:attrNameLst>
                                          <p:attrName>ppt_h</p:attrName>
                                        </p:attrNameLst>
                                      </p:cBhvr>
                                      <p:tavLst>
                                        <p:tav tm="0">
                                          <p:val>
                                            <p:fltVal val="0"/>
                                          </p:val>
                                        </p:tav>
                                        <p:tav tm="100000">
                                          <p:val>
                                            <p:strVal val="#ppt_h"/>
                                          </p:val>
                                        </p:tav>
                                      </p:tavLst>
                                    </p:anim>
                                    <p:animEffect transition="in" filter="fade">
                                      <p:cBhvr>
                                        <p:cTn id="34" dur="500"/>
                                        <p:tgtEl>
                                          <p:spTgt spid="1078"/>
                                        </p:tgtEl>
                                      </p:cBhvr>
                                    </p:animEffect>
                                  </p:childTnLst>
                                </p:cTn>
                              </p:par>
                              <p:par>
                                <p:cTn id="35" presetID="53" presetClass="entr" presetSubtype="16" fill="hold" nodeType="withEffect">
                                  <p:stCondLst>
                                    <p:cond delay="0"/>
                                  </p:stCondLst>
                                  <p:childTnLst>
                                    <p:set>
                                      <p:cBhvr>
                                        <p:cTn id="36" dur="1" fill="hold">
                                          <p:stCondLst>
                                            <p:cond delay="0"/>
                                          </p:stCondLst>
                                        </p:cTn>
                                        <p:tgtEl>
                                          <p:spTgt spid="1079"/>
                                        </p:tgtEl>
                                        <p:attrNameLst>
                                          <p:attrName>style.visibility</p:attrName>
                                        </p:attrNameLst>
                                      </p:cBhvr>
                                      <p:to>
                                        <p:strVal val="visible"/>
                                      </p:to>
                                    </p:set>
                                    <p:anim calcmode="lin" valueType="num">
                                      <p:cBhvr>
                                        <p:cTn id="37" dur="500" fill="hold"/>
                                        <p:tgtEl>
                                          <p:spTgt spid="1079"/>
                                        </p:tgtEl>
                                        <p:attrNameLst>
                                          <p:attrName>ppt_w</p:attrName>
                                        </p:attrNameLst>
                                      </p:cBhvr>
                                      <p:tavLst>
                                        <p:tav tm="0">
                                          <p:val>
                                            <p:fltVal val="0"/>
                                          </p:val>
                                        </p:tav>
                                        <p:tav tm="100000">
                                          <p:val>
                                            <p:strVal val="#ppt_w"/>
                                          </p:val>
                                        </p:tav>
                                      </p:tavLst>
                                    </p:anim>
                                    <p:anim calcmode="lin" valueType="num">
                                      <p:cBhvr>
                                        <p:cTn id="38" dur="500" fill="hold"/>
                                        <p:tgtEl>
                                          <p:spTgt spid="1079"/>
                                        </p:tgtEl>
                                        <p:attrNameLst>
                                          <p:attrName>ppt_h</p:attrName>
                                        </p:attrNameLst>
                                      </p:cBhvr>
                                      <p:tavLst>
                                        <p:tav tm="0">
                                          <p:val>
                                            <p:fltVal val="0"/>
                                          </p:val>
                                        </p:tav>
                                        <p:tav tm="100000">
                                          <p:val>
                                            <p:strVal val="#ppt_h"/>
                                          </p:val>
                                        </p:tav>
                                      </p:tavLst>
                                    </p:anim>
                                    <p:animEffect transition="in" filter="fade">
                                      <p:cBhvr>
                                        <p:cTn id="39" dur="500"/>
                                        <p:tgtEl>
                                          <p:spTgt spid="1079"/>
                                        </p:tgtEl>
                                      </p:cBhvr>
                                    </p:animEffect>
                                  </p:childTnLst>
                                </p:cTn>
                              </p:par>
                              <p:par>
                                <p:cTn id="40" presetID="53" presetClass="entr" presetSubtype="16" fill="hold" nodeType="withEffect">
                                  <p:stCondLst>
                                    <p:cond delay="0"/>
                                  </p:stCondLst>
                                  <p:childTnLst>
                                    <p:set>
                                      <p:cBhvr>
                                        <p:cTn id="41" dur="1" fill="hold">
                                          <p:stCondLst>
                                            <p:cond delay="0"/>
                                          </p:stCondLst>
                                        </p:cTn>
                                        <p:tgtEl>
                                          <p:spTgt spid="1080"/>
                                        </p:tgtEl>
                                        <p:attrNameLst>
                                          <p:attrName>style.visibility</p:attrName>
                                        </p:attrNameLst>
                                      </p:cBhvr>
                                      <p:to>
                                        <p:strVal val="visible"/>
                                      </p:to>
                                    </p:set>
                                    <p:anim calcmode="lin" valueType="num">
                                      <p:cBhvr>
                                        <p:cTn id="42" dur="500" fill="hold"/>
                                        <p:tgtEl>
                                          <p:spTgt spid="1080"/>
                                        </p:tgtEl>
                                        <p:attrNameLst>
                                          <p:attrName>ppt_w</p:attrName>
                                        </p:attrNameLst>
                                      </p:cBhvr>
                                      <p:tavLst>
                                        <p:tav tm="0">
                                          <p:val>
                                            <p:fltVal val="0"/>
                                          </p:val>
                                        </p:tav>
                                        <p:tav tm="100000">
                                          <p:val>
                                            <p:strVal val="#ppt_w"/>
                                          </p:val>
                                        </p:tav>
                                      </p:tavLst>
                                    </p:anim>
                                    <p:anim calcmode="lin" valueType="num">
                                      <p:cBhvr>
                                        <p:cTn id="43" dur="500" fill="hold"/>
                                        <p:tgtEl>
                                          <p:spTgt spid="1080"/>
                                        </p:tgtEl>
                                        <p:attrNameLst>
                                          <p:attrName>ppt_h</p:attrName>
                                        </p:attrNameLst>
                                      </p:cBhvr>
                                      <p:tavLst>
                                        <p:tav tm="0">
                                          <p:val>
                                            <p:fltVal val="0"/>
                                          </p:val>
                                        </p:tav>
                                        <p:tav tm="100000">
                                          <p:val>
                                            <p:strVal val="#ppt_h"/>
                                          </p:val>
                                        </p:tav>
                                      </p:tavLst>
                                    </p:anim>
                                    <p:animEffect transition="in" filter="fade">
                                      <p:cBhvr>
                                        <p:cTn id="44" dur="500"/>
                                        <p:tgtEl>
                                          <p:spTgt spid="1080"/>
                                        </p:tgtEl>
                                      </p:cBhvr>
                                    </p:animEffect>
                                  </p:childTnLst>
                                </p:cTn>
                              </p:par>
                              <p:par>
                                <p:cTn id="45" presetID="53" presetClass="entr" presetSubtype="16" fill="hold" nodeType="withEffect">
                                  <p:stCondLst>
                                    <p:cond delay="0"/>
                                  </p:stCondLst>
                                  <p:childTnLst>
                                    <p:set>
                                      <p:cBhvr>
                                        <p:cTn id="46" dur="1" fill="hold">
                                          <p:stCondLst>
                                            <p:cond delay="0"/>
                                          </p:stCondLst>
                                        </p:cTn>
                                        <p:tgtEl>
                                          <p:spTgt spid="1081"/>
                                        </p:tgtEl>
                                        <p:attrNameLst>
                                          <p:attrName>style.visibility</p:attrName>
                                        </p:attrNameLst>
                                      </p:cBhvr>
                                      <p:to>
                                        <p:strVal val="visible"/>
                                      </p:to>
                                    </p:set>
                                    <p:anim calcmode="lin" valueType="num">
                                      <p:cBhvr>
                                        <p:cTn id="47" dur="500" fill="hold"/>
                                        <p:tgtEl>
                                          <p:spTgt spid="1081"/>
                                        </p:tgtEl>
                                        <p:attrNameLst>
                                          <p:attrName>ppt_w</p:attrName>
                                        </p:attrNameLst>
                                      </p:cBhvr>
                                      <p:tavLst>
                                        <p:tav tm="0">
                                          <p:val>
                                            <p:fltVal val="0"/>
                                          </p:val>
                                        </p:tav>
                                        <p:tav tm="100000">
                                          <p:val>
                                            <p:strVal val="#ppt_w"/>
                                          </p:val>
                                        </p:tav>
                                      </p:tavLst>
                                    </p:anim>
                                    <p:anim calcmode="lin" valueType="num">
                                      <p:cBhvr>
                                        <p:cTn id="48" dur="500" fill="hold"/>
                                        <p:tgtEl>
                                          <p:spTgt spid="1081"/>
                                        </p:tgtEl>
                                        <p:attrNameLst>
                                          <p:attrName>ppt_h</p:attrName>
                                        </p:attrNameLst>
                                      </p:cBhvr>
                                      <p:tavLst>
                                        <p:tav tm="0">
                                          <p:val>
                                            <p:fltVal val="0"/>
                                          </p:val>
                                        </p:tav>
                                        <p:tav tm="100000">
                                          <p:val>
                                            <p:strVal val="#ppt_h"/>
                                          </p:val>
                                        </p:tav>
                                      </p:tavLst>
                                    </p:anim>
                                    <p:animEffect transition="in" filter="fade">
                                      <p:cBhvr>
                                        <p:cTn id="49" dur="500"/>
                                        <p:tgtEl>
                                          <p:spTgt spid="1081"/>
                                        </p:tgtEl>
                                      </p:cBhvr>
                                    </p:animEffect>
                                  </p:childTnLst>
                                </p:cTn>
                              </p:par>
                              <p:par>
                                <p:cTn id="50" presetID="53" presetClass="entr" presetSubtype="16" fill="hold" nodeType="withEffect">
                                  <p:stCondLst>
                                    <p:cond delay="0"/>
                                  </p:stCondLst>
                                  <p:childTnLst>
                                    <p:set>
                                      <p:cBhvr>
                                        <p:cTn id="51" dur="1" fill="hold">
                                          <p:stCondLst>
                                            <p:cond delay="0"/>
                                          </p:stCondLst>
                                        </p:cTn>
                                        <p:tgtEl>
                                          <p:spTgt spid="1082"/>
                                        </p:tgtEl>
                                        <p:attrNameLst>
                                          <p:attrName>style.visibility</p:attrName>
                                        </p:attrNameLst>
                                      </p:cBhvr>
                                      <p:to>
                                        <p:strVal val="visible"/>
                                      </p:to>
                                    </p:set>
                                    <p:anim calcmode="lin" valueType="num">
                                      <p:cBhvr>
                                        <p:cTn id="52" dur="500" fill="hold"/>
                                        <p:tgtEl>
                                          <p:spTgt spid="1082"/>
                                        </p:tgtEl>
                                        <p:attrNameLst>
                                          <p:attrName>ppt_w</p:attrName>
                                        </p:attrNameLst>
                                      </p:cBhvr>
                                      <p:tavLst>
                                        <p:tav tm="0">
                                          <p:val>
                                            <p:fltVal val="0"/>
                                          </p:val>
                                        </p:tav>
                                        <p:tav tm="100000">
                                          <p:val>
                                            <p:strVal val="#ppt_w"/>
                                          </p:val>
                                        </p:tav>
                                      </p:tavLst>
                                    </p:anim>
                                    <p:anim calcmode="lin" valueType="num">
                                      <p:cBhvr>
                                        <p:cTn id="53" dur="500" fill="hold"/>
                                        <p:tgtEl>
                                          <p:spTgt spid="1082"/>
                                        </p:tgtEl>
                                        <p:attrNameLst>
                                          <p:attrName>ppt_h</p:attrName>
                                        </p:attrNameLst>
                                      </p:cBhvr>
                                      <p:tavLst>
                                        <p:tav tm="0">
                                          <p:val>
                                            <p:fltVal val="0"/>
                                          </p:val>
                                        </p:tav>
                                        <p:tav tm="100000">
                                          <p:val>
                                            <p:strVal val="#ppt_h"/>
                                          </p:val>
                                        </p:tav>
                                      </p:tavLst>
                                    </p:anim>
                                    <p:animEffect transition="in" filter="fade">
                                      <p:cBhvr>
                                        <p:cTn id="54" dur="500"/>
                                        <p:tgtEl>
                                          <p:spTgt spid="1082"/>
                                        </p:tgtEl>
                                      </p:cBhvr>
                                    </p:animEffect>
                                  </p:childTnLst>
                                </p:cTn>
                              </p:par>
                              <p:par>
                                <p:cTn id="55" presetID="53" presetClass="entr" presetSubtype="16" fill="hold" nodeType="withEffect">
                                  <p:stCondLst>
                                    <p:cond delay="0"/>
                                  </p:stCondLst>
                                  <p:childTnLst>
                                    <p:set>
                                      <p:cBhvr>
                                        <p:cTn id="56" dur="1" fill="hold">
                                          <p:stCondLst>
                                            <p:cond delay="0"/>
                                          </p:stCondLst>
                                        </p:cTn>
                                        <p:tgtEl>
                                          <p:spTgt spid="1083"/>
                                        </p:tgtEl>
                                        <p:attrNameLst>
                                          <p:attrName>style.visibility</p:attrName>
                                        </p:attrNameLst>
                                      </p:cBhvr>
                                      <p:to>
                                        <p:strVal val="visible"/>
                                      </p:to>
                                    </p:set>
                                    <p:anim calcmode="lin" valueType="num">
                                      <p:cBhvr>
                                        <p:cTn id="57" dur="500" fill="hold"/>
                                        <p:tgtEl>
                                          <p:spTgt spid="1083"/>
                                        </p:tgtEl>
                                        <p:attrNameLst>
                                          <p:attrName>ppt_w</p:attrName>
                                        </p:attrNameLst>
                                      </p:cBhvr>
                                      <p:tavLst>
                                        <p:tav tm="0">
                                          <p:val>
                                            <p:fltVal val="0"/>
                                          </p:val>
                                        </p:tav>
                                        <p:tav tm="100000">
                                          <p:val>
                                            <p:strVal val="#ppt_w"/>
                                          </p:val>
                                        </p:tav>
                                      </p:tavLst>
                                    </p:anim>
                                    <p:anim calcmode="lin" valueType="num">
                                      <p:cBhvr>
                                        <p:cTn id="58" dur="500" fill="hold"/>
                                        <p:tgtEl>
                                          <p:spTgt spid="1083"/>
                                        </p:tgtEl>
                                        <p:attrNameLst>
                                          <p:attrName>ppt_h</p:attrName>
                                        </p:attrNameLst>
                                      </p:cBhvr>
                                      <p:tavLst>
                                        <p:tav tm="0">
                                          <p:val>
                                            <p:fltVal val="0"/>
                                          </p:val>
                                        </p:tav>
                                        <p:tav tm="100000">
                                          <p:val>
                                            <p:strVal val="#ppt_h"/>
                                          </p:val>
                                        </p:tav>
                                      </p:tavLst>
                                    </p:anim>
                                    <p:animEffect transition="in" filter="fade">
                                      <p:cBhvr>
                                        <p:cTn id="59" dur="500"/>
                                        <p:tgtEl>
                                          <p:spTgt spid="1083"/>
                                        </p:tgtEl>
                                      </p:cBhvr>
                                    </p:animEffect>
                                  </p:childTnLst>
                                </p:cTn>
                              </p:par>
                            </p:childTnLst>
                          </p:cTn>
                        </p:par>
                        <p:par>
                          <p:cTn id="60" fill="hold">
                            <p:stCondLst>
                              <p:cond delay="2000"/>
                            </p:stCondLst>
                            <p:childTnLst>
                              <p:par>
                                <p:cTn id="61" presetID="53" presetClass="entr" presetSubtype="16" fill="hold" nodeType="afterEffect">
                                  <p:stCondLst>
                                    <p:cond delay="0"/>
                                  </p:stCondLst>
                                  <p:childTnLst>
                                    <p:set>
                                      <p:cBhvr>
                                        <p:cTn id="62" dur="1" fill="hold">
                                          <p:stCondLst>
                                            <p:cond delay="0"/>
                                          </p:stCondLst>
                                        </p:cTn>
                                        <p:tgtEl>
                                          <p:spTgt spid="851"/>
                                        </p:tgtEl>
                                        <p:attrNameLst>
                                          <p:attrName>style.visibility</p:attrName>
                                        </p:attrNameLst>
                                      </p:cBhvr>
                                      <p:to>
                                        <p:strVal val="visible"/>
                                      </p:to>
                                    </p:set>
                                    <p:anim calcmode="lin" valueType="num">
                                      <p:cBhvr>
                                        <p:cTn id="63" dur="500" fill="hold"/>
                                        <p:tgtEl>
                                          <p:spTgt spid="851"/>
                                        </p:tgtEl>
                                        <p:attrNameLst>
                                          <p:attrName>ppt_w</p:attrName>
                                        </p:attrNameLst>
                                      </p:cBhvr>
                                      <p:tavLst>
                                        <p:tav tm="0">
                                          <p:val>
                                            <p:fltVal val="0"/>
                                          </p:val>
                                        </p:tav>
                                        <p:tav tm="100000">
                                          <p:val>
                                            <p:strVal val="#ppt_w"/>
                                          </p:val>
                                        </p:tav>
                                      </p:tavLst>
                                    </p:anim>
                                    <p:anim calcmode="lin" valueType="num">
                                      <p:cBhvr>
                                        <p:cTn id="64" dur="500" fill="hold"/>
                                        <p:tgtEl>
                                          <p:spTgt spid="851"/>
                                        </p:tgtEl>
                                        <p:attrNameLst>
                                          <p:attrName>ppt_h</p:attrName>
                                        </p:attrNameLst>
                                      </p:cBhvr>
                                      <p:tavLst>
                                        <p:tav tm="0">
                                          <p:val>
                                            <p:fltVal val="0"/>
                                          </p:val>
                                        </p:tav>
                                        <p:tav tm="100000">
                                          <p:val>
                                            <p:strVal val="#ppt_h"/>
                                          </p:val>
                                        </p:tav>
                                      </p:tavLst>
                                    </p:anim>
                                    <p:animEffect transition="in" filter="fade">
                                      <p:cBhvr>
                                        <p:cTn id="65" dur="500"/>
                                        <p:tgtEl>
                                          <p:spTgt spid="851"/>
                                        </p:tgtEl>
                                      </p:cBhvr>
                                    </p:animEffect>
                                  </p:childTnLst>
                                </p:cTn>
                              </p:par>
                              <p:par>
                                <p:cTn id="66" presetID="53" presetClass="entr" presetSubtype="16" fill="hold" nodeType="withEffect">
                                  <p:stCondLst>
                                    <p:cond delay="0"/>
                                  </p:stCondLst>
                                  <p:childTnLst>
                                    <p:set>
                                      <p:cBhvr>
                                        <p:cTn id="67" dur="1" fill="hold">
                                          <p:stCondLst>
                                            <p:cond delay="0"/>
                                          </p:stCondLst>
                                        </p:cTn>
                                        <p:tgtEl>
                                          <p:spTgt spid="12"/>
                                        </p:tgtEl>
                                        <p:attrNameLst>
                                          <p:attrName>style.visibility</p:attrName>
                                        </p:attrNameLst>
                                      </p:cBhvr>
                                      <p:to>
                                        <p:strVal val="visible"/>
                                      </p:to>
                                    </p:set>
                                    <p:anim calcmode="lin" valueType="num">
                                      <p:cBhvr>
                                        <p:cTn id="68" dur="500" fill="hold"/>
                                        <p:tgtEl>
                                          <p:spTgt spid="12"/>
                                        </p:tgtEl>
                                        <p:attrNameLst>
                                          <p:attrName>ppt_w</p:attrName>
                                        </p:attrNameLst>
                                      </p:cBhvr>
                                      <p:tavLst>
                                        <p:tav tm="0">
                                          <p:val>
                                            <p:fltVal val="0"/>
                                          </p:val>
                                        </p:tav>
                                        <p:tav tm="100000">
                                          <p:val>
                                            <p:strVal val="#ppt_w"/>
                                          </p:val>
                                        </p:tav>
                                      </p:tavLst>
                                    </p:anim>
                                    <p:anim calcmode="lin" valueType="num">
                                      <p:cBhvr>
                                        <p:cTn id="69" dur="500" fill="hold"/>
                                        <p:tgtEl>
                                          <p:spTgt spid="12"/>
                                        </p:tgtEl>
                                        <p:attrNameLst>
                                          <p:attrName>ppt_h</p:attrName>
                                        </p:attrNameLst>
                                      </p:cBhvr>
                                      <p:tavLst>
                                        <p:tav tm="0">
                                          <p:val>
                                            <p:fltVal val="0"/>
                                          </p:val>
                                        </p:tav>
                                        <p:tav tm="100000">
                                          <p:val>
                                            <p:strVal val="#ppt_h"/>
                                          </p:val>
                                        </p:tav>
                                      </p:tavLst>
                                    </p:anim>
                                    <p:animEffect transition="in" filter="fade">
                                      <p:cBhvr>
                                        <p:cTn id="70" dur="500"/>
                                        <p:tgtEl>
                                          <p:spTgt spid="12"/>
                                        </p:tgtEl>
                                      </p:cBhvr>
                                    </p:animEffect>
                                  </p:childTnLst>
                                </p:cTn>
                              </p:par>
                              <p:par>
                                <p:cTn id="71" presetID="53" presetClass="entr" presetSubtype="16" fill="hold"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p:cTn id="73" dur="500" fill="hold"/>
                                        <p:tgtEl>
                                          <p:spTgt spid="14"/>
                                        </p:tgtEl>
                                        <p:attrNameLst>
                                          <p:attrName>ppt_w</p:attrName>
                                        </p:attrNameLst>
                                      </p:cBhvr>
                                      <p:tavLst>
                                        <p:tav tm="0">
                                          <p:val>
                                            <p:fltVal val="0"/>
                                          </p:val>
                                        </p:tav>
                                        <p:tav tm="100000">
                                          <p:val>
                                            <p:strVal val="#ppt_w"/>
                                          </p:val>
                                        </p:tav>
                                      </p:tavLst>
                                    </p:anim>
                                    <p:anim calcmode="lin" valueType="num">
                                      <p:cBhvr>
                                        <p:cTn id="74" dur="500" fill="hold"/>
                                        <p:tgtEl>
                                          <p:spTgt spid="14"/>
                                        </p:tgtEl>
                                        <p:attrNameLst>
                                          <p:attrName>ppt_h</p:attrName>
                                        </p:attrNameLst>
                                      </p:cBhvr>
                                      <p:tavLst>
                                        <p:tav tm="0">
                                          <p:val>
                                            <p:fltVal val="0"/>
                                          </p:val>
                                        </p:tav>
                                        <p:tav tm="100000">
                                          <p:val>
                                            <p:strVal val="#ppt_h"/>
                                          </p:val>
                                        </p:tav>
                                      </p:tavLst>
                                    </p:anim>
                                    <p:animEffect transition="in" filter="fade">
                                      <p:cBhvr>
                                        <p:cTn id="75" dur="500"/>
                                        <p:tgtEl>
                                          <p:spTgt spid="14"/>
                                        </p:tgtEl>
                                      </p:cBhvr>
                                    </p:animEffect>
                                  </p:childTnLst>
                                </p:cTn>
                              </p:par>
                              <p:par>
                                <p:cTn id="76" presetID="53" presetClass="entr" presetSubtype="16" fill="hold" nodeType="withEffect">
                                  <p:stCondLst>
                                    <p:cond delay="0"/>
                                  </p:stCondLst>
                                  <p:childTnLst>
                                    <p:set>
                                      <p:cBhvr>
                                        <p:cTn id="77" dur="1" fill="hold">
                                          <p:stCondLst>
                                            <p:cond delay="0"/>
                                          </p:stCondLst>
                                        </p:cTn>
                                        <p:tgtEl>
                                          <p:spTgt spid="920"/>
                                        </p:tgtEl>
                                        <p:attrNameLst>
                                          <p:attrName>style.visibility</p:attrName>
                                        </p:attrNameLst>
                                      </p:cBhvr>
                                      <p:to>
                                        <p:strVal val="visible"/>
                                      </p:to>
                                    </p:set>
                                    <p:anim calcmode="lin" valueType="num">
                                      <p:cBhvr>
                                        <p:cTn id="78" dur="500" fill="hold"/>
                                        <p:tgtEl>
                                          <p:spTgt spid="920"/>
                                        </p:tgtEl>
                                        <p:attrNameLst>
                                          <p:attrName>ppt_w</p:attrName>
                                        </p:attrNameLst>
                                      </p:cBhvr>
                                      <p:tavLst>
                                        <p:tav tm="0">
                                          <p:val>
                                            <p:fltVal val="0"/>
                                          </p:val>
                                        </p:tav>
                                        <p:tav tm="100000">
                                          <p:val>
                                            <p:strVal val="#ppt_w"/>
                                          </p:val>
                                        </p:tav>
                                      </p:tavLst>
                                    </p:anim>
                                    <p:anim calcmode="lin" valueType="num">
                                      <p:cBhvr>
                                        <p:cTn id="79" dur="500" fill="hold"/>
                                        <p:tgtEl>
                                          <p:spTgt spid="920"/>
                                        </p:tgtEl>
                                        <p:attrNameLst>
                                          <p:attrName>ppt_h</p:attrName>
                                        </p:attrNameLst>
                                      </p:cBhvr>
                                      <p:tavLst>
                                        <p:tav tm="0">
                                          <p:val>
                                            <p:fltVal val="0"/>
                                          </p:val>
                                        </p:tav>
                                        <p:tav tm="100000">
                                          <p:val>
                                            <p:strVal val="#ppt_h"/>
                                          </p:val>
                                        </p:tav>
                                      </p:tavLst>
                                    </p:anim>
                                    <p:animEffect transition="in" filter="fade">
                                      <p:cBhvr>
                                        <p:cTn id="80" dur="500"/>
                                        <p:tgtEl>
                                          <p:spTgt spid="920"/>
                                        </p:tgtEl>
                                      </p:cBhvr>
                                    </p:animEffect>
                                  </p:childTnLst>
                                </p:cTn>
                              </p:par>
                              <p:par>
                                <p:cTn id="81" presetID="53" presetClass="entr" presetSubtype="16" fill="hold" nodeType="withEffect">
                                  <p:stCondLst>
                                    <p:cond delay="0"/>
                                  </p:stCondLst>
                                  <p:childTnLst>
                                    <p:set>
                                      <p:cBhvr>
                                        <p:cTn id="82" dur="1" fill="hold">
                                          <p:stCondLst>
                                            <p:cond delay="0"/>
                                          </p:stCondLst>
                                        </p:cTn>
                                        <p:tgtEl>
                                          <p:spTgt spid="923"/>
                                        </p:tgtEl>
                                        <p:attrNameLst>
                                          <p:attrName>style.visibility</p:attrName>
                                        </p:attrNameLst>
                                      </p:cBhvr>
                                      <p:to>
                                        <p:strVal val="visible"/>
                                      </p:to>
                                    </p:set>
                                    <p:anim calcmode="lin" valueType="num">
                                      <p:cBhvr>
                                        <p:cTn id="83" dur="500" fill="hold"/>
                                        <p:tgtEl>
                                          <p:spTgt spid="923"/>
                                        </p:tgtEl>
                                        <p:attrNameLst>
                                          <p:attrName>ppt_w</p:attrName>
                                        </p:attrNameLst>
                                      </p:cBhvr>
                                      <p:tavLst>
                                        <p:tav tm="0">
                                          <p:val>
                                            <p:fltVal val="0"/>
                                          </p:val>
                                        </p:tav>
                                        <p:tav tm="100000">
                                          <p:val>
                                            <p:strVal val="#ppt_w"/>
                                          </p:val>
                                        </p:tav>
                                      </p:tavLst>
                                    </p:anim>
                                    <p:anim calcmode="lin" valueType="num">
                                      <p:cBhvr>
                                        <p:cTn id="84" dur="500" fill="hold"/>
                                        <p:tgtEl>
                                          <p:spTgt spid="923"/>
                                        </p:tgtEl>
                                        <p:attrNameLst>
                                          <p:attrName>ppt_h</p:attrName>
                                        </p:attrNameLst>
                                      </p:cBhvr>
                                      <p:tavLst>
                                        <p:tav tm="0">
                                          <p:val>
                                            <p:fltVal val="0"/>
                                          </p:val>
                                        </p:tav>
                                        <p:tav tm="100000">
                                          <p:val>
                                            <p:strVal val="#ppt_h"/>
                                          </p:val>
                                        </p:tav>
                                      </p:tavLst>
                                    </p:anim>
                                    <p:animEffect transition="in" filter="fade">
                                      <p:cBhvr>
                                        <p:cTn id="85" dur="500"/>
                                        <p:tgtEl>
                                          <p:spTgt spid="923"/>
                                        </p:tgtEl>
                                      </p:cBhvr>
                                    </p:animEffect>
                                  </p:childTnLst>
                                </p:cTn>
                              </p:par>
                              <p:par>
                                <p:cTn id="86" presetID="53" presetClass="entr" presetSubtype="16" fill="hold" nodeType="withEffect">
                                  <p:stCondLst>
                                    <p:cond delay="0"/>
                                  </p:stCondLst>
                                  <p:childTnLst>
                                    <p:set>
                                      <p:cBhvr>
                                        <p:cTn id="87" dur="1" fill="hold">
                                          <p:stCondLst>
                                            <p:cond delay="0"/>
                                          </p:stCondLst>
                                        </p:cTn>
                                        <p:tgtEl>
                                          <p:spTgt spid="924"/>
                                        </p:tgtEl>
                                        <p:attrNameLst>
                                          <p:attrName>style.visibility</p:attrName>
                                        </p:attrNameLst>
                                      </p:cBhvr>
                                      <p:to>
                                        <p:strVal val="visible"/>
                                      </p:to>
                                    </p:set>
                                    <p:anim calcmode="lin" valueType="num">
                                      <p:cBhvr>
                                        <p:cTn id="88" dur="500" fill="hold"/>
                                        <p:tgtEl>
                                          <p:spTgt spid="924"/>
                                        </p:tgtEl>
                                        <p:attrNameLst>
                                          <p:attrName>ppt_w</p:attrName>
                                        </p:attrNameLst>
                                      </p:cBhvr>
                                      <p:tavLst>
                                        <p:tav tm="0">
                                          <p:val>
                                            <p:fltVal val="0"/>
                                          </p:val>
                                        </p:tav>
                                        <p:tav tm="100000">
                                          <p:val>
                                            <p:strVal val="#ppt_w"/>
                                          </p:val>
                                        </p:tav>
                                      </p:tavLst>
                                    </p:anim>
                                    <p:anim calcmode="lin" valueType="num">
                                      <p:cBhvr>
                                        <p:cTn id="89" dur="500" fill="hold"/>
                                        <p:tgtEl>
                                          <p:spTgt spid="924"/>
                                        </p:tgtEl>
                                        <p:attrNameLst>
                                          <p:attrName>ppt_h</p:attrName>
                                        </p:attrNameLst>
                                      </p:cBhvr>
                                      <p:tavLst>
                                        <p:tav tm="0">
                                          <p:val>
                                            <p:fltVal val="0"/>
                                          </p:val>
                                        </p:tav>
                                        <p:tav tm="100000">
                                          <p:val>
                                            <p:strVal val="#ppt_h"/>
                                          </p:val>
                                        </p:tav>
                                      </p:tavLst>
                                    </p:anim>
                                    <p:animEffect transition="in" filter="fade">
                                      <p:cBhvr>
                                        <p:cTn id="90" dur="500"/>
                                        <p:tgtEl>
                                          <p:spTgt spid="924"/>
                                        </p:tgtEl>
                                      </p:cBhvr>
                                    </p:animEffect>
                                  </p:childTnLst>
                                </p:cTn>
                              </p:par>
                              <p:par>
                                <p:cTn id="91" presetID="53" presetClass="entr" presetSubtype="16" fill="hold" nodeType="withEffect">
                                  <p:stCondLst>
                                    <p:cond delay="0"/>
                                  </p:stCondLst>
                                  <p:childTnLst>
                                    <p:set>
                                      <p:cBhvr>
                                        <p:cTn id="92" dur="1" fill="hold">
                                          <p:stCondLst>
                                            <p:cond delay="0"/>
                                          </p:stCondLst>
                                        </p:cTn>
                                        <p:tgtEl>
                                          <p:spTgt spid="1058"/>
                                        </p:tgtEl>
                                        <p:attrNameLst>
                                          <p:attrName>style.visibility</p:attrName>
                                        </p:attrNameLst>
                                      </p:cBhvr>
                                      <p:to>
                                        <p:strVal val="visible"/>
                                      </p:to>
                                    </p:set>
                                    <p:anim calcmode="lin" valueType="num">
                                      <p:cBhvr>
                                        <p:cTn id="93" dur="500" fill="hold"/>
                                        <p:tgtEl>
                                          <p:spTgt spid="1058"/>
                                        </p:tgtEl>
                                        <p:attrNameLst>
                                          <p:attrName>ppt_w</p:attrName>
                                        </p:attrNameLst>
                                      </p:cBhvr>
                                      <p:tavLst>
                                        <p:tav tm="0">
                                          <p:val>
                                            <p:fltVal val="0"/>
                                          </p:val>
                                        </p:tav>
                                        <p:tav tm="100000">
                                          <p:val>
                                            <p:strVal val="#ppt_w"/>
                                          </p:val>
                                        </p:tav>
                                      </p:tavLst>
                                    </p:anim>
                                    <p:anim calcmode="lin" valueType="num">
                                      <p:cBhvr>
                                        <p:cTn id="94" dur="500" fill="hold"/>
                                        <p:tgtEl>
                                          <p:spTgt spid="1058"/>
                                        </p:tgtEl>
                                        <p:attrNameLst>
                                          <p:attrName>ppt_h</p:attrName>
                                        </p:attrNameLst>
                                      </p:cBhvr>
                                      <p:tavLst>
                                        <p:tav tm="0">
                                          <p:val>
                                            <p:fltVal val="0"/>
                                          </p:val>
                                        </p:tav>
                                        <p:tav tm="100000">
                                          <p:val>
                                            <p:strVal val="#ppt_h"/>
                                          </p:val>
                                        </p:tav>
                                      </p:tavLst>
                                    </p:anim>
                                    <p:animEffect transition="in" filter="fade">
                                      <p:cBhvr>
                                        <p:cTn id="95" dur="500"/>
                                        <p:tgtEl>
                                          <p:spTgt spid="1058"/>
                                        </p:tgtEl>
                                      </p:cBhvr>
                                    </p:animEffect>
                                  </p:childTnLst>
                                </p:cTn>
                              </p:par>
                            </p:childTnLst>
                          </p:cTn>
                        </p:par>
                        <p:par>
                          <p:cTn id="96" fill="hold">
                            <p:stCondLst>
                              <p:cond delay="2500"/>
                            </p:stCondLst>
                            <p:childTnLst>
                              <p:par>
                                <p:cTn id="97" presetID="9" presetClass="entr" presetSubtype="0" fill="hold" grpId="0" nodeType="afterEffect">
                                  <p:stCondLst>
                                    <p:cond delay="0"/>
                                  </p:stCondLst>
                                  <p:childTnLst>
                                    <p:set>
                                      <p:cBhvr>
                                        <p:cTn id="98" dur="1" fill="hold">
                                          <p:stCondLst>
                                            <p:cond delay="0"/>
                                          </p:stCondLst>
                                        </p:cTn>
                                        <p:tgtEl>
                                          <p:spTgt spid="20"/>
                                        </p:tgtEl>
                                        <p:attrNameLst>
                                          <p:attrName>style.visibility</p:attrName>
                                        </p:attrNameLst>
                                      </p:cBhvr>
                                      <p:to>
                                        <p:strVal val="visible"/>
                                      </p:to>
                                    </p:set>
                                    <p:animEffect transition="in" filter="dissolve">
                                      <p:cBhvr>
                                        <p:cTn id="99" dur="500"/>
                                        <p:tgtEl>
                                          <p:spTgt spid="20"/>
                                        </p:tgtEl>
                                      </p:cBhvr>
                                    </p:animEffect>
                                  </p:childTnLst>
                                </p:cTn>
                              </p:par>
                              <p:par>
                                <p:cTn id="100" presetID="9" presetClass="entr" presetSubtype="0" fill="hold" grpId="0" nodeType="withEffect">
                                  <p:stCondLst>
                                    <p:cond delay="0"/>
                                  </p:stCondLst>
                                  <p:childTnLst>
                                    <p:set>
                                      <p:cBhvr>
                                        <p:cTn id="101" dur="1" fill="hold">
                                          <p:stCondLst>
                                            <p:cond delay="0"/>
                                          </p:stCondLst>
                                        </p:cTn>
                                        <p:tgtEl>
                                          <p:spTgt spid="9"/>
                                        </p:tgtEl>
                                        <p:attrNameLst>
                                          <p:attrName>style.visibility</p:attrName>
                                        </p:attrNameLst>
                                      </p:cBhvr>
                                      <p:to>
                                        <p:strVal val="visible"/>
                                      </p:to>
                                    </p:set>
                                    <p:animEffect transition="in" filter="dissolve">
                                      <p:cBhvr>
                                        <p:cTn id="102" dur="500"/>
                                        <p:tgtEl>
                                          <p:spTgt spid="9"/>
                                        </p:tgtEl>
                                      </p:cBhvr>
                                    </p:animEffect>
                                  </p:childTnLst>
                                </p:cTn>
                              </p:par>
                              <p:par>
                                <p:cTn id="103" presetID="9" presetClass="entr" presetSubtype="0" fill="hold" grpId="0" nodeType="withEffect">
                                  <p:stCondLst>
                                    <p:cond delay="0"/>
                                  </p:stCondLst>
                                  <p:childTnLst>
                                    <p:set>
                                      <p:cBhvr>
                                        <p:cTn id="104" dur="1" fill="hold">
                                          <p:stCondLst>
                                            <p:cond delay="0"/>
                                          </p:stCondLst>
                                        </p:cTn>
                                        <p:tgtEl>
                                          <p:spTgt spid="21"/>
                                        </p:tgtEl>
                                        <p:attrNameLst>
                                          <p:attrName>style.visibility</p:attrName>
                                        </p:attrNameLst>
                                      </p:cBhvr>
                                      <p:to>
                                        <p:strVal val="visible"/>
                                      </p:to>
                                    </p:set>
                                    <p:animEffect transition="in" filter="dissolve">
                                      <p:cBhvr>
                                        <p:cTn id="105" dur="500"/>
                                        <p:tgtEl>
                                          <p:spTgt spid="21"/>
                                        </p:tgtEl>
                                      </p:cBhvr>
                                    </p:animEffect>
                                  </p:childTnLst>
                                </p:cTn>
                              </p:par>
                              <p:par>
                                <p:cTn id="106" presetID="9" presetClass="entr" presetSubtype="0" fill="hold" grpId="0" nodeType="withEffect">
                                  <p:stCondLst>
                                    <p:cond delay="0"/>
                                  </p:stCondLst>
                                  <p:childTnLst>
                                    <p:set>
                                      <p:cBhvr>
                                        <p:cTn id="107" dur="1" fill="hold">
                                          <p:stCondLst>
                                            <p:cond delay="0"/>
                                          </p:stCondLst>
                                        </p:cTn>
                                        <p:tgtEl>
                                          <p:spTgt spid="22"/>
                                        </p:tgtEl>
                                        <p:attrNameLst>
                                          <p:attrName>style.visibility</p:attrName>
                                        </p:attrNameLst>
                                      </p:cBhvr>
                                      <p:to>
                                        <p:strVal val="visible"/>
                                      </p:to>
                                    </p:set>
                                    <p:animEffect transition="in" filter="dissolve">
                                      <p:cBhvr>
                                        <p:cTn id="108" dur="500"/>
                                        <p:tgtEl>
                                          <p:spTgt spid="22"/>
                                        </p:tgtEl>
                                      </p:cBhvr>
                                    </p:animEffect>
                                  </p:childTnLst>
                                </p:cTn>
                              </p:par>
                              <p:par>
                                <p:cTn id="109" presetID="9" presetClass="entr" presetSubtype="0" fill="hold" grpId="0" nodeType="withEffect">
                                  <p:stCondLst>
                                    <p:cond delay="0"/>
                                  </p:stCondLst>
                                  <p:childTnLst>
                                    <p:set>
                                      <p:cBhvr>
                                        <p:cTn id="110" dur="1" fill="hold">
                                          <p:stCondLst>
                                            <p:cond delay="0"/>
                                          </p:stCondLst>
                                        </p:cTn>
                                        <p:tgtEl>
                                          <p:spTgt spid="23"/>
                                        </p:tgtEl>
                                        <p:attrNameLst>
                                          <p:attrName>style.visibility</p:attrName>
                                        </p:attrNameLst>
                                      </p:cBhvr>
                                      <p:to>
                                        <p:strVal val="visible"/>
                                      </p:to>
                                    </p:set>
                                    <p:animEffect transition="in" filter="dissolve">
                                      <p:cBhvr>
                                        <p:cTn id="111" dur="500"/>
                                        <p:tgtEl>
                                          <p:spTgt spid="23"/>
                                        </p:tgtEl>
                                      </p:cBhvr>
                                    </p:animEffect>
                                  </p:childTnLst>
                                </p:cTn>
                              </p:par>
                              <p:par>
                                <p:cTn id="112" presetID="9" presetClass="entr" presetSubtype="0" fill="hold" grpId="0" nodeType="withEffect">
                                  <p:stCondLst>
                                    <p:cond delay="0"/>
                                  </p:stCondLst>
                                  <p:childTnLst>
                                    <p:set>
                                      <p:cBhvr>
                                        <p:cTn id="113" dur="1" fill="hold">
                                          <p:stCondLst>
                                            <p:cond delay="0"/>
                                          </p:stCondLst>
                                        </p:cTn>
                                        <p:tgtEl>
                                          <p:spTgt spid="13"/>
                                        </p:tgtEl>
                                        <p:attrNameLst>
                                          <p:attrName>style.visibility</p:attrName>
                                        </p:attrNameLst>
                                      </p:cBhvr>
                                      <p:to>
                                        <p:strVal val="visible"/>
                                      </p:to>
                                    </p:set>
                                    <p:animEffect transition="in" filter="dissolve">
                                      <p:cBhvr>
                                        <p:cTn id="114" dur="500"/>
                                        <p:tgtEl>
                                          <p:spTgt spid="13"/>
                                        </p:tgtEl>
                                      </p:cBhvr>
                                    </p:animEffect>
                                  </p:childTnLst>
                                </p:cTn>
                              </p:par>
                            </p:childTnLst>
                          </p:cTn>
                        </p:par>
                        <p:par>
                          <p:cTn id="115" fill="hold">
                            <p:stCondLst>
                              <p:cond delay="3000"/>
                            </p:stCondLst>
                            <p:childTnLst>
                              <p:par>
                                <p:cTn id="116" presetID="9" presetClass="entr" presetSubtype="0" fill="hold" nodeType="afterEffect">
                                  <p:stCondLst>
                                    <p:cond delay="0"/>
                                  </p:stCondLst>
                                  <p:childTnLst>
                                    <p:set>
                                      <p:cBhvr>
                                        <p:cTn id="117" dur="1" fill="hold">
                                          <p:stCondLst>
                                            <p:cond delay="0"/>
                                          </p:stCondLst>
                                        </p:cTn>
                                        <p:tgtEl>
                                          <p:spTgt spid="24"/>
                                        </p:tgtEl>
                                        <p:attrNameLst>
                                          <p:attrName>style.visibility</p:attrName>
                                        </p:attrNameLst>
                                      </p:cBhvr>
                                      <p:to>
                                        <p:strVal val="visible"/>
                                      </p:to>
                                    </p:set>
                                    <p:animEffect transition="in" filter="dissolve">
                                      <p:cBhvr>
                                        <p:cTn id="118" dur="500"/>
                                        <p:tgtEl>
                                          <p:spTgt spid="24"/>
                                        </p:tgtEl>
                                      </p:cBhvr>
                                    </p:animEffect>
                                  </p:childTnLst>
                                </p:cTn>
                              </p:par>
                              <p:par>
                                <p:cTn id="119" presetID="9" presetClass="entr" presetSubtype="0" fill="hold" nodeType="withEffect">
                                  <p:stCondLst>
                                    <p:cond delay="0"/>
                                  </p:stCondLst>
                                  <p:childTnLst>
                                    <p:set>
                                      <p:cBhvr>
                                        <p:cTn id="120" dur="1" fill="hold">
                                          <p:stCondLst>
                                            <p:cond delay="0"/>
                                          </p:stCondLst>
                                        </p:cTn>
                                        <p:tgtEl>
                                          <p:spTgt spid="28"/>
                                        </p:tgtEl>
                                        <p:attrNameLst>
                                          <p:attrName>style.visibility</p:attrName>
                                        </p:attrNameLst>
                                      </p:cBhvr>
                                      <p:to>
                                        <p:strVal val="visible"/>
                                      </p:to>
                                    </p:set>
                                    <p:animEffect transition="in" filter="dissolve">
                                      <p:cBhvr>
                                        <p:cTn id="121" dur="500"/>
                                        <p:tgtEl>
                                          <p:spTgt spid="28"/>
                                        </p:tgtEl>
                                      </p:cBhvr>
                                    </p:animEffect>
                                  </p:childTnLst>
                                </p:cTn>
                              </p:par>
                            </p:childTnLst>
                          </p:cTn>
                        </p:par>
                        <p:par>
                          <p:cTn id="122" fill="hold">
                            <p:stCondLst>
                              <p:cond delay="3500"/>
                            </p:stCondLst>
                            <p:childTnLst>
                              <p:par>
                                <p:cTn id="123" presetID="53" presetClass="entr" presetSubtype="16" fill="hold" nodeType="afterEffect">
                                  <p:stCondLst>
                                    <p:cond delay="0"/>
                                  </p:stCondLst>
                                  <p:childTnLst>
                                    <p:set>
                                      <p:cBhvr>
                                        <p:cTn id="124" dur="1" fill="hold">
                                          <p:stCondLst>
                                            <p:cond delay="0"/>
                                          </p:stCondLst>
                                        </p:cTn>
                                        <p:tgtEl>
                                          <p:spTgt spid="40"/>
                                        </p:tgtEl>
                                        <p:attrNameLst>
                                          <p:attrName>style.visibility</p:attrName>
                                        </p:attrNameLst>
                                      </p:cBhvr>
                                      <p:to>
                                        <p:strVal val="visible"/>
                                      </p:to>
                                    </p:set>
                                    <p:anim calcmode="lin" valueType="num">
                                      <p:cBhvr>
                                        <p:cTn id="125" dur="500" fill="hold"/>
                                        <p:tgtEl>
                                          <p:spTgt spid="40"/>
                                        </p:tgtEl>
                                        <p:attrNameLst>
                                          <p:attrName>ppt_w</p:attrName>
                                        </p:attrNameLst>
                                      </p:cBhvr>
                                      <p:tavLst>
                                        <p:tav tm="0">
                                          <p:val>
                                            <p:fltVal val="0"/>
                                          </p:val>
                                        </p:tav>
                                        <p:tav tm="100000">
                                          <p:val>
                                            <p:strVal val="#ppt_w"/>
                                          </p:val>
                                        </p:tav>
                                      </p:tavLst>
                                    </p:anim>
                                    <p:anim calcmode="lin" valueType="num">
                                      <p:cBhvr>
                                        <p:cTn id="126" dur="500" fill="hold"/>
                                        <p:tgtEl>
                                          <p:spTgt spid="40"/>
                                        </p:tgtEl>
                                        <p:attrNameLst>
                                          <p:attrName>ppt_h</p:attrName>
                                        </p:attrNameLst>
                                      </p:cBhvr>
                                      <p:tavLst>
                                        <p:tav tm="0">
                                          <p:val>
                                            <p:fltVal val="0"/>
                                          </p:val>
                                        </p:tav>
                                        <p:tav tm="100000">
                                          <p:val>
                                            <p:strVal val="#ppt_h"/>
                                          </p:val>
                                        </p:tav>
                                      </p:tavLst>
                                    </p:anim>
                                    <p:animEffect transition="in" filter="fade">
                                      <p:cBhvr>
                                        <p:cTn id="127" dur="500"/>
                                        <p:tgtEl>
                                          <p:spTgt spid="40"/>
                                        </p:tgtEl>
                                      </p:cBhvr>
                                    </p:animEffect>
                                  </p:childTnLst>
                                </p:cTn>
                              </p:par>
                              <p:par>
                                <p:cTn id="128" presetID="9" presetClass="entr" presetSubtype="0" fill="hold" grpId="0" nodeType="withEffect">
                                  <p:stCondLst>
                                    <p:cond delay="0"/>
                                  </p:stCondLst>
                                  <p:childTnLst>
                                    <p:set>
                                      <p:cBhvr>
                                        <p:cTn id="129" dur="1" fill="hold">
                                          <p:stCondLst>
                                            <p:cond delay="0"/>
                                          </p:stCondLst>
                                        </p:cTn>
                                        <p:tgtEl>
                                          <p:spTgt spid="46"/>
                                        </p:tgtEl>
                                        <p:attrNameLst>
                                          <p:attrName>style.visibility</p:attrName>
                                        </p:attrNameLst>
                                      </p:cBhvr>
                                      <p:to>
                                        <p:strVal val="visible"/>
                                      </p:to>
                                    </p:set>
                                    <p:animEffect transition="in" filter="dissolve">
                                      <p:cBhvr>
                                        <p:cTn id="130" dur="500"/>
                                        <p:tgtEl>
                                          <p:spTgt spid="46"/>
                                        </p:tgtEl>
                                      </p:cBhvr>
                                    </p:animEffect>
                                  </p:childTnLst>
                                </p:cTn>
                              </p:par>
                              <p:par>
                                <p:cTn id="131" presetID="53" presetClass="entr" presetSubtype="16" fill="hold" nodeType="withEffect">
                                  <p:stCondLst>
                                    <p:cond delay="0"/>
                                  </p:stCondLst>
                                  <p:childTnLst>
                                    <p:set>
                                      <p:cBhvr>
                                        <p:cTn id="132" dur="1" fill="hold">
                                          <p:stCondLst>
                                            <p:cond delay="0"/>
                                          </p:stCondLst>
                                        </p:cTn>
                                        <p:tgtEl>
                                          <p:spTgt spid="43"/>
                                        </p:tgtEl>
                                        <p:attrNameLst>
                                          <p:attrName>style.visibility</p:attrName>
                                        </p:attrNameLst>
                                      </p:cBhvr>
                                      <p:to>
                                        <p:strVal val="visible"/>
                                      </p:to>
                                    </p:set>
                                    <p:anim calcmode="lin" valueType="num">
                                      <p:cBhvr>
                                        <p:cTn id="133" dur="500" fill="hold"/>
                                        <p:tgtEl>
                                          <p:spTgt spid="43"/>
                                        </p:tgtEl>
                                        <p:attrNameLst>
                                          <p:attrName>ppt_w</p:attrName>
                                        </p:attrNameLst>
                                      </p:cBhvr>
                                      <p:tavLst>
                                        <p:tav tm="0">
                                          <p:val>
                                            <p:fltVal val="0"/>
                                          </p:val>
                                        </p:tav>
                                        <p:tav tm="100000">
                                          <p:val>
                                            <p:strVal val="#ppt_w"/>
                                          </p:val>
                                        </p:tav>
                                      </p:tavLst>
                                    </p:anim>
                                    <p:anim calcmode="lin" valueType="num">
                                      <p:cBhvr>
                                        <p:cTn id="134" dur="500" fill="hold"/>
                                        <p:tgtEl>
                                          <p:spTgt spid="43"/>
                                        </p:tgtEl>
                                        <p:attrNameLst>
                                          <p:attrName>ppt_h</p:attrName>
                                        </p:attrNameLst>
                                      </p:cBhvr>
                                      <p:tavLst>
                                        <p:tav tm="0">
                                          <p:val>
                                            <p:fltVal val="0"/>
                                          </p:val>
                                        </p:tav>
                                        <p:tav tm="100000">
                                          <p:val>
                                            <p:strVal val="#ppt_h"/>
                                          </p:val>
                                        </p:tav>
                                      </p:tavLst>
                                    </p:anim>
                                    <p:animEffect transition="in" filter="fade">
                                      <p:cBhvr>
                                        <p:cTn id="135" dur="500"/>
                                        <p:tgtEl>
                                          <p:spTgt spid="43"/>
                                        </p:tgtEl>
                                      </p:cBhvr>
                                    </p:animEffect>
                                  </p:childTnLst>
                                </p:cTn>
                              </p:par>
                              <p:par>
                                <p:cTn id="136" presetID="9" presetClass="entr" presetSubtype="0" fill="hold" grpId="0" nodeType="withEffect">
                                  <p:stCondLst>
                                    <p:cond delay="0"/>
                                  </p:stCondLst>
                                  <p:childTnLst>
                                    <p:set>
                                      <p:cBhvr>
                                        <p:cTn id="137" dur="1" fill="hold">
                                          <p:stCondLst>
                                            <p:cond delay="0"/>
                                          </p:stCondLst>
                                        </p:cTn>
                                        <p:tgtEl>
                                          <p:spTgt spid="47"/>
                                        </p:tgtEl>
                                        <p:attrNameLst>
                                          <p:attrName>style.visibility</p:attrName>
                                        </p:attrNameLst>
                                      </p:cBhvr>
                                      <p:to>
                                        <p:strVal val="visible"/>
                                      </p:to>
                                    </p:set>
                                    <p:animEffect transition="in" filter="dissolve">
                                      <p:cBhvr>
                                        <p:cTn id="138" dur="500"/>
                                        <p:tgtEl>
                                          <p:spTgt spid="47"/>
                                        </p:tgtEl>
                                      </p:cBhvr>
                                    </p:animEffect>
                                  </p:childTnLst>
                                </p:cTn>
                              </p:par>
                            </p:childTnLst>
                          </p:cTn>
                        </p:par>
                        <p:par>
                          <p:cTn id="139" fill="hold">
                            <p:stCondLst>
                              <p:cond delay="4000"/>
                            </p:stCondLst>
                            <p:childTnLst>
                              <p:par>
                                <p:cTn id="140" presetID="42" presetClass="entr" presetSubtype="0" fill="hold" nodeType="afterEffect">
                                  <p:stCondLst>
                                    <p:cond delay="0"/>
                                  </p:stCondLst>
                                  <p:childTnLst>
                                    <p:set>
                                      <p:cBhvr>
                                        <p:cTn id="141" dur="1" fill="hold">
                                          <p:stCondLst>
                                            <p:cond delay="0"/>
                                          </p:stCondLst>
                                        </p:cTn>
                                        <p:tgtEl>
                                          <p:spTgt spid="41">
                                            <p:txEl>
                                              <p:pRg st="0" end="0"/>
                                            </p:txEl>
                                          </p:spTgt>
                                        </p:tgtEl>
                                        <p:attrNameLst>
                                          <p:attrName>style.visibility</p:attrName>
                                        </p:attrNameLst>
                                      </p:cBhvr>
                                      <p:to>
                                        <p:strVal val="visible"/>
                                      </p:to>
                                    </p:set>
                                    <p:animEffect transition="in" filter="fade">
                                      <p:cBhvr>
                                        <p:cTn id="142" dur="1000"/>
                                        <p:tgtEl>
                                          <p:spTgt spid="41">
                                            <p:txEl>
                                              <p:pRg st="0" end="0"/>
                                            </p:txEl>
                                          </p:spTgt>
                                        </p:tgtEl>
                                      </p:cBhvr>
                                    </p:animEffect>
                                    <p:anim calcmode="lin" valueType="num">
                                      <p:cBhvr>
                                        <p:cTn id="143" dur="100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144" dur="100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par>
                          <p:cTn id="145" fill="hold">
                            <p:stCondLst>
                              <p:cond delay="5000"/>
                            </p:stCondLst>
                            <p:childTnLst>
                              <p:par>
                                <p:cTn id="146" presetID="42" presetClass="entr" presetSubtype="0" fill="hold" nodeType="afterEffect">
                                  <p:stCondLst>
                                    <p:cond delay="0"/>
                                  </p:stCondLst>
                                  <p:childTnLst>
                                    <p:set>
                                      <p:cBhvr>
                                        <p:cTn id="147" dur="1" fill="hold">
                                          <p:stCondLst>
                                            <p:cond delay="0"/>
                                          </p:stCondLst>
                                        </p:cTn>
                                        <p:tgtEl>
                                          <p:spTgt spid="41">
                                            <p:txEl>
                                              <p:pRg st="1" end="1"/>
                                            </p:txEl>
                                          </p:spTgt>
                                        </p:tgtEl>
                                        <p:attrNameLst>
                                          <p:attrName>style.visibility</p:attrName>
                                        </p:attrNameLst>
                                      </p:cBhvr>
                                      <p:to>
                                        <p:strVal val="visible"/>
                                      </p:to>
                                    </p:set>
                                    <p:animEffect transition="in" filter="fade">
                                      <p:cBhvr>
                                        <p:cTn id="148" dur="1000"/>
                                        <p:tgtEl>
                                          <p:spTgt spid="41">
                                            <p:txEl>
                                              <p:pRg st="1" end="1"/>
                                            </p:txEl>
                                          </p:spTgt>
                                        </p:tgtEl>
                                      </p:cBhvr>
                                    </p:animEffect>
                                    <p:anim calcmode="lin" valueType="num">
                                      <p:cBhvr>
                                        <p:cTn id="149" dur="1000" fill="hold"/>
                                        <p:tgtEl>
                                          <p:spTgt spid="41">
                                            <p:txEl>
                                              <p:pRg st="1" end="1"/>
                                            </p:txEl>
                                          </p:spTgt>
                                        </p:tgtEl>
                                        <p:attrNameLst>
                                          <p:attrName>ppt_x</p:attrName>
                                        </p:attrNameLst>
                                      </p:cBhvr>
                                      <p:tavLst>
                                        <p:tav tm="0">
                                          <p:val>
                                            <p:strVal val="#ppt_x"/>
                                          </p:val>
                                        </p:tav>
                                        <p:tav tm="100000">
                                          <p:val>
                                            <p:strVal val="#ppt_x"/>
                                          </p:val>
                                        </p:tav>
                                      </p:tavLst>
                                    </p:anim>
                                    <p:anim calcmode="lin" valueType="num">
                                      <p:cBhvr>
                                        <p:cTn id="150" dur="1000" fill="hold"/>
                                        <p:tgtEl>
                                          <p:spTgt spid="41">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9" presetClass="entr" presetSubtype="0" fill="hold" grpId="0" nodeType="clickEffect">
                                  <p:stCondLst>
                                    <p:cond delay="0"/>
                                  </p:stCondLst>
                                  <p:childTnLst>
                                    <p:set>
                                      <p:cBhvr>
                                        <p:cTn id="154" dur="1" fill="hold">
                                          <p:stCondLst>
                                            <p:cond delay="0"/>
                                          </p:stCondLst>
                                        </p:cTn>
                                        <p:tgtEl>
                                          <p:spTgt spid="42"/>
                                        </p:tgtEl>
                                        <p:attrNameLst>
                                          <p:attrName>style.visibility</p:attrName>
                                        </p:attrNameLst>
                                      </p:cBhvr>
                                      <p:to>
                                        <p:strVal val="visible"/>
                                      </p:to>
                                    </p:set>
                                    <p:animEffect transition="in" filter="dissolve">
                                      <p:cBhvr>
                                        <p:cTn id="155" dur="500"/>
                                        <p:tgtEl>
                                          <p:spTgt spid="42"/>
                                        </p:tgtEl>
                                      </p:cBhvr>
                                    </p:animEffect>
                                  </p:childTnLst>
                                </p:cTn>
                              </p:par>
                            </p:childTnLst>
                          </p:cTn>
                        </p:par>
                        <p:par>
                          <p:cTn id="156" fill="hold">
                            <p:stCondLst>
                              <p:cond delay="500"/>
                            </p:stCondLst>
                            <p:childTnLst>
                              <p:par>
                                <p:cTn id="157" presetID="9" presetClass="entr" presetSubtype="0" fill="hold" grpId="0" nodeType="afterEffect">
                                  <p:stCondLst>
                                    <p:cond delay="0"/>
                                  </p:stCondLst>
                                  <p:childTnLst>
                                    <p:set>
                                      <p:cBhvr>
                                        <p:cTn id="158" dur="1" fill="hold">
                                          <p:stCondLst>
                                            <p:cond delay="0"/>
                                          </p:stCondLst>
                                        </p:cTn>
                                        <p:tgtEl>
                                          <p:spTgt spid="44"/>
                                        </p:tgtEl>
                                        <p:attrNameLst>
                                          <p:attrName>style.visibility</p:attrName>
                                        </p:attrNameLst>
                                      </p:cBhvr>
                                      <p:to>
                                        <p:strVal val="visible"/>
                                      </p:to>
                                    </p:set>
                                    <p:animEffect transition="in" filter="dissolve">
                                      <p:cBhvr>
                                        <p:cTn id="159" dur="500"/>
                                        <p:tgtEl>
                                          <p:spTgt spid="44"/>
                                        </p:tgtEl>
                                      </p:cBhvr>
                                    </p:animEffect>
                                  </p:childTnLst>
                                </p:cTn>
                              </p:par>
                              <p:par>
                                <p:cTn id="160" presetID="9" presetClass="entr" presetSubtype="0" fill="hold" grpId="0" nodeType="withEffect">
                                  <p:stCondLst>
                                    <p:cond delay="0"/>
                                  </p:stCondLst>
                                  <p:childTnLst>
                                    <p:set>
                                      <p:cBhvr>
                                        <p:cTn id="161" dur="1" fill="hold">
                                          <p:stCondLst>
                                            <p:cond delay="0"/>
                                          </p:stCondLst>
                                        </p:cTn>
                                        <p:tgtEl>
                                          <p:spTgt spid="45"/>
                                        </p:tgtEl>
                                        <p:attrNameLst>
                                          <p:attrName>style.visibility</p:attrName>
                                        </p:attrNameLst>
                                      </p:cBhvr>
                                      <p:to>
                                        <p:strVal val="visible"/>
                                      </p:to>
                                    </p:set>
                                    <p:animEffect transition="in" filter="dissolve">
                                      <p:cBhvr>
                                        <p:cTn id="162" dur="500"/>
                                        <p:tgtEl>
                                          <p:spTgt spid="45"/>
                                        </p:tgtEl>
                                      </p:cBhvr>
                                    </p:animEffect>
                                  </p:childTnLst>
                                </p:cTn>
                              </p:par>
                              <p:par>
                                <p:cTn id="163" presetID="9" presetClass="entr" presetSubtype="0" fill="hold" grpId="0" nodeType="withEffect">
                                  <p:stCondLst>
                                    <p:cond delay="0"/>
                                  </p:stCondLst>
                                  <p:childTnLst>
                                    <p:set>
                                      <p:cBhvr>
                                        <p:cTn id="164" dur="1" fill="hold">
                                          <p:stCondLst>
                                            <p:cond delay="0"/>
                                          </p:stCondLst>
                                        </p:cTn>
                                        <p:tgtEl>
                                          <p:spTgt spid="48"/>
                                        </p:tgtEl>
                                        <p:attrNameLst>
                                          <p:attrName>style.visibility</p:attrName>
                                        </p:attrNameLst>
                                      </p:cBhvr>
                                      <p:to>
                                        <p:strVal val="visible"/>
                                      </p:to>
                                    </p:set>
                                    <p:animEffect transition="in" filter="dissolve">
                                      <p:cBhvr>
                                        <p:cTn id="165" dur="500"/>
                                        <p:tgtEl>
                                          <p:spTgt spid="48"/>
                                        </p:tgtEl>
                                      </p:cBhvr>
                                    </p:animEffect>
                                  </p:childTnLst>
                                </p:cTn>
                              </p:par>
                              <p:par>
                                <p:cTn id="166" presetID="9" presetClass="entr" presetSubtype="0" fill="hold" grpId="0" nodeType="withEffect">
                                  <p:stCondLst>
                                    <p:cond delay="0"/>
                                  </p:stCondLst>
                                  <p:childTnLst>
                                    <p:set>
                                      <p:cBhvr>
                                        <p:cTn id="167" dur="1" fill="hold">
                                          <p:stCondLst>
                                            <p:cond delay="0"/>
                                          </p:stCondLst>
                                        </p:cTn>
                                        <p:tgtEl>
                                          <p:spTgt spid="49"/>
                                        </p:tgtEl>
                                        <p:attrNameLst>
                                          <p:attrName>style.visibility</p:attrName>
                                        </p:attrNameLst>
                                      </p:cBhvr>
                                      <p:to>
                                        <p:strVal val="visible"/>
                                      </p:to>
                                    </p:set>
                                    <p:animEffect transition="in" filter="dissolve">
                                      <p:cBhvr>
                                        <p:cTn id="168" dur="500"/>
                                        <p:tgtEl>
                                          <p:spTgt spid="49"/>
                                        </p:tgtEl>
                                      </p:cBhvr>
                                    </p:animEffect>
                                  </p:childTnLst>
                                </p:cTn>
                              </p:par>
                              <p:par>
                                <p:cTn id="169" presetID="9" presetClass="entr" presetSubtype="0" fill="hold" grpId="0" nodeType="withEffect">
                                  <p:stCondLst>
                                    <p:cond delay="0"/>
                                  </p:stCondLst>
                                  <p:childTnLst>
                                    <p:set>
                                      <p:cBhvr>
                                        <p:cTn id="170" dur="1" fill="hold">
                                          <p:stCondLst>
                                            <p:cond delay="0"/>
                                          </p:stCondLst>
                                        </p:cTn>
                                        <p:tgtEl>
                                          <p:spTgt spid="50"/>
                                        </p:tgtEl>
                                        <p:attrNameLst>
                                          <p:attrName>style.visibility</p:attrName>
                                        </p:attrNameLst>
                                      </p:cBhvr>
                                      <p:to>
                                        <p:strVal val="visible"/>
                                      </p:to>
                                    </p:set>
                                    <p:animEffect transition="in" filter="dissolve">
                                      <p:cBhvr>
                                        <p:cTn id="171" dur="500"/>
                                        <p:tgtEl>
                                          <p:spTgt spid="50"/>
                                        </p:tgtEl>
                                      </p:cBhvr>
                                    </p:animEffect>
                                  </p:childTnLst>
                                </p:cTn>
                              </p:par>
                              <p:par>
                                <p:cTn id="172" presetID="9" presetClass="entr" presetSubtype="0" fill="hold" grpId="0" nodeType="withEffect">
                                  <p:stCondLst>
                                    <p:cond delay="0"/>
                                  </p:stCondLst>
                                  <p:childTnLst>
                                    <p:set>
                                      <p:cBhvr>
                                        <p:cTn id="173" dur="1" fill="hold">
                                          <p:stCondLst>
                                            <p:cond delay="0"/>
                                          </p:stCondLst>
                                        </p:cTn>
                                        <p:tgtEl>
                                          <p:spTgt spid="51"/>
                                        </p:tgtEl>
                                        <p:attrNameLst>
                                          <p:attrName>style.visibility</p:attrName>
                                        </p:attrNameLst>
                                      </p:cBhvr>
                                      <p:to>
                                        <p:strVal val="visible"/>
                                      </p:to>
                                    </p:set>
                                    <p:animEffect transition="in" filter="dissolve">
                                      <p:cBhvr>
                                        <p:cTn id="174" dur="500"/>
                                        <p:tgtEl>
                                          <p:spTgt spid="51"/>
                                        </p:tgtEl>
                                      </p:cBhvr>
                                    </p:animEffect>
                                  </p:childTnLst>
                                </p:cTn>
                              </p:par>
                            </p:childTnLst>
                          </p:cTn>
                        </p:par>
                      </p:childTnLst>
                    </p:cTn>
                  </p:par>
                  <p:par>
                    <p:cTn id="175" fill="hold">
                      <p:stCondLst>
                        <p:cond delay="indefinite"/>
                      </p:stCondLst>
                      <p:childTnLst>
                        <p:par>
                          <p:cTn id="176" fill="hold">
                            <p:stCondLst>
                              <p:cond delay="0"/>
                            </p:stCondLst>
                            <p:childTnLst>
                              <p:par>
                                <p:cTn id="177" presetID="9" presetClass="entr" presetSubtype="0" fill="hold" grpId="0" nodeType="clickEffect">
                                  <p:stCondLst>
                                    <p:cond delay="0"/>
                                  </p:stCondLst>
                                  <p:childTnLst>
                                    <p:set>
                                      <p:cBhvr>
                                        <p:cTn id="178" dur="1" fill="hold">
                                          <p:stCondLst>
                                            <p:cond delay="0"/>
                                          </p:stCondLst>
                                        </p:cTn>
                                        <p:tgtEl>
                                          <p:spTgt spid="52"/>
                                        </p:tgtEl>
                                        <p:attrNameLst>
                                          <p:attrName>style.visibility</p:attrName>
                                        </p:attrNameLst>
                                      </p:cBhvr>
                                      <p:to>
                                        <p:strVal val="visible"/>
                                      </p:to>
                                    </p:set>
                                    <p:animEffect transition="in" filter="dissolve">
                                      <p:cBhvr>
                                        <p:cTn id="179" dur="500"/>
                                        <p:tgtEl>
                                          <p:spTgt spid="52"/>
                                        </p:tgtEl>
                                      </p:cBhvr>
                                    </p:animEffect>
                                  </p:childTnLst>
                                </p:cTn>
                              </p:par>
                            </p:childTnLst>
                          </p:cTn>
                        </p:par>
                        <p:par>
                          <p:cTn id="180" fill="hold">
                            <p:stCondLst>
                              <p:cond delay="500"/>
                            </p:stCondLst>
                            <p:childTnLst>
                              <p:par>
                                <p:cTn id="181" presetID="22" presetClass="entr" presetSubtype="8" fill="hold" nodeType="afterEffect">
                                  <p:stCondLst>
                                    <p:cond delay="0"/>
                                  </p:stCondLst>
                                  <p:childTnLst>
                                    <p:set>
                                      <p:cBhvr>
                                        <p:cTn id="182" dur="1" fill="hold">
                                          <p:stCondLst>
                                            <p:cond delay="0"/>
                                          </p:stCondLst>
                                        </p:cTn>
                                        <p:tgtEl>
                                          <p:spTgt spid="53"/>
                                        </p:tgtEl>
                                        <p:attrNameLst>
                                          <p:attrName>style.visibility</p:attrName>
                                        </p:attrNameLst>
                                      </p:cBhvr>
                                      <p:to>
                                        <p:strVal val="visible"/>
                                      </p:to>
                                    </p:set>
                                    <p:animEffect transition="in" filter="wipe(left)">
                                      <p:cBhvr>
                                        <p:cTn id="183" dur="500"/>
                                        <p:tgtEl>
                                          <p:spTgt spid="53"/>
                                        </p:tgtEl>
                                      </p:cBhvr>
                                    </p:animEffect>
                                  </p:childTnLst>
                                </p:cTn>
                              </p:par>
                            </p:childTnLst>
                          </p:cTn>
                        </p:par>
                        <p:par>
                          <p:cTn id="184" fill="hold">
                            <p:stCondLst>
                              <p:cond delay="1000"/>
                            </p:stCondLst>
                            <p:childTnLst>
                              <p:par>
                                <p:cTn id="185" presetID="9" presetClass="entr" presetSubtype="0" fill="hold" grpId="0" nodeType="afterEffect">
                                  <p:stCondLst>
                                    <p:cond delay="0"/>
                                  </p:stCondLst>
                                  <p:childTnLst>
                                    <p:set>
                                      <p:cBhvr>
                                        <p:cTn id="186" dur="1" fill="hold">
                                          <p:stCondLst>
                                            <p:cond delay="0"/>
                                          </p:stCondLst>
                                        </p:cTn>
                                        <p:tgtEl>
                                          <p:spTgt spid="54"/>
                                        </p:tgtEl>
                                        <p:attrNameLst>
                                          <p:attrName>style.visibility</p:attrName>
                                        </p:attrNameLst>
                                      </p:cBhvr>
                                      <p:to>
                                        <p:strVal val="visible"/>
                                      </p:to>
                                    </p:set>
                                    <p:animEffect transition="in" filter="dissolve">
                                      <p:cBhvr>
                                        <p:cTn id="187" dur="500"/>
                                        <p:tgtEl>
                                          <p:spTgt spid="54"/>
                                        </p:tgtEl>
                                      </p:cBhvr>
                                    </p:animEffect>
                                  </p:childTnLst>
                                </p:cTn>
                              </p:par>
                            </p:childTnLst>
                          </p:cTn>
                        </p:par>
                        <p:par>
                          <p:cTn id="188" fill="hold">
                            <p:stCondLst>
                              <p:cond delay="1500"/>
                            </p:stCondLst>
                            <p:childTnLst>
                              <p:par>
                                <p:cTn id="189" presetID="22" presetClass="entr" presetSubtype="8" fill="hold" nodeType="afterEffect">
                                  <p:stCondLst>
                                    <p:cond delay="0"/>
                                  </p:stCondLst>
                                  <p:childTnLst>
                                    <p:set>
                                      <p:cBhvr>
                                        <p:cTn id="190" dur="1" fill="hold">
                                          <p:stCondLst>
                                            <p:cond delay="0"/>
                                          </p:stCondLst>
                                        </p:cTn>
                                        <p:tgtEl>
                                          <p:spTgt spid="55"/>
                                        </p:tgtEl>
                                        <p:attrNameLst>
                                          <p:attrName>style.visibility</p:attrName>
                                        </p:attrNameLst>
                                      </p:cBhvr>
                                      <p:to>
                                        <p:strVal val="visible"/>
                                      </p:to>
                                    </p:set>
                                    <p:animEffect transition="in" filter="wipe(left)">
                                      <p:cBhvr>
                                        <p:cTn id="191" dur="500"/>
                                        <p:tgtEl>
                                          <p:spTgt spid="55"/>
                                        </p:tgtEl>
                                      </p:cBhvr>
                                    </p:animEffect>
                                  </p:childTnLst>
                                </p:cTn>
                              </p:par>
                            </p:childTnLst>
                          </p:cTn>
                        </p:par>
                        <p:par>
                          <p:cTn id="192" fill="hold">
                            <p:stCondLst>
                              <p:cond delay="2000"/>
                            </p:stCondLst>
                            <p:childTnLst>
                              <p:par>
                                <p:cTn id="193" presetID="9" presetClass="entr" presetSubtype="0" fill="hold" grpId="0" nodeType="afterEffect">
                                  <p:stCondLst>
                                    <p:cond delay="0"/>
                                  </p:stCondLst>
                                  <p:childTnLst>
                                    <p:set>
                                      <p:cBhvr>
                                        <p:cTn id="194" dur="1" fill="hold">
                                          <p:stCondLst>
                                            <p:cond delay="0"/>
                                          </p:stCondLst>
                                        </p:cTn>
                                        <p:tgtEl>
                                          <p:spTgt spid="56"/>
                                        </p:tgtEl>
                                        <p:attrNameLst>
                                          <p:attrName>style.visibility</p:attrName>
                                        </p:attrNameLst>
                                      </p:cBhvr>
                                      <p:to>
                                        <p:strVal val="visible"/>
                                      </p:to>
                                    </p:set>
                                    <p:animEffect transition="in" filter="dissolve">
                                      <p:cBhvr>
                                        <p:cTn id="195" dur="500"/>
                                        <p:tgtEl>
                                          <p:spTgt spid="56"/>
                                        </p:tgtEl>
                                      </p:cBhvr>
                                    </p:animEffect>
                                  </p:childTnLst>
                                </p:cTn>
                              </p:par>
                            </p:childTnLst>
                          </p:cTn>
                        </p:par>
                        <p:par>
                          <p:cTn id="196" fill="hold">
                            <p:stCondLst>
                              <p:cond delay="2500"/>
                            </p:stCondLst>
                            <p:childTnLst>
                              <p:par>
                                <p:cTn id="197" presetID="22" presetClass="entr" presetSubtype="8" fill="hold" nodeType="afterEffect">
                                  <p:stCondLst>
                                    <p:cond delay="0"/>
                                  </p:stCondLst>
                                  <p:childTnLst>
                                    <p:set>
                                      <p:cBhvr>
                                        <p:cTn id="198" dur="1" fill="hold">
                                          <p:stCondLst>
                                            <p:cond delay="0"/>
                                          </p:stCondLst>
                                        </p:cTn>
                                        <p:tgtEl>
                                          <p:spTgt spid="57"/>
                                        </p:tgtEl>
                                        <p:attrNameLst>
                                          <p:attrName>style.visibility</p:attrName>
                                        </p:attrNameLst>
                                      </p:cBhvr>
                                      <p:to>
                                        <p:strVal val="visible"/>
                                      </p:to>
                                    </p:set>
                                    <p:animEffect transition="in" filter="wipe(left)">
                                      <p:cBhvr>
                                        <p:cTn id="199" dur="500"/>
                                        <p:tgtEl>
                                          <p:spTgt spid="57"/>
                                        </p:tgtEl>
                                      </p:cBhvr>
                                    </p:animEffect>
                                  </p:childTnLst>
                                </p:cTn>
                              </p:par>
                            </p:childTnLst>
                          </p:cTn>
                        </p:par>
                        <p:par>
                          <p:cTn id="200" fill="hold">
                            <p:stCondLst>
                              <p:cond delay="3000"/>
                            </p:stCondLst>
                            <p:childTnLst>
                              <p:par>
                                <p:cTn id="201" presetID="9" presetClass="entr" presetSubtype="0" fill="hold" grpId="0" nodeType="afterEffect">
                                  <p:stCondLst>
                                    <p:cond delay="0"/>
                                  </p:stCondLst>
                                  <p:childTnLst>
                                    <p:set>
                                      <p:cBhvr>
                                        <p:cTn id="202" dur="1" fill="hold">
                                          <p:stCondLst>
                                            <p:cond delay="0"/>
                                          </p:stCondLst>
                                        </p:cTn>
                                        <p:tgtEl>
                                          <p:spTgt spid="58"/>
                                        </p:tgtEl>
                                        <p:attrNameLst>
                                          <p:attrName>style.visibility</p:attrName>
                                        </p:attrNameLst>
                                      </p:cBhvr>
                                      <p:to>
                                        <p:strVal val="visible"/>
                                      </p:to>
                                    </p:set>
                                    <p:animEffect transition="in" filter="dissolve">
                                      <p:cBhvr>
                                        <p:cTn id="203"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86" grpId="0" animBg="1"/>
      <p:bldP spid="635" grpId="0" animBg="1"/>
      <p:bldP spid="634" grpId="0" animBg="1"/>
      <p:bldP spid="522" grpId="0" animBg="1"/>
      <p:bldP spid="523" grpId="0" animBg="1"/>
      <p:bldP spid="9" grpId="0"/>
      <p:bldP spid="13" grpId="0"/>
      <p:bldP spid="20" grpId="0"/>
      <p:bldP spid="21" grpId="0"/>
      <p:bldP spid="22" grpId="0"/>
      <p:bldP spid="23" grpId="0"/>
      <p:bldP spid="46" grpId="0"/>
      <p:bldP spid="47" grpId="0"/>
      <p:bldP spid="42" grpId="0" animBg="1"/>
      <p:bldP spid="44" grpId="0"/>
      <p:bldP spid="45" grpId="0"/>
      <p:bldP spid="48" grpId="0"/>
      <p:bldP spid="49" grpId="0"/>
      <p:bldP spid="50" grpId="0"/>
      <p:bldP spid="51" grpId="0"/>
      <p:bldP spid="52" grpId="0"/>
      <p:bldP spid="54" grpId="0"/>
      <p:bldP spid="56" grpId="0"/>
      <p:bldP spid="58"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مسیریابی دو سطحی</a:t>
            </a:r>
            <a:endParaRPr lang="fa-IR" sz="3600" b="1" dirty="0">
              <a:solidFill>
                <a:srgbClr val="0000FF"/>
              </a:solidFill>
              <a:latin typeface="IRANSans(FaNum)" panose="02040503050201020203" pitchFamily="18" charset="-78"/>
            </a:endParaRPr>
          </a:p>
        </p:txBody>
      </p:sp>
      <p:sp>
        <p:nvSpPr>
          <p:cNvPr id="59" name="Freeform 3">
            <a:extLst>
              <a:ext uri="{FF2B5EF4-FFF2-40B4-BE49-F238E27FC236}">
                <a16:creationId xmlns:a16="http://schemas.microsoft.com/office/drawing/2014/main" id="{89BAD7C2-8962-0AE5-5782-C03AE119298A}"/>
              </a:ext>
            </a:extLst>
          </p:cNvPr>
          <p:cNvSpPr>
            <a:spLocks/>
          </p:cNvSpPr>
          <p:nvPr/>
        </p:nvSpPr>
        <p:spPr bwMode="auto">
          <a:xfrm>
            <a:off x="9271877" y="3827144"/>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Freeform 4">
            <a:extLst>
              <a:ext uri="{FF2B5EF4-FFF2-40B4-BE49-F238E27FC236}">
                <a16:creationId xmlns:a16="http://schemas.microsoft.com/office/drawing/2014/main" id="{D9707A8F-75EF-54BE-B43C-C9A5764C5549}"/>
              </a:ext>
            </a:extLst>
          </p:cNvPr>
          <p:cNvSpPr>
            <a:spLocks/>
          </p:cNvSpPr>
          <p:nvPr/>
        </p:nvSpPr>
        <p:spPr bwMode="auto">
          <a:xfrm>
            <a:off x="5445322" y="3573506"/>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Freeform 5">
            <a:extLst>
              <a:ext uri="{FF2B5EF4-FFF2-40B4-BE49-F238E27FC236}">
                <a16:creationId xmlns:a16="http://schemas.microsoft.com/office/drawing/2014/main" id="{8E2F79D5-2E78-C05A-96D0-632F422B34DA}"/>
              </a:ext>
            </a:extLst>
          </p:cNvPr>
          <p:cNvSpPr>
            <a:spLocks/>
          </p:cNvSpPr>
          <p:nvPr/>
        </p:nvSpPr>
        <p:spPr bwMode="auto">
          <a:xfrm>
            <a:off x="6627889" y="4654419"/>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 name="Oval 6">
            <a:extLst>
              <a:ext uri="{FF2B5EF4-FFF2-40B4-BE49-F238E27FC236}">
                <a16:creationId xmlns:a16="http://schemas.microsoft.com/office/drawing/2014/main" id="{5A637EC8-0C6A-6DFA-8203-0D3FC76050A9}"/>
              </a:ext>
            </a:extLst>
          </p:cNvPr>
          <p:cNvSpPr>
            <a:spLocks noChangeArrowheads="1"/>
          </p:cNvSpPr>
          <p:nvPr/>
        </p:nvSpPr>
        <p:spPr bwMode="auto">
          <a:xfrm>
            <a:off x="5826372" y="4652944"/>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Line 7">
            <a:extLst>
              <a:ext uri="{FF2B5EF4-FFF2-40B4-BE49-F238E27FC236}">
                <a16:creationId xmlns:a16="http://schemas.microsoft.com/office/drawing/2014/main" id="{E5A95D8B-AF18-8A5D-32D1-7A183F0EB79B}"/>
              </a:ext>
            </a:extLst>
          </p:cNvPr>
          <p:cNvSpPr>
            <a:spLocks noChangeShapeType="1"/>
          </p:cNvSpPr>
          <p:nvPr/>
        </p:nvSpPr>
        <p:spPr bwMode="auto">
          <a:xfrm>
            <a:off x="5826372" y="4642622"/>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Line 8">
            <a:extLst>
              <a:ext uri="{FF2B5EF4-FFF2-40B4-BE49-F238E27FC236}">
                <a16:creationId xmlns:a16="http://schemas.microsoft.com/office/drawing/2014/main" id="{B497453D-9D3A-1B8D-5E11-BE53BB8DC948}"/>
              </a:ext>
            </a:extLst>
          </p:cNvPr>
          <p:cNvSpPr>
            <a:spLocks noChangeShapeType="1"/>
          </p:cNvSpPr>
          <p:nvPr/>
        </p:nvSpPr>
        <p:spPr bwMode="auto">
          <a:xfrm>
            <a:off x="6283339" y="4642622"/>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Rectangle 9">
            <a:extLst>
              <a:ext uri="{FF2B5EF4-FFF2-40B4-BE49-F238E27FC236}">
                <a16:creationId xmlns:a16="http://schemas.microsoft.com/office/drawing/2014/main" id="{DC06D8E9-B89D-72CF-56BC-87DA9560158B}"/>
              </a:ext>
            </a:extLst>
          </p:cNvPr>
          <p:cNvSpPr>
            <a:spLocks noChangeArrowheads="1"/>
          </p:cNvSpPr>
          <p:nvPr/>
        </p:nvSpPr>
        <p:spPr bwMode="auto">
          <a:xfrm>
            <a:off x="5826372" y="4642622"/>
            <a:ext cx="452588" cy="75207"/>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Oval 10">
            <a:extLst>
              <a:ext uri="{FF2B5EF4-FFF2-40B4-BE49-F238E27FC236}">
                <a16:creationId xmlns:a16="http://schemas.microsoft.com/office/drawing/2014/main" id="{41011DCE-AEE4-27CB-B141-CDD56090CCDE}"/>
              </a:ext>
            </a:extLst>
          </p:cNvPr>
          <p:cNvSpPr>
            <a:spLocks noChangeArrowheads="1"/>
          </p:cNvSpPr>
          <p:nvPr/>
        </p:nvSpPr>
        <p:spPr bwMode="auto">
          <a:xfrm>
            <a:off x="5821992" y="4555618"/>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1" name="Rectangle 11">
            <a:extLst>
              <a:ext uri="{FF2B5EF4-FFF2-40B4-BE49-F238E27FC236}">
                <a16:creationId xmlns:a16="http://schemas.microsoft.com/office/drawing/2014/main" id="{94067AE7-5C1C-B4F2-17F8-945CF52D4AED}"/>
              </a:ext>
            </a:extLst>
          </p:cNvPr>
          <p:cNvSpPr>
            <a:spLocks noChangeArrowheads="1"/>
          </p:cNvSpPr>
          <p:nvPr/>
        </p:nvSpPr>
        <p:spPr bwMode="auto">
          <a:xfrm>
            <a:off x="5949008" y="4574788"/>
            <a:ext cx="205854" cy="182856"/>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2" name="Text Box 12">
            <a:extLst>
              <a:ext uri="{FF2B5EF4-FFF2-40B4-BE49-F238E27FC236}">
                <a16:creationId xmlns:a16="http://schemas.microsoft.com/office/drawing/2014/main" id="{6BB1A792-022D-92F1-9F98-32A0164A8F8A}"/>
              </a:ext>
            </a:extLst>
          </p:cNvPr>
          <p:cNvSpPr txBox="1">
            <a:spLocks noChangeArrowheads="1"/>
          </p:cNvSpPr>
          <p:nvPr/>
        </p:nvSpPr>
        <p:spPr bwMode="auto">
          <a:xfrm>
            <a:off x="5823452" y="4478936"/>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3" name="Oval 13">
            <a:extLst>
              <a:ext uri="{FF2B5EF4-FFF2-40B4-BE49-F238E27FC236}">
                <a16:creationId xmlns:a16="http://schemas.microsoft.com/office/drawing/2014/main" id="{2524A804-7676-0861-D4B5-926D0102183B}"/>
              </a:ext>
            </a:extLst>
          </p:cNvPr>
          <p:cNvSpPr>
            <a:spLocks noChangeArrowheads="1"/>
          </p:cNvSpPr>
          <p:nvPr/>
        </p:nvSpPr>
        <p:spPr bwMode="auto">
          <a:xfrm>
            <a:off x="7604603" y="5546577"/>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4" name="Line 14">
            <a:extLst>
              <a:ext uri="{FF2B5EF4-FFF2-40B4-BE49-F238E27FC236}">
                <a16:creationId xmlns:a16="http://schemas.microsoft.com/office/drawing/2014/main" id="{6A457A3F-4058-DF15-E107-9F0F17C6DE9F}"/>
              </a:ext>
            </a:extLst>
          </p:cNvPr>
          <p:cNvSpPr>
            <a:spLocks noChangeShapeType="1"/>
          </p:cNvSpPr>
          <p:nvPr/>
        </p:nvSpPr>
        <p:spPr bwMode="auto">
          <a:xfrm>
            <a:off x="7604603" y="5536255"/>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5" name="Line 15">
            <a:extLst>
              <a:ext uri="{FF2B5EF4-FFF2-40B4-BE49-F238E27FC236}">
                <a16:creationId xmlns:a16="http://schemas.microsoft.com/office/drawing/2014/main" id="{B81B85F2-2FF6-2722-8096-02E99D655A14}"/>
              </a:ext>
            </a:extLst>
          </p:cNvPr>
          <p:cNvSpPr>
            <a:spLocks noChangeShapeType="1"/>
          </p:cNvSpPr>
          <p:nvPr/>
        </p:nvSpPr>
        <p:spPr bwMode="auto">
          <a:xfrm>
            <a:off x="8061570" y="5536255"/>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Rectangle 16">
            <a:extLst>
              <a:ext uri="{FF2B5EF4-FFF2-40B4-BE49-F238E27FC236}">
                <a16:creationId xmlns:a16="http://schemas.microsoft.com/office/drawing/2014/main" id="{0224F382-38B6-3022-CDF6-BCAB8E0AF863}"/>
              </a:ext>
            </a:extLst>
          </p:cNvPr>
          <p:cNvSpPr>
            <a:spLocks noChangeArrowheads="1"/>
          </p:cNvSpPr>
          <p:nvPr/>
        </p:nvSpPr>
        <p:spPr bwMode="auto">
          <a:xfrm>
            <a:off x="7604603" y="5536255"/>
            <a:ext cx="452588" cy="75207"/>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7" name="Oval 17">
            <a:extLst>
              <a:ext uri="{FF2B5EF4-FFF2-40B4-BE49-F238E27FC236}">
                <a16:creationId xmlns:a16="http://schemas.microsoft.com/office/drawing/2014/main" id="{5D79490E-CF47-E420-FD17-B07C8C84E295}"/>
              </a:ext>
            </a:extLst>
          </p:cNvPr>
          <p:cNvSpPr>
            <a:spLocks noChangeArrowheads="1"/>
          </p:cNvSpPr>
          <p:nvPr/>
        </p:nvSpPr>
        <p:spPr bwMode="auto">
          <a:xfrm>
            <a:off x="7600223" y="5449251"/>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8" name="Group 18">
            <a:extLst>
              <a:ext uri="{FF2B5EF4-FFF2-40B4-BE49-F238E27FC236}">
                <a16:creationId xmlns:a16="http://schemas.microsoft.com/office/drawing/2014/main" id="{B773EAF0-F54F-CA15-6789-B01C64039677}"/>
              </a:ext>
            </a:extLst>
          </p:cNvPr>
          <p:cNvGrpSpPr>
            <a:grpSpLocks/>
          </p:cNvGrpSpPr>
          <p:nvPr/>
        </p:nvGrpSpPr>
        <p:grpSpPr bwMode="auto">
          <a:xfrm>
            <a:off x="7603143" y="5363722"/>
            <a:ext cx="468647" cy="396679"/>
            <a:chOff x="2897" y="2425"/>
            <a:chExt cx="323" cy="269"/>
          </a:xfrm>
        </p:grpSpPr>
        <p:sp>
          <p:nvSpPr>
            <p:cNvPr id="459" name="Rectangle 19">
              <a:extLst>
                <a:ext uri="{FF2B5EF4-FFF2-40B4-BE49-F238E27FC236}">
                  <a16:creationId xmlns:a16="http://schemas.microsoft.com/office/drawing/2014/main" id="{988547E2-4A85-E649-F440-E671DFFA0DA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Text Box 20">
              <a:extLst>
                <a:ext uri="{FF2B5EF4-FFF2-40B4-BE49-F238E27FC236}">
                  <a16:creationId xmlns:a16="http://schemas.microsoft.com/office/drawing/2014/main" id="{0AAE2D65-DF83-919C-C5C8-9DCD661F01CA}"/>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sp>
        <p:nvSpPr>
          <p:cNvPr id="461" name="Oval 21">
            <a:extLst>
              <a:ext uri="{FF2B5EF4-FFF2-40B4-BE49-F238E27FC236}">
                <a16:creationId xmlns:a16="http://schemas.microsoft.com/office/drawing/2014/main" id="{7C50464C-7AD2-965D-2DAE-5FF9EC94D3FF}"/>
              </a:ext>
            </a:extLst>
          </p:cNvPr>
          <p:cNvSpPr>
            <a:spLocks noChangeArrowheads="1"/>
          </p:cNvSpPr>
          <p:nvPr/>
        </p:nvSpPr>
        <p:spPr bwMode="auto">
          <a:xfrm>
            <a:off x="6645409" y="4458291"/>
            <a:ext cx="456967" cy="1223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Line 22">
            <a:extLst>
              <a:ext uri="{FF2B5EF4-FFF2-40B4-BE49-F238E27FC236}">
                <a16:creationId xmlns:a16="http://schemas.microsoft.com/office/drawing/2014/main" id="{C0BC7986-A7A2-9768-94AB-F38FAA2D0080}"/>
              </a:ext>
            </a:extLst>
          </p:cNvPr>
          <p:cNvSpPr>
            <a:spLocks noChangeShapeType="1"/>
          </p:cNvSpPr>
          <p:nvPr/>
        </p:nvSpPr>
        <p:spPr bwMode="auto">
          <a:xfrm>
            <a:off x="6645409" y="4447969"/>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Line 23">
            <a:extLst>
              <a:ext uri="{FF2B5EF4-FFF2-40B4-BE49-F238E27FC236}">
                <a16:creationId xmlns:a16="http://schemas.microsoft.com/office/drawing/2014/main" id="{0994EA5D-7083-A000-5C66-DAE04C4E7BA3}"/>
              </a:ext>
            </a:extLst>
          </p:cNvPr>
          <p:cNvSpPr>
            <a:spLocks noChangeShapeType="1"/>
          </p:cNvSpPr>
          <p:nvPr/>
        </p:nvSpPr>
        <p:spPr bwMode="auto">
          <a:xfrm>
            <a:off x="7102376" y="4447969"/>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Rectangle 24">
            <a:extLst>
              <a:ext uri="{FF2B5EF4-FFF2-40B4-BE49-F238E27FC236}">
                <a16:creationId xmlns:a16="http://schemas.microsoft.com/office/drawing/2014/main" id="{027DDA7B-7A65-685C-901B-E2C385D76A6F}"/>
              </a:ext>
            </a:extLst>
          </p:cNvPr>
          <p:cNvSpPr>
            <a:spLocks noChangeArrowheads="1"/>
          </p:cNvSpPr>
          <p:nvPr/>
        </p:nvSpPr>
        <p:spPr bwMode="auto">
          <a:xfrm>
            <a:off x="6645409" y="4447969"/>
            <a:ext cx="452588" cy="69308"/>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Oval 25">
            <a:extLst>
              <a:ext uri="{FF2B5EF4-FFF2-40B4-BE49-F238E27FC236}">
                <a16:creationId xmlns:a16="http://schemas.microsoft.com/office/drawing/2014/main" id="{B479722E-7CEE-8571-57D4-4233D42F844E}"/>
              </a:ext>
            </a:extLst>
          </p:cNvPr>
          <p:cNvSpPr>
            <a:spLocks noChangeArrowheads="1"/>
          </p:cNvSpPr>
          <p:nvPr/>
        </p:nvSpPr>
        <p:spPr bwMode="auto">
          <a:xfrm>
            <a:off x="6641029" y="4360965"/>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6" name="Rectangle 26">
            <a:extLst>
              <a:ext uri="{FF2B5EF4-FFF2-40B4-BE49-F238E27FC236}">
                <a16:creationId xmlns:a16="http://schemas.microsoft.com/office/drawing/2014/main" id="{5A5E7150-00F9-2E5E-CE4B-CDFA3607A3B6}"/>
              </a:ext>
            </a:extLst>
          </p:cNvPr>
          <p:cNvSpPr>
            <a:spLocks noChangeArrowheads="1"/>
          </p:cNvSpPr>
          <p:nvPr/>
        </p:nvSpPr>
        <p:spPr bwMode="auto">
          <a:xfrm>
            <a:off x="6768046" y="4380135"/>
            <a:ext cx="207314" cy="162211"/>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Text Box 27">
            <a:extLst>
              <a:ext uri="{FF2B5EF4-FFF2-40B4-BE49-F238E27FC236}">
                <a16:creationId xmlns:a16="http://schemas.microsoft.com/office/drawing/2014/main" id="{3E7798A8-2D3E-129B-E25E-77633CE9F59E}"/>
              </a:ext>
            </a:extLst>
          </p:cNvPr>
          <p:cNvSpPr txBox="1">
            <a:spLocks noChangeArrowheads="1"/>
          </p:cNvSpPr>
          <p:nvPr/>
        </p:nvSpPr>
        <p:spPr bwMode="auto">
          <a:xfrm>
            <a:off x="6643949" y="4282809"/>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Oval 28">
            <a:extLst>
              <a:ext uri="{FF2B5EF4-FFF2-40B4-BE49-F238E27FC236}">
                <a16:creationId xmlns:a16="http://schemas.microsoft.com/office/drawing/2014/main" id="{51EA1C99-6777-9049-9F46-270A3DD4CF6C}"/>
              </a:ext>
            </a:extLst>
          </p:cNvPr>
          <p:cNvSpPr>
            <a:spLocks noChangeArrowheads="1"/>
          </p:cNvSpPr>
          <p:nvPr/>
        </p:nvSpPr>
        <p:spPr bwMode="auto">
          <a:xfrm>
            <a:off x="7552044" y="4962619"/>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Line 29">
            <a:extLst>
              <a:ext uri="{FF2B5EF4-FFF2-40B4-BE49-F238E27FC236}">
                <a16:creationId xmlns:a16="http://schemas.microsoft.com/office/drawing/2014/main" id="{F6E08DE1-5994-F2D7-BF03-54CD52252975}"/>
              </a:ext>
            </a:extLst>
          </p:cNvPr>
          <p:cNvSpPr>
            <a:spLocks noChangeShapeType="1"/>
          </p:cNvSpPr>
          <p:nvPr/>
        </p:nvSpPr>
        <p:spPr bwMode="auto">
          <a:xfrm>
            <a:off x="7552044" y="4953771"/>
            <a:ext cx="0" cy="752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30">
            <a:extLst>
              <a:ext uri="{FF2B5EF4-FFF2-40B4-BE49-F238E27FC236}">
                <a16:creationId xmlns:a16="http://schemas.microsoft.com/office/drawing/2014/main" id="{6CCD6C22-8B5E-DDDE-59A4-E4A21CF5DC57}"/>
              </a:ext>
            </a:extLst>
          </p:cNvPr>
          <p:cNvSpPr>
            <a:spLocks noChangeShapeType="1"/>
          </p:cNvSpPr>
          <p:nvPr/>
        </p:nvSpPr>
        <p:spPr bwMode="auto">
          <a:xfrm>
            <a:off x="8009011" y="4953771"/>
            <a:ext cx="0" cy="752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Rectangle 31">
            <a:extLst>
              <a:ext uri="{FF2B5EF4-FFF2-40B4-BE49-F238E27FC236}">
                <a16:creationId xmlns:a16="http://schemas.microsoft.com/office/drawing/2014/main" id="{F87E3664-0138-7B17-7C3C-F5511C4A8FCA}"/>
              </a:ext>
            </a:extLst>
          </p:cNvPr>
          <p:cNvSpPr>
            <a:spLocks noChangeArrowheads="1"/>
          </p:cNvSpPr>
          <p:nvPr/>
        </p:nvSpPr>
        <p:spPr bwMode="auto">
          <a:xfrm>
            <a:off x="7552044" y="4953771"/>
            <a:ext cx="452588" cy="70783"/>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Oval 32">
            <a:extLst>
              <a:ext uri="{FF2B5EF4-FFF2-40B4-BE49-F238E27FC236}">
                <a16:creationId xmlns:a16="http://schemas.microsoft.com/office/drawing/2014/main" id="{9462F52C-22E0-ACE5-7AD1-7708CBFE45B9}"/>
              </a:ext>
            </a:extLst>
          </p:cNvPr>
          <p:cNvSpPr>
            <a:spLocks noChangeArrowheads="1"/>
          </p:cNvSpPr>
          <p:nvPr/>
        </p:nvSpPr>
        <p:spPr bwMode="auto">
          <a:xfrm>
            <a:off x="7547664" y="4865293"/>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73" name="Group 33">
            <a:extLst>
              <a:ext uri="{FF2B5EF4-FFF2-40B4-BE49-F238E27FC236}">
                <a16:creationId xmlns:a16="http://schemas.microsoft.com/office/drawing/2014/main" id="{98F1C0FF-9BFA-4D91-D9E9-37A4DA7F027B}"/>
              </a:ext>
            </a:extLst>
          </p:cNvPr>
          <p:cNvGrpSpPr>
            <a:grpSpLocks/>
          </p:cNvGrpSpPr>
          <p:nvPr/>
        </p:nvGrpSpPr>
        <p:grpSpPr bwMode="auto">
          <a:xfrm>
            <a:off x="7554964" y="4779763"/>
            <a:ext cx="452588" cy="398153"/>
            <a:chOff x="2899" y="2425"/>
            <a:chExt cx="319" cy="270"/>
          </a:xfrm>
        </p:grpSpPr>
        <p:sp>
          <p:nvSpPr>
            <p:cNvPr id="474" name="Rectangle 34">
              <a:extLst>
                <a:ext uri="{FF2B5EF4-FFF2-40B4-BE49-F238E27FC236}">
                  <a16:creationId xmlns:a16="http://schemas.microsoft.com/office/drawing/2014/main" id="{4545E551-785C-2799-5DC7-7E786168B74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Text Box 35">
              <a:extLst>
                <a:ext uri="{FF2B5EF4-FFF2-40B4-BE49-F238E27FC236}">
                  <a16:creationId xmlns:a16="http://schemas.microsoft.com/office/drawing/2014/main" id="{136018C7-56C6-05CC-49C8-1FCA3B2ED9BC}"/>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sp>
        <p:nvSpPr>
          <p:cNvPr id="476" name="Line 36">
            <a:extLst>
              <a:ext uri="{FF2B5EF4-FFF2-40B4-BE49-F238E27FC236}">
                <a16:creationId xmlns:a16="http://schemas.microsoft.com/office/drawing/2014/main" id="{39970FBB-D45F-A83A-7F64-052364064F51}"/>
              </a:ext>
            </a:extLst>
          </p:cNvPr>
          <p:cNvSpPr>
            <a:spLocks noChangeShapeType="1"/>
          </p:cNvSpPr>
          <p:nvPr/>
        </p:nvSpPr>
        <p:spPr bwMode="auto">
          <a:xfrm>
            <a:off x="10172672" y="4697912"/>
            <a:ext cx="449668" cy="14451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Line 37">
            <a:extLst>
              <a:ext uri="{FF2B5EF4-FFF2-40B4-BE49-F238E27FC236}">
                <a16:creationId xmlns:a16="http://schemas.microsoft.com/office/drawing/2014/main" id="{B6995B96-8C28-EF8B-0455-D2BD81E525C3}"/>
              </a:ext>
            </a:extLst>
          </p:cNvPr>
          <p:cNvSpPr>
            <a:spLocks noChangeShapeType="1"/>
          </p:cNvSpPr>
          <p:nvPr/>
        </p:nvSpPr>
        <p:spPr bwMode="auto">
          <a:xfrm>
            <a:off x="10645699" y="4573313"/>
            <a:ext cx="132856" cy="171058"/>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Line 38">
            <a:extLst>
              <a:ext uri="{FF2B5EF4-FFF2-40B4-BE49-F238E27FC236}">
                <a16:creationId xmlns:a16="http://schemas.microsoft.com/office/drawing/2014/main" id="{75D6B275-C1A6-B39E-EC65-90745001E82C}"/>
              </a:ext>
            </a:extLst>
          </p:cNvPr>
          <p:cNvSpPr>
            <a:spLocks noChangeShapeType="1"/>
          </p:cNvSpPr>
          <p:nvPr/>
        </p:nvSpPr>
        <p:spPr bwMode="auto">
          <a:xfrm flipV="1">
            <a:off x="10073395" y="4508429"/>
            <a:ext cx="166435" cy="112073"/>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Freeform 39">
            <a:extLst>
              <a:ext uri="{FF2B5EF4-FFF2-40B4-BE49-F238E27FC236}">
                <a16:creationId xmlns:a16="http://schemas.microsoft.com/office/drawing/2014/main" id="{628CB78E-C4EB-5538-0FED-06FED4390C02}"/>
              </a:ext>
            </a:extLst>
          </p:cNvPr>
          <p:cNvSpPr>
            <a:spLocks/>
          </p:cNvSpPr>
          <p:nvPr/>
        </p:nvSpPr>
        <p:spPr bwMode="auto">
          <a:xfrm>
            <a:off x="8058650" y="5443352"/>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Freeform 40">
            <a:extLst>
              <a:ext uri="{FF2B5EF4-FFF2-40B4-BE49-F238E27FC236}">
                <a16:creationId xmlns:a16="http://schemas.microsoft.com/office/drawing/2014/main" id="{F35B635C-0535-75D3-61C5-F1323BA8D137}"/>
              </a:ext>
            </a:extLst>
          </p:cNvPr>
          <p:cNvSpPr>
            <a:spLocks/>
          </p:cNvSpPr>
          <p:nvPr/>
        </p:nvSpPr>
        <p:spPr bwMode="auto">
          <a:xfrm>
            <a:off x="7387069" y="5390265"/>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Freeform 41">
            <a:extLst>
              <a:ext uri="{FF2B5EF4-FFF2-40B4-BE49-F238E27FC236}">
                <a16:creationId xmlns:a16="http://schemas.microsoft.com/office/drawing/2014/main" id="{3D7DE788-EEE7-802A-CFE5-5B5894D61A35}"/>
              </a:ext>
            </a:extLst>
          </p:cNvPr>
          <p:cNvSpPr>
            <a:spLocks/>
          </p:cNvSpPr>
          <p:nvPr/>
        </p:nvSpPr>
        <p:spPr bwMode="auto">
          <a:xfrm>
            <a:off x="7568104" y="5287040"/>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Freeform 42">
            <a:extLst>
              <a:ext uri="{FF2B5EF4-FFF2-40B4-BE49-F238E27FC236}">
                <a16:creationId xmlns:a16="http://schemas.microsoft.com/office/drawing/2014/main" id="{BA4D7537-44AD-FE20-8E66-A1C3567D85F6}"/>
              </a:ext>
            </a:extLst>
          </p:cNvPr>
          <p:cNvSpPr>
            <a:spLocks/>
          </p:cNvSpPr>
          <p:nvPr/>
        </p:nvSpPr>
        <p:spPr bwMode="auto">
          <a:xfrm>
            <a:off x="7477586" y="5048148"/>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3" name="Freeform 43">
            <a:extLst>
              <a:ext uri="{FF2B5EF4-FFF2-40B4-BE49-F238E27FC236}">
                <a16:creationId xmlns:a16="http://schemas.microsoft.com/office/drawing/2014/main" id="{CCF292DC-5FA5-5DFC-90E1-6613EB571877}"/>
              </a:ext>
            </a:extLst>
          </p:cNvPr>
          <p:cNvSpPr>
            <a:spLocks/>
          </p:cNvSpPr>
          <p:nvPr/>
        </p:nvSpPr>
        <p:spPr bwMode="auto">
          <a:xfrm>
            <a:off x="6271659" y="4493683"/>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4" name="Freeform 44">
            <a:extLst>
              <a:ext uri="{FF2B5EF4-FFF2-40B4-BE49-F238E27FC236}">
                <a16:creationId xmlns:a16="http://schemas.microsoft.com/office/drawing/2014/main" id="{D3685481-0014-E296-ABF3-CECD77F241D4}"/>
              </a:ext>
            </a:extLst>
          </p:cNvPr>
          <p:cNvSpPr>
            <a:spLocks/>
          </p:cNvSpPr>
          <p:nvPr/>
        </p:nvSpPr>
        <p:spPr bwMode="auto">
          <a:xfrm>
            <a:off x="6908202" y="4582161"/>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5" name="Freeform 45">
            <a:extLst>
              <a:ext uri="{FF2B5EF4-FFF2-40B4-BE49-F238E27FC236}">
                <a16:creationId xmlns:a16="http://schemas.microsoft.com/office/drawing/2014/main" id="{727D4843-3DAB-8B48-90C1-9B477D66954D}"/>
              </a:ext>
            </a:extLst>
          </p:cNvPr>
          <p:cNvSpPr>
            <a:spLocks/>
          </p:cNvSpPr>
          <p:nvPr/>
        </p:nvSpPr>
        <p:spPr bwMode="auto">
          <a:xfrm>
            <a:off x="8841189" y="4756169"/>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6" name="Oval 46">
            <a:extLst>
              <a:ext uri="{FF2B5EF4-FFF2-40B4-BE49-F238E27FC236}">
                <a16:creationId xmlns:a16="http://schemas.microsoft.com/office/drawing/2014/main" id="{64946838-F43F-5E2D-1826-45E22DCF74B3}"/>
              </a:ext>
            </a:extLst>
          </p:cNvPr>
          <p:cNvSpPr>
            <a:spLocks noChangeArrowheads="1"/>
          </p:cNvSpPr>
          <p:nvPr/>
        </p:nvSpPr>
        <p:spPr bwMode="auto">
          <a:xfrm>
            <a:off x="9715705" y="4663267"/>
            <a:ext cx="456967" cy="12092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7" name="Line 47">
            <a:extLst>
              <a:ext uri="{FF2B5EF4-FFF2-40B4-BE49-F238E27FC236}">
                <a16:creationId xmlns:a16="http://schemas.microsoft.com/office/drawing/2014/main" id="{0D5668E8-E580-B517-72EE-2FE98D4E36E5}"/>
              </a:ext>
            </a:extLst>
          </p:cNvPr>
          <p:cNvSpPr>
            <a:spLocks noChangeShapeType="1"/>
          </p:cNvSpPr>
          <p:nvPr/>
        </p:nvSpPr>
        <p:spPr bwMode="auto">
          <a:xfrm>
            <a:off x="9715705" y="4651469"/>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8" name="Line 48">
            <a:extLst>
              <a:ext uri="{FF2B5EF4-FFF2-40B4-BE49-F238E27FC236}">
                <a16:creationId xmlns:a16="http://schemas.microsoft.com/office/drawing/2014/main" id="{B0F4FE55-2DBE-F54C-0132-6CF87AFAA228}"/>
              </a:ext>
            </a:extLst>
          </p:cNvPr>
          <p:cNvSpPr>
            <a:spLocks noChangeShapeType="1"/>
          </p:cNvSpPr>
          <p:nvPr/>
        </p:nvSpPr>
        <p:spPr bwMode="auto">
          <a:xfrm>
            <a:off x="10172672" y="4651469"/>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9" name="Rectangle 49">
            <a:extLst>
              <a:ext uri="{FF2B5EF4-FFF2-40B4-BE49-F238E27FC236}">
                <a16:creationId xmlns:a16="http://schemas.microsoft.com/office/drawing/2014/main" id="{149F8B21-2B49-C8FC-2670-7CB171C70AB7}"/>
              </a:ext>
            </a:extLst>
          </p:cNvPr>
          <p:cNvSpPr>
            <a:spLocks noChangeArrowheads="1"/>
          </p:cNvSpPr>
          <p:nvPr/>
        </p:nvSpPr>
        <p:spPr bwMode="auto">
          <a:xfrm>
            <a:off x="9715705" y="4651469"/>
            <a:ext cx="452588" cy="737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0" name="Oval 50">
            <a:extLst>
              <a:ext uri="{FF2B5EF4-FFF2-40B4-BE49-F238E27FC236}">
                <a16:creationId xmlns:a16="http://schemas.microsoft.com/office/drawing/2014/main" id="{9DE0DCCC-925C-C5E9-2696-2C4A4EEE1423}"/>
              </a:ext>
            </a:extLst>
          </p:cNvPr>
          <p:cNvSpPr>
            <a:spLocks noChangeArrowheads="1"/>
          </p:cNvSpPr>
          <p:nvPr/>
        </p:nvSpPr>
        <p:spPr bwMode="auto">
          <a:xfrm>
            <a:off x="9711325" y="4564466"/>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1" name="Rectangle 51">
            <a:extLst>
              <a:ext uri="{FF2B5EF4-FFF2-40B4-BE49-F238E27FC236}">
                <a16:creationId xmlns:a16="http://schemas.microsoft.com/office/drawing/2014/main" id="{0ABD44BF-0160-D5A2-BDF2-1C1E1C12490C}"/>
              </a:ext>
            </a:extLst>
          </p:cNvPr>
          <p:cNvSpPr>
            <a:spLocks noChangeArrowheads="1"/>
          </p:cNvSpPr>
          <p:nvPr/>
        </p:nvSpPr>
        <p:spPr bwMode="auto">
          <a:xfrm>
            <a:off x="9838341" y="4583636"/>
            <a:ext cx="205854" cy="179906"/>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Text Box 52">
            <a:extLst>
              <a:ext uri="{FF2B5EF4-FFF2-40B4-BE49-F238E27FC236}">
                <a16:creationId xmlns:a16="http://schemas.microsoft.com/office/drawing/2014/main" id="{98C4AC25-4A4D-855A-101A-53EF7D98B342}"/>
              </a:ext>
            </a:extLst>
          </p:cNvPr>
          <p:cNvSpPr txBox="1">
            <a:spLocks noChangeArrowheads="1"/>
          </p:cNvSpPr>
          <p:nvPr/>
        </p:nvSpPr>
        <p:spPr bwMode="auto">
          <a:xfrm>
            <a:off x="9712785" y="4487784"/>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Text Box 53">
            <a:extLst>
              <a:ext uri="{FF2B5EF4-FFF2-40B4-BE49-F238E27FC236}">
                <a16:creationId xmlns:a16="http://schemas.microsoft.com/office/drawing/2014/main" id="{1A04ACCB-C0AB-CD33-5AAF-AD539FF36460}"/>
              </a:ext>
            </a:extLst>
          </p:cNvPr>
          <p:cNvSpPr txBox="1">
            <a:spLocks noChangeArrowheads="1"/>
          </p:cNvSpPr>
          <p:nvPr/>
        </p:nvSpPr>
        <p:spPr bwMode="auto">
          <a:xfrm>
            <a:off x="5665564" y="4941755"/>
            <a:ext cx="63350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Arial" charset="0"/>
                <a:ea typeface="ＭＳ Ｐゴシック" charset="0"/>
              </a:rPr>
              <a:t>AS3</a:t>
            </a:r>
          </a:p>
        </p:txBody>
      </p:sp>
      <p:sp>
        <p:nvSpPr>
          <p:cNvPr id="494" name="Text Box 54">
            <a:extLst>
              <a:ext uri="{FF2B5EF4-FFF2-40B4-BE49-F238E27FC236}">
                <a16:creationId xmlns:a16="http://schemas.microsoft.com/office/drawing/2014/main" id="{3201B4BE-DCE3-CF35-D98D-60A7AA173EFC}"/>
              </a:ext>
            </a:extLst>
          </p:cNvPr>
          <p:cNvSpPr txBox="1">
            <a:spLocks noChangeArrowheads="1"/>
          </p:cNvSpPr>
          <p:nvPr/>
        </p:nvSpPr>
        <p:spPr bwMode="auto">
          <a:xfrm>
            <a:off x="9170546" y="5565562"/>
            <a:ext cx="63350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Arial" charset="0"/>
                <a:ea typeface="ＭＳ Ｐゴシック" charset="0"/>
              </a:rPr>
              <a:t>AS1</a:t>
            </a:r>
          </a:p>
        </p:txBody>
      </p:sp>
      <p:sp>
        <p:nvSpPr>
          <p:cNvPr id="495" name="Text Box 55">
            <a:extLst>
              <a:ext uri="{FF2B5EF4-FFF2-40B4-BE49-F238E27FC236}">
                <a16:creationId xmlns:a16="http://schemas.microsoft.com/office/drawing/2014/main" id="{1CEF3391-4F50-05BE-0732-E448AA8CC154}"/>
              </a:ext>
            </a:extLst>
          </p:cNvPr>
          <p:cNvSpPr txBox="1">
            <a:spLocks noChangeArrowheads="1"/>
          </p:cNvSpPr>
          <p:nvPr/>
        </p:nvSpPr>
        <p:spPr bwMode="auto">
          <a:xfrm>
            <a:off x="10941605" y="5189529"/>
            <a:ext cx="63350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Arial" charset="0"/>
                <a:ea typeface="ＭＳ Ｐゴシック" charset="0"/>
              </a:rPr>
              <a:t>AS2</a:t>
            </a:r>
          </a:p>
        </p:txBody>
      </p:sp>
      <p:sp>
        <p:nvSpPr>
          <p:cNvPr id="496" name="Oval 56">
            <a:extLst>
              <a:ext uri="{FF2B5EF4-FFF2-40B4-BE49-F238E27FC236}">
                <a16:creationId xmlns:a16="http://schemas.microsoft.com/office/drawing/2014/main" id="{B4143CA9-B9D1-DFE3-4B21-8635BDC45BE7}"/>
              </a:ext>
            </a:extLst>
          </p:cNvPr>
          <p:cNvSpPr>
            <a:spLocks noChangeArrowheads="1"/>
          </p:cNvSpPr>
          <p:nvPr/>
        </p:nvSpPr>
        <p:spPr bwMode="auto">
          <a:xfrm>
            <a:off x="7105296" y="5272294"/>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7" name="Line 57">
            <a:extLst>
              <a:ext uri="{FF2B5EF4-FFF2-40B4-BE49-F238E27FC236}">
                <a16:creationId xmlns:a16="http://schemas.microsoft.com/office/drawing/2014/main" id="{D399F933-FA1A-8F74-A399-29BC3DD09D0F}"/>
              </a:ext>
            </a:extLst>
          </p:cNvPr>
          <p:cNvSpPr>
            <a:spLocks noChangeShapeType="1"/>
          </p:cNvSpPr>
          <p:nvPr/>
        </p:nvSpPr>
        <p:spPr bwMode="auto">
          <a:xfrm>
            <a:off x="7105296" y="5261971"/>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Line 58">
            <a:extLst>
              <a:ext uri="{FF2B5EF4-FFF2-40B4-BE49-F238E27FC236}">
                <a16:creationId xmlns:a16="http://schemas.microsoft.com/office/drawing/2014/main" id="{CE2CCC7C-07E5-5590-D7A9-6FC78375612A}"/>
              </a:ext>
            </a:extLst>
          </p:cNvPr>
          <p:cNvSpPr>
            <a:spLocks noChangeShapeType="1"/>
          </p:cNvSpPr>
          <p:nvPr/>
        </p:nvSpPr>
        <p:spPr bwMode="auto">
          <a:xfrm>
            <a:off x="7563724" y="5261971"/>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Rectangle 59">
            <a:extLst>
              <a:ext uri="{FF2B5EF4-FFF2-40B4-BE49-F238E27FC236}">
                <a16:creationId xmlns:a16="http://schemas.microsoft.com/office/drawing/2014/main" id="{65651C70-E9E0-64E5-444C-A22AEE5F8FAB}"/>
              </a:ext>
            </a:extLst>
          </p:cNvPr>
          <p:cNvSpPr>
            <a:spLocks noChangeArrowheads="1"/>
          </p:cNvSpPr>
          <p:nvPr/>
        </p:nvSpPr>
        <p:spPr bwMode="auto">
          <a:xfrm>
            <a:off x="7105296" y="5261971"/>
            <a:ext cx="452588" cy="69308"/>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Oval 60">
            <a:extLst>
              <a:ext uri="{FF2B5EF4-FFF2-40B4-BE49-F238E27FC236}">
                <a16:creationId xmlns:a16="http://schemas.microsoft.com/office/drawing/2014/main" id="{854C7B9E-EEAC-845B-744C-24D6FE032221}"/>
              </a:ext>
            </a:extLst>
          </p:cNvPr>
          <p:cNvSpPr>
            <a:spLocks noChangeArrowheads="1"/>
          </p:cNvSpPr>
          <p:nvPr/>
        </p:nvSpPr>
        <p:spPr bwMode="auto">
          <a:xfrm>
            <a:off x="7100916" y="5182341"/>
            <a:ext cx="456967" cy="14156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Rectangle 61">
            <a:extLst>
              <a:ext uri="{FF2B5EF4-FFF2-40B4-BE49-F238E27FC236}">
                <a16:creationId xmlns:a16="http://schemas.microsoft.com/office/drawing/2014/main" id="{576F11ED-ED44-DD89-0BC6-94054535E265}"/>
              </a:ext>
            </a:extLst>
          </p:cNvPr>
          <p:cNvSpPr>
            <a:spLocks noChangeArrowheads="1"/>
          </p:cNvSpPr>
          <p:nvPr/>
        </p:nvSpPr>
        <p:spPr bwMode="auto">
          <a:xfrm>
            <a:off x="7225013" y="5220681"/>
            <a:ext cx="207314" cy="141566"/>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Text Box 62">
            <a:extLst>
              <a:ext uri="{FF2B5EF4-FFF2-40B4-BE49-F238E27FC236}">
                <a16:creationId xmlns:a16="http://schemas.microsoft.com/office/drawing/2014/main" id="{2B26A7C0-ADB6-4DE4-FBC3-3F9D59EDC6F6}"/>
              </a:ext>
            </a:extLst>
          </p:cNvPr>
          <p:cNvSpPr txBox="1">
            <a:spLocks noChangeArrowheads="1"/>
          </p:cNvSpPr>
          <p:nvPr/>
        </p:nvSpPr>
        <p:spPr bwMode="auto">
          <a:xfrm>
            <a:off x="7105296" y="5093862"/>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3" name="Group 63">
            <a:extLst>
              <a:ext uri="{FF2B5EF4-FFF2-40B4-BE49-F238E27FC236}">
                <a16:creationId xmlns:a16="http://schemas.microsoft.com/office/drawing/2014/main" id="{92DB6A46-65D9-C14D-666E-DD0F55CA6E64}"/>
              </a:ext>
            </a:extLst>
          </p:cNvPr>
          <p:cNvGrpSpPr>
            <a:grpSpLocks/>
          </p:cNvGrpSpPr>
          <p:nvPr/>
        </p:nvGrpSpPr>
        <p:grpSpPr bwMode="auto">
          <a:xfrm>
            <a:off x="10219391" y="4319675"/>
            <a:ext cx="461347" cy="396679"/>
            <a:chOff x="4320" y="1936"/>
            <a:chExt cx="316" cy="269"/>
          </a:xfrm>
        </p:grpSpPr>
        <p:sp>
          <p:nvSpPr>
            <p:cNvPr id="504" name="Oval 64">
              <a:extLst>
                <a:ext uri="{FF2B5EF4-FFF2-40B4-BE49-F238E27FC236}">
                  <a16:creationId xmlns:a16="http://schemas.microsoft.com/office/drawing/2014/main" id="{CA32BACE-E81F-1DE3-00DA-04A0A77B9B89}"/>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5" name="Line 65">
              <a:extLst>
                <a:ext uri="{FF2B5EF4-FFF2-40B4-BE49-F238E27FC236}">
                  <a16:creationId xmlns:a16="http://schemas.microsoft.com/office/drawing/2014/main" id="{C7177A62-82E2-3628-E5C8-459D40E236DE}"/>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6" name="Line 66">
              <a:extLst>
                <a:ext uri="{FF2B5EF4-FFF2-40B4-BE49-F238E27FC236}">
                  <a16:creationId xmlns:a16="http://schemas.microsoft.com/office/drawing/2014/main" id="{5071C2A0-970C-1B4F-A8DE-54F51D225E6A}"/>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7" name="Rectangle 67">
              <a:extLst>
                <a:ext uri="{FF2B5EF4-FFF2-40B4-BE49-F238E27FC236}">
                  <a16:creationId xmlns:a16="http://schemas.microsoft.com/office/drawing/2014/main" id="{F0F2C07E-1011-5381-A033-1F025F460B91}"/>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Oval 68">
              <a:extLst>
                <a:ext uri="{FF2B5EF4-FFF2-40B4-BE49-F238E27FC236}">
                  <a16:creationId xmlns:a16="http://schemas.microsoft.com/office/drawing/2014/main" id="{C6D21DE1-BF5A-3629-62BB-D0F4F2C236FB}"/>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Rectangle 69">
              <a:extLst>
                <a:ext uri="{FF2B5EF4-FFF2-40B4-BE49-F238E27FC236}">
                  <a16:creationId xmlns:a16="http://schemas.microsoft.com/office/drawing/2014/main" id="{676C89B6-DF26-25E9-CE8A-F63C380B2A01}"/>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Text Box 70">
              <a:extLst>
                <a:ext uri="{FF2B5EF4-FFF2-40B4-BE49-F238E27FC236}">
                  <a16:creationId xmlns:a16="http://schemas.microsoft.com/office/drawing/2014/main" id="{3E99403D-4C2B-EAC2-F0E1-4CEDAB3E4BAC}"/>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96" name="Group 71">
            <a:extLst>
              <a:ext uri="{FF2B5EF4-FFF2-40B4-BE49-F238E27FC236}">
                <a16:creationId xmlns:a16="http://schemas.microsoft.com/office/drawing/2014/main" id="{063C1A9B-3D15-98B3-0E86-04912EA6F68A}"/>
              </a:ext>
            </a:extLst>
          </p:cNvPr>
          <p:cNvGrpSpPr>
            <a:grpSpLocks/>
          </p:cNvGrpSpPr>
          <p:nvPr/>
        </p:nvGrpSpPr>
        <p:grpSpPr bwMode="auto">
          <a:xfrm>
            <a:off x="10622340" y="4647046"/>
            <a:ext cx="468647" cy="396679"/>
            <a:chOff x="4596" y="2158"/>
            <a:chExt cx="321" cy="269"/>
          </a:xfrm>
        </p:grpSpPr>
        <p:sp>
          <p:nvSpPr>
            <p:cNvPr id="897" name="Oval 72">
              <a:extLst>
                <a:ext uri="{FF2B5EF4-FFF2-40B4-BE49-F238E27FC236}">
                  <a16:creationId xmlns:a16="http://schemas.microsoft.com/office/drawing/2014/main" id="{17F5257C-D9FF-222B-9880-6FDFB45E4C6A}"/>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8" name="Line 73">
              <a:extLst>
                <a:ext uri="{FF2B5EF4-FFF2-40B4-BE49-F238E27FC236}">
                  <a16:creationId xmlns:a16="http://schemas.microsoft.com/office/drawing/2014/main" id="{E94DD180-F36E-067E-F6A0-C93FB947202C}"/>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9" name="Line 74">
              <a:extLst>
                <a:ext uri="{FF2B5EF4-FFF2-40B4-BE49-F238E27FC236}">
                  <a16:creationId xmlns:a16="http://schemas.microsoft.com/office/drawing/2014/main" id="{FE0EF253-2CBE-8DFD-EF0F-CDD6A1A23340}"/>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0" name="Rectangle 75">
              <a:extLst>
                <a:ext uri="{FF2B5EF4-FFF2-40B4-BE49-F238E27FC236}">
                  <a16:creationId xmlns:a16="http://schemas.microsoft.com/office/drawing/2014/main" id="{AD890903-1121-919E-35AD-E1040B24E18A}"/>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1" name="Oval 76">
              <a:extLst>
                <a:ext uri="{FF2B5EF4-FFF2-40B4-BE49-F238E27FC236}">
                  <a16:creationId xmlns:a16="http://schemas.microsoft.com/office/drawing/2014/main" id="{92B88474-D040-A502-5EAD-08C677B2E000}"/>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2" name="Rectangle 77">
              <a:extLst>
                <a:ext uri="{FF2B5EF4-FFF2-40B4-BE49-F238E27FC236}">
                  <a16:creationId xmlns:a16="http://schemas.microsoft.com/office/drawing/2014/main" id="{0C8AAD29-51AD-6D24-6DB5-7056D0A23C21}"/>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3" name="Text Box 78">
              <a:extLst>
                <a:ext uri="{FF2B5EF4-FFF2-40B4-BE49-F238E27FC236}">
                  <a16:creationId xmlns:a16="http://schemas.microsoft.com/office/drawing/2014/main" id="{151D0E76-9323-5612-1F38-E40A27CD608F}"/>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04" name="Group 79">
            <a:extLst>
              <a:ext uri="{FF2B5EF4-FFF2-40B4-BE49-F238E27FC236}">
                <a16:creationId xmlns:a16="http://schemas.microsoft.com/office/drawing/2014/main" id="{ABEA3467-D5C3-C5A4-5CC8-D77500A8AEED}"/>
              </a:ext>
            </a:extLst>
          </p:cNvPr>
          <p:cNvGrpSpPr>
            <a:grpSpLocks/>
          </p:cNvGrpSpPr>
          <p:nvPr/>
        </p:nvGrpSpPr>
        <p:grpSpPr bwMode="auto">
          <a:xfrm>
            <a:off x="8387141" y="5192663"/>
            <a:ext cx="468647" cy="396679"/>
            <a:chOff x="2015" y="1976"/>
            <a:chExt cx="321" cy="269"/>
          </a:xfrm>
        </p:grpSpPr>
        <p:sp>
          <p:nvSpPr>
            <p:cNvPr id="905" name="Oval 80">
              <a:extLst>
                <a:ext uri="{FF2B5EF4-FFF2-40B4-BE49-F238E27FC236}">
                  <a16:creationId xmlns:a16="http://schemas.microsoft.com/office/drawing/2014/main" id="{5668E874-D0E9-EA38-0F91-3641DBD70536}"/>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6" name="Line 81">
              <a:extLst>
                <a:ext uri="{FF2B5EF4-FFF2-40B4-BE49-F238E27FC236}">
                  <a16:creationId xmlns:a16="http://schemas.microsoft.com/office/drawing/2014/main" id="{DB9ED9C1-4B9E-4FC1-9615-E6998C68E93A}"/>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7" name="Line 82">
              <a:extLst>
                <a:ext uri="{FF2B5EF4-FFF2-40B4-BE49-F238E27FC236}">
                  <a16:creationId xmlns:a16="http://schemas.microsoft.com/office/drawing/2014/main" id="{96963B82-68C6-8F77-0108-6421EDB3C2A9}"/>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8" name="Rectangle 83">
              <a:extLst>
                <a:ext uri="{FF2B5EF4-FFF2-40B4-BE49-F238E27FC236}">
                  <a16:creationId xmlns:a16="http://schemas.microsoft.com/office/drawing/2014/main" id="{B7949E08-9785-A8ED-3747-B7054AE891E2}"/>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9" name="Oval 84">
              <a:extLst>
                <a:ext uri="{FF2B5EF4-FFF2-40B4-BE49-F238E27FC236}">
                  <a16:creationId xmlns:a16="http://schemas.microsoft.com/office/drawing/2014/main" id="{999ACF8D-E7CF-F655-6E6C-22E5554D88CE}"/>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1" name="Group 85">
              <a:extLst>
                <a:ext uri="{FF2B5EF4-FFF2-40B4-BE49-F238E27FC236}">
                  <a16:creationId xmlns:a16="http://schemas.microsoft.com/office/drawing/2014/main" id="{E0F498F9-1C64-026B-75A0-792ECAF913EA}"/>
                </a:ext>
              </a:extLst>
            </p:cNvPr>
            <p:cNvGrpSpPr>
              <a:grpSpLocks/>
            </p:cNvGrpSpPr>
            <p:nvPr/>
          </p:nvGrpSpPr>
          <p:grpSpPr bwMode="auto">
            <a:xfrm>
              <a:off x="2015" y="1976"/>
              <a:ext cx="321" cy="269"/>
              <a:chOff x="2894" y="2425"/>
              <a:chExt cx="328" cy="269"/>
            </a:xfrm>
          </p:grpSpPr>
          <p:sp>
            <p:nvSpPr>
              <p:cNvPr id="912" name="Rectangle 86">
                <a:extLst>
                  <a:ext uri="{FF2B5EF4-FFF2-40B4-BE49-F238E27FC236}">
                    <a16:creationId xmlns:a16="http://schemas.microsoft.com/office/drawing/2014/main" id="{A190DDC7-7283-87B1-22EA-BE62622901A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87">
                <a:extLst>
                  <a:ext uri="{FF2B5EF4-FFF2-40B4-BE49-F238E27FC236}">
                    <a16:creationId xmlns:a16="http://schemas.microsoft.com/office/drawing/2014/main" id="{42AAF918-84C5-A21A-EE97-583F3CD4585B}"/>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7" name="Group 99">
            <a:extLst>
              <a:ext uri="{FF2B5EF4-FFF2-40B4-BE49-F238E27FC236}">
                <a16:creationId xmlns:a16="http://schemas.microsoft.com/office/drawing/2014/main" id="{55F90021-8C8B-E7AC-9985-31CF2A1F1F39}"/>
              </a:ext>
            </a:extLst>
          </p:cNvPr>
          <p:cNvGrpSpPr>
            <a:grpSpLocks/>
          </p:cNvGrpSpPr>
          <p:nvPr/>
        </p:nvGrpSpPr>
        <p:grpSpPr bwMode="auto">
          <a:xfrm>
            <a:off x="6057045" y="4080783"/>
            <a:ext cx="461347" cy="396679"/>
            <a:chOff x="2016" y="1976"/>
            <a:chExt cx="316" cy="269"/>
          </a:xfrm>
        </p:grpSpPr>
        <p:sp>
          <p:nvSpPr>
            <p:cNvPr id="928" name="Oval 100">
              <a:extLst>
                <a:ext uri="{FF2B5EF4-FFF2-40B4-BE49-F238E27FC236}">
                  <a16:creationId xmlns:a16="http://schemas.microsoft.com/office/drawing/2014/main" id="{3C607B29-8678-104D-7BF2-35B0D4852D84}"/>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9" name="Line 101">
              <a:extLst>
                <a:ext uri="{FF2B5EF4-FFF2-40B4-BE49-F238E27FC236}">
                  <a16:creationId xmlns:a16="http://schemas.microsoft.com/office/drawing/2014/main" id="{F49EE130-ABD8-E6AB-FF0F-A8662028677F}"/>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0" name="Line 102">
              <a:extLst>
                <a:ext uri="{FF2B5EF4-FFF2-40B4-BE49-F238E27FC236}">
                  <a16:creationId xmlns:a16="http://schemas.microsoft.com/office/drawing/2014/main" id="{71E6B7FD-946F-77B9-3AC0-A22E8749CEA6}"/>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1" name="Rectangle 103">
              <a:extLst>
                <a:ext uri="{FF2B5EF4-FFF2-40B4-BE49-F238E27FC236}">
                  <a16:creationId xmlns:a16="http://schemas.microsoft.com/office/drawing/2014/main" id="{3F1E4F1D-F8A4-61CA-A356-1DAD303071B4}"/>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2" name="Oval 104">
              <a:extLst>
                <a:ext uri="{FF2B5EF4-FFF2-40B4-BE49-F238E27FC236}">
                  <a16:creationId xmlns:a16="http://schemas.microsoft.com/office/drawing/2014/main" id="{EC35BA56-F50C-5721-9C4F-4F2F49B99D10}"/>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33" name="Group 105">
              <a:extLst>
                <a:ext uri="{FF2B5EF4-FFF2-40B4-BE49-F238E27FC236}">
                  <a16:creationId xmlns:a16="http://schemas.microsoft.com/office/drawing/2014/main" id="{48000C97-D3BD-0F15-8D7E-2C34FC849D62}"/>
                </a:ext>
              </a:extLst>
            </p:cNvPr>
            <p:cNvGrpSpPr>
              <a:grpSpLocks/>
            </p:cNvGrpSpPr>
            <p:nvPr/>
          </p:nvGrpSpPr>
          <p:grpSpPr bwMode="auto">
            <a:xfrm>
              <a:off x="2020" y="1976"/>
              <a:ext cx="308" cy="269"/>
              <a:chOff x="2899" y="2425"/>
              <a:chExt cx="315" cy="269"/>
            </a:xfrm>
          </p:grpSpPr>
          <p:sp>
            <p:nvSpPr>
              <p:cNvPr id="934" name="Rectangle 106">
                <a:extLst>
                  <a:ext uri="{FF2B5EF4-FFF2-40B4-BE49-F238E27FC236}">
                    <a16:creationId xmlns:a16="http://schemas.microsoft.com/office/drawing/2014/main" id="{9874B851-2A26-05E6-6EEC-C7BD5A83AFE0}"/>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5" name="Text Box 107">
                <a:extLst>
                  <a:ext uri="{FF2B5EF4-FFF2-40B4-BE49-F238E27FC236}">
                    <a16:creationId xmlns:a16="http://schemas.microsoft.com/office/drawing/2014/main" id="{E94B8A6A-5638-E575-31BF-16B8CEED4380}"/>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6" name="Line 108">
            <a:extLst>
              <a:ext uri="{FF2B5EF4-FFF2-40B4-BE49-F238E27FC236}">
                <a16:creationId xmlns:a16="http://schemas.microsoft.com/office/drawing/2014/main" id="{A00F2B8D-880E-727E-2E0C-B4CF31E3836F}"/>
              </a:ext>
            </a:extLst>
          </p:cNvPr>
          <p:cNvSpPr>
            <a:spLocks noChangeShapeType="1"/>
          </p:cNvSpPr>
          <p:nvPr/>
        </p:nvSpPr>
        <p:spPr bwMode="auto">
          <a:xfrm flipH="1">
            <a:off x="6092084" y="4396356"/>
            <a:ext cx="90518" cy="15926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Line 109">
            <a:extLst>
              <a:ext uri="{FF2B5EF4-FFF2-40B4-BE49-F238E27FC236}">
                <a16:creationId xmlns:a16="http://schemas.microsoft.com/office/drawing/2014/main" id="{077688A8-A414-B560-862F-C2A117FD71A1}"/>
              </a:ext>
            </a:extLst>
          </p:cNvPr>
          <p:cNvSpPr>
            <a:spLocks noChangeShapeType="1"/>
          </p:cNvSpPr>
          <p:nvPr/>
        </p:nvSpPr>
        <p:spPr bwMode="auto">
          <a:xfrm>
            <a:off x="5643877" y="4464190"/>
            <a:ext cx="211694" cy="16221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8" name="Line 110">
            <a:extLst>
              <a:ext uri="{FF2B5EF4-FFF2-40B4-BE49-F238E27FC236}">
                <a16:creationId xmlns:a16="http://schemas.microsoft.com/office/drawing/2014/main" id="{E986A45B-AEE5-B7D7-DB62-6FE9A5D0C08A}"/>
              </a:ext>
            </a:extLst>
          </p:cNvPr>
          <p:cNvSpPr>
            <a:spLocks noChangeShapeType="1"/>
          </p:cNvSpPr>
          <p:nvPr/>
        </p:nvSpPr>
        <p:spPr bwMode="auto">
          <a:xfrm flipH="1">
            <a:off x="6372396" y="3940692"/>
            <a:ext cx="198555" cy="22414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9" name="Line 111">
            <a:extLst>
              <a:ext uri="{FF2B5EF4-FFF2-40B4-BE49-F238E27FC236}">
                <a16:creationId xmlns:a16="http://schemas.microsoft.com/office/drawing/2014/main" id="{025B4EDD-E9FA-B629-44C3-CB1CC5581CDA}"/>
              </a:ext>
            </a:extLst>
          </p:cNvPr>
          <p:cNvSpPr>
            <a:spLocks noChangeShapeType="1"/>
          </p:cNvSpPr>
          <p:nvPr/>
        </p:nvSpPr>
        <p:spPr bwMode="auto">
          <a:xfrm>
            <a:off x="5965068" y="3927420"/>
            <a:ext cx="175195" cy="26248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Line 112">
            <a:extLst>
              <a:ext uri="{FF2B5EF4-FFF2-40B4-BE49-F238E27FC236}">
                <a16:creationId xmlns:a16="http://schemas.microsoft.com/office/drawing/2014/main" id="{ACC5B016-690E-8498-B5FA-8F451EFB5427}"/>
              </a:ext>
            </a:extLst>
          </p:cNvPr>
          <p:cNvSpPr>
            <a:spLocks noChangeShapeType="1"/>
          </p:cNvSpPr>
          <p:nvPr/>
        </p:nvSpPr>
        <p:spPr bwMode="auto">
          <a:xfrm flipH="1">
            <a:off x="6928641" y="4064562"/>
            <a:ext cx="102197" cy="30377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1" name="Line 113">
            <a:extLst>
              <a:ext uri="{FF2B5EF4-FFF2-40B4-BE49-F238E27FC236}">
                <a16:creationId xmlns:a16="http://schemas.microsoft.com/office/drawing/2014/main" id="{C3EB4BC8-3C06-6CF7-E728-490608CC1BC6}"/>
              </a:ext>
            </a:extLst>
          </p:cNvPr>
          <p:cNvSpPr>
            <a:spLocks noChangeShapeType="1"/>
          </p:cNvSpPr>
          <p:nvPr/>
        </p:nvSpPr>
        <p:spPr bwMode="auto">
          <a:xfrm>
            <a:off x="11072007" y="4826952"/>
            <a:ext cx="324111"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2" name="Line 114">
            <a:extLst>
              <a:ext uri="{FF2B5EF4-FFF2-40B4-BE49-F238E27FC236}">
                <a16:creationId xmlns:a16="http://schemas.microsoft.com/office/drawing/2014/main" id="{3E047723-0004-DFBB-8956-FE942071A11E}"/>
              </a:ext>
            </a:extLst>
          </p:cNvPr>
          <p:cNvSpPr>
            <a:spLocks noChangeShapeType="1"/>
          </p:cNvSpPr>
          <p:nvPr/>
        </p:nvSpPr>
        <p:spPr bwMode="auto">
          <a:xfrm flipV="1">
            <a:off x="10985870" y="4365389"/>
            <a:ext cx="382509" cy="37455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3" name="Line 115">
            <a:extLst>
              <a:ext uri="{FF2B5EF4-FFF2-40B4-BE49-F238E27FC236}">
                <a16:creationId xmlns:a16="http://schemas.microsoft.com/office/drawing/2014/main" id="{FBFA6D2B-9702-65B9-AB23-3C03E775416D}"/>
              </a:ext>
            </a:extLst>
          </p:cNvPr>
          <p:cNvSpPr>
            <a:spLocks noChangeShapeType="1"/>
          </p:cNvSpPr>
          <p:nvPr/>
        </p:nvSpPr>
        <p:spPr bwMode="auto">
          <a:xfrm flipH="1" flipV="1">
            <a:off x="10181432" y="4114700"/>
            <a:ext cx="185415" cy="297878"/>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Line 116">
            <a:extLst>
              <a:ext uri="{FF2B5EF4-FFF2-40B4-BE49-F238E27FC236}">
                <a16:creationId xmlns:a16="http://schemas.microsoft.com/office/drawing/2014/main" id="{F6EAC9BF-51F2-F43D-7AE5-0E4C89F0656D}"/>
              </a:ext>
            </a:extLst>
          </p:cNvPr>
          <p:cNvSpPr>
            <a:spLocks noChangeShapeType="1"/>
          </p:cNvSpPr>
          <p:nvPr/>
        </p:nvSpPr>
        <p:spPr bwMode="auto">
          <a:xfrm flipH="1" flipV="1">
            <a:off x="9725924" y="4265113"/>
            <a:ext cx="198555" cy="27280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5" name="Line 117">
            <a:extLst>
              <a:ext uri="{FF2B5EF4-FFF2-40B4-BE49-F238E27FC236}">
                <a16:creationId xmlns:a16="http://schemas.microsoft.com/office/drawing/2014/main" id="{B62D4DFE-D7B8-078E-2B9E-D548680E0581}"/>
              </a:ext>
            </a:extLst>
          </p:cNvPr>
          <p:cNvSpPr>
            <a:spLocks noChangeShapeType="1"/>
          </p:cNvSpPr>
          <p:nvPr/>
        </p:nvSpPr>
        <p:spPr bwMode="auto">
          <a:xfrm flipH="1">
            <a:off x="6966600" y="5363722"/>
            <a:ext cx="197095" cy="17253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Line 118">
            <a:extLst>
              <a:ext uri="{FF2B5EF4-FFF2-40B4-BE49-F238E27FC236}">
                <a16:creationId xmlns:a16="http://schemas.microsoft.com/office/drawing/2014/main" id="{886760DF-514A-89EC-38F3-D3D6037E801D}"/>
              </a:ext>
            </a:extLst>
          </p:cNvPr>
          <p:cNvSpPr>
            <a:spLocks noChangeShapeType="1"/>
          </p:cNvSpPr>
          <p:nvPr/>
        </p:nvSpPr>
        <p:spPr bwMode="auto">
          <a:xfrm flipH="1" flipV="1">
            <a:off x="6916962" y="5214783"/>
            <a:ext cx="185415" cy="1179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7" name="Line 119">
            <a:extLst>
              <a:ext uri="{FF2B5EF4-FFF2-40B4-BE49-F238E27FC236}">
                <a16:creationId xmlns:a16="http://schemas.microsoft.com/office/drawing/2014/main" id="{6FD2F7E4-3873-4AE5-7ADC-64EEDC507F02}"/>
              </a:ext>
            </a:extLst>
          </p:cNvPr>
          <p:cNvSpPr>
            <a:spLocks noChangeShapeType="1"/>
          </p:cNvSpPr>
          <p:nvPr/>
        </p:nvSpPr>
        <p:spPr bwMode="auto">
          <a:xfrm flipH="1">
            <a:off x="7312611" y="5614411"/>
            <a:ext cx="309511" cy="2212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Line 120">
            <a:extLst>
              <a:ext uri="{FF2B5EF4-FFF2-40B4-BE49-F238E27FC236}">
                <a16:creationId xmlns:a16="http://schemas.microsoft.com/office/drawing/2014/main" id="{2724B43B-1FD6-554E-1528-49950C5B5B7D}"/>
              </a:ext>
            </a:extLst>
          </p:cNvPr>
          <p:cNvSpPr>
            <a:spLocks noChangeShapeType="1"/>
          </p:cNvSpPr>
          <p:nvPr/>
        </p:nvSpPr>
        <p:spPr bwMode="auto">
          <a:xfrm flipV="1">
            <a:off x="8017771" y="4939025"/>
            <a:ext cx="334331" cy="1474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9" name="Line 121">
            <a:extLst>
              <a:ext uri="{FF2B5EF4-FFF2-40B4-BE49-F238E27FC236}">
                <a16:creationId xmlns:a16="http://schemas.microsoft.com/office/drawing/2014/main" id="{606FF3A6-C8A5-F435-B460-3D6F97DDD3E7}"/>
              </a:ext>
            </a:extLst>
          </p:cNvPr>
          <p:cNvSpPr>
            <a:spLocks noChangeShapeType="1"/>
          </p:cNvSpPr>
          <p:nvPr/>
        </p:nvSpPr>
        <p:spPr bwMode="auto">
          <a:xfrm>
            <a:off x="8684973" y="5489066"/>
            <a:ext cx="173735" cy="16221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0" name="Line 122">
            <a:extLst>
              <a:ext uri="{FF2B5EF4-FFF2-40B4-BE49-F238E27FC236}">
                <a16:creationId xmlns:a16="http://schemas.microsoft.com/office/drawing/2014/main" id="{36D83BF8-3954-93E4-FC59-FFEBFBF293D0}"/>
              </a:ext>
            </a:extLst>
          </p:cNvPr>
          <p:cNvSpPr>
            <a:spLocks noChangeShapeType="1"/>
          </p:cNvSpPr>
          <p:nvPr/>
        </p:nvSpPr>
        <p:spPr bwMode="auto">
          <a:xfrm>
            <a:off x="7981272" y="5051097"/>
            <a:ext cx="211694" cy="110598"/>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51" name="Group 950">
            <a:extLst>
              <a:ext uri="{FF2B5EF4-FFF2-40B4-BE49-F238E27FC236}">
                <a16:creationId xmlns:a16="http://schemas.microsoft.com/office/drawing/2014/main" id="{4322C4C5-1BDE-8CA2-AB84-39891A21BE18}"/>
              </a:ext>
            </a:extLst>
          </p:cNvPr>
          <p:cNvGrpSpPr/>
          <p:nvPr/>
        </p:nvGrpSpPr>
        <p:grpSpPr>
          <a:xfrm>
            <a:off x="5603790" y="3650750"/>
            <a:ext cx="5968456" cy="2124592"/>
            <a:chOff x="3175544" y="3748892"/>
            <a:chExt cx="5968456" cy="2124592"/>
          </a:xfrm>
        </p:grpSpPr>
        <p:grpSp>
          <p:nvGrpSpPr>
            <p:cNvPr id="952" name="Group 951">
              <a:extLst>
                <a:ext uri="{FF2B5EF4-FFF2-40B4-BE49-F238E27FC236}">
                  <a16:creationId xmlns:a16="http://schemas.microsoft.com/office/drawing/2014/main" id="{6261919D-F358-521B-34DA-B3E0C94018F9}"/>
                </a:ext>
              </a:extLst>
            </p:cNvPr>
            <p:cNvGrpSpPr/>
            <p:nvPr/>
          </p:nvGrpSpPr>
          <p:grpSpPr>
            <a:xfrm>
              <a:off x="3175544" y="3748892"/>
              <a:ext cx="1609399" cy="1316010"/>
              <a:chOff x="3188070" y="3748892"/>
              <a:chExt cx="1609399" cy="1316010"/>
            </a:xfrm>
          </p:grpSpPr>
          <p:sp>
            <p:nvSpPr>
              <p:cNvPr id="975" name="Freeform 4">
                <a:extLst>
                  <a:ext uri="{FF2B5EF4-FFF2-40B4-BE49-F238E27FC236}">
                    <a16:creationId xmlns:a16="http://schemas.microsoft.com/office/drawing/2014/main" id="{701AE808-8D41-038B-15E4-BF37D44DCF51}"/>
                  </a:ext>
                </a:extLst>
              </p:cNvPr>
              <p:cNvSpPr>
                <a:spLocks/>
              </p:cNvSpPr>
              <p:nvPr/>
            </p:nvSpPr>
            <p:spPr bwMode="auto">
              <a:xfrm>
                <a:off x="3188070" y="3748892"/>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975">
                <a:extLst>
                  <a:ext uri="{FF2B5EF4-FFF2-40B4-BE49-F238E27FC236}">
                    <a16:creationId xmlns:a16="http://schemas.microsoft.com/office/drawing/2014/main" id="{736D8FB3-F92B-C7D4-CB32-68E27F9087AA}"/>
                  </a:ext>
                </a:extLst>
              </p:cNvPr>
              <p:cNvGrpSpPr/>
              <p:nvPr/>
            </p:nvGrpSpPr>
            <p:grpSpPr>
              <a:xfrm>
                <a:off x="3323010" y="3984960"/>
                <a:ext cx="1290181" cy="895439"/>
                <a:chOff x="2145563" y="2093530"/>
                <a:chExt cx="1290181" cy="895439"/>
              </a:xfrm>
            </p:grpSpPr>
            <p:sp>
              <p:nvSpPr>
                <p:cNvPr id="977" name="TextBox 976">
                  <a:extLst>
                    <a:ext uri="{FF2B5EF4-FFF2-40B4-BE49-F238E27FC236}">
                      <a16:creationId xmlns:a16="http://schemas.microsoft.com/office/drawing/2014/main" id="{C2B4ED1F-B5B2-4777-AA57-897BF2177D4C}"/>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978" name="Oval 977">
                  <a:extLst>
                    <a:ext uri="{FF2B5EF4-FFF2-40B4-BE49-F238E27FC236}">
                      <a16:creationId xmlns:a16="http://schemas.microsoft.com/office/drawing/2014/main" id="{5EAD1C08-F501-94C0-A69C-1A88D07ECBF8}"/>
                    </a:ext>
                  </a:extLst>
                </p:cNvPr>
                <p:cNvSpPr/>
                <p:nvPr/>
              </p:nvSpPr>
              <p:spPr>
                <a:xfrm>
                  <a:off x="2145563"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9" name="Rectangle 978">
                  <a:extLst>
                    <a:ext uri="{FF2B5EF4-FFF2-40B4-BE49-F238E27FC236}">
                      <a16:creationId xmlns:a16="http://schemas.microsoft.com/office/drawing/2014/main" id="{4FE7D0A4-1A92-20DB-1197-E52901D6B855}"/>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80" name="Straight Arrow Connector 979">
                  <a:extLst>
                    <a:ext uri="{FF2B5EF4-FFF2-40B4-BE49-F238E27FC236}">
                      <a16:creationId xmlns:a16="http://schemas.microsoft.com/office/drawing/2014/main" id="{373792B9-E4CE-593A-9751-FFE7A45033D7}"/>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953" name="Group 952">
              <a:extLst>
                <a:ext uri="{FF2B5EF4-FFF2-40B4-BE49-F238E27FC236}">
                  <a16:creationId xmlns:a16="http://schemas.microsoft.com/office/drawing/2014/main" id="{EE57AB2C-1CF0-5C66-B764-93137E52CB1C}"/>
                </a:ext>
              </a:extLst>
            </p:cNvPr>
            <p:cNvGrpSpPr/>
            <p:nvPr/>
          </p:nvGrpSpPr>
          <p:grpSpPr>
            <a:xfrm>
              <a:off x="4345585" y="4779701"/>
              <a:ext cx="2744147" cy="1093783"/>
              <a:chOff x="4345585" y="4779701"/>
              <a:chExt cx="2744147" cy="1093783"/>
            </a:xfrm>
          </p:grpSpPr>
          <p:sp>
            <p:nvSpPr>
              <p:cNvPr id="969" name="Freeform 5">
                <a:extLst>
                  <a:ext uri="{FF2B5EF4-FFF2-40B4-BE49-F238E27FC236}">
                    <a16:creationId xmlns:a16="http://schemas.microsoft.com/office/drawing/2014/main" id="{3AAB81BE-6BE3-420F-B039-01F29BBC6F3E}"/>
                  </a:ext>
                </a:extLst>
              </p:cNvPr>
              <p:cNvSpPr>
                <a:spLocks/>
              </p:cNvSpPr>
              <p:nvPr/>
            </p:nvSpPr>
            <p:spPr bwMode="auto">
              <a:xfrm>
                <a:off x="4345585" y="4779701"/>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0" name="Group 969">
                <a:extLst>
                  <a:ext uri="{FF2B5EF4-FFF2-40B4-BE49-F238E27FC236}">
                    <a16:creationId xmlns:a16="http://schemas.microsoft.com/office/drawing/2014/main" id="{E92E8611-7F0D-7621-30FB-BBD2925FCA6A}"/>
                  </a:ext>
                </a:extLst>
              </p:cNvPr>
              <p:cNvGrpSpPr/>
              <p:nvPr/>
            </p:nvGrpSpPr>
            <p:grpSpPr>
              <a:xfrm>
                <a:off x="4915903" y="4888922"/>
                <a:ext cx="1290181" cy="895439"/>
                <a:chOff x="2158089" y="2093530"/>
                <a:chExt cx="1290181" cy="895439"/>
              </a:xfrm>
            </p:grpSpPr>
            <p:sp>
              <p:nvSpPr>
                <p:cNvPr id="971" name="TextBox 970">
                  <a:extLst>
                    <a:ext uri="{FF2B5EF4-FFF2-40B4-BE49-F238E27FC236}">
                      <a16:creationId xmlns:a16="http://schemas.microsoft.com/office/drawing/2014/main" id="{D7176F85-EA85-5D1E-6822-23519EFEBD4B}"/>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972" name="Oval 971">
                  <a:extLst>
                    <a:ext uri="{FF2B5EF4-FFF2-40B4-BE49-F238E27FC236}">
                      <a16:creationId xmlns:a16="http://schemas.microsoft.com/office/drawing/2014/main" id="{5A2893E5-7BB4-153A-12B0-B3CCB358D97B}"/>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3" name="Rectangle 972">
                  <a:extLst>
                    <a:ext uri="{FF2B5EF4-FFF2-40B4-BE49-F238E27FC236}">
                      <a16:creationId xmlns:a16="http://schemas.microsoft.com/office/drawing/2014/main" id="{A6CF029E-AB4B-A46E-4A72-4E6A7B67DCF3}"/>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74" name="Straight Arrow Connector 973">
                  <a:extLst>
                    <a:ext uri="{FF2B5EF4-FFF2-40B4-BE49-F238E27FC236}">
                      <a16:creationId xmlns:a16="http://schemas.microsoft.com/office/drawing/2014/main" id="{2A9F1502-D932-8440-17CD-B93400A7B5B9}"/>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962" name="Group 961">
              <a:extLst>
                <a:ext uri="{FF2B5EF4-FFF2-40B4-BE49-F238E27FC236}">
                  <a16:creationId xmlns:a16="http://schemas.microsoft.com/office/drawing/2014/main" id="{FF949135-C94A-786D-89D0-E1E7341B9065}"/>
                </a:ext>
              </a:extLst>
            </p:cNvPr>
            <p:cNvGrpSpPr/>
            <p:nvPr/>
          </p:nvGrpSpPr>
          <p:grpSpPr>
            <a:xfrm>
              <a:off x="6989573" y="3977477"/>
              <a:ext cx="2154427" cy="1384541"/>
              <a:chOff x="6989573" y="3977477"/>
              <a:chExt cx="2154427" cy="1384541"/>
            </a:xfrm>
          </p:grpSpPr>
          <p:sp>
            <p:nvSpPr>
              <p:cNvPr id="963" name="Freeform 3">
                <a:extLst>
                  <a:ext uri="{FF2B5EF4-FFF2-40B4-BE49-F238E27FC236}">
                    <a16:creationId xmlns:a16="http://schemas.microsoft.com/office/drawing/2014/main" id="{0300BDB3-4020-2AFD-B9EE-49A8B778E273}"/>
                  </a:ext>
                </a:extLst>
              </p:cNvPr>
              <p:cNvSpPr>
                <a:spLocks/>
              </p:cNvSpPr>
              <p:nvPr/>
            </p:nvSpPr>
            <p:spPr bwMode="auto">
              <a:xfrm>
                <a:off x="6989573" y="3977477"/>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64" name="Group 963">
                <a:extLst>
                  <a:ext uri="{FF2B5EF4-FFF2-40B4-BE49-F238E27FC236}">
                    <a16:creationId xmlns:a16="http://schemas.microsoft.com/office/drawing/2014/main" id="{D27CB97B-BCEB-DA58-8BC5-430D964225D6}"/>
                  </a:ext>
                </a:extLst>
              </p:cNvPr>
              <p:cNvGrpSpPr/>
              <p:nvPr/>
            </p:nvGrpSpPr>
            <p:grpSpPr>
              <a:xfrm>
                <a:off x="7396057" y="4300199"/>
                <a:ext cx="1290181" cy="895439"/>
                <a:chOff x="2158089" y="2093530"/>
                <a:chExt cx="1290181" cy="895439"/>
              </a:xfrm>
            </p:grpSpPr>
            <p:sp>
              <p:nvSpPr>
                <p:cNvPr id="965" name="TextBox 964">
                  <a:extLst>
                    <a:ext uri="{FF2B5EF4-FFF2-40B4-BE49-F238E27FC236}">
                      <a16:creationId xmlns:a16="http://schemas.microsoft.com/office/drawing/2014/main" id="{04BA581A-5369-0D21-26BE-B833182E048F}"/>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966" name="Oval 965">
                  <a:extLst>
                    <a:ext uri="{FF2B5EF4-FFF2-40B4-BE49-F238E27FC236}">
                      <a16:creationId xmlns:a16="http://schemas.microsoft.com/office/drawing/2014/main" id="{1FD042BE-D608-A030-9C13-258438662DE6}"/>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7" name="Rectangle 966">
                  <a:extLst>
                    <a:ext uri="{FF2B5EF4-FFF2-40B4-BE49-F238E27FC236}">
                      <a16:creationId xmlns:a16="http://schemas.microsoft.com/office/drawing/2014/main" id="{70F7EBA5-2D47-ED5A-D12A-774C71BA0CBD}"/>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68" name="Straight Arrow Connector 967">
                  <a:extLst>
                    <a:ext uri="{FF2B5EF4-FFF2-40B4-BE49-F238E27FC236}">
                      <a16:creationId xmlns:a16="http://schemas.microsoft.com/office/drawing/2014/main" id="{9A9AD676-766A-6DD9-E8B4-694AAAFBE0F7}"/>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grpSp>
        <p:nvGrpSpPr>
          <p:cNvPr id="981" name="Group 980">
            <a:extLst>
              <a:ext uri="{FF2B5EF4-FFF2-40B4-BE49-F238E27FC236}">
                <a16:creationId xmlns:a16="http://schemas.microsoft.com/office/drawing/2014/main" id="{9ECB8FEE-DC92-3BE2-FD79-2552A4F3B3F4}"/>
              </a:ext>
            </a:extLst>
          </p:cNvPr>
          <p:cNvGrpSpPr/>
          <p:nvPr/>
        </p:nvGrpSpPr>
        <p:grpSpPr>
          <a:xfrm>
            <a:off x="5637390" y="3665930"/>
            <a:ext cx="5968456" cy="2124592"/>
            <a:chOff x="3202684" y="3763506"/>
            <a:chExt cx="5968456" cy="2124592"/>
          </a:xfrm>
        </p:grpSpPr>
        <p:grpSp>
          <p:nvGrpSpPr>
            <p:cNvPr id="982" name="Group 981">
              <a:extLst>
                <a:ext uri="{FF2B5EF4-FFF2-40B4-BE49-F238E27FC236}">
                  <a16:creationId xmlns:a16="http://schemas.microsoft.com/office/drawing/2014/main" id="{08B57B0C-1D8E-2308-C4D1-1C1E02880700}"/>
                </a:ext>
              </a:extLst>
            </p:cNvPr>
            <p:cNvGrpSpPr/>
            <p:nvPr/>
          </p:nvGrpSpPr>
          <p:grpSpPr>
            <a:xfrm>
              <a:off x="3202684" y="3763506"/>
              <a:ext cx="5968456" cy="2124592"/>
              <a:chOff x="2563856" y="-1509951"/>
              <a:chExt cx="5968456" cy="2124592"/>
            </a:xfrm>
          </p:grpSpPr>
          <p:sp>
            <p:nvSpPr>
              <p:cNvPr id="984" name="Freeform 4">
                <a:extLst>
                  <a:ext uri="{FF2B5EF4-FFF2-40B4-BE49-F238E27FC236}">
                    <a16:creationId xmlns:a16="http://schemas.microsoft.com/office/drawing/2014/main" id="{89E48160-0DBB-3255-B4F5-472C946C277B}"/>
                  </a:ext>
                </a:extLst>
              </p:cNvPr>
              <p:cNvSpPr>
                <a:spLocks/>
              </p:cNvSpPr>
              <p:nvPr/>
            </p:nvSpPr>
            <p:spPr bwMode="auto">
              <a:xfrm>
                <a:off x="2563856" y="-1509951"/>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5" name="Freeform 5">
                <a:extLst>
                  <a:ext uri="{FF2B5EF4-FFF2-40B4-BE49-F238E27FC236}">
                    <a16:creationId xmlns:a16="http://schemas.microsoft.com/office/drawing/2014/main" id="{30ECBF42-74DE-4AF7-A9C6-38FE3CB933ED}"/>
                  </a:ext>
                </a:extLst>
              </p:cNvPr>
              <p:cNvSpPr>
                <a:spLocks/>
              </p:cNvSpPr>
              <p:nvPr/>
            </p:nvSpPr>
            <p:spPr bwMode="auto">
              <a:xfrm>
                <a:off x="3733897" y="-479142"/>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Freeform 3">
                <a:extLst>
                  <a:ext uri="{FF2B5EF4-FFF2-40B4-BE49-F238E27FC236}">
                    <a16:creationId xmlns:a16="http://schemas.microsoft.com/office/drawing/2014/main" id="{50CAD7D5-87A7-2E08-D46D-49C1F3873341}"/>
                  </a:ext>
                </a:extLst>
              </p:cNvPr>
              <p:cNvSpPr>
                <a:spLocks/>
              </p:cNvSpPr>
              <p:nvPr/>
            </p:nvSpPr>
            <p:spPr bwMode="auto">
              <a:xfrm>
                <a:off x="6377885" y="-1281366"/>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513" name="Straight Arrow Connector 512">
                <a:extLst>
                  <a:ext uri="{FF2B5EF4-FFF2-40B4-BE49-F238E27FC236}">
                    <a16:creationId xmlns:a16="http://schemas.microsoft.com/office/drawing/2014/main" id="{DA25BE5D-32AA-8511-E3D5-3C62C0934844}"/>
                  </a:ext>
                </a:extLst>
              </p:cNvPr>
              <p:cNvCxnSpPr>
                <a:cxnSpLocks/>
              </p:cNvCxnSpPr>
              <p:nvPr/>
            </p:nvCxnSpPr>
            <p:spPr>
              <a:xfrm flipV="1">
                <a:off x="5824603" y="-501042"/>
                <a:ext cx="814192" cy="501042"/>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4" name="Straight Arrow Connector 513">
                <a:extLst>
                  <a:ext uri="{FF2B5EF4-FFF2-40B4-BE49-F238E27FC236}">
                    <a16:creationId xmlns:a16="http://schemas.microsoft.com/office/drawing/2014/main" id="{08657C7D-A574-1E6E-0774-BB53BA4E0696}"/>
                  </a:ext>
                </a:extLst>
              </p:cNvPr>
              <p:cNvCxnSpPr>
                <a:cxnSpLocks/>
              </p:cNvCxnSpPr>
              <p:nvPr/>
            </p:nvCxnSpPr>
            <p:spPr>
              <a:xfrm>
                <a:off x="4010416" y="-711896"/>
                <a:ext cx="724423" cy="436323"/>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983" name="TextBox 982">
              <a:extLst>
                <a:ext uri="{FF2B5EF4-FFF2-40B4-BE49-F238E27FC236}">
                  <a16:creationId xmlns:a16="http://schemas.microsoft.com/office/drawing/2014/main" id="{3B6690A1-564E-10AF-387B-C24364032F8A}"/>
                </a:ext>
              </a:extLst>
            </p:cNvPr>
            <p:cNvSpPr txBox="1"/>
            <p:nvPr/>
          </p:nvSpPr>
          <p:spPr>
            <a:xfrm>
              <a:off x="4935255" y="4346532"/>
              <a:ext cx="2217106" cy="461665"/>
            </a:xfrm>
            <a:prstGeom prst="rect">
              <a:avLst/>
            </a:prstGeom>
            <a:noFill/>
          </p:spPr>
          <p:txBody>
            <a:bodyPr wrap="square" rtlCol="0">
              <a:spAutoFit/>
            </a:bodyPr>
            <a:lstStyle/>
            <a:p>
              <a:r>
                <a:rPr lang="en-US" sz="2400" dirty="0">
                  <a:solidFill>
                    <a:srgbClr val="C00000"/>
                  </a:solidFill>
                </a:rPr>
                <a:t>inter-AS routing</a:t>
              </a:r>
            </a:p>
          </p:txBody>
        </p:sp>
      </p:grpSp>
      <p:grpSp>
        <p:nvGrpSpPr>
          <p:cNvPr id="515" name="Group 514">
            <a:extLst>
              <a:ext uri="{FF2B5EF4-FFF2-40B4-BE49-F238E27FC236}">
                <a16:creationId xmlns:a16="http://schemas.microsoft.com/office/drawing/2014/main" id="{DC6EC2CC-362D-1698-8A5C-D0C04990C637}"/>
              </a:ext>
            </a:extLst>
          </p:cNvPr>
          <p:cNvGrpSpPr/>
          <p:nvPr/>
        </p:nvGrpSpPr>
        <p:grpSpPr>
          <a:xfrm>
            <a:off x="7548862" y="1592874"/>
            <a:ext cx="2334629" cy="3331019"/>
            <a:chOff x="5176788" y="1691016"/>
            <a:chExt cx="2334629" cy="3331019"/>
          </a:xfrm>
        </p:grpSpPr>
        <p:sp>
          <p:nvSpPr>
            <p:cNvPr id="516" name="Freeform 313">
              <a:extLst>
                <a:ext uri="{FF2B5EF4-FFF2-40B4-BE49-F238E27FC236}">
                  <a16:creationId xmlns:a16="http://schemas.microsoft.com/office/drawing/2014/main" id="{950298E5-5AD7-C789-D25B-23D5B8BE7266}"/>
                </a:ext>
              </a:extLst>
            </p:cNvPr>
            <p:cNvSpPr/>
            <p:nvPr/>
          </p:nvSpPr>
          <p:spPr bwMode="auto">
            <a:xfrm flipH="1">
              <a:off x="5219204" y="3674178"/>
              <a:ext cx="2255450" cy="134785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2217181 w 2532501"/>
                <a:gd name="connsiteY0" fmla="*/ 747595 h 747595"/>
                <a:gd name="connsiteX1" fmla="*/ 0 w 2532501"/>
                <a:gd name="connsiteY1" fmla="*/ 310 h 747595"/>
                <a:gd name="connsiteX2" fmla="*/ 2251233 w 2532501"/>
                <a:gd name="connsiteY2" fmla="*/ 1468 h 747595"/>
                <a:gd name="connsiteX3" fmla="*/ 2532501 w 2532501"/>
                <a:gd name="connsiteY3" fmla="*/ 710902 h 747595"/>
                <a:gd name="connsiteX4" fmla="*/ 2217181 w 2532501"/>
                <a:gd name="connsiteY4" fmla="*/ 747595 h 747595"/>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274923"/>
                <a:gd name="connsiteY0" fmla="*/ 1349639 h 1349639"/>
                <a:gd name="connsiteX1" fmla="*/ 0 w 2274923"/>
                <a:gd name="connsiteY1" fmla="*/ 310 h 1349639"/>
                <a:gd name="connsiteX2" fmla="*/ 2251233 w 2274923"/>
                <a:gd name="connsiteY2" fmla="*/ 1468 h 1349639"/>
                <a:gd name="connsiteX3" fmla="*/ 2244541 w 2274923"/>
                <a:gd name="connsiteY3" fmla="*/ 1338031 h 1349639"/>
                <a:gd name="connsiteX4" fmla="*/ 1904181 w 2274923"/>
                <a:gd name="connsiteY4" fmla="*/ 1349639 h 1349639"/>
                <a:gd name="connsiteX0" fmla="*/ 1904181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904181 w 2251233"/>
                <a:gd name="connsiteY4" fmla="*/ 1349639 h 1349639"/>
                <a:gd name="connsiteX0" fmla="*/ 1855043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855043 w 2251233"/>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4368" h="1349639">
                  <a:moveTo>
                    <a:pt x="1855043" y="1349639"/>
                  </a:moveTo>
                  <a:cubicBezTo>
                    <a:pt x="1304110" y="746280"/>
                    <a:pt x="628999" y="499249"/>
                    <a:pt x="0" y="310"/>
                  </a:cubicBezTo>
                  <a:cubicBezTo>
                    <a:pt x="333077" y="4877"/>
                    <a:pt x="1918156" y="-3099"/>
                    <a:pt x="2251233" y="1468"/>
                  </a:cubicBezTo>
                  <a:cubicBezTo>
                    <a:pt x="2089546" y="493074"/>
                    <a:pt x="2029736" y="828030"/>
                    <a:pt x="2254368" y="1315058"/>
                  </a:cubicBezTo>
                  <a:cubicBezTo>
                    <a:pt x="2028914" y="1268083"/>
                    <a:pt x="1915520" y="1271535"/>
                    <a:pt x="1855043" y="1349639"/>
                  </a:cubicBezTo>
                  <a:close/>
                </a:path>
              </a:pathLst>
            </a:custGeom>
            <a:gradFill rotWithShape="1">
              <a:gsLst>
                <a:gs pos="0">
                  <a:srgbClr val="FFFFFF">
                    <a:lumMod val="9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517" name="Group 516">
              <a:extLst>
                <a:ext uri="{FF2B5EF4-FFF2-40B4-BE49-F238E27FC236}">
                  <a16:creationId xmlns:a16="http://schemas.microsoft.com/office/drawing/2014/main" id="{F1F70986-1557-2411-59C2-783F68403680}"/>
                </a:ext>
              </a:extLst>
            </p:cNvPr>
            <p:cNvGrpSpPr/>
            <p:nvPr/>
          </p:nvGrpSpPr>
          <p:grpSpPr>
            <a:xfrm>
              <a:off x="5176788" y="1691016"/>
              <a:ext cx="2334629" cy="2102794"/>
              <a:chOff x="5176788" y="1691016"/>
              <a:chExt cx="2334629" cy="2102794"/>
            </a:xfrm>
          </p:grpSpPr>
          <p:grpSp>
            <p:nvGrpSpPr>
              <p:cNvPr id="518" name="Group 28">
                <a:extLst>
                  <a:ext uri="{FF2B5EF4-FFF2-40B4-BE49-F238E27FC236}">
                    <a16:creationId xmlns:a16="http://schemas.microsoft.com/office/drawing/2014/main" id="{0F6C3296-B96F-CBA1-7C24-20A1933EF1E0}"/>
                  </a:ext>
                </a:extLst>
              </p:cNvPr>
              <p:cNvGrpSpPr>
                <a:grpSpLocks/>
              </p:cNvGrpSpPr>
              <p:nvPr/>
            </p:nvGrpSpPr>
            <p:grpSpPr bwMode="auto">
              <a:xfrm>
                <a:off x="5176788" y="1691016"/>
                <a:ext cx="2334629" cy="2102794"/>
                <a:chOff x="1858002" y="3709936"/>
                <a:chExt cx="1045872" cy="1739899"/>
              </a:xfrm>
            </p:grpSpPr>
            <p:sp>
              <p:nvSpPr>
                <p:cNvPr id="1035" name="Rectangle 1034">
                  <a:extLst>
                    <a:ext uri="{FF2B5EF4-FFF2-40B4-BE49-F238E27FC236}">
                      <a16:creationId xmlns:a16="http://schemas.microsoft.com/office/drawing/2014/main" id="{6A80977B-52AF-7324-294F-E007F63C4B3F}"/>
                    </a:ext>
                  </a:extLst>
                </p:cNvPr>
                <p:cNvSpPr/>
                <p:nvPr/>
              </p:nvSpPr>
              <p:spPr bwMode="auto">
                <a:xfrm rot="10800000">
                  <a:off x="1867527" y="3957547"/>
                  <a:ext cx="1033544"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36" name="Group 498">
                  <a:extLst>
                    <a:ext uri="{FF2B5EF4-FFF2-40B4-BE49-F238E27FC236}">
                      <a16:creationId xmlns:a16="http://schemas.microsoft.com/office/drawing/2014/main" id="{E250D238-453B-4DBA-33E9-2922F8697359}"/>
                    </a:ext>
                  </a:extLst>
                </p:cNvPr>
                <p:cNvGrpSpPr>
                  <a:grpSpLocks/>
                </p:cNvGrpSpPr>
                <p:nvPr/>
              </p:nvGrpSpPr>
              <p:grpSpPr bwMode="auto">
                <a:xfrm>
                  <a:off x="1858805" y="5088863"/>
                  <a:ext cx="1035373" cy="360972"/>
                  <a:chOff x="4128636" y="3606589"/>
                  <a:chExt cx="568145" cy="338667"/>
                </a:xfrm>
              </p:grpSpPr>
              <p:sp>
                <p:nvSpPr>
                  <p:cNvPr id="1057" name="Oval 1056">
                    <a:extLst>
                      <a:ext uri="{FF2B5EF4-FFF2-40B4-BE49-F238E27FC236}">
                        <a16:creationId xmlns:a16="http://schemas.microsoft.com/office/drawing/2014/main" id="{57BA18EF-2E87-99E9-12BF-408B0BE281AC}"/>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9" name="Rectangle 1058">
                    <a:extLst>
                      <a:ext uri="{FF2B5EF4-FFF2-40B4-BE49-F238E27FC236}">
                        <a16:creationId xmlns:a16="http://schemas.microsoft.com/office/drawing/2014/main" id="{EAD0EB99-44FB-C49D-C77B-924F3DC17A10}"/>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60" name="Oval 1059">
                    <a:extLst>
                      <a:ext uri="{FF2B5EF4-FFF2-40B4-BE49-F238E27FC236}">
                        <a16:creationId xmlns:a16="http://schemas.microsoft.com/office/drawing/2014/main" id="{25306556-7B8F-891A-61CE-82A2AFFE969B}"/>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1" name="Straight Connector 1060">
                    <a:extLst>
                      <a:ext uri="{FF2B5EF4-FFF2-40B4-BE49-F238E27FC236}">
                        <a16:creationId xmlns:a16="http://schemas.microsoft.com/office/drawing/2014/main" id="{A46B9401-9538-303A-EFB3-8D54ACE58124}"/>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62" name="Straight Connector 1061">
                    <a:extLst>
                      <a:ext uri="{FF2B5EF4-FFF2-40B4-BE49-F238E27FC236}">
                        <a16:creationId xmlns:a16="http://schemas.microsoft.com/office/drawing/2014/main" id="{AACF65E0-DDA7-87D6-1D0F-A5135743ECFC}"/>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44" name="Rectangle 1043">
                  <a:extLst>
                    <a:ext uri="{FF2B5EF4-FFF2-40B4-BE49-F238E27FC236}">
                      <a16:creationId xmlns:a16="http://schemas.microsoft.com/office/drawing/2014/main" id="{7F4D23E4-27F6-ADA4-9839-A5BA205B5FCB}"/>
                    </a:ext>
                  </a:extLst>
                </p:cNvPr>
                <p:cNvSpPr/>
                <p:nvPr/>
              </p:nvSpPr>
              <p:spPr bwMode="auto">
                <a:xfrm>
                  <a:off x="1859676" y="4691826"/>
                  <a:ext cx="103742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45" name="Straight Connector 1044">
                  <a:extLst>
                    <a:ext uri="{FF2B5EF4-FFF2-40B4-BE49-F238E27FC236}">
                      <a16:creationId xmlns:a16="http://schemas.microsoft.com/office/drawing/2014/main" id="{F4BB9B2E-8DDF-D03D-5A73-738032FFCB70}"/>
                    </a:ext>
                  </a:extLst>
                </p:cNvPr>
                <p:cNvCxnSpPr>
                  <a:cxnSpLocks/>
                  <a:stCxn id="1049" idx="1"/>
                </p:cNvCxnSpPr>
                <p:nvPr/>
              </p:nvCxnSpPr>
              <p:spPr bwMode="auto">
                <a:xfrm flipH="1">
                  <a:off x="1861178" y="3924839"/>
                  <a:ext cx="1007" cy="1295073"/>
                </a:xfrm>
                <a:prstGeom prst="line">
                  <a:avLst/>
                </a:prstGeom>
                <a:noFill/>
                <a:ln w="3175" cap="flat" cmpd="sng" algn="ctr">
                  <a:solidFill>
                    <a:srgbClr val="000000"/>
                  </a:solidFill>
                  <a:prstDash val="sysDash"/>
                </a:ln>
                <a:effectLst/>
              </p:spPr>
            </p:cxnSp>
            <p:cxnSp>
              <p:nvCxnSpPr>
                <p:cNvPr id="1046" name="Straight Connector 1045">
                  <a:extLst>
                    <a:ext uri="{FF2B5EF4-FFF2-40B4-BE49-F238E27FC236}">
                      <a16:creationId xmlns:a16="http://schemas.microsoft.com/office/drawing/2014/main" id="{69AD6625-8596-12FB-6BF2-F9FE9B66FE96}"/>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47" name="Group 504">
                  <a:extLst>
                    <a:ext uri="{FF2B5EF4-FFF2-40B4-BE49-F238E27FC236}">
                      <a16:creationId xmlns:a16="http://schemas.microsoft.com/office/drawing/2014/main" id="{CC4ED61B-F34D-5402-252D-3491E20C093E}"/>
                    </a:ext>
                  </a:extLst>
                </p:cNvPr>
                <p:cNvGrpSpPr>
                  <a:grpSpLocks/>
                </p:cNvGrpSpPr>
                <p:nvPr/>
              </p:nvGrpSpPr>
              <p:grpSpPr bwMode="auto">
                <a:xfrm>
                  <a:off x="1858002" y="3709936"/>
                  <a:ext cx="1045872" cy="398402"/>
                  <a:chOff x="2185125" y="1574638"/>
                  <a:chExt cx="1201487" cy="429505"/>
                </a:xfrm>
              </p:grpSpPr>
              <p:sp>
                <p:nvSpPr>
                  <p:cNvPr id="1048" name="Oval 1047">
                    <a:extLst>
                      <a:ext uri="{FF2B5EF4-FFF2-40B4-BE49-F238E27FC236}">
                        <a16:creationId xmlns:a16="http://schemas.microsoft.com/office/drawing/2014/main" id="{51D686D1-070B-0C3E-78D4-0D35EEB52617}"/>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49" name="Rectangle 1048">
                    <a:extLst>
                      <a:ext uri="{FF2B5EF4-FFF2-40B4-BE49-F238E27FC236}">
                        <a16:creationId xmlns:a16="http://schemas.microsoft.com/office/drawing/2014/main" id="{BA9B73E5-436A-DE90-E878-0E37DB05ED24}"/>
                      </a:ext>
                    </a:extLst>
                  </p:cNvPr>
                  <p:cNvSpPr/>
                  <p:nvPr/>
                </p:nvSpPr>
                <p:spPr bwMode="auto">
                  <a:xfrm>
                    <a:off x="2189930" y="1749849"/>
                    <a:ext cx="1195120"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0" name="Oval 1049">
                    <a:extLst>
                      <a:ext uri="{FF2B5EF4-FFF2-40B4-BE49-F238E27FC236}">
                        <a16:creationId xmlns:a16="http://schemas.microsoft.com/office/drawing/2014/main" id="{7BEB7928-A53B-01D7-6933-C0822C7D31BD}"/>
                      </a:ext>
                    </a:extLst>
                  </p:cNvPr>
                  <p:cNvSpPr>
                    <a:spLocks noChangeArrowheads="1"/>
                  </p:cNvSpPr>
                  <p:nvPr/>
                </p:nvSpPr>
                <p:spPr bwMode="auto">
                  <a:xfrm flipV="1">
                    <a:off x="2189930"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51" name="Freeform 338">
                    <a:extLst>
                      <a:ext uri="{FF2B5EF4-FFF2-40B4-BE49-F238E27FC236}">
                        <a16:creationId xmlns:a16="http://schemas.microsoft.com/office/drawing/2014/main" id="{BE67DCE2-F7CD-86A7-2567-8A13FB8B1020}"/>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2" name="Freeform 339">
                    <a:extLst>
                      <a:ext uri="{FF2B5EF4-FFF2-40B4-BE49-F238E27FC236}">
                        <a16:creationId xmlns:a16="http://schemas.microsoft.com/office/drawing/2014/main" id="{C0C34539-B5E6-8E23-6365-B0B180559B3F}"/>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3" name="Freeform 340">
                    <a:extLst>
                      <a:ext uri="{FF2B5EF4-FFF2-40B4-BE49-F238E27FC236}">
                        <a16:creationId xmlns:a16="http://schemas.microsoft.com/office/drawing/2014/main" id="{DB8F31E6-AC26-7622-898B-679ECAF23F71}"/>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4" name="Freeform 341">
                    <a:extLst>
                      <a:ext uri="{FF2B5EF4-FFF2-40B4-BE49-F238E27FC236}">
                        <a16:creationId xmlns:a16="http://schemas.microsoft.com/office/drawing/2014/main" id="{89946E32-150D-B451-8CC7-83A9F80B4E69}"/>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55" name="Straight Connector 1054">
                    <a:extLst>
                      <a:ext uri="{FF2B5EF4-FFF2-40B4-BE49-F238E27FC236}">
                        <a16:creationId xmlns:a16="http://schemas.microsoft.com/office/drawing/2014/main" id="{D2CC3447-2AFD-4C67-7967-3EE8BAD59C90}"/>
                      </a:ext>
                    </a:extLst>
                  </p:cNvPr>
                  <p:cNvCxnSpPr>
                    <a:cxnSpLocks noChangeShapeType="1"/>
                    <a:endCxn id="1050" idx="2"/>
                  </p:cNvCxnSpPr>
                  <p:nvPr/>
                </p:nvCxnSpPr>
                <p:spPr bwMode="auto">
                  <a:xfrm flipH="1" flipV="1">
                    <a:off x="2189930"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56" name="Straight Connector 1055">
                    <a:extLst>
                      <a:ext uri="{FF2B5EF4-FFF2-40B4-BE49-F238E27FC236}">
                        <a16:creationId xmlns:a16="http://schemas.microsoft.com/office/drawing/2014/main" id="{03ED898B-0F60-4C7A-E177-E70A9AF07F9A}"/>
                      </a:ext>
                    </a:extLst>
                  </p:cNvPr>
                  <p:cNvCxnSpPr>
                    <a:cxnSpLocks noChangeShapeType="1"/>
                  </p:cNvCxnSpPr>
                  <p:nvPr/>
                </p:nvCxnSpPr>
                <p:spPr bwMode="auto">
                  <a:xfrm flipH="1" flipV="1">
                    <a:off x="3384788"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519" name="Group 518">
                <a:extLst>
                  <a:ext uri="{FF2B5EF4-FFF2-40B4-BE49-F238E27FC236}">
                    <a16:creationId xmlns:a16="http://schemas.microsoft.com/office/drawing/2014/main" id="{E002302A-F57D-AF57-A8A9-840888CDF89F}"/>
                  </a:ext>
                </a:extLst>
              </p:cNvPr>
              <p:cNvGrpSpPr/>
              <p:nvPr/>
            </p:nvGrpSpPr>
            <p:grpSpPr>
              <a:xfrm>
                <a:off x="5741299" y="2747246"/>
                <a:ext cx="1221860" cy="1008038"/>
                <a:chOff x="1992768" y="2310128"/>
                <a:chExt cx="1136650" cy="928372"/>
              </a:xfrm>
            </p:grpSpPr>
            <p:sp>
              <p:nvSpPr>
                <p:cNvPr id="520" name="Rectangle 519">
                  <a:extLst>
                    <a:ext uri="{FF2B5EF4-FFF2-40B4-BE49-F238E27FC236}">
                      <a16:creationId xmlns:a16="http://schemas.microsoft.com/office/drawing/2014/main" id="{C0F34B12-37E0-EC52-E054-47FF0DB0BAC7}"/>
                    </a:ext>
                  </a:extLst>
                </p:cNvPr>
                <p:cNvSpPr/>
                <p:nvPr/>
              </p:nvSpPr>
              <p:spPr>
                <a:xfrm>
                  <a:off x="1992768" y="2337583"/>
                  <a:ext cx="1136650" cy="900917"/>
                </a:xfrm>
                <a:prstGeom prst="rect">
                  <a:avLst/>
                </a:prstGeom>
                <a:solidFill>
                  <a:schemeClr val="bg1"/>
                </a:solidFill>
                <a:ln w="19050">
                  <a:solidFill>
                    <a:srgbClr val="C0000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21" name="Straight Connector 520">
                  <a:extLst>
                    <a:ext uri="{FF2B5EF4-FFF2-40B4-BE49-F238E27FC236}">
                      <a16:creationId xmlns:a16="http://schemas.microsoft.com/office/drawing/2014/main" id="{3E9EDD29-F5BB-2FC8-7CF6-E5FEFA52E7A6}"/>
                    </a:ext>
                  </a:extLst>
                </p:cNvPr>
                <p:cNvCxnSpPr>
                  <a:cxnSpLocks/>
                </p:cNvCxnSpPr>
                <p:nvPr/>
              </p:nvCxnSpPr>
              <p:spPr>
                <a:xfrm>
                  <a:off x="1992768" y="2735763"/>
                  <a:ext cx="1136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3" name="Straight Connector 1032">
                  <a:extLst>
                    <a:ext uri="{FF2B5EF4-FFF2-40B4-BE49-F238E27FC236}">
                      <a16:creationId xmlns:a16="http://schemas.microsoft.com/office/drawing/2014/main" id="{81A41D58-1C70-40F2-FE88-16C4D07351B9}"/>
                    </a:ext>
                  </a:extLst>
                </p:cNvPr>
                <p:cNvCxnSpPr>
                  <a:cxnSpLocks/>
                </p:cNvCxnSpPr>
                <p:nvPr/>
              </p:nvCxnSpPr>
              <p:spPr>
                <a:xfrm flipV="1">
                  <a:off x="2543809" y="2758130"/>
                  <a:ext cx="0" cy="45210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34" name="TextBox 1033">
                  <a:extLst>
                    <a:ext uri="{FF2B5EF4-FFF2-40B4-BE49-F238E27FC236}">
                      <a16:creationId xmlns:a16="http://schemas.microsoft.com/office/drawing/2014/main" id="{809D8E43-476C-5327-8D58-0633DDC7ADF6}"/>
                    </a:ext>
                  </a:extLst>
                </p:cNvPr>
                <p:cNvSpPr txBox="1"/>
                <p:nvPr/>
              </p:nvSpPr>
              <p:spPr>
                <a:xfrm>
                  <a:off x="2011312" y="2310128"/>
                  <a:ext cx="1094850" cy="391536"/>
                </a:xfrm>
                <a:prstGeom prst="rect">
                  <a:avLst/>
                </a:prstGeom>
                <a:noFill/>
              </p:spPr>
              <p:txBody>
                <a:bodyPr wrap="none" rtlCol="0">
                  <a:spAutoFit/>
                </a:bodyPr>
                <a:lstStyle/>
                <a:p>
                  <a:pPr algn="ctr">
                    <a:lnSpc>
                      <a:spcPct val="80000"/>
                    </a:lnSpc>
                  </a:pPr>
                  <a:r>
                    <a:rPr lang="en-US" sz="1600" dirty="0"/>
                    <a:t>forwarding</a:t>
                  </a:r>
                </a:p>
                <a:p>
                  <a:pPr algn="ctr">
                    <a:lnSpc>
                      <a:spcPct val="80000"/>
                    </a:lnSpc>
                  </a:pPr>
                  <a:r>
                    <a:rPr lang="en-US" sz="1600" dirty="0"/>
                    <a:t>table</a:t>
                  </a:r>
                </a:p>
              </p:txBody>
            </p:sp>
          </p:grpSp>
        </p:grpSp>
      </p:grpSp>
      <p:grpSp>
        <p:nvGrpSpPr>
          <p:cNvPr id="1063" name="Group 1062">
            <a:extLst>
              <a:ext uri="{FF2B5EF4-FFF2-40B4-BE49-F238E27FC236}">
                <a16:creationId xmlns:a16="http://schemas.microsoft.com/office/drawing/2014/main" id="{7000A2CD-698B-40EE-4F4B-1FF74AFDCE96}"/>
              </a:ext>
            </a:extLst>
          </p:cNvPr>
          <p:cNvGrpSpPr/>
          <p:nvPr/>
        </p:nvGrpSpPr>
        <p:grpSpPr>
          <a:xfrm>
            <a:off x="7596030" y="2053972"/>
            <a:ext cx="989852" cy="1051967"/>
            <a:chOff x="-167080" y="2120214"/>
            <a:chExt cx="989852" cy="1051967"/>
          </a:xfrm>
        </p:grpSpPr>
        <p:grpSp>
          <p:nvGrpSpPr>
            <p:cNvPr id="1064" name="Group 90">
              <a:extLst>
                <a:ext uri="{FF2B5EF4-FFF2-40B4-BE49-F238E27FC236}">
                  <a16:creationId xmlns:a16="http://schemas.microsoft.com/office/drawing/2014/main" id="{B14CC2E3-DEC9-83F8-DAD8-800F9777BFEA}"/>
                </a:ext>
              </a:extLst>
            </p:cNvPr>
            <p:cNvGrpSpPr>
              <a:grpSpLocks/>
            </p:cNvGrpSpPr>
            <p:nvPr/>
          </p:nvGrpSpPr>
          <p:grpSpPr bwMode="auto">
            <a:xfrm>
              <a:off x="-167080" y="2120214"/>
              <a:ext cx="989852" cy="697506"/>
              <a:chOff x="1653" y="2898"/>
              <a:chExt cx="678" cy="473"/>
            </a:xfrm>
            <a:effectLst>
              <a:outerShdw blurRad="50800" dist="38100" dir="18900000" algn="bl" rotWithShape="0">
                <a:prstClr val="black">
                  <a:alpha val="40000"/>
                </a:prstClr>
              </a:outerShdw>
            </a:effectLst>
          </p:grpSpPr>
          <p:sp>
            <p:nvSpPr>
              <p:cNvPr id="1066" name="Oval 91">
                <a:extLst>
                  <a:ext uri="{FF2B5EF4-FFF2-40B4-BE49-F238E27FC236}">
                    <a16:creationId xmlns:a16="http://schemas.microsoft.com/office/drawing/2014/main" id="{5C0F6F6B-B885-D8AC-AB57-EB6E5B6686DD}"/>
                  </a:ext>
                </a:extLst>
              </p:cNvPr>
              <p:cNvSpPr>
                <a:spLocks noChangeArrowheads="1"/>
              </p:cNvSpPr>
              <p:nvPr/>
            </p:nvSpPr>
            <p:spPr bwMode="auto">
              <a:xfrm>
                <a:off x="1653" y="2898"/>
                <a:ext cx="678" cy="378"/>
              </a:xfrm>
              <a:prstGeom prst="ellipse">
                <a:avLst/>
              </a:prstGeom>
              <a:solidFill>
                <a:schemeClr val="bg1"/>
              </a:solidFill>
              <a:ln w="9525">
                <a:solidFill>
                  <a:srgbClr val="3333CC"/>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67" name="Text Box 92">
                <a:extLst>
                  <a:ext uri="{FF2B5EF4-FFF2-40B4-BE49-F238E27FC236}">
                    <a16:creationId xmlns:a16="http://schemas.microsoft.com/office/drawing/2014/main" id="{2D1D38A6-E812-4EEA-D8C5-BDA9F413B741}"/>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99"/>
                    </a:solidFill>
                    <a:effectLst/>
                    <a:uLnTx/>
                    <a:uFillTx/>
                    <a:latin typeface="Arial" charset="0"/>
                    <a:ea typeface="ＭＳ Ｐゴシック" charset="0"/>
                  </a:rPr>
                  <a:t>Intra-AS</a:t>
                </a:r>
              </a:p>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99"/>
                    </a:solidFill>
                    <a:effectLst/>
                    <a:uLnTx/>
                    <a:uFillTx/>
                    <a:latin typeface="Arial" charset="0"/>
                    <a:ea typeface="ＭＳ Ｐゴシック" charset="0"/>
                  </a:rPr>
                  <a:t>Routing </a:t>
                </a:r>
              </a:p>
              <a:p>
                <a:pPr marL="0" marR="0" lvl="0" indent="0" defTabSz="91440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99"/>
                  </a:solidFill>
                  <a:effectLst/>
                  <a:uLnTx/>
                  <a:uFillTx/>
                  <a:latin typeface="Arial" charset="0"/>
                  <a:ea typeface="ＭＳ Ｐゴシック" charset="0"/>
                </a:endParaRPr>
              </a:p>
            </p:txBody>
          </p:sp>
        </p:grpSp>
        <p:sp>
          <p:nvSpPr>
            <p:cNvPr id="1065" name="Bent-Up Arrow 222">
              <a:extLst>
                <a:ext uri="{FF2B5EF4-FFF2-40B4-BE49-F238E27FC236}">
                  <a16:creationId xmlns:a16="http://schemas.microsoft.com/office/drawing/2014/main" id="{6FBA522B-288E-1C76-540A-5877483ABAC0}"/>
                </a:ext>
              </a:extLst>
            </p:cNvPr>
            <p:cNvSpPr/>
            <p:nvPr/>
          </p:nvSpPr>
          <p:spPr>
            <a:xfrm rot="5400000">
              <a:off x="-37103" y="2815767"/>
              <a:ext cx="524728" cy="188100"/>
            </a:xfrm>
            <a:prstGeom prst="bentUpArrow">
              <a:avLst>
                <a:gd name="adj1" fmla="val 16723"/>
                <a:gd name="adj2" fmla="val 25000"/>
                <a:gd name="adj3" fmla="val 25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8" name="Group 1067">
            <a:extLst>
              <a:ext uri="{FF2B5EF4-FFF2-40B4-BE49-F238E27FC236}">
                <a16:creationId xmlns:a16="http://schemas.microsoft.com/office/drawing/2014/main" id="{E05B53FC-9347-7451-F337-1B0C52D6B3ED}"/>
              </a:ext>
            </a:extLst>
          </p:cNvPr>
          <p:cNvGrpSpPr/>
          <p:nvPr/>
        </p:nvGrpSpPr>
        <p:grpSpPr>
          <a:xfrm>
            <a:off x="8857201" y="2064815"/>
            <a:ext cx="989852" cy="1047923"/>
            <a:chOff x="1057515" y="2118865"/>
            <a:chExt cx="989852" cy="1047923"/>
          </a:xfrm>
        </p:grpSpPr>
        <p:grpSp>
          <p:nvGrpSpPr>
            <p:cNvPr id="1069" name="Group 90">
              <a:extLst>
                <a:ext uri="{FF2B5EF4-FFF2-40B4-BE49-F238E27FC236}">
                  <a16:creationId xmlns:a16="http://schemas.microsoft.com/office/drawing/2014/main" id="{C4EBA849-4C5D-4408-1777-1A780957B3B1}"/>
                </a:ext>
              </a:extLst>
            </p:cNvPr>
            <p:cNvGrpSpPr>
              <a:grpSpLocks/>
            </p:cNvGrpSpPr>
            <p:nvPr/>
          </p:nvGrpSpPr>
          <p:grpSpPr bwMode="auto">
            <a:xfrm>
              <a:off x="1057515" y="2118865"/>
              <a:ext cx="989852" cy="697506"/>
              <a:chOff x="1653" y="2898"/>
              <a:chExt cx="678" cy="473"/>
            </a:xfrm>
            <a:effectLst>
              <a:outerShdw blurRad="50800" dist="38100" dir="18900000" algn="bl" rotWithShape="0">
                <a:prstClr val="black">
                  <a:alpha val="40000"/>
                </a:prstClr>
              </a:outerShdw>
            </a:effectLst>
          </p:grpSpPr>
          <p:sp>
            <p:nvSpPr>
              <p:cNvPr id="1071" name="Oval 91">
                <a:extLst>
                  <a:ext uri="{FF2B5EF4-FFF2-40B4-BE49-F238E27FC236}">
                    <a16:creationId xmlns:a16="http://schemas.microsoft.com/office/drawing/2014/main" id="{B1060B69-A6E3-D713-4E04-949DCC977BF9}"/>
                  </a:ext>
                </a:extLst>
              </p:cNvPr>
              <p:cNvSpPr>
                <a:spLocks noChangeArrowheads="1"/>
              </p:cNvSpPr>
              <p:nvPr/>
            </p:nvSpPr>
            <p:spPr bwMode="auto">
              <a:xfrm>
                <a:off x="1653" y="2898"/>
                <a:ext cx="678" cy="378"/>
              </a:xfrm>
              <a:prstGeom prst="ellipse">
                <a:avLst/>
              </a:prstGeom>
              <a:solidFill>
                <a:schemeClr val="bg1"/>
              </a:solidFill>
              <a:ln w="9525">
                <a:solidFill>
                  <a:srgbClr val="C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72" name="Text Box 92">
                <a:extLst>
                  <a:ext uri="{FF2B5EF4-FFF2-40B4-BE49-F238E27FC236}">
                    <a16:creationId xmlns:a16="http://schemas.microsoft.com/office/drawing/2014/main" id="{952A31A8-9B7D-441B-23FA-313D8DC8163A}"/>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C00000"/>
                    </a:solidFill>
                    <a:effectLst/>
                    <a:uLnTx/>
                    <a:uFillTx/>
                    <a:latin typeface="Arial" charset="0"/>
                    <a:ea typeface="ＭＳ Ｐゴシック" charset="0"/>
                  </a:rPr>
                  <a:t>Inter-AS</a:t>
                </a:r>
              </a:p>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C00000"/>
                    </a:solidFill>
                    <a:effectLst/>
                    <a:uLnTx/>
                    <a:uFillTx/>
                    <a:latin typeface="Arial" charset="0"/>
                    <a:ea typeface="ＭＳ Ｐゴシック" charset="0"/>
                  </a:rPr>
                  <a:t>Routing </a:t>
                </a:r>
              </a:p>
              <a:p>
                <a:pPr marL="0" marR="0" lvl="0" indent="0" defTabSz="91440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99"/>
                  </a:solidFill>
                  <a:effectLst/>
                  <a:uLnTx/>
                  <a:uFillTx/>
                  <a:latin typeface="Arial" charset="0"/>
                  <a:ea typeface="ＭＳ Ｐゴシック" charset="0"/>
                </a:endParaRPr>
              </a:p>
            </p:txBody>
          </p:sp>
        </p:grpSp>
        <p:sp>
          <p:nvSpPr>
            <p:cNvPr id="1070" name="Bent-Up Arrow 223">
              <a:extLst>
                <a:ext uri="{FF2B5EF4-FFF2-40B4-BE49-F238E27FC236}">
                  <a16:creationId xmlns:a16="http://schemas.microsoft.com/office/drawing/2014/main" id="{F797770B-E05E-38A7-9D49-8A93A3E107B8}"/>
                </a:ext>
              </a:extLst>
            </p:cNvPr>
            <p:cNvSpPr/>
            <p:nvPr/>
          </p:nvSpPr>
          <p:spPr>
            <a:xfrm rot="16200000" flipH="1">
              <a:off x="1454529" y="2810374"/>
              <a:ext cx="524728" cy="188100"/>
            </a:xfrm>
            <a:prstGeom prst="bentUpArrow">
              <a:avLst>
                <a:gd name="adj1" fmla="val 16723"/>
                <a:gd name="adj2" fmla="val 25000"/>
                <a:gd name="adj3" fmla="val 25000"/>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76" name="Rectangle 124">
            <a:extLst>
              <a:ext uri="{FF2B5EF4-FFF2-40B4-BE49-F238E27FC236}">
                <a16:creationId xmlns:a16="http://schemas.microsoft.com/office/drawing/2014/main" id="{0DCF0A0D-FD13-F489-8883-B4A7E4048591}"/>
              </a:ext>
            </a:extLst>
          </p:cNvPr>
          <p:cNvSpPr txBox="1">
            <a:spLocks noChangeArrowheads="1"/>
          </p:cNvSpPr>
          <p:nvPr/>
        </p:nvSpPr>
        <p:spPr>
          <a:xfrm>
            <a:off x="140094" y="1477361"/>
            <a:ext cx="5711869" cy="84551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lgn="r" rtl="1">
              <a:lnSpc>
                <a:spcPct val="135000"/>
              </a:lnSpc>
              <a:buNone/>
              <a:defRPr/>
            </a:pPr>
            <a:r>
              <a:rPr lang="fa-IR" sz="1800" b="1" dirty="0">
                <a:solidFill>
                  <a:srgbClr val="1F1FFF"/>
                </a:solidFill>
                <a:latin typeface="IRANSans(FaNum)" panose="02040503050201020203" pitchFamily="18" charset="-78"/>
                <a:cs typeface="IRANSans(FaNum)" panose="02040503050201020203" pitchFamily="18" charset="-78"/>
              </a:rPr>
              <a:t>جدول جلورانی توسط الگوریتم‌های مسیریابی بین‌دامنه‌ای و داخل‌دامنه‌ای ایجاد و به روز می‌شوند:</a:t>
            </a:r>
            <a:endParaRPr lang="en-US" sz="1800" b="1" dirty="0">
              <a:solidFill>
                <a:srgbClr val="1F1FFF"/>
              </a:solidFill>
              <a:latin typeface="IRANSans(FaNum)" panose="02040503050201020203" pitchFamily="18" charset="-78"/>
              <a:cs typeface="IRANSans(FaNum)" panose="02040503050201020203" pitchFamily="18" charset="-78"/>
            </a:endParaRPr>
          </a:p>
        </p:txBody>
      </p:sp>
      <p:sp>
        <p:nvSpPr>
          <p:cNvPr id="1077" name="Rectangle 124">
            <a:extLst>
              <a:ext uri="{FF2B5EF4-FFF2-40B4-BE49-F238E27FC236}">
                <a16:creationId xmlns:a16="http://schemas.microsoft.com/office/drawing/2014/main" id="{D21E1B8D-86AC-CA9D-37D2-D33500EB803E}"/>
              </a:ext>
            </a:extLst>
          </p:cNvPr>
          <p:cNvSpPr txBox="1">
            <a:spLocks noChangeArrowheads="1"/>
          </p:cNvSpPr>
          <p:nvPr/>
        </p:nvSpPr>
        <p:spPr>
          <a:xfrm>
            <a:off x="231534" y="2325721"/>
            <a:ext cx="5040000" cy="6809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lvl="1" indent="-144000" algn="r" rtl="1">
              <a:lnSpc>
                <a:spcPct val="135000"/>
              </a:lnSpc>
              <a:spcBef>
                <a:spcPts val="0"/>
              </a:spcBef>
              <a:defRPr/>
            </a:pPr>
            <a:r>
              <a:rPr lang="fa-IR" sz="1600" b="1" dirty="0">
                <a:solidFill>
                  <a:srgbClr val="C00000"/>
                </a:solidFill>
                <a:latin typeface="IRANSans(FaNum)" panose="02040503050201020203" pitchFamily="18" charset="-78"/>
                <a:cs typeface="IRANSans(FaNum)" panose="02040503050201020203" pitchFamily="18" charset="-78"/>
              </a:rPr>
              <a:t>مسیریابی داخل‌دامنه سطرهای مربوط به مقصدهای داخل دامنه (</a:t>
            </a:r>
            <a:r>
              <a:rPr lang="en-US" sz="1600" b="1" dirty="0">
                <a:solidFill>
                  <a:srgbClr val="C00000"/>
                </a:solidFill>
                <a:latin typeface="IRANSans(FaNum)" panose="02040503050201020203" pitchFamily="18" charset="-78"/>
                <a:cs typeface="IRANSans(FaNum)" panose="02040503050201020203" pitchFamily="18" charset="-78"/>
              </a:rPr>
              <a:t>AS</a:t>
            </a:r>
            <a:r>
              <a:rPr lang="fa-IR" sz="1600" b="1" dirty="0">
                <a:solidFill>
                  <a:srgbClr val="C00000"/>
                </a:solidFill>
                <a:latin typeface="IRANSans(FaNum)" panose="02040503050201020203" pitchFamily="18" charset="-78"/>
                <a:cs typeface="IRANSans(FaNum)" panose="02040503050201020203" pitchFamily="18" charset="-78"/>
              </a:rPr>
              <a:t>) را تعیین می‌کنند.</a:t>
            </a:r>
            <a:endParaRPr lang="en-US" sz="1600" b="1" dirty="0">
              <a:solidFill>
                <a:srgbClr val="C00000"/>
              </a:solidFill>
              <a:latin typeface="IRANSans(FaNum)" panose="02040503050201020203" pitchFamily="18" charset="-78"/>
              <a:cs typeface="IRANSans(FaNum)" panose="02040503050201020203" pitchFamily="18" charset="-78"/>
            </a:endParaRPr>
          </a:p>
        </p:txBody>
      </p:sp>
      <p:sp>
        <p:nvSpPr>
          <p:cNvPr id="1084" name="Rectangle 124">
            <a:extLst>
              <a:ext uri="{FF2B5EF4-FFF2-40B4-BE49-F238E27FC236}">
                <a16:creationId xmlns:a16="http://schemas.microsoft.com/office/drawing/2014/main" id="{1D602958-5348-974B-3384-F37636F9FFD3}"/>
              </a:ext>
            </a:extLst>
          </p:cNvPr>
          <p:cNvSpPr txBox="1">
            <a:spLocks noChangeArrowheads="1"/>
          </p:cNvSpPr>
          <p:nvPr/>
        </p:nvSpPr>
        <p:spPr>
          <a:xfrm>
            <a:off x="225438" y="3077561"/>
            <a:ext cx="5040000" cy="76016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lvl="1" indent="-144000" algn="r" rtl="1">
              <a:lnSpc>
                <a:spcPct val="135000"/>
              </a:lnSpc>
              <a:spcBef>
                <a:spcPts val="0"/>
              </a:spcBef>
              <a:defRPr/>
            </a:pPr>
            <a:r>
              <a:rPr lang="fa-IR" sz="1600" b="1" dirty="0">
                <a:solidFill>
                  <a:srgbClr val="C00000"/>
                </a:solidFill>
                <a:latin typeface="IRANSans(FaNum)" panose="02040503050201020203" pitchFamily="18" charset="-78"/>
                <a:cs typeface="IRANSans(FaNum)" panose="02040503050201020203" pitchFamily="18" charset="-78"/>
              </a:rPr>
              <a:t>مسیریابی بین‌دامنه‌ای و داخل‌دامنه سطرهای مربوط به مقصدهای خارج از دامنه (</a:t>
            </a:r>
            <a:r>
              <a:rPr lang="en-US" sz="1600" b="1" dirty="0">
                <a:solidFill>
                  <a:srgbClr val="C00000"/>
                </a:solidFill>
                <a:latin typeface="IRANSans(FaNum)" panose="02040503050201020203" pitchFamily="18" charset="-78"/>
                <a:cs typeface="IRANSans(FaNum)" panose="02040503050201020203" pitchFamily="18" charset="-78"/>
              </a:rPr>
              <a:t>AS</a:t>
            </a:r>
            <a:r>
              <a:rPr lang="fa-IR" sz="1600" b="1" dirty="0">
                <a:solidFill>
                  <a:srgbClr val="C00000"/>
                </a:solidFill>
                <a:latin typeface="IRANSans(FaNum)" panose="02040503050201020203" pitchFamily="18" charset="-78"/>
                <a:cs typeface="IRANSans(FaNum)" panose="02040503050201020203" pitchFamily="18" charset="-78"/>
              </a:rPr>
              <a:t>) را تعیین می‌کنند.</a:t>
            </a:r>
            <a:endParaRPr lang="en-US" sz="1600" b="1" dirty="0">
              <a:solidFill>
                <a:srgbClr val="C00000"/>
              </a:solidFill>
              <a:latin typeface="IRANSans(FaNum)" panose="02040503050201020203" pitchFamily="18" charset="-78"/>
              <a:cs typeface="IRANSans(FaNum)" panose="02040503050201020203" pitchFamily="18" charset="-78"/>
            </a:endParaRPr>
          </a:p>
        </p:txBody>
      </p:sp>
    </p:spTree>
    <p:extLst>
      <p:ext uri="{BB962C8B-B14F-4D97-AF65-F5344CB8AC3E}">
        <p14:creationId xmlns:p14="http://schemas.microsoft.com/office/powerpoint/2010/main" val="3124525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951"/>
                                        </p:tgtEl>
                                        <p:attrNameLst>
                                          <p:attrName>style.visibility</p:attrName>
                                        </p:attrNameLst>
                                      </p:cBhvr>
                                      <p:to>
                                        <p:strVal val="visible"/>
                                      </p:to>
                                    </p:set>
                                    <p:animEffect transition="in" filter="dissolve">
                                      <p:cBhvr>
                                        <p:cTn id="14" dur="500"/>
                                        <p:tgtEl>
                                          <p:spTgt spid="951"/>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xit" presetSubtype="0" fill="hold" nodeType="clickEffect">
                                  <p:stCondLst>
                                    <p:cond delay="0"/>
                                  </p:stCondLst>
                                  <p:childTnLst>
                                    <p:animEffect transition="out" filter="dissolve">
                                      <p:cBhvr>
                                        <p:cTn id="18" dur="500"/>
                                        <p:tgtEl>
                                          <p:spTgt spid="951"/>
                                        </p:tgtEl>
                                      </p:cBhvr>
                                    </p:animEffect>
                                    <p:set>
                                      <p:cBhvr>
                                        <p:cTn id="19" dur="1" fill="hold">
                                          <p:stCondLst>
                                            <p:cond delay="499"/>
                                          </p:stCondLst>
                                        </p:cTn>
                                        <p:tgtEl>
                                          <p:spTgt spid="951"/>
                                        </p:tgtEl>
                                        <p:attrNameLst>
                                          <p:attrName>style.visibility</p:attrName>
                                        </p:attrNameLst>
                                      </p:cBhvr>
                                      <p:to>
                                        <p:strVal val="hidden"/>
                                      </p:to>
                                    </p:set>
                                  </p:childTnLst>
                                </p:cTn>
                              </p:par>
                              <p:par>
                                <p:cTn id="20" presetID="9" presetClass="entr" presetSubtype="0" fill="hold" nodeType="withEffect">
                                  <p:stCondLst>
                                    <p:cond delay="0"/>
                                  </p:stCondLst>
                                  <p:childTnLst>
                                    <p:set>
                                      <p:cBhvr>
                                        <p:cTn id="21" dur="1" fill="hold">
                                          <p:stCondLst>
                                            <p:cond delay="0"/>
                                          </p:stCondLst>
                                        </p:cTn>
                                        <p:tgtEl>
                                          <p:spTgt spid="981"/>
                                        </p:tgtEl>
                                        <p:attrNameLst>
                                          <p:attrName>style.visibility</p:attrName>
                                        </p:attrNameLst>
                                      </p:cBhvr>
                                      <p:to>
                                        <p:strVal val="visible"/>
                                      </p:to>
                                    </p:set>
                                    <p:animEffect transition="in" filter="dissolve">
                                      <p:cBhvr>
                                        <p:cTn id="22" dur="500"/>
                                        <p:tgtEl>
                                          <p:spTgt spid="98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981"/>
                                        </p:tgtEl>
                                      </p:cBhvr>
                                    </p:animEffect>
                                    <p:set>
                                      <p:cBhvr>
                                        <p:cTn id="27" dur="1" fill="hold">
                                          <p:stCondLst>
                                            <p:cond delay="499"/>
                                          </p:stCondLst>
                                        </p:cTn>
                                        <p:tgtEl>
                                          <p:spTgt spid="981"/>
                                        </p:tgtEl>
                                        <p:attrNameLst>
                                          <p:attrName>style.visibility</p:attrName>
                                        </p:attrNameLst>
                                      </p:cBhvr>
                                      <p:to>
                                        <p:strVal val="hidden"/>
                                      </p:to>
                                    </p:set>
                                  </p:childTnLst>
                                </p:cTn>
                              </p:par>
                              <p:par>
                                <p:cTn id="28" presetID="22" presetClass="entr" presetSubtype="4" fill="hold" nodeType="withEffect">
                                  <p:stCondLst>
                                    <p:cond delay="0"/>
                                  </p:stCondLst>
                                  <p:childTnLst>
                                    <p:set>
                                      <p:cBhvr>
                                        <p:cTn id="29" dur="1" fill="hold">
                                          <p:stCondLst>
                                            <p:cond delay="0"/>
                                          </p:stCondLst>
                                        </p:cTn>
                                        <p:tgtEl>
                                          <p:spTgt spid="515"/>
                                        </p:tgtEl>
                                        <p:attrNameLst>
                                          <p:attrName>style.visibility</p:attrName>
                                        </p:attrNameLst>
                                      </p:cBhvr>
                                      <p:to>
                                        <p:strVal val="visible"/>
                                      </p:to>
                                    </p:set>
                                    <p:animEffect transition="in" filter="wipe(down)">
                                      <p:cBhvr>
                                        <p:cTn id="30" dur="500"/>
                                        <p:tgtEl>
                                          <p:spTgt spid="515"/>
                                        </p:tgtEl>
                                      </p:cBhvr>
                                    </p:animEffect>
                                  </p:childTnLst>
                                </p:cTn>
                              </p:par>
                              <p:par>
                                <p:cTn id="31" presetID="9" presetClass="entr" presetSubtype="0" fill="hold" nodeType="withEffect">
                                  <p:stCondLst>
                                    <p:cond delay="0"/>
                                  </p:stCondLst>
                                  <p:childTnLst>
                                    <p:set>
                                      <p:cBhvr>
                                        <p:cTn id="32" dur="1" fill="hold">
                                          <p:stCondLst>
                                            <p:cond delay="0"/>
                                          </p:stCondLst>
                                        </p:cTn>
                                        <p:tgtEl>
                                          <p:spTgt spid="1063"/>
                                        </p:tgtEl>
                                        <p:attrNameLst>
                                          <p:attrName>style.visibility</p:attrName>
                                        </p:attrNameLst>
                                      </p:cBhvr>
                                      <p:to>
                                        <p:strVal val="visible"/>
                                      </p:to>
                                    </p:set>
                                    <p:animEffect transition="in" filter="dissolve">
                                      <p:cBhvr>
                                        <p:cTn id="33" dur="500"/>
                                        <p:tgtEl>
                                          <p:spTgt spid="1063"/>
                                        </p:tgtEl>
                                      </p:cBhvr>
                                    </p:animEffect>
                                  </p:childTnLst>
                                </p:cTn>
                              </p:par>
                              <p:par>
                                <p:cTn id="34" presetID="9" presetClass="entr" presetSubtype="0" fill="hold" nodeType="withEffect">
                                  <p:stCondLst>
                                    <p:cond delay="0"/>
                                  </p:stCondLst>
                                  <p:childTnLst>
                                    <p:set>
                                      <p:cBhvr>
                                        <p:cTn id="35" dur="1" fill="hold">
                                          <p:stCondLst>
                                            <p:cond delay="0"/>
                                          </p:stCondLst>
                                        </p:cTn>
                                        <p:tgtEl>
                                          <p:spTgt spid="1068"/>
                                        </p:tgtEl>
                                        <p:attrNameLst>
                                          <p:attrName>style.visibility</p:attrName>
                                        </p:attrNameLst>
                                      </p:cBhvr>
                                      <p:to>
                                        <p:strVal val="visible"/>
                                      </p:to>
                                    </p:set>
                                    <p:animEffect transition="in" filter="dissolve">
                                      <p:cBhvr>
                                        <p:cTn id="36" dur="500"/>
                                        <p:tgtEl>
                                          <p:spTgt spid="1068"/>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076"/>
                                        </p:tgtEl>
                                        <p:attrNameLst>
                                          <p:attrName>style.visibility</p:attrName>
                                        </p:attrNameLst>
                                      </p:cBhvr>
                                      <p:to>
                                        <p:strVal val="visible"/>
                                      </p:to>
                                    </p:set>
                                    <p:animEffect transition="in" filter="dissolve">
                                      <p:cBhvr>
                                        <p:cTn id="39" dur="500"/>
                                        <p:tgtEl>
                                          <p:spTgt spid="107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grpId="0" nodeType="clickEffect">
                                  <p:stCondLst>
                                    <p:cond delay="0"/>
                                  </p:stCondLst>
                                  <p:childTnLst>
                                    <p:set>
                                      <p:cBhvr>
                                        <p:cTn id="43" dur="1" fill="hold">
                                          <p:stCondLst>
                                            <p:cond delay="0"/>
                                          </p:stCondLst>
                                        </p:cTn>
                                        <p:tgtEl>
                                          <p:spTgt spid="1077"/>
                                        </p:tgtEl>
                                        <p:attrNameLst>
                                          <p:attrName>style.visibility</p:attrName>
                                        </p:attrNameLst>
                                      </p:cBhvr>
                                      <p:to>
                                        <p:strVal val="visible"/>
                                      </p:to>
                                    </p:set>
                                    <p:animEffect transition="in" filter="dissolve">
                                      <p:cBhvr>
                                        <p:cTn id="44" dur="500"/>
                                        <p:tgtEl>
                                          <p:spTgt spid="1077"/>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1084"/>
                                        </p:tgtEl>
                                        <p:attrNameLst>
                                          <p:attrName>style.visibility</p:attrName>
                                        </p:attrNameLst>
                                      </p:cBhvr>
                                      <p:to>
                                        <p:strVal val="visible"/>
                                      </p:to>
                                    </p:set>
                                    <p:animEffect transition="in" filter="dissolve">
                                      <p:cBhvr>
                                        <p:cTn id="49" dur="500"/>
                                        <p:tgtEl>
                                          <p:spTgt spid="10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6" grpId="0"/>
      <p:bldP spid="1077" grpId="0"/>
      <p:bldP spid="108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نقش مسیریابی بین دامنه‌ای در مسیریابی داخل‌دامنه</a:t>
            </a:r>
            <a:endParaRPr lang="fa-IR" sz="3600" b="1" dirty="0">
              <a:solidFill>
                <a:srgbClr val="0000FF"/>
              </a:solidFill>
              <a:latin typeface="IRANSans(FaNum)" panose="02040503050201020203" pitchFamily="18" charset="-78"/>
            </a:endParaRPr>
          </a:p>
        </p:txBody>
      </p:sp>
      <p:sp>
        <p:nvSpPr>
          <p:cNvPr id="8" name="Freeform 3">
            <a:extLst>
              <a:ext uri="{FF2B5EF4-FFF2-40B4-BE49-F238E27FC236}">
                <a16:creationId xmlns:a16="http://schemas.microsoft.com/office/drawing/2014/main" id="{ADF157A9-7505-AF7A-4FC5-654A98296E31}"/>
              </a:ext>
            </a:extLst>
          </p:cNvPr>
          <p:cNvSpPr>
            <a:spLocks/>
          </p:cNvSpPr>
          <p:nvPr/>
        </p:nvSpPr>
        <p:spPr bwMode="auto">
          <a:xfrm>
            <a:off x="6234183" y="4100650"/>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 name="Freeform 4">
            <a:extLst>
              <a:ext uri="{FF2B5EF4-FFF2-40B4-BE49-F238E27FC236}">
                <a16:creationId xmlns:a16="http://schemas.microsoft.com/office/drawing/2014/main" id="{29060DCA-8BB7-5047-534B-162651653FFD}"/>
              </a:ext>
            </a:extLst>
          </p:cNvPr>
          <p:cNvSpPr>
            <a:spLocks/>
          </p:cNvSpPr>
          <p:nvPr/>
        </p:nvSpPr>
        <p:spPr bwMode="auto">
          <a:xfrm>
            <a:off x="2407628" y="3847012"/>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 name="Freeform 5">
            <a:extLst>
              <a:ext uri="{FF2B5EF4-FFF2-40B4-BE49-F238E27FC236}">
                <a16:creationId xmlns:a16="http://schemas.microsoft.com/office/drawing/2014/main" id="{8084F597-D9BE-BC6E-F6C5-5698195EC5B6}"/>
              </a:ext>
            </a:extLst>
          </p:cNvPr>
          <p:cNvSpPr>
            <a:spLocks/>
          </p:cNvSpPr>
          <p:nvPr/>
        </p:nvSpPr>
        <p:spPr bwMode="auto">
          <a:xfrm>
            <a:off x="3590195" y="4927925"/>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 name="Oval 6">
            <a:extLst>
              <a:ext uri="{FF2B5EF4-FFF2-40B4-BE49-F238E27FC236}">
                <a16:creationId xmlns:a16="http://schemas.microsoft.com/office/drawing/2014/main" id="{3C2AB128-9E46-AF54-8E86-BC9045DF1A23}"/>
              </a:ext>
            </a:extLst>
          </p:cNvPr>
          <p:cNvSpPr>
            <a:spLocks noChangeArrowheads="1"/>
          </p:cNvSpPr>
          <p:nvPr/>
        </p:nvSpPr>
        <p:spPr bwMode="auto">
          <a:xfrm>
            <a:off x="2788678" y="4926450"/>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 name="Line 7">
            <a:extLst>
              <a:ext uri="{FF2B5EF4-FFF2-40B4-BE49-F238E27FC236}">
                <a16:creationId xmlns:a16="http://schemas.microsoft.com/office/drawing/2014/main" id="{06D37912-0751-D5E7-5A81-2BBD3ECCF2B9}"/>
              </a:ext>
            </a:extLst>
          </p:cNvPr>
          <p:cNvSpPr>
            <a:spLocks noChangeShapeType="1"/>
          </p:cNvSpPr>
          <p:nvPr/>
        </p:nvSpPr>
        <p:spPr bwMode="auto">
          <a:xfrm>
            <a:off x="2788678" y="4916128"/>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 name="Line 8">
            <a:extLst>
              <a:ext uri="{FF2B5EF4-FFF2-40B4-BE49-F238E27FC236}">
                <a16:creationId xmlns:a16="http://schemas.microsoft.com/office/drawing/2014/main" id="{EA1F1DDD-3219-5E1A-D773-AA9117689C57}"/>
              </a:ext>
            </a:extLst>
          </p:cNvPr>
          <p:cNvSpPr>
            <a:spLocks noChangeShapeType="1"/>
          </p:cNvSpPr>
          <p:nvPr/>
        </p:nvSpPr>
        <p:spPr bwMode="auto">
          <a:xfrm>
            <a:off x="3245645" y="4916128"/>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 name="Rectangle 9">
            <a:extLst>
              <a:ext uri="{FF2B5EF4-FFF2-40B4-BE49-F238E27FC236}">
                <a16:creationId xmlns:a16="http://schemas.microsoft.com/office/drawing/2014/main" id="{C8ED455D-9A09-53B0-8857-72A3D54EB28F}"/>
              </a:ext>
            </a:extLst>
          </p:cNvPr>
          <p:cNvSpPr>
            <a:spLocks noChangeArrowheads="1"/>
          </p:cNvSpPr>
          <p:nvPr/>
        </p:nvSpPr>
        <p:spPr bwMode="auto">
          <a:xfrm>
            <a:off x="2788678" y="4916128"/>
            <a:ext cx="452588" cy="75207"/>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 name="Oval 10">
            <a:extLst>
              <a:ext uri="{FF2B5EF4-FFF2-40B4-BE49-F238E27FC236}">
                <a16:creationId xmlns:a16="http://schemas.microsoft.com/office/drawing/2014/main" id="{EC677694-B7D6-BB06-4A0F-27839A4F4D4A}"/>
              </a:ext>
            </a:extLst>
          </p:cNvPr>
          <p:cNvSpPr>
            <a:spLocks noChangeArrowheads="1"/>
          </p:cNvSpPr>
          <p:nvPr/>
        </p:nvSpPr>
        <p:spPr bwMode="auto">
          <a:xfrm>
            <a:off x="2784298" y="4829124"/>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 name="Rectangle 11">
            <a:extLst>
              <a:ext uri="{FF2B5EF4-FFF2-40B4-BE49-F238E27FC236}">
                <a16:creationId xmlns:a16="http://schemas.microsoft.com/office/drawing/2014/main" id="{B027C900-C15B-6624-2F12-E22AA2441985}"/>
              </a:ext>
            </a:extLst>
          </p:cNvPr>
          <p:cNvSpPr>
            <a:spLocks noChangeArrowheads="1"/>
          </p:cNvSpPr>
          <p:nvPr/>
        </p:nvSpPr>
        <p:spPr bwMode="auto">
          <a:xfrm>
            <a:off x="2911314" y="4848294"/>
            <a:ext cx="205854" cy="182856"/>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 name="Text Box 12">
            <a:extLst>
              <a:ext uri="{FF2B5EF4-FFF2-40B4-BE49-F238E27FC236}">
                <a16:creationId xmlns:a16="http://schemas.microsoft.com/office/drawing/2014/main" id="{C2E883A6-5034-BAEF-D9E6-12720A080BCF}"/>
              </a:ext>
            </a:extLst>
          </p:cNvPr>
          <p:cNvSpPr txBox="1">
            <a:spLocks noChangeArrowheads="1"/>
          </p:cNvSpPr>
          <p:nvPr/>
        </p:nvSpPr>
        <p:spPr bwMode="auto">
          <a:xfrm>
            <a:off x="2785758" y="4752442"/>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 name="Oval 13">
            <a:extLst>
              <a:ext uri="{FF2B5EF4-FFF2-40B4-BE49-F238E27FC236}">
                <a16:creationId xmlns:a16="http://schemas.microsoft.com/office/drawing/2014/main" id="{49963B69-0703-9459-F937-D8028ABDE8CE}"/>
              </a:ext>
            </a:extLst>
          </p:cNvPr>
          <p:cNvSpPr>
            <a:spLocks noChangeArrowheads="1"/>
          </p:cNvSpPr>
          <p:nvPr/>
        </p:nvSpPr>
        <p:spPr bwMode="auto">
          <a:xfrm>
            <a:off x="4566909" y="5820083"/>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 name="Line 14">
            <a:extLst>
              <a:ext uri="{FF2B5EF4-FFF2-40B4-BE49-F238E27FC236}">
                <a16:creationId xmlns:a16="http://schemas.microsoft.com/office/drawing/2014/main" id="{8F96C28C-F1EE-A22E-65BF-7C5E10966586}"/>
              </a:ext>
            </a:extLst>
          </p:cNvPr>
          <p:cNvSpPr>
            <a:spLocks noChangeShapeType="1"/>
          </p:cNvSpPr>
          <p:nvPr/>
        </p:nvSpPr>
        <p:spPr bwMode="auto">
          <a:xfrm>
            <a:off x="4566909" y="5809761"/>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 name="Line 15">
            <a:extLst>
              <a:ext uri="{FF2B5EF4-FFF2-40B4-BE49-F238E27FC236}">
                <a16:creationId xmlns:a16="http://schemas.microsoft.com/office/drawing/2014/main" id="{9E266F54-0BA7-2059-E25D-A37EF617BE09}"/>
              </a:ext>
            </a:extLst>
          </p:cNvPr>
          <p:cNvSpPr>
            <a:spLocks noChangeShapeType="1"/>
          </p:cNvSpPr>
          <p:nvPr/>
        </p:nvSpPr>
        <p:spPr bwMode="auto">
          <a:xfrm>
            <a:off x="5023876" y="5809761"/>
            <a:ext cx="0" cy="766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 name="Rectangle 16">
            <a:extLst>
              <a:ext uri="{FF2B5EF4-FFF2-40B4-BE49-F238E27FC236}">
                <a16:creationId xmlns:a16="http://schemas.microsoft.com/office/drawing/2014/main" id="{1B3A5AA9-A94F-9B26-5F9A-5006E14616BF}"/>
              </a:ext>
            </a:extLst>
          </p:cNvPr>
          <p:cNvSpPr>
            <a:spLocks noChangeArrowheads="1"/>
          </p:cNvSpPr>
          <p:nvPr/>
        </p:nvSpPr>
        <p:spPr bwMode="auto">
          <a:xfrm>
            <a:off x="4566909" y="5809761"/>
            <a:ext cx="452588" cy="75207"/>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Oval 17">
            <a:extLst>
              <a:ext uri="{FF2B5EF4-FFF2-40B4-BE49-F238E27FC236}">
                <a16:creationId xmlns:a16="http://schemas.microsoft.com/office/drawing/2014/main" id="{42A8B059-A0F0-05BC-0158-4F34D2FC026D}"/>
              </a:ext>
            </a:extLst>
          </p:cNvPr>
          <p:cNvSpPr>
            <a:spLocks noChangeArrowheads="1"/>
          </p:cNvSpPr>
          <p:nvPr/>
        </p:nvSpPr>
        <p:spPr bwMode="auto">
          <a:xfrm>
            <a:off x="4562529" y="5722757"/>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 name="Group 18">
            <a:extLst>
              <a:ext uri="{FF2B5EF4-FFF2-40B4-BE49-F238E27FC236}">
                <a16:creationId xmlns:a16="http://schemas.microsoft.com/office/drawing/2014/main" id="{55E975DF-768E-175E-9798-EB5CB37D674D}"/>
              </a:ext>
            </a:extLst>
          </p:cNvPr>
          <p:cNvGrpSpPr>
            <a:grpSpLocks/>
          </p:cNvGrpSpPr>
          <p:nvPr/>
        </p:nvGrpSpPr>
        <p:grpSpPr bwMode="auto">
          <a:xfrm>
            <a:off x="4565449" y="5637228"/>
            <a:ext cx="468647" cy="396679"/>
            <a:chOff x="2897" y="2425"/>
            <a:chExt cx="323" cy="269"/>
          </a:xfrm>
        </p:grpSpPr>
        <p:sp>
          <p:nvSpPr>
            <p:cNvPr id="25" name="Rectangle 19">
              <a:extLst>
                <a:ext uri="{FF2B5EF4-FFF2-40B4-BE49-F238E27FC236}">
                  <a16:creationId xmlns:a16="http://schemas.microsoft.com/office/drawing/2014/main" id="{8FD35774-AFEF-AF25-784D-D90013E060D2}"/>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Text Box 20">
              <a:extLst>
                <a:ext uri="{FF2B5EF4-FFF2-40B4-BE49-F238E27FC236}">
                  <a16:creationId xmlns:a16="http://schemas.microsoft.com/office/drawing/2014/main" id="{5A1B16F1-1361-61F9-A09B-BC2B2194E572}"/>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sp>
        <p:nvSpPr>
          <p:cNvPr id="27" name="Oval 21">
            <a:extLst>
              <a:ext uri="{FF2B5EF4-FFF2-40B4-BE49-F238E27FC236}">
                <a16:creationId xmlns:a16="http://schemas.microsoft.com/office/drawing/2014/main" id="{7A8BFA0C-8C30-55C6-B943-37C803CD9654}"/>
              </a:ext>
            </a:extLst>
          </p:cNvPr>
          <p:cNvSpPr>
            <a:spLocks noChangeArrowheads="1"/>
          </p:cNvSpPr>
          <p:nvPr/>
        </p:nvSpPr>
        <p:spPr bwMode="auto">
          <a:xfrm>
            <a:off x="3607715" y="4731797"/>
            <a:ext cx="456967" cy="1223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Line 22">
            <a:extLst>
              <a:ext uri="{FF2B5EF4-FFF2-40B4-BE49-F238E27FC236}">
                <a16:creationId xmlns:a16="http://schemas.microsoft.com/office/drawing/2014/main" id="{F84D00A8-94DD-1898-FBBD-86856FD88307}"/>
              </a:ext>
            </a:extLst>
          </p:cNvPr>
          <p:cNvSpPr>
            <a:spLocks noChangeShapeType="1"/>
          </p:cNvSpPr>
          <p:nvPr/>
        </p:nvSpPr>
        <p:spPr bwMode="auto">
          <a:xfrm>
            <a:off x="3607715" y="4721475"/>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 name="Line 23">
            <a:extLst>
              <a:ext uri="{FF2B5EF4-FFF2-40B4-BE49-F238E27FC236}">
                <a16:creationId xmlns:a16="http://schemas.microsoft.com/office/drawing/2014/main" id="{7F845B55-3E4D-2BEA-58CE-80864FFBE951}"/>
              </a:ext>
            </a:extLst>
          </p:cNvPr>
          <p:cNvSpPr>
            <a:spLocks noChangeShapeType="1"/>
          </p:cNvSpPr>
          <p:nvPr/>
        </p:nvSpPr>
        <p:spPr bwMode="auto">
          <a:xfrm>
            <a:off x="4064682" y="4721475"/>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 name="Rectangle 24">
            <a:extLst>
              <a:ext uri="{FF2B5EF4-FFF2-40B4-BE49-F238E27FC236}">
                <a16:creationId xmlns:a16="http://schemas.microsoft.com/office/drawing/2014/main" id="{0C7C29C5-0FF5-ECD1-EDB0-5CB2477810DD}"/>
              </a:ext>
            </a:extLst>
          </p:cNvPr>
          <p:cNvSpPr>
            <a:spLocks noChangeArrowheads="1"/>
          </p:cNvSpPr>
          <p:nvPr/>
        </p:nvSpPr>
        <p:spPr bwMode="auto">
          <a:xfrm>
            <a:off x="3607715" y="4721475"/>
            <a:ext cx="452588" cy="69308"/>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 name="Oval 25">
            <a:extLst>
              <a:ext uri="{FF2B5EF4-FFF2-40B4-BE49-F238E27FC236}">
                <a16:creationId xmlns:a16="http://schemas.microsoft.com/office/drawing/2014/main" id="{D84745A7-E307-2478-415C-BD96115D309B}"/>
              </a:ext>
            </a:extLst>
          </p:cNvPr>
          <p:cNvSpPr>
            <a:spLocks noChangeArrowheads="1"/>
          </p:cNvSpPr>
          <p:nvPr/>
        </p:nvSpPr>
        <p:spPr bwMode="auto">
          <a:xfrm>
            <a:off x="3603335" y="4634471"/>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Rectangle 26">
            <a:extLst>
              <a:ext uri="{FF2B5EF4-FFF2-40B4-BE49-F238E27FC236}">
                <a16:creationId xmlns:a16="http://schemas.microsoft.com/office/drawing/2014/main" id="{765D3051-C068-5572-0250-8F2FE34CF850}"/>
              </a:ext>
            </a:extLst>
          </p:cNvPr>
          <p:cNvSpPr>
            <a:spLocks noChangeArrowheads="1"/>
          </p:cNvSpPr>
          <p:nvPr/>
        </p:nvSpPr>
        <p:spPr bwMode="auto">
          <a:xfrm>
            <a:off x="3730352" y="4653641"/>
            <a:ext cx="207314" cy="162211"/>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Text Box 27">
            <a:extLst>
              <a:ext uri="{FF2B5EF4-FFF2-40B4-BE49-F238E27FC236}">
                <a16:creationId xmlns:a16="http://schemas.microsoft.com/office/drawing/2014/main" id="{7E16072E-9154-45E5-115A-20B1E38AC1B4}"/>
              </a:ext>
            </a:extLst>
          </p:cNvPr>
          <p:cNvSpPr txBox="1">
            <a:spLocks noChangeArrowheads="1"/>
          </p:cNvSpPr>
          <p:nvPr/>
        </p:nvSpPr>
        <p:spPr bwMode="auto">
          <a:xfrm>
            <a:off x="3606255" y="4556315"/>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 name="Oval 28">
            <a:extLst>
              <a:ext uri="{FF2B5EF4-FFF2-40B4-BE49-F238E27FC236}">
                <a16:creationId xmlns:a16="http://schemas.microsoft.com/office/drawing/2014/main" id="{0CB80EC5-56D7-AFEA-ED9B-5AD3DA24EF33}"/>
              </a:ext>
            </a:extLst>
          </p:cNvPr>
          <p:cNvSpPr>
            <a:spLocks noChangeArrowheads="1"/>
          </p:cNvSpPr>
          <p:nvPr/>
        </p:nvSpPr>
        <p:spPr bwMode="auto">
          <a:xfrm>
            <a:off x="4514350" y="5236125"/>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Line 29">
            <a:extLst>
              <a:ext uri="{FF2B5EF4-FFF2-40B4-BE49-F238E27FC236}">
                <a16:creationId xmlns:a16="http://schemas.microsoft.com/office/drawing/2014/main" id="{92C3A5A1-52F7-85EE-FDE4-60D1AF65F8B3}"/>
              </a:ext>
            </a:extLst>
          </p:cNvPr>
          <p:cNvSpPr>
            <a:spLocks noChangeShapeType="1"/>
          </p:cNvSpPr>
          <p:nvPr/>
        </p:nvSpPr>
        <p:spPr bwMode="auto">
          <a:xfrm>
            <a:off x="4514350" y="5227277"/>
            <a:ext cx="0" cy="752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 name="Line 30">
            <a:extLst>
              <a:ext uri="{FF2B5EF4-FFF2-40B4-BE49-F238E27FC236}">
                <a16:creationId xmlns:a16="http://schemas.microsoft.com/office/drawing/2014/main" id="{C52923B7-D4B3-01F5-AE3A-DFD744B05A0A}"/>
              </a:ext>
            </a:extLst>
          </p:cNvPr>
          <p:cNvSpPr>
            <a:spLocks noChangeShapeType="1"/>
          </p:cNvSpPr>
          <p:nvPr/>
        </p:nvSpPr>
        <p:spPr bwMode="auto">
          <a:xfrm>
            <a:off x="4971317" y="5227277"/>
            <a:ext cx="0" cy="752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Rectangle 31">
            <a:extLst>
              <a:ext uri="{FF2B5EF4-FFF2-40B4-BE49-F238E27FC236}">
                <a16:creationId xmlns:a16="http://schemas.microsoft.com/office/drawing/2014/main" id="{88CE8C28-C869-0D29-3338-236BD924A3CC}"/>
              </a:ext>
            </a:extLst>
          </p:cNvPr>
          <p:cNvSpPr>
            <a:spLocks noChangeArrowheads="1"/>
          </p:cNvSpPr>
          <p:nvPr/>
        </p:nvSpPr>
        <p:spPr bwMode="auto">
          <a:xfrm>
            <a:off x="4514350" y="5227277"/>
            <a:ext cx="452588" cy="70783"/>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Oval 32">
            <a:extLst>
              <a:ext uri="{FF2B5EF4-FFF2-40B4-BE49-F238E27FC236}">
                <a16:creationId xmlns:a16="http://schemas.microsoft.com/office/drawing/2014/main" id="{B562358D-6920-E394-EC43-D1154A67246E}"/>
              </a:ext>
            </a:extLst>
          </p:cNvPr>
          <p:cNvSpPr>
            <a:spLocks noChangeArrowheads="1"/>
          </p:cNvSpPr>
          <p:nvPr/>
        </p:nvSpPr>
        <p:spPr bwMode="auto">
          <a:xfrm>
            <a:off x="4509970" y="5138799"/>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9" name="Group 33">
            <a:extLst>
              <a:ext uri="{FF2B5EF4-FFF2-40B4-BE49-F238E27FC236}">
                <a16:creationId xmlns:a16="http://schemas.microsoft.com/office/drawing/2014/main" id="{6E266188-071A-C422-82DF-6AE95D89185D}"/>
              </a:ext>
            </a:extLst>
          </p:cNvPr>
          <p:cNvGrpSpPr>
            <a:grpSpLocks/>
          </p:cNvGrpSpPr>
          <p:nvPr/>
        </p:nvGrpSpPr>
        <p:grpSpPr bwMode="auto">
          <a:xfrm>
            <a:off x="4517270" y="5053269"/>
            <a:ext cx="452588" cy="398153"/>
            <a:chOff x="2899" y="2425"/>
            <a:chExt cx="319" cy="270"/>
          </a:xfrm>
        </p:grpSpPr>
        <p:sp>
          <p:nvSpPr>
            <p:cNvPr id="40" name="Rectangle 34">
              <a:extLst>
                <a:ext uri="{FF2B5EF4-FFF2-40B4-BE49-F238E27FC236}">
                  <a16:creationId xmlns:a16="http://schemas.microsoft.com/office/drawing/2014/main" id="{D258DAA0-0ACF-078C-BAFC-786F3C0FD98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Text Box 35">
              <a:extLst>
                <a:ext uri="{FF2B5EF4-FFF2-40B4-BE49-F238E27FC236}">
                  <a16:creationId xmlns:a16="http://schemas.microsoft.com/office/drawing/2014/main" id="{D77AF698-D481-8563-A672-36FD6E8B367C}"/>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sp>
        <p:nvSpPr>
          <p:cNvPr id="42" name="Line 36">
            <a:extLst>
              <a:ext uri="{FF2B5EF4-FFF2-40B4-BE49-F238E27FC236}">
                <a16:creationId xmlns:a16="http://schemas.microsoft.com/office/drawing/2014/main" id="{456096BE-10C6-1B03-4A75-B19662A65872}"/>
              </a:ext>
            </a:extLst>
          </p:cNvPr>
          <p:cNvSpPr>
            <a:spLocks noChangeShapeType="1"/>
          </p:cNvSpPr>
          <p:nvPr/>
        </p:nvSpPr>
        <p:spPr bwMode="auto">
          <a:xfrm>
            <a:off x="7134978" y="4971418"/>
            <a:ext cx="449668" cy="14451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Line 37">
            <a:extLst>
              <a:ext uri="{FF2B5EF4-FFF2-40B4-BE49-F238E27FC236}">
                <a16:creationId xmlns:a16="http://schemas.microsoft.com/office/drawing/2014/main" id="{EA027291-504E-F046-28D0-B538C78E5AAF}"/>
              </a:ext>
            </a:extLst>
          </p:cNvPr>
          <p:cNvSpPr>
            <a:spLocks noChangeShapeType="1"/>
          </p:cNvSpPr>
          <p:nvPr/>
        </p:nvSpPr>
        <p:spPr bwMode="auto">
          <a:xfrm>
            <a:off x="7608005" y="4846819"/>
            <a:ext cx="132856" cy="171058"/>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Line 38">
            <a:extLst>
              <a:ext uri="{FF2B5EF4-FFF2-40B4-BE49-F238E27FC236}">
                <a16:creationId xmlns:a16="http://schemas.microsoft.com/office/drawing/2014/main" id="{89B5A399-2607-4B23-95EC-DCA1BC8048CE}"/>
              </a:ext>
            </a:extLst>
          </p:cNvPr>
          <p:cNvSpPr>
            <a:spLocks noChangeShapeType="1"/>
          </p:cNvSpPr>
          <p:nvPr/>
        </p:nvSpPr>
        <p:spPr bwMode="auto">
          <a:xfrm flipV="1">
            <a:off x="7035701" y="4781935"/>
            <a:ext cx="166435" cy="112073"/>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Freeform 39">
            <a:extLst>
              <a:ext uri="{FF2B5EF4-FFF2-40B4-BE49-F238E27FC236}">
                <a16:creationId xmlns:a16="http://schemas.microsoft.com/office/drawing/2014/main" id="{B81D7689-103B-C5E1-CF43-546E32876328}"/>
              </a:ext>
            </a:extLst>
          </p:cNvPr>
          <p:cNvSpPr>
            <a:spLocks/>
          </p:cNvSpPr>
          <p:nvPr/>
        </p:nvSpPr>
        <p:spPr bwMode="auto">
          <a:xfrm>
            <a:off x="5020956" y="5716858"/>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Freeform 40">
            <a:extLst>
              <a:ext uri="{FF2B5EF4-FFF2-40B4-BE49-F238E27FC236}">
                <a16:creationId xmlns:a16="http://schemas.microsoft.com/office/drawing/2014/main" id="{E82E2FCF-F8D0-7083-E801-4C57641927D6}"/>
              </a:ext>
            </a:extLst>
          </p:cNvPr>
          <p:cNvSpPr>
            <a:spLocks/>
          </p:cNvSpPr>
          <p:nvPr/>
        </p:nvSpPr>
        <p:spPr bwMode="auto">
          <a:xfrm>
            <a:off x="4349375" y="5663771"/>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Freeform 41">
            <a:extLst>
              <a:ext uri="{FF2B5EF4-FFF2-40B4-BE49-F238E27FC236}">
                <a16:creationId xmlns:a16="http://schemas.microsoft.com/office/drawing/2014/main" id="{15F3DE35-4CD7-A0DA-59CF-5A8332739E2E}"/>
              </a:ext>
            </a:extLst>
          </p:cNvPr>
          <p:cNvSpPr>
            <a:spLocks/>
          </p:cNvSpPr>
          <p:nvPr/>
        </p:nvSpPr>
        <p:spPr bwMode="auto">
          <a:xfrm>
            <a:off x="4530410" y="5560546"/>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Freeform 42">
            <a:extLst>
              <a:ext uri="{FF2B5EF4-FFF2-40B4-BE49-F238E27FC236}">
                <a16:creationId xmlns:a16="http://schemas.microsoft.com/office/drawing/2014/main" id="{057F53FE-2526-FC13-B177-8CFB60088251}"/>
              </a:ext>
            </a:extLst>
          </p:cNvPr>
          <p:cNvSpPr>
            <a:spLocks/>
          </p:cNvSpPr>
          <p:nvPr/>
        </p:nvSpPr>
        <p:spPr bwMode="auto">
          <a:xfrm>
            <a:off x="4439892" y="5321654"/>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Freeform 43">
            <a:extLst>
              <a:ext uri="{FF2B5EF4-FFF2-40B4-BE49-F238E27FC236}">
                <a16:creationId xmlns:a16="http://schemas.microsoft.com/office/drawing/2014/main" id="{38D867F9-0AD5-01E0-FC9E-44112E07F922}"/>
              </a:ext>
            </a:extLst>
          </p:cNvPr>
          <p:cNvSpPr>
            <a:spLocks/>
          </p:cNvSpPr>
          <p:nvPr/>
        </p:nvSpPr>
        <p:spPr bwMode="auto">
          <a:xfrm>
            <a:off x="3233965" y="4767189"/>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Freeform 44">
            <a:extLst>
              <a:ext uri="{FF2B5EF4-FFF2-40B4-BE49-F238E27FC236}">
                <a16:creationId xmlns:a16="http://schemas.microsoft.com/office/drawing/2014/main" id="{3F03B647-141E-3C04-5E2B-7F038E36B632}"/>
              </a:ext>
            </a:extLst>
          </p:cNvPr>
          <p:cNvSpPr>
            <a:spLocks/>
          </p:cNvSpPr>
          <p:nvPr/>
        </p:nvSpPr>
        <p:spPr bwMode="auto">
          <a:xfrm>
            <a:off x="3870508" y="4855667"/>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Freeform 45">
            <a:extLst>
              <a:ext uri="{FF2B5EF4-FFF2-40B4-BE49-F238E27FC236}">
                <a16:creationId xmlns:a16="http://schemas.microsoft.com/office/drawing/2014/main" id="{EE3B365B-5E74-4A35-7ADA-4E6B3F5C3DFE}"/>
              </a:ext>
            </a:extLst>
          </p:cNvPr>
          <p:cNvSpPr>
            <a:spLocks/>
          </p:cNvSpPr>
          <p:nvPr/>
        </p:nvSpPr>
        <p:spPr bwMode="auto">
          <a:xfrm>
            <a:off x="5803495" y="5029675"/>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Oval 46">
            <a:extLst>
              <a:ext uri="{FF2B5EF4-FFF2-40B4-BE49-F238E27FC236}">
                <a16:creationId xmlns:a16="http://schemas.microsoft.com/office/drawing/2014/main" id="{014C5709-B02C-A382-AB04-7DEE7435ACEC}"/>
              </a:ext>
            </a:extLst>
          </p:cNvPr>
          <p:cNvSpPr>
            <a:spLocks noChangeArrowheads="1"/>
          </p:cNvSpPr>
          <p:nvPr/>
        </p:nvSpPr>
        <p:spPr bwMode="auto">
          <a:xfrm>
            <a:off x="6678011" y="4936773"/>
            <a:ext cx="456967" cy="12092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 name="Line 47">
            <a:extLst>
              <a:ext uri="{FF2B5EF4-FFF2-40B4-BE49-F238E27FC236}">
                <a16:creationId xmlns:a16="http://schemas.microsoft.com/office/drawing/2014/main" id="{03428086-9537-3A1C-3CD4-0FC6FE73E343}"/>
              </a:ext>
            </a:extLst>
          </p:cNvPr>
          <p:cNvSpPr>
            <a:spLocks noChangeShapeType="1"/>
          </p:cNvSpPr>
          <p:nvPr/>
        </p:nvSpPr>
        <p:spPr bwMode="auto">
          <a:xfrm>
            <a:off x="6678011" y="4924975"/>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 name="Line 48">
            <a:extLst>
              <a:ext uri="{FF2B5EF4-FFF2-40B4-BE49-F238E27FC236}">
                <a16:creationId xmlns:a16="http://schemas.microsoft.com/office/drawing/2014/main" id="{DEA762A2-BC24-A1BB-3C10-265007C8F19A}"/>
              </a:ext>
            </a:extLst>
          </p:cNvPr>
          <p:cNvSpPr>
            <a:spLocks noChangeShapeType="1"/>
          </p:cNvSpPr>
          <p:nvPr/>
        </p:nvSpPr>
        <p:spPr bwMode="auto">
          <a:xfrm>
            <a:off x="7134978" y="4924975"/>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Rectangle 49">
            <a:extLst>
              <a:ext uri="{FF2B5EF4-FFF2-40B4-BE49-F238E27FC236}">
                <a16:creationId xmlns:a16="http://schemas.microsoft.com/office/drawing/2014/main" id="{B59BAC94-32A7-59D1-AAFA-E3D520582EDE}"/>
              </a:ext>
            </a:extLst>
          </p:cNvPr>
          <p:cNvSpPr>
            <a:spLocks noChangeArrowheads="1"/>
          </p:cNvSpPr>
          <p:nvPr/>
        </p:nvSpPr>
        <p:spPr bwMode="auto">
          <a:xfrm>
            <a:off x="6678011" y="4924975"/>
            <a:ext cx="452588" cy="737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Oval 50">
            <a:extLst>
              <a:ext uri="{FF2B5EF4-FFF2-40B4-BE49-F238E27FC236}">
                <a16:creationId xmlns:a16="http://schemas.microsoft.com/office/drawing/2014/main" id="{67CFD265-83F9-EBBA-1FBC-2DB7E3713456}"/>
              </a:ext>
            </a:extLst>
          </p:cNvPr>
          <p:cNvSpPr>
            <a:spLocks noChangeArrowheads="1"/>
          </p:cNvSpPr>
          <p:nvPr/>
        </p:nvSpPr>
        <p:spPr bwMode="auto">
          <a:xfrm>
            <a:off x="6673631" y="4837972"/>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Rectangle 51">
            <a:extLst>
              <a:ext uri="{FF2B5EF4-FFF2-40B4-BE49-F238E27FC236}">
                <a16:creationId xmlns:a16="http://schemas.microsoft.com/office/drawing/2014/main" id="{5CC5AF47-94A6-8158-B35B-B4BE1ECA8030}"/>
              </a:ext>
            </a:extLst>
          </p:cNvPr>
          <p:cNvSpPr>
            <a:spLocks noChangeArrowheads="1"/>
          </p:cNvSpPr>
          <p:nvPr/>
        </p:nvSpPr>
        <p:spPr bwMode="auto">
          <a:xfrm>
            <a:off x="6800647" y="4857142"/>
            <a:ext cx="205854" cy="179906"/>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Text Box 52">
            <a:extLst>
              <a:ext uri="{FF2B5EF4-FFF2-40B4-BE49-F238E27FC236}">
                <a16:creationId xmlns:a16="http://schemas.microsoft.com/office/drawing/2014/main" id="{7A99AB2B-8CAE-526A-111D-B926179499A3}"/>
              </a:ext>
            </a:extLst>
          </p:cNvPr>
          <p:cNvSpPr txBox="1">
            <a:spLocks noChangeArrowheads="1"/>
          </p:cNvSpPr>
          <p:nvPr/>
        </p:nvSpPr>
        <p:spPr bwMode="auto">
          <a:xfrm>
            <a:off x="6675091" y="4761290"/>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0" name="Text Box 53">
            <a:extLst>
              <a:ext uri="{FF2B5EF4-FFF2-40B4-BE49-F238E27FC236}">
                <a16:creationId xmlns:a16="http://schemas.microsoft.com/office/drawing/2014/main" id="{93F13DCB-08C4-3C25-718E-ED4E596915B5}"/>
              </a:ext>
            </a:extLst>
          </p:cNvPr>
          <p:cNvSpPr txBox="1">
            <a:spLocks noChangeArrowheads="1"/>
          </p:cNvSpPr>
          <p:nvPr/>
        </p:nvSpPr>
        <p:spPr bwMode="auto">
          <a:xfrm>
            <a:off x="2805670" y="5215261"/>
            <a:ext cx="63350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i="0" u="none" strike="noStrike" kern="0" cap="none" spc="0" normalizeH="0" baseline="0" noProof="0" dirty="0">
                <a:ln>
                  <a:noFill/>
                </a:ln>
                <a:solidFill>
                  <a:srgbClr val="000000"/>
                </a:solidFill>
                <a:effectLst/>
                <a:uLnTx/>
                <a:uFillTx/>
                <a:latin typeface="Arial" charset="0"/>
                <a:ea typeface="ＭＳ Ｐゴシック" charset="0"/>
              </a:rPr>
              <a:t>AS3</a:t>
            </a:r>
          </a:p>
        </p:txBody>
      </p:sp>
      <p:sp>
        <p:nvSpPr>
          <p:cNvPr id="913" name="Text Box 54">
            <a:extLst>
              <a:ext uri="{FF2B5EF4-FFF2-40B4-BE49-F238E27FC236}">
                <a16:creationId xmlns:a16="http://schemas.microsoft.com/office/drawing/2014/main" id="{643CB952-D0E3-F952-BEB3-A7A8482FCA36}"/>
              </a:ext>
            </a:extLst>
          </p:cNvPr>
          <p:cNvSpPr txBox="1">
            <a:spLocks noChangeArrowheads="1"/>
          </p:cNvSpPr>
          <p:nvPr/>
        </p:nvSpPr>
        <p:spPr bwMode="auto">
          <a:xfrm>
            <a:off x="6132852" y="5839068"/>
            <a:ext cx="63350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i="0" u="none" strike="noStrike" kern="0" cap="none" spc="0" normalizeH="0" baseline="0" noProof="0" dirty="0">
                <a:ln>
                  <a:noFill/>
                </a:ln>
                <a:solidFill>
                  <a:srgbClr val="000000"/>
                </a:solidFill>
                <a:effectLst/>
                <a:uLnTx/>
                <a:uFillTx/>
                <a:latin typeface="Arial" charset="0"/>
                <a:ea typeface="ＭＳ Ｐゴシック" charset="0"/>
              </a:rPr>
              <a:t>AS1</a:t>
            </a:r>
          </a:p>
        </p:txBody>
      </p:sp>
      <p:sp>
        <p:nvSpPr>
          <p:cNvPr id="914" name="Text Box 55">
            <a:extLst>
              <a:ext uri="{FF2B5EF4-FFF2-40B4-BE49-F238E27FC236}">
                <a16:creationId xmlns:a16="http://schemas.microsoft.com/office/drawing/2014/main" id="{7FD0766A-EF80-33B0-A3FB-2BCF9B60A4F1}"/>
              </a:ext>
            </a:extLst>
          </p:cNvPr>
          <p:cNvSpPr txBox="1">
            <a:spLocks noChangeArrowheads="1"/>
          </p:cNvSpPr>
          <p:nvPr/>
        </p:nvSpPr>
        <p:spPr bwMode="auto">
          <a:xfrm>
            <a:off x="7903911" y="5463035"/>
            <a:ext cx="63350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i="0" u="none" strike="noStrike" kern="0" cap="none" spc="0" normalizeH="0" baseline="0" noProof="0" dirty="0">
                <a:ln>
                  <a:noFill/>
                </a:ln>
                <a:solidFill>
                  <a:srgbClr val="000000"/>
                </a:solidFill>
                <a:effectLst/>
                <a:uLnTx/>
                <a:uFillTx/>
                <a:latin typeface="Arial" charset="0"/>
                <a:ea typeface="ＭＳ Ｐゴシック" charset="0"/>
              </a:rPr>
              <a:t>AS2</a:t>
            </a:r>
          </a:p>
        </p:txBody>
      </p:sp>
      <p:sp>
        <p:nvSpPr>
          <p:cNvPr id="915" name="Oval 56">
            <a:extLst>
              <a:ext uri="{FF2B5EF4-FFF2-40B4-BE49-F238E27FC236}">
                <a16:creationId xmlns:a16="http://schemas.microsoft.com/office/drawing/2014/main" id="{065FCDB8-62EE-07B7-968A-569DDBC0B1B6}"/>
              </a:ext>
            </a:extLst>
          </p:cNvPr>
          <p:cNvSpPr>
            <a:spLocks noChangeArrowheads="1"/>
          </p:cNvSpPr>
          <p:nvPr/>
        </p:nvSpPr>
        <p:spPr bwMode="auto">
          <a:xfrm>
            <a:off x="4067602" y="5545800"/>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6" name="Line 57">
            <a:extLst>
              <a:ext uri="{FF2B5EF4-FFF2-40B4-BE49-F238E27FC236}">
                <a16:creationId xmlns:a16="http://schemas.microsoft.com/office/drawing/2014/main" id="{EE0CE3B5-3B37-3563-FBEA-000C84A252CA}"/>
              </a:ext>
            </a:extLst>
          </p:cNvPr>
          <p:cNvSpPr>
            <a:spLocks noChangeShapeType="1"/>
          </p:cNvSpPr>
          <p:nvPr/>
        </p:nvSpPr>
        <p:spPr bwMode="auto">
          <a:xfrm>
            <a:off x="4067602" y="5535477"/>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7" name="Line 58">
            <a:extLst>
              <a:ext uri="{FF2B5EF4-FFF2-40B4-BE49-F238E27FC236}">
                <a16:creationId xmlns:a16="http://schemas.microsoft.com/office/drawing/2014/main" id="{91CE3E4F-1E98-5A97-E388-0403E4F22E45}"/>
              </a:ext>
            </a:extLst>
          </p:cNvPr>
          <p:cNvSpPr>
            <a:spLocks noChangeShapeType="1"/>
          </p:cNvSpPr>
          <p:nvPr/>
        </p:nvSpPr>
        <p:spPr bwMode="auto">
          <a:xfrm>
            <a:off x="4526030" y="5535477"/>
            <a:ext cx="0" cy="7373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8" name="Rectangle 59">
            <a:extLst>
              <a:ext uri="{FF2B5EF4-FFF2-40B4-BE49-F238E27FC236}">
                <a16:creationId xmlns:a16="http://schemas.microsoft.com/office/drawing/2014/main" id="{265D4B90-1489-26B9-AAAB-2B412439A704}"/>
              </a:ext>
            </a:extLst>
          </p:cNvPr>
          <p:cNvSpPr>
            <a:spLocks noChangeArrowheads="1"/>
          </p:cNvSpPr>
          <p:nvPr/>
        </p:nvSpPr>
        <p:spPr bwMode="auto">
          <a:xfrm>
            <a:off x="4067602" y="5535477"/>
            <a:ext cx="452588" cy="69308"/>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Oval 60">
            <a:extLst>
              <a:ext uri="{FF2B5EF4-FFF2-40B4-BE49-F238E27FC236}">
                <a16:creationId xmlns:a16="http://schemas.microsoft.com/office/drawing/2014/main" id="{9630378D-15F5-8982-1A53-3224D00A61AF}"/>
              </a:ext>
            </a:extLst>
          </p:cNvPr>
          <p:cNvSpPr>
            <a:spLocks noChangeArrowheads="1"/>
          </p:cNvSpPr>
          <p:nvPr/>
        </p:nvSpPr>
        <p:spPr bwMode="auto">
          <a:xfrm>
            <a:off x="4063222" y="5455847"/>
            <a:ext cx="456967" cy="14156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0" name="Rectangle 61">
            <a:extLst>
              <a:ext uri="{FF2B5EF4-FFF2-40B4-BE49-F238E27FC236}">
                <a16:creationId xmlns:a16="http://schemas.microsoft.com/office/drawing/2014/main" id="{4507FA91-4554-6AD8-EC75-970BB28370BE}"/>
              </a:ext>
            </a:extLst>
          </p:cNvPr>
          <p:cNvSpPr>
            <a:spLocks noChangeArrowheads="1"/>
          </p:cNvSpPr>
          <p:nvPr/>
        </p:nvSpPr>
        <p:spPr bwMode="auto">
          <a:xfrm>
            <a:off x="4187319" y="5494187"/>
            <a:ext cx="207314" cy="141566"/>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Text Box 62">
            <a:extLst>
              <a:ext uri="{FF2B5EF4-FFF2-40B4-BE49-F238E27FC236}">
                <a16:creationId xmlns:a16="http://schemas.microsoft.com/office/drawing/2014/main" id="{7AC62096-79CD-5AE2-9CC7-B681FBD01FD0}"/>
              </a:ext>
            </a:extLst>
          </p:cNvPr>
          <p:cNvSpPr txBox="1">
            <a:spLocks noChangeArrowheads="1"/>
          </p:cNvSpPr>
          <p:nvPr/>
        </p:nvSpPr>
        <p:spPr bwMode="auto">
          <a:xfrm>
            <a:off x="4067602" y="5367368"/>
            <a:ext cx="467187" cy="3966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22" name="Group 63">
            <a:extLst>
              <a:ext uri="{FF2B5EF4-FFF2-40B4-BE49-F238E27FC236}">
                <a16:creationId xmlns:a16="http://schemas.microsoft.com/office/drawing/2014/main" id="{DFD5ABE9-9152-5A7C-4E6A-69F32339062F}"/>
              </a:ext>
            </a:extLst>
          </p:cNvPr>
          <p:cNvGrpSpPr>
            <a:grpSpLocks/>
          </p:cNvGrpSpPr>
          <p:nvPr/>
        </p:nvGrpSpPr>
        <p:grpSpPr bwMode="auto">
          <a:xfrm>
            <a:off x="7181697" y="4593181"/>
            <a:ext cx="461347" cy="396679"/>
            <a:chOff x="4320" y="1936"/>
            <a:chExt cx="316" cy="269"/>
          </a:xfrm>
        </p:grpSpPr>
        <p:sp>
          <p:nvSpPr>
            <p:cNvPr id="923" name="Oval 64">
              <a:extLst>
                <a:ext uri="{FF2B5EF4-FFF2-40B4-BE49-F238E27FC236}">
                  <a16:creationId xmlns:a16="http://schemas.microsoft.com/office/drawing/2014/main" id="{CC98DA29-A0F9-94C3-A4EC-E9BBAC201FFE}"/>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4" name="Line 65">
              <a:extLst>
                <a:ext uri="{FF2B5EF4-FFF2-40B4-BE49-F238E27FC236}">
                  <a16:creationId xmlns:a16="http://schemas.microsoft.com/office/drawing/2014/main" id="{B66F87F3-D778-E0D5-5E78-C2D815C4DDF2}"/>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5" name="Line 66">
              <a:extLst>
                <a:ext uri="{FF2B5EF4-FFF2-40B4-BE49-F238E27FC236}">
                  <a16:creationId xmlns:a16="http://schemas.microsoft.com/office/drawing/2014/main" id="{CA7B9163-CB54-B275-6691-708E84BCF693}"/>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Rectangle 67">
              <a:extLst>
                <a:ext uri="{FF2B5EF4-FFF2-40B4-BE49-F238E27FC236}">
                  <a16:creationId xmlns:a16="http://schemas.microsoft.com/office/drawing/2014/main" id="{C42FF56E-DBFF-AF99-3252-AC2E08050A1D}"/>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5" name="Oval 68">
              <a:extLst>
                <a:ext uri="{FF2B5EF4-FFF2-40B4-BE49-F238E27FC236}">
                  <a16:creationId xmlns:a16="http://schemas.microsoft.com/office/drawing/2014/main" id="{42EBF80D-012C-9172-0190-4F23B8DA767A}"/>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6" name="Rectangle 69">
              <a:extLst>
                <a:ext uri="{FF2B5EF4-FFF2-40B4-BE49-F238E27FC236}">
                  <a16:creationId xmlns:a16="http://schemas.microsoft.com/office/drawing/2014/main" id="{9517C1A4-BD01-3773-0DFD-16AB2C101E45}"/>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Text Box 70">
              <a:extLst>
                <a:ext uri="{FF2B5EF4-FFF2-40B4-BE49-F238E27FC236}">
                  <a16:creationId xmlns:a16="http://schemas.microsoft.com/office/drawing/2014/main" id="{89F4ECDA-3EC5-6479-0475-0588DCFC8DF1}"/>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58" name="Group 71">
            <a:extLst>
              <a:ext uri="{FF2B5EF4-FFF2-40B4-BE49-F238E27FC236}">
                <a16:creationId xmlns:a16="http://schemas.microsoft.com/office/drawing/2014/main" id="{5986F116-C0BB-5222-BC71-A21D33A4DD65}"/>
              </a:ext>
            </a:extLst>
          </p:cNvPr>
          <p:cNvGrpSpPr>
            <a:grpSpLocks/>
          </p:cNvGrpSpPr>
          <p:nvPr/>
        </p:nvGrpSpPr>
        <p:grpSpPr bwMode="auto">
          <a:xfrm>
            <a:off x="7584646" y="4920552"/>
            <a:ext cx="468647" cy="396679"/>
            <a:chOff x="4596" y="2158"/>
            <a:chExt cx="321" cy="269"/>
          </a:xfrm>
        </p:grpSpPr>
        <p:sp>
          <p:nvSpPr>
            <p:cNvPr id="959" name="Oval 72">
              <a:extLst>
                <a:ext uri="{FF2B5EF4-FFF2-40B4-BE49-F238E27FC236}">
                  <a16:creationId xmlns:a16="http://schemas.microsoft.com/office/drawing/2014/main" id="{BD3F1CD2-67C8-2D10-0260-4282AA4B7DF8}"/>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0" name="Line 73">
              <a:extLst>
                <a:ext uri="{FF2B5EF4-FFF2-40B4-BE49-F238E27FC236}">
                  <a16:creationId xmlns:a16="http://schemas.microsoft.com/office/drawing/2014/main" id="{0D2F029C-40D2-97E7-004A-6599DFE51261}"/>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1" name="Line 74">
              <a:extLst>
                <a:ext uri="{FF2B5EF4-FFF2-40B4-BE49-F238E27FC236}">
                  <a16:creationId xmlns:a16="http://schemas.microsoft.com/office/drawing/2014/main" id="{AE5D2F11-DDE9-7C66-24AB-7E1A2572B524}"/>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6" name="Rectangle 75">
              <a:extLst>
                <a:ext uri="{FF2B5EF4-FFF2-40B4-BE49-F238E27FC236}">
                  <a16:creationId xmlns:a16="http://schemas.microsoft.com/office/drawing/2014/main" id="{D8024A1B-33FE-5147-6EE0-CDFD521005A5}"/>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7" name="Oval 76">
              <a:extLst>
                <a:ext uri="{FF2B5EF4-FFF2-40B4-BE49-F238E27FC236}">
                  <a16:creationId xmlns:a16="http://schemas.microsoft.com/office/drawing/2014/main" id="{A1789DD1-563F-6B08-5AEE-89298F665DC0}"/>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Rectangle 77">
              <a:extLst>
                <a:ext uri="{FF2B5EF4-FFF2-40B4-BE49-F238E27FC236}">
                  <a16:creationId xmlns:a16="http://schemas.microsoft.com/office/drawing/2014/main" id="{B984FCC7-E71E-8C78-9331-41479E7D82A9}"/>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9" name="Text Box 78">
              <a:extLst>
                <a:ext uri="{FF2B5EF4-FFF2-40B4-BE49-F238E27FC236}">
                  <a16:creationId xmlns:a16="http://schemas.microsoft.com/office/drawing/2014/main" id="{E834D9B8-6B64-764C-A817-B8EFF56AD836}"/>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79">
            <a:extLst>
              <a:ext uri="{FF2B5EF4-FFF2-40B4-BE49-F238E27FC236}">
                <a16:creationId xmlns:a16="http://schemas.microsoft.com/office/drawing/2014/main" id="{7575C266-DF94-798E-4592-A32D8AB9AC45}"/>
              </a:ext>
            </a:extLst>
          </p:cNvPr>
          <p:cNvGrpSpPr>
            <a:grpSpLocks/>
          </p:cNvGrpSpPr>
          <p:nvPr/>
        </p:nvGrpSpPr>
        <p:grpSpPr bwMode="auto">
          <a:xfrm>
            <a:off x="5349447" y="5466169"/>
            <a:ext cx="468647" cy="396679"/>
            <a:chOff x="2015" y="1976"/>
            <a:chExt cx="321" cy="269"/>
          </a:xfrm>
        </p:grpSpPr>
        <p:sp>
          <p:nvSpPr>
            <p:cNvPr id="991" name="Oval 80">
              <a:extLst>
                <a:ext uri="{FF2B5EF4-FFF2-40B4-BE49-F238E27FC236}">
                  <a16:creationId xmlns:a16="http://schemas.microsoft.com/office/drawing/2014/main" id="{79F357E8-425B-9610-3ED9-CB7B098C2479}"/>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2" name="Line 81">
              <a:extLst>
                <a:ext uri="{FF2B5EF4-FFF2-40B4-BE49-F238E27FC236}">
                  <a16:creationId xmlns:a16="http://schemas.microsoft.com/office/drawing/2014/main" id="{707CD3D7-175A-FE72-6437-B8AFEB0101EE}"/>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3" name="Line 82">
              <a:extLst>
                <a:ext uri="{FF2B5EF4-FFF2-40B4-BE49-F238E27FC236}">
                  <a16:creationId xmlns:a16="http://schemas.microsoft.com/office/drawing/2014/main" id="{F226ECBA-5CB7-F56F-7A69-069BEE3D62FE}"/>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4" name="Rectangle 83">
              <a:extLst>
                <a:ext uri="{FF2B5EF4-FFF2-40B4-BE49-F238E27FC236}">
                  <a16:creationId xmlns:a16="http://schemas.microsoft.com/office/drawing/2014/main" id="{C73DB159-3BB3-1310-BAD2-14D08A1EF25D}"/>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Oval 84">
              <a:extLst>
                <a:ext uri="{FF2B5EF4-FFF2-40B4-BE49-F238E27FC236}">
                  <a16:creationId xmlns:a16="http://schemas.microsoft.com/office/drawing/2014/main" id="{2164E484-F04B-0F0A-9907-1B4DD01F7B11}"/>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96" name="Group 85">
              <a:extLst>
                <a:ext uri="{FF2B5EF4-FFF2-40B4-BE49-F238E27FC236}">
                  <a16:creationId xmlns:a16="http://schemas.microsoft.com/office/drawing/2014/main" id="{28154F00-27EC-85EE-3B11-744A3A0FC886}"/>
                </a:ext>
              </a:extLst>
            </p:cNvPr>
            <p:cNvGrpSpPr>
              <a:grpSpLocks/>
            </p:cNvGrpSpPr>
            <p:nvPr/>
          </p:nvGrpSpPr>
          <p:grpSpPr bwMode="auto">
            <a:xfrm>
              <a:off x="2015" y="1976"/>
              <a:ext cx="321" cy="269"/>
              <a:chOff x="2894" y="2425"/>
              <a:chExt cx="328" cy="269"/>
            </a:xfrm>
          </p:grpSpPr>
          <p:sp>
            <p:nvSpPr>
              <p:cNvPr id="997" name="Rectangle 86">
                <a:extLst>
                  <a:ext uri="{FF2B5EF4-FFF2-40B4-BE49-F238E27FC236}">
                    <a16:creationId xmlns:a16="http://schemas.microsoft.com/office/drawing/2014/main" id="{AFB9F205-A080-F2C6-1837-E3A4149D85E1}"/>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8" name="Text Box 87">
                <a:extLst>
                  <a:ext uri="{FF2B5EF4-FFF2-40B4-BE49-F238E27FC236}">
                    <a16:creationId xmlns:a16="http://schemas.microsoft.com/office/drawing/2014/main" id="{F9A84C9B-A255-EC9A-B5CB-762C18BE4882}"/>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9" name="Group 99">
            <a:extLst>
              <a:ext uri="{FF2B5EF4-FFF2-40B4-BE49-F238E27FC236}">
                <a16:creationId xmlns:a16="http://schemas.microsoft.com/office/drawing/2014/main" id="{CC9A4CCA-919B-BF8D-7C10-8A509D70B6FB}"/>
              </a:ext>
            </a:extLst>
          </p:cNvPr>
          <p:cNvGrpSpPr>
            <a:grpSpLocks/>
          </p:cNvGrpSpPr>
          <p:nvPr/>
        </p:nvGrpSpPr>
        <p:grpSpPr bwMode="auto">
          <a:xfrm>
            <a:off x="3019351" y="4354289"/>
            <a:ext cx="461347" cy="396679"/>
            <a:chOff x="2016" y="1976"/>
            <a:chExt cx="316" cy="269"/>
          </a:xfrm>
        </p:grpSpPr>
        <p:sp>
          <p:nvSpPr>
            <p:cNvPr id="1000" name="Oval 100">
              <a:extLst>
                <a:ext uri="{FF2B5EF4-FFF2-40B4-BE49-F238E27FC236}">
                  <a16:creationId xmlns:a16="http://schemas.microsoft.com/office/drawing/2014/main" id="{3F51A2F6-2E8D-CB19-E96C-A5407456AEF9}"/>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1" name="Line 101">
              <a:extLst>
                <a:ext uri="{FF2B5EF4-FFF2-40B4-BE49-F238E27FC236}">
                  <a16:creationId xmlns:a16="http://schemas.microsoft.com/office/drawing/2014/main" id="{646149DB-D98C-EEDC-7D74-B67FE0E54EBB}"/>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2" name="Line 102">
              <a:extLst>
                <a:ext uri="{FF2B5EF4-FFF2-40B4-BE49-F238E27FC236}">
                  <a16:creationId xmlns:a16="http://schemas.microsoft.com/office/drawing/2014/main" id="{6C84A8E3-CA20-F142-1E3B-EA5D644B0071}"/>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103">
              <a:extLst>
                <a:ext uri="{FF2B5EF4-FFF2-40B4-BE49-F238E27FC236}">
                  <a16:creationId xmlns:a16="http://schemas.microsoft.com/office/drawing/2014/main" id="{698023E3-A275-A8B4-D283-2C1F32DC0273}"/>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4" name="Oval 104">
              <a:extLst>
                <a:ext uri="{FF2B5EF4-FFF2-40B4-BE49-F238E27FC236}">
                  <a16:creationId xmlns:a16="http://schemas.microsoft.com/office/drawing/2014/main" id="{28F5762C-9E3B-6D91-026B-8DB582C60661}"/>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005" name="Group 105">
              <a:extLst>
                <a:ext uri="{FF2B5EF4-FFF2-40B4-BE49-F238E27FC236}">
                  <a16:creationId xmlns:a16="http://schemas.microsoft.com/office/drawing/2014/main" id="{4A1752CD-D98F-12D2-715C-7E6879A11BBC}"/>
                </a:ext>
              </a:extLst>
            </p:cNvPr>
            <p:cNvGrpSpPr>
              <a:grpSpLocks/>
            </p:cNvGrpSpPr>
            <p:nvPr/>
          </p:nvGrpSpPr>
          <p:grpSpPr bwMode="auto">
            <a:xfrm>
              <a:off x="2020" y="1976"/>
              <a:ext cx="308" cy="269"/>
              <a:chOff x="2899" y="2425"/>
              <a:chExt cx="315" cy="269"/>
            </a:xfrm>
          </p:grpSpPr>
          <p:sp>
            <p:nvSpPr>
              <p:cNvPr id="1006" name="Rectangle 106">
                <a:extLst>
                  <a:ext uri="{FF2B5EF4-FFF2-40B4-BE49-F238E27FC236}">
                    <a16:creationId xmlns:a16="http://schemas.microsoft.com/office/drawing/2014/main" id="{33833A32-E8C3-9F69-56D1-59A653B30CF8}"/>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Text Box 107">
                <a:extLst>
                  <a:ext uri="{FF2B5EF4-FFF2-40B4-BE49-F238E27FC236}">
                    <a16:creationId xmlns:a16="http://schemas.microsoft.com/office/drawing/2014/main" id="{24AA3684-CCAE-86A2-71CF-8DFF06626B0C}"/>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008" name="Line 108">
            <a:extLst>
              <a:ext uri="{FF2B5EF4-FFF2-40B4-BE49-F238E27FC236}">
                <a16:creationId xmlns:a16="http://schemas.microsoft.com/office/drawing/2014/main" id="{8D77A40C-0202-85EF-4967-7943D4C6DF9F}"/>
              </a:ext>
            </a:extLst>
          </p:cNvPr>
          <p:cNvSpPr>
            <a:spLocks noChangeShapeType="1"/>
          </p:cNvSpPr>
          <p:nvPr/>
        </p:nvSpPr>
        <p:spPr bwMode="auto">
          <a:xfrm flipH="1">
            <a:off x="3054390" y="4669862"/>
            <a:ext cx="90518" cy="15926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9" name="Line 109">
            <a:extLst>
              <a:ext uri="{FF2B5EF4-FFF2-40B4-BE49-F238E27FC236}">
                <a16:creationId xmlns:a16="http://schemas.microsoft.com/office/drawing/2014/main" id="{BBEFFDAB-E149-D100-740B-6B08704291BD}"/>
              </a:ext>
            </a:extLst>
          </p:cNvPr>
          <p:cNvSpPr>
            <a:spLocks noChangeShapeType="1"/>
          </p:cNvSpPr>
          <p:nvPr/>
        </p:nvSpPr>
        <p:spPr bwMode="auto">
          <a:xfrm>
            <a:off x="2606183" y="4737696"/>
            <a:ext cx="211694" cy="16221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0" name="Line 110">
            <a:extLst>
              <a:ext uri="{FF2B5EF4-FFF2-40B4-BE49-F238E27FC236}">
                <a16:creationId xmlns:a16="http://schemas.microsoft.com/office/drawing/2014/main" id="{62E16B51-DA02-874C-007A-7CC88D8CB9E3}"/>
              </a:ext>
            </a:extLst>
          </p:cNvPr>
          <p:cNvSpPr>
            <a:spLocks noChangeShapeType="1"/>
          </p:cNvSpPr>
          <p:nvPr/>
        </p:nvSpPr>
        <p:spPr bwMode="auto">
          <a:xfrm flipH="1">
            <a:off x="3334702" y="4214198"/>
            <a:ext cx="198555" cy="22414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Line 111">
            <a:extLst>
              <a:ext uri="{FF2B5EF4-FFF2-40B4-BE49-F238E27FC236}">
                <a16:creationId xmlns:a16="http://schemas.microsoft.com/office/drawing/2014/main" id="{0854CE2F-1536-176A-150F-6A8E3B0439D4}"/>
              </a:ext>
            </a:extLst>
          </p:cNvPr>
          <p:cNvSpPr>
            <a:spLocks noChangeShapeType="1"/>
          </p:cNvSpPr>
          <p:nvPr/>
        </p:nvSpPr>
        <p:spPr bwMode="auto">
          <a:xfrm>
            <a:off x="2927374" y="4200926"/>
            <a:ext cx="175195" cy="26248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2" name="Line 112">
            <a:extLst>
              <a:ext uri="{FF2B5EF4-FFF2-40B4-BE49-F238E27FC236}">
                <a16:creationId xmlns:a16="http://schemas.microsoft.com/office/drawing/2014/main" id="{E059834D-E863-0942-8BC9-02A57E0DC941}"/>
              </a:ext>
            </a:extLst>
          </p:cNvPr>
          <p:cNvSpPr>
            <a:spLocks noChangeShapeType="1"/>
          </p:cNvSpPr>
          <p:nvPr/>
        </p:nvSpPr>
        <p:spPr bwMode="auto">
          <a:xfrm flipH="1">
            <a:off x="3890947" y="4338068"/>
            <a:ext cx="102197" cy="30377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Line 115">
            <a:extLst>
              <a:ext uri="{FF2B5EF4-FFF2-40B4-BE49-F238E27FC236}">
                <a16:creationId xmlns:a16="http://schemas.microsoft.com/office/drawing/2014/main" id="{5239A17C-A4FF-1F88-E8D1-AF3A2CDA2AF9}"/>
              </a:ext>
            </a:extLst>
          </p:cNvPr>
          <p:cNvSpPr>
            <a:spLocks noChangeShapeType="1"/>
          </p:cNvSpPr>
          <p:nvPr/>
        </p:nvSpPr>
        <p:spPr bwMode="auto">
          <a:xfrm flipH="1" flipV="1">
            <a:off x="7143738" y="4388206"/>
            <a:ext cx="185415" cy="297878"/>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4" name="Line 116">
            <a:extLst>
              <a:ext uri="{FF2B5EF4-FFF2-40B4-BE49-F238E27FC236}">
                <a16:creationId xmlns:a16="http://schemas.microsoft.com/office/drawing/2014/main" id="{F216EC2B-35F9-4338-4205-2E4CE1F7B020}"/>
              </a:ext>
            </a:extLst>
          </p:cNvPr>
          <p:cNvSpPr>
            <a:spLocks noChangeShapeType="1"/>
          </p:cNvSpPr>
          <p:nvPr/>
        </p:nvSpPr>
        <p:spPr bwMode="auto">
          <a:xfrm flipH="1" flipV="1">
            <a:off x="6688230" y="4538619"/>
            <a:ext cx="198555" cy="27280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5" name="Line 117">
            <a:extLst>
              <a:ext uri="{FF2B5EF4-FFF2-40B4-BE49-F238E27FC236}">
                <a16:creationId xmlns:a16="http://schemas.microsoft.com/office/drawing/2014/main" id="{B93CDAAB-2481-3B79-ABA7-D307EE7E5112}"/>
              </a:ext>
            </a:extLst>
          </p:cNvPr>
          <p:cNvSpPr>
            <a:spLocks noChangeShapeType="1"/>
          </p:cNvSpPr>
          <p:nvPr/>
        </p:nvSpPr>
        <p:spPr bwMode="auto">
          <a:xfrm flipH="1">
            <a:off x="3928906" y="5637228"/>
            <a:ext cx="197095" cy="17253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Line 118">
            <a:extLst>
              <a:ext uri="{FF2B5EF4-FFF2-40B4-BE49-F238E27FC236}">
                <a16:creationId xmlns:a16="http://schemas.microsoft.com/office/drawing/2014/main" id="{E6094286-EA94-6C4A-BF97-B88DFA004813}"/>
              </a:ext>
            </a:extLst>
          </p:cNvPr>
          <p:cNvSpPr>
            <a:spLocks noChangeShapeType="1"/>
          </p:cNvSpPr>
          <p:nvPr/>
        </p:nvSpPr>
        <p:spPr bwMode="auto">
          <a:xfrm flipH="1" flipV="1">
            <a:off x="3879268" y="5488289"/>
            <a:ext cx="185415" cy="1179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7" name="Line 119">
            <a:extLst>
              <a:ext uri="{FF2B5EF4-FFF2-40B4-BE49-F238E27FC236}">
                <a16:creationId xmlns:a16="http://schemas.microsoft.com/office/drawing/2014/main" id="{3A2478BD-1D51-0F0E-D2FD-D535E4B1FE69}"/>
              </a:ext>
            </a:extLst>
          </p:cNvPr>
          <p:cNvSpPr>
            <a:spLocks noChangeShapeType="1"/>
          </p:cNvSpPr>
          <p:nvPr/>
        </p:nvSpPr>
        <p:spPr bwMode="auto">
          <a:xfrm flipH="1">
            <a:off x="4274917" y="5887917"/>
            <a:ext cx="309511" cy="2212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Line 120">
            <a:extLst>
              <a:ext uri="{FF2B5EF4-FFF2-40B4-BE49-F238E27FC236}">
                <a16:creationId xmlns:a16="http://schemas.microsoft.com/office/drawing/2014/main" id="{6F4CD7A4-368E-0B88-8E14-22538252B66E}"/>
              </a:ext>
            </a:extLst>
          </p:cNvPr>
          <p:cNvSpPr>
            <a:spLocks noChangeShapeType="1"/>
          </p:cNvSpPr>
          <p:nvPr/>
        </p:nvSpPr>
        <p:spPr bwMode="auto">
          <a:xfrm flipV="1">
            <a:off x="4980077" y="5212531"/>
            <a:ext cx="334331" cy="1474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9" name="Line 121">
            <a:extLst>
              <a:ext uri="{FF2B5EF4-FFF2-40B4-BE49-F238E27FC236}">
                <a16:creationId xmlns:a16="http://schemas.microsoft.com/office/drawing/2014/main" id="{CC3AAA00-C598-3913-4491-02B749F995DD}"/>
              </a:ext>
            </a:extLst>
          </p:cNvPr>
          <p:cNvSpPr>
            <a:spLocks noChangeShapeType="1"/>
          </p:cNvSpPr>
          <p:nvPr/>
        </p:nvSpPr>
        <p:spPr bwMode="auto">
          <a:xfrm>
            <a:off x="5647279" y="5762572"/>
            <a:ext cx="173735" cy="16221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0" name="Line 122">
            <a:extLst>
              <a:ext uri="{FF2B5EF4-FFF2-40B4-BE49-F238E27FC236}">
                <a16:creationId xmlns:a16="http://schemas.microsoft.com/office/drawing/2014/main" id="{A2FF1A0A-11DA-2318-8298-50E933D15267}"/>
              </a:ext>
            </a:extLst>
          </p:cNvPr>
          <p:cNvSpPr>
            <a:spLocks noChangeShapeType="1"/>
          </p:cNvSpPr>
          <p:nvPr/>
        </p:nvSpPr>
        <p:spPr bwMode="auto">
          <a:xfrm>
            <a:off x="4943578" y="5324603"/>
            <a:ext cx="211694" cy="110598"/>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Freeform 113">
            <a:extLst>
              <a:ext uri="{FF2B5EF4-FFF2-40B4-BE49-F238E27FC236}">
                <a16:creationId xmlns:a16="http://schemas.microsoft.com/office/drawing/2014/main" id="{FE3CECF4-A1FF-C2FC-2B5F-6AC179AE5DE8}"/>
              </a:ext>
            </a:extLst>
          </p:cNvPr>
          <p:cNvSpPr>
            <a:spLocks/>
          </p:cNvSpPr>
          <p:nvPr/>
        </p:nvSpPr>
        <p:spPr bwMode="auto">
          <a:xfrm flipH="1">
            <a:off x="1430229" y="460918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dirty="0"/>
          </a:p>
        </p:txBody>
      </p:sp>
      <p:sp>
        <p:nvSpPr>
          <p:cNvPr id="1022" name="Text Box 114">
            <a:extLst>
              <a:ext uri="{FF2B5EF4-FFF2-40B4-BE49-F238E27FC236}">
                <a16:creationId xmlns:a16="http://schemas.microsoft.com/office/drawing/2014/main" id="{BBCE4BB6-36EC-F217-5888-E31F517319FC}"/>
              </a:ext>
            </a:extLst>
          </p:cNvPr>
          <p:cNvSpPr txBox="1">
            <a:spLocks noChangeArrowheads="1"/>
          </p:cNvSpPr>
          <p:nvPr/>
        </p:nvSpPr>
        <p:spPr bwMode="auto">
          <a:xfrm>
            <a:off x="1487379" y="5393411"/>
            <a:ext cx="893763" cy="517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t>other</a:t>
            </a:r>
          </a:p>
          <a:p>
            <a:r>
              <a:rPr lang="en-US" sz="1400" dirty="0"/>
              <a:t>networks</a:t>
            </a:r>
          </a:p>
        </p:txBody>
      </p:sp>
      <p:sp>
        <p:nvSpPr>
          <p:cNvPr id="1023" name="Line 115">
            <a:extLst>
              <a:ext uri="{FF2B5EF4-FFF2-40B4-BE49-F238E27FC236}">
                <a16:creationId xmlns:a16="http://schemas.microsoft.com/office/drawing/2014/main" id="{DA56764A-8851-09C3-5238-B76E7047A369}"/>
              </a:ext>
            </a:extLst>
          </p:cNvPr>
          <p:cNvSpPr>
            <a:spLocks noChangeShapeType="1"/>
          </p:cNvSpPr>
          <p:nvPr/>
        </p:nvSpPr>
        <p:spPr bwMode="auto">
          <a:xfrm flipH="1">
            <a:off x="2287479" y="4955261"/>
            <a:ext cx="468313" cy="268288"/>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522" name="Freeform 5">
            <a:extLst>
              <a:ext uri="{FF2B5EF4-FFF2-40B4-BE49-F238E27FC236}">
                <a16:creationId xmlns:a16="http://schemas.microsoft.com/office/drawing/2014/main" id="{C24B5355-E230-071C-E9E8-61D22485DD8E}"/>
              </a:ext>
            </a:extLst>
          </p:cNvPr>
          <p:cNvSpPr>
            <a:spLocks/>
          </p:cNvSpPr>
          <p:nvPr/>
        </p:nvSpPr>
        <p:spPr bwMode="auto">
          <a:xfrm>
            <a:off x="8841114" y="396122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dirty="0"/>
          </a:p>
        </p:txBody>
      </p:sp>
      <p:sp>
        <p:nvSpPr>
          <p:cNvPr id="523" name="Line 92">
            <a:extLst>
              <a:ext uri="{FF2B5EF4-FFF2-40B4-BE49-F238E27FC236}">
                <a16:creationId xmlns:a16="http://schemas.microsoft.com/office/drawing/2014/main" id="{925789F3-74AF-BDA1-94E1-288168B44DEF}"/>
              </a:ext>
            </a:extLst>
          </p:cNvPr>
          <p:cNvSpPr>
            <a:spLocks noChangeShapeType="1"/>
          </p:cNvSpPr>
          <p:nvPr/>
        </p:nvSpPr>
        <p:spPr bwMode="auto">
          <a:xfrm>
            <a:off x="7636094" y="4790989"/>
            <a:ext cx="1318276"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a:lstStyle/>
          <a:p>
            <a:r>
              <a:rPr lang="en-US" dirty="0"/>
              <a:t>        </a:t>
            </a:r>
          </a:p>
        </p:txBody>
      </p:sp>
      <p:sp>
        <p:nvSpPr>
          <p:cNvPr id="524" name="Line 93">
            <a:extLst>
              <a:ext uri="{FF2B5EF4-FFF2-40B4-BE49-F238E27FC236}">
                <a16:creationId xmlns:a16="http://schemas.microsoft.com/office/drawing/2014/main" id="{AB178759-F04F-DF9D-6D2C-1FCBC89E2F9A}"/>
              </a:ext>
            </a:extLst>
          </p:cNvPr>
          <p:cNvSpPr>
            <a:spLocks noChangeShapeType="1"/>
          </p:cNvSpPr>
          <p:nvPr/>
        </p:nvSpPr>
        <p:spPr bwMode="auto">
          <a:xfrm>
            <a:off x="8077984" y="5105814"/>
            <a:ext cx="1339849"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a:lstStyle/>
          <a:p>
            <a:r>
              <a:rPr lang="en-US" dirty="0"/>
              <a:t>                </a:t>
            </a:r>
          </a:p>
        </p:txBody>
      </p:sp>
      <p:sp>
        <p:nvSpPr>
          <p:cNvPr id="525" name="Text Box 112">
            <a:extLst>
              <a:ext uri="{FF2B5EF4-FFF2-40B4-BE49-F238E27FC236}">
                <a16:creationId xmlns:a16="http://schemas.microsoft.com/office/drawing/2014/main" id="{F73DC8BF-374A-676C-292E-9BBDBD5FB7DD}"/>
              </a:ext>
            </a:extLst>
          </p:cNvPr>
          <p:cNvSpPr txBox="1">
            <a:spLocks noChangeArrowheads="1"/>
          </p:cNvSpPr>
          <p:nvPr/>
        </p:nvSpPr>
        <p:spPr bwMode="auto">
          <a:xfrm>
            <a:off x="9220527" y="4558126"/>
            <a:ext cx="893762" cy="517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t>other</a:t>
            </a:r>
          </a:p>
          <a:p>
            <a:r>
              <a:rPr lang="en-US" sz="1400" dirty="0"/>
              <a:t>networks</a:t>
            </a:r>
          </a:p>
        </p:txBody>
      </p:sp>
      <p:sp>
        <p:nvSpPr>
          <p:cNvPr id="526" name="Rectangle 3">
            <a:extLst>
              <a:ext uri="{FF2B5EF4-FFF2-40B4-BE49-F238E27FC236}">
                <a16:creationId xmlns:a16="http://schemas.microsoft.com/office/drawing/2014/main" id="{42F3EB11-4779-A142-4DE3-C7D1B7A7B156}"/>
              </a:ext>
            </a:extLst>
          </p:cNvPr>
          <p:cNvSpPr txBox="1">
            <a:spLocks noChangeArrowheads="1"/>
          </p:cNvSpPr>
          <p:nvPr/>
        </p:nvSpPr>
        <p:spPr>
          <a:xfrm>
            <a:off x="6272425" y="1521142"/>
            <a:ext cx="5490576" cy="721262"/>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indent="-144000" algn="r" rtl="1">
              <a:lnSpc>
                <a:spcPct val="130000"/>
              </a:lnSpc>
              <a:buFont typeface="Arial" panose="020B0604020202020204" pitchFamily="34" charset="0"/>
              <a:buChar char="•"/>
              <a:defRPr/>
            </a:pPr>
            <a:r>
              <a:rPr lang="fa-IR" sz="2000" b="1" dirty="0">
                <a:solidFill>
                  <a:srgbClr val="1F1FFF"/>
                </a:solidFill>
                <a:latin typeface="IRANSans(FaNum)" panose="02040503050201020203" pitchFamily="18" charset="-78"/>
                <a:cs typeface="IRANSans(FaNum)" panose="02040503050201020203" pitchFamily="18" charset="-78"/>
              </a:rPr>
              <a:t>فرض کنید مسیریابی در </a:t>
            </a:r>
            <a:r>
              <a:rPr lang="en-US" sz="2000" b="1" dirty="0">
                <a:solidFill>
                  <a:srgbClr val="1F1FFF"/>
                </a:solidFill>
                <a:latin typeface="Arial" panose="020B0604020202020204" pitchFamily="34" charset="0"/>
                <a:cs typeface="Arial" panose="020B0604020202020204" pitchFamily="34" charset="0"/>
              </a:rPr>
              <a:t>AS1</a:t>
            </a:r>
            <a:r>
              <a:rPr lang="fa-IR" sz="2000" b="1" dirty="0">
                <a:solidFill>
                  <a:srgbClr val="1F1FFF"/>
                </a:solidFill>
                <a:latin typeface="IRANSans(FaNum)" panose="02040503050201020203" pitchFamily="18" charset="-78"/>
                <a:cs typeface="IRANSans(FaNum)" panose="02040503050201020203" pitchFamily="18" charset="-78"/>
              </a:rPr>
              <a:t> بسته به مقصد خارج از </a:t>
            </a:r>
            <a:r>
              <a:rPr lang="en-US" sz="2000" b="1" dirty="0">
                <a:solidFill>
                  <a:srgbClr val="1F1FFF"/>
                </a:solidFill>
                <a:latin typeface="Arial" panose="020B0604020202020204" pitchFamily="34" charset="0"/>
                <a:cs typeface="Arial" panose="020B0604020202020204" pitchFamily="34" charset="0"/>
              </a:rPr>
              <a:t>AS1</a:t>
            </a:r>
            <a:r>
              <a:rPr lang="fa-IR" sz="2000" b="1" dirty="0">
                <a:solidFill>
                  <a:srgbClr val="1F1FFF"/>
                </a:solidFill>
                <a:latin typeface="IRANSans(FaNum)" panose="02040503050201020203" pitchFamily="18" charset="-78"/>
                <a:cs typeface="IRANSans(FaNum)" panose="02040503050201020203" pitchFamily="18" charset="-78"/>
              </a:rPr>
              <a:t> دریافت می‌کند:</a:t>
            </a:r>
            <a:endParaRPr lang="en-US" sz="2000" b="1" dirty="0">
              <a:solidFill>
                <a:srgbClr val="1F1FFF"/>
              </a:solidFill>
              <a:latin typeface="IRANSans(FaNum)" panose="02040503050201020203" pitchFamily="18" charset="-78"/>
              <a:cs typeface="IRANSans(FaNum)" panose="02040503050201020203" pitchFamily="18" charset="-78"/>
            </a:endParaRPr>
          </a:p>
        </p:txBody>
      </p:sp>
      <p:sp>
        <p:nvSpPr>
          <p:cNvPr id="527" name="Rectangle 526">
            <a:extLst>
              <a:ext uri="{FF2B5EF4-FFF2-40B4-BE49-F238E27FC236}">
                <a16:creationId xmlns:a16="http://schemas.microsoft.com/office/drawing/2014/main" id="{855004B0-AEB1-034B-7759-52841798693C}"/>
              </a:ext>
            </a:extLst>
          </p:cNvPr>
          <p:cNvSpPr/>
          <p:nvPr/>
        </p:nvSpPr>
        <p:spPr>
          <a:xfrm>
            <a:off x="698499" y="1503221"/>
            <a:ext cx="4957823" cy="2046714"/>
          </a:xfrm>
          <a:prstGeom prst="rect">
            <a:avLst/>
          </a:prstGeom>
        </p:spPr>
        <p:txBody>
          <a:bodyPr wrap="square">
            <a:spAutoFit/>
          </a:bodyPr>
          <a:lstStyle/>
          <a:p>
            <a:pPr marL="457200" indent="-457200" algn="just" rtl="1">
              <a:lnSpc>
                <a:spcPct val="130000"/>
              </a:lnSpc>
              <a:spcAft>
                <a:spcPts val="600"/>
              </a:spcAft>
              <a:buFont typeface="Wingdings" charset="0"/>
              <a:buNone/>
              <a:defRPr/>
            </a:pPr>
            <a:r>
              <a:rPr lang="fa-IR" b="1" dirty="0">
                <a:solidFill>
                  <a:srgbClr val="C00000"/>
                </a:solidFill>
                <a:latin typeface="IRANSans(FaNum)" panose="02040503050201020203" pitchFamily="18" charset="-78"/>
                <a:cs typeface="IRANSans(FaNum)" panose="02040503050201020203" pitchFamily="18" charset="-78"/>
              </a:rPr>
              <a:t>پروتکل مسیریابی بین‌دامنه‌ای:</a:t>
            </a:r>
            <a:endParaRPr lang="en-US" b="1" dirty="0">
              <a:solidFill>
                <a:srgbClr val="C00000"/>
              </a:solidFill>
              <a:latin typeface="IRANSans(FaNum)" panose="02040503050201020203" pitchFamily="18" charset="-78"/>
              <a:cs typeface="IRANSans(FaNum)" panose="02040503050201020203" pitchFamily="18" charset="-78"/>
            </a:endParaRPr>
          </a:p>
          <a:p>
            <a:pPr marL="432000" indent="-216000" algn="just" rtl="1">
              <a:lnSpc>
                <a:spcPct val="130000"/>
              </a:lnSpc>
              <a:spcAft>
                <a:spcPts val="600"/>
              </a:spcAft>
              <a:buFont typeface="ZapfDingbats" charset="0"/>
              <a:buAutoNum type="arabicPeriod"/>
              <a:defRPr/>
            </a:pPr>
            <a:r>
              <a:rPr lang="fa-IR" b="1" dirty="0">
                <a:solidFill>
                  <a:srgbClr val="1F1FFF"/>
                </a:solidFill>
                <a:latin typeface="IRANSans(FaNum)" panose="02040503050201020203" pitchFamily="18" charset="-78"/>
                <a:cs typeface="IRANSans(FaNum)" panose="02040503050201020203" pitchFamily="18" charset="-78"/>
              </a:rPr>
              <a:t>باید بداند که کدام مقصدها از طریق </a:t>
            </a:r>
            <a:r>
              <a:rPr lang="en-US" b="1" dirty="0">
                <a:solidFill>
                  <a:srgbClr val="1F1FFF"/>
                </a:solidFill>
                <a:latin typeface="Arial" panose="020B0604020202020204" pitchFamily="34" charset="0"/>
                <a:cs typeface="Arial" panose="020B0604020202020204" pitchFamily="34" charset="0"/>
              </a:rPr>
              <a:t>AS2</a:t>
            </a:r>
            <a:r>
              <a:rPr lang="fa-IR" b="1" dirty="0">
                <a:solidFill>
                  <a:srgbClr val="1F1FFF"/>
                </a:solidFill>
                <a:latin typeface="IRANSans(FaNum)" panose="02040503050201020203" pitchFamily="18" charset="-78"/>
                <a:cs typeface="IRANSans(FaNum)" panose="02040503050201020203" pitchFamily="18" charset="-78"/>
              </a:rPr>
              <a:t> و کدام مقصدها از طریق </a:t>
            </a:r>
            <a:r>
              <a:rPr lang="en-US" b="1" dirty="0">
                <a:solidFill>
                  <a:srgbClr val="1F1FFF"/>
                </a:solidFill>
                <a:latin typeface="Arial" panose="020B0604020202020204" pitchFamily="34" charset="0"/>
                <a:cs typeface="Arial" panose="020B0604020202020204" pitchFamily="34" charset="0"/>
              </a:rPr>
              <a:t>AS3</a:t>
            </a:r>
            <a:r>
              <a:rPr lang="fa-IR" b="1" dirty="0">
                <a:solidFill>
                  <a:srgbClr val="1F1FFF"/>
                </a:solidFill>
                <a:latin typeface="IRANSans(FaNum)" panose="02040503050201020203" pitchFamily="18" charset="-78"/>
                <a:cs typeface="IRANSans(FaNum)" panose="02040503050201020203" pitchFamily="18" charset="-78"/>
              </a:rPr>
              <a:t> قابل رسیدن هستند.</a:t>
            </a:r>
            <a:endParaRPr lang="en-US" b="1" dirty="0">
              <a:solidFill>
                <a:srgbClr val="1F1FFF"/>
              </a:solidFill>
              <a:latin typeface="IRANSans(FaNum)" panose="02040503050201020203" pitchFamily="18" charset="-78"/>
              <a:cs typeface="IRANSans(FaNum)" panose="02040503050201020203" pitchFamily="18" charset="-78"/>
            </a:endParaRPr>
          </a:p>
          <a:p>
            <a:pPr marL="432000" indent="-216000" algn="just" rtl="1">
              <a:lnSpc>
                <a:spcPct val="130000"/>
              </a:lnSpc>
              <a:spcAft>
                <a:spcPts val="600"/>
              </a:spcAft>
              <a:buFont typeface="ZapfDingbats" charset="0"/>
              <a:buAutoNum type="arabicPeriod"/>
              <a:defRPr/>
            </a:pPr>
            <a:r>
              <a:rPr lang="fa-IR" b="1" dirty="0">
                <a:solidFill>
                  <a:srgbClr val="1F1FFF"/>
                </a:solidFill>
                <a:latin typeface="IRANSans(FaNum)" panose="02040503050201020203" pitchFamily="18" charset="-78"/>
                <a:cs typeface="IRANSans(FaNum)" panose="02040503050201020203" pitchFamily="18" charset="-78"/>
              </a:rPr>
              <a:t>باید اطلاعات دسترسی به تمام مقصدها را به همه مسیریاب‌های داخل </a:t>
            </a:r>
            <a:r>
              <a:rPr lang="en-US" b="1" dirty="0">
                <a:solidFill>
                  <a:srgbClr val="1F1FFF"/>
                </a:solidFill>
                <a:latin typeface="IRANSans(FaNum)" panose="02040503050201020203" pitchFamily="18" charset="-78"/>
                <a:cs typeface="IRANSans(FaNum)" panose="02040503050201020203" pitchFamily="18" charset="-78"/>
              </a:rPr>
              <a:t>AS1</a:t>
            </a:r>
            <a:r>
              <a:rPr lang="fa-IR" b="1" dirty="0">
                <a:solidFill>
                  <a:srgbClr val="1F1FFF"/>
                </a:solidFill>
                <a:latin typeface="IRANSans(FaNum)" panose="02040503050201020203" pitchFamily="18" charset="-78"/>
                <a:cs typeface="IRANSans(FaNum)" panose="02040503050201020203" pitchFamily="18" charset="-78"/>
              </a:rPr>
              <a:t> بدهد (منتشر کند). </a:t>
            </a:r>
            <a:endParaRPr lang="en-US" b="1" dirty="0">
              <a:solidFill>
                <a:srgbClr val="1F1FFF"/>
              </a:solidFill>
              <a:latin typeface="IRANSans(FaNum)" panose="02040503050201020203" pitchFamily="18" charset="-78"/>
              <a:cs typeface="IRANSans(FaNum)" panose="02040503050201020203" pitchFamily="18" charset="-78"/>
            </a:endParaRPr>
          </a:p>
        </p:txBody>
      </p:sp>
      <p:grpSp>
        <p:nvGrpSpPr>
          <p:cNvPr id="528" name="Group 527">
            <a:extLst>
              <a:ext uri="{FF2B5EF4-FFF2-40B4-BE49-F238E27FC236}">
                <a16:creationId xmlns:a16="http://schemas.microsoft.com/office/drawing/2014/main" id="{9B81FA5C-7E8C-B41B-E298-66C771297EDB}"/>
              </a:ext>
            </a:extLst>
          </p:cNvPr>
          <p:cNvGrpSpPr/>
          <p:nvPr/>
        </p:nvGrpSpPr>
        <p:grpSpPr>
          <a:xfrm>
            <a:off x="3457448" y="5701792"/>
            <a:ext cx="763742" cy="443198"/>
            <a:chOff x="2670048" y="5701792"/>
            <a:chExt cx="763742" cy="443198"/>
          </a:xfrm>
        </p:grpSpPr>
        <p:sp>
          <p:nvSpPr>
            <p:cNvPr id="529" name="Right Arrow 123">
              <a:extLst>
                <a:ext uri="{FF2B5EF4-FFF2-40B4-BE49-F238E27FC236}">
                  <a16:creationId xmlns:a16="http://schemas.microsoft.com/office/drawing/2014/main" id="{F3D39B1F-D6EE-00CA-C811-9A8B789F6E75}"/>
                </a:ext>
              </a:extLst>
            </p:cNvPr>
            <p:cNvSpPr/>
            <p:nvPr/>
          </p:nvSpPr>
          <p:spPr>
            <a:xfrm rot="19174881">
              <a:off x="2896614" y="5786744"/>
              <a:ext cx="537176" cy="202520"/>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0" name="Group 201">
              <a:extLst>
                <a:ext uri="{FF2B5EF4-FFF2-40B4-BE49-F238E27FC236}">
                  <a16:creationId xmlns:a16="http://schemas.microsoft.com/office/drawing/2014/main" id="{AD974503-6C68-B0D1-12D7-25A9D4DC04B8}"/>
                </a:ext>
              </a:extLst>
            </p:cNvPr>
            <p:cNvGrpSpPr>
              <a:grpSpLocks/>
            </p:cNvGrpSpPr>
            <p:nvPr/>
          </p:nvGrpSpPr>
          <p:grpSpPr bwMode="auto">
            <a:xfrm>
              <a:off x="2670048" y="5701792"/>
              <a:ext cx="245122" cy="443198"/>
              <a:chOff x="375561" y="297711"/>
              <a:chExt cx="1252683" cy="2138362"/>
            </a:xfrm>
          </p:grpSpPr>
          <p:sp>
            <p:nvSpPr>
              <p:cNvPr id="531" name="Freeform 120">
                <a:extLst>
                  <a:ext uri="{FF2B5EF4-FFF2-40B4-BE49-F238E27FC236}">
                    <a16:creationId xmlns:a16="http://schemas.microsoft.com/office/drawing/2014/main" id="{F27C7158-CAD4-A3BF-E707-DC580229C5A2}"/>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2" name="Freeform 121">
                <a:extLst>
                  <a:ext uri="{FF2B5EF4-FFF2-40B4-BE49-F238E27FC236}">
                    <a16:creationId xmlns:a16="http://schemas.microsoft.com/office/drawing/2014/main" id="{4B6CC538-005E-2AD3-3052-D89CF1329C71}"/>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3" name="Rectangle 532">
                <a:extLst>
                  <a:ext uri="{FF2B5EF4-FFF2-40B4-BE49-F238E27FC236}">
                    <a16:creationId xmlns:a16="http://schemas.microsoft.com/office/drawing/2014/main" id="{331D5F3D-9506-37D4-180A-8DBC76D54FB7}"/>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sp>
        <p:nvSpPr>
          <p:cNvPr id="534" name="Rectangle 3">
            <a:extLst>
              <a:ext uri="{FF2B5EF4-FFF2-40B4-BE49-F238E27FC236}">
                <a16:creationId xmlns:a16="http://schemas.microsoft.com/office/drawing/2014/main" id="{653B50B9-29EF-CE73-0C6A-09255654749A}"/>
              </a:ext>
            </a:extLst>
          </p:cNvPr>
          <p:cNvSpPr txBox="1">
            <a:spLocks noChangeArrowheads="1"/>
          </p:cNvSpPr>
          <p:nvPr/>
        </p:nvSpPr>
        <p:spPr>
          <a:xfrm>
            <a:off x="6496848" y="2313102"/>
            <a:ext cx="5159427" cy="874634"/>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lvl="1" indent="-144000" algn="r" rtl="1">
              <a:lnSpc>
                <a:spcPct val="130000"/>
              </a:lnSpc>
              <a:spcBef>
                <a:spcPts val="0"/>
              </a:spcBef>
              <a:defRPr/>
            </a:pPr>
            <a:r>
              <a:rPr lang="fa-IR" sz="1800" b="1" dirty="0">
                <a:solidFill>
                  <a:srgbClr val="C00000"/>
                </a:solidFill>
                <a:latin typeface="IRANSans(FaNum)" panose="02040503050201020203" pitchFamily="18" charset="-78"/>
                <a:cs typeface="IRANSans(FaNum)" panose="02040503050201020203" pitchFamily="18" charset="-78"/>
              </a:rPr>
              <a:t>این مسیریاب می‌بایست بسته را به مسیریاب دروازه </a:t>
            </a:r>
            <a:r>
              <a:rPr lang="en-US" sz="1800" b="1" dirty="0">
                <a:solidFill>
                  <a:srgbClr val="C00000"/>
                </a:solidFill>
                <a:latin typeface="Arial" panose="020B0604020202020204" pitchFamily="34" charset="0"/>
                <a:cs typeface="Arial" panose="020B0604020202020204" pitchFamily="34" charset="0"/>
              </a:rPr>
              <a:t>AS1</a:t>
            </a:r>
            <a:r>
              <a:rPr lang="fa-IR" sz="1800" b="1" dirty="0">
                <a:solidFill>
                  <a:srgbClr val="C00000"/>
                </a:solidFill>
                <a:latin typeface="IRANSans(FaNum)" panose="02040503050201020203" pitchFamily="18" charset="-78"/>
                <a:cs typeface="IRANSans(FaNum)" panose="02040503050201020203" pitchFamily="18" charset="-78"/>
              </a:rPr>
              <a:t> ارسال (هدایت) کند، اما به کدام مسیریاب دروازه؟</a:t>
            </a:r>
            <a:endParaRPr lang="en-US" sz="1800" b="1" dirty="0">
              <a:solidFill>
                <a:srgbClr val="C00000"/>
              </a:solidFill>
              <a:latin typeface="IRANSans(FaNum)" panose="02040503050201020203" pitchFamily="18" charset="-78"/>
              <a:cs typeface="IRANSans(FaNum)" panose="02040503050201020203" pitchFamily="18" charset="-78"/>
            </a:endParaRPr>
          </a:p>
        </p:txBody>
      </p:sp>
      <p:grpSp>
        <p:nvGrpSpPr>
          <p:cNvPr id="535" name="Group 534">
            <a:extLst>
              <a:ext uri="{FF2B5EF4-FFF2-40B4-BE49-F238E27FC236}">
                <a16:creationId xmlns:a16="http://schemas.microsoft.com/office/drawing/2014/main" id="{58748B0B-C338-4474-3308-6400E3921FFC}"/>
              </a:ext>
            </a:extLst>
          </p:cNvPr>
          <p:cNvGrpSpPr/>
          <p:nvPr/>
        </p:nvGrpSpPr>
        <p:grpSpPr>
          <a:xfrm>
            <a:off x="3868928" y="2313594"/>
            <a:ext cx="2965970" cy="3739734"/>
            <a:chOff x="3081528" y="2313594"/>
            <a:chExt cx="2965970" cy="3739734"/>
          </a:xfrm>
        </p:grpSpPr>
        <p:pic>
          <p:nvPicPr>
            <p:cNvPr id="536" name="Picture 535" descr="A close up of a sign&#10;&#10;Description automatically generated">
              <a:extLst>
                <a:ext uri="{FF2B5EF4-FFF2-40B4-BE49-F238E27FC236}">
                  <a16:creationId xmlns:a16="http://schemas.microsoft.com/office/drawing/2014/main" id="{D79E48A4-F23A-E9FF-5D4F-9D6B5765D7CA}"/>
                </a:ext>
              </a:extLst>
            </p:cNvPr>
            <p:cNvPicPr>
              <a:picLocks noChangeAspect="1"/>
            </p:cNvPicPr>
            <p:nvPr/>
          </p:nvPicPr>
          <p:blipFill>
            <a:blip r:embed="rId4"/>
            <a:stretch>
              <a:fillRect/>
            </a:stretch>
          </p:blipFill>
          <p:spPr>
            <a:xfrm>
              <a:off x="3081528" y="5205984"/>
              <a:ext cx="847344" cy="847344"/>
            </a:xfrm>
            <a:prstGeom prst="rect">
              <a:avLst/>
            </a:prstGeom>
          </p:spPr>
        </p:pic>
        <p:pic>
          <p:nvPicPr>
            <p:cNvPr id="537" name="Picture 536" descr="A close up of a sign&#10;&#10;Description automatically generated">
              <a:extLst>
                <a:ext uri="{FF2B5EF4-FFF2-40B4-BE49-F238E27FC236}">
                  <a16:creationId xmlns:a16="http://schemas.microsoft.com/office/drawing/2014/main" id="{90F1FB79-D858-C78B-21B6-1413F6C6B224}"/>
                </a:ext>
              </a:extLst>
            </p:cNvPr>
            <p:cNvPicPr>
              <a:picLocks noChangeAspect="1"/>
            </p:cNvPicPr>
            <p:nvPr/>
          </p:nvPicPr>
          <p:blipFill>
            <a:blip r:embed="rId4"/>
            <a:stretch>
              <a:fillRect/>
            </a:stretch>
          </p:blipFill>
          <p:spPr>
            <a:xfrm flipH="1">
              <a:off x="5200154" y="2313594"/>
              <a:ext cx="847344" cy="847344"/>
            </a:xfrm>
            <a:prstGeom prst="rect">
              <a:avLst/>
            </a:prstGeom>
          </p:spPr>
        </p:pic>
      </p:grpSp>
    </p:spTree>
    <p:extLst>
      <p:ext uri="{BB962C8B-B14F-4D97-AF65-F5344CB8AC3E}">
        <p14:creationId xmlns:p14="http://schemas.microsoft.com/office/powerpoint/2010/main" val="656181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526"/>
                                        </p:tgtEl>
                                        <p:attrNameLst>
                                          <p:attrName>style.visibility</p:attrName>
                                        </p:attrNameLst>
                                      </p:cBhvr>
                                      <p:to>
                                        <p:strVal val="visible"/>
                                      </p:to>
                                    </p:set>
                                    <p:animEffect transition="in" filter="fade">
                                      <p:cBhvr>
                                        <p:cTn id="13" dur="1000"/>
                                        <p:tgtEl>
                                          <p:spTgt spid="526"/>
                                        </p:tgtEl>
                                      </p:cBhvr>
                                    </p:animEffect>
                                    <p:anim calcmode="lin" valueType="num">
                                      <p:cBhvr>
                                        <p:cTn id="14" dur="1000" fill="hold"/>
                                        <p:tgtEl>
                                          <p:spTgt spid="526"/>
                                        </p:tgtEl>
                                        <p:attrNameLst>
                                          <p:attrName>ppt_x</p:attrName>
                                        </p:attrNameLst>
                                      </p:cBhvr>
                                      <p:tavLst>
                                        <p:tav tm="0">
                                          <p:val>
                                            <p:strVal val="#ppt_x"/>
                                          </p:val>
                                        </p:tav>
                                        <p:tav tm="100000">
                                          <p:val>
                                            <p:strVal val="#ppt_x"/>
                                          </p:val>
                                        </p:tav>
                                      </p:tavLst>
                                    </p:anim>
                                    <p:anim calcmode="lin" valueType="num">
                                      <p:cBhvr>
                                        <p:cTn id="15" dur="1000" fill="hold"/>
                                        <p:tgtEl>
                                          <p:spTgt spid="526"/>
                                        </p:tgtEl>
                                        <p:attrNameLst>
                                          <p:attrName>ppt_y</p:attrName>
                                        </p:attrNameLst>
                                      </p:cBhvr>
                                      <p:tavLst>
                                        <p:tav tm="0">
                                          <p:val>
                                            <p:strVal val="#ppt_y+.1"/>
                                          </p:val>
                                        </p:tav>
                                        <p:tav tm="100000">
                                          <p:val>
                                            <p:strVal val="#ppt_y"/>
                                          </p:val>
                                        </p:tav>
                                      </p:tavLst>
                                    </p:anim>
                                  </p:childTnLst>
                                </p:cTn>
                              </p:par>
                              <p:par>
                                <p:cTn id="16" presetID="22" presetClass="entr" presetSubtype="8" fill="hold" nodeType="withEffect">
                                  <p:stCondLst>
                                    <p:cond delay="0"/>
                                  </p:stCondLst>
                                  <p:childTnLst>
                                    <p:set>
                                      <p:cBhvr>
                                        <p:cTn id="17" dur="1" fill="hold">
                                          <p:stCondLst>
                                            <p:cond delay="0"/>
                                          </p:stCondLst>
                                        </p:cTn>
                                        <p:tgtEl>
                                          <p:spTgt spid="528"/>
                                        </p:tgtEl>
                                        <p:attrNameLst>
                                          <p:attrName>style.visibility</p:attrName>
                                        </p:attrNameLst>
                                      </p:cBhvr>
                                      <p:to>
                                        <p:strVal val="visible"/>
                                      </p:to>
                                    </p:set>
                                    <p:animEffect transition="in" filter="wipe(left)">
                                      <p:cBhvr>
                                        <p:cTn id="18" dur="500"/>
                                        <p:tgtEl>
                                          <p:spTgt spid="528"/>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34"/>
                                        </p:tgtEl>
                                        <p:attrNameLst>
                                          <p:attrName>style.visibility</p:attrName>
                                        </p:attrNameLst>
                                      </p:cBhvr>
                                      <p:to>
                                        <p:strVal val="visible"/>
                                      </p:to>
                                    </p:set>
                                    <p:animEffect transition="in" filter="dissolve">
                                      <p:cBhvr>
                                        <p:cTn id="23" dur="500"/>
                                        <p:tgtEl>
                                          <p:spTgt spid="534"/>
                                        </p:tgtEl>
                                      </p:cBhvr>
                                    </p:animEffect>
                                  </p:childTnLst>
                                </p:cTn>
                              </p:par>
                              <p:par>
                                <p:cTn id="24" presetID="9" presetClass="entr" presetSubtype="0" fill="hold" nodeType="withEffect">
                                  <p:stCondLst>
                                    <p:cond delay="0"/>
                                  </p:stCondLst>
                                  <p:childTnLst>
                                    <p:set>
                                      <p:cBhvr>
                                        <p:cTn id="25" dur="1" fill="hold">
                                          <p:stCondLst>
                                            <p:cond delay="0"/>
                                          </p:stCondLst>
                                        </p:cTn>
                                        <p:tgtEl>
                                          <p:spTgt spid="535"/>
                                        </p:tgtEl>
                                        <p:attrNameLst>
                                          <p:attrName>style.visibility</p:attrName>
                                        </p:attrNameLst>
                                      </p:cBhvr>
                                      <p:to>
                                        <p:strVal val="visible"/>
                                      </p:to>
                                    </p:set>
                                    <p:animEffect transition="in" filter="dissolve">
                                      <p:cBhvr>
                                        <p:cTn id="26" dur="500"/>
                                        <p:tgtEl>
                                          <p:spTgt spid="535"/>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27"/>
                                        </p:tgtEl>
                                        <p:attrNameLst>
                                          <p:attrName>style.visibility</p:attrName>
                                        </p:attrNameLst>
                                      </p:cBhvr>
                                      <p:to>
                                        <p:strVal val="visible"/>
                                      </p:to>
                                    </p:set>
                                    <p:animEffect transition="in" filter="dissolve">
                                      <p:cBhvr>
                                        <p:cTn id="31" dur="500"/>
                                        <p:tgtEl>
                                          <p:spTgt spid="527"/>
                                        </p:tgtEl>
                                      </p:cBhvr>
                                    </p:animEffect>
                                  </p:childTnLst>
                                </p:cTn>
                              </p:par>
                              <p:par>
                                <p:cTn id="32" presetID="9" presetClass="exit" presetSubtype="0" fill="hold" nodeType="withEffect">
                                  <p:stCondLst>
                                    <p:cond delay="0"/>
                                  </p:stCondLst>
                                  <p:childTnLst>
                                    <p:animEffect transition="out" filter="dissolve">
                                      <p:cBhvr>
                                        <p:cTn id="33" dur="500"/>
                                        <p:tgtEl>
                                          <p:spTgt spid="535"/>
                                        </p:tgtEl>
                                      </p:cBhvr>
                                    </p:animEffect>
                                    <p:set>
                                      <p:cBhvr>
                                        <p:cTn id="34" dur="1" fill="hold">
                                          <p:stCondLst>
                                            <p:cond delay="499"/>
                                          </p:stCondLst>
                                        </p:cTn>
                                        <p:tgtEl>
                                          <p:spTgt spid="5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 grpId="0"/>
      <p:bldP spid="527" grpId="0"/>
      <p:bldP spid="53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پروتکل‌های مسیریابی داخل‌دامنه</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144548"/>
            <a:ext cx="10872871" cy="5159103"/>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35000"/>
              </a:lnSpc>
              <a:spcBef>
                <a:spcPts val="1200"/>
              </a:spcBef>
              <a:spcAft>
                <a:spcPts val="600"/>
              </a:spcAft>
              <a:buNone/>
            </a:pPr>
            <a:r>
              <a:rPr lang="fa-IR" sz="1800" b="1" dirty="0">
                <a:solidFill>
                  <a:srgbClr val="1F1FFF"/>
                </a:solidFill>
                <a:latin typeface="IRANSans(FaNum)" panose="02040503050201020203" pitchFamily="18" charset="-78"/>
              </a:rPr>
              <a:t>رایج‌ترین پروتکل‌های مسیریابی داخل‌دامنه (</a:t>
            </a:r>
            <a:r>
              <a:rPr lang="en-US" sz="1800" b="1" dirty="0">
                <a:solidFill>
                  <a:srgbClr val="1F1FFF"/>
                </a:solidFill>
                <a:latin typeface="IRANSans(FaNum)" panose="02040503050201020203" pitchFamily="18" charset="-78"/>
              </a:rPr>
              <a:t>AS</a:t>
            </a:r>
            <a:r>
              <a:rPr lang="fa-IR" sz="1800" b="1" dirty="0">
                <a:solidFill>
                  <a:srgbClr val="1F1FFF"/>
                </a:solidFill>
                <a:latin typeface="IRANSans(FaNum)" panose="02040503050201020203" pitchFamily="18" charset="-78"/>
              </a:rPr>
              <a:t>)</a:t>
            </a:r>
            <a:r>
              <a:rPr lang="en-US" sz="1800" b="1" dirty="0">
                <a:solidFill>
                  <a:srgbClr val="1F1FFF"/>
                </a:solidFill>
                <a:latin typeface="IRANSans(FaNum)" panose="02040503050201020203" pitchFamily="18" charset="-78"/>
              </a:rPr>
              <a:t>:</a:t>
            </a:r>
            <a:endParaRPr lang="fa-IR" sz="1800" b="1" dirty="0">
              <a:solidFill>
                <a:srgbClr val="1F1FFF"/>
              </a:solidFill>
              <a:latin typeface="IRANSans(FaNum)" panose="02040503050201020203" pitchFamily="18" charset="-78"/>
            </a:endParaRPr>
          </a:p>
          <a:p>
            <a:pPr marL="432000" lvl="1" indent="-144000">
              <a:lnSpc>
                <a:spcPct val="135000"/>
              </a:lnSpc>
              <a:spcBef>
                <a:spcPts val="600"/>
              </a:spcBef>
              <a:spcAft>
                <a:spcPts val="600"/>
              </a:spcAft>
            </a:pPr>
            <a:r>
              <a:rPr lang="fa-IR" sz="1600" b="1" dirty="0">
                <a:solidFill>
                  <a:srgbClr val="C00000"/>
                </a:solidFill>
                <a:latin typeface="IRANSans(FaNum)" panose="02040503050201020203" pitchFamily="18" charset="-78"/>
              </a:rPr>
              <a:t>پروتکل </a:t>
            </a:r>
            <a:r>
              <a:rPr lang="en-US" sz="1600" b="1" dirty="0">
                <a:solidFill>
                  <a:srgbClr val="C00000"/>
                </a:solidFill>
                <a:latin typeface="IRANSans(FaNum)" panose="02040503050201020203" pitchFamily="18" charset="-78"/>
              </a:rPr>
              <a:t>RIP</a:t>
            </a:r>
            <a:r>
              <a:rPr lang="fa-IR" sz="1600" b="1" dirty="0">
                <a:solidFill>
                  <a:srgbClr val="C00000"/>
                </a:solidFill>
                <a:latin typeface="IRANSans(FaNum)" panose="02040503050201020203" pitchFamily="18" charset="-78"/>
              </a:rPr>
              <a:t>: </a:t>
            </a:r>
            <a:r>
              <a:rPr lang="en-US" sz="1600" b="1" dirty="0">
                <a:solidFill>
                  <a:srgbClr val="C00000"/>
                </a:solidFill>
                <a:latin typeface="IRANSans(FaNum)" panose="02040503050201020203" pitchFamily="18" charset="-78"/>
              </a:rPr>
              <a:t>Routing Information Protocol</a:t>
            </a:r>
            <a:r>
              <a:rPr lang="fa-IR" sz="1600" b="1" dirty="0">
                <a:solidFill>
                  <a:srgbClr val="C00000"/>
                </a:solidFill>
                <a:latin typeface="IRANSans(FaNum)" panose="02040503050201020203" pitchFamily="18" charset="-78"/>
              </a:rPr>
              <a:t> (پروتکل اطلاعات مسیریابی)</a:t>
            </a:r>
          </a:p>
          <a:p>
            <a:pPr marL="864000" lvl="2" indent="-144000">
              <a:lnSpc>
                <a:spcPct val="135000"/>
              </a:lnSpc>
              <a:spcBef>
                <a:spcPts val="0"/>
              </a:spcBef>
              <a:spcAft>
                <a:spcPts val="600"/>
              </a:spcAft>
            </a:pPr>
            <a:r>
              <a:rPr lang="fa-IR" sz="1400" b="1" dirty="0">
                <a:solidFill>
                  <a:srgbClr val="1F1FFF"/>
                </a:solidFill>
                <a:latin typeface="IRANSans(FaNum)" panose="02040503050201020203" pitchFamily="18" charset="-78"/>
              </a:rPr>
              <a:t>الگوریتم مسیریابی: بردار فاصله کلاسیک (</a:t>
            </a:r>
            <a:r>
              <a:rPr lang="en-US" sz="1400" b="1" dirty="0">
                <a:solidFill>
                  <a:srgbClr val="1F1FFF"/>
                </a:solidFill>
                <a:latin typeface="IRANSans(FaNum)" panose="02040503050201020203" pitchFamily="18" charset="-78"/>
              </a:rPr>
              <a:t>classic distance vector</a:t>
            </a:r>
            <a:r>
              <a:rPr lang="fa-IR" sz="1400" b="1" dirty="0">
                <a:solidFill>
                  <a:srgbClr val="1F1FFF"/>
                </a:solidFill>
                <a:latin typeface="IRANSans(FaNum)" panose="02040503050201020203" pitchFamily="18" charset="-78"/>
              </a:rPr>
              <a:t>) (هر 30 ثانیه بردارهای فاصله بین مسیریاب‌ها رد و بدل می‌شود).</a:t>
            </a:r>
          </a:p>
          <a:p>
            <a:pPr marL="864000" lvl="2" indent="-144000">
              <a:lnSpc>
                <a:spcPct val="135000"/>
              </a:lnSpc>
              <a:spcBef>
                <a:spcPts val="0"/>
              </a:spcBef>
              <a:spcAft>
                <a:spcPts val="600"/>
              </a:spcAft>
            </a:pPr>
            <a:r>
              <a:rPr lang="fa-IR" sz="1400" b="1" dirty="0">
                <a:solidFill>
                  <a:srgbClr val="1F1FFF"/>
                </a:solidFill>
                <a:latin typeface="IRANSans(FaNum)" panose="02040503050201020203" pitchFamily="18" charset="-78"/>
              </a:rPr>
              <a:t>دیگر به طور گستره استفاده نمی‌شود.</a:t>
            </a:r>
          </a:p>
          <a:p>
            <a:pPr marL="432000" lvl="1" indent="-144000">
              <a:lnSpc>
                <a:spcPct val="135000"/>
              </a:lnSpc>
              <a:spcBef>
                <a:spcPts val="1200"/>
              </a:spcBef>
              <a:spcAft>
                <a:spcPts val="600"/>
              </a:spcAft>
            </a:pPr>
            <a:r>
              <a:rPr lang="fa-IR" sz="1600" b="1" dirty="0">
                <a:solidFill>
                  <a:srgbClr val="C00000"/>
                </a:solidFill>
                <a:latin typeface="IRANSans(FaNum)" panose="02040503050201020203" pitchFamily="18" charset="-78"/>
              </a:rPr>
              <a:t>پروتکل </a:t>
            </a:r>
            <a:r>
              <a:rPr lang="en-US" sz="1600" b="1" dirty="0">
                <a:solidFill>
                  <a:srgbClr val="C00000"/>
                </a:solidFill>
                <a:latin typeface="IRANSans(FaNum)" panose="02040503050201020203" pitchFamily="18" charset="-78"/>
              </a:rPr>
              <a:t>EIGRP</a:t>
            </a:r>
            <a:r>
              <a:rPr lang="fa-IR" sz="1600" b="1" dirty="0">
                <a:solidFill>
                  <a:srgbClr val="C00000"/>
                </a:solidFill>
                <a:latin typeface="IRANSans(FaNum)" panose="02040503050201020203" pitchFamily="18" charset="-78"/>
              </a:rPr>
              <a:t>: </a:t>
            </a:r>
            <a:r>
              <a:rPr lang="en-US" sz="1600" b="1" dirty="0">
                <a:solidFill>
                  <a:srgbClr val="C00000"/>
                </a:solidFill>
                <a:latin typeface="IRANSans(FaNum)" panose="02040503050201020203" pitchFamily="18" charset="-78"/>
              </a:rPr>
              <a:t>Enhanced Interior Gateway Routing Protocol</a:t>
            </a:r>
            <a:r>
              <a:rPr lang="fa-IR" sz="1600" b="1" dirty="0">
                <a:solidFill>
                  <a:srgbClr val="C00000"/>
                </a:solidFill>
                <a:latin typeface="IRANSans(FaNum)" panose="02040503050201020203" pitchFamily="18" charset="-78"/>
              </a:rPr>
              <a:t> (پروتکل مسیریابی دروازه داخلی بهبودیافته)</a:t>
            </a:r>
          </a:p>
          <a:p>
            <a:pPr marL="864000" lvl="2" indent="-144000">
              <a:lnSpc>
                <a:spcPct val="135000"/>
              </a:lnSpc>
              <a:spcBef>
                <a:spcPts val="0"/>
              </a:spcBef>
              <a:spcAft>
                <a:spcPts val="600"/>
              </a:spcAft>
            </a:pPr>
            <a:r>
              <a:rPr lang="fa-IR" sz="1400" b="1" dirty="0">
                <a:solidFill>
                  <a:srgbClr val="1F1FFF"/>
                </a:solidFill>
                <a:latin typeface="IRANSans(FaNum)" panose="02040503050201020203" pitchFamily="18" charset="-78"/>
              </a:rPr>
              <a:t>الگوریتم مسیریابی: بردارفاصله (</a:t>
            </a:r>
            <a:r>
              <a:rPr lang="en-US" sz="1400" b="1" dirty="0">
                <a:solidFill>
                  <a:srgbClr val="1F1FFF"/>
                </a:solidFill>
                <a:latin typeface="IRANSans(FaNum)" panose="02040503050201020203" pitchFamily="18" charset="-78"/>
              </a:rPr>
              <a:t>distance vector</a:t>
            </a:r>
            <a:r>
              <a:rPr lang="fa-IR" sz="1400" b="1" dirty="0">
                <a:solidFill>
                  <a:srgbClr val="1F1FFF"/>
                </a:solidFill>
                <a:latin typeface="IRANSans(FaNum)" panose="02040503050201020203" pitchFamily="18" charset="-78"/>
              </a:rPr>
              <a:t>)</a:t>
            </a:r>
          </a:p>
          <a:p>
            <a:pPr marL="864000" lvl="2" indent="-144000">
              <a:lnSpc>
                <a:spcPct val="135000"/>
              </a:lnSpc>
              <a:spcBef>
                <a:spcPts val="0"/>
              </a:spcBef>
              <a:spcAft>
                <a:spcPts val="600"/>
              </a:spcAft>
            </a:pPr>
            <a:r>
              <a:rPr lang="fa-IR" sz="1400" b="1" dirty="0">
                <a:solidFill>
                  <a:srgbClr val="1F1FFF"/>
                </a:solidFill>
                <a:latin typeface="IRANSans(FaNum)" panose="02040503050201020203" pitchFamily="18" charset="-78"/>
              </a:rPr>
              <a:t>سابقاً برای ده‌ها سال متعلق به شرکت </a:t>
            </a:r>
            <a:r>
              <a:rPr lang="en-US" sz="1400" b="1" dirty="0">
                <a:solidFill>
                  <a:srgbClr val="1F1FFF"/>
                </a:solidFill>
                <a:latin typeface="IRANSans(FaNum)" panose="02040503050201020203" pitchFamily="18" charset="-78"/>
              </a:rPr>
              <a:t>CISCO</a:t>
            </a:r>
            <a:r>
              <a:rPr lang="fa-IR" sz="1400" b="1" dirty="0">
                <a:solidFill>
                  <a:srgbClr val="1F1FFF"/>
                </a:solidFill>
                <a:latin typeface="IRANSans(FaNum)" panose="02040503050201020203" pitchFamily="18" charset="-78"/>
              </a:rPr>
              <a:t> بود (در سال 2013 در دسترس عموم قرار گرفت [</a:t>
            </a:r>
            <a:r>
              <a:rPr lang="en-US" sz="1400" b="1" dirty="0">
                <a:solidFill>
                  <a:srgbClr val="1F1FFF"/>
                </a:solidFill>
                <a:latin typeface="Arial" panose="020B0604020202020204" pitchFamily="34" charset="0"/>
                <a:cs typeface="Arial" panose="020B0604020202020204" pitchFamily="34" charset="0"/>
              </a:rPr>
              <a:t>RFC 7868</a:t>
            </a:r>
            <a:r>
              <a:rPr lang="fa-IR" sz="1400" b="1" dirty="0">
                <a:solidFill>
                  <a:srgbClr val="1F1FFF"/>
                </a:solidFill>
                <a:latin typeface="IRANSans(FaNum)" panose="02040503050201020203" pitchFamily="18" charset="-78"/>
              </a:rPr>
              <a:t>])</a:t>
            </a:r>
          </a:p>
          <a:p>
            <a:pPr marL="432000" lvl="1" indent="-144000">
              <a:lnSpc>
                <a:spcPct val="135000"/>
              </a:lnSpc>
              <a:spcBef>
                <a:spcPts val="1200"/>
              </a:spcBef>
              <a:spcAft>
                <a:spcPts val="600"/>
              </a:spcAft>
            </a:pPr>
            <a:r>
              <a:rPr lang="fa-IR" sz="1600" b="1" dirty="0">
                <a:solidFill>
                  <a:srgbClr val="C00000"/>
                </a:solidFill>
                <a:latin typeface="IRANSans(FaNum)" panose="02040503050201020203" pitchFamily="18" charset="-78"/>
              </a:rPr>
              <a:t>پروتکل </a:t>
            </a:r>
            <a:r>
              <a:rPr lang="en-US" sz="1600" b="1" dirty="0">
                <a:solidFill>
                  <a:srgbClr val="C00000"/>
                </a:solidFill>
                <a:latin typeface="IRANSans(FaNum)" panose="02040503050201020203" pitchFamily="18" charset="-78"/>
              </a:rPr>
              <a:t>OSPF</a:t>
            </a:r>
            <a:r>
              <a:rPr lang="fa-IR" sz="1600" b="1" dirty="0">
                <a:solidFill>
                  <a:srgbClr val="C00000"/>
                </a:solidFill>
                <a:latin typeface="IRANSans(FaNum)" panose="02040503050201020203" pitchFamily="18" charset="-78"/>
              </a:rPr>
              <a:t>: </a:t>
            </a:r>
            <a:r>
              <a:rPr lang="en-US" sz="1600" b="1" dirty="0">
                <a:solidFill>
                  <a:srgbClr val="C00000"/>
                </a:solidFill>
                <a:latin typeface="IRANSans(FaNum)" panose="02040503050201020203" pitchFamily="18" charset="-78"/>
              </a:rPr>
              <a:t>Open Shortest Path First</a:t>
            </a:r>
            <a:r>
              <a:rPr lang="fa-IR" sz="1600" b="1" dirty="0">
                <a:solidFill>
                  <a:srgbClr val="C00000"/>
                </a:solidFill>
                <a:latin typeface="IRANSans(FaNum)" panose="02040503050201020203" pitchFamily="18" charset="-78"/>
              </a:rPr>
              <a:t> (پروتکل باز (دردسترس عموم) ابتدا کوتاه‌ترین مسیر)</a:t>
            </a:r>
          </a:p>
          <a:p>
            <a:pPr marL="864000" lvl="2" indent="-144000">
              <a:lnSpc>
                <a:spcPct val="135000"/>
              </a:lnSpc>
              <a:spcBef>
                <a:spcPts val="0"/>
              </a:spcBef>
              <a:spcAft>
                <a:spcPts val="600"/>
              </a:spcAft>
            </a:pPr>
            <a:r>
              <a:rPr lang="fa-IR" sz="1400" b="1" dirty="0">
                <a:solidFill>
                  <a:srgbClr val="1F1FFF"/>
                </a:solidFill>
                <a:latin typeface="IRANSans(FaNum)" panose="02040503050201020203" pitchFamily="18" charset="-78"/>
              </a:rPr>
              <a:t>الگوریتم مسیریابی: وضعیت لینک (</a:t>
            </a:r>
            <a:r>
              <a:rPr lang="en-US" sz="1400" b="1" dirty="0">
                <a:solidFill>
                  <a:srgbClr val="1F1FFF"/>
                </a:solidFill>
                <a:latin typeface="IRANSans(FaNum)" panose="02040503050201020203" pitchFamily="18" charset="-78"/>
              </a:rPr>
              <a:t>link state</a:t>
            </a:r>
            <a:r>
              <a:rPr lang="fa-IR" sz="1400" b="1" dirty="0">
                <a:solidFill>
                  <a:srgbClr val="1F1FFF"/>
                </a:solidFill>
                <a:latin typeface="IRANSans(FaNum)" panose="02040503050201020203" pitchFamily="18" charset="-78"/>
              </a:rPr>
              <a:t>)</a:t>
            </a:r>
          </a:p>
          <a:p>
            <a:pPr marL="864000" lvl="2" indent="-144000">
              <a:lnSpc>
                <a:spcPct val="135000"/>
              </a:lnSpc>
              <a:spcBef>
                <a:spcPts val="0"/>
              </a:spcBef>
              <a:spcAft>
                <a:spcPts val="600"/>
              </a:spcAft>
            </a:pPr>
            <a:r>
              <a:rPr lang="fa-IR" sz="1400" b="1" dirty="0">
                <a:solidFill>
                  <a:srgbClr val="1F1FFF"/>
                </a:solidFill>
                <a:latin typeface="IRANSans(FaNum)" panose="02040503050201020203" pitchFamily="18" charset="-78"/>
              </a:rPr>
              <a:t>پروتکل </a:t>
            </a:r>
            <a:r>
              <a:rPr lang="en-US" sz="1400" b="1" dirty="0">
                <a:solidFill>
                  <a:srgbClr val="1F1FFF"/>
                </a:solidFill>
                <a:latin typeface="IRANSans(FaNum)" panose="02040503050201020203" pitchFamily="18" charset="-78"/>
              </a:rPr>
              <a:t>IS-IS</a:t>
            </a:r>
            <a:r>
              <a:rPr lang="fa-IR" sz="1400" b="1" dirty="0">
                <a:solidFill>
                  <a:srgbClr val="1F1FFF"/>
                </a:solidFill>
                <a:latin typeface="IRANSans(FaNum)" panose="02040503050201020203" pitchFamily="18" charset="-78"/>
              </a:rPr>
              <a:t> (استانداردسازی شده توسط </a:t>
            </a:r>
            <a:r>
              <a:rPr lang="en-US" sz="1400" b="1" dirty="0">
                <a:solidFill>
                  <a:srgbClr val="1F1FFF"/>
                </a:solidFill>
                <a:latin typeface="IRANSans(FaNum)" panose="02040503050201020203" pitchFamily="18" charset="-78"/>
              </a:rPr>
              <a:t>ISO</a:t>
            </a:r>
            <a:r>
              <a:rPr lang="fa-IR" sz="1400" b="1" dirty="0">
                <a:solidFill>
                  <a:srgbClr val="1F1FFF"/>
                </a:solidFill>
                <a:latin typeface="IRANSans(FaNum)" panose="02040503050201020203" pitchFamily="18" charset="-78"/>
              </a:rPr>
              <a:t> ولی </a:t>
            </a:r>
            <a:r>
              <a:rPr lang="en-US" sz="1400" b="1" dirty="0">
                <a:solidFill>
                  <a:srgbClr val="1F1FFF"/>
                </a:solidFill>
                <a:latin typeface="IRANSans(FaNum)" panose="02040503050201020203" pitchFamily="18" charset="-78"/>
              </a:rPr>
              <a:t>RFC</a:t>
            </a:r>
            <a:r>
              <a:rPr lang="fa-IR" sz="1400" b="1" dirty="0">
                <a:solidFill>
                  <a:srgbClr val="1F1FFF"/>
                </a:solidFill>
                <a:latin typeface="IRANSans(FaNum)" panose="02040503050201020203" pitchFamily="18" charset="-78"/>
              </a:rPr>
              <a:t> ندارد) اساساً همان پروتکل </a:t>
            </a:r>
            <a:r>
              <a:rPr lang="en-US" sz="1400" b="1" dirty="0">
                <a:solidFill>
                  <a:srgbClr val="1F1FFF"/>
                </a:solidFill>
                <a:latin typeface="IRANSans(FaNum)" panose="02040503050201020203" pitchFamily="18" charset="-78"/>
              </a:rPr>
              <a:t>OSPF</a:t>
            </a:r>
            <a:r>
              <a:rPr lang="fa-IR" sz="1400" b="1" dirty="0">
                <a:solidFill>
                  <a:srgbClr val="1F1FFF"/>
                </a:solidFill>
                <a:latin typeface="IRANSans(FaNum)" panose="02040503050201020203" pitchFamily="18" charset="-78"/>
              </a:rPr>
              <a:t> است. </a:t>
            </a:r>
          </a:p>
          <a:p>
            <a:pPr marL="1296000" lvl="2" indent="-144000">
              <a:lnSpc>
                <a:spcPct val="135000"/>
              </a:lnSpc>
              <a:spcBef>
                <a:spcPts val="0"/>
              </a:spcBef>
              <a:spcAft>
                <a:spcPts val="600"/>
              </a:spcAft>
            </a:pPr>
            <a:endParaRPr lang="fa-IR" sz="14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4081828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9">
                                            <p:txEl>
                                              <p:pRg st="1" end="1"/>
                                            </p:txEl>
                                          </p:spTgt>
                                        </p:tgtEl>
                                        <p:attrNameLst>
                                          <p:attrName>style.visibility</p:attrName>
                                        </p:attrNameLst>
                                      </p:cBhvr>
                                      <p:to>
                                        <p:strVal val="visible"/>
                                      </p:to>
                                    </p:set>
                                    <p:animEffect transition="in" filter="fade">
                                      <p:cBhvr>
                                        <p:cTn id="19" dur="1000"/>
                                        <p:tgtEl>
                                          <p:spTgt spid="59">
                                            <p:txEl>
                                              <p:pRg st="1" end="1"/>
                                            </p:txEl>
                                          </p:spTgt>
                                        </p:tgtEl>
                                      </p:cBhvr>
                                    </p:animEffect>
                                    <p:anim calcmode="lin" valueType="num">
                                      <p:cBhvr>
                                        <p:cTn id="20"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59">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59">
                                            <p:txEl>
                                              <p:pRg st="3" end="3"/>
                                            </p:txEl>
                                          </p:spTgt>
                                        </p:tgtEl>
                                        <p:attrNameLst>
                                          <p:attrName>style.visibility</p:attrName>
                                        </p:attrNameLst>
                                      </p:cBhvr>
                                      <p:to>
                                        <p:strVal val="visible"/>
                                      </p:to>
                                    </p:set>
                                    <p:animEffect transition="in" filter="fade">
                                      <p:cBhvr>
                                        <p:cTn id="31" dur="1000"/>
                                        <p:tgtEl>
                                          <p:spTgt spid="59">
                                            <p:txEl>
                                              <p:pRg st="3" end="3"/>
                                            </p:txEl>
                                          </p:spTgt>
                                        </p:tgtEl>
                                      </p:cBhvr>
                                    </p:animEffect>
                                    <p:anim calcmode="lin" valueType="num">
                                      <p:cBhvr>
                                        <p:cTn id="32"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59">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59">
                                            <p:txEl>
                                              <p:pRg st="4" end="4"/>
                                            </p:txEl>
                                          </p:spTgt>
                                        </p:tgtEl>
                                        <p:attrNameLst>
                                          <p:attrName>style.visibility</p:attrName>
                                        </p:attrNameLst>
                                      </p:cBhvr>
                                      <p:to>
                                        <p:strVal val="visible"/>
                                      </p:to>
                                    </p:set>
                                    <p:animEffect transition="in" filter="fade">
                                      <p:cBhvr>
                                        <p:cTn id="37" dur="1000"/>
                                        <p:tgtEl>
                                          <p:spTgt spid="59">
                                            <p:txEl>
                                              <p:pRg st="4" end="4"/>
                                            </p:txEl>
                                          </p:spTgt>
                                        </p:tgtEl>
                                      </p:cBhvr>
                                    </p:animEffect>
                                    <p:anim calcmode="lin" valueType="num">
                                      <p:cBhvr>
                                        <p:cTn id="38" dur="1000" fill="hold"/>
                                        <p:tgtEl>
                                          <p:spTgt spid="59">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59">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59">
                                            <p:txEl>
                                              <p:pRg st="5" end="5"/>
                                            </p:txEl>
                                          </p:spTgt>
                                        </p:tgtEl>
                                        <p:attrNameLst>
                                          <p:attrName>style.visibility</p:attrName>
                                        </p:attrNameLst>
                                      </p:cBhvr>
                                      <p:to>
                                        <p:strVal val="visible"/>
                                      </p:to>
                                    </p:set>
                                    <p:animEffect transition="in" filter="fade">
                                      <p:cBhvr>
                                        <p:cTn id="43" dur="1000"/>
                                        <p:tgtEl>
                                          <p:spTgt spid="59">
                                            <p:txEl>
                                              <p:pRg st="5" end="5"/>
                                            </p:txEl>
                                          </p:spTgt>
                                        </p:tgtEl>
                                      </p:cBhvr>
                                    </p:animEffect>
                                    <p:anim calcmode="lin" valueType="num">
                                      <p:cBhvr>
                                        <p:cTn id="44" dur="1000" fill="hold"/>
                                        <p:tgtEl>
                                          <p:spTgt spid="59">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59">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59">
                                            <p:txEl>
                                              <p:pRg st="6" end="6"/>
                                            </p:txEl>
                                          </p:spTgt>
                                        </p:tgtEl>
                                        <p:attrNameLst>
                                          <p:attrName>style.visibility</p:attrName>
                                        </p:attrNameLst>
                                      </p:cBhvr>
                                      <p:to>
                                        <p:strVal val="visible"/>
                                      </p:to>
                                    </p:set>
                                    <p:animEffect transition="in" filter="fade">
                                      <p:cBhvr>
                                        <p:cTn id="49" dur="1000"/>
                                        <p:tgtEl>
                                          <p:spTgt spid="59">
                                            <p:txEl>
                                              <p:pRg st="6" end="6"/>
                                            </p:txEl>
                                          </p:spTgt>
                                        </p:tgtEl>
                                      </p:cBhvr>
                                    </p:animEffect>
                                    <p:anim calcmode="lin" valueType="num">
                                      <p:cBhvr>
                                        <p:cTn id="50" dur="1000" fill="hold"/>
                                        <p:tgtEl>
                                          <p:spTgt spid="59">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59">
                                            <p:txEl>
                                              <p:pRg st="6" end="6"/>
                                            </p:txEl>
                                          </p:spTgt>
                                        </p:tgtEl>
                                        <p:attrNameLst>
                                          <p:attrName>ppt_y</p:attrName>
                                        </p:attrNameLst>
                                      </p:cBhvr>
                                      <p:tavLst>
                                        <p:tav tm="0">
                                          <p:val>
                                            <p:strVal val="#ppt_y+.1"/>
                                          </p:val>
                                        </p:tav>
                                        <p:tav tm="100000">
                                          <p:val>
                                            <p:strVal val="#ppt_y"/>
                                          </p:val>
                                        </p:tav>
                                      </p:tavLst>
                                    </p:anim>
                                  </p:childTnLst>
                                </p:cTn>
                              </p:par>
                            </p:childTnLst>
                          </p:cTn>
                        </p:par>
                        <p:par>
                          <p:cTn id="52" fill="hold">
                            <p:stCondLst>
                              <p:cond delay="8000"/>
                            </p:stCondLst>
                            <p:childTnLst>
                              <p:par>
                                <p:cTn id="53" presetID="42" presetClass="entr" presetSubtype="0" fill="hold" nodeType="afterEffect">
                                  <p:stCondLst>
                                    <p:cond delay="0"/>
                                  </p:stCondLst>
                                  <p:childTnLst>
                                    <p:set>
                                      <p:cBhvr>
                                        <p:cTn id="54" dur="1" fill="hold">
                                          <p:stCondLst>
                                            <p:cond delay="0"/>
                                          </p:stCondLst>
                                        </p:cTn>
                                        <p:tgtEl>
                                          <p:spTgt spid="59">
                                            <p:txEl>
                                              <p:pRg st="7" end="7"/>
                                            </p:txEl>
                                          </p:spTgt>
                                        </p:tgtEl>
                                        <p:attrNameLst>
                                          <p:attrName>style.visibility</p:attrName>
                                        </p:attrNameLst>
                                      </p:cBhvr>
                                      <p:to>
                                        <p:strVal val="visible"/>
                                      </p:to>
                                    </p:set>
                                    <p:animEffect transition="in" filter="fade">
                                      <p:cBhvr>
                                        <p:cTn id="55" dur="1000"/>
                                        <p:tgtEl>
                                          <p:spTgt spid="59">
                                            <p:txEl>
                                              <p:pRg st="7" end="7"/>
                                            </p:txEl>
                                          </p:spTgt>
                                        </p:tgtEl>
                                      </p:cBhvr>
                                    </p:animEffect>
                                    <p:anim calcmode="lin" valueType="num">
                                      <p:cBhvr>
                                        <p:cTn id="56" dur="1000" fill="hold"/>
                                        <p:tgtEl>
                                          <p:spTgt spid="59">
                                            <p:txEl>
                                              <p:pRg st="7" end="7"/>
                                            </p:txEl>
                                          </p:spTgt>
                                        </p:tgtEl>
                                        <p:attrNameLst>
                                          <p:attrName>ppt_x</p:attrName>
                                        </p:attrNameLst>
                                      </p:cBhvr>
                                      <p:tavLst>
                                        <p:tav tm="0">
                                          <p:val>
                                            <p:strVal val="#ppt_x"/>
                                          </p:val>
                                        </p:tav>
                                        <p:tav tm="100000">
                                          <p:val>
                                            <p:strVal val="#ppt_x"/>
                                          </p:val>
                                        </p:tav>
                                      </p:tavLst>
                                    </p:anim>
                                    <p:anim calcmode="lin" valueType="num">
                                      <p:cBhvr>
                                        <p:cTn id="57" dur="1000" fill="hold"/>
                                        <p:tgtEl>
                                          <p:spTgt spid="59">
                                            <p:txEl>
                                              <p:pRg st="7" end="7"/>
                                            </p:txEl>
                                          </p:spTgt>
                                        </p:tgtEl>
                                        <p:attrNameLst>
                                          <p:attrName>ppt_y</p:attrName>
                                        </p:attrNameLst>
                                      </p:cBhvr>
                                      <p:tavLst>
                                        <p:tav tm="0">
                                          <p:val>
                                            <p:strVal val="#ppt_y+.1"/>
                                          </p:val>
                                        </p:tav>
                                        <p:tav tm="100000">
                                          <p:val>
                                            <p:strVal val="#ppt_y"/>
                                          </p:val>
                                        </p:tav>
                                      </p:tavLst>
                                    </p:anim>
                                  </p:childTnLst>
                                </p:cTn>
                              </p:par>
                            </p:childTnLst>
                          </p:cTn>
                        </p:par>
                        <p:par>
                          <p:cTn id="58" fill="hold">
                            <p:stCondLst>
                              <p:cond delay="9000"/>
                            </p:stCondLst>
                            <p:childTnLst>
                              <p:par>
                                <p:cTn id="59" presetID="42" presetClass="entr" presetSubtype="0" fill="hold" nodeType="afterEffect">
                                  <p:stCondLst>
                                    <p:cond delay="0"/>
                                  </p:stCondLst>
                                  <p:childTnLst>
                                    <p:set>
                                      <p:cBhvr>
                                        <p:cTn id="60" dur="1" fill="hold">
                                          <p:stCondLst>
                                            <p:cond delay="0"/>
                                          </p:stCondLst>
                                        </p:cTn>
                                        <p:tgtEl>
                                          <p:spTgt spid="59">
                                            <p:txEl>
                                              <p:pRg st="8" end="8"/>
                                            </p:txEl>
                                          </p:spTgt>
                                        </p:tgtEl>
                                        <p:attrNameLst>
                                          <p:attrName>style.visibility</p:attrName>
                                        </p:attrNameLst>
                                      </p:cBhvr>
                                      <p:to>
                                        <p:strVal val="visible"/>
                                      </p:to>
                                    </p:set>
                                    <p:animEffect transition="in" filter="fade">
                                      <p:cBhvr>
                                        <p:cTn id="61" dur="1000"/>
                                        <p:tgtEl>
                                          <p:spTgt spid="59">
                                            <p:txEl>
                                              <p:pRg st="8" end="8"/>
                                            </p:txEl>
                                          </p:spTgt>
                                        </p:tgtEl>
                                      </p:cBhvr>
                                    </p:animEffect>
                                    <p:anim calcmode="lin" valueType="num">
                                      <p:cBhvr>
                                        <p:cTn id="62" dur="1000" fill="hold"/>
                                        <p:tgtEl>
                                          <p:spTgt spid="59">
                                            <p:txEl>
                                              <p:pRg st="8" end="8"/>
                                            </p:txEl>
                                          </p:spTgt>
                                        </p:tgtEl>
                                        <p:attrNameLst>
                                          <p:attrName>ppt_x</p:attrName>
                                        </p:attrNameLst>
                                      </p:cBhvr>
                                      <p:tavLst>
                                        <p:tav tm="0">
                                          <p:val>
                                            <p:strVal val="#ppt_x"/>
                                          </p:val>
                                        </p:tav>
                                        <p:tav tm="100000">
                                          <p:val>
                                            <p:strVal val="#ppt_x"/>
                                          </p:val>
                                        </p:tav>
                                      </p:tavLst>
                                    </p:anim>
                                    <p:anim calcmode="lin" valueType="num">
                                      <p:cBhvr>
                                        <p:cTn id="63" dur="1000" fill="hold"/>
                                        <p:tgtEl>
                                          <p:spTgt spid="59">
                                            <p:txEl>
                                              <p:pRg st="8" end="8"/>
                                            </p:txEl>
                                          </p:spTgt>
                                        </p:tgtEl>
                                        <p:attrNameLst>
                                          <p:attrName>ppt_y</p:attrName>
                                        </p:attrNameLst>
                                      </p:cBhvr>
                                      <p:tavLst>
                                        <p:tav tm="0">
                                          <p:val>
                                            <p:strVal val="#ppt_y+.1"/>
                                          </p:val>
                                        </p:tav>
                                        <p:tav tm="100000">
                                          <p:val>
                                            <p:strVal val="#ppt_y"/>
                                          </p:val>
                                        </p:tav>
                                      </p:tavLst>
                                    </p:anim>
                                  </p:childTnLst>
                                </p:cTn>
                              </p:par>
                            </p:childTnLst>
                          </p:cTn>
                        </p:par>
                        <p:par>
                          <p:cTn id="64" fill="hold">
                            <p:stCondLst>
                              <p:cond delay="10000"/>
                            </p:stCondLst>
                            <p:childTnLst>
                              <p:par>
                                <p:cTn id="65" presetID="42" presetClass="entr" presetSubtype="0" fill="hold" nodeType="afterEffect">
                                  <p:stCondLst>
                                    <p:cond delay="0"/>
                                  </p:stCondLst>
                                  <p:childTnLst>
                                    <p:set>
                                      <p:cBhvr>
                                        <p:cTn id="66" dur="1" fill="hold">
                                          <p:stCondLst>
                                            <p:cond delay="0"/>
                                          </p:stCondLst>
                                        </p:cTn>
                                        <p:tgtEl>
                                          <p:spTgt spid="59">
                                            <p:txEl>
                                              <p:pRg st="9" end="9"/>
                                            </p:txEl>
                                          </p:spTgt>
                                        </p:tgtEl>
                                        <p:attrNameLst>
                                          <p:attrName>style.visibility</p:attrName>
                                        </p:attrNameLst>
                                      </p:cBhvr>
                                      <p:to>
                                        <p:strVal val="visible"/>
                                      </p:to>
                                    </p:set>
                                    <p:animEffect transition="in" filter="fade">
                                      <p:cBhvr>
                                        <p:cTn id="67" dur="1000"/>
                                        <p:tgtEl>
                                          <p:spTgt spid="59">
                                            <p:txEl>
                                              <p:pRg st="9" end="9"/>
                                            </p:txEl>
                                          </p:spTgt>
                                        </p:tgtEl>
                                      </p:cBhvr>
                                    </p:animEffect>
                                    <p:anim calcmode="lin" valueType="num">
                                      <p:cBhvr>
                                        <p:cTn id="68" dur="1000" fill="hold"/>
                                        <p:tgtEl>
                                          <p:spTgt spid="59">
                                            <p:txEl>
                                              <p:pRg st="9" end="9"/>
                                            </p:txEl>
                                          </p:spTgt>
                                        </p:tgtEl>
                                        <p:attrNameLst>
                                          <p:attrName>ppt_x</p:attrName>
                                        </p:attrNameLst>
                                      </p:cBhvr>
                                      <p:tavLst>
                                        <p:tav tm="0">
                                          <p:val>
                                            <p:strVal val="#ppt_x"/>
                                          </p:val>
                                        </p:tav>
                                        <p:tav tm="100000">
                                          <p:val>
                                            <p:strVal val="#ppt_x"/>
                                          </p:val>
                                        </p:tav>
                                      </p:tavLst>
                                    </p:anim>
                                    <p:anim calcmode="lin" valueType="num">
                                      <p:cBhvr>
                                        <p:cTn id="69" dur="1000" fill="hold"/>
                                        <p:tgtEl>
                                          <p:spTgt spid="59">
                                            <p:txEl>
                                              <p:pRg st="9" end="9"/>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49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a:t>
            </a:r>
            <a:r>
              <a:rPr lang="en-US" b="1" dirty="0">
                <a:solidFill>
                  <a:srgbClr val="C00000"/>
                </a:solidFill>
                <a:latin typeface="IRANSans(FaNum)" panose="02040503050201020203" pitchFamily="18" charset="-78"/>
              </a:rPr>
              <a:t>OSPF</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8"/>
            <a:ext cx="10872871" cy="5159103"/>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lvl="1" indent="-144000">
              <a:lnSpc>
                <a:spcPct val="135000"/>
              </a:lnSpc>
              <a:spcBef>
                <a:spcPts val="600"/>
              </a:spcBef>
              <a:spcAft>
                <a:spcPts val="600"/>
              </a:spcAft>
            </a:pPr>
            <a:r>
              <a:rPr lang="fa-IR" sz="1800" b="1" dirty="0">
                <a:solidFill>
                  <a:srgbClr val="C00000"/>
                </a:solidFill>
                <a:latin typeface="IRANSans(FaNum)" panose="02040503050201020203" pitchFamily="18" charset="-78"/>
              </a:rPr>
              <a:t>“</a:t>
            </a:r>
            <a:r>
              <a:rPr lang="en-US" sz="1800" b="1" dirty="0">
                <a:solidFill>
                  <a:srgbClr val="C00000"/>
                </a:solidFill>
                <a:latin typeface="IRANSans(FaNum)" panose="02040503050201020203" pitchFamily="18" charset="-78"/>
              </a:rPr>
              <a:t>open</a:t>
            </a:r>
            <a:r>
              <a:rPr lang="fa-IR" sz="1800" b="1" dirty="0">
                <a:solidFill>
                  <a:srgbClr val="C00000"/>
                </a:solidFill>
                <a:latin typeface="IRANSans(FaNum)" panose="02040503050201020203" pitchFamily="18" charset="-78"/>
              </a:rPr>
              <a:t>": به معنی "دردسترس عموم" است.</a:t>
            </a:r>
          </a:p>
          <a:p>
            <a:pPr marL="144000" lvl="1" indent="-144000">
              <a:lnSpc>
                <a:spcPct val="135000"/>
              </a:lnSpc>
              <a:spcBef>
                <a:spcPts val="600"/>
              </a:spcBef>
              <a:spcAft>
                <a:spcPts val="600"/>
              </a:spcAft>
            </a:pPr>
            <a:r>
              <a:rPr lang="fa-IR" sz="1800" b="1" dirty="0">
                <a:solidFill>
                  <a:srgbClr val="C00000"/>
                </a:solidFill>
                <a:latin typeface="IRANSans(FaNum)" panose="02040503050201020203" pitchFamily="18" charset="-78"/>
              </a:rPr>
              <a:t>وضعیت لینک کلاسیک:</a:t>
            </a:r>
          </a:p>
          <a:p>
            <a:pPr marL="432000" lvl="2" indent="-144000">
              <a:lnSpc>
                <a:spcPct val="135000"/>
              </a:lnSpc>
              <a:spcBef>
                <a:spcPts val="0"/>
              </a:spcBef>
              <a:spcAft>
                <a:spcPts val="600"/>
              </a:spcAft>
            </a:pPr>
            <a:r>
              <a:rPr lang="fa-IR" sz="1600" b="1" dirty="0">
                <a:solidFill>
                  <a:srgbClr val="1F1FFF"/>
                </a:solidFill>
                <a:latin typeface="IRANSans(FaNum)" panose="02040503050201020203" pitchFamily="18" charset="-78"/>
              </a:rPr>
              <a:t>هر مسیریاب وضعیت لینک‌های خود را با استفاده از الگوریتم سیل‌آسا به همه مسیریاب‌های داخل دامنه (</a:t>
            </a:r>
            <a:r>
              <a:rPr lang="en-US" sz="1600" b="1" dirty="0">
                <a:solidFill>
                  <a:srgbClr val="1F1FFF"/>
                </a:solidFill>
                <a:latin typeface="IRANSans(FaNum)" panose="02040503050201020203" pitchFamily="18" charset="-78"/>
              </a:rPr>
              <a:t>intra domain</a:t>
            </a:r>
            <a:r>
              <a:rPr lang="fa-IR" sz="1600" b="1" dirty="0">
                <a:solidFill>
                  <a:srgbClr val="1F1FFF"/>
                </a:solidFill>
                <a:latin typeface="IRANSans(FaNum)" panose="02040503050201020203" pitchFamily="18" charset="-78"/>
              </a:rPr>
              <a:t>) اعلام می‌کند.</a:t>
            </a:r>
          </a:p>
          <a:p>
            <a:pPr marL="432000" lvl="2" indent="-144000">
              <a:lnSpc>
                <a:spcPct val="135000"/>
              </a:lnSpc>
              <a:spcBef>
                <a:spcPts val="0"/>
              </a:spcBef>
              <a:spcAft>
                <a:spcPts val="600"/>
              </a:spcAft>
            </a:pPr>
            <a:r>
              <a:rPr lang="fa-IR" sz="1600" b="1" dirty="0">
                <a:solidFill>
                  <a:srgbClr val="1F1FFF"/>
                </a:solidFill>
                <a:latin typeface="IRANSans(FaNum)" panose="02040503050201020203" pitchFamily="18" charset="-78"/>
              </a:rPr>
              <a:t>پیام‌های </a:t>
            </a:r>
            <a:r>
              <a:rPr lang="en-US" sz="1600" b="1" dirty="0">
                <a:solidFill>
                  <a:srgbClr val="1F1FFF"/>
                </a:solidFill>
                <a:latin typeface="IRANSans(FaNum)" panose="02040503050201020203" pitchFamily="18" charset="-78"/>
              </a:rPr>
              <a:t>OSPF</a:t>
            </a:r>
            <a:r>
              <a:rPr lang="fa-IR" sz="1600" b="1" dirty="0">
                <a:solidFill>
                  <a:srgbClr val="1F1FFF"/>
                </a:solidFill>
                <a:latin typeface="IRANSans(FaNum)" panose="02040503050201020203" pitchFamily="18" charset="-78"/>
              </a:rPr>
              <a:t> مستقیماً توسط بسته‌های </a:t>
            </a:r>
            <a:r>
              <a:rPr lang="en-US" sz="1600" b="1" dirty="0">
                <a:solidFill>
                  <a:srgbClr val="1F1FFF"/>
                </a:solidFill>
                <a:latin typeface="IRANSans(FaNum)" panose="02040503050201020203" pitchFamily="18" charset="-78"/>
              </a:rPr>
              <a:t>IP</a:t>
            </a:r>
            <a:r>
              <a:rPr lang="fa-IR" sz="1600" b="1" dirty="0">
                <a:solidFill>
                  <a:srgbClr val="1F1FFF"/>
                </a:solidFill>
                <a:latin typeface="IRANSans(FaNum)" panose="02040503050201020203" pitchFamily="18" charset="-78"/>
              </a:rPr>
              <a:t> حمل می‌شود (</a:t>
            </a:r>
            <a:r>
              <a:rPr lang="en-US" sz="1600" b="1" dirty="0">
                <a:solidFill>
                  <a:srgbClr val="1F1FFF"/>
                </a:solidFill>
                <a:latin typeface="Arial" panose="020B0604020202020204" pitchFamily="34" charset="0"/>
                <a:cs typeface="Arial" panose="020B0604020202020204" pitchFamily="34" charset="0"/>
              </a:rPr>
              <a:t>protocol ID = 89</a:t>
            </a:r>
            <a:r>
              <a:rPr lang="fa-IR" sz="1600" b="1" dirty="0">
                <a:solidFill>
                  <a:srgbClr val="1F1FFF"/>
                </a:solidFill>
                <a:latin typeface="IRANSans(FaNum)" panose="02040503050201020203" pitchFamily="18" charset="-78"/>
              </a:rPr>
              <a:t>)</a:t>
            </a:r>
            <a:r>
              <a:rPr lang="en-US" sz="1600" b="1" dirty="0">
                <a:solidFill>
                  <a:srgbClr val="1F1FFF"/>
                </a:solidFill>
                <a:latin typeface="IRANSans(FaNum)" panose="02040503050201020203" pitchFamily="18" charset="-78"/>
              </a:rPr>
              <a:t>.</a:t>
            </a:r>
            <a:endParaRPr lang="fa-IR" sz="1600" b="1" dirty="0">
              <a:solidFill>
                <a:srgbClr val="1F1FFF"/>
              </a:solidFill>
              <a:latin typeface="IRANSans(FaNum)" panose="02040503050201020203" pitchFamily="18" charset="-78"/>
            </a:endParaRPr>
          </a:p>
          <a:p>
            <a:pPr marL="432000" lvl="2" indent="-144000">
              <a:lnSpc>
                <a:spcPct val="135000"/>
              </a:lnSpc>
              <a:spcBef>
                <a:spcPts val="0"/>
              </a:spcBef>
              <a:spcAft>
                <a:spcPts val="600"/>
              </a:spcAft>
            </a:pPr>
            <a:r>
              <a:rPr lang="fa-IR" sz="1600" b="1" dirty="0">
                <a:solidFill>
                  <a:srgbClr val="1F1FFF"/>
                </a:solidFill>
                <a:latin typeface="IRANSans(FaNum)" panose="02040503050201020203" pitchFamily="18" charset="-78"/>
              </a:rPr>
              <a:t>هر گره یک پایگاه داده‌های وضعیت لینک (</a:t>
            </a:r>
            <a:r>
              <a:rPr lang="en-US" sz="1600" b="1" dirty="0">
                <a:solidFill>
                  <a:srgbClr val="1F1FFF"/>
                </a:solidFill>
                <a:latin typeface="IRANSans(FaNum)" panose="02040503050201020203" pitchFamily="18" charset="-78"/>
              </a:rPr>
              <a:t>Link State Data Base</a:t>
            </a:r>
            <a:r>
              <a:rPr lang="fa-IR" sz="1600" b="1" dirty="0">
                <a:solidFill>
                  <a:srgbClr val="1F1FFF"/>
                </a:solidFill>
                <a:latin typeface="IRANSans(FaNum)" panose="02040503050201020203" pitchFamily="18" charset="-78"/>
              </a:rPr>
              <a:t>) دارد که به روز رسانی و همگام‌سازی آن با سایر مسیریاب‌ها با استفاده از پیام‌های همگام‌سازی، درخواست و  به روز رسانی وضعیت لینک </a:t>
            </a:r>
            <a:r>
              <a:rPr lang="en-US" sz="1600" b="1" dirty="0">
                <a:solidFill>
                  <a:srgbClr val="1F1FFF"/>
                </a:solidFill>
                <a:latin typeface="IRANSans(FaNum)" panose="02040503050201020203" pitchFamily="18" charset="-78"/>
              </a:rPr>
              <a:t>OSPF</a:t>
            </a:r>
            <a:r>
              <a:rPr lang="fa-IR" sz="1600" b="1" dirty="0">
                <a:solidFill>
                  <a:srgbClr val="1F1FFF"/>
                </a:solidFill>
                <a:latin typeface="IRANSans(FaNum)" panose="02040503050201020203" pitchFamily="18" charset="-78"/>
              </a:rPr>
              <a:t> انجام می‌شود. (داشتن توپولوژی شبکه و وضعیت لینک‌ها)</a:t>
            </a:r>
          </a:p>
          <a:p>
            <a:pPr marL="432000" lvl="2" indent="-144000">
              <a:lnSpc>
                <a:spcPct val="135000"/>
              </a:lnSpc>
              <a:spcBef>
                <a:spcPts val="0"/>
              </a:spcBef>
              <a:spcAft>
                <a:spcPts val="600"/>
              </a:spcAft>
            </a:pPr>
            <a:r>
              <a:rPr lang="fa-IR" sz="1600" b="1" dirty="0">
                <a:solidFill>
                  <a:srgbClr val="1F1FFF"/>
                </a:solidFill>
                <a:latin typeface="IRANSans(FaNum)" panose="02040503050201020203" pitchFamily="18" charset="-78"/>
              </a:rPr>
              <a:t>امکان داشتن چندین متریک مختلف برای هزینه لینک وجود دارد: پهنای باند، تأخیر و ... </a:t>
            </a:r>
          </a:p>
          <a:p>
            <a:pPr marL="432000" lvl="2" indent="-144000">
              <a:lnSpc>
                <a:spcPct val="135000"/>
              </a:lnSpc>
              <a:spcBef>
                <a:spcPts val="0"/>
              </a:spcBef>
              <a:spcAft>
                <a:spcPts val="600"/>
              </a:spcAft>
            </a:pPr>
            <a:r>
              <a:rPr lang="fa-IR" sz="1600" b="1" dirty="0">
                <a:solidFill>
                  <a:srgbClr val="1F1FFF"/>
                </a:solidFill>
                <a:latin typeface="IRANSans(FaNum)" panose="02040503050201020203" pitchFamily="18" charset="-78"/>
              </a:rPr>
              <a:t>هر گره با داشتن توپولوژی و هزینه لینک‌ها و اجرای الگوریتم دایکسترا جدول جلورانی را محاسبه می‌کند.</a:t>
            </a:r>
          </a:p>
          <a:p>
            <a:pPr marL="144000" lvl="1" indent="-144000">
              <a:lnSpc>
                <a:spcPct val="135000"/>
              </a:lnSpc>
              <a:spcBef>
                <a:spcPts val="600"/>
              </a:spcBef>
              <a:spcAft>
                <a:spcPts val="600"/>
              </a:spcAft>
            </a:pPr>
            <a:r>
              <a:rPr lang="fa-IR" sz="1800" b="1" dirty="0">
                <a:solidFill>
                  <a:srgbClr val="C00000"/>
                </a:solidFill>
                <a:latin typeface="IRANSans(FaNum)" panose="02040503050201020203" pitchFamily="18" charset="-78"/>
              </a:rPr>
              <a:t>امنیت: تمام پیام‌های پروتکل </a:t>
            </a:r>
            <a:r>
              <a:rPr lang="en-US" sz="1800" b="1" dirty="0">
                <a:solidFill>
                  <a:srgbClr val="C00000"/>
                </a:solidFill>
                <a:latin typeface="IRANSans(FaNum)" panose="02040503050201020203" pitchFamily="18" charset="-78"/>
              </a:rPr>
              <a:t>OSPF</a:t>
            </a:r>
            <a:r>
              <a:rPr lang="fa-IR" sz="1800" b="1" dirty="0">
                <a:solidFill>
                  <a:srgbClr val="C00000"/>
                </a:solidFill>
                <a:latin typeface="IRANSans(FaNum)" panose="02040503050201020203" pitchFamily="18" charset="-78"/>
              </a:rPr>
              <a:t> (برای جلوگیری از حملات) تصدیق اصالت می‌شوند.</a:t>
            </a:r>
          </a:p>
          <a:p>
            <a:pPr marL="1296000" lvl="2" indent="-144000">
              <a:lnSpc>
                <a:spcPct val="135000"/>
              </a:lnSpc>
              <a:spcBef>
                <a:spcPts val="0"/>
              </a:spcBef>
              <a:spcAft>
                <a:spcPts val="600"/>
              </a:spcAft>
            </a:pPr>
            <a:endParaRPr lang="fa-IR" sz="16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166370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9">
                                            <p:txEl>
                                              <p:pRg st="1" end="1"/>
                                            </p:txEl>
                                          </p:spTgt>
                                        </p:tgtEl>
                                        <p:attrNameLst>
                                          <p:attrName>style.visibility</p:attrName>
                                        </p:attrNameLst>
                                      </p:cBhvr>
                                      <p:to>
                                        <p:strVal val="visible"/>
                                      </p:to>
                                    </p:set>
                                    <p:animEffect transition="in" filter="fade">
                                      <p:cBhvr>
                                        <p:cTn id="19" dur="1000"/>
                                        <p:tgtEl>
                                          <p:spTgt spid="59">
                                            <p:txEl>
                                              <p:pRg st="1" end="1"/>
                                            </p:txEl>
                                          </p:spTgt>
                                        </p:tgtEl>
                                      </p:cBhvr>
                                    </p:animEffect>
                                    <p:anim calcmode="lin" valueType="num">
                                      <p:cBhvr>
                                        <p:cTn id="20"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59">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59">
                                            <p:txEl>
                                              <p:pRg st="3" end="3"/>
                                            </p:txEl>
                                          </p:spTgt>
                                        </p:tgtEl>
                                        <p:attrNameLst>
                                          <p:attrName>style.visibility</p:attrName>
                                        </p:attrNameLst>
                                      </p:cBhvr>
                                      <p:to>
                                        <p:strVal val="visible"/>
                                      </p:to>
                                    </p:set>
                                    <p:animEffect transition="in" filter="fade">
                                      <p:cBhvr>
                                        <p:cTn id="31" dur="1000"/>
                                        <p:tgtEl>
                                          <p:spTgt spid="59">
                                            <p:txEl>
                                              <p:pRg st="3" end="3"/>
                                            </p:txEl>
                                          </p:spTgt>
                                        </p:tgtEl>
                                      </p:cBhvr>
                                    </p:animEffect>
                                    <p:anim calcmode="lin" valueType="num">
                                      <p:cBhvr>
                                        <p:cTn id="32"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59">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59">
                                            <p:txEl>
                                              <p:pRg st="4" end="4"/>
                                            </p:txEl>
                                          </p:spTgt>
                                        </p:tgtEl>
                                        <p:attrNameLst>
                                          <p:attrName>style.visibility</p:attrName>
                                        </p:attrNameLst>
                                      </p:cBhvr>
                                      <p:to>
                                        <p:strVal val="visible"/>
                                      </p:to>
                                    </p:set>
                                    <p:animEffect transition="in" filter="fade">
                                      <p:cBhvr>
                                        <p:cTn id="37" dur="1000"/>
                                        <p:tgtEl>
                                          <p:spTgt spid="59">
                                            <p:txEl>
                                              <p:pRg st="4" end="4"/>
                                            </p:txEl>
                                          </p:spTgt>
                                        </p:tgtEl>
                                      </p:cBhvr>
                                    </p:animEffect>
                                    <p:anim calcmode="lin" valueType="num">
                                      <p:cBhvr>
                                        <p:cTn id="38" dur="1000" fill="hold"/>
                                        <p:tgtEl>
                                          <p:spTgt spid="59">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59">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59">
                                            <p:txEl>
                                              <p:pRg st="5" end="5"/>
                                            </p:txEl>
                                          </p:spTgt>
                                        </p:tgtEl>
                                        <p:attrNameLst>
                                          <p:attrName>style.visibility</p:attrName>
                                        </p:attrNameLst>
                                      </p:cBhvr>
                                      <p:to>
                                        <p:strVal val="visible"/>
                                      </p:to>
                                    </p:set>
                                    <p:animEffect transition="in" filter="fade">
                                      <p:cBhvr>
                                        <p:cTn id="43" dur="1000"/>
                                        <p:tgtEl>
                                          <p:spTgt spid="59">
                                            <p:txEl>
                                              <p:pRg st="5" end="5"/>
                                            </p:txEl>
                                          </p:spTgt>
                                        </p:tgtEl>
                                      </p:cBhvr>
                                    </p:animEffect>
                                    <p:anim calcmode="lin" valueType="num">
                                      <p:cBhvr>
                                        <p:cTn id="44" dur="1000" fill="hold"/>
                                        <p:tgtEl>
                                          <p:spTgt spid="59">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59">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59">
                                            <p:txEl>
                                              <p:pRg st="6" end="6"/>
                                            </p:txEl>
                                          </p:spTgt>
                                        </p:tgtEl>
                                        <p:attrNameLst>
                                          <p:attrName>style.visibility</p:attrName>
                                        </p:attrNameLst>
                                      </p:cBhvr>
                                      <p:to>
                                        <p:strVal val="visible"/>
                                      </p:to>
                                    </p:set>
                                    <p:animEffect transition="in" filter="fade">
                                      <p:cBhvr>
                                        <p:cTn id="49" dur="1000"/>
                                        <p:tgtEl>
                                          <p:spTgt spid="59">
                                            <p:txEl>
                                              <p:pRg st="6" end="6"/>
                                            </p:txEl>
                                          </p:spTgt>
                                        </p:tgtEl>
                                      </p:cBhvr>
                                    </p:animEffect>
                                    <p:anim calcmode="lin" valueType="num">
                                      <p:cBhvr>
                                        <p:cTn id="50" dur="1000" fill="hold"/>
                                        <p:tgtEl>
                                          <p:spTgt spid="59">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59">
                                            <p:txEl>
                                              <p:pRg st="6" end="6"/>
                                            </p:txEl>
                                          </p:spTgt>
                                        </p:tgtEl>
                                        <p:attrNameLst>
                                          <p:attrName>ppt_y</p:attrName>
                                        </p:attrNameLst>
                                      </p:cBhvr>
                                      <p:tavLst>
                                        <p:tav tm="0">
                                          <p:val>
                                            <p:strVal val="#ppt_y+.1"/>
                                          </p:val>
                                        </p:tav>
                                        <p:tav tm="100000">
                                          <p:val>
                                            <p:strVal val="#ppt_y"/>
                                          </p:val>
                                        </p:tav>
                                      </p:tavLst>
                                    </p:anim>
                                  </p:childTnLst>
                                </p:cTn>
                              </p:par>
                            </p:childTnLst>
                          </p:cTn>
                        </p:par>
                        <p:par>
                          <p:cTn id="52" fill="hold">
                            <p:stCondLst>
                              <p:cond delay="8000"/>
                            </p:stCondLst>
                            <p:childTnLst>
                              <p:par>
                                <p:cTn id="53" presetID="42" presetClass="entr" presetSubtype="0" fill="hold" nodeType="afterEffect">
                                  <p:stCondLst>
                                    <p:cond delay="0"/>
                                  </p:stCondLst>
                                  <p:childTnLst>
                                    <p:set>
                                      <p:cBhvr>
                                        <p:cTn id="54" dur="1" fill="hold">
                                          <p:stCondLst>
                                            <p:cond delay="0"/>
                                          </p:stCondLst>
                                        </p:cTn>
                                        <p:tgtEl>
                                          <p:spTgt spid="59">
                                            <p:txEl>
                                              <p:pRg st="7" end="7"/>
                                            </p:txEl>
                                          </p:spTgt>
                                        </p:tgtEl>
                                        <p:attrNameLst>
                                          <p:attrName>style.visibility</p:attrName>
                                        </p:attrNameLst>
                                      </p:cBhvr>
                                      <p:to>
                                        <p:strVal val="visible"/>
                                      </p:to>
                                    </p:set>
                                    <p:animEffect transition="in" filter="fade">
                                      <p:cBhvr>
                                        <p:cTn id="55" dur="1000"/>
                                        <p:tgtEl>
                                          <p:spTgt spid="59">
                                            <p:txEl>
                                              <p:pRg st="7" end="7"/>
                                            </p:txEl>
                                          </p:spTgt>
                                        </p:tgtEl>
                                      </p:cBhvr>
                                    </p:animEffect>
                                    <p:anim calcmode="lin" valueType="num">
                                      <p:cBhvr>
                                        <p:cTn id="56" dur="1000" fill="hold"/>
                                        <p:tgtEl>
                                          <p:spTgt spid="59">
                                            <p:txEl>
                                              <p:pRg st="7" end="7"/>
                                            </p:txEl>
                                          </p:spTgt>
                                        </p:tgtEl>
                                        <p:attrNameLst>
                                          <p:attrName>ppt_x</p:attrName>
                                        </p:attrNameLst>
                                      </p:cBhvr>
                                      <p:tavLst>
                                        <p:tav tm="0">
                                          <p:val>
                                            <p:strVal val="#ppt_x"/>
                                          </p:val>
                                        </p:tav>
                                        <p:tav tm="100000">
                                          <p:val>
                                            <p:strVal val="#ppt_x"/>
                                          </p:val>
                                        </p:tav>
                                      </p:tavLst>
                                    </p:anim>
                                    <p:anim calcmode="lin" valueType="num">
                                      <p:cBhvr>
                                        <p:cTn id="57" dur="1000" fill="hold"/>
                                        <p:tgtEl>
                                          <p:spTgt spid="59">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a:t>
            </a:r>
            <a:r>
              <a:rPr lang="en-US" b="1" dirty="0">
                <a:solidFill>
                  <a:srgbClr val="C00000"/>
                </a:solidFill>
                <a:latin typeface="IRANSans(FaNum)" panose="02040503050201020203" pitchFamily="18" charset="-78"/>
              </a:rPr>
              <a:t>OSPF</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495300" y="1208049"/>
            <a:ext cx="11192325" cy="1827251"/>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0"/>
              </a:spcBef>
              <a:spcAft>
                <a:spcPts val="600"/>
              </a:spcAft>
              <a:buNone/>
            </a:pPr>
            <a:r>
              <a:rPr lang="fa-IR" sz="2000" b="1" dirty="0">
                <a:solidFill>
                  <a:srgbClr val="C00000"/>
                </a:solidFill>
                <a:latin typeface="IRANSans(FaNum)" panose="02040503050201020203" pitchFamily="18" charset="-78"/>
              </a:rPr>
              <a:t>ساختار سلسله‌مراتبی در </a:t>
            </a:r>
            <a:r>
              <a:rPr lang="en-US" sz="2000" b="1" dirty="0">
                <a:solidFill>
                  <a:srgbClr val="C00000"/>
                </a:solidFill>
                <a:latin typeface="IRANSans(FaNum)" panose="02040503050201020203" pitchFamily="18" charset="-78"/>
              </a:rPr>
              <a:t>OSPF</a:t>
            </a:r>
            <a:r>
              <a:rPr lang="fa-IR" sz="2000" b="1" dirty="0">
                <a:solidFill>
                  <a:srgbClr val="C00000"/>
                </a:solidFill>
                <a:latin typeface="IRANSans(FaNum)" panose="02040503050201020203" pitchFamily="18" charset="-78"/>
              </a:rPr>
              <a:t>:</a:t>
            </a:r>
          </a:p>
          <a:p>
            <a:pPr marL="432000" lvl="1" indent="-144000">
              <a:lnSpc>
                <a:spcPct val="125000"/>
              </a:lnSpc>
              <a:spcBef>
                <a:spcPts val="0"/>
              </a:spcBef>
              <a:spcAft>
                <a:spcPts val="600"/>
              </a:spcAft>
            </a:pPr>
            <a:r>
              <a:rPr lang="en-US" sz="1800" b="1" dirty="0">
                <a:solidFill>
                  <a:srgbClr val="C00000"/>
                </a:solidFill>
                <a:latin typeface="IRANSans(FaNum)" panose="02040503050201020203" pitchFamily="18" charset="-78"/>
              </a:rPr>
              <a:t>OSPF</a:t>
            </a:r>
            <a:r>
              <a:rPr lang="fa-IR" sz="1800" b="1" dirty="0">
                <a:solidFill>
                  <a:srgbClr val="C00000"/>
                </a:solidFill>
                <a:latin typeface="IRANSans(FaNum)" panose="02040503050201020203" pitchFamily="18" charset="-78"/>
              </a:rPr>
              <a:t> یک ساختار دو سطحی دارد: ناحیه محلی (</a:t>
            </a:r>
            <a:r>
              <a:rPr lang="en-US" sz="1800" b="1" dirty="0">
                <a:solidFill>
                  <a:srgbClr val="C00000"/>
                </a:solidFill>
                <a:latin typeface="IRANSans(FaNum)" panose="02040503050201020203" pitchFamily="18" charset="-78"/>
              </a:rPr>
              <a:t>local area</a:t>
            </a:r>
            <a:r>
              <a:rPr lang="fa-IR" sz="1800" b="1" dirty="0">
                <a:solidFill>
                  <a:srgbClr val="C00000"/>
                </a:solidFill>
                <a:latin typeface="IRANSans(FaNum)" panose="02040503050201020203" pitchFamily="18" charset="-78"/>
              </a:rPr>
              <a:t>) و ناحیه ستون فقرات (</a:t>
            </a:r>
            <a:r>
              <a:rPr lang="en-US" sz="1800" b="1" dirty="0">
                <a:solidFill>
                  <a:srgbClr val="C00000"/>
                </a:solidFill>
                <a:latin typeface="IRANSans(FaNum)" panose="02040503050201020203" pitchFamily="18" charset="-78"/>
              </a:rPr>
              <a:t>backbone</a:t>
            </a:r>
            <a:r>
              <a:rPr lang="fa-IR" sz="1800" b="1" dirty="0">
                <a:solidFill>
                  <a:srgbClr val="C00000"/>
                </a:solidFill>
                <a:latin typeface="IRANSans(FaNum)" panose="02040503050201020203" pitchFamily="18" charset="-78"/>
              </a:rPr>
              <a:t>)</a:t>
            </a:r>
          </a:p>
          <a:p>
            <a:pPr marL="864000" lvl="2" indent="-144000">
              <a:lnSpc>
                <a:spcPct val="125000"/>
              </a:lnSpc>
              <a:spcBef>
                <a:spcPts val="0"/>
              </a:spcBef>
              <a:spcAft>
                <a:spcPts val="600"/>
              </a:spcAft>
            </a:pPr>
            <a:r>
              <a:rPr lang="fa-IR" sz="1600" b="1" dirty="0">
                <a:solidFill>
                  <a:srgbClr val="1F1FFF"/>
                </a:solidFill>
                <a:latin typeface="IRANSans(FaNum)" panose="02040503050201020203" pitchFamily="18" charset="-78"/>
              </a:rPr>
              <a:t>اعلان وضعیت لینک‌ها فقط در داخل یک ناحیه محلی یا ناحیه ستون فقرات به استفاده از روش سیل‌آسا پخش (ارسال) می‌شود.</a:t>
            </a:r>
          </a:p>
          <a:p>
            <a:pPr marL="864000" lvl="2" indent="-144000">
              <a:lnSpc>
                <a:spcPct val="125000"/>
              </a:lnSpc>
              <a:spcBef>
                <a:spcPts val="0"/>
              </a:spcBef>
              <a:spcAft>
                <a:spcPts val="600"/>
              </a:spcAft>
            </a:pPr>
            <a:r>
              <a:rPr lang="fa-IR" sz="1600" b="1" dirty="0">
                <a:solidFill>
                  <a:srgbClr val="1F1FFF"/>
                </a:solidFill>
                <a:latin typeface="IRANSans(FaNum)" panose="02040503050201020203" pitchFamily="18" charset="-78"/>
              </a:rPr>
              <a:t>هر گره جزئیات توپولوژی و وضعیت لینک‌های ناحیه خود را دارد و فقط مسیر رسیدن به سایر مقصدها را می‌داند.</a:t>
            </a:r>
          </a:p>
          <a:p>
            <a:pPr marL="1296000" lvl="2" indent="-144000">
              <a:lnSpc>
                <a:spcPct val="125000"/>
              </a:lnSpc>
              <a:spcBef>
                <a:spcPts val="0"/>
              </a:spcBef>
              <a:spcAft>
                <a:spcPts val="600"/>
              </a:spcAft>
            </a:pPr>
            <a:endParaRPr lang="fa-IR" sz="1600" b="1" dirty="0">
              <a:solidFill>
                <a:srgbClr val="1F1FFF"/>
              </a:solidFill>
              <a:latin typeface="IRANSans(FaNum)" panose="02040503050201020203" pitchFamily="18" charset="-78"/>
            </a:endParaRPr>
          </a:p>
        </p:txBody>
      </p:sp>
      <p:sp>
        <p:nvSpPr>
          <p:cNvPr id="12" name="Freeform 2">
            <a:extLst>
              <a:ext uri="{FF2B5EF4-FFF2-40B4-BE49-F238E27FC236}">
                <a16:creationId xmlns:a16="http://schemas.microsoft.com/office/drawing/2014/main" id="{56FE1E05-45A4-EE97-D8DB-2A0242296461}"/>
              </a:ext>
            </a:extLst>
          </p:cNvPr>
          <p:cNvSpPr>
            <a:spLocks/>
          </p:cNvSpPr>
          <p:nvPr/>
        </p:nvSpPr>
        <p:spPr bwMode="auto">
          <a:xfrm>
            <a:off x="4258372" y="3127158"/>
            <a:ext cx="5195932" cy="1635654"/>
          </a:xfrm>
          <a:custGeom>
            <a:avLst/>
            <a:gdLst>
              <a:gd name="T0" fmla="*/ 2147483647 w 3786"/>
              <a:gd name="T1" fmla="*/ 2147483647 h 1390"/>
              <a:gd name="T2" fmla="*/ 2147483647 w 3786"/>
              <a:gd name="T3" fmla="*/ 2147483647 h 1390"/>
              <a:gd name="T4" fmla="*/ 2147483647 w 3786"/>
              <a:gd name="T5" fmla="*/ 2147483647 h 1390"/>
              <a:gd name="T6" fmla="*/ 2147483647 w 3786"/>
              <a:gd name="T7" fmla="*/ 2147483647 h 1390"/>
              <a:gd name="T8" fmla="*/ 2147483647 w 3786"/>
              <a:gd name="T9" fmla="*/ 2147483647 h 1390"/>
              <a:gd name="T10" fmla="*/ 2147483647 w 3786"/>
              <a:gd name="T11" fmla="*/ 2147483647 h 1390"/>
              <a:gd name="T12" fmla="*/ 2147483647 w 3786"/>
              <a:gd name="T13" fmla="*/ 2147483647 h 1390"/>
              <a:gd name="T14" fmla="*/ 2147483647 w 3786"/>
              <a:gd name="T15" fmla="*/ 2147483647 h 1390"/>
              <a:gd name="T16" fmla="*/ 2147483647 w 3786"/>
              <a:gd name="T17" fmla="*/ 2147483647 h 1390"/>
              <a:gd name="T18" fmla="*/ 2147483647 w 3786"/>
              <a:gd name="T19" fmla="*/ 2147483647 h 1390"/>
              <a:gd name="T20" fmla="*/ 2147483647 w 3786"/>
              <a:gd name="T21" fmla="*/ 2147483647 h 1390"/>
              <a:gd name="T22" fmla="*/ 2147483647 w 3786"/>
              <a:gd name="T23" fmla="*/ 2147483647 h 1390"/>
              <a:gd name="T24" fmla="*/ 2147483647 w 3786"/>
              <a:gd name="T25" fmla="*/ 2147483647 h 1390"/>
              <a:gd name="T26" fmla="*/ 2147483647 w 3786"/>
              <a:gd name="T27" fmla="*/ 2147483647 h 13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786"/>
              <a:gd name="T43" fmla="*/ 0 h 1390"/>
              <a:gd name="T44" fmla="*/ 3786 w 3786"/>
              <a:gd name="T45" fmla="*/ 1390 h 13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786" h="1390">
                <a:moveTo>
                  <a:pt x="408" y="575"/>
                </a:moveTo>
                <a:cubicBezTo>
                  <a:pt x="689" y="273"/>
                  <a:pt x="1286" y="110"/>
                  <a:pt x="1693" y="55"/>
                </a:cubicBezTo>
                <a:cubicBezTo>
                  <a:pt x="2100" y="0"/>
                  <a:pt x="2585" y="164"/>
                  <a:pt x="2852" y="245"/>
                </a:cubicBezTo>
                <a:cubicBezTo>
                  <a:pt x="3119" y="326"/>
                  <a:pt x="3163" y="420"/>
                  <a:pt x="3295" y="540"/>
                </a:cubicBezTo>
                <a:cubicBezTo>
                  <a:pt x="3427" y="660"/>
                  <a:pt x="3786" y="870"/>
                  <a:pt x="3702" y="1130"/>
                </a:cubicBezTo>
                <a:cubicBezTo>
                  <a:pt x="3618" y="1390"/>
                  <a:pt x="3209" y="1190"/>
                  <a:pt x="3035" y="1214"/>
                </a:cubicBezTo>
                <a:cubicBezTo>
                  <a:pt x="2870" y="1266"/>
                  <a:pt x="2655" y="1277"/>
                  <a:pt x="2655" y="1277"/>
                </a:cubicBezTo>
                <a:cubicBezTo>
                  <a:pt x="2655" y="1277"/>
                  <a:pt x="2160" y="1316"/>
                  <a:pt x="1918" y="1326"/>
                </a:cubicBezTo>
                <a:cubicBezTo>
                  <a:pt x="1676" y="1336"/>
                  <a:pt x="1387" y="1353"/>
                  <a:pt x="1201" y="1340"/>
                </a:cubicBezTo>
                <a:cubicBezTo>
                  <a:pt x="1015" y="1327"/>
                  <a:pt x="913" y="1278"/>
                  <a:pt x="801" y="1249"/>
                </a:cubicBezTo>
                <a:lnTo>
                  <a:pt x="527" y="1165"/>
                </a:lnTo>
                <a:cubicBezTo>
                  <a:pt x="404" y="1140"/>
                  <a:pt x="126" y="1159"/>
                  <a:pt x="63" y="1102"/>
                </a:cubicBezTo>
                <a:cubicBezTo>
                  <a:pt x="0" y="1045"/>
                  <a:pt x="85" y="919"/>
                  <a:pt x="148" y="821"/>
                </a:cubicBezTo>
                <a:cubicBezTo>
                  <a:pt x="205" y="733"/>
                  <a:pt x="127" y="877"/>
                  <a:pt x="408" y="575"/>
                </a:cubicBezTo>
                <a:close/>
              </a:path>
            </a:pathLst>
          </a:custGeom>
          <a:solidFill>
            <a:srgbClr val="9CE0FA"/>
          </a:solid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lstStyle/>
          <a:p>
            <a:endParaRPr lang="en-US" sz="1600" b="1" dirty="0"/>
          </a:p>
        </p:txBody>
      </p:sp>
      <p:sp>
        <p:nvSpPr>
          <p:cNvPr id="13" name="Line 4">
            <a:extLst>
              <a:ext uri="{FF2B5EF4-FFF2-40B4-BE49-F238E27FC236}">
                <a16:creationId xmlns:a16="http://schemas.microsoft.com/office/drawing/2014/main" id="{688E0EE8-5BC3-ECF7-D516-9A3D8A0DD0F2}"/>
              </a:ext>
            </a:extLst>
          </p:cNvPr>
          <p:cNvSpPr>
            <a:spLocks noChangeShapeType="1"/>
          </p:cNvSpPr>
          <p:nvPr/>
        </p:nvSpPr>
        <p:spPr bwMode="auto">
          <a:xfrm flipV="1">
            <a:off x="5763247" y="3363479"/>
            <a:ext cx="915396" cy="256527"/>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14" name="Line 5">
            <a:extLst>
              <a:ext uri="{FF2B5EF4-FFF2-40B4-BE49-F238E27FC236}">
                <a16:creationId xmlns:a16="http://schemas.microsoft.com/office/drawing/2014/main" id="{E7CECA4C-CC9A-54B4-5125-2AFDB7129921}"/>
              </a:ext>
            </a:extLst>
          </p:cNvPr>
          <p:cNvSpPr>
            <a:spLocks noChangeShapeType="1"/>
          </p:cNvSpPr>
          <p:nvPr/>
        </p:nvSpPr>
        <p:spPr bwMode="auto">
          <a:xfrm>
            <a:off x="6868035" y="3361126"/>
            <a:ext cx="1011463" cy="25535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15" name="Line 6">
            <a:extLst>
              <a:ext uri="{FF2B5EF4-FFF2-40B4-BE49-F238E27FC236}">
                <a16:creationId xmlns:a16="http://schemas.microsoft.com/office/drawing/2014/main" id="{D5B5CC87-6CC5-B2B4-72A2-CB9E0AD70161}"/>
              </a:ext>
            </a:extLst>
          </p:cNvPr>
          <p:cNvSpPr>
            <a:spLocks noChangeShapeType="1"/>
          </p:cNvSpPr>
          <p:nvPr/>
        </p:nvSpPr>
        <p:spPr bwMode="auto">
          <a:xfrm>
            <a:off x="8088104" y="3656485"/>
            <a:ext cx="694438" cy="594249"/>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16" name="Line 7">
            <a:extLst>
              <a:ext uri="{FF2B5EF4-FFF2-40B4-BE49-F238E27FC236}">
                <a16:creationId xmlns:a16="http://schemas.microsoft.com/office/drawing/2014/main" id="{FEF210F2-E0F2-8E2A-7DE5-161FC3D2E79D}"/>
              </a:ext>
            </a:extLst>
          </p:cNvPr>
          <p:cNvSpPr>
            <a:spLocks noChangeShapeType="1"/>
          </p:cNvSpPr>
          <p:nvPr/>
        </p:nvSpPr>
        <p:spPr bwMode="auto">
          <a:xfrm flipV="1">
            <a:off x="6859800" y="3578821"/>
            <a:ext cx="1099297" cy="876664"/>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17" name="Line 8">
            <a:extLst>
              <a:ext uri="{FF2B5EF4-FFF2-40B4-BE49-F238E27FC236}">
                <a16:creationId xmlns:a16="http://schemas.microsoft.com/office/drawing/2014/main" id="{81C3D867-C6CC-2080-933E-93968DAA5DB1}"/>
              </a:ext>
            </a:extLst>
          </p:cNvPr>
          <p:cNvSpPr>
            <a:spLocks noChangeShapeType="1"/>
          </p:cNvSpPr>
          <p:nvPr/>
        </p:nvSpPr>
        <p:spPr bwMode="auto">
          <a:xfrm>
            <a:off x="5765992" y="3683550"/>
            <a:ext cx="984016" cy="735455"/>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18" name="Line 9">
            <a:extLst>
              <a:ext uri="{FF2B5EF4-FFF2-40B4-BE49-F238E27FC236}">
                <a16:creationId xmlns:a16="http://schemas.microsoft.com/office/drawing/2014/main" id="{5A577893-9D65-62D8-091D-56632E005227}"/>
              </a:ext>
            </a:extLst>
          </p:cNvPr>
          <p:cNvSpPr>
            <a:spLocks noChangeShapeType="1"/>
          </p:cNvSpPr>
          <p:nvPr/>
        </p:nvSpPr>
        <p:spPr bwMode="auto">
          <a:xfrm flipH="1">
            <a:off x="8443558" y="4250733"/>
            <a:ext cx="345846" cy="653084"/>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19" name="Line 10">
            <a:extLst>
              <a:ext uri="{FF2B5EF4-FFF2-40B4-BE49-F238E27FC236}">
                <a16:creationId xmlns:a16="http://schemas.microsoft.com/office/drawing/2014/main" id="{25D73B2E-BBF8-E453-13BD-293668466FD1}"/>
              </a:ext>
            </a:extLst>
          </p:cNvPr>
          <p:cNvSpPr>
            <a:spLocks noChangeShapeType="1"/>
          </p:cNvSpPr>
          <p:nvPr/>
        </p:nvSpPr>
        <p:spPr bwMode="auto">
          <a:xfrm>
            <a:off x="8468261" y="4883814"/>
            <a:ext cx="772665" cy="62013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0" name="Line 11">
            <a:extLst>
              <a:ext uri="{FF2B5EF4-FFF2-40B4-BE49-F238E27FC236}">
                <a16:creationId xmlns:a16="http://schemas.microsoft.com/office/drawing/2014/main" id="{0A468604-8327-E18B-70B7-16A308835719}"/>
              </a:ext>
            </a:extLst>
          </p:cNvPr>
          <p:cNvSpPr>
            <a:spLocks noChangeShapeType="1"/>
          </p:cNvSpPr>
          <p:nvPr/>
        </p:nvSpPr>
        <p:spPr bwMode="auto">
          <a:xfrm>
            <a:off x="6767849" y="4375467"/>
            <a:ext cx="473481" cy="991982"/>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1" name="Line 12">
            <a:extLst>
              <a:ext uri="{FF2B5EF4-FFF2-40B4-BE49-F238E27FC236}">
                <a16:creationId xmlns:a16="http://schemas.microsoft.com/office/drawing/2014/main" id="{F881E7C5-33C2-4ACB-A6F6-F0522A7D5596}"/>
              </a:ext>
            </a:extLst>
          </p:cNvPr>
          <p:cNvSpPr>
            <a:spLocks noChangeShapeType="1"/>
          </p:cNvSpPr>
          <p:nvPr/>
        </p:nvSpPr>
        <p:spPr bwMode="auto">
          <a:xfrm>
            <a:off x="6389064" y="5015607"/>
            <a:ext cx="212723" cy="720158"/>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2" name="Line 13">
            <a:extLst>
              <a:ext uri="{FF2B5EF4-FFF2-40B4-BE49-F238E27FC236}">
                <a16:creationId xmlns:a16="http://schemas.microsoft.com/office/drawing/2014/main" id="{1A8DC959-7623-4BDC-1D64-101462276210}"/>
              </a:ext>
            </a:extLst>
          </p:cNvPr>
          <p:cNvSpPr>
            <a:spLocks noChangeShapeType="1"/>
          </p:cNvSpPr>
          <p:nvPr/>
        </p:nvSpPr>
        <p:spPr bwMode="auto">
          <a:xfrm flipH="1">
            <a:off x="6599043" y="5390984"/>
            <a:ext cx="625817" cy="338898"/>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3" name="Line 14">
            <a:extLst>
              <a:ext uri="{FF2B5EF4-FFF2-40B4-BE49-F238E27FC236}">
                <a16:creationId xmlns:a16="http://schemas.microsoft.com/office/drawing/2014/main" id="{AC3DEE5F-26B5-C292-9E2C-C6F66409E1DD}"/>
              </a:ext>
            </a:extLst>
          </p:cNvPr>
          <p:cNvSpPr>
            <a:spLocks noChangeShapeType="1"/>
          </p:cNvSpPr>
          <p:nvPr/>
        </p:nvSpPr>
        <p:spPr bwMode="auto">
          <a:xfrm flipH="1">
            <a:off x="6432981" y="4460191"/>
            <a:ext cx="336240" cy="577774"/>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4" name="Line 15">
            <a:extLst>
              <a:ext uri="{FF2B5EF4-FFF2-40B4-BE49-F238E27FC236}">
                <a16:creationId xmlns:a16="http://schemas.microsoft.com/office/drawing/2014/main" id="{32DC1878-94A6-5D50-086D-18B22E567D49}"/>
              </a:ext>
            </a:extLst>
          </p:cNvPr>
          <p:cNvSpPr>
            <a:spLocks noChangeShapeType="1"/>
          </p:cNvSpPr>
          <p:nvPr/>
        </p:nvSpPr>
        <p:spPr bwMode="auto">
          <a:xfrm flipH="1">
            <a:off x="4906865" y="3570584"/>
            <a:ext cx="741100" cy="62719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5" name="Line 16">
            <a:extLst>
              <a:ext uri="{FF2B5EF4-FFF2-40B4-BE49-F238E27FC236}">
                <a16:creationId xmlns:a16="http://schemas.microsoft.com/office/drawing/2014/main" id="{14B42053-718C-C265-6FD8-0284B09D79FC}"/>
              </a:ext>
            </a:extLst>
          </p:cNvPr>
          <p:cNvSpPr>
            <a:spLocks noChangeShapeType="1"/>
          </p:cNvSpPr>
          <p:nvPr/>
        </p:nvSpPr>
        <p:spPr bwMode="auto">
          <a:xfrm flipH="1">
            <a:off x="4383979" y="4202487"/>
            <a:ext cx="499556" cy="586011"/>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6" name="Line 17">
            <a:extLst>
              <a:ext uri="{FF2B5EF4-FFF2-40B4-BE49-F238E27FC236}">
                <a16:creationId xmlns:a16="http://schemas.microsoft.com/office/drawing/2014/main" id="{FD74D843-CE26-AFCD-D40D-89C41514FB2D}"/>
              </a:ext>
            </a:extLst>
          </p:cNvPr>
          <p:cNvSpPr>
            <a:spLocks noChangeShapeType="1"/>
          </p:cNvSpPr>
          <p:nvPr/>
        </p:nvSpPr>
        <p:spPr bwMode="auto">
          <a:xfrm flipH="1">
            <a:off x="3822664" y="4834391"/>
            <a:ext cx="537983" cy="444804"/>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7" name="Line 18">
            <a:extLst>
              <a:ext uri="{FF2B5EF4-FFF2-40B4-BE49-F238E27FC236}">
                <a16:creationId xmlns:a16="http://schemas.microsoft.com/office/drawing/2014/main" id="{380C49B5-2408-CD59-94F3-7CB3593F7B66}"/>
              </a:ext>
            </a:extLst>
          </p:cNvPr>
          <p:cNvSpPr>
            <a:spLocks noChangeShapeType="1"/>
          </p:cNvSpPr>
          <p:nvPr/>
        </p:nvSpPr>
        <p:spPr bwMode="auto">
          <a:xfrm flipH="1">
            <a:off x="4562391" y="5226242"/>
            <a:ext cx="374667" cy="502464"/>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8" name="Line 19">
            <a:extLst>
              <a:ext uri="{FF2B5EF4-FFF2-40B4-BE49-F238E27FC236}">
                <a16:creationId xmlns:a16="http://schemas.microsoft.com/office/drawing/2014/main" id="{68FF7D6A-5116-962A-A366-7457746CD4D3}"/>
              </a:ext>
            </a:extLst>
          </p:cNvPr>
          <p:cNvSpPr>
            <a:spLocks noChangeShapeType="1"/>
          </p:cNvSpPr>
          <p:nvPr/>
        </p:nvSpPr>
        <p:spPr bwMode="auto">
          <a:xfrm>
            <a:off x="4452599" y="4802619"/>
            <a:ext cx="550335" cy="385967"/>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sp>
        <p:nvSpPr>
          <p:cNvPr id="29" name="Freeform 20">
            <a:extLst>
              <a:ext uri="{FF2B5EF4-FFF2-40B4-BE49-F238E27FC236}">
                <a16:creationId xmlns:a16="http://schemas.microsoft.com/office/drawing/2014/main" id="{EA1F974A-4CA6-4149-AD47-109468F24BA7}"/>
              </a:ext>
            </a:extLst>
          </p:cNvPr>
          <p:cNvSpPr>
            <a:spLocks/>
          </p:cNvSpPr>
          <p:nvPr/>
        </p:nvSpPr>
        <p:spPr bwMode="auto">
          <a:xfrm>
            <a:off x="3522107" y="3951844"/>
            <a:ext cx="1889804" cy="2091048"/>
          </a:xfrm>
          <a:custGeom>
            <a:avLst/>
            <a:gdLst>
              <a:gd name="T0" fmla="*/ 2147483647 w 1377"/>
              <a:gd name="T1" fmla="*/ 2147483647 h 1777"/>
              <a:gd name="T2" fmla="*/ 2147483647 w 1377"/>
              <a:gd name="T3" fmla="*/ 2147483647 h 1777"/>
              <a:gd name="T4" fmla="*/ 2147483647 w 1377"/>
              <a:gd name="T5" fmla="*/ 2147483647 h 1777"/>
              <a:gd name="T6" fmla="*/ 2147483647 w 1377"/>
              <a:gd name="T7" fmla="*/ 2147483647 h 1777"/>
              <a:gd name="T8" fmla="*/ 2147483647 w 1377"/>
              <a:gd name="T9" fmla="*/ 2147483647 h 1777"/>
              <a:gd name="T10" fmla="*/ 2147483647 w 1377"/>
              <a:gd name="T11" fmla="*/ 2147483647 h 1777"/>
              <a:gd name="T12" fmla="*/ 2147483647 w 1377"/>
              <a:gd name="T13" fmla="*/ 2147483647 h 1777"/>
              <a:gd name="T14" fmla="*/ 2147483647 w 1377"/>
              <a:gd name="T15" fmla="*/ 2147483647 h 1777"/>
              <a:gd name="T16" fmla="*/ 2147483647 w 1377"/>
              <a:gd name="T17" fmla="*/ 2147483647 h 1777"/>
              <a:gd name="T18" fmla="*/ 2147483647 w 1377"/>
              <a:gd name="T19" fmla="*/ 2147483647 h 1777"/>
              <a:gd name="T20" fmla="*/ 2147483647 w 1377"/>
              <a:gd name="T21" fmla="*/ 2147483647 h 1777"/>
              <a:gd name="T22" fmla="*/ 2147483647 w 1377"/>
              <a:gd name="T23" fmla="*/ 2147483647 h 1777"/>
              <a:gd name="T24" fmla="*/ 2147483647 w 1377"/>
              <a:gd name="T25" fmla="*/ 2147483647 h 1777"/>
              <a:gd name="T26" fmla="*/ 2147483647 w 1377"/>
              <a:gd name="T27" fmla="*/ 2147483647 h 1777"/>
              <a:gd name="T28" fmla="*/ 2147483647 w 1377"/>
              <a:gd name="T29" fmla="*/ 2147483647 h 1777"/>
              <a:gd name="T30" fmla="*/ 2147483647 w 1377"/>
              <a:gd name="T31" fmla="*/ 2147483647 h 1777"/>
              <a:gd name="T32" fmla="*/ 2147483647 w 1377"/>
              <a:gd name="T33" fmla="*/ 2147483647 h 17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77"/>
              <a:gd name="T52" fmla="*/ 0 h 1777"/>
              <a:gd name="T53" fmla="*/ 1377 w 1377"/>
              <a:gd name="T54" fmla="*/ 1777 h 17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77" h="1777">
                <a:moveTo>
                  <a:pt x="671" y="245"/>
                </a:moveTo>
                <a:cubicBezTo>
                  <a:pt x="604" y="317"/>
                  <a:pt x="533" y="382"/>
                  <a:pt x="474" y="463"/>
                </a:cubicBezTo>
                <a:cubicBezTo>
                  <a:pt x="415" y="544"/>
                  <a:pt x="366" y="663"/>
                  <a:pt x="319" y="730"/>
                </a:cubicBezTo>
                <a:cubicBezTo>
                  <a:pt x="272" y="797"/>
                  <a:pt x="242" y="800"/>
                  <a:pt x="193" y="863"/>
                </a:cubicBezTo>
                <a:cubicBezTo>
                  <a:pt x="144" y="926"/>
                  <a:pt x="48" y="1027"/>
                  <a:pt x="24" y="1109"/>
                </a:cubicBezTo>
                <a:cubicBezTo>
                  <a:pt x="0" y="1191"/>
                  <a:pt x="10" y="1295"/>
                  <a:pt x="46" y="1355"/>
                </a:cubicBezTo>
                <a:cubicBezTo>
                  <a:pt x="82" y="1415"/>
                  <a:pt x="172" y="1437"/>
                  <a:pt x="242" y="1467"/>
                </a:cubicBezTo>
                <a:cubicBezTo>
                  <a:pt x="312" y="1497"/>
                  <a:pt x="404" y="1499"/>
                  <a:pt x="467" y="1538"/>
                </a:cubicBezTo>
                <a:cubicBezTo>
                  <a:pt x="530" y="1577"/>
                  <a:pt x="518" y="1669"/>
                  <a:pt x="622" y="1699"/>
                </a:cubicBezTo>
                <a:cubicBezTo>
                  <a:pt x="726" y="1729"/>
                  <a:pt x="986" y="1777"/>
                  <a:pt x="1092" y="1720"/>
                </a:cubicBezTo>
                <a:cubicBezTo>
                  <a:pt x="1198" y="1663"/>
                  <a:pt x="1219" y="1471"/>
                  <a:pt x="1261" y="1355"/>
                </a:cubicBezTo>
                <a:cubicBezTo>
                  <a:pt x="1303" y="1239"/>
                  <a:pt x="1377" y="1150"/>
                  <a:pt x="1345" y="1025"/>
                </a:cubicBezTo>
                <a:cubicBezTo>
                  <a:pt x="1313" y="900"/>
                  <a:pt x="1084" y="727"/>
                  <a:pt x="1071" y="603"/>
                </a:cubicBezTo>
                <a:cubicBezTo>
                  <a:pt x="1058" y="479"/>
                  <a:pt x="1237" y="374"/>
                  <a:pt x="1268" y="280"/>
                </a:cubicBezTo>
                <a:cubicBezTo>
                  <a:pt x="1299" y="186"/>
                  <a:pt x="1320" y="82"/>
                  <a:pt x="1254" y="41"/>
                </a:cubicBezTo>
                <a:cubicBezTo>
                  <a:pt x="1188" y="0"/>
                  <a:pt x="970" y="2"/>
                  <a:pt x="874" y="34"/>
                </a:cubicBezTo>
                <a:cubicBezTo>
                  <a:pt x="778" y="66"/>
                  <a:pt x="738" y="173"/>
                  <a:pt x="671" y="245"/>
                </a:cubicBezTo>
                <a:close/>
              </a:path>
            </a:pathLst>
          </a:custGeom>
          <a:noFill/>
          <a:ln w="19050" cap="flat" cmpd="sng">
            <a:solidFill>
              <a:schemeClr val="tx1"/>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lstStyle/>
          <a:p>
            <a:endParaRPr lang="en-US" dirty="0"/>
          </a:p>
        </p:txBody>
      </p:sp>
      <p:sp>
        <p:nvSpPr>
          <p:cNvPr id="30" name="Freeform 21">
            <a:extLst>
              <a:ext uri="{FF2B5EF4-FFF2-40B4-BE49-F238E27FC236}">
                <a16:creationId xmlns:a16="http://schemas.microsoft.com/office/drawing/2014/main" id="{2E761C39-A58E-FE65-33A5-8413629DA5A6}"/>
              </a:ext>
            </a:extLst>
          </p:cNvPr>
          <p:cNvSpPr>
            <a:spLocks/>
          </p:cNvSpPr>
          <p:nvPr/>
        </p:nvSpPr>
        <p:spPr bwMode="auto">
          <a:xfrm>
            <a:off x="5997929" y="4126000"/>
            <a:ext cx="1645515" cy="2023974"/>
          </a:xfrm>
          <a:custGeom>
            <a:avLst/>
            <a:gdLst>
              <a:gd name="T0" fmla="*/ 2147483647 w 1199"/>
              <a:gd name="T1" fmla="*/ 2147483647 h 1720"/>
              <a:gd name="T2" fmla="*/ 2147483647 w 1199"/>
              <a:gd name="T3" fmla="*/ 2147483647 h 1720"/>
              <a:gd name="T4" fmla="*/ 2147483647 w 1199"/>
              <a:gd name="T5" fmla="*/ 2147483647 h 1720"/>
              <a:gd name="T6" fmla="*/ 2147483647 w 1199"/>
              <a:gd name="T7" fmla="*/ 2147483647 h 1720"/>
              <a:gd name="T8" fmla="*/ 2147483647 w 1199"/>
              <a:gd name="T9" fmla="*/ 2147483647 h 1720"/>
              <a:gd name="T10" fmla="*/ 2147483647 w 1199"/>
              <a:gd name="T11" fmla="*/ 2147483647 h 1720"/>
              <a:gd name="T12" fmla="*/ 2147483647 w 1199"/>
              <a:gd name="T13" fmla="*/ 2147483647 h 1720"/>
              <a:gd name="T14" fmla="*/ 2147483647 w 1199"/>
              <a:gd name="T15" fmla="*/ 2147483647 h 1720"/>
              <a:gd name="T16" fmla="*/ 2147483647 w 1199"/>
              <a:gd name="T17" fmla="*/ 2147483647 h 1720"/>
              <a:gd name="T18" fmla="*/ 2147483647 w 1199"/>
              <a:gd name="T19" fmla="*/ 2147483647 h 1720"/>
              <a:gd name="T20" fmla="*/ 2147483647 w 1199"/>
              <a:gd name="T21" fmla="*/ 2147483647 h 1720"/>
              <a:gd name="T22" fmla="*/ 2147483647 w 1199"/>
              <a:gd name="T23" fmla="*/ 2147483647 h 1720"/>
              <a:gd name="T24" fmla="*/ 2147483647 w 1199"/>
              <a:gd name="T25" fmla="*/ 2147483647 h 1720"/>
              <a:gd name="T26" fmla="*/ 2147483647 w 1199"/>
              <a:gd name="T27" fmla="*/ 2147483647 h 1720"/>
              <a:gd name="T28" fmla="*/ 2147483647 w 1199"/>
              <a:gd name="T29" fmla="*/ 2147483647 h 17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99"/>
              <a:gd name="T46" fmla="*/ 0 h 1720"/>
              <a:gd name="T47" fmla="*/ 1199 w 1199"/>
              <a:gd name="T48" fmla="*/ 1720 h 17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99" h="1720">
                <a:moveTo>
                  <a:pt x="651" y="20"/>
                </a:moveTo>
                <a:cubicBezTo>
                  <a:pt x="595" y="0"/>
                  <a:pt x="643" y="10"/>
                  <a:pt x="609" y="20"/>
                </a:cubicBezTo>
                <a:cubicBezTo>
                  <a:pt x="575" y="30"/>
                  <a:pt x="499" y="45"/>
                  <a:pt x="447" y="83"/>
                </a:cubicBezTo>
                <a:cubicBezTo>
                  <a:pt x="395" y="121"/>
                  <a:pt x="354" y="178"/>
                  <a:pt x="300" y="245"/>
                </a:cubicBezTo>
                <a:cubicBezTo>
                  <a:pt x="246" y="312"/>
                  <a:pt x="173" y="379"/>
                  <a:pt x="124" y="483"/>
                </a:cubicBezTo>
                <a:cubicBezTo>
                  <a:pt x="75" y="587"/>
                  <a:pt x="10" y="742"/>
                  <a:pt x="5" y="870"/>
                </a:cubicBezTo>
                <a:cubicBezTo>
                  <a:pt x="0" y="998"/>
                  <a:pt x="50" y="1122"/>
                  <a:pt x="96" y="1249"/>
                </a:cubicBezTo>
                <a:cubicBezTo>
                  <a:pt x="142" y="1376"/>
                  <a:pt x="153" y="1564"/>
                  <a:pt x="279" y="1635"/>
                </a:cubicBezTo>
                <a:cubicBezTo>
                  <a:pt x="405" y="1706"/>
                  <a:pt x="711" y="1720"/>
                  <a:pt x="855" y="1678"/>
                </a:cubicBezTo>
                <a:cubicBezTo>
                  <a:pt x="999" y="1636"/>
                  <a:pt x="1089" y="1492"/>
                  <a:pt x="1143" y="1383"/>
                </a:cubicBezTo>
                <a:cubicBezTo>
                  <a:pt x="1197" y="1274"/>
                  <a:pt x="1199" y="1129"/>
                  <a:pt x="1178" y="1024"/>
                </a:cubicBezTo>
                <a:cubicBezTo>
                  <a:pt x="1157" y="919"/>
                  <a:pt x="1057" y="854"/>
                  <a:pt x="1016" y="750"/>
                </a:cubicBezTo>
                <a:cubicBezTo>
                  <a:pt x="975" y="646"/>
                  <a:pt x="944" y="501"/>
                  <a:pt x="932" y="399"/>
                </a:cubicBezTo>
                <a:cubicBezTo>
                  <a:pt x="920" y="297"/>
                  <a:pt x="994" y="203"/>
                  <a:pt x="946" y="139"/>
                </a:cubicBezTo>
                <a:cubicBezTo>
                  <a:pt x="898" y="75"/>
                  <a:pt x="707" y="40"/>
                  <a:pt x="651" y="20"/>
                </a:cubicBezTo>
                <a:close/>
              </a:path>
            </a:pathLst>
          </a:custGeom>
          <a:noFill/>
          <a:ln w="19050" cap="flat" cmpd="sng">
            <a:solidFill>
              <a:schemeClr val="tx1"/>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lstStyle/>
          <a:p>
            <a:endParaRPr lang="en-US" dirty="0"/>
          </a:p>
        </p:txBody>
      </p:sp>
      <p:sp>
        <p:nvSpPr>
          <p:cNvPr id="31" name="Freeform 22">
            <a:extLst>
              <a:ext uri="{FF2B5EF4-FFF2-40B4-BE49-F238E27FC236}">
                <a16:creationId xmlns:a16="http://schemas.microsoft.com/office/drawing/2014/main" id="{ABA5A6DE-69AD-A2E6-3871-596037C0DD79}"/>
              </a:ext>
            </a:extLst>
          </p:cNvPr>
          <p:cNvSpPr>
            <a:spLocks/>
          </p:cNvSpPr>
          <p:nvPr/>
        </p:nvSpPr>
        <p:spPr bwMode="auto">
          <a:xfrm>
            <a:off x="8097711" y="3908305"/>
            <a:ext cx="1797853" cy="2016914"/>
          </a:xfrm>
          <a:custGeom>
            <a:avLst/>
            <a:gdLst>
              <a:gd name="T0" fmla="*/ 2147483647 w 1310"/>
              <a:gd name="T1" fmla="*/ 2147483647 h 1714"/>
              <a:gd name="T2" fmla="*/ 2147483647 w 1310"/>
              <a:gd name="T3" fmla="*/ 2147483647 h 1714"/>
              <a:gd name="T4" fmla="*/ 2147483647 w 1310"/>
              <a:gd name="T5" fmla="*/ 2147483647 h 1714"/>
              <a:gd name="T6" fmla="*/ 2147483647 w 1310"/>
              <a:gd name="T7" fmla="*/ 2147483647 h 1714"/>
              <a:gd name="T8" fmla="*/ 2147483647 w 1310"/>
              <a:gd name="T9" fmla="*/ 2147483647 h 1714"/>
              <a:gd name="T10" fmla="*/ 2147483647 w 1310"/>
              <a:gd name="T11" fmla="*/ 2147483647 h 1714"/>
              <a:gd name="T12" fmla="*/ 2147483647 w 1310"/>
              <a:gd name="T13" fmla="*/ 2147483647 h 1714"/>
              <a:gd name="T14" fmla="*/ 2147483647 w 1310"/>
              <a:gd name="T15" fmla="*/ 2147483647 h 1714"/>
              <a:gd name="T16" fmla="*/ 2147483647 w 1310"/>
              <a:gd name="T17" fmla="*/ 2147483647 h 1714"/>
              <a:gd name="T18" fmla="*/ 2147483647 w 1310"/>
              <a:gd name="T19" fmla="*/ 2147483647 h 1714"/>
              <a:gd name="T20" fmla="*/ 2147483647 w 1310"/>
              <a:gd name="T21" fmla="*/ 2147483647 h 1714"/>
              <a:gd name="T22" fmla="*/ 2147483647 w 1310"/>
              <a:gd name="T23" fmla="*/ 2147483647 h 1714"/>
              <a:gd name="T24" fmla="*/ 2147483647 w 1310"/>
              <a:gd name="T25" fmla="*/ 2147483647 h 17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10"/>
              <a:gd name="T40" fmla="*/ 0 h 1714"/>
              <a:gd name="T41" fmla="*/ 1310 w 1310"/>
              <a:gd name="T42" fmla="*/ 1714 h 17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10" h="1714">
                <a:moveTo>
                  <a:pt x="470" y="29"/>
                </a:moveTo>
                <a:cubicBezTo>
                  <a:pt x="373" y="0"/>
                  <a:pt x="308" y="123"/>
                  <a:pt x="245" y="198"/>
                </a:cubicBezTo>
                <a:cubicBezTo>
                  <a:pt x="182" y="273"/>
                  <a:pt x="130" y="385"/>
                  <a:pt x="90" y="479"/>
                </a:cubicBezTo>
                <a:cubicBezTo>
                  <a:pt x="50" y="573"/>
                  <a:pt x="12" y="651"/>
                  <a:pt x="6" y="760"/>
                </a:cubicBezTo>
                <a:cubicBezTo>
                  <a:pt x="0" y="869"/>
                  <a:pt x="7" y="1042"/>
                  <a:pt x="55" y="1132"/>
                </a:cubicBezTo>
                <a:cubicBezTo>
                  <a:pt x="103" y="1222"/>
                  <a:pt x="191" y="1232"/>
                  <a:pt x="294" y="1301"/>
                </a:cubicBezTo>
                <a:cubicBezTo>
                  <a:pt x="397" y="1370"/>
                  <a:pt x="536" y="1479"/>
                  <a:pt x="673" y="1546"/>
                </a:cubicBezTo>
                <a:cubicBezTo>
                  <a:pt x="810" y="1613"/>
                  <a:pt x="1018" y="1714"/>
                  <a:pt x="1116" y="1701"/>
                </a:cubicBezTo>
                <a:cubicBezTo>
                  <a:pt x="1214" y="1688"/>
                  <a:pt x="1310" y="1559"/>
                  <a:pt x="1263" y="1469"/>
                </a:cubicBezTo>
                <a:cubicBezTo>
                  <a:pt x="1216" y="1379"/>
                  <a:pt x="925" y="1270"/>
                  <a:pt x="835" y="1160"/>
                </a:cubicBezTo>
                <a:cubicBezTo>
                  <a:pt x="745" y="1050"/>
                  <a:pt x="723" y="940"/>
                  <a:pt x="722" y="809"/>
                </a:cubicBezTo>
                <a:cubicBezTo>
                  <a:pt x="721" y="678"/>
                  <a:pt x="871" y="504"/>
                  <a:pt x="828" y="373"/>
                </a:cubicBezTo>
                <a:cubicBezTo>
                  <a:pt x="785" y="242"/>
                  <a:pt x="567" y="58"/>
                  <a:pt x="470" y="29"/>
                </a:cubicBezTo>
                <a:close/>
              </a:path>
            </a:pathLst>
          </a:custGeom>
          <a:noFill/>
          <a:ln w="19050" cap="flat" cmpd="sng">
            <a:solidFill>
              <a:schemeClr val="tx1"/>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lstStyle/>
          <a:p>
            <a:endParaRPr lang="en-US" dirty="0"/>
          </a:p>
        </p:txBody>
      </p:sp>
      <p:sp>
        <p:nvSpPr>
          <p:cNvPr id="32" name="Text Box 25">
            <a:extLst>
              <a:ext uri="{FF2B5EF4-FFF2-40B4-BE49-F238E27FC236}">
                <a16:creationId xmlns:a16="http://schemas.microsoft.com/office/drawing/2014/main" id="{DC021AB0-EA3E-8144-C123-A6269AAAAB74}"/>
              </a:ext>
            </a:extLst>
          </p:cNvPr>
          <p:cNvSpPr txBox="1">
            <a:spLocks noChangeArrowheads="1"/>
          </p:cNvSpPr>
          <p:nvPr/>
        </p:nvSpPr>
        <p:spPr bwMode="auto">
          <a:xfrm>
            <a:off x="4053567" y="5976010"/>
            <a:ext cx="6655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a:r>
              <a:rPr lang="fa-IR" sz="1400" b="1" dirty="0">
                <a:latin typeface="IRANSans(FaNum)" panose="02040503050201020203" pitchFamily="18" charset="-78"/>
                <a:cs typeface="IRANSans(FaNum)" panose="02040503050201020203" pitchFamily="18" charset="-78"/>
              </a:rPr>
              <a:t>ناحیه 1</a:t>
            </a:r>
            <a:endParaRPr lang="en-US" sz="1400" b="1" dirty="0">
              <a:latin typeface="IRANSans(FaNum)" panose="02040503050201020203" pitchFamily="18" charset="-78"/>
              <a:cs typeface="IRANSans(FaNum)" panose="02040503050201020203" pitchFamily="18" charset="-78"/>
            </a:endParaRPr>
          </a:p>
        </p:txBody>
      </p:sp>
      <p:sp>
        <p:nvSpPr>
          <p:cNvPr id="33" name="Text Box 26">
            <a:extLst>
              <a:ext uri="{FF2B5EF4-FFF2-40B4-BE49-F238E27FC236}">
                <a16:creationId xmlns:a16="http://schemas.microsoft.com/office/drawing/2014/main" id="{50329932-873C-209C-42DC-21B3936EC521}"/>
              </a:ext>
            </a:extLst>
          </p:cNvPr>
          <p:cNvSpPr txBox="1">
            <a:spLocks noChangeArrowheads="1"/>
          </p:cNvSpPr>
          <p:nvPr/>
        </p:nvSpPr>
        <p:spPr bwMode="auto">
          <a:xfrm>
            <a:off x="6578101" y="6114428"/>
            <a:ext cx="69923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a:r>
              <a:rPr lang="fa-IR" sz="1400" b="1" dirty="0">
                <a:latin typeface="IRANSans(FaNum)" panose="02040503050201020203" pitchFamily="18" charset="-78"/>
                <a:cs typeface="IRANSans(FaNum)" panose="02040503050201020203" pitchFamily="18" charset="-78"/>
              </a:rPr>
              <a:t>ناحیه 2</a:t>
            </a:r>
            <a:endParaRPr lang="en-US" sz="1400" b="1" dirty="0">
              <a:latin typeface="IRANSans(FaNum)" panose="02040503050201020203" pitchFamily="18" charset="-78"/>
              <a:cs typeface="IRANSans(FaNum)" panose="02040503050201020203" pitchFamily="18" charset="-78"/>
            </a:endParaRPr>
          </a:p>
        </p:txBody>
      </p:sp>
      <p:sp>
        <p:nvSpPr>
          <p:cNvPr id="34" name="Text Box 27">
            <a:extLst>
              <a:ext uri="{FF2B5EF4-FFF2-40B4-BE49-F238E27FC236}">
                <a16:creationId xmlns:a16="http://schemas.microsoft.com/office/drawing/2014/main" id="{6B476642-2968-2B4A-9322-57B041016F3B}"/>
              </a:ext>
            </a:extLst>
          </p:cNvPr>
          <p:cNvSpPr txBox="1">
            <a:spLocks noChangeArrowheads="1"/>
          </p:cNvSpPr>
          <p:nvPr/>
        </p:nvSpPr>
        <p:spPr bwMode="auto">
          <a:xfrm>
            <a:off x="9189496" y="4975271"/>
            <a:ext cx="73128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rtl="1"/>
            <a:r>
              <a:rPr lang="fa-IR" sz="1400" b="1" dirty="0">
                <a:latin typeface="IRANSans(FaNum)" panose="02040503050201020203" pitchFamily="18" charset="-78"/>
                <a:cs typeface="IRANSans(FaNum)" panose="02040503050201020203" pitchFamily="18" charset="-78"/>
              </a:rPr>
              <a:t>ناحیه 3</a:t>
            </a:r>
            <a:endParaRPr lang="en-US" sz="1400" b="1" dirty="0">
              <a:latin typeface="IRANSans(FaNum)" panose="02040503050201020203" pitchFamily="18" charset="-78"/>
              <a:cs typeface="IRANSans(FaNum)" panose="02040503050201020203" pitchFamily="18" charset="-78"/>
            </a:endParaRPr>
          </a:p>
        </p:txBody>
      </p:sp>
      <p:sp>
        <p:nvSpPr>
          <p:cNvPr id="35" name="Text Box 28">
            <a:extLst>
              <a:ext uri="{FF2B5EF4-FFF2-40B4-BE49-F238E27FC236}">
                <a16:creationId xmlns:a16="http://schemas.microsoft.com/office/drawing/2014/main" id="{4F5A1571-0316-D232-9636-BE9B837B5C97}"/>
              </a:ext>
            </a:extLst>
          </p:cNvPr>
          <p:cNvSpPr txBox="1">
            <a:spLocks noChangeArrowheads="1"/>
          </p:cNvSpPr>
          <p:nvPr/>
        </p:nvSpPr>
        <p:spPr bwMode="auto">
          <a:xfrm>
            <a:off x="6225291" y="3607538"/>
            <a:ext cx="1173719"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fa-IR" sz="1600" b="1" dirty="0">
                <a:latin typeface="IRANSans(FaNum)" panose="02040503050201020203" pitchFamily="18" charset="-78"/>
                <a:cs typeface="IRANSans(FaNum)" panose="02040503050201020203" pitchFamily="18" charset="-78"/>
              </a:rPr>
              <a:t>ستون فقرات</a:t>
            </a:r>
            <a:endParaRPr lang="en-US" sz="1600" b="1" dirty="0">
              <a:latin typeface="IRANSans(FaNum)" panose="02040503050201020203" pitchFamily="18" charset="-78"/>
              <a:cs typeface="IRANSans(FaNum)" panose="02040503050201020203" pitchFamily="18" charset="-78"/>
            </a:endParaRPr>
          </a:p>
        </p:txBody>
      </p:sp>
      <p:sp>
        <p:nvSpPr>
          <p:cNvPr id="36" name="Text Box 30">
            <a:extLst>
              <a:ext uri="{FF2B5EF4-FFF2-40B4-BE49-F238E27FC236}">
                <a16:creationId xmlns:a16="http://schemas.microsoft.com/office/drawing/2014/main" id="{E7A76E93-2351-6A89-12EF-0F9880952921}"/>
              </a:ext>
            </a:extLst>
          </p:cNvPr>
          <p:cNvSpPr txBox="1">
            <a:spLocks noChangeArrowheads="1"/>
          </p:cNvSpPr>
          <p:nvPr/>
        </p:nvSpPr>
        <p:spPr bwMode="auto">
          <a:xfrm>
            <a:off x="7815417" y="5796757"/>
            <a:ext cx="990977" cy="5724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rtl="1">
              <a:lnSpc>
                <a:spcPct val="130000"/>
              </a:lnSpc>
            </a:pPr>
            <a:r>
              <a:rPr lang="fa-IR" sz="1200" b="1" dirty="0">
                <a:solidFill>
                  <a:srgbClr val="CC0000"/>
                </a:solidFill>
                <a:latin typeface="IRANSans(FaNum)" panose="02040503050201020203" pitchFamily="18" charset="-78"/>
                <a:cs typeface="IRANSans(FaNum)" panose="02040503050201020203" pitchFamily="18" charset="-78"/>
              </a:rPr>
              <a:t>مسیریاب‌های</a:t>
            </a:r>
          </a:p>
          <a:p>
            <a:pPr algn="ctr" rtl="1">
              <a:lnSpc>
                <a:spcPct val="130000"/>
              </a:lnSpc>
            </a:pPr>
            <a:r>
              <a:rPr lang="fa-IR" sz="1200" b="1" dirty="0">
                <a:solidFill>
                  <a:srgbClr val="CC0000"/>
                </a:solidFill>
                <a:latin typeface="IRANSans(FaNum)" panose="02040503050201020203" pitchFamily="18" charset="-78"/>
                <a:cs typeface="IRANSans(FaNum)" panose="02040503050201020203" pitchFamily="18" charset="-78"/>
              </a:rPr>
              <a:t>داخلی</a:t>
            </a:r>
            <a:endParaRPr lang="en-US" sz="1200" b="1" dirty="0">
              <a:solidFill>
                <a:srgbClr val="CC0000"/>
              </a:solidFill>
              <a:latin typeface="IRANSans(FaNum)" panose="02040503050201020203" pitchFamily="18" charset="-78"/>
              <a:cs typeface="IRANSans(FaNum)" panose="02040503050201020203" pitchFamily="18" charset="-78"/>
            </a:endParaRPr>
          </a:p>
        </p:txBody>
      </p:sp>
      <p:sp>
        <p:nvSpPr>
          <p:cNvPr id="38" name="Line 243">
            <a:extLst>
              <a:ext uri="{FF2B5EF4-FFF2-40B4-BE49-F238E27FC236}">
                <a16:creationId xmlns:a16="http://schemas.microsoft.com/office/drawing/2014/main" id="{B97EDA2B-DEA3-C5E1-337C-8E7E493EA634}"/>
              </a:ext>
            </a:extLst>
          </p:cNvPr>
          <p:cNvSpPr>
            <a:spLocks noChangeShapeType="1"/>
          </p:cNvSpPr>
          <p:nvPr/>
        </p:nvSpPr>
        <p:spPr bwMode="auto">
          <a:xfrm flipH="1" flipV="1">
            <a:off x="7388175" y="5478062"/>
            <a:ext cx="621125" cy="373614"/>
          </a:xfrm>
          <a:prstGeom prst="line">
            <a:avLst/>
          </a:prstGeom>
          <a:noFill/>
          <a:ln w="9525">
            <a:solidFill>
              <a:srgbClr val="CC0000"/>
            </a:solidFill>
            <a:prstDash val="sysDash"/>
            <a:round/>
            <a:headEnd/>
            <a:tailEnd type="triangle" w="med" len="med"/>
          </a:ln>
          <a:extLst>
            <a:ext uri="{909E8E84-426E-40dd-AFC4-6F175D3DCCD1}">
              <a14:hiddenFill xmlns="" xmlns:a14="http://schemas.microsoft.com/office/drawing/2010/main">
                <a:noFill/>
              </a14:hiddenFill>
            </a:ext>
          </a:extLst>
        </p:spPr>
        <p:txBody>
          <a:bodyPr wrap="none"/>
          <a:lstStyle/>
          <a:p>
            <a:endParaRPr lang="en-US" dirty="0"/>
          </a:p>
        </p:txBody>
      </p:sp>
      <p:sp>
        <p:nvSpPr>
          <p:cNvPr id="39" name="Line 244">
            <a:extLst>
              <a:ext uri="{FF2B5EF4-FFF2-40B4-BE49-F238E27FC236}">
                <a16:creationId xmlns:a16="http://schemas.microsoft.com/office/drawing/2014/main" id="{97FAB176-8D5E-FFA6-2E8E-C4316F523400}"/>
              </a:ext>
            </a:extLst>
          </p:cNvPr>
          <p:cNvSpPr>
            <a:spLocks noChangeShapeType="1"/>
          </p:cNvSpPr>
          <p:nvPr/>
        </p:nvSpPr>
        <p:spPr bwMode="auto">
          <a:xfrm flipV="1">
            <a:off x="6785690" y="2965885"/>
            <a:ext cx="0" cy="274038"/>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dirty="0"/>
          </a:p>
        </p:txBody>
      </p:sp>
      <p:grpSp>
        <p:nvGrpSpPr>
          <p:cNvPr id="40" name="Group 39">
            <a:extLst>
              <a:ext uri="{FF2B5EF4-FFF2-40B4-BE49-F238E27FC236}">
                <a16:creationId xmlns:a16="http://schemas.microsoft.com/office/drawing/2014/main" id="{45E5116C-0188-9C79-33A2-27B535F088C8}"/>
              </a:ext>
            </a:extLst>
          </p:cNvPr>
          <p:cNvGrpSpPr/>
          <p:nvPr/>
        </p:nvGrpSpPr>
        <p:grpSpPr>
          <a:xfrm>
            <a:off x="6340202" y="5542195"/>
            <a:ext cx="597931" cy="300817"/>
            <a:chOff x="7493876" y="2774731"/>
            <a:chExt cx="1481958" cy="894622"/>
          </a:xfrm>
        </p:grpSpPr>
        <p:sp>
          <p:nvSpPr>
            <p:cNvPr id="41" name="Freeform 182">
              <a:extLst>
                <a:ext uri="{FF2B5EF4-FFF2-40B4-BE49-F238E27FC236}">
                  <a16:creationId xmlns:a16="http://schemas.microsoft.com/office/drawing/2014/main" id="{1C4CAA2C-13C8-C50D-8111-C9BFE663919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 name="Oval 41">
              <a:extLst>
                <a:ext uri="{FF2B5EF4-FFF2-40B4-BE49-F238E27FC236}">
                  <a16:creationId xmlns:a16="http://schemas.microsoft.com/office/drawing/2014/main" id="{C090F7F8-7C6B-5B6C-2819-C6416318CFF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 name="Group 42">
              <a:extLst>
                <a:ext uri="{FF2B5EF4-FFF2-40B4-BE49-F238E27FC236}">
                  <a16:creationId xmlns:a16="http://schemas.microsoft.com/office/drawing/2014/main" id="{69BF5F45-B424-CF9B-3060-43CAFB5D22A6}"/>
                </a:ext>
              </a:extLst>
            </p:cNvPr>
            <p:cNvGrpSpPr/>
            <p:nvPr/>
          </p:nvGrpSpPr>
          <p:grpSpPr>
            <a:xfrm>
              <a:off x="7713663" y="2848339"/>
              <a:ext cx="1042107" cy="425543"/>
              <a:chOff x="7786941" y="2884917"/>
              <a:chExt cx="897649" cy="353919"/>
            </a:xfrm>
          </p:grpSpPr>
          <p:sp>
            <p:nvSpPr>
              <p:cNvPr id="44" name="Freeform 185">
                <a:extLst>
                  <a:ext uri="{FF2B5EF4-FFF2-40B4-BE49-F238E27FC236}">
                    <a16:creationId xmlns:a16="http://schemas.microsoft.com/office/drawing/2014/main" id="{A7A6E0B1-605E-89AA-16D3-5CE6313C1B1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Freeform 186">
                <a:extLst>
                  <a:ext uri="{FF2B5EF4-FFF2-40B4-BE49-F238E27FC236}">
                    <a16:creationId xmlns:a16="http://schemas.microsoft.com/office/drawing/2014/main" id="{6F4C8234-79C9-F1C9-32D7-8741C112D08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 name="Freeform 187">
                <a:extLst>
                  <a:ext uri="{FF2B5EF4-FFF2-40B4-BE49-F238E27FC236}">
                    <a16:creationId xmlns:a16="http://schemas.microsoft.com/office/drawing/2014/main" id="{12924186-E46A-1CC8-6456-347A92071A0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Freeform 188">
                <a:extLst>
                  <a:ext uri="{FF2B5EF4-FFF2-40B4-BE49-F238E27FC236}">
                    <a16:creationId xmlns:a16="http://schemas.microsoft.com/office/drawing/2014/main" id="{D83C3971-2917-99E4-E4CC-29EB66FDD02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8" name="Group 47">
            <a:extLst>
              <a:ext uri="{FF2B5EF4-FFF2-40B4-BE49-F238E27FC236}">
                <a16:creationId xmlns:a16="http://schemas.microsoft.com/office/drawing/2014/main" id="{0C3618CE-3EB8-77B2-81EF-0ECF73F5CC17}"/>
              </a:ext>
            </a:extLst>
          </p:cNvPr>
          <p:cNvGrpSpPr/>
          <p:nvPr/>
        </p:nvGrpSpPr>
        <p:grpSpPr>
          <a:xfrm>
            <a:off x="6864077" y="5200656"/>
            <a:ext cx="597931" cy="300817"/>
            <a:chOff x="7493876" y="2774731"/>
            <a:chExt cx="1481958" cy="894622"/>
          </a:xfrm>
        </p:grpSpPr>
        <p:sp>
          <p:nvSpPr>
            <p:cNvPr id="49" name="Freeform 190">
              <a:extLst>
                <a:ext uri="{FF2B5EF4-FFF2-40B4-BE49-F238E27FC236}">
                  <a16:creationId xmlns:a16="http://schemas.microsoft.com/office/drawing/2014/main" id="{F26EDD0D-CC0D-E968-AB41-A0E4CBAFBF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 name="Oval 49">
              <a:extLst>
                <a:ext uri="{FF2B5EF4-FFF2-40B4-BE49-F238E27FC236}">
                  <a16:creationId xmlns:a16="http://schemas.microsoft.com/office/drawing/2014/main" id="{F1E7AB66-CC8B-147A-152D-1165C6E3910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 name="Group 50">
              <a:extLst>
                <a:ext uri="{FF2B5EF4-FFF2-40B4-BE49-F238E27FC236}">
                  <a16:creationId xmlns:a16="http://schemas.microsoft.com/office/drawing/2014/main" id="{DDA6B6B2-4A5E-EDB5-809E-0211D39D0A1F}"/>
                </a:ext>
              </a:extLst>
            </p:cNvPr>
            <p:cNvGrpSpPr/>
            <p:nvPr/>
          </p:nvGrpSpPr>
          <p:grpSpPr>
            <a:xfrm>
              <a:off x="7713663" y="2848339"/>
              <a:ext cx="1042107" cy="425543"/>
              <a:chOff x="7786941" y="2884917"/>
              <a:chExt cx="897649" cy="353919"/>
            </a:xfrm>
          </p:grpSpPr>
          <p:sp>
            <p:nvSpPr>
              <p:cNvPr id="52" name="Freeform 193">
                <a:extLst>
                  <a:ext uri="{FF2B5EF4-FFF2-40B4-BE49-F238E27FC236}">
                    <a16:creationId xmlns:a16="http://schemas.microsoft.com/office/drawing/2014/main" id="{F0CE577E-4351-CABE-340F-F0015D3A3C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 name="Freeform 194">
                <a:extLst>
                  <a:ext uri="{FF2B5EF4-FFF2-40B4-BE49-F238E27FC236}">
                    <a16:creationId xmlns:a16="http://schemas.microsoft.com/office/drawing/2014/main" id="{C45D5CEF-8304-7C2F-085D-3DD72123B6F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195">
                <a:extLst>
                  <a:ext uri="{FF2B5EF4-FFF2-40B4-BE49-F238E27FC236}">
                    <a16:creationId xmlns:a16="http://schemas.microsoft.com/office/drawing/2014/main" id="{3B9354FF-329A-90EE-5B2E-3A9977018E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Freeform 196">
                <a:extLst>
                  <a:ext uri="{FF2B5EF4-FFF2-40B4-BE49-F238E27FC236}">
                    <a16:creationId xmlns:a16="http://schemas.microsoft.com/office/drawing/2014/main" id="{B212E445-65EB-7572-7CE7-1D5A4387856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6" name="Group 55">
            <a:extLst>
              <a:ext uri="{FF2B5EF4-FFF2-40B4-BE49-F238E27FC236}">
                <a16:creationId xmlns:a16="http://schemas.microsoft.com/office/drawing/2014/main" id="{1ECCA9C2-1EAF-4DD1-2885-64C9BAE1579B}"/>
              </a:ext>
            </a:extLst>
          </p:cNvPr>
          <p:cNvGrpSpPr/>
          <p:nvPr/>
        </p:nvGrpSpPr>
        <p:grpSpPr>
          <a:xfrm>
            <a:off x="6559277" y="4308028"/>
            <a:ext cx="597931" cy="300817"/>
            <a:chOff x="7493876" y="2774731"/>
            <a:chExt cx="1481958" cy="894622"/>
          </a:xfrm>
        </p:grpSpPr>
        <p:sp>
          <p:nvSpPr>
            <p:cNvPr id="57" name="Freeform 198">
              <a:extLst>
                <a:ext uri="{FF2B5EF4-FFF2-40B4-BE49-F238E27FC236}">
                  <a16:creationId xmlns:a16="http://schemas.microsoft.com/office/drawing/2014/main" id="{B677C467-994A-CB58-470D-B921D21585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 name="Oval 57">
              <a:extLst>
                <a:ext uri="{FF2B5EF4-FFF2-40B4-BE49-F238E27FC236}">
                  <a16:creationId xmlns:a16="http://schemas.microsoft.com/office/drawing/2014/main" id="{248F282A-2579-0C9E-CBED-A132CF2A84E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 name="Group 59">
              <a:extLst>
                <a:ext uri="{FF2B5EF4-FFF2-40B4-BE49-F238E27FC236}">
                  <a16:creationId xmlns:a16="http://schemas.microsoft.com/office/drawing/2014/main" id="{5CE07164-0588-8B4D-F59E-0CB0F8A325A5}"/>
                </a:ext>
              </a:extLst>
            </p:cNvPr>
            <p:cNvGrpSpPr/>
            <p:nvPr/>
          </p:nvGrpSpPr>
          <p:grpSpPr>
            <a:xfrm>
              <a:off x="7713663" y="2848339"/>
              <a:ext cx="1042107" cy="425543"/>
              <a:chOff x="7786941" y="2884917"/>
              <a:chExt cx="897649" cy="353919"/>
            </a:xfrm>
          </p:grpSpPr>
          <p:sp>
            <p:nvSpPr>
              <p:cNvPr id="61" name="Freeform 201">
                <a:extLst>
                  <a:ext uri="{FF2B5EF4-FFF2-40B4-BE49-F238E27FC236}">
                    <a16:creationId xmlns:a16="http://schemas.microsoft.com/office/drawing/2014/main" id="{E83FD9BB-8610-DE36-620F-04B633C32A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202">
                <a:extLst>
                  <a:ext uri="{FF2B5EF4-FFF2-40B4-BE49-F238E27FC236}">
                    <a16:creationId xmlns:a16="http://schemas.microsoft.com/office/drawing/2014/main" id="{D1D2FE4F-9CEF-3340-80AD-AA52109EEF0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Freeform 203">
                <a:extLst>
                  <a:ext uri="{FF2B5EF4-FFF2-40B4-BE49-F238E27FC236}">
                    <a16:creationId xmlns:a16="http://schemas.microsoft.com/office/drawing/2014/main" id="{37F30FFD-D9C5-DCB4-C54F-3649D8E70C5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8" name="Freeform 204">
                <a:extLst>
                  <a:ext uri="{FF2B5EF4-FFF2-40B4-BE49-F238E27FC236}">
                    <a16:creationId xmlns:a16="http://schemas.microsoft.com/office/drawing/2014/main" id="{699767DC-826E-02A6-901D-3AFBA9A9EC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9" name="Group 448">
            <a:extLst>
              <a:ext uri="{FF2B5EF4-FFF2-40B4-BE49-F238E27FC236}">
                <a16:creationId xmlns:a16="http://schemas.microsoft.com/office/drawing/2014/main" id="{2C70BC04-15C4-542E-07A5-36E630BAD19B}"/>
              </a:ext>
            </a:extLst>
          </p:cNvPr>
          <p:cNvGrpSpPr/>
          <p:nvPr/>
        </p:nvGrpSpPr>
        <p:grpSpPr>
          <a:xfrm>
            <a:off x="6140177" y="4938039"/>
            <a:ext cx="597931" cy="300817"/>
            <a:chOff x="7493876" y="2774731"/>
            <a:chExt cx="1481958" cy="894622"/>
          </a:xfrm>
        </p:grpSpPr>
        <p:sp>
          <p:nvSpPr>
            <p:cNvPr id="450" name="Freeform 206">
              <a:extLst>
                <a:ext uri="{FF2B5EF4-FFF2-40B4-BE49-F238E27FC236}">
                  <a16:creationId xmlns:a16="http://schemas.microsoft.com/office/drawing/2014/main" id="{A8D2D0F6-E618-6B91-9D5F-FB21E058DC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1" name="Oval 450">
              <a:extLst>
                <a:ext uri="{FF2B5EF4-FFF2-40B4-BE49-F238E27FC236}">
                  <a16:creationId xmlns:a16="http://schemas.microsoft.com/office/drawing/2014/main" id="{C13F6751-B6AE-A699-E24D-5FC7FBD3A2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2" name="Group 451">
              <a:extLst>
                <a:ext uri="{FF2B5EF4-FFF2-40B4-BE49-F238E27FC236}">
                  <a16:creationId xmlns:a16="http://schemas.microsoft.com/office/drawing/2014/main" id="{AD17F894-EA53-EA6F-AF22-023CCF535018}"/>
                </a:ext>
              </a:extLst>
            </p:cNvPr>
            <p:cNvGrpSpPr/>
            <p:nvPr/>
          </p:nvGrpSpPr>
          <p:grpSpPr>
            <a:xfrm>
              <a:off x="7713663" y="2848339"/>
              <a:ext cx="1042107" cy="425543"/>
              <a:chOff x="7786941" y="2884917"/>
              <a:chExt cx="897649" cy="353919"/>
            </a:xfrm>
          </p:grpSpPr>
          <p:sp>
            <p:nvSpPr>
              <p:cNvPr id="453" name="Freeform 209">
                <a:extLst>
                  <a:ext uri="{FF2B5EF4-FFF2-40B4-BE49-F238E27FC236}">
                    <a16:creationId xmlns:a16="http://schemas.microsoft.com/office/drawing/2014/main" id="{ABD99993-4E89-02BC-85DF-8885D63C87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210">
                <a:extLst>
                  <a:ext uri="{FF2B5EF4-FFF2-40B4-BE49-F238E27FC236}">
                    <a16:creationId xmlns:a16="http://schemas.microsoft.com/office/drawing/2014/main" id="{FC0698D1-3386-BEA3-E1AC-975A75BBFA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211">
                <a:extLst>
                  <a:ext uri="{FF2B5EF4-FFF2-40B4-BE49-F238E27FC236}">
                    <a16:creationId xmlns:a16="http://schemas.microsoft.com/office/drawing/2014/main" id="{FF7209AE-6D6A-2936-DEB0-297C0E890A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6" name="Freeform 212">
                <a:extLst>
                  <a:ext uri="{FF2B5EF4-FFF2-40B4-BE49-F238E27FC236}">
                    <a16:creationId xmlns:a16="http://schemas.microsoft.com/office/drawing/2014/main" id="{F571825C-298B-2741-155D-6836B92B771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7" name="Group 456">
            <a:extLst>
              <a:ext uri="{FF2B5EF4-FFF2-40B4-BE49-F238E27FC236}">
                <a16:creationId xmlns:a16="http://schemas.microsoft.com/office/drawing/2014/main" id="{CD49B254-3C37-33FD-984C-7A70F0E37CA0}"/>
              </a:ext>
            </a:extLst>
          </p:cNvPr>
          <p:cNvGrpSpPr/>
          <p:nvPr/>
        </p:nvGrpSpPr>
        <p:grpSpPr>
          <a:xfrm>
            <a:off x="4569913" y="4073985"/>
            <a:ext cx="597931" cy="300817"/>
            <a:chOff x="7493876" y="2774731"/>
            <a:chExt cx="1481958" cy="894622"/>
          </a:xfrm>
        </p:grpSpPr>
        <p:sp>
          <p:nvSpPr>
            <p:cNvPr id="458" name="Freeform 214">
              <a:extLst>
                <a:ext uri="{FF2B5EF4-FFF2-40B4-BE49-F238E27FC236}">
                  <a16:creationId xmlns:a16="http://schemas.microsoft.com/office/drawing/2014/main" id="{5F97045A-979C-3298-6975-74188CD23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9" name="Oval 458">
              <a:extLst>
                <a:ext uri="{FF2B5EF4-FFF2-40B4-BE49-F238E27FC236}">
                  <a16:creationId xmlns:a16="http://schemas.microsoft.com/office/drawing/2014/main" id="{16829CE8-C970-7CBB-3EFE-9E70902254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0" name="Group 459">
              <a:extLst>
                <a:ext uri="{FF2B5EF4-FFF2-40B4-BE49-F238E27FC236}">
                  <a16:creationId xmlns:a16="http://schemas.microsoft.com/office/drawing/2014/main" id="{58E64232-B94B-DF57-8A57-EC5CED5F87C4}"/>
                </a:ext>
              </a:extLst>
            </p:cNvPr>
            <p:cNvGrpSpPr/>
            <p:nvPr/>
          </p:nvGrpSpPr>
          <p:grpSpPr>
            <a:xfrm>
              <a:off x="7713663" y="2848339"/>
              <a:ext cx="1042107" cy="425543"/>
              <a:chOff x="7786941" y="2884917"/>
              <a:chExt cx="897649" cy="353919"/>
            </a:xfrm>
          </p:grpSpPr>
          <p:sp>
            <p:nvSpPr>
              <p:cNvPr id="461" name="Freeform 217">
                <a:extLst>
                  <a:ext uri="{FF2B5EF4-FFF2-40B4-BE49-F238E27FC236}">
                    <a16:creationId xmlns:a16="http://schemas.microsoft.com/office/drawing/2014/main" id="{45EB9340-3FE4-44B4-5F4F-DF80A912A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218">
                <a:extLst>
                  <a:ext uri="{FF2B5EF4-FFF2-40B4-BE49-F238E27FC236}">
                    <a16:creationId xmlns:a16="http://schemas.microsoft.com/office/drawing/2014/main" id="{ED7A0D2B-0EB9-82A2-01C3-92C80C227DB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219">
                <a:extLst>
                  <a:ext uri="{FF2B5EF4-FFF2-40B4-BE49-F238E27FC236}">
                    <a16:creationId xmlns:a16="http://schemas.microsoft.com/office/drawing/2014/main" id="{0DDE6A0E-9692-FB0F-D926-ECE05D0C7C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220">
                <a:extLst>
                  <a:ext uri="{FF2B5EF4-FFF2-40B4-BE49-F238E27FC236}">
                    <a16:creationId xmlns:a16="http://schemas.microsoft.com/office/drawing/2014/main" id="{4F6053C9-9B38-4A00-170A-C694F8F3CA5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5" name="Group 464">
            <a:extLst>
              <a:ext uri="{FF2B5EF4-FFF2-40B4-BE49-F238E27FC236}">
                <a16:creationId xmlns:a16="http://schemas.microsoft.com/office/drawing/2014/main" id="{3092BDB2-960F-D6F9-133A-5430190B5CED}"/>
              </a:ext>
            </a:extLst>
          </p:cNvPr>
          <p:cNvGrpSpPr/>
          <p:nvPr/>
        </p:nvGrpSpPr>
        <p:grpSpPr>
          <a:xfrm>
            <a:off x="4158978" y="4663174"/>
            <a:ext cx="597931" cy="300817"/>
            <a:chOff x="7493876" y="2774731"/>
            <a:chExt cx="1481958" cy="894622"/>
          </a:xfrm>
        </p:grpSpPr>
        <p:sp>
          <p:nvSpPr>
            <p:cNvPr id="466" name="Freeform 223">
              <a:extLst>
                <a:ext uri="{FF2B5EF4-FFF2-40B4-BE49-F238E27FC236}">
                  <a16:creationId xmlns:a16="http://schemas.microsoft.com/office/drawing/2014/main" id="{0F66297C-2AAB-DF91-35EF-BC4BA870C3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7" name="Oval 466">
              <a:extLst>
                <a:ext uri="{FF2B5EF4-FFF2-40B4-BE49-F238E27FC236}">
                  <a16:creationId xmlns:a16="http://schemas.microsoft.com/office/drawing/2014/main" id="{3E2C5FC5-1021-64D5-11FA-24C9062D7DB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8" name="Group 467">
              <a:extLst>
                <a:ext uri="{FF2B5EF4-FFF2-40B4-BE49-F238E27FC236}">
                  <a16:creationId xmlns:a16="http://schemas.microsoft.com/office/drawing/2014/main" id="{B9B8D61C-8186-C4E9-55A1-A08F65F66FB6}"/>
                </a:ext>
              </a:extLst>
            </p:cNvPr>
            <p:cNvGrpSpPr/>
            <p:nvPr/>
          </p:nvGrpSpPr>
          <p:grpSpPr>
            <a:xfrm>
              <a:off x="7713663" y="2848339"/>
              <a:ext cx="1042107" cy="425543"/>
              <a:chOff x="7786941" y="2884917"/>
              <a:chExt cx="897649" cy="353919"/>
            </a:xfrm>
          </p:grpSpPr>
          <p:sp>
            <p:nvSpPr>
              <p:cNvPr id="469" name="Freeform 226">
                <a:extLst>
                  <a:ext uri="{FF2B5EF4-FFF2-40B4-BE49-F238E27FC236}">
                    <a16:creationId xmlns:a16="http://schemas.microsoft.com/office/drawing/2014/main" id="{0B0F8B62-5E4F-B114-AA10-24480533450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227">
                <a:extLst>
                  <a:ext uri="{FF2B5EF4-FFF2-40B4-BE49-F238E27FC236}">
                    <a16:creationId xmlns:a16="http://schemas.microsoft.com/office/drawing/2014/main" id="{5833E17E-C4DA-DE20-7790-0DF9C82DC4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1" name="Freeform 228">
                <a:extLst>
                  <a:ext uri="{FF2B5EF4-FFF2-40B4-BE49-F238E27FC236}">
                    <a16:creationId xmlns:a16="http://schemas.microsoft.com/office/drawing/2014/main" id="{58263F74-D139-2B38-8D36-C6E354A29B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2" name="Freeform 229">
                <a:extLst>
                  <a:ext uri="{FF2B5EF4-FFF2-40B4-BE49-F238E27FC236}">
                    <a16:creationId xmlns:a16="http://schemas.microsoft.com/office/drawing/2014/main" id="{3D8451DB-15EF-060C-4D94-12D674DEBC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BBBE3B35-69E5-77C2-7FD1-4E6B91ECC95A}"/>
              </a:ext>
            </a:extLst>
          </p:cNvPr>
          <p:cNvGrpSpPr/>
          <p:nvPr/>
        </p:nvGrpSpPr>
        <p:grpSpPr>
          <a:xfrm>
            <a:off x="3617415" y="5191131"/>
            <a:ext cx="597931" cy="300817"/>
            <a:chOff x="7493876" y="2774731"/>
            <a:chExt cx="1481958" cy="894622"/>
          </a:xfrm>
        </p:grpSpPr>
        <p:sp>
          <p:nvSpPr>
            <p:cNvPr id="474" name="Freeform 231">
              <a:extLst>
                <a:ext uri="{FF2B5EF4-FFF2-40B4-BE49-F238E27FC236}">
                  <a16:creationId xmlns:a16="http://schemas.microsoft.com/office/drawing/2014/main" id="{476755B5-44C4-F603-1D76-0F3D6DCA02F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5" name="Oval 474">
              <a:extLst>
                <a:ext uri="{FF2B5EF4-FFF2-40B4-BE49-F238E27FC236}">
                  <a16:creationId xmlns:a16="http://schemas.microsoft.com/office/drawing/2014/main" id="{D9252482-2C59-68F0-998F-05014FDC634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6" name="Group 475">
              <a:extLst>
                <a:ext uri="{FF2B5EF4-FFF2-40B4-BE49-F238E27FC236}">
                  <a16:creationId xmlns:a16="http://schemas.microsoft.com/office/drawing/2014/main" id="{992393FE-2D9D-11A3-BFE9-5043421848FE}"/>
                </a:ext>
              </a:extLst>
            </p:cNvPr>
            <p:cNvGrpSpPr/>
            <p:nvPr/>
          </p:nvGrpSpPr>
          <p:grpSpPr>
            <a:xfrm>
              <a:off x="7713663" y="2848339"/>
              <a:ext cx="1042107" cy="425543"/>
              <a:chOff x="7786941" y="2884917"/>
              <a:chExt cx="897649" cy="353919"/>
            </a:xfrm>
          </p:grpSpPr>
          <p:sp>
            <p:nvSpPr>
              <p:cNvPr id="477" name="Freeform 234">
                <a:extLst>
                  <a:ext uri="{FF2B5EF4-FFF2-40B4-BE49-F238E27FC236}">
                    <a16:creationId xmlns:a16="http://schemas.microsoft.com/office/drawing/2014/main" id="{BC26CC78-C071-B9D3-66CF-5FD449D9C3B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235">
                <a:extLst>
                  <a:ext uri="{FF2B5EF4-FFF2-40B4-BE49-F238E27FC236}">
                    <a16:creationId xmlns:a16="http://schemas.microsoft.com/office/drawing/2014/main" id="{0CC7726E-BFA8-FAB2-5743-7BC06C46EF7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Freeform 236">
                <a:extLst>
                  <a:ext uri="{FF2B5EF4-FFF2-40B4-BE49-F238E27FC236}">
                    <a16:creationId xmlns:a16="http://schemas.microsoft.com/office/drawing/2014/main" id="{EF6B5F18-FD52-7714-1D17-2098BB60FF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0" name="Freeform 237">
                <a:extLst>
                  <a:ext uri="{FF2B5EF4-FFF2-40B4-BE49-F238E27FC236}">
                    <a16:creationId xmlns:a16="http://schemas.microsoft.com/office/drawing/2014/main" id="{916FF525-851B-B55F-DBFE-4C0B2191126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81" name="Group 480">
            <a:extLst>
              <a:ext uri="{FF2B5EF4-FFF2-40B4-BE49-F238E27FC236}">
                <a16:creationId xmlns:a16="http://schemas.microsoft.com/office/drawing/2014/main" id="{3388896C-B10C-8498-4C3D-721700328666}"/>
              </a:ext>
            </a:extLst>
          </p:cNvPr>
          <p:cNvGrpSpPr/>
          <p:nvPr/>
        </p:nvGrpSpPr>
        <p:grpSpPr>
          <a:xfrm>
            <a:off x="4312742" y="5502734"/>
            <a:ext cx="597931" cy="300817"/>
            <a:chOff x="7493876" y="2774731"/>
            <a:chExt cx="1481958" cy="894622"/>
          </a:xfrm>
        </p:grpSpPr>
        <p:sp>
          <p:nvSpPr>
            <p:cNvPr id="482" name="Freeform 239">
              <a:extLst>
                <a:ext uri="{FF2B5EF4-FFF2-40B4-BE49-F238E27FC236}">
                  <a16:creationId xmlns:a16="http://schemas.microsoft.com/office/drawing/2014/main" id="{46DBB18D-B927-BD5C-C323-443472E419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9BBCFBDA-7225-0B07-3E3D-667CD9A37E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3E24C069-E09B-2720-60C8-1D18A23EB95B}"/>
                </a:ext>
              </a:extLst>
            </p:cNvPr>
            <p:cNvGrpSpPr/>
            <p:nvPr/>
          </p:nvGrpSpPr>
          <p:grpSpPr>
            <a:xfrm>
              <a:off x="7713663" y="2848339"/>
              <a:ext cx="1042107" cy="425543"/>
              <a:chOff x="7786941" y="2884917"/>
              <a:chExt cx="897649" cy="353919"/>
            </a:xfrm>
          </p:grpSpPr>
          <p:sp>
            <p:nvSpPr>
              <p:cNvPr id="485" name="Freeform 242">
                <a:extLst>
                  <a:ext uri="{FF2B5EF4-FFF2-40B4-BE49-F238E27FC236}">
                    <a16:creationId xmlns:a16="http://schemas.microsoft.com/office/drawing/2014/main" id="{930DED8E-B536-CD61-509D-3E3AD925253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243">
                <a:extLst>
                  <a:ext uri="{FF2B5EF4-FFF2-40B4-BE49-F238E27FC236}">
                    <a16:creationId xmlns:a16="http://schemas.microsoft.com/office/drawing/2014/main" id="{841796C1-259A-F3AC-34DE-B728515F8A2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7" name="Freeform 244">
                <a:extLst>
                  <a:ext uri="{FF2B5EF4-FFF2-40B4-BE49-F238E27FC236}">
                    <a16:creationId xmlns:a16="http://schemas.microsoft.com/office/drawing/2014/main" id="{5300DF67-FF31-8D19-B2FB-7DFDEEA44E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8" name="Freeform 245">
                <a:extLst>
                  <a:ext uri="{FF2B5EF4-FFF2-40B4-BE49-F238E27FC236}">
                    <a16:creationId xmlns:a16="http://schemas.microsoft.com/office/drawing/2014/main" id="{8B4F8888-97F3-CEC7-736B-D4FB96A49E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89" name="Group 488">
            <a:extLst>
              <a:ext uri="{FF2B5EF4-FFF2-40B4-BE49-F238E27FC236}">
                <a16:creationId xmlns:a16="http://schemas.microsoft.com/office/drawing/2014/main" id="{2DEC8F8D-35DA-3AB5-EC60-B7492FF9D774}"/>
              </a:ext>
            </a:extLst>
          </p:cNvPr>
          <p:cNvGrpSpPr/>
          <p:nvPr/>
        </p:nvGrpSpPr>
        <p:grpSpPr>
          <a:xfrm>
            <a:off x="4587608" y="5042812"/>
            <a:ext cx="597931" cy="300817"/>
            <a:chOff x="7493876" y="2774731"/>
            <a:chExt cx="1481958" cy="894622"/>
          </a:xfrm>
        </p:grpSpPr>
        <p:sp>
          <p:nvSpPr>
            <p:cNvPr id="490" name="Freeform 247">
              <a:extLst>
                <a:ext uri="{FF2B5EF4-FFF2-40B4-BE49-F238E27FC236}">
                  <a16:creationId xmlns:a16="http://schemas.microsoft.com/office/drawing/2014/main" id="{9A47B051-ECBC-8EF0-5069-C1925674FA2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1" name="Oval 490">
              <a:extLst>
                <a:ext uri="{FF2B5EF4-FFF2-40B4-BE49-F238E27FC236}">
                  <a16:creationId xmlns:a16="http://schemas.microsoft.com/office/drawing/2014/main" id="{42D58FD7-C7A4-C710-7094-07925C1317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2" name="Group 491">
              <a:extLst>
                <a:ext uri="{FF2B5EF4-FFF2-40B4-BE49-F238E27FC236}">
                  <a16:creationId xmlns:a16="http://schemas.microsoft.com/office/drawing/2014/main" id="{8ABEA9D0-F0A7-30D9-4E4A-DC2860FB8382}"/>
                </a:ext>
              </a:extLst>
            </p:cNvPr>
            <p:cNvGrpSpPr/>
            <p:nvPr/>
          </p:nvGrpSpPr>
          <p:grpSpPr>
            <a:xfrm>
              <a:off x="7713663" y="2848339"/>
              <a:ext cx="1042107" cy="425543"/>
              <a:chOff x="7786941" y="2884917"/>
              <a:chExt cx="897649" cy="353919"/>
            </a:xfrm>
          </p:grpSpPr>
          <p:sp>
            <p:nvSpPr>
              <p:cNvPr id="493" name="Freeform 250">
                <a:extLst>
                  <a:ext uri="{FF2B5EF4-FFF2-40B4-BE49-F238E27FC236}">
                    <a16:creationId xmlns:a16="http://schemas.microsoft.com/office/drawing/2014/main" id="{1F8630F6-8B4A-A045-F49B-983042A091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251">
                <a:extLst>
                  <a:ext uri="{FF2B5EF4-FFF2-40B4-BE49-F238E27FC236}">
                    <a16:creationId xmlns:a16="http://schemas.microsoft.com/office/drawing/2014/main" id="{19EDD2AE-16DD-C0B0-D674-C1F38EC5E7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252">
                <a:extLst>
                  <a:ext uri="{FF2B5EF4-FFF2-40B4-BE49-F238E27FC236}">
                    <a16:creationId xmlns:a16="http://schemas.microsoft.com/office/drawing/2014/main" id="{4544E6C1-697C-3036-42CF-D9E0ECEB635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6" name="Freeform 253">
                <a:extLst>
                  <a:ext uri="{FF2B5EF4-FFF2-40B4-BE49-F238E27FC236}">
                    <a16:creationId xmlns:a16="http://schemas.microsoft.com/office/drawing/2014/main" id="{FAEC9978-A9F3-5239-CCF0-A3EEFE83024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97" name="Group 496">
            <a:extLst>
              <a:ext uri="{FF2B5EF4-FFF2-40B4-BE49-F238E27FC236}">
                <a16:creationId xmlns:a16="http://schemas.microsoft.com/office/drawing/2014/main" id="{22CB2D07-E895-C878-BCD2-2CD02CA072A0}"/>
              </a:ext>
            </a:extLst>
          </p:cNvPr>
          <p:cNvGrpSpPr/>
          <p:nvPr/>
        </p:nvGrpSpPr>
        <p:grpSpPr>
          <a:xfrm>
            <a:off x="8462916" y="4133857"/>
            <a:ext cx="597931" cy="300817"/>
            <a:chOff x="7493876" y="2774731"/>
            <a:chExt cx="1481958" cy="894622"/>
          </a:xfrm>
        </p:grpSpPr>
        <p:sp>
          <p:nvSpPr>
            <p:cNvPr id="498" name="Freeform 255">
              <a:extLst>
                <a:ext uri="{FF2B5EF4-FFF2-40B4-BE49-F238E27FC236}">
                  <a16:creationId xmlns:a16="http://schemas.microsoft.com/office/drawing/2014/main" id="{9A896C93-9682-45B6-40F0-AE70BA006F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9" name="Oval 498">
              <a:extLst>
                <a:ext uri="{FF2B5EF4-FFF2-40B4-BE49-F238E27FC236}">
                  <a16:creationId xmlns:a16="http://schemas.microsoft.com/office/drawing/2014/main" id="{3F66F70F-6419-C389-16CD-AA96AD146A7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0" name="Group 499">
              <a:extLst>
                <a:ext uri="{FF2B5EF4-FFF2-40B4-BE49-F238E27FC236}">
                  <a16:creationId xmlns:a16="http://schemas.microsoft.com/office/drawing/2014/main" id="{88087E01-5A4D-D148-6200-8CFD653EA7F5}"/>
                </a:ext>
              </a:extLst>
            </p:cNvPr>
            <p:cNvGrpSpPr/>
            <p:nvPr/>
          </p:nvGrpSpPr>
          <p:grpSpPr>
            <a:xfrm>
              <a:off x="7713663" y="2848339"/>
              <a:ext cx="1042107" cy="425543"/>
              <a:chOff x="7786941" y="2884917"/>
              <a:chExt cx="897649" cy="353919"/>
            </a:xfrm>
          </p:grpSpPr>
          <p:sp>
            <p:nvSpPr>
              <p:cNvPr id="501" name="Freeform 258">
                <a:extLst>
                  <a:ext uri="{FF2B5EF4-FFF2-40B4-BE49-F238E27FC236}">
                    <a16:creationId xmlns:a16="http://schemas.microsoft.com/office/drawing/2014/main" id="{37331482-46BD-AEED-D8F2-B0B7C02D2F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2" name="Freeform 259">
                <a:extLst>
                  <a:ext uri="{FF2B5EF4-FFF2-40B4-BE49-F238E27FC236}">
                    <a16:creationId xmlns:a16="http://schemas.microsoft.com/office/drawing/2014/main" id="{EE2B5C1A-304A-E8BB-B556-E14F216F57B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3" name="Freeform 260">
                <a:extLst>
                  <a:ext uri="{FF2B5EF4-FFF2-40B4-BE49-F238E27FC236}">
                    <a16:creationId xmlns:a16="http://schemas.microsoft.com/office/drawing/2014/main" id="{9987B32E-3378-6758-A42A-EE64038FBC6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4" name="Freeform 261">
                <a:extLst>
                  <a:ext uri="{FF2B5EF4-FFF2-40B4-BE49-F238E27FC236}">
                    <a16:creationId xmlns:a16="http://schemas.microsoft.com/office/drawing/2014/main" id="{8E6BCD2A-E41A-D2FA-21F8-75104BAC18E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5" name="Group 504">
            <a:extLst>
              <a:ext uri="{FF2B5EF4-FFF2-40B4-BE49-F238E27FC236}">
                <a16:creationId xmlns:a16="http://schemas.microsoft.com/office/drawing/2014/main" id="{F5B52416-96C3-9463-2B29-7B899272748A}"/>
              </a:ext>
            </a:extLst>
          </p:cNvPr>
          <p:cNvGrpSpPr/>
          <p:nvPr/>
        </p:nvGrpSpPr>
        <p:grpSpPr>
          <a:xfrm>
            <a:off x="8243841" y="4723047"/>
            <a:ext cx="597931" cy="300817"/>
            <a:chOff x="7493876" y="2774731"/>
            <a:chExt cx="1481958" cy="894622"/>
          </a:xfrm>
        </p:grpSpPr>
        <p:sp>
          <p:nvSpPr>
            <p:cNvPr id="506" name="Freeform 263">
              <a:extLst>
                <a:ext uri="{FF2B5EF4-FFF2-40B4-BE49-F238E27FC236}">
                  <a16:creationId xmlns:a16="http://schemas.microsoft.com/office/drawing/2014/main" id="{1531FF8C-BE81-12F9-BA91-B5F9C80143E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7" name="Oval 506">
              <a:extLst>
                <a:ext uri="{FF2B5EF4-FFF2-40B4-BE49-F238E27FC236}">
                  <a16:creationId xmlns:a16="http://schemas.microsoft.com/office/drawing/2014/main" id="{2468FEBB-AB6F-B6C2-07A5-EFC402B13A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8" name="Group 507">
              <a:extLst>
                <a:ext uri="{FF2B5EF4-FFF2-40B4-BE49-F238E27FC236}">
                  <a16:creationId xmlns:a16="http://schemas.microsoft.com/office/drawing/2014/main" id="{D2C38C95-DF52-0985-E096-FF5D742A8036}"/>
                </a:ext>
              </a:extLst>
            </p:cNvPr>
            <p:cNvGrpSpPr/>
            <p:nvPr/>
          </p:nvGrpSpPr>
          <p:grpSpPr>
            <a:xfrm>
              <a:off x="7713663" y="2848339"/>
              <a:ext cx="1042107" cy="425543"/>
              <a:chOff x="7786941" y="2884917"/>
              <a:chExt cx="897649" cy="353919"/>
            </a:xfrm>
          </p:grpSpPr>
          <p:sp>
            <p:nvSpPr>
              <p:cNvPr id="510" name="Freeform 266">
                <a:extLst>
                  <a:ext uri="{FF2B5EF4-FFF2-40B4-BE49-F238E27FC236}">
                    <a16:creationId xmlns:a16="http://schemas.microsoft.com/office/drawing/2014/main" id="{7BAA1798-1121-9902-097E-86408ADAE5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267">
                <a:extLst>
                  <a:ext uri="{FF2B5EF4-FFF2-40B4-BE49-F238E27FC236}">
                    <a16:creationId xmlns:a16="http://schemas.microsoft.com/office/drawing/2014/main" id="{EDE41880-6A72-2C76-D90C-B958CF329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2" name="Freeform 268">
                <a:extLst>
                  <a:ext uri="{FF2B5EF4-FFF2-40B4-BE49-F238E27FC236}">
                    <a16:creationId xmlns:a16="http://schemas.microsoft.com/office/drawing/2014/main" id="{C6AF1FA3-4798-B89B-CAFB-DF42D7215C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3" name="Freeform 269">
                <a:extLst>
                  <a:ext uri="{FF2B5EF4-FFF2-40B4-BE49-F238E27FC236}">
                    <a16:creationId xmlns:a16="http://schemas.microsoft.com/office/drawing/2014/main" id="{987E9818-40BD-9F9F-36EE-FE66A49CEA6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4" name="Group 513">
            <a:extLst>
              <a:ext uri="{FF2B5EF4-FFF2-40B4-BE49-F238E27FC236}">
                <a16:creationId xmlns:a16="http://schemas.microsoft.com/office/drawing/2014/main" id="{C217B2B5-156B-6058-F052-522F9BA91F7A}"/>
              </a:ext>
            </a:extLst>
          </p:cNvPr>
          <p:cNvGrpSpPr/>
          <p:nvPr/>
        </p:nvGrpSpPr>
        <p:grpSpPr>
          <a:xfrm>
            <a:off x="8963659" y="5410209"/>
            <a:ext cx="597931" cy="300817"/>
            <a:chOff x="7493876" y="2774731"/>
            <a:chExt cx="1481958" cy="894622"/>
          </a:xfrm>
        </p:grpSpPr>
        <p:sp>
          <p:nvSpPr>
            <p:cNvPr id="515" name="Freeform 271">
              <a:extLst>
                <a:ext uri="{FF2B5EF4-FFF2-40B4-BE49-F238E27FC236}">
                  <a16:creationId xmlns:a16="http://schemas.microsoft.com/office/drawing/2014/main" id="{B74E2CE7-73CD-3CEC-4339-983E778353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6" name="Oval 515">
              <a:extLst>
                <a:ext uri="{FF2B5EF4-FFF2-40B4-BE49-F238E27FC236}">
                  <a16:creationId xmlns:a16="http://schemas.microsoft.com/office/drawing/2014/main" id="{0AC3778E-5421-F5E9-DC16-1D1079A231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7" name="Group 516">
              <a:extLst>
                <a:ext uri="{FF2B5EF4-FFF2-40B4-BE49-F238E27FC236}">
                  <a16:creationId xmlns:a16="http://schemas.microsoft.com/office/drawing/2014/main" id="{B8B1E114-FB76-3534-E49E-A0120EF8320E}"/>
                </a:ext>
              </a:extLst>
            </p:cNvPr>
            <p:cNvGrpSpPr/>
            <p:nvPr/>
          </p:nvGrpSpPr>
          <p:grpSpPr>
            <a:xfrm>
              <a:off x="7713663" y="2848339"/>
              <a:ext cx="1042107" cy="425543"/>
              <a:chOff x="7786941" y="2884917"/>
              <a:chExt cx="897649" cy="353919"/>
            </a:xfrm>
          </p:grpSpPr>
          <p:sp>
            <p:nvSpPr>
              <p:cNvPr id="518" name="Freeform 274">
                <a:extLst>
                  <a:ext uri="{FF2B5EF4-FFF2-40B4-BE49-F238E27FC236}">
                    <a16:creationId xmlns:a16="http://schemas.microsoft.com/office/drawing/2014/main" id="{CB365FB5-FF0F-98BA-21C1-B7D7CE9637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9" name="Freeform 275">
                <a:extLst>
                  <a:ext uri="{FF2B5EF4-FFF2-40B4-BE49-F238E27FC236}">
                    <a16:creationId xmlns:a16="http://schemas.microsoft.com/office/drawing/2014/main" id="{A7248DF7-875D-98AD-0653-87284D27C4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0" name="Freeform 276">
                <a:extLst>
                  <a:ext uri="{FF2B5EF4-FFF2-40B4-BE49-F238E27FC236}">
                    <a16:creationId xmlns:a16="http://schemas.microsoft.com/office/drawing/2014/main" id="{9B017527-3905-7536-FAED-80D20D833B5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277">
                <a:extLst>
                  <a:ext uri="{FF2B5EF4-FFF2-40B4-BE49-F238E27FC236}">
                    <a16:creationId xmlns:a16="http://schemas.microsoft.com/office/drawing/2014/main" id="{053F3734-76C9-DED9-17AA-5E04FE6765C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2" name="Group 521">
            <a:extLst>
              <a:ext uri="{FF2B5EF4-FFF2-40B4-BE49-F238E27FC236}">
                <a16:creationId xmlns:a16="http://schemas.microsoft.com/office/drawing/2014/main" id="{5938E03A-94BA-054B-1CA7-EAD19AA83C98}"/>
              </a:ext>
            </a:extLst>
          </p:cNvPr>
          <p:cNvGrpSpPr/>
          <p:nvPr/>
        </p:nvGrpSpPr>
        <p:grpSpPr>
          <a:xfrm>
            <a:off x="6526620" y="3222178"/>
            <a:ext cx="597931" cy="300817"/>
            <a:chOff x="7493876" y="2774731"/>
            <a:chExt cx="1481958" cy="894622"/>
          </a:xfrm>
        </p:grpSpPr>
        <p:sp>
          <p:nvSpPr>
            <p:cNvPr id="523" name="Freeform 279">
              <a:extLst>
                <a:ext uri="{FF2B5EF4-FFF2-40B4-BE49-F238E27FC236}">
                  <a16:creationId xmlns:a16="http://schemas.microsoft.com/office/drawing/2014/main" id="{C50AF430-7ABB-B52C-D76E-8D68429E2AB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4" name="Oval 523">
              <a:extLst>
                <a:ext uri="{FF2B5EF4-FFF2-40B4-BE49-F238E27FC236}">
                  <a16:creationId xmlns:a16="http://schemas.microsoft.com/office/drawing/2014/main" id="{52695516-F597-A0CB-5353-E444699E41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5" name="Group 524">
              <a:extLst>
                <a:ext uri="{FF2B5EF4-FFF2-40B4-BE49-F238E27FC236}">
                  <a16:creationId xmlns:a16="http://schemas.microsoft.com/office/drawing/2014/main" id="{747545E2-FC88-0F24-5852-0A80AC9DC0AD}"/>
                </a:ext>
              </a:extLst>
            </p:cNvPr>
            <p:cNvGrpSpPr/>
            <p:nvPr/>
          </p:nvGrpSpPr>
          <p:grpSpPr>
            <a:xfrm>
              <a:off x="7713663" y="2848339"/>
              <a:ext cx="1042107" cy="425543"/>
              <a:chOff x="7786941" y="2884917"/>
              <a:chExt cx="897649" cy="353919"/>
            </a:xfrm>
          </p:grpSpPr>
          <p:sp>
            <p:nvSpPr>
              <p:cNvPr id="526" name="Freeform 282">
                <a:extLst>
                  <a:ext uri="{FF2B5EF4-FFF2-40B4-BE49-F238E27FC236}">
                    <a16:creationId xmlns:a16="http://schemas.microsoft.com/office/drawing/2014/main" id="{B5101EE5-7B2E-BFA7-87F8-187388E4FF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283">
                <a:extLst>
                  <a:ext uri="{FF2B5EF4-FFF2-40B4-BE49-F238E27FC236}">
                    <a16:creationId xmlns:a16="http://schemas.microsoft.com/office/drawing/2014/main" id="{AC4D3A65-DC44-BC4F-6DE1-0F354173BA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284">
                <a:extLst>
                  <a:ext uri="{FF2B5EF4-FFF2-40B4-BE49-F238E27FC236}">
                    <a16:creationId xmlns:a16="http://schemas.microsoft.com/office/drawing/2014/main" id="{9C54CA55-40F1-A39D-1B6C-25C65F2DAC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285">
                <a:extLst>
                  <a:ext uri="{FF2B5EF4-FFF2-40B4-BE49-F238E27FC236}">
                    <a16:creationId xmlns:a16="http://schemas.microsoft.com/office/drawing/2014/main" id="{FB98D36D-AF50-46B8-0DE8-5F7A709FB6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0" name="Group 529">
            <a:extLst>
              <a:ext uri="{FF2B5EF4-FFF2-40B4-BE49-F238E27FC236}">
                <a16:creationId xmlns:a16="http://schemas.microsoft.com/office/drawing/2014/main" id="{2967D737-A4A5-0DB1-263A-88BD33B8121B}"/>
              </a:ext>
            </a:extLst>
          </p:cNvPr>
          <p:cNvGrpSpPr/>
          <p:nvPr/>
        </p:nvGrpSpPr>
        <p:grpSpPr>
          <a:xfrm>
            <a:off x="7683227" y="3484796"/>
            <a:ext cx="597931" cy="300817"/>
            <a:chOff x="7493876" y="2774731"/>
            <a:chExt cx="1481958" cy="894622"/>
          </a:xfrm>
        </p:grpSpPr>
        <p:sp>
          <p:nvSpPr>
            <p:cNvPr id="531" name="Freeform 287">
              <a:extLst>
                <a:ext uri="{FF2B5EF4-FFF2-40B4-BE49-F238E27FC236}">
                  <a16:creationId xmlns:a16="http://schemas.microsoft.com/office/drawing/2014/main" id="{FE4B2B8B-F206-C26B-FFEF-49BE2AD580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AD01EBF2-892E-0FF5-EBB9-9162A736B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7ADE0F3C-3A6A-018E-17A1-21F314E8FDEA}"/>
                </a:ext>
              </a:extLst>
            </p:cNvPr>
            <p:cNvGrpSpPr/>
            <p:nvPr/>
          </p:nvGrpSpPr>
          <p:grpSpPr>
            <a:xfrm>
              <a:off x="7713663" y="2848339"/>
              <a:ext cx="1042107" cy="425543"/>
              <a:chOff x="7786941" y="2884917"/>
              <a:chExt cx="897649" cy="353919"/>
            </a:xfrm>
          </p:grpSpPr>
          <p:sp>
            <p:nvSpPr>
              <p:cNvPr id="534" name="Freeform 290">
                <a:extLst>
                  <a:ext uri="{FF2B5EF4-FFF2-40B4-BE49-F238E27FC236}">
                    <a16:creationId xmlns:a16="http://schemas.microsoft.com/office/drawing/2014/main" id="{60EE18D2-526A-6684-DCB4-9A72759943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291">
                <a:extLst>
                  <a:ext uri="{FF2B5EF4-FFF2-40B4-BE49-F238E27FC236}">
                    <a16:creationId xmlns:a16="http://schemas.microsoft.com/office/drawing/2014/main" id="{0DB3D5F7-DD4C-566B-4B8D-D55D8A013B7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292">
                <a:extLst>
                  <a:ext uri="{FF2B5EF4-FFF2-40B4-BE49-F238E27FC236}">
                    <a16:creationId xmlns:a16="http://schemas.microsoft.com/office/drawing/2014/main" id="{46FF5194-B672-C368-C20B-B27F5B6D9C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293">
                <a:extLst>
                  <a:ext uri="{FF2B5EF4-FFF2-40B4-BE49-F238E27FC236}">
                    <a16:creationId xmlns:a16="http://schemas.microsoft.com/office/drawing/2014/main" id="{AC4EB50B-1875-1AE9-5067-375214FFA1B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9FCC303E-50DA-8639-14BB-AD5916FEBA70}"/>
              </a:ext>
            </a:extLst>
          </p:cNvPr>
          <p:cNvGrpSpPr/>
          <p:nvPr/>
        </p:nvGrpSpPr>
        <p:grpSpPr>
          <a:xfrm>
            <a:off x="5374095" y="3490239"/>
            <a:ext cx="597931" cy="300817"/>
            <a:chOff x="7493876" y="2774731"/>
            <a:chExt cx="1481958" cy="894622"/>
          </a:xfrm>
        </p:grpSpPr>
        <p:sp>
          <p:nvSpPr>
            <p:cNvPr id="539" name="Freeform 295">
              <a:extLst>
                <a:ext uri="{FF2B5EF4-FFF2-40B4-BE49-F238E27FC236}">
                  <a16:creationId xmlns:a16="http://schemas.microsoft.com/office/drawing/2014/main" id="{7BA34811-6A36-0752-AE15-2B559C737A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473CBBBB-E476-4DAA-FE98-6186938DD15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05F74567-D3A9-F527-4E8B-DC03CE58C6C5}"/>
                </a:ext>
              </a:extLst>
            </p:cNvPr>
            <p:cNvGrpSpPr/>
            <p:nvPr/>
          </p:nvGrpSpPr>
          <p:grpSpPr>
            <a:xfrm>
              <a:off x="7713663" y="2848339"/>
              <a:ext cx="1042107" cy="425543"/>
              <a:chOff x="7786941" y="2884917"/>
              <a:chExt cx="897649" cy="353919"/>
            </a:xfrm>
          </p:grpSpPr>
          <p:sp>
            <p:nvSpPr>
              <p:cNvPr id="542" name="Freeform 298">
                <a:extLst>
                  <a:ext uri="{FF2B5EF4-FFF2-40B4-BE49-F238E27FC236}">
                    <a16:creationId xmlns:a16="http://schemas.microsoft.com/office/drawing/2014/main" id="{6FEFCA05-6DAE-937C-7F3D-DE710729E2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299">
                <a:extLst>
                  <a:ext uri="{FF2B5EF4-FFF2-40B4-BE49-F238E27FC236}">
                    <a16:creationId xmlns:a16="http://schemas.microsoft.com/office/drawing/2014/main" id="{628A464F-203B-E12D-FBA4-B31DCC22C53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300">
                <a:extLst>
                  <a:ext uri="{FF2B5EF4-FFF2-40B4-BE49-F238E27FC236}">
                    <a16:creationId xmlns:a16="http://schemas.microsoft.com/office/drawing/2014/main" id="{73293690-996B-32F4-CC84-A0C259A7E18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301">
                <a:extLst>
                  <a:ext uri="{FF2B5EF4-FFF2-40B4-BE49-F238E27FC236}">
                    <a16:creationId xmlns:a16="http://schemas.microsoft.com/office/drawing/2014/main" id="{CB30AEA5-487D-3A04-0E65-05434CDA30D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CCD5EDB0-F4B5-5939-38F5-0ED779D06D1B}"/>
              </a:ext>
            </a:extLst>
          </p:cNvPr>
          <p:cNvGrpSpPr/>
          <p:nvPr/>
        </p:nvGrpSpPr>
        <p:grpSpPr>
          <a:xfrm>
            <a:off x="8317285" y="3642639"/>
            <a:ext cx="3684736" cy="1287698"/>
            <a:chOff x="8317285" y="4023639"/>
            <a:chExt cx="3684736" cy="1287698"/>
          </a:xfrm>
        </p:grpSpPr>
        <p:sp>
          <p:nvSpPr>
            <p:cNvPr id="547" name="Rectangle 546">
              <a:extLst>
                <a:ext uri="{FF2B5EF4-FFF2-40B4-BE49-F238E27FC236}">
                  <a16:creationId xmlns:a16="http://schemas.microsoft.com/office/drawing/2014/main" id="{B7B61939-BCF0-2F18-693C-8A7F386D31B6}"/>
                </a:ext>
              </a:extLst>
            </p:cNvPr>
            <p:cNvSpPr/>
            <p:nvPr/>
          </p:nvSpPr>
          <p:spPr>
            <a:xfrm>
              <a:off x="9454304" y="4098697"/>
              <a:ext cx="2547717" cy="1212640"/>
            </a:xfrm>
            <a:prstGeom prst="rect">
              <a:avLst/>
            </a:prstGeom>
          </p:spPr>
          <p:txBody>
            <a:bodyPr wrap="square">
              <a:spAutoFit/>
            </a:bodyPr>
            <a:lstStyle/>
            <a:p>
              <a:pPr algn="r" rtl="1">
                <a:lnSpc>
                  <a:spcPct val="130000"/>
                </a:lnSpc>
              </a:pPr>
              <a:r>
                <a:rPr lang="fa-IR" altLang="ja-JP" sz="1400" b="1" dirty="0">
                  <a:solidFill>
                    <a:srgbClr val="C00000"/>
                  </a:solidFill>
                  <a:latin typeface="IRANSans(FaNum)" panose="02040503050201020203" pitchFamily="18" charset="-78"/>
                  <a:cs typeface="IRANSans(FaNum)" panose="02040503050201020203" pitchFamily="18" charset="-78"/>
                </a:rPr>
                <a:t>مسیریاب‌های ستون فقرات (</a:t>
              </a:r>
              <a:r>
                <a:rPr lang="en-US" altLang="ja-JP" sz="1400" b="1" dirty="0">
                  <a:solidFill>
                    <a:srgbClr val="C00000"/>
                  </a:solidFill>
                  <a:latin typeface="IRANSans(FaNum)" panose="02040503050201020203" pitchFamily="18" charset="-78"/>
                  <a:cs typeface="IRANSans(FaNum)" panose="02040503050201020203" pitchFamily="18" charset="-78"/>
                </a:rPr>
                <a:t>backbone router</a:t>
              </a:r>
              <a:r>
                <a:rPr lang="fa-IR" altLang="ja-JP" sz="1400" b="1" dirty="0">
                  <a:solidFill>
                    <a:srgbClr val="C00000"/>
                  </a:solidFill>
                  <a:latin typeface="IRANSans(FaNum)" panose="02040503050201020203" pitchFamily="18" charset="-78"/>
                  <a:cs typeface="IRANSans(FaNum)" panose="02040503050201020203" pitchFamily="18" charset="-78"/>
                </a:rPr>
                <a:t>):</a:t>
              </a:r>
            </a:p>
            <a:p>
              <a:pPr marL="288000" indent="-144000" algn="r" rtl="1">
                <a:lnSpc>
                  <a:spcPct val="130000"/>
                </a:lnSpc>
                <a:buFont typeface="Arial" panose="020B0604020202020204" pitchFamily="34" charset="0"/>
                <a:buChar char="•"/>
              </a:pPr>
              <a:r>
                <a:rPr lang="fa-IR" altLang="ja-JP" sz="1400" b="1" dirty="0">
                  <a:latin typeface="IRANSans(FaNum)" panose="02040503050201020203" pitchFamily="18" charset="-78"/>
                  <a:cs typeface="IRANSans(FaNum)" panose="02040503050201020203" pitchFamily="18" charset="-78"/>
                </a:rPr>
                <a:t>اجرای پروتکل </a:t>
              </a:r>
              <a:r>
                <a:rPr lang="en-US" altLang="ja-JP" sz="1400" b="1" dirty="0">
                  <a:latin typeface="IRANSans(FaNum)" panose="02040503050201020203" pitchFamily="18" charset="-78"/>
                  <a:cs typeface="IRANSans(FaNum)" panose="02040503050201020203" pitchFamily="18" charset="-78"/>
                </a:rPr>
                <a:t>OSPF</a:t>
              </a:r>
              <a:r>
                <a:rPr lang="fa-IR" altLang="ja-JP" sz="1400" b="1" dirty="0">
                  <a:latin typeface="IRANSans(FaNum)" panose="02040503050201020203" pitchFamily="18" charset="-78"/>
                  <a:cs typeface="IRANSans(FaNum)" panose="02040503050201020203" pitchFamily="18" charset="-78"/>
                </a:rPr>
                <a:t> در محدوده ناحیه ستون فقرات</a:t>
              </a:r>
              <a:endParaRPr lang="en-US" sz="1400" b="1" dirty="0">
                <a:latin typeface="IRANSans(FaNum)" panose="02040503050201020203" pitchFamily="18" charset="-78"/>
                <a:cs typeface="IRANSans(FaNum)" panose="02040503050201020203" pitchFamily="18" charset="-78"/>
              </a:endParaRPr>
            </a:p>
          </p:txBody>
        </p:sp>
        <p:cxnSp>
          <p:nvCxnSpPr>
            <p:cNvPr id="548" name="Straight Arrow Connector 547">
              <a:extLst>
                <a:ext uri="{FF2B5EF4-FFF2-40B4-BE49-F238E27FC236}">
                  <a16:creationId xmlns:a16="http://schemas.microsoft.com/office/drawing/2014/main" id="{EF3472D8-A2DA-A081-D700-2B57F86C3771}"/>
                </a:ext>
              </a:extLst>
            </p:cNvPr>
            <p:cNvCxnSpPr>
              <a:cxnSpLocks/>
            </p:cNvCxnSpPr>
            <p:nvPr/>
          </p:nvCxnSpPr>
          <p:spPr>
            <a:xfrm flipH="1" flipV="1">
              <a:off x="8317285" y="4023639"/>
              <a:ext cx="1707000" cy="265666"/>
            </a:xfrm>
            <a:prstGeom prst="straightConnector1">
              <a:avLst/>
            </a:prstGeom>
            <a:ln w="12700">
              <a:solidFill>
                <a:srgbClr val="C00000"/>
              </a:solidFill>
              <a:prstDash val="sysDash"/>
              <a:tailEnd type="triangle"/>
            </a:ln>
          </p:spPr>
          <p:style>
            <a:lnRef idx="1">
              <a:schemeClr val="accent1"/>
            </a:lnRef>
            <a:fillRef idx="0">
              <a:schemeClr val="accent1"/>
            </a:fillRef>
            <a:effectRef idx="0">
              <a:schemeClr val="accent1"/>
            </a:effectRef>
            <a:fontRef idx="minor">
              <a:schemeClr val="tx1"/>
            </a:fontRef>
          </p:style>
        </p:cxnSp>
      </p:grpSp>
      <p:grpSp>
        <p:nvGrpSpPr>
          <p:cNvPr id="549" name="Group 548">
            <a:extLst>
              <a:ext uri="{FF2B5EF4-FFF2-40B4-BE49-F238E27FC236}">
                <a16:creationId xmlns:a16="http://schemas.microsoft.com/office/drawing/2014/main" id="{50B60439-51B2-AB8D-049F-D2CDD867FF4D}"/>
              </a:ext>
            </a:extLst>
          </p:cNvPr>
          <p:cNvGrpSpPr/>
          <p:nvPr/>
        </p:nvGrpSpPr>
        <p:grpSpPr>
          <a:xfrm>
            <a:off x="7166977" y="2992753"/>
            <a:ext cx="4824337" cy="652486"/>
            <a:chOff x="7166977" y="3195953"/>
            <a:chExt cx="4411378" cy="652486"/>
          </a:xfrm>
        </p:grpSpPr>
        <p:sp>
          <p:nvSpPr>
            <p:cNvPr id="550" name="Rectangle 549">
              <a:extLst>
                <a:ext uri="{FF2B5EF4-FFF2-40B4-BE49-F238E27FC236}">
                  <a16:creationId xmlns:a16="http://schemas.microsoft.com/office/drawing/2014/main" id="{78E6D6E4-2164-72E9-CB3C-23219D1C5662}"/>
                </a:ext>
              </a:extLst>
            </p:cNvPr>
            <p:cNvSpPr/>
            <p:nvPr/>
          </p:nvSpPr>
          <p:spPr>
            <a:xfrm>
              <a:off x="8668433" y="3195953"/>
              <a:ext cx="2909922" cy="652486"/>
            </a:xfrm>
            <a:prstGeom prst="rect">
              <a:avLst/>
            </a:prstGeom>
          </p:spPr>
          <p:txBody>
            <a:bodyPr wrap="square">
              <a:spAutoFit/>
            </a:bodyPr>
            <a:lstStyle/>
            <a:p>
              <a:pPr algn="r" rtl="1">
                <a:lnSpc>
                  <a:spcPct val="130000"/>
                </a:lnSpc>
              </a:pPr>
              <a:r>
                <a:rPr lang="fa-IR" altLang="ja-JP" sz="1400" b="1" dirty="0">
                  <a:solidFill>
                    <a:srgbClr val="C00000"/>
                  </a:solidFill>
                  <a:latin typeface="IRANSans(FaNum)" panose="02040503050201020203" pitchFamily="18" charset="-78"/>
                  <a:cs typeface="IRANSans(FaNum)" panose="02040503050201020203" pitchFamily="18" charset="-78"/>
                </a:rPr>
                <a:t>مسیریاب سرحدی (</a:t>
              </a:r>
              <a:r>
                <a:rPr lang="en-US" altLang="ja-JP" sz="1400" b="1" dirty="0">
                  <a:solidFill>
                    <a:srgbClr val="C00000"/>
                  </a:solidFill>
                  <a:latin typeface="IRANSans(FaNum)" panose="02040503050201020203" pitchFamily="18" charset="-78"/>
                  <a:cs typeface="IRANSans(FaNum)" panose="02040503050201020203" pitchFamily="18" charset="-78"/>
                </a:rPr>
                <a:t>boundary router</a:t>
              </a:r>
              <a:r>
                <a:rPr lang="fa-IR" altLang="ja-JP" sz="1400" b="1" dirty="0">
                  <a:solidFill>
                    <a:srgbClr val="C00000"/>
                  </a:solidFill>
                  <a:latin typeface="IRANSans(FaNum)" panose="02040503050201020203" pitchFamily="18" charset="-78"/>
                  <a:cs typeface="IRANSans(FaNum)" panose="02040503050201020203" pitchFamily="18" charset="-78"/>
                </a:rPr>
                <a:t>):</a:t>
              </a:r>
              <a:endParaRPr lang="en-US" altLang="ja-JP" sz="1400" b="1" dirty="0">
                <a:solidFill>
                  <a:srgbClr val="C00000"/>
                </a:solidFill>
                <a:latin typeface="IRANSans(FaNum)" panose="02040503050201020203" pitchFamily="18" charset="-78"/>
                <a:cs typeface="IRANSans(FaNum)" panose="02040503050201020203" pitchFamily="18" charset="-78"/>
              </a:endParaRPr>
            </a:p>
            <a:p>
              <a:pPr marL="288000" indent="-144000" algn="r" rtl="1">
                <a:lnSpc>
                  <a:spcPct val="130000"/>
                </a:lnSpc>
                <a:buFont typeface="Arial" panose="020B0604020202020204" pitchFamily="34" charset="0"/>
                <a:buChar char="•"/>
              </a:pPr>
              <a:r>
                <a:rPr lang="fa-IR" altLang="ja-JP" sz="1400" b="1" dirty="0">
                  <a:latin typeface="IRANSans(FaNum)" panose="02040503050201020203" pitchFamily="18" charset="-78"/>
                  <a:cs typeface="IRANSans(FaNum)" panose="02040503050201020203" pitchFamily="18" charset="-78"/>
                </a:rPr>
                <a:t> اتصال با </a:t>
              </a:r>
              <a:r>
                <a:rPr lang="en-US" altLang="ja-JP" sz="1400" b="1" dirty="0">
                  <a:latin typeface="IRANSans(FaNum)" panose="02040503050201020203" pitchFamily="18" charset="-78"/>
                  <a:cs typeface="IRANSans(FaNum)" panose="02040503050201020203" pitchFamily="18" charset="-78"/>
                </a:rPr>
                <a:t>As</a:t>
              </a:r>
              <a:r>
                <a:rPr lang="fa-IR" altLang="ja-JP" sz="1400" b="1" dirty="0">
                  <a:latin typeface="IRANSans(FaNum)" panose="02040503050201020203" pitchFamily="18" charset="-78"/>
                  <a:cs typeface="IRANSans(FaNum)" panose="02040503050201020203" pitchFamily="18" charset="-78"/>
                </a:rPr>
                <a:t>های دیگر</a:t>
              </a:r>
              <a:endParaRPr lang="en-US" sz="1400" b="1" dirty="0">
                <a:latin typeface="IRANSans(FaNum)" panose="02040503050201020203" pitchFamily="18" charset="-78"/>
                <a:cs typeface="IRANSans(FaNum)" panose="02040503050201020203" pitchFamily="18" charset="-78"/>
              </a:endParaRPr>
            </a:p>
          </p:txBody>
        </p:sp>
        <p:cxnSp>
          <p:nvCxnSpPr>
            <p:cNvPr id="551" name="Straight Arrow Connector 550">
              <a:extLst>
                <a:ext uri="{FF2B5EF4-FFF2-40B4-BE49-F238E27FC236}">
                  <a16:creationId xmlns:a16="http://schemas.microsoft.com/office/drawing/2014/main" id="{23A62952-12FB-AF22-4020-89693FF528ED}"/>
                </a:ext>
              </a:extLst>
            </p:cNvPr>
            <p:cNvCxnSpPr>
              <a:cxnSpLocks/>
            </p:cNvCxnSpPr>
            <p:nvPr/>
          </p:nvCxnSpPr>
          <p:spPr>
            <a:xfrm flipH="1">
              <a:off x="7166977" y="3404715"/>
              <a:ext cx="1640432" cy="117186"/>
            </a:xfrm>
            <a:prstGeom prst="straightConnector1">
              <a:avLst/>
            </a:prstGeom>
            <a:ln w="12700">
              <a:solidFill>
                <a:srgbClr val="C00000"/>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CF24CC42-F71E-2FE0-36F8-AE8C2A483D3E}"/>
              </a:ext>
            </a:extLst>
          </p:cNvPr>
          <p:cNvGrpSpPr/>
          <p:nvPr/>
        </p:nvGrpSpPr>
        <p:grpSpPr>
          <a:xfrm>
            <a:off x="198550" y="4498777"/>
            <a:ext cx="3922970" cy="1772793"/>
            <a:chOff x="198550" y="4701977"/>
            <a:chExt cx="3922970" cy="1772793"/>
          </a:xfrm>
        </p:grpSpPr>
        <p:sp>
          <p:nvSpPr>
            <p:cNvPr id="553" name="Rectangle 552">
              <a:extLst>
                <a:ext uri="{FF2B5EF4-FFF2-40B4-BE49-F238E27FC236}">
                  <a16:creationId xmlns:a16="http://schemas.microsoft.com/office/drawing/2014/main" id="{55F9B078-9129-8129-6BF4-4234341F7018}"/>
                </a:ext>
              </a:extLst>
            </p:cNvPr>
            <p:cNvSpPr/>
            <p:nvPr/>
          </p:nvSpPr>
          <p:spPr>
            <a:xfrm>
              <a:off x="198550" y="4701977"/>
              <a:ext cx="3356394" cy="1772793"/>
            </a:xfrm>
            <a:prstGeom prst="rect">
              <a:avLst/>
            </a:prstGeom>
          </p:spPr>
          <p:txBody>
            <a:bodyPr wrap="square">
              <a:spAutoFit/>
            </a:bodyPr>
            <a:lstStyle/>
            <a:p>
              <a:pPr algn="r" rtl="1">
                <a:lnSpc>
                  <a:spcPct val="130000"/>
                </a:lnSpc>
              </a:pPr>
              <a:r>
                <a:rPr lang="fa-IR" altLang="ja-JP" sz="1400" b="1" dirty="0">
                  <a:solidFill>
                    <a:srgbClr val="C00000"/>
                  </a:solidFill>
                  <a:latin typeface="IRANSans(FaNum)" panose="02040503050201020203" pitchFamily="18" charset="-78"/>
                  <a:cs typeface="IRANSans(FaNum)" panose="02040503050201020203" pitchFamily="18" charset="-78"/>
                </a:rPr>
                <a:t>مسیریاب‌های محلی (</a:t>
              </a:r>
              <a:r>
                <a:rPr lang="en-US" altLang="ja-JP" sz="1400" b="1" dirty="0">
                  <a:solidFill>
                    <a:srgbClr val="C00000"/>
                  </a:solidFill>
                  <a:latin typeface="IRANSans(FaNum)" panose="02040503050201020203" pitchFamily="18" charset="-78"/>
                  <a:cs typeface="IRANSans(FaNum)" panose="02040503050201020203" pitchFamily="18" charset="-78"/>
                </a:rPr>
                <a:t>local routers</a:t>
              </a:r>
              <a:r>
                <a:rPr lang="fa-IR" altLang="ja-JP" sz="1400" b="1" dirty="0">
                  <a:solidFill>
                    <a:srgbClr val="C00000"/>
                  </a:solidFill>
                  <a:latin typeface="IRANSans(FaNum)" panose="02040503050201020203" pitchFamily="18" charset="-78"/>
                  <a:cs typeface="IRANSans(FaNum)" panose="02040503050201020203" pitchFamily="18" charset="-78"/>
                </a:rPr>
                <a:t>):</a:t>
              </a:r>
              <a:r>
                <a:rPr lang="en-US" altLang="ja-JP" sz="1400" b="1" dirty="0">
                  <a:solidFill>
                    <a:srgbClr val="C00000"/>
                  </a:solidFill>
                  <a:latin typeface="IRANSans(FaNum)" panose="02040503050201020203" pitchFamily="18" charset="-78"/>
                  <a:cs typeface="IRANSans(FaNum)" panose="02040503050201020203" pitchFamily="18" charset="-78"/>
                </a:rPr>
                <a:t> </a:t>
              </a:r>
            </a:p>
            <a:p>
              <a:pPr marL="288000" indent="-144000" algn="r" rtl="1">
                <a:lnSpc>
                  <a:spcPct val="130000"/>
                </a:lnSpc>
                <a:buFont typeface="Arial" panose="020B0604020202020204" pitchFamily="34" charset="0"/>
                <a:buChar char="•"/>
              </a:pPr>
              <a:r>
                <a:rPr lang="fa-IR" altLang="ja-JP" sz="1400" b="1" dirty="0">
                  <a:latin typeface="IRANSans(FaNum)" panose="02040503050201020203" pitchFamily="18" charset="-78"/>
                  <a:cs typeface="IRANSans(FaNum)" panose="02040503050201020203" pitchFamily="18" charset="-78"/>
                </a:rPr>
                <a:t>پخش سیل‌آسا وضعیت لینک فقط در داخل ناحیه</a:t>
              </a:r>
            </a:p>
            <a:p>
              <a:pPr marL="288000" indent="-144000" algn="r" rtl="1">
                <a:lnSpc>
                  <a:spcPct val="130000"/>
                </a:lnSpc>
                <a:buFont typeface="Arial" panose="020B0604020202020204" pitchFamily="34" charset="0"/>
                <a:buChar char="•"/>
              </a:pPr>
              <a:r>
                <a:rPr lang="fa-IR" altLang="ja-JP" sz="1400" b="1" dirty="0">
                  <a:latin typeface="IRANSans(FaNum)" panose="02040503050201020203" pitchFamily="18" charset="-78"/>
                  <a:cs typeface="IRANSans(FaNum)" panose="02040503050201020203" pitchFamily="18" charset="-78"/>
                </a:rPr>
                <a:t>انجام محاسبات مسیریابی درون ناحیه</a:t>
              </a:r>
            </a:p>
            <a:p>
              <a:pPr marL="288000" indent="-144000" algn="r" rtl="1">
                <a:lnSpc>
                  <a:spcPct val="130000"/>
                </a:lnSpc>
                <a:buFont typeface="Arial" panose="020B0604020202020204" pitchFamily="34" charset="0"/>
                <a:buChar char="•"/>
              </a:pPr>
              <a:r>
                <a:rPr lang="fa-IR" altLang="ja-JP" sz="1400" b="1" dirty="0">
                  <a:latin typeface="IRANSans(FaNum)" panose="02040503050201020203" pitchFamily="18" charset="-78"/>
                  <a:cs typeface="IRANSans(FaNum)" panose="02040503050201020203" pitchFamily="18" charset="-78"/>
                </a:rPr>
                <a:t>ارسال (جلورانی) بسته‌های با مقصد خارج ناحیه به مسیریاب مرزی ناحیه</a:t>
              </a:r>
              <a:endParaRPr lang="en-US" sz="1400" b="1" dirty="0">
                <a:latin typeface="IRANSans(FaNum)" panose="02040503050201020203" pitchFamily="18" charset="-78"/>
                <a:cs typeface="IRANSans(FaNum)" panose="02040503050201020203" pitchFamily="18" charset="-78"/>
              </a:endParaRPr>
            </a:p>
          </p:txBody>
        </p:sp>
        <p:cxnSp>
          <p:nvCxnSpPr>
            <p:cNvPr id="554" name="Straight Connector 553">
              <a:extLst>
                <a:ext uri="{FF2B5EF4-FFF2-40B4-BE49-F238E27FC236}">
                  <a16:creationId xmlns:a16="http://schemas.microsoft.com/office/drawing/2014/main" id="{5FB923C9-3943-CB29-7CF2-AA3E79B19B53}"/>
                </a:ext>
              </a:extLst>
            </p:cNvPr>
            <p:cNvCxnSpPr>
              <a:cxnSpLocks/>
            </p:cNvCxnSpPr>
            <p:nvPr/>
          </p:nvCxnSpPr>
          <p:spPr>
            <a:xfrm>
              <a:off x="3520532" y="4918408"/>
              <a:ext cx="600988" cy="105023"/>
            </a:xfrm>
            <a:prstGeom prst="line">
              <a:avLst/>
            </a:prstGeom>
            <a:ln w="12700">
              <a:solidFill>
                <a:srgbClr val="C00000"/>
              </a:solidFill>
              <a:prstDash val="sysDash"/>
              <a:tailEnd type="triangle"/>
            </a:ln>
          </p:spPr>
          <p:style>
            <a:lnRef idx="1">
              <a:schemeClr val="accent1"/>
            </a:lnRef>
            <a:fillRef idx="0">
              <a:schemeClr val="accent1"/>
            </a:fillRef>
            <a:effectRef idx="0">
              <a:schemeClr val="accent1"/>
            </a:effectRef>
            <a:fontRef idx="minor">
              <a:schemeClr val="tx1"/>
            </a:fontRef>
          </p:style>
        </p:cxnSp>
      </p:grpSp>
      <p:sp>
        <p:nvSpPr>
          <p:cNvPr id="37" name="Line 242">
            <a:extLst>
              <a:ext uri="{FF2B5EF4-FFF2-40B4-BE49-F238E27FC236}">
                <a16:creationId xmlns:a16="http://schemas.microsoft.com/office/drawing/2014/main" id="{5DBA6A72-D6C1-5427-4FA9-02CACEC197B9}"/>
              </a:ext>
            </a:extLst>
          </p:cNvPr>
          <p:cNvSpPr>
            <a:spLocks noChangeShapeType="1"/>
          </p:cNvSpPr>
          <p:nvPr/>
        </p:nvSpPr>
        <p:spPr bwMode="auto">
          <a:xfrm flipV="1">
            <a:off x="8529139" y="5656070"/>
            <a:ext cx="432000" cy="216000"/>
          </a:xfrm>
          <a:prstGeom prst="line">
            <a:avLst/>
          </a:prstGeom>
          <a:noFill/>
          <a:ln w="9525">
            <a:solidFill>
              <a:srgbClr val="CC0000"/>
            </a:solidFill>
            <a:prstDash val="sysDash"/>
            <a:round/>
            <a:headEnd/>
            <a:tailEnd type="triangle" w="med" len="med"/>
          </a:ln>
          <a:extLst>
            <a:ext uri="{909E8E84-426E-40dd-AFC4-6F175D3DCCD1}">
              <a14:hiddenFill xmlns="" xmlns:a14="http://schemas.microsoft.com/office/drawing/2010/main">
                <a:noFill/>
              </a14:hiddenFill>
            </a:ext>
          </a:extLst>
        </p:spPr>
        <p:txBody>
          <a:bodyPr wrap="none"/>
          <a:lstStyle/>
          <a:p>
            <a:endParaRPr lang="en-US" dirty="0"/>
          </a:p>
        </p:txBody>
      </p:sp>
      <p:grpSp>
        <p:nvGrpSpPr>
          <p:cNvPr id="8" name="Group 7">
            <a:extLst>
              <a:ext uri="{FF2B5EF4-FFF2-40B4-BE49-F238E27FC236}">
                <a16:creationId xmlns:a16="http://schemas.microsoft.com/office/drawing/2014/main" id="{89643F17-5590-92EB-E1F0-F43190C0438E}"/>
              </a:ext>
            </a:extLst>
          </p:cNvPr>
          <p:cNvGrpSpPr/>
          <p:nvPr/>
        </p:nvGrpSpPr>
        <p:grpSpPr>
          <a:xfrm>
            <a:off x="17502" y="3250970"/>
            <a:ext cx="4557926" cy="1212640"/>
            <a:chOff x="55080" y="3454170"/>
            <a:chExt cx="4557926" cy="1212640"/>
          </a:xfrm>
        </p:grpSpPr>
        <p:sp>
          <p:nvSpPr>
            <p:cNvPr id="9" name="Rectangle 8">
              <a:extLst>
                <a:ext uri="{FF2B5EF4-FFF2-40B4-BE49-F238E27FC236}">
                  <a16:creationId xmlns:a16="http://schemas.microsoft.com/office/drawing/2014/main" id="{E739F07A-6499-8D7D-18D5-AA9A615DA905}"/>
                </a:ext>
              </a:extLst>
            </p:cNvPr>
            <p:cNvSpPr/>
            <p:nvPr/>
          </p:nvSpPr>
          <p:spPr>
            <a:xfrm>
              <a:off x="55080" y="3454170"/>
              <a:ext cx="3886627" cy="1212640"/>
            </a:xfrm>
            <a:prstGeom prst="rect">
              <a:avLst/>
            </a:prstGeom>
          </p:spPr>
          <p:txBody>
            <a:bodyPr wrap="square">
              <a:spAutoFit/>
            </a:bodyPr>
            <a:lstStyle/>
            <a:p>
              <a:pPr algn="r" rtl="1">
                <a:lnSpc>
                  <a:spcPct val="130000"/>
                </a:lnSpc>
              </a:pPr>
              <a:r>
                <a:rPr lang="fa-IR" altLang="ja-JP" sz="1400" b="1" dirty="0">
                  <a:solidFill>
                    <a:srgbClr val="C00000"/>
                  </a:solidFill>
                  <a:latin typeface="IRANSans(FaNum)" panose="02040503050201020203" pitchFamily="18" charset="-78"/>
                  <a:cs typeface="IRANSans(FaNum)" panose="02040503050201020203" pitchFamily="18" charset="-78"/>
                </a:rPr>
                <a:t>مسیریاب‌های مرز ناحیه (</a:t>
              </a:r>
              <a:r>
                <a:rPr lang="en-US" altLang="ja-JP" sz="1400" b="1" dirty="0">
                  <a:solidFill>
                    <a:srgbClr val="C00000"/>
                  </a:solidFill>
                  <a:latin typeface="IRANSans(FaNum)" panose="02040503050201020203" pitchFamily="18" charset="-78"/>
                  <a:cs typeface="IRANSans(FaNum)" panose="02040503050201020203" pitchFamily="18" charset="-78"/>
                </a:rPr>
                <a:t>area border routers</a:t>
              </a:r>
              <a:r>
                <a:rPr lang="fa-IR" altLang="ja-JP" sz="1400" b="1" dirty="0">
                  <a:solidFill>
                    <a:srgbClr val="C00000"/>
                  </a:solidFill>
                  <a:latin typeface="IRANSans(FaNum)" panose="02040503050201020203" pitchFamily="18" charset="-78"/>
                  <a:cs typeface="IRANSans(FaNum)" panose="02040503050201020203" pitchFamily="18" charset="-78"/>
                </a:rPr>
                <a:t>): </a:t>
              </a:r>
            </a:p>
            <a:p>
              <a:pPr marL="288000" indent="-144000" algn="r" rtl="1">
                <a:lnSpc>
                  <a:spcPct val="130000"/>
                </a:lnSpc>
                <a:buFont typeface="Arial" panose="020B0604020202020204" pitchFamily="34" charset="0"/>
                <a:buChar char="•"/>
              </a:pPr>
              <a:r>
                <a:rPr lang="fa-IR" altLang="ja-JP" sz="1400" b="1" dirty="0">
                  <a:latin typeface="IRANSans(FaNum)" panose="02040503050201020203" pitchFamily="18" charset="-78"/>
                  <a:cs typeface="IRANSans(FaNum)" panose="02040503050201020203" pitchFamily="18" charset="-78"/>
                </a:rPr>
                <a:t>فاصله‌های (هزینه‌های) به مقصدهای داخل ناحیه خودشان را خلاصه کرده و در ناحیه ستون فقرات اعلان می‌کند.</a:t>
              </a:r>
              <a:endParaRPr lang="en-US" sz="1400" b="1" dirty="0">
                <a:latin typeface="IRANSans(FaNum)" panose="02040503050201020203" pitchFamily="18" charset="-78"/>
                <a:cs typeface="IRANSans(FaNum)" panose="02040503050201020203" pitchFamily="18" charset="-78"/>
              </a:endParaRPr>
            </a:p>
          </p:txBody>
        </p:sp>
        <p:cxnSp>
          <p:nvCxnSpPr>
            <p:cNvPr id="11" name="Straight Arrow Connector 10">
              <a:extLst>
                <a:ext uri="{FF2B5EF4-FFF2-40B4-BE49-F238E27FC236}">
                  <a16:creationId xmlns:a16="http://schemas.microsoft.com/office/drawing/2014/main" id="{F1BDCB48-1447-17B2-010E-88D9E6C45B14}"/>
                </a:ext>
              </a:extLst>
            </p:cNvPr>
            <p:cNvCxnSpPr>
              <a:cxnSpLocks/>
            </p:cNvCxnSpPr>
            <p:nvPr/>
          </p:nvCxnSpPr>
          <p:spPr>
            <a:xfrm>
              <a:off x="3929006" y="3722005"/>
              <a:ext cx="684000" cy="612000"/>
            </a:xfrm>
            <a:prstGeom prst="straightConnector1">
              <a:avLst/>
            </a:prstGeom>
            <a:ln w="12700">
              <a:solidFill>
                <a:srgbClr val="C00000"/>
              </a:solidFill>
              <a:prstDash val="sysDash"/>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29321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9">
                                            <p:txEl>
                                              <p:pRg st="1" end="1"/>
                                            </p:txEl>
                                          </p:spTgt>
                                        </p:tgtEl>
                                        <p:attrNameLst>
                                          <p:attrName>style.visibility</p:attrName>
                                        </p:attrNameLst>
                                      </p:cBhvr>
                                      <p:to>
                                        <p:strVal val="visible"/>
                                      </p:to>
                                    </p:set>
                                    <p:animEffect transition="in" filter="fade">
                                      <p:cBhvr>
                                        <p:cTn id="19" dur="1000"/>
                                        <p:tgtEl>
                                          <p:spTgt spid="59">
                                            <p:txEl>
                                              <p:pRg st="1" end="1"/>
                                            </p:txEl>
                                          </p:spTgt>
                                        </p:tgtEl>
                                      </p:cBhvr>
                                    </p:animEffect>
                                    <p:anim calcmode="lin" valueType="num">
                                      <p:cBhvr>
                                        <p:cTn id="20"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59">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59">
                                            <p:txEl>
                                              <p:pRg st="3" end="3"/>
                                            </p:txEl>
                                          </p:spTgt>
                                        </p:tgtEl>
                                        <p:attrNameLst>
                                          <p:attrName>style.visibility</p:attrName>
                                        </p:attrNameLst>
                                      </p:cBhvr>
                                      <p:to>
                                        <p:strVal val="visible"/>
                                      </p:to>
                                    </p:set>
                                    <p:animEffect transition="in" filter="fade">
                                      <p:cBhvr>
                                        <p:cTn id="31" dur="1000"/>
                                        <p:tgtEl>
                                          <p:spTgt spid="59">
                                            <p:txEl>
                                              <p:pRg st="3" end="3"/>
                                            </p:txEl>
                                          </p:spTgt>
                                        </p:tgtEl>
                                      </p:cBhvr>
                                    </p:animEffect>
                                    <p:anim calcmode="lin" valueType="num">
                                      <p:cBhvr>
                                        <p:cTn id="32"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59">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dissolve">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552"/>
                                        </p:tgtEl>
                                        <p:attrNameLst>
                                          <p:attrName>style.visibility</p:attrName>
                                        </p:attrNameLst>
                                      </p:cBhvr>
                                      <p:to>
                                        <p:strVal val="visible"/>
                                      </p:to>
                                    </p:set>
                                    <p:animEffect transition="in" filter="dissolve">
                                      <p:cBhvr>
                                        <p:cTn id="43" dur="500"/>
                                        <p:tgtEl>
                                          <p:spTgt spid="552"/>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549"/>
                                        </p:tgtEl>
                                        <p:attrNameLst>
                                          <p:attrName>style.visibility</p:attrName>
                                        </p:attrNameLst>
                                      </p:cBhvr>
                                      <p:to>
                                        <p:strVal val="visible"/>
                                      </p:to>
                                    </p:set>
                                    <p:animEffect transition="in" filter="dissolve">
                                      <p:cBhvr>
                                        <p:cTn id="48" dur="500"/>
                                        <p:tgtEl>
                                          <p:spTgt spid="549"/>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nodeType="clickEffect">
                                  <p:stCondLst>
                                    <p:cond delay="0"/>
                                  </p:stCondLst>
                                  <p:childTnLst>
                                    <p:set>
                                      <p:cBhvr>
                                        <p:cTn id="52" dur="1" fill="hold">
                                          <p:stCondLst>
                                            <p:cond delay="0"/>
                                          </p:stCondLst>
                                        </p:cTn>
                                        <p:tgtEl>
                                          <p:spTgt spid="546"/>
                                        </p:tgtEl>
                                        <p:attrNameLst>
                                          <p:attrName>style.visibility</p:attrName>
                                        </p:attrNameLst>
                                      </p:cBhvr>
                                      <p:to>
                                        <p:strVal val="visible"/>
                                      </p:to>
                                    </p:set>
                                    <p:animEffect transition="in" filter="dissolve">
                                      <p:cBhvr>
                                        <p:cTn id="53" dur="500"/>
                                        <p:tgtEl>
                                          <p:spTgt spid="5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8"/>
            <a:ext cx="10872871" cy="5159103"/>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lvl="1" indent="-144000">
              <a:lnSpc>
                <a:spcPct val="125000"/>
              </a:lnSpc>
              <a:spcBef>
                <a:spcPts val="600"/>
              </a:spcBef>
              <a:spcAft>
                <a:spcPts val="600"/>
              </a:spcAft>
            </a:pPr>
            <a:r>
              <a:rPr lang="fa-IR" sz="1600" b="1" dirty="0">
                <a:solidFill>
                  <a:srgbClr val="C00000"/>
                </a:solidFill>
                <a:latin typeface="IRANSans(FaNum)" panose="02040503050201020203" pitchFamily="18" charset="-78"/>
              </a:rPr>
              <a:t>پروتکل مسیریابی بین دامنه‌ای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a:t>
            </a:r>
            <a:r>
              <a:rPr lang="en-US" sz="1600" b="1" dirty="0">
                <a:solidFill>
                  <a:srgbClr val="C00000"/>
                </a:solidFill>
                <a:latin typeface="IRANSans(FaNum)" panose="02040503050201020203" pitchFamily="18" charset="-78"/>
              </a:rPr>
              <a:t>Border Gateway Protocol</a:t>
            </a:r>
            <a:r>
              <a:rPr lang="fa-IR" sz="1600" b="1" dirty="0">
                <a:solidFill>
                  <a:srgbClr val="C00000"/>
                </a:solidFill>
                <a:latin typeface="IRANSans(FaNum)" panose="02040503050201020203" pitchFamily="18" charset="-78"/>
              </a:rPr>
              <a:t>): پروتکل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(پروتکل دروازه مرزی)، پروتکل با استاندارد </a:t>
            </a:r>
            <a:r>
              <a:rPr lang="en-US" sz="1600" b="1" dirty="0">
                <a:solidFill>
                  <a:srgbClr val="C00000"/>
                </a:solidFill>
                <a:latin typeface="IRANSans(FaNum)" panose="02040503050201020203" pitchFamily="18" charset="-78"/>
              </a:rPr>
              <a:t>de facto</a:t>
            </a:r>
            <a:r>
              <a:rPr lang="fa-IR" sz="1600" b="1" dirty="0">
                <a:solidFill>
                  <a:srgbClr val="C00000"/>
                </a:solidFill>
                <a:latin typeface="IRANSans(FaNum)" panose="02040503050201020203" pitchFamily="18" charset="-78"/>
              </a:rPr>
              <a:t> برای مسیریابی بین‌دامنه‌ای شبکه اینترنت است.</a:t>
            </a:r>
          </a:p>
          <a:p>
            <a:pPr marL="432000" lvl="2" indent="-144000">
              <a:lnSpc>
                <a:spcPct val="125000"/>
              </a:lnSpc>
              <a:spcBef>
                <a:spcPts val="0"/>
              </a:spcBef>
              <a:spcAft>
                <a:spcPts val="600"/>
              </a:spcAft>
            </a:pPr>
            <a:r>
              <a:rPr lang="fa-IR" sz="1400" b="1" dirty="0">
                <a:solidFill>
                  <a:srgbClr val="1F1FFF"/>
                </a:solidFill>
                <a:latin typeface="IRANSans(FaNum)" panose="02040503050201020203" pitchFamily="18" charset="-78"/>
              </a:rPr>
              <a:t>تنها پروتکل مسیریابی بین‌دامنه‌ای شبکه اینترنت</a:t>
            </a:r>
            <a:endParaRPr lang="fa-IR" sz="1600" b="1" dirty="0">
              <a:solidFill>
                <a:srgbClr val="C00000"/>
              </a:solidFill>
              <a:latin typeface="IRANSans(FaNum)" panose="02040503050201020203" pitchFamily="18" charset="-78"/>
            </a:endParaRPr>
          </a:p>
          <a:p>
            <a:pPr marL="144000" lvl="1" indent="-144000">
              <a:lnSpc>
                <a:spcPct val="125000"/>
              </a:lnSpc>
              <a:spcBef>
                <a:spcPts val="600"/>
              </a:spcBef>
              <a:spcAft>
                <a:spcPts val="600"/>
              </a:spcAft>
            </a:pPr>
            <a:r>
              <a:rPr lang="fa-IR" sz="1600" b="1" dirty="0">
                <a:solidFill>
                  <a:srgbClr val="C00000"/>
                </a:solidFill>
                <a:latin typeface="IRANSans(FaNum)" panose="02040503050201020203" pitchFamily="18" charset="-78"/>
              </a:rPr>
              <a:t>پروتکل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این امکان را فراهم می‌کند که هر زیرشبکه (دامنه) حضور خود و همچنین تمام مقصدهایی که از طریق آن قابل رسیدن هستند را اعلان کند.</a:t>
            </a:r>
          </a:p>
          <a:p>
            <a:pPr marL="432000" lvl="2" indent="-144000">
              <a:lnSpc>
                <a:spcPct val="125000"/>
              </a:lnSpc>
              <a:spcBef>
                <a:spcPts val="0"/>
              </a:spcBef>
              <a:spcAft>
                <a:spcPts val="600"/>
              </a:spcAft>
            </a:pPr>
            <a:r>
              <a:rPr lang="fa-IR" sz="1400" b="1" dirty="0">
                <a:solidFill>
                  <a:srgbClr val="1F1FFF"/>
                </a:solidFill>
                <a:latin typeface="IRANSans(FaNum)" panose="02040503050201020203" pitchFamily="18" charset="-78"/>
              </a:rPr>
              <a:t>هر مقصد بر اساس پیشوند شبکه مقصد معرفی می‌شوند.</a:t>
            </a:r>
            <a:endParaRPr lang="fa-IR" sz="1600" b="1" dirty="0">
              <a:solidFill>
                <a:srgbClr val="C00000"/>
              </a:solidFill>
              <a:latin typeface="IRANSans(FaNum)" panose="02040503050201020203" pitchFamily="18" charset="-78"/>
            </a:endParaRPr>
          </a:p>
          <a:p>
            <a:pPr marL="144000" lvl="1" indent="-144000">
              <a:lnSpc>
                <a:spcPct val="125000"/>
              </a:lnSpc>
              <a:spcBef>
                <a:spcPts val="600"/>
              </a:spcBef>
              <a:spcAft>
                <a:spcPts val="600"/>
              </a:spcAft>
            </a:pPr>
            <a:r>
              <a:rPr lang="fa-IR" sz="1600" b="1" dirty="0">
                <a:solidFill>
                  <a:srgbClr val="C00000"/>
                </a:solidFill>
                <a:latin typeface="IRANSans(FaNum)" panose="02040503050201020203" pitchFamily="18" charset="-78"/>
              </a:rPr>
              <a:t>پروتکل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برای هر دامنه (</a:t>
            </a:r>
            <a:r>
              <a:rPr lang="en-US" sz="1600" b="1" dirty="0">
                <a:solidFill>
                  <a:srgbClr val="C00000"/>
                </a:solidFill>
                <a:latin typeface="IRANSans(FaNum)" panose="02040503050201020203" pitchFamily="18" charset="-78"/>
              </a:rPr>
              <a:t>AS</a:t>
            </a:r>
            <a:r>
              <a:rPr lang="fa-IR" sz="1600" b="1" dirty="0">
                <a:solidFill>
                  <a:srgbClr val="C00000"/>
                </a:solidFill>
                <a:latin typeface="IRANSans(FaNum)" panose="02040503050201020203" pitchFamily="18" charset="-78"/>
              </a:rPr>
              <a:t>) موارد زیر را فراهم می‌کند:</a:t>
            </a:r>
          </a:p>
          <a:p>
            <a:pPr marL="432000" lvl="2" indent="-144000">
              <a:lnSpc>
                <a:spcPct val="125000"/>
              </a:lnSpc>
              <a:spcBef>
                <a:spcPts val="0"/>
              </a:spcBef>
              <a:spcAft>
                <a:spcPts val="600"/>
              </a:spcAft>
            </a:pPr>
            <a:r>
              <a:rPr lang="fa-IR" sz="1400" b="1" dirty="0">
                <a:solidFill>
                  <a:srgbClr val="1F1FFF"/>
                </a:solidFill>
                <a:latin typeface="IRANSans(FaNum)" panose="02040503050201020203" pitchFamily="18" charset="-78"/>
              </a:rPr>
              <a:t>پروتکل </a:t>
            </a:r>
            <a:r>
              <a:rPr lang="en-US" sz="1400" b="1" dirty="0">
                <a:solidFill>
                  <a:srgbClr val="1F1FFF"/>
                </a:solidFill>
                <a:latin typeface="IRANSans(FaNum)" panose="02040503050201020203" pitchFamily="18" charset="-78"/>
              </a:rPr>
              <a:t>BGP</a:t>
            </a:r>
            <a:r>
              <a:rPr lang="fa-IR" sz="1400" b="1" dirty="0">
                <a:solidFill>
                  <a:srgbClr val="1F1FFF"/>
                </a:solidFill>
                <a:latin typeface="IRANSans(FaNum)" panose="02040503050201020203" pitchFamily="18" charset="-78"/>
              </a:rPr>
              <a:t> فقط روی مسیریاب‌های دروازه متصل به یک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دیگر اجرا می‌شود. به مسیریاب‌هایی که پروتکل </a:t>
            </a:r>
            <a:r>
              <a:rPr lang="en-US" sz="1400" b="1" dirty="0">
                <a:solidFill>
                  <a:srgbClr val="1F1FFF"/>
                </a:solidFill>
                <a:latin typeface="IRANSans(FaNum)" panose="02040503050201020203" pitchFamily="18" charset="-78"/>
              </a:rPr>
              <a:t>BGP</a:t>
            </a:r>
            <a:r>
              <a:rPr lang="fa-IR" sz="1400" b="1" dirty="0">
                <a:solidFill>
                  <a:srgbClr val="1F1FFF"/>
                </a:solidFill>
                <a:latin typeface="IRANSans(FaNum)" panose="02040503050201020203" pitchFamily="18" charset="-78"/>
              </a:rPr>
              <a:t> را اجرا می‌کنند، سخنگو </a:t>
            </a:r>
            <a:r>
              <a:rPr lang="en-US" sz="1400" b="1" dirty="0">
                <a:solidFill>
                  <a:srgbClr val="1F1FFF"/>
                </a:solidFill>
                <a:latin typeface="IRANSans(FaNum)" panose="02040503050201020203" pitchFamily="18" charset="-78"/>
              </a:rPr>
              <a:t>BGP</a:t>
            </a:r>
            <a:r>
              <a:rPr lang="fa-IR" sz="1400" b="1" dirty="0">
                <a:solidFill>
                  <a:srgbClr val="1F1FFF"/>
                </a:solidFill>
                <a:latin typeface="IRANSans(FaNum)" panose="02040503050201020203" pitchFamily="18" charset="-78"/>
              </a:rPr>
              <a:t> (</a:t>
            </a:r>
            <a:r>
              <a:rPr lang="en-US" sz="1400" b="1" dirty="0">
                <a:solidFill>
                  <a:srgbClr val="1F1FFF"/>
                </a:solidFill>
                <a:latin typeface="IRANSans(FaNum)" panose="02040503050201020203" pitchFamily="18" charset="-78"/>
              </a:rPr>
              <a:t>BGP speaker</a:t>
            </a:r>
            <a:r>
              <a:rPr lang="fa-IR" sz="1400" b="1" dirty="0">
                <a:solidFill>
                  <a:srgbClr val="1F1FFF"/>
                </a:solidFill>
                <a:latin typeface="IRANSans(FaNum)" panose="02040503050201020203" pitchFamily="18" charset="-78"/>
              </a:rPr>
              <a:t>) می‌گویند.</a:t>
            </a:r>
            <a:endParaRPr lang="en-US" sz="1400" b="1" dirty="0">
              <a:solidFill>
                <a:srgbClr val="1F1FFF"/>
              </a:solidFill>
              <a:latin typeface="IRANSans(FaNum)" panose="02040503050201020203" pitchFamily="18" charset="-78"/>
            </a:endParaRPr>
          </a:p>
          <a:p>
            <a:pPr marL="432000" lvl="2" indent="-144000">
              <a:lnSpc>
                <a:spcPct val="125000"/>
              </a:lnSpc>
              <a:spcBef>
                <a:spcPts val="0"/>
              </a:spcBef>
              <a:spcAft>
                <a:spcPts val="600"/>
              </a:spcAft>
            </a:pPr>
            <a:r>
              <a:rPr lang="fa-IR" sz="1400" b="1" dirty="0">
                <a:solidFill>
                  <a:srgbClr val="1F1FFF"/>
                </a:solidFill>
                <a:latin typeface="IRANSans(FaNum)" panose="02040503050201020203" pitchFamily="18" charset="-78"/>
              </a:rPr>
              <a:t>تعیین مسیر مناسب بر اساس اطلاعات مسیریابی دریافتی دسترسی پذیری (</a:t>
            </a:r>
            <a:r>
              <a:rPr lang="en-US" sz="1400" b="1" dirty="0">
                <a:solidFill>
                  <a:srgbClr val="1F1FFF"/>
                </a:solidFill>
                <a:latin typeface="IRANSans(FaNum)" panose="02040503050201020203" pitchFamily="18" charset="-78"/>
              </a:rPr>
              <a:t>reachability</a:t>
            </a:r>
            <a:r>
              <a:rPr lang="fa-IR" sz="1400" b="1" dirty="0">
                <a:solidFill>
                  <a:srgbClr val="1F1FFF"/>
                </a:solidFill>
                <a:latin typeface="IRANSans(FaNum)" panose="02040503050201020203" pitchFamily="18" charset="-78"/>
              </a:rPr>
              <a:t>) و خط‌مشی (</a:t>
            </a:r>
            <a:r>
              <a:rPr lang="en-US" sz="1400" b="1" dirty="0">
                <a:solidFill>
                  <a:srgbClr val="1F1FFF"/>
                </a:solidFill>
                <a:latin typeface="IRANSans(FaNum)" panose="02040503050201020203" pitchFamily="18" charset="-78"/>
              </a:rPr>
              <a:t>policy</a:t>
            </a:r>
            <a:r>
              <a:rPr lang="fa-IR" sz="1400" b="1" dirty="0">
                <a:solidFill>
                  <a:srgbClr val="1F1FFF"/>
                </a:solidFill>
                <a:latin typeface="IRANSans(FaNum)" panose="02040503050201020203" pitchFamily="18" charset="-78"/>
              </a:rPr>
              <a:t>) انجام می‌شود.</a:t>
            </a:r>
          </a:p>
          <a:p>
            <a:pPr marL="432000" lvl="2" indent="-144000">
              <a:lnSpc>
                <a:spcPct val="125000"/>
              </a:lnSpc>
              <a:spcBef>
                <a:spcPts val="0"/>
              </a:spcBef>
              <a:spcAft>
                <a:spcPts val="600"/>
              </a:spcAft>
            </a:pPr>
            <a:r>
              <a:rPr lang="en-US" sz="1400" b="1" dirty="0">
                <a:solidFill>
                  <a:srgbClr val="1F1FFF"/>
                </a:solidFill>
                <a:latin typeface="IRANSans(FaNum)" panose="02040503050201020203" pitchFamily="18" charset="-78"/>
              </a:rPr>
              <a:t>eBGP</a:t>
            </a:r>
            <a:r>
              <a:rPr lang="fa-IR" sz="1400" b="1" dirty="0">
                <a:solidFill>
                  <a:srgbClr val="1F1FFF"/>
                </a:solidFill>
                <a:latin typeface="IRANSans(FaNum)" panose="02040503050201020203" pitchFamily="18" charset="-78"/>
              </a:rPr>
              <a:t>: هر سخنگو </a:t>
            </a:r>
            <a:r>
              <a:rPr lang="en-US" sz="1400" b="1" dirty="0">
                <a:solidFill>
                  <a:srgbClr val="1F1FFF"/>
                </a:solidFill>
                <a:latin typeface="IRANSans(FaNum)" panose="02040503050201020203" pitchFamily="18" charset="-78"/>
              </a:rPr>
              <a:t>BGP</a:t>
            </a:r>
            <a:r>
              <a:rPr lang="fa-IR" sz="1400" b="1" dirty="0">
                <a:solidFill>
                  <a:srgbClr val="1F1FFF"/>
                </a:solidFill>
                <a:latin typeface="IRANSans(FaNum)" panose="02040503050201020203" pitchFamily="18" charset="-78"/>
              </a:rPr>
              <a:t> با همتای خود در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دیگر که با یک لینک مستقیم متصل هستند یک اتصال </a:t>
            </a:r>
            <a:r>
              <a:rPr lang="en-US" sz="1400" b="1" dirty="0">
                <a:solidFill>
                  <a:srgbClr val="1F1FFF"/>
                </a:solidFill>
                <a:latin typeface="IRANSans(FaNum)" panose="02040503050201020203" pitchFamily="18" charset="-78"/>
              </a:rPr>
              <a:t>eBGP</a:t>
            </a:r>
            <a:r>
              <a:rPr lang="fa-IR" sz="1400" b="1" dirty="0">
                <a:solidFill>
                  <a:srgbClr val="1F1FFF"/>
                </a:solidFill>
                <a:latin typeface="IRANSans(FaNum)" panose="02040503050201020203" pitchFamily="18" charset="-78"/>
              </a:rPr>
              <a:t> (</a:t>
            </a:r>
            <a:r>
              <a:rPr lang="en-US" sz="1400" b="1" dirty="0">
                <a:solidFill>
                  <a:srgbClr val="1F1FFF"/>
                </a:solidFill>
                <a:latin typeface="IRANSans(FaNum)" panose="02040503050201020203" pitchFamily="18" charset="-78"/>
              </a:rPr>
              <a:t>external BGP</a:t>
            </a:r>
            <a:r>
              <a:rPr lang="fa-IR" sz="1400" b="1" dirty="0">
                <a:solidFill>
                  <a:srgbClr val="1F1FFF"/>
                </a:solidFill>
                <a:latin typeface="IRANSans(FaNum)" panose="02040503050201020203" pitchFamily="18" charset="-78"/>
              </a:rPr>
              <a:t>) برای تبادل اطلاعات مسیریابی دارد.</a:t>
            </a:r>
            <a:r>
              <a:rPr lang="en-US" sz="1400" b="1" dirty="0">
                <a:solidFill>
                  <a:srgbClr val="1F1FFF"/>
                </a:solidFill>
                <a:latin typeface="IRANSans(FaNum)" panose="02040503050201020203" pitchFamily="18" charset="-78"/>
              </a:rPr>
              <a:t> </a:t>
            </a:r>
            <a:r>
              <a:rPr lang="fa-IR" sz="1400" b="1" dirty="0">
                <a:solidFill>
                  <a:srgbClr val="1F1FFF"/>
                </a:solidFill>
                <a:latin typeface="IRANSans(FaNum)" panose="02040503050201020203" pitchFamily="18" charset="-78"/>
              </a:rPr>
              <a:t>اعلان دسترسی‌پذیری در اتصال </a:t>
            </a:r>
            <a:r>
              <a:rPr lang="en-US" sz="1400" b="1" dirty="0">
                <a:solidFill>
                  <a:srgbClr val="1F1FFF"/>
                </a:solidFill>
                <a:latin typeface="IRANSans(FaNum)" panose="02040503050201020203" pitchFamily="18" charset="-78"/>
              </a:rPr>
              <a:t>eBGP</a:t>
            </a:r>
            <a:r>
              <a:rPr lang="fa-IR" sz="1400" b="1" dirty="0">
                <a:solidFill>
                  <a:srgbClr val="1F1FFF"/>
                </a:solidFill>
                <a:latin typeface="IRANSans(FaNum)" panose="02040503050201020203" pitchFamily="18" charset="-78"/>
              </a:rPr>
              <a:t> تابع خط‌مشی شبکه است.</a:t>
            </a:r>
          </a:p>
          <a:p>
            <a:pPr marL="432000" lvl="2" indent="-144000">
              <a:lnSpc>
                <a:spcPct val="125000"/>
              </a:lnSpc>
              <a:spcBef>
                <a:spcPts val="0"/>
              </a:spcBef>
              <a:spcAft>
                <a:spcPts val="600"/>
              </a:spcAft>
            </a:pPr>
            <a:r>
              <a:rPr lang="en-US" sz="1400" b="1" dirty="0">
                <a:solidFill>
                  <a:srgbClr val="1F1FFF"/>
                </a:solidFill>
                <a:latin typeface="IRANSans(FaNum)" panose="02040503050201020203" pitchFamily="18" charset="-78"/>
              </a:rPr>
              <a:t>iBGP</a:t>
            </a:r>
            <a:r>
              <a:rPr lang="fa-IR" sz="1400" b="1" dirty="0">
                <a:solidFill>
                  <a:srgbClr val="1F1FFF"/>
                </a:solidFill>
                <a:latin typeface="IRANSans(FaNum)" panose="02040503050201020203" pitchFamily="18" charset="-78"/>
              </a:rPr>
              <a:t>: هر سخنگو </a:t>
            </a:r>
            <a:r>
              <a:rPr lang="en-US" sz="1400" b="1" dirty="0">
                <a:solidFill>
                  <a:srgbClr val="1F1FFF"/>
                </a:solidFill>
                <a:latin typeface="IRANSans(FaNum)" panose="02040503050201020203" pitchFamily="18" charset="-78"/>
              </a:rPr>
              <a:t>BGP</a:t>
            </a:r>
            <a:r>
              <a:rPr lang="fa-IR" sz="1400" b="1" dirty="0">
                <a:solidFill>
                  <a:srgbClr val="1F1FFF"/>
                </a:solidFill>
                <a:latin typeface="IRANSans(FaNum)" panose="02040503050201020203" pitchFamily="18" charset="-78"/>
              </a:rPr>
              <a:t> با تمام همتای خود (سخنگوهای دیگر) در داخل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یک اتصال </a:t>
            </a:r>
            <a:r>
              <a:rPr lang="en-US" sz="1400" b="1" dirty="0">
                <a:solidFill>
                  <a:srgbClr val="1F1FFF"/>
                </a:solidFill>
                <a:latin typeface="IRANSans(FaNum)" panose="02040503050201020203" pitchFamily="18" charset="-78"/>
              </a:rPr>
              <a:t>iBGP</a:t>
            </a:r>
            <a:r>
              <a:rPr lang="fa-IR" sz="1400" b="1" dirty="0">
                <a:solidFill>
                  <a:srgbClr val="1F1FFF"/>
                </a:solidFill>
                <a:latin typeface="IRANSans(FaNum)" panose="02040503050201020203" pitchFamily="18" charset="-78"/>
              </a:rPr>
              <a:t> (</a:t>
            </a:r>
            <a:r>
              <a:rPr lang="en-US" sz="1400" b="1" dirty="0">
                <a:solidFill>
                  <a:srgbClr val="1F1FFF"/>
                </a:solidFill>
                <a:latin typeface="IRANSans(FaNum)" panose="02040503050201020203" pitchFamily="18" charset="-78"/>
              </a:rPr>
              <a:t>internal BGP</a:t>
            </a:r>
            <a:r>
              <a:rPr lang="fa-IR" sz="1400" b="1" dirty="0">
                <a:solidFill>
                  <a:srgbClr val="1F1FFF"/>
                </a:solidFill>
                <a:latin typeface="IRANSans(FaNum)" panose="02040503050201020203" pitchFamily="18" charset="-78"/>
              </a:rPr>
              <a:t>) برای تبادل اطلاعات مسیریابی دارد. تمام سخنگوهای </a:t>
            </a:r>
            <a:r>
              <a:rPr lang="en-US" sz="1400" b="1" dirty="0">
                <a:solidFill>
                  <a:srgbClr val="1F1FFF"/>
                </a:solidFill>
                <a:latin typeface="IRANSans(FaNum)" panose="02040503050201020203" pitchFamily="18" charset="-78"/>
              </a:rPr>
              <a:t>BGP</a:t>
            </a:r>
            <a:r>
              <a:rPr lang="fa-IR" sz="1400" b="1" dirty="0">
                <a:solidFill>
                  <a:srgbClr val="1F1FFF"/>
                </a:solidFill>
                <a:latin typeface="IRANSans(FaNum)" panose="02040503050201020203" pitchFamily="18" charset="-78"/>
              </a:rPr>
              <a:t> در داخل یک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پایگاه داده یکسان از اطلاعات دسترسی‌پذیری به بقیه اینترنت دارند.</a:t>
            </a:r>
          </a:p>
        </p:txBody>
      </p:sp>
    </p:spTree>
    <p:extLst>
      <p:ext uri="{BB962C8B-B14F-4D97-AF65-F5344CB8AC3E}">
        <p14:creationId xmlns:p14="http://schemas.microsoft.com/office/powerpoint/2010/main" val="3806991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9">
                                            <p:txEl>
                                              <p:pRg st="1" end="1"/>
                                            </p:txEl>
                                          </p:spTgt>
                                        </p:tgtEl>
                                        <p:attrNameLst>
                                          <p:attrName>style.visibility</p:attrName>
                                        </p:attrNameLst>
                                      </p:cBhvr>
                                      <p:to>
                                        <p:strVal val="visible"/>
                                      </p:to>
                                    </p:set>
                                    <p:animEffect transition="in" filter="fade">
                                      <p:cBhvr>
                                        <p:cTn id="19" dur="1000"/>
                                        <p:tgtEl>
                                          <p:spTgt spid="59">
                                            <p:txEl>
                                              <p:pRg st="1" end="1"/>
                                            </p:txEl>
                                          </p:spTgt>
                                        </p:tgtEl>
                                      </p:cBhvr>
                                    </p:animEffect>
                                    <p:anim calcmode="lin" valueType="num">
                                      <p:cBhvr>
                                        <p:cTn id="20"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59">
                                            <p:txEl>
                                              <p:pRg st="1" end="1"/>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59">
                                            <p:txEl>
                                              <p:pRg st="3" end="3"/>
                                            </p:txEl>
                                          </p:spTgt>
                                        </p:tgtEl>
                                        <p:attrNameLst>
                                          <p:attrName>style.visibility</p:attrName>
                                        </p:attrNameLst>
                                      </p:cBhvr>
                                      <p:to>
                                        <p:strVal val="visible"/>
                                      </p:to>
                                    </p:set>
                                    <p:animEffect transition="in" filter="fade">
                                      <p:cBhvr>
                                        <p:cTn id="31" dur="1000"/>
                                        <p:tgtEl>
                                          <p:spTgt spid="59">
                                            <p:txEl>
                                              <p:pRg st="3" end="3"/>
                                            </p:txEl>
                                          </p:spTgt>
                                        </p:tgtEl>
                                      </p:cBhvr>
                                    </p:animEffect>
                                    <p:anim calcmode="lin" valueType="num">
                                      <p:cBhvr>
                                        <p:cTn id="32"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59">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59">
                                            <p:txEl>
                                              <p:pRg st="4" end="4"/>
                                            </p:txEl>
                                          </p:spTgt>
                                        </p:tgtEl>
                                        <p:attrNameLst>
                                          <p:attrName>style.visibility</p:attrName>
                                        </p:attrNameLst>
                                      </p:cBhvr>
                                      <p:to>
                                        <p:strVal val="visible"/>
                                      </p:to>
                                    </p:set>
                                    <p:animEffect transition="in" filter="fade">
                                      <p:cBhvr>
                                        <p:cTn id="37" dur="1000"/>
                                        <p:tgtEl>
                                          <p:spTgt spid="59">
                                            <p:txEl>
                                              <p:pRg st="4" end="4"/>
                                            </p:txEl>
                                          </p:spTgt>
                                        </p:tgtEl>
                                      </p:cBhvr>
                                    </p:animEffect>
                                    <p:anim calcmode="lin" valueType="num">
                                      <p:cBhvr>
                                        <p:cTn id="38" dur="1000" fill="hold"/>
                                        <p:tgtEl>
                                          <p:spTgt spid="59">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59">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59">
                                            <p:txEl>
                                              <p:pRg st="5" end="5"/>
                                            </p:txEl>
                                          </p:spTgt>
                                        </p:tgtEl>
                                        <p:attrNameLst>
                                          <p:attrName>style.visibility</p:attrName>
                                        </p:attrNameLst>
                                      </p:cBhvr>
                                      <p:to>
                                        <p:strVal val="visible"/>
                                      </p:to>
                                    </p:set>
                                    <p:animEffect transition="in" filter="fade">
                                      <p:cBhvr>
                                        <p:cTn id="43" dur="1000"/>
                                        <p:tgtEl>
                                          <p:spTgt spid="59">
                                            <p:txEl>
                                              <p:pRg st="5" end="5"/>
                                            </p:txEl>
                                          </p:spTgt>
                                        </p:tgtEl>
                                      </p:cBhvr>
                                    </p:animEffect>
                                    <p:anim calcmode="lin" valueType="num">
                                      <p:cBhvr>
                                        <p:cTn id="44" dur="1000" fill="hold"/>
                                        <p:tgtEl>
                                          <p:spTgt spid="59">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59">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59">
                                            <p:txEl>
                                              <p:pRg st="6" end="6"/>
                                            </p:txEl>
                                          </p:spTgt>
                                        </p:tgtEl>
                                        <p:attrNameLst>
                                          <p:attrName>style.visibility</p:attrName>
                                        </p:attrNameLst>
                                      </p:cBhvr>
                                      <p:to>
                                        <p:strVal val="visible"/>
                                      </p:to>
                                    </p:set>
                                    <p:animEffect transition="in" filter="fade">
                                      <p:cBhvr>
                                        <p:cTn id="49" dur="1000"/>
                                        <p:tgtEl>
                                          <p:spTgt spid="59">
                                            <p:txEl>
                                              <p:pRg st="6" end="6"/>
                                            </p:txEl>
                                          </p:spTgt>
                                        </p:tgtEl>
                                      </p:cBhvr>
                                    </p:animEffect>
                                    <p:anim calcmode="lin" valueType="num">
                                      <p:cBhvr>
                                        <p:cTn id="50" dur="1000" fill="hold"/>
                                        <p:tgtEl>
                                          <p:spTgt spid="59">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59">
                                            <p:txEl>
                                              <p:pRg st="6" end="6"/>
                                            </p:txEl>
                                          </p:spTgt>
                                        </p:tgtEl>
                                        <p:attrNameLst>
                                          <p:attrName>ppt_y</p:attrName>
                                        </p:attrNameLst>
                                      </p:cBhvr>
                                      <p:tavLst>
                                        <p:tav tm="0">
                                          <p:val>
                                            <p:strVal val="#ppt_y+.1"/>
                                          </p:val>
                                        </p:tav>
                                        <p:tav tm="100000">
                                          <p:val>
                                            <p:strVal val="#ppt_y"/>
                                          </p:val>
                                        </p:tav>
                                      </p:tavLst>
                                    </p:anim>
                                  </p:childTnLst>
                                </p:cTn>
                              </p:par>
                            </p:childTnLst>
                          </p:cTn>
                        </p:par>
                        <p:par>
                          <p:cTn id="52" fill="hold">
                            <p:stCondLst>
                              <p:cond delay="8000"/>
                            </p:stCondLst>
                            <p:childTnLst>
                              <p:par>
                                <p:cTn id="53" presetID="42" presetClass="entr" presetSubtype="0" fill="hold" nodeType="afterEffect">
                                  <p:stCondLst>
                                    <p:cond delay="0"/>
                                  </p:stCondLst>
                                  <p:childTnLst>
                                    <p:set>
                                      <p:cBhvr>
                                        <p:cTn id="54" dur="1" fill="hold">
                                          <p:stCondLst>
                                            <p:cond delay="0"/>
                                          </p:stCondLst>
                                        </p:cTn>
                                        <p:tgtEl>
                                          <p:spTgt spid="59">
                                            <p:txEl>
                                              <p:pRg st="7" end="7"/>
                                            </p:txEl>
                                          </p:spTgt>
                                        </p:tgtEl>
                                        <p:attrNameLst>
                                          <p:attrName>style.visibility</p:attrName>
                                        </p:attrNameLst>
                                      </p:cBhvr>
                                      <p:to>
                                        <p:strVal val="visible"/>
                                      </p:to>
                                    </p:set>
                                    <p:animEffect transition="in" filter="fade">
                                      <p:cBhvr>
                                        <p:cTn id="55" dur="1000"/>
                                        <p:tgtEl>
                                          <p:spTgt spid="59">
                                            <p:txEl>
                                              <p:pRg st="7" end="7"/>
                                            </p:txEl>
                                          </p:spTgt>
                                        </p:tgtEl>
                                      </p:cBhvr>
                                    </p:animEffect>
                                    <p:anim calcmode="lin" valueType="num">
                                      <p:cBhvr>
                                        <p:cTn id="56" dur="1000" fill="hold"/>
                                        <p:tgtEl>
                                          <p:spTgt spid="59">
                                            <p:txEl>
                                              <p:pRg st="7" end="7"/>
                                            </p:txEl>
                                          </p:spTgt>
                                        </p:tgtEl>
                                        <p:attrNameLst>
                                          <p:attrName>ppt_x</p:attrName>
                                        </p:attrNameLst>
                                      </p:cBhvr>
                                      <p:tavLst>
                                        <p:tav tm="0">
                                          <p:val>
                                            <p:strVal val="#ppt_x"/>
                                          </p:val>
                                        </p:tav>
                                        <p:tav tm="100000">
                                          <p:val>
                                            <p:strVal val="#ppt_x"/>
                                          </p:val>
                                        </p:tav>
                                      </p:tavLst>
                                    </p:anim>
                                    <p:anim calcmode="lin" valueType="num">
                                      <p:cBhvr>
                                        <p:cTn id="57" dur="1000" fill="hold"/>
                                        <p:tgtEl>
                                          <p:spTgt spid="59">
                                            <p:txEl>
                                              <p:pRg st="7" end="7"/>
                                            </p:txEl>
                                          </p:spTgt>
                                        </p:tgtEl>
                                        <p:attrNameLst>
                                          <p:attrName>ppt_y</p:attrName>
                                        </p:attrNameLst>
                                      </p:cBhvr>
                                      <p:tavLst>
                                        <p:tav tm="0">
                                          <p:val>
                                            <p:strVal val="#ppt_y+.1"/>
                                          </p:val>
                                        </p:tav>
                                        <p:tav tm="100000">
                                          <p:val>
                                            <p:strVal val="#ppt_y"/>
                                          </p:val>
                                        </p:tav>
                                      </p:tavLst>
                                    </p:anim>
                                  </p:childTnLst>
                                </p:cTn>
                              </p:par>
                            </p:childTnLst>
                          </p:cTn>
                        </p:par>
                        <p:par>
                          <p:cTn id="58" fill="hold">
                            <p:stCondLst>
                              <p:cond delay="9000"/>
                            </p:stCondLst>
                            <p:childTnLst>
                              <p:par>
                                <p:cTn id="59" presetID="42" presetClass="entr" presetSubtype="0" fill="hold" nodeType="afterEffect">
                                  <p:stCondLst>
                                    <p:cond delay="0"/>
                                  </p:stCondLst>
                                  <p:childTnLst>
                                    <p:set>
                                      <p:cBhvr>
                                        <p:cTn id="60" dur="1" fill="hold">
                                          <p:stCondLst>
                                            <p:cond delay="0"/>
                                          </p:stCondLst>
                                        </p:cTn>
                                        <p:tgtEl>
                                          <p:spTgt spid="59">
                                            <p:txEl>
                                              <p:pRg st="8" end="8"/>
                                            </p:txEl>
                                          </p:spTgt>
                                        </p:tgtEl>
                                        <p:attrNameLst>
                                          <p:attrName>style.visibility</p:attrName>
                                        </p:attrNameLst>
                                      </p:cBhvr>
                                      <p:to>
                                        <p:strVal val="visible"/>
                                      </p:to>
                                    </p:set>
                                    <p:animEffect transition="in" filter="fade">
                                      <p:cBhvr>
                                        <p:cTn id="61" dur="1000"/>
                                        <p:tgtEl>
                                          <p:spTgt spid="59">
                                            <p:txEl>
                                              <p:pRg st="8" end="8"/>
                                            </p:txEl>
                                          </p:spTgt>
                                        </p:tgtEl>
                                      </p:cBhvr>
                                    </p:animEffect>
                                    <p:anim calcmode="lin" valueType="num">
                                      <p:cBhvr>
                                        <p:cTn id="62" dur="1000" fill="hold"/>
                                        <p:tgtEl>
                                          <p:spTgt spid="59">
                                            <p:txEl>
                                              <p:pRg st="8" end="8"/>
                                            </p:txEl>
                                          </p:spTgt>
                                        </p:tgtEl>
                                        <p:attrNameLst>
                                          <p:attrName>ppt_x</p:attrName>
                                        </p:attrNameLst>
                                      </p:cBhvr>
                                      <p:tavLst>
                                        <p:tav tm="0">
                                          <p:val>
                                            <p:strVal val="#ppt_x"/>
                                          </p:val>
                                        </p:tav>
                                        <p:tav tm="100000">
                                          <p:val>
                                            <p:strVal val="#ppt_x"/>
                                          </p:val>
                                        </p:tav>
                                      </p:tavLst>
                                    </p:anim>
                                    <p:anim calcmode="lin" valueType="num">
                                      <p:cBhvr>
                                        <p:cTn id="63" dur="1000" fill="hold"/>
                                        <p:tgtEl>
                                          <p:spTgt spid="59">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9"/>
            <a:ext cx="10872871" cy="505389"/>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اتصالات </a:t>
            </a:r>
            <a:r>
              <a:rPr lang="en-US" sz="2000" b="1" dirty="0">
                <a:solidFill>
                  <a:srgbClr val="1F1FFF"/>
                </a:solidFill>
                <a:latin typeface="IRANSans(FaNum)" panose="02040503050201020203" pitchFamily="18" charset="-78"/>
              </a:rPr>
              <a:t>eBGP</a:t>
            </a:r>
            <a:r>
              <a:rPr lang="fa-IR" sz="2000" b="1" dirty="0">
                <a:solidFill>
                  <a:srgbClr val="1F1FFF"/>
                </a:solidFill>
                <a:latin typeface="IRANSans(FaNum)" panose="02040503050201020203" pitchFamily="18" charset="-78"/>
              </a:rPr>
              <a:t> و </a:t>
            </a:r>
            <a:r>
              <a:rPr lang="en-US" sz="2000" b="1" dirty="0">
                <a:solidFill>
                  <a:srgbClr val="1F1FFF"/>
                </a:solidFill>
                <a:latin typeface="IRANSans(FaNum)" panose="02040503050201020203" pitchFamily="18" charset="-78"/>
              </a:rPr>
              <a:t>iBGP</a:t>
            </a:r>
            <a:endParaRPr lang="fa-IR" sz="2000" b="1" dirty="0">
              <a:solidFill>
                <a:srgbClr val="1F1F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64012185-265F-69A6-4850-09C6AFE25863}"/>
              </a:ext>
            </a:extLst>
          </p:cNvPr>
          <p:cNvGrpSpPr/>
          <p:nvPr/>
        </p:nvGrpSpPr>
        <p:grpSpPr>
          <a:xfrm>
            <a:off x="4788367" y="4568722"/>
            <a:ext cx="2994939" cy="574424"/>
            <a:chOff x="8271007" y="5383138"/>
            <a:chExt cx="2994939" cy="574424"/>
          </a:xfrm>
        </p:grpSpPr>
        <p:cxnSp>
          <p:nvCxnSpPr>
            <p:cNvPr id="9" name="Straight Connector 8">
              <a:extLst>
                <a:ext uri="{FF2B5EF4-FFF2-40B4-BE49-F238E27FC236}">
                  <a16:creationId xmlns:a16="http://schemas.microsoft.com/office/drawing/2014/main" id="{D9C57A49-F023-747C-4061-CAF43AF2C12D}"/>
                </a:ext>
              </a:extLst>
            </p:cNvPr>
            <p:cNvCxnSpPr/>
            <p:nvPr/>
          </p:nvCxnSpPr>
          <p:spPr bwMode="auto">
            <a:xfrm flipH="1" flipV="1">
              <a:off x="10500837" y="5525819"/>
              <a:ext cx="720000" cy="0"/>
            </a:xfrm>
            <a:prstGeom prst="line">
              <a:avLst/>
            </a:prstGeom>
            <a:solidFill>
              <a:srgbClr val="00CC99"/>
            </a:solidFill>
            <a:ln w="38100" cap="flat" cmpd="sng" algn="ctr">
              <a:solidFill>
                <a:srgbClr val="CC000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1" name="Straight Connector 10">
              <a:extLst>
                <a:ext uri="{FF2B5EF4-FFF2-40B4-BE49-F238E27FC236}">
                  <a16:creationId xmlns:a16="http://schemas.microsoft.com/office/drawing/2014/main" id="{DFB3FE02-445C-26D6-53E2-D87B0B574D2D}"/>
                </a:ext>
              </a:extLst>
            </p:cNvPr>
            <p:cNvCxnSpPr/>
            <p:nvPr/>
          </p:nvCxnSpPr>
          <p:spPr bwMode="auto">
            <a:xfrm flipV="1">
              <a:off x="10545946" y="5780597"/>
              <a:ext cx="720000" cy="69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2" name="TextBox 11">
              <a:extLst>
                <a:ext uri="{FF2B5EF4-FFF2-40B4-BE49-F238E27FC236}">
                  <a16:creationId xmlns:a16="http://schemas.microsoft.com/office/drawing/2014/main" id="{04CD77C4-7CFB-650D-D247-D9ADF8A05FB5}"/>
                </a:ext>
              </a:extLst>
            </p:cNvPr>
            <p:cNvSpPr txBox="1"/>
            <p:nvPr/>
          </p:nvSpPr>
          <p:spPr>
            <a:xfrm>
              <a:off x="8271007" y="5383138"/>
              <a:ext cx="2171479" cy="307777"/>
            </a:xfrm>
            <a:prstGeom prst="rect">
              <a:avLst/>
            </a:prstGeom>
            <a:noFill/>
          </p:spPr>
          <p:txBody>
            <a:bodyPr wrap="square" rtlCol="0">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CC0000"/>
                  </a:solidFill>
                  <a:effectLst/>
                  <a:uLnTx/>
                  <a:uFillTx/>
                  <a:latin typeface="IRANSans(FaNum)" panose="02040503050201020203" pitchFamily="18" charset="-78"/>
                  <a:ea typeface="ＭＳ Ｐゴシック" charset="0"/>
                  <a:cs typeface="IRANSans(FaNum)" panose="02040503050201020203" pitchFamily="18" charset="-78"/>
                </a:rPr>
                <a:t>اتصال‌های </a:t>
              </a:r>
              <a:r>
                <a:rPr kumimoji="0" lang="en-US" sz="1400" b="1" i="0" u="none" strike="noStrike" kern="0" cap="none" spc="0" normalizeH="0" baseline="0" noProof="0" dirty="0">
                  <a:ln>
                    <a:noFill/>
                  </a:ln>
                  <a:solidFill>
                    <a:srgbClr val="CC0000"/>
                  </a:solidFill>
                  <a:effectLst/>
                  <a:uLnTx/>
                  <a:uFillTx/>
                  <a:latin typeface="IRANSans(FaNum)" panose="02040503050201020203" pitchFamily="18" charset="-78"/>
                  <a:ea typeface="ＭＳ Ｐゴシック" charset="0"/>
                  <a:cs typeface="IRANSans(FaNum)" panose="02040503050201020203" pitchFamily="18" charset="-78"/>
                </a:rPr>
                <a:t>eBGP</a:t>
              </a:r>
            </a:p>
          </p:txBody>
        </p:sp>
        <p:sp>
          <p:nvSpPr>
            <p:cNvPr id="13" name="TextBox 12">
              <a:extLst>
                <a:ext uri="{FF2B5EF4-FFF2-40B4-BE49-F238E27FC236}">
                  <a16:creationId xmlns:a16="http://schemas.microsoft.com/office/drawing/2014/main" id="{493F109B-14AB-D8CE-7712-D1D66221340F}"/>
                </a:ext>
              </a:extLst>
            </p:cNvPr>
            <p:cNvSpPr txBox="1"/>
            <p:nvPr/>
          </p:nvSpPr>
          <p:spPr>
            <a:xfrm>
              <a:off x="8332951" y="5649785"/>
              <a:ext cx="2130711" cy="307777"/>
            </a:xfrm>
            <a:prstGeom prst="rect">
              <a:avLst/>
            </a:prstGeom>
            <a:noFill/>
          </p:spPr>
          <p:txBody>
            <a:bodyPr wrap="none" rtlCol="0">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90"/>
                  </a:solidFill>
                  <a:effectLst/>
                  <a:uLnTx/>
                  <a:uFillTx/>
                  <a:latin typeface="IRANSans(FaNum)" panose="02040503050201020203" pitchFamily="18" charset="-78"/>
                  <a:ea typeface="ＭＳ Ｐゴシック" charset="0"/>
                  <a:cs typeface="IRANSans(FaNum)" panose="02040503050201020203" pitchFamily="18" charset="-78"/>
                </a:rPr>
                <a:t>اتصال‌های (منطقی) </a:t>
              </a:r>
              <a:r>
                <a:rPr kumimoji="0" lang="en-US" sz="1400" b="1" i="0" u="none" strike="noStrike" kern="0" cap="none" spc="0" normalizeH="0" baseline="0" noProof="0" dirty="0">
                  <a:ln>
                    <a:noFill/>
                  </a:ln>
                  <a:solidFill>
                    <a:srgbClr val="000090"/>
                  </a:solidFill>
                  <a:effectLst/>
                  <a:uLnTx/>
                  <a:uFillTx/>
                  <a:latin typeface="IRANSans(FaNum)" panose="02040503050201020203" pitchFamily="18" charset="-78"/>
                  <a:ea typeface="ＭＳ Ｐゴシック" charset="0"/>
                  <a:cs typeface="IRANSans(FaNum)" panose="02040503050201020203" pitchFamily="18" charset="-78"/>
                </a:rPr>
                <a:t>iBGP</a:t>
              </a:r>
            </a:p>
          </p:txBody>
        </p:sp>
      </p:grpSp>
      <p:sp>
        <p:nvSpPr>
          <p:cNvPr id="14" name="Freeform 2">
            <a:extLst>
              <a:ext uri="{FF2B5EF4-FFF2-40B4-BE49-F238E27FC236}">
                <a16:creationId xmlns:a16="http://schemas.microsoft.com/office/drawing/2014/main" id="{0ABA32D9-99EE-F57D-5716-4AF2FA2D6072}"/>
              </a:ext>
            </a:extLst>
          </p:cNvPr>
          <p:cNvSpPr>
            <a:spLocks/>
          </p:cNvSpPr>
          <p:nvPr/>
        </p:nvSpPr>
        <p:spPr bwMode="auto">
          <a:xfrm>
            <a:off x="2249944" y="2633356"/>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 name="Group 14">
            <a:extLst>
              <a:ext uri="{FF2B5EF4-FFF2-40B4-BE49-F238E27FC236}">
                <a16:creationId xmlns:a16="http://schemas.microsoft.com/office/drawing/2014/main" id="{16EAF479-5ADC-3E1A-D23D-DE59F81BFD26}"/>
              </a:ext>
            </a:extLst>
          </p:cNvPr>
          <p:cNvGrpSpPr/>
          <p:nvPr/>
        </p:nvGrpSpPr>
        <p:grpSpPr>
          <a:xfrm>
            <a:off x="3388105" y="2784218"/>
            <a:ext cx="565150" cy="369332"/>
            <a:chOff x="1736090" y="2873352"/>
            <a:chExt cx="565150" cy="369332"/>
          </a:xfrm>
        </p:grpSpPr>
        <p:grpSp>
          <p:nvGrpSpPr>
            <p:cNvPr id="16" name="Group 327">
              <a:extLst>
                <a:ext uri="{FF2B5EF4-FFF2-40B4-BE49-F238E27FC236}">
                  <a16:creationId xmlns:a16="http://schemas.microsoft.com/office/drawing/2014/main" id="{D2602330-CCF7-B5E9-DA5E-A219A8593B89}"/>
                </a:ext>
              </a:extLst>
            </p:cNvPr>
            <p:cNvGrpSpPr>
              <a:grpSpLocks/>
            </p:cNvGrpSpPr>
            <p:nvPr/>
          </p:nvGrpSpPr>
          <p:grpSpPr bwMode="auto">
            <a:xfrm>
              <a:off x="1736090" y="2893762"/>
              <a:ext cx="565150" cy="292100"/>
              <a:chOff x="1871277" y="1576300"/>
              <a:chExt cx="1128371" cy="437861"/>
            </a:xfrm>
          </p:grpSpPr>
          <p:sp>
            <p:nvSpPr>
              <p:cNvPr id="20" name="Oval 19">
                <a:extLst>
                  <a:ext uri="{FF2B5EF4-FFF2-40B4-BE49-F238E27FC236}">
                    <a16:creationId xmlns:a16="http://schemas.microsoft.com/office/drawing/2014/main" id="{3D47D374-3E9A-53E5-FCDA-AEDEAC8C0C5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1" name="Rectangle 20">
                <a:extLst>
                  <a:ext uri="{FF2B5EF4-FFF2-40B4-BE49-F238E27FC236}">
                    <a16:creationId xmlns:a16="http://schemas.microsoft.com/office/drawing/2014/main" id="{0312BBB9-347F-85EC-B06F-356B44554ED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2" name="Oval 21">
                <a:extLst>
                  <a:ext uri="{FF2B5EF4-FFF2-40B4-BE49-F238E27FC236}">
                    <a16:creationId xmlns:a16="http://schemas.microsoft.com/office/drawing/2014/main" id="{DC00C13C-7FE8-0C3A-35A1-30BDA587585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3" name="Freeform 246">
                <a:extLst>
                  <a:ext uri="{FF2B5EF4-FFF2-40B4-BE49-F238E27FC236}">
                    <a16:creationId xmlns:a16="http://schemas.microsoft.com/office/drawing/2014/main" id="{AE49E278-061F-9A05-0149-41634363A0A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 name="Freeform 247">
                <a:extLst>
                  <a:ext uri="{FF2B5EF4-FFF2-40B4-BE49-F238E27FC236}">
                    <a16:creationId xmlns:a16="http://schemas.microsoft.com/office/drawing/2014/main" id="{61AFA17A-9E35-7E4A-C69C-7F50361CF13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 name="Freeform 248">
                <a:extLst>
                  <a:ext uri="{FF2B5EF4-FFF2-40B4-BE49-F238E27FC236}">
                    <a16:creationId xmlns:a16="http://schemas.microsoft.com/office/drawing/2014/main" id="{0AD3A5F7-4B64-A4F7-EB9A-E461B0D90B4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 name="Freeform 249">
                <a:extLst>
                  <a:ext uri="{FF2B5EF4-FFF2-40B4-BE49-F238E27FC236}">
                    <a16:creationId xmlns:a16="http://schemas.microsoft.com/office/drawing/2014/main" id="{302B444E-E99A-A5A1-7657-E613A7C3784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7" name="Straight Connector 26">
                <a:extLst>
                  <a:ext uri="{FF2B5EF4-FFF2-40B4-BE49-F238E27FC236}">
                    <a16:creationId xmlns:a16="http://schemas.microsoft.com/office/drawing/2014/main" id="{9E0E7A2A-FA9F-B990-A409-700DEC8ED2EB}"/>
                  </a:ext>
                </a:extLst>
              </p:cNvPr>
              <p:cNvCxnSpPr>
                <a:endCxn id="2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8" name="Straight Connector 27">
                <a:extLst>
                  <a:ext uri="{FF2B5EF4-FFF2-40B4-BE49-F238E27FC236}">
                    <a16:creationId xmlns:a16="http://schemas.microsoft.com/office/drawing/2014/main" id="{B9B5864B-6C98-F8B5-E2EC-2E45B40DD069}"/>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7" name="Group 16">
              <a:extLst>
                <a:ext uri="{FF2B5EF4-FFF2-40B4-BE49-F238E27FC236}">
                  <a16:creationId xmlns:a16="http://schemas.microsoft.com/office/drawing/2014/main" id="{557D4A11-2B9B-D072-0BED-CC2DC2404D20}"/>
                </a:ext>
              </a:extLst>
            </p:cNvPr>
            <p:cNvGrpSpPr/>
            <p:nvPr/>
          </p:nvGrpSpPr>
          <p:grpSpPr>
            <a:xfrm>
              <a:off x="1770362" y="2873352"/>
              <a:ext cx="441422" cy="369332"/>
              <a:chOff x="667045" y="1708643"/>
              <a:chExt cx="441422" cy="369332"/>
            </a:xfrm>
          </p:grpSpPr>
          <p:sp>
            <p:nvSpPr>
              <p:cNvPr id="18" name="Oval 17">
                <a:extLst>
                  <a:ext uri="{FF2B5EF4-FFF2-40B4-BE49-F238E27FC236}">
                    <a16:creationId xmlns:a16="http://schemas.microsoft.com/office/drawing/2014/main" id="{EFF8EDC9-AF70-9998-AE43-9C7CC847807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9" name="TextBox 18">
                <a:extLst>
                  <a:ext uri="{FF2B5EF4-FFF2-40B4-BE49-F238E27FC236}">
                    <a16:creationId xmlns:a16="http://schemas.microsoft.com/office/drawing/2014/main" id="{D4D0D5D6-60A7-DF96-C7CB-4C168E12EF4F}"/>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29" name="Group 28">
            <a:extLst>
              <a:ext uri="{FF2B5EF4-FFF2-40B4-BE49-F238E27FC236}">
                <a16:creationId xmlns:a16="http://schemas.microsoft.com/office/drawing/2014/main" id="{1CC37388-9D0E-5DCD-B48B-91B706F65E2C}"/>
              </a:ext>
            </a:extLst>
          </p:cNvPr>
          <p:cNvGrpSpPr/>
          <p:nvPr/>
        </p:nvGrpSpPr>
        <p:grpSpPr>
          <a:xfrm>
            <a:off x="3392335" y="4005535"/>
            <a:ext cx="565150" cy="369332"/>
            <a:chOff x="1736090" y="2873352"/>
            <a:chExt cx="565150" cy="369332"/>
          </a:xfrm>
        </p:grpSpPr>
        <p:grpSp>
          <p:nvGrpSpPr>
            <p:cNvPr id="30" name="Group 327">
              <a:extLst>
                <a:ext uri="{FF2B5EF4-FFF2-40B4-BE49-F238E27FC236}">
                  <a16:creationId xmlns:a16="http://schemas.microsoft.com/office/drawing/2014/main" id="{318968A0-8532-93E6-5852-3EA5C5D1B479}"/>
                </a:ext>
              </a:extLst>
            </p:cNvPr>
            <p:cNvGrpSpPr>
              <a:grpSpLocks/>
            </p:cNvGrpSpPr>
            <p:nvPr/>
          </p:nvGrpSpPr>
          <p:grpSpPr bwMode="auto">
            <a:xfrm>
              <a:off x="1736090" y="2893762"/>
              <a:ext cx="565150" cy="292100"/>
              <a:chOff x="1871277" y="1576300"/>
              <a:chExt cx="1128371" cy="437861"/>
            </a:xfrm>
          </p:grpSpPr>
          <p:sp>
            <p:nvSpPr>
              <p:cNvPr id="34" name="Oval 33">
                <a:extLst>
                  <a:ext uri="{FF2B5EF4-FFF2-40B4-BE49-F238E27FC236}">
                    <a16:creationId xmlns:a16="http://schemas.microsoft.com/office/drawing/2014/main" id="{2FF2DF9E-6176-1017-F7AE-64F3CCE44B1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 name="Rectangle 34">
                <a:extLst>
                  <a:ext uri="{FF2B5EF4-FFF2-40B4-BE49-F238E27FC236}">
                    <a16:creationId xmlns:a16="http://schemas.microsoft.com/office/drawing/2014/main" id="{D2F15C7F-53E6-4906-0FD0-9A611F91C37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 name="Oval 35">
                <a:extLst>
                  <a:ext uri="{FF2B5EF4-FFF2-40B4-BE49-F238E27FC236}">
                    <a16:creationId xmlns:a16="http://schemas.microsoft.com/office/drawing/2014/main" id="{ADBBF93E-3A4B-B45F-DA76-E10E99491DE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7" name="Freeform 260">
                <a:extLst>
                  <a:ext uri="{FF2B5EF4-FFF2-40B4-BE49-F238E27FC236}">
                    <a16:creationId xmlns:a16="http://schemas.microsoft.com/office/drawing/2014/main" id="{1997950B-D93A-4126-C9E3-75247DCE630B}"/>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 name="Freeform 261">
                <a:extLst>
                  <a:ext uri="{FF2B5EF4-FFF2-40B4-BE49-F238E27FC236}">
                    <a16:creationId xmlns:a16="http://schemas.microsoft.com/office/drawing/2014/main" id="{1B199E95-EE45-5157-4180-9158A8CFEBD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 name="Freeform 262">
                <a:extLst>
                  <a:ext uri="{FF2B5EF4-FFF2-40B4-BE49-F238E27FC236}">
                    <a16:creationId xmlns:a16="http://schemas.microsoft.com/office/drawing/2014/main" id="{013C278F-BBF8-6E67-FA4D-1626D06BD37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 name="Freeform 263">
                <a:extLst>
                  <a:ext uri="{FF2B5EF4-FFF2-40B4-BE49-F238E27FC236}">
                    <a16:creationId xmlns:a16="http://schemas.microsoft.com/office/drawing/2014/main" id="{243438A9-0F48-E773-9334-2032A0BAA69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 name="Straight Connector 40">
                <a:extLst>
                  <a:ext uri="{FF2B5EF4-FFF2-40B4-BE49-F238E27FC236}">
                    <a16:creationId xmlns:a16="http://schemas.microsoft.com/office/drawing/2014/main" id="{2AB5446D-75A6-546F-778D-50AA11E97B21}"/>
                  </a:ext>
                </a:extLst>
              </p:cNvPr>
              <p:cNvCxnSpPr>
                <a:endCxn id="3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2" name="Straight Connector 41">
                <a:extLst>
                  <a:ext uri="{FF2B5EF4-FFF2-40B4-BE49-F238E27FC236}">
                    <a16:creationId xmlns:a16="http://schemas.microsoft.com/office/drawing/2014/main" id="{57BB77F6-4505-D5A4-85C1-C7D34AE4066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1" name="Group 30">
              <a:extLst>
                <a:ext uri="{FF2B5EF4-FFF2-40B4-BE49-F238E27FC236}">
                  <a16:creationId xmlns:a16="http://schemas.microsoft.com/office/drawing/2014/main" id="{E0518F4D-53BF-6ADD-09C6-E040C01C5BFC}"/>
                </a:ext>
              </a:extLst>
            </p:cNvPr>
            <p:cNvGrpSpPr/>
            <p:nvPr/>
          </p:nvGrpSpPr>
          <p:grpSpPr>
            <a:xfrm>
              <a:off x="1770362" y="2873352"/>
              <a:ext cx="441422" cy="369332"/>
              <a:chOff x="667045" y="1708643"/>
              <a:chExt cx="441422" cy="369332"/>
            </a:xfrm>
          </p:grpSpPr>
          <p:sp>
            <p:nvSpPr>
              <p:cNvPr id="32" name="Oval 31">
                <a:extLst>
                  <a:ext uri="{FF2B5EF4-FFF2-40B4-BE49-F238E27FC236}">
                    <a16:creationId xmlns:a16="http://schemas.microsoft.com/office/drawing/2014/main" id="{5BAF4D41-950F-6C37-ECDD-08B338BE088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 name="TextBox 32">
                <a:extLst>
                  <a:ext uri="{FF2B5EF4-FFF2-40B4-BE49-F238E27FC236}">
                    <a16:creationId xmlns:a16="http://schemas.microsoft.com/office/drawing/2014/main" id="{D9F4D3E9-A406-A851-2FE9-452990D727B9}"/>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43" name="Group 42">
            <a:extLst>
              <a:ext uri="{FF2B5EF4-FFF2-40B4-BE49-F238E27FC236}">
                <a16:creationId xmlns:a16="http://schemas.microsoft.com/office/drawing/2014/main" id="{1AD3C04E-D424-F869-4356-C781C0D8584D}"/>
              </a:ext>
            </a:extLst>
          </p:cNvPr>
          <p:cNvGrpSpPr/>
          <p:nvPr/>
        </p:nvGrpSpPr>
        <p:grpSpPr>
          <a:xfrm>
            <a:off x="4253821" y="3395938"/>
            <a:ext cx="565150" cy="369332"/>
            <a:chOff x="1736090" y="2873352"/>
            <a:chExt cx="565150" cy="369332"/>
          </a:xfrm>
        </p:grpSpPr>
        <p:grpSp>
          <p:nvGrpSpPr>
            <p:cNvPr id="44" name="Group 327">
              <a:extLst>
                <a:ext uri="{FF2B5EF4-FFF2-40B4-BE49-F238E27FC236}">
                  <a16:creationId xmlns:a16="http://schemas.microsoft.com/office/drawing/2014/main" id="{733E4B80-1CD4-A2BF-AF64-B143BCDBF50A}"/>
                </a:ext>
              </a:extLst>
            </p:cNvPr>
            <p:cNvGrpSpPr>
              <a:grpSpLocks/>
            </p:cNvGrpSpPr>
            <p:nvPr/>
          </p:nvGrpSpPr>
          <p:grpSpPr bwMode="auto">
            <a:xfrm>
              <a:off x="1736090" y="2893762"/>
              <a:ext cx="565150" cy="292100"/>
              <a:chOff x="1871277" y="1576300"/>
              <a:chExt cx="1128371" cy="437861"/>
            </a:xfrm>
          </p:grpSpPr>
          <p:sp>
            <p:nvSpPr>
              <p:cNvPr id="48" name="Oval 47">
                <a:extLst>
                  <a:ext uri="{FF2B5EF4-FFF2-40B4-BE49-F238E27FC236}">
                    <a16:creationId xmlns:a16="http://schemas.microsoft.com/office/drawing/2014/main" id="{739BCDEF-F2B8-B0BD-5343-2DE1E8D8450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 name="Rectangle 48">
                <a:extLst>
                  <a:ext uri="{FF2B5EF4-FFF2-40B4-BE49-F238E27FC236}">
                    <a16:creationId xmlns:a16="http://schemas.microsoft.com/office/drawing/2014/main" id="{38338780-5724-4E59-BB5D-5C16DE4C7D4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 name="Oval 49">
                <a:extLst>
                  <a:ext uri="{FF2B5EF4-FFF2-40B4-BE49-F238E27FC236}">
                    <a16:creationId xmlns:a16="http://schemas.microsoft.com/office/drawing/2014/main" id="{D938201E-7A98-6ECC-BDC1-7BB382A5654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1" name="Freeform 274">
                <a:extLst>
                  <a:ext uri="{FF2B5EF4-FFF2-40B4-BE49-F238E27FC236}">
                    <a16:creationId xmlns:a16="http://schemas.microsoft.com/office/drawing/2014/main" id="{BDB8C326-5457-00A8-7563-4965A8397EE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 name="Freeform 275">
                <a:extLst>
                  <a:ext uri="{FF2B5EF4-FFF2-40B4-BE49-F238E27FC236}">
                    <a16:creationId xmlns:a16="http://schemas.microsoft.com/office/drawing/2014/main" id="{2BC3D27C-7081-F20C-FC53-41300E90B1B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 name="Freeform 276">
                <a:extLst>
                  <a:ext uri="{FF2B5EF4-FFF2-40B4-BE49-F238E27FC236}">
                    <a16:creationId xmlns:a16="http://schemas.microsoft.com/office/drawing/2014/main" id="{BE5CEFC3-2F66-4AAC-CF43-5F6C636F5F2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 name="Freeform 277">
                <a:extLst>
                  <a:ext uri="{FF2B5EF4-FFF2-40B4-BE49-F238E27FC236}">
                    <a16:creationId xmlns:a16="http://schemas.microsoft.com/office/drawing/2014/main" id="{9A13EBA4-985B-CCCC-D409-929940AFA27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 name="Straight Connector 54">
                <a:extLst>
                  <a:ext uri="{FF2B5EF4-FFF2-40B4-BE49-F238E27FC236}">
                    <a16:creationId xmlns:a16="http://schemas.microsoft.com/office/drawing/2014/main" id="{72F13489-A644-F0AE-2430-E327E8813F7B}"/>
                  </a:ext>
                </a:extLst>
              </p:cNvPr>
              <p:cNvCxnSpPr>
                <a:endCxn id="5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6" name="Straight Connector 55">
                <a:extLst>
                  <a:ext uri="{FF2B5EF4-FFF2-40B4-BE49-F238E27FC236}">
                    <a16:creationId xmlns:a16="http://schemas.microsoft.com/office/drawing/2014/main" id="{20F01AD9-0DBF-EAE8-E463-BDB771026F9D}"/>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5" name="Group 44">
              <a:extLst>
                <a:ext uri="{FF2B5EF4-FFF2-40B4-BE49-F238E27FC236}">
                  <a16:creationId xmlns:a16="http://schemas.microsoft.com/office/drawing/2014/main" id="{E63FB281-CE9C-FC17-C31E-6D04543552F0}"/>
                </a:ext>
              </a:extLst>
            </p:cNvPr>
            <p:cNvGrpSpPr/>
            <p:nvPr/>
          </p:nvGrpSpPr>
          <p:grpSpPr>
            <a:xfrm>
              <a:off x="1770362" y="2873352"/>
              <a:ext cx="428460" cy="369332"/>
              <a:chOff x="667045" y="1708643"/>
              <a:chExt cx="428460" cy="369332"/>
            </a:xfrm>
          </p:grpSpPr>
          <p:sp>
            <p:nvSpPr>
              <p:cNvPr id="46" name="Oval 45">
                <a:extLst>
                  <a:ext uri="{FF2B5EF4-FFF2-40B4-BE49-F238E27FC236}">
                    <a16:creationId xmlns:a16="http://schemas.microsoft.com/office/drawing/2014/main" id="{5B8B12C8-4352-7D08-D465-5A47F179182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 name="TextBox 46">
                <a:extLst>
                  <a:ext uri="{FF2B5EF4-FFF2-40B4-BE49-F238E27FC236}">
                    <a16:creationId xmlns:a16="http://schemas.microsoft.com/office/drawing/2014/main" id="{844A4C24-FEE2-0ABC-37B7-FF1BA33BDDEA}"/>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57" name="Group 56">
            <a:extLst>
              <a:ext uri="{FF2B5EF4-FFF2-40B4-BE49-F238E27FC236}">
                <a16:creationId xmlns:a16="http://schemas.microsoft.com/office/drawing/2014/main" id="{A572E773-33F5-FFFC-7CC0-F7FA6D7D7808}"/>
              </a:ext>
            </a:extLst>
          </p:cNvPr>
          <p:cNvGrpSpPr/>
          <p:nvPr/>
        </p:nvGrpSpPr>
        <p:grpSpPr>
          <a:xfrm>
            <a:off x="2485346" y="3389585"/>
            <a:ext cx="565150" cy="369332"/>
            <a:chOff x="1736090" y="2873352"/>
            <a:chExt cx="565150" cy="369332"/>
          </a:xfrm>
        </p:grpSpPr>
        <p:grpSp>
          <p:nvGrpSpPr>
            <p:cNvPr id="58" name="Group 327">
              <a:extLst>
                <a:ext uri="{FF2B5EF4-FFF2-40B4-BE49-F238E27FC236}">
                  <a16:creationId xmlns:a16="http://schemas.microsoft.com/office/drawing/2014/main" id="{DA357DFB-5D76-7D47-814F-2810CBE0EEEF}"/>
                </a:ext>
              </a:extLst>
            </p:cNvPr>
            <p:cNvGrpSpPr>
              <a:grpSpLocks/>
            </p:cNvGrpSpPr>
            <p:nvPr/>
          </p:nvGrpSpPr>
          <p:grpSpPr bwMode="auto">
            <a:xfrm>
              <a:off x="1736090" y="2893762"/>
              <a:ext cx="565150" cy="292100"/>
              <a:chOff x="1871277" y="1576300"/>
              <a:chExt cx="1128371" cy="437861"/>
            </a:xfrm>
          </p:grpSpPr>
          <p:sp>
            <p:nvSpPr>
              <p:cNvPr id="63" name="Oval 62">
                <a:extLst>
                  <a:ext uri="{FF2B5EF4-FFF2-40B4-BE49-F238E27FC236}">
                    <a16:creationId xmlns:a16="http://schemas.microsoft.com/office/drawing/2014/main" id="{D2C93CE4-B31F-E35E-355E-5FFF2AC4D37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48" name="Rectangle 447">
                <a:extLst>
                  <a:ext uri="{FF2B5EF4-FFF2-40B4-BE49-F238E27FC236}">
                    <a16:creationId xmlns:a16="http://schemas.microsoft.com/office/drawing/2014/main" id="{B629145F-DBD3-B4AD-1E34-5A25E7E04BFF}"/>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9" name="Oval 448">
                <a:extLst>
                  <a:ext uri="{FF2B5EF4-FFF2-40B4-BE49-F238E27FC236}">
                    <a16:creationId xmlns:a16="http://schemas.microsoft.com/office/drawing/2014/main" id="{2EE56DE5-C099-CF69-CDEA-5B924CC25C5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0" name="Freeform 288">
                <a:extLst>
                  <a:ext uri="{FF2B5EF4-FFF2-40B4-BE49-F238E27FC236}">
                    <a16:creationId xmlns:a16="http://schemas.microsoft.com/office/drawing/2014/main" id="{BC1B8C3E-A1C1-B7D3-247D-38219EF5D08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1" name="Freeform 289">
                <a:extLst>
                  <a:ext uri="{FF2B5EF4-FFF2-40B4-BE49-F238E27FC236}">
                    <a16:creationId xmlns:a16="http://schemas.microsoft.com/office/drawing/2014/main" id="{34729EC9-66FC-2DC1-33D0-929A97B6460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2" name="Freeform 290">
                <a:extLst>
                  <a:ext uri="{FF2B5EF4-FFF2-40B4-BE49-F238E27FC236}">
                    <a16:creationId xmlns:a16="http://schemas.microsoft.com/office/drawing/2014/main" id="{51D35BBB-A4E7-316F-E834-F5DBBBBE6F8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3" name="Freeform 291">
                <a:extLst>
                  <a:ext uri="{FF2B5EF4-FFF2-40B4-BE49-F238E27FC236}">
                    <a16:creationId xmlns:a16="http://schemas.microsoft.com/office/drawing/2014/main" id="{E2EC08C3-8016-12B4-2F27-5F1AC926B26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54" name="Straight Connector 453">
                <a:extLst>
                  <a:ext uri="{FF2B5EF4-FFF2-40B4-BE49-F238E27FC236}">
                    <a16:creationId xmlns:a16="http://schemas.microsoft.com/office/drawing/2014/main" id="{1957EA0B-1C45-8225-9770-D7981D5FBF65}"/>
                  </a:ext>
                </a:extLst>
              </p:cNvPr>
              <p:cNvCxnSpPr>
                <a:endCxn id="44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5" name="Straight Connector 454">
                <a:extLst>
                  <a:ext uri="{FF2B5EF4-FFF2-40B4-BE49-F238E27FC236}">
                    <a16:creationId xmlns:a16="http://schemas.microsoft.com/office/drawing/2014/main" id="{AF292D07-08F5-0C5C-A2B3-2403DE44329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0" name="Group 59">
              <a:extLst>
                <a:ext uri="{FF2B5EF4-FFF2-40B4-BE49-F238E27FC236}">
                  <a16:creationId xmlns:a16="http://schemas.microsoft.com/office/drawing/2014/main" id="{01F143BC-6895-4E34-5BD5-D0F77E8ED7B6}"/>
                </a:ext>
              </a:extLst>
            </p:cNvPr>
            <p:cNvGrpSpPr/>
            <p:nvPr/>
          </p:nvGrpSpPr>
          <p:grpSpPr>
            <a:xfrm>
              <a:off x="1770362" y="2873352"/>
              <a:ext cx="441422" cy="369332"/>
              <a:chOff x="667045" y="1708643"/>
              <a:chExt cx="441422" cy="369332"/>
            </a:xfrm>
          </p:grpSpPr>
          <p:sp>
            <p:nvSpPr>
              <p:cNvPr id="61" name="Oval 60">
                <a:extLst>
                  <a:ext uri="{FF2B5EF4-FFF2-40B4-BE49-F238E27FC236}">
                    <a16:creationId xmlns:a16="http://schemas.microsoft.com/office/drawing/2014/main" id="{2D9AA1BD-7B68-B9E9-11A3-8542FCC45AA6}"/>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2" name="TextBox 61">
                <a:extLst>
                  <a:ext uri="{FF2B5EF4-FFF2-40B4-BE49-F238E27FC236}">
                    <a16:creationId xmlns:a16="http://schemas.microsoft.com/office/drawing/2014/main" id="{A8A8592F-E58C-576C-2C4F-4E243EC766F4}"/>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456" name="Straight Connector 455">
            <a:extLst>
              <a:ext uri="{FF2B5EF4-FFF2-40B4-BE49-F238E27FC236}">
                <a16:creationId xmlns:a16="http://schemas.microsoft.com/office/drawing/2014/main" id="{3E712AA2-33A7-D2DC-DB3E-6DD9A353E81C}"/>
              </a:ext>
            </a:extLst>
          </p:cNvPr>
          <p:cNvCxnSpPr>
            <a:stCxn id="19" idx="2"/>
            <a:endCxn id="33" idx="0"/>
          </p:cNvCxnSpPr>
          <p:nvPr/>
        </p:nvCxnSpPr>
        <p:spPr bwMode="auto">
          <a:xfrm>
            <a:off x="3643088" y="3153550"/>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57" name="Straight Connector 456">
            <a:extLst>
              <a:ext uri="{FF2B5EF4-FFF2-40B4-BE49-F238E27FC236}">
                <a16:creationId xmlns:a16="http://schemas.microsoft.com/office/drawing/2014/main" id="{F5067105-DD78-BD35-9EE1-301B4A8080D1}"/>
              </a:ext>
            </a:extLst>
          </p:cNvPr>
          <p:cNvCxnSpPr/>
          <p:nvPr/>
        </p:nvCxnSpPr>
        <p:spPr bwMode="auto">
          <a:xfrm>
            <a:off x="3059492" y="3559487"/>
            <a:ext cx="1204913" cy="635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58" name="Straight Connector 457">
            <a:extLst>
              <a:ext uri="{FF2B5EF4-FFF2-40B4-BE49-F238E27FC236}">
                <a16:creationId xmlns:a16="http://schemas.microsoft.com/office/drawing/2014/main" id="{E99553EC-BE54-1B9F-D52C-1C601D6C6224}"/>
              </a:ext>
            </a:extLst>
          </p:cNvPr>
          <p:cNvCxnSpPr>
            <a:stCxn id="20" idx="7"/>
          </p:cNvCxnSpPr>
          <p:nvPr/>
        </p:nvCxnSpPr>
        <p:spPr bwMode="auto">
          <a:xfrm>
            <a:off x="3870723" y="3065343"/>
            <a:ext cx="480042" cy="36977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59" name="Straight Connector 458">
            <a:extLst>
              <a:ext uri="{FF2B5EF4-FFF2-40B4-BE49-F238E27FC236}">
                <a16:creationId xmlns:a16="http://schemas.microsoft.com/office/drawing/2014/main" id="{B2A98359-B9D1-2D19-646F-F68D3B40BD1A}"/>
              </a:ext>
            </a:extLst>
          </p:cNvPr>
          <p:cNvCxnSpPr/>
          <p:nvPr/>
        </p:nvCxnSpPr>
        <p:spPr bwMode="auto">
          <a:xfrm>
            <a:off x="2952088" y="3697170"/>
            <a:ext cx="477927" cy="357071"/>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60" name="Straight Connector 459">
            <a:extLst>
              <a:ext uri="{FF2B5EF4-FFF2-40B4-BE49-F238E27FC236}">
                <a16:creationId xmlns:a16="http://schemas.microsoft.com/office/drawing/2014/main" id="{7293C868-541C-AF1C-6307-894B13C19613}"/>
              </a:ext>
            </a:extLst>
          </p:cNvPr>
          <p:cNvCxnSpPr/>
          <p:nvPr/>
        </p:nvCxnSpPr>
        <p:spPr bwMode="auto">
          <a:xfrm flipH="1">
            <a:off x="3848057" y="3694408"/>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61" name="Straight Connector 460">
            <a:extLst>
              <a:ext uri="{FF2B5EF4-FFF2-40B4-BE49-F238E27FC236}">
                <a16:creationId xmlns:a16="http://schemas.microsoft.com/office/drawing/2014/main" id="{939254E9-68BA-09D7-4309-ECC7006C2CB9}"/>
              </a:ext>
            </a:extLst>
          </p:cNvPr>
          <p:cNvCxnSpPr/>
          <p:nvPr/>
        </p:nvCxnSpPr>
        <p:spPr bwMode="auto">
          <a:xfrm flipH="1">
            <a:off x="2939568" y="3077812"/>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462" name="Group 461">
            <a:extLst>
              <a:ext uri="{FF2B5EF4-FFF2-40B4-BE49-F238E27FC236}">
                <a16:creationId xmlns:a16="http://schemas.microsoft.com/office/drawing/2014/main" id="{8D2E1143-1D63-9A50-BA21-298D795A24FB}"/>
              </a:ext>
            </a:extLst>
          </p:cNvPr>
          <p:cNvGrpSpPr/>
          <p:nvPr/>
        </p:nvGrpSpPr>
        <p:grpSpPr>
          <a:xfrm>
            <a:off x="4858786" y="1848799"/>
            <a:ext cx="2712783" cy="1853712"/>
            <a:chOff x="-2170772" y="2784954"/>
            <a:chExt cx="2712783" cy="1853712"/>
          </a:xfrm>
        </p:grpSpPr>
        <p:sp>
          <p:nvSpPr>
            <p:cNvPr id="463" name="Freeform 2">
              <a:extLst>
                <a:ext uri="{FF2B5EF4-FFF2-40B4-BE49-F238E27FC236}">
                  <a16:creationId xmlns:a16="http://schemas.microsoft.com/office/drawing/2014/main" id="{518D80E5-BD42-9632-5985-F343F721F732}"/>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64" name="Group 463">
              <a:extLst>
                <a:ext uri="{FF2B5EF4-FFF2-40B4-BE49-F238E27FC236}">
                  <a16:creationId xmlns:a16="http://schemas.microsoft.com/office/drawing/2014/main" id="{2D66D825-7553-79A2-2939-3012192781B2}"/>
                </a:ext>
              </a:extLst>
            </p:cNvPr>
            <p:cNvGrpSpPr/>
            <p:nvPr/>
          </p:nvGrpSpPr>
          <p:grpSpPr>
            <a:xfrm>
              <a:off x="-1935370" y="2935816"/>
              <a:ext cx="2333625" cy="1590649"/>
              <a:chOff x="833331" y="2873352"/>
              <a:chExt cx="2333625" cy="1590649"/>
            </a:xfrm>
          </p:grpSpPr>
          <p:grpSp>
            <p:nvGrpSpPr>
              <p:cNvPr id="465" name="Group 464">
                <a:extLst>
                  <a:ext uri="{FF2B5EF4-FFF2-40B4-BE49-F238E27FC236}">
                    <a16:creationId xmlns:a16="http://schemas.microsoft.com/office/drawing/2014/main" id="{CEDF1231-54A3-E3AD-3670-BC0F621D0489}"/>
                  </a:ext>
                </a:extLst>
              </p:cNvPr>
              <p:cNvGrpSpPr/>
              <p:nvPr/>
            </p:nvGrpSpPr>
            <p:grpSpPr>
              <a:xfrm>
                <a:off x="1736090" y="2873352"/>
                <a:ext cx="565150" cy="369332"/>
                <a:chOff x="1736090" y="2873352"/>
                <a:chExt cx="565150" cy="369332"/>
              </a:xfrm>
            </p:grpSpPr>
            <p:grpSp>
              <p:nvGrpSpPr>
                <p:cNvPr id="515" name="Group 327">
                  <a:extLst>
                    <a:ext uri="{FF2B5EF4-FFF2-40B4-BE49-F238E27FC236}">
                      <a16:creationId xmlns:a16="http://schemas.microsoft.com/office/drawing/2014/main" id="{2F0EE215-124B-85A5-196D-B2CC936CDFA4}"/>
                    </a:ext>
                  </a:extLst>
                </p:cNvPr>
                <p:cNvGrpSpPr>
                  <a:grpSpLocks/>
                </p:cNvGrpSpPr>
                <p:nvPr/>
              </p:nvGrpSpPr>
              <p:grpSpPr bwMode="auto">
                <a:xfrm>
                  <a:off x="1736090" y="2893762"/>
                  <a:ext cx="565150" cy="292100"/>
                  <a:chOff x="1871277" y="1576300"/>
                  <a:chExt cx="1128371" cy="437861"/>
                </a:xfrm>
              </p:grpSpPr>
              <p:sp>
                <p:nvSpPr>
                  <p:cNvPr id="519" name="Oval 518">
                    <a:extLst>
                      <a:ext uri="{FF2B5EF4-FFF2-40B4-BE49-F238E27FC236}">
                        <a16:creationId xmlns:a16="http://schemas.microsoft.com/office/drawing/2014/main" id="{4B144E01-A2BE-4397-CB4D-FEFACB3C526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0" name="Rectangle 519">
                    <a:extLst>
                      <a:ext uri="{FF2B5EF4-FFF2-40B4-BE49-F238E27FC236}">
                        <a16:creationId xmlns:a16="http://schemas.microsoft.com/office/drawing/2014/main" id="{BC1274E6-ED5A-327C-2486-6910EFA06FCC}"/>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1" name="Oval 520">
                    <a:extLst>
                      <a:ext uri="{FF2B5EF4-FFF2-40B4-BE49-F238E27FC236}">
                        <a16:creationId xmlns:a16="http://schemas.microsoft.com/office/drawing/2014/main" id="{7E5927DF-5F90-9CB3-C6FF-743C188CFA2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2" name="Freeform 359">
                    <a:extLst>
                      <a:ext uri="{FF2B5EF4-FFF2-40B4-BE49-F238E27FC236}">
                        <a16:creationId xmlns:a16="http://schemas.microsoft.com/office/drawing/2014/main" id="{79B59B16-7EA8-C951-7917-28D2EB36A9F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3" name="Freeform 360">
                    <a:extLst>
                      <a:ext uri="{FF2B5EF4-FFF2-40B4-BE49-F238E27FC236}">
                        <a16:creationId xmlns:a16="http://schemas.microsoft.com/office/drawing/2014/main" id="{0A1B39BF-9B35-CED4-63AB-F5DF34A70F2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4" name="Freeform 361">
                    <a:extLst>
                      <a:ext uri="{FF2B5EF4-FFF2-40B4-BE49-F238E27FC236}">
                        <a16:creationId xmlns:a16="http://schemas.microsoft.com/office/drawing/2014/main" id="{C053C8E9-7936-54D4-5F3C-108D09C8304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5" name="Freeform 362">
                    <a:extLst>
                      <a:ext uri="{FF2B5EF4-FFF2-40B4-BE49-F238E27FC236}">
                        <a16:creationId xmlns:a16="http://schemas.microsoft.com/office/drawing/2014/main" id="{02546908-434F-180E-F630-4167B14D932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26" name="Straight Connector 525">
                    <a:extLst>
                      <a:ext uri="{FF2B5EF4-FFF2-40B4-BE49-F238E27FC236}">
                        <a16:creationId xmlns:a16="http://schemas.microsoft.com/office/drawing/2014/main" id="{A56209DE-6DF4-16C5-315F-18AA6B3C772C}"/>
                      </a:ext>
                    </a:extLst>
                  </p:cNvPr>
                  <p:cNvCxnSpPr>
                    <a:endCxn id="52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27" name="Straight Connector 526">
                    <a:extLst>
                      <a:ext uri="{FF2B5EF4-FFF2-40B4-BE49-F238E27FC236}">
                        <a16:creationId xmlns:a16="http://schemas.microsoft.com/office/drawing/2014/main" id="{288D29E8-6961-0F7C-855C-651ED3A28E3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16" name="Group 515">
                  <a:extLst>
                    <a:ext uri="{FF2B5EF4-FFF2-40B4-BE49-F238E27FC236}">
                      <a16:creationId xmlns:a16="http://schemas.microsoft.com/office/drawing/2014/main" id="{2E6B0A8E-FFAA-1B89-5D46-E10DECD5B211}"/>
                    </a:ext>
                  </a:extLst>
                </p:cNvPr>
                <p:cNvGrpSpPr/>
                <p:nvPr/>
              </p:nvGrpSpPr>
              <p:grpSpPr>
                <a:xfrm>
                  <a:off x="1770362" y="2873352"/>
                  <a:ext cx="441422" cy="369332"/>
                  <a:chOff x="667045" y="1708643"/>
                  <a:chExt cx="441422" cy="369332"/>
                </a:xfrm>
              </p:grpSpPr>
              <p:sp>
                <p:nvSpPr>
                  <p:cNvPr id="517" name="Oval 516">
                    <a:extLst>
                      <a:ext uri="{FF2B5EF4-FFF2-40B4-BE49-F238E27FC236}">
                        <a16:creationId xmlns:a16="http://schemas.microsoft.com/office/drawing/2014/main" id="{5405578D-27C0-893C-3F59-62111F225B2D}"/>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8" name="TextBox 517">
                    <a:extLst>
                      <a:ext uri="{FF2B5EF4-FFF2-40B4-BE49-F238E27FC236}">
                        <a16:creationId xmlns:a16="http://schemas.microsoft.com/office/drawing/2014/main" id="{56773656-111B-9844-BA2E-E87BE9031F3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466" name="Group 465">
                <a:extLst>
                  <a:ext uri="{FF2B5EF4-FFF2-40B4-BE49-F238E27FC236}">
                    <a16:creationId xmlns:a16="http://schemas.microsoft.com/office/drawing/2014/main" id="{317A3C91-1A7D-D915-B0A2-7D80C0205BE9}"/>
                  </a:ext>
                </a:extLst>
              </p:cNvPr>
              <p:cNvGrpSpPr/>
              <p:nvPr/>
            </p:nvGrpSpPr>
            <p:grpSpPr>
              <a:xfrm>
                <a:off x="1740320" y="4094669"/>
                <a:ext cx="565150" cy="369332"/>
                <a:chOff x="1736090" y="2873352"/>
                <a:chExt cx="565150" cy="369332"/>
              </a:xfrm>
            </p:grpSpPr>
            <p:grpSp>
              <p:nvGrpSpPr>
                <p:cNvPr id="501" name="Group 327">
                  <a:extLst>
                    <a:ext uri="{FF2B5EF4-FFF2-40B4-BE49-F238E27FC236}">
                      <a16:creationId xmlns:a16="http://schemas.microsoft.com/office/drawing/2014/main" id="{AAC7A0D2-AE87-F6A9-E5C8-5809DE68F5C1}"/>
                    </a:ext>
                  </a:extLst>
                </p:cNvPr>
                <p:cNvGrpSpPr>
                  <a:grpSpLocks/>
                </p:cNvGrpSpPr>
                <p:nvPr/>
              </p:nvGrpSpPr>
              <p:grpSpPr bwMode="auto">
                <a:xfrm>
                  <a:off x="1736090" y="2893762"/>
                  <a:ext cx="565150" cy="292100"/>
                  <a:chOff x="1871277" y="1576300"/>
                  <a:chExt cx="1128371" cy="437861"/>
                </a:xfrm>
              </p:grpSpPr>
              <p:sp>
                <p:nvSpPr>
                  <p:cNvPr id="505" name="Oval 504">
                    <a:extLst>
                      <a:ext uri="{FF2B5EF4-FFF2-40B4-BE49-F238E27FC236}">
                        <a16:creationId xmlns:a16="http://schemas.microsoft.com/office/drawing/2014/main" id="{7AE2DB38-5C67-CEB2-E477-47595BF80F4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6" name="Rectangle 505">
                    <a:extLst>
                      <a:ext uri="{FF2B5EF4-FFF2-40B4-BE49-F238E27FC236}">
                        <a16:creationId xmlns:a16="http://schemas.microsoft.com/office/drawing/2014/main" id="{C05ECE4F-7F1D-AC1F-A143-76164EBE372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7" name="Oval 506">
                    <a:extLst>
                      <a:ext uri="{FF2B5EF4-FFF2-40B4-BE49-F238E27FC236}">
                        <a16:creationId xmlns:a16="http://schemas.microsoft.com/office/drawing/2014/main" id="{A67A7F95-4CE0-4BDD-178E-C2AFC3AB564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8" name="Freeform 346">
                    <a:extLst>
                      <a:ext uri="{FF2B5EF4-FFF2-40B4-BE49-F238E27FC236}">
                        <a16:creationId xmlns:a16="http://schemas.microsoft.com/office/drawing/2014/main" id="{91A664BD-4D4B-FDD9-5292-E64C399B6C1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0" name="Freeform 347">
                    <a:extLst>
                      <a:ext uri="{FF2B5EF4-FFF2-40B4-BE49-F238E27FC236}">
                        <a16:creationId xmlns:a16="http://schemas.microsoft.com/office/drawing/2014/main" id="{F2AEB1E7-406E-28A9-F36C-4925D4FA5E3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1" name="Freeform 348">
                    <a:extLst>
                      <a:ext uri="{FF2B5EF4-FFF2-40B4-BE49-F238E27FC236}">
                        <a16:creationId xmlns:a16="http://schemas.microsoft.com/office/drawing/2014/main" id="{6D0497B4-974A-49AB-4B1F-BD611C32030C}"/>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2" name="Freeform 349">
                    <a:extLst>
                      <a:ext uri="{FF2B5EF4-FFF2-40B4-BE49-F238E27FC236}">
                        <a16:creationId xmlns:a16="http://schemas.microsoft.com/office/drawing/2014/main" id="{29BC41F5-1AE3-5896-8400-64322052DDC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13" name="Straight Connector 512">
                    <a:extLst>
                      <a:ext uri="{FF2B5EF4-FFF2-40B4-BE49-F238E27FC236}">
                        <a16:creationId xmlns:a16="http://schemas.microsoft.com/office/drawing/2014/main" id="{0E9814F2-DD57-0391-032A-72577D8318EE}"/>
                      </a:ext>
                    </a:extLst>
                  </p:cNvPr>
                  <p:cNvCxnSpPr>
                    <a:endCxn id="507"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14" name="Straight Connector 513">
                    <a:extLst>
                      <a:ext uri="{FF2B5EF4-FFF2-40B4-BE49-F238E27FC236}">
                        <a16:creationId xmlns:a16="http://schemas.microsoft.com/office/drawing/2014/main" id="{535F0160-394E-B603-DCE1-E3EB1CC90F46}"/>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02" name="Group 501">
                  <a:extLst>
                    <a:ext uri="{FF2B5EF4-FFF2-40B4-BE49-F238E27FC236}">
                      <a16:creationId xmlns:a16="http://schemas.microsoft.com/office/drawing/2014/main" id="{998BD393-63B6-5136-98F8-C3B9C04BAF75}"/>
                    </a:ext>
                  </a:extLst>
                </p:cNvPr>
                <p:cNvGrpSpPr/>
                <p:nvPr/>
              </p:nvGrpSpPr>
              <p:grpSpPr>
                <a:xfrm>
                  <a:off x="1770362" y="2873352"/>
                  <a:ext cx="441422" cy="369332"/>
                  <a:chOff x="667045" y="1708643"/>
                  <a:chExt cx="441422" cy="369332"/>
                </a:xfrm>
              </p:grpSpPr>
              <p:sp>
                <p:nvSpPr>
                  <p:cNvPr id="503" name="Oval 502">
                    <a:extLst>
                      <a:ext uri="{FF2B5EF4-FFF2-40B4-BE49-F238E27FC236}">
                        <a16:creationId xmlns:a16="http://schemas.microsoft.com/office/drawing/2014/main" id="{EA5C953E-2715-12B7-7AAA-B53C481641D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4" name="TextBox 503">
                    <a:extLst>
                      <a:ext uri="{FF2B5EF4-FFF2-40B4-BE49-F238E27FC236}">
                        <a16:creationId xmlns:a16="http://schemas.microsoft.com/office/drawing/2014/main" id="{CEAF8E6F-F7AD-C62A-6ACB-F40AE213BA19}"/>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467" name="Group 466">
                <a:extLst>
                  <a:ext uri="{FF2B5EF4-FFF2-40B4-BE49-F238E27FC236}">
                    <a16:creationId xmlns:a16="http://schemas.microsoft.com/office/drawing/2014/main" id="{82B7BE4D-B3B6-E06D-5C15-8F41946A5FCE}"/>
                  </a:ext>
                </a:extLst>
              </p:cNvPr>
              <p:cNvGrpSpPr/>
              <p:nvPr/>
            </p:nvGrpSpPr>
            <p:grpSpPr>
              <a:xfrm>
                <a:off x="2601806" y="3485072"/>
                <a:ext cx="565150" cy="369332"/>
                <a:chOff x="1736090" y="2873352"/>
                <a:chExt cx="565150" cy="369332"/>
              </a:xfrm>
            </p:grpSpPr>
            <p:grpSp>
              <p:nvGrpSpPr>
                <p:cNvPr id="488" name="Group 327">
                  <a:extLst>
                    <a:ext uri="{FF2B5EF4-FFF2-40B4-BE49-F238E27FC236}">
                      <a16:creationId xmlns:a16="http://schemas.microsoft.com/office/drawing/2014/main" id="{E04A636B-4142-7C50-18EF-B433D6A9103F}"/>
                    </a:ext>
                  </a:extLst>
                </p:cNvPr>
                <p:cNvGrpSpPr>
                  <a:grpSpLocks/>
                </p:cNvGrpSpPr>
                <p:nvPr/>
              </p:nvGrpSpPr>
              <p:grpSpPr bwMode="auto">
                <a:xfrm>
                  <a:off x="1736090" y="2893762"/>
                  <a:ext cx="565150" cy="292100"/>
                  <a:chOff x="1871277" y="1576300"/>
                  <a:chExt cx="1128371" cy="437861"/>
                </a:xfrm>
              </p:grpSpPr>
              <p:sp>
                <p:nvSpPr>
                  <p:cNvPr id="492" name="Oval 491">
                    <a:extLst>
                      <a:ext uri="{FF2B5EF4-FFF2-40B4-BE49-F238E27FC236}">
                        <a16:creationId xmlns:a16="http://schemas.microsoft.com/office/drawing/2014/main" id="{D72B3607-23FD-2AB7-4280-563731C25FF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3" name="Rectangle 492">
                    <a:extLst>
                      <a:ext uri="{FF2B5EF4-FFF2-40B4-BE49-F238E27FC236}">
                        <a16:creationId xmlns:a16="http://schemas.microsoft.com/office/drawing/2014/main" id="{22CC65AC-24BD-642F-D65E-DA7DA72DCC0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4" name="Oval 493">
                    <a:extLst>
                      <a:ext uri="{FF2B5EF4-FFF2-40B4-BE49-F238E27FC236}">
                        <a16:creationId xmlns:a16="http://schemas.microsoft.com/office/drawing/2014/main" id="{BA856EE9-E61A-572F-FAB0-DCD1F77F00B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5" name="Freeform 333">
                    <a:extLst>
                      <a:ext uri="{FF2B5EF4-FFF2-40B4-BE49-F238E27FC236}">
                        <a16:creationId xmlns:a16="http://schemas.microsoft.com/office/drawing/2014/main" id="{BF0AC9C1-FA43-C96B-FB9D-D68326C55C5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6" name="Freeform 334">
                    <a:extLst>
                      <a:ext uri="{FF2B5EF4-FFF2-40B4-BE49-F238E27FC236}">
                        <a16:creationId xmlns:a16="http://schemas.microsoft.com/office/drawing/2014/main" id="{F4A9849B-929D-6FD4-9BF9-E51CD6433A7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7" name="Freeform 335">
                    <a:extLst>
                      <a:ext uri="{FF2B5EF4-FFF2-40B4-BE49-F238E27FC236}">
                        <a16:creationId xmlns:a16="http://schemas.microsoft.com/office/drawing/2014/main" id="{718C0BB5-8E73-03AF-6207-0B38CA20547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8" name="Freeform 336">
                    <a:extLst>
                      <a:ext uri="{FF2B5EF4-FFF2-40B4-BE49-F238E27FC236}">
                        <a16:creationId xmlns:a16="http://schemas.microsoft.com/office/drawing/2014/main" id="{5230D9EB-5A67-DCAA-338C-112CBF73FCE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99" name="Straight Connector 498">
                    <a:extLst>
                      <a:ext uri="{FF2B5EF4-FFF2-40B4-BE49-F238E27FC236}">
                        <a16:creationId xmlns:a16="http://schemas.microsoft.com/office/drawing/2014/main" id="{131534AD-6B73-B35C-CF25-7F16F2CFC689}"/>
                      </a:ext>
                    </a:extLst>
                  </p:cNvPr>
                  <p:cNvCxnSpPr>
                    <a:endCxn id="49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00" name="Straight Connector 499">
                    <a:extLst>
                      <a:ext uri="{FF2B5EF4-FFF2-40B4-BE49-F238E27FC236}">
                        <a16:creationId xmlns:a16="http://schemas.microsoft.com/office/drawing/2014/main" id="{AAB79484-AAB5-6C2D-8506-B29C1EE42DF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89" name="Group 488">
                  <a:extLst>
                    <a:ext uri="{FF2B5EF4-FFF2-40B4-BE49-F238E27FC236}">
                      <a16:creationId xmlns:a16="http://schemas.microsoft.com/office/drawing/2014/main" id="{EA6D0E81-0B7B-1CCE-6C17-7B6503560B34}"/>
                    </a:ext>
                  </a:extLst>
                </p:cNvPr>
                <p:cNvGrpSpPr/>
                <p:nvPr/>
              </p:nvGrpSpPr>
              <p:grpSpPr>
                <a:xfrm>
                  <a:off x="1770362" y="2873352"/>
                  <a:ext cx="428460" cy="369332"/>
                  <a:chOff x="667045" y="1708643"/>
                  <a:chExt cx="428460" cy="369332"/>
                </a:xfrm>
              </p:grpSpPr>
              <p:sp>
                <p:nvSpPr>
                  <p:cNvPr id="490" name="Oval 489">
                    <a:extLst>
                      <a:ext uri="{FF2B5EF4-FFF2-40B4-BE49-F238E27FC236}">
                        <a16:creationId xmlns:a16="http://schemas.microsoft.com/office/drawing/2014/main" id="{6A1688DE-8FD1-516C-FCAB-8CA5547A5C8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1" name="TextBox 490">
                    <a:extLst>
                      <a:ext uri="{FF2B5EF4-FFF2-40B4-BE49-F238E27FC236}">
                        <a16:creationId xmlns:a16="http://schemas.microsoft.com/office/drawing/2014/main" id="{8DFE2ED6-B1B0-8795-59A4-0FE6AB766C43}"/>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468" name="Group 467">
                <a:extLst>
                  <a:ext uri="{FF2B5EF4-FFF2-40B4-BE49-F238E27FC236}">
                    <a16:creationId xmlns:a16="http://schemas.microsoft.com/office/drawing/2014/main" id="{E754A11D-2042-0A42-A31C-DF92EB16B1CC}"/>
                  </a:ext>
                </a:extLst>
              </p:cNvPr>
              <p:cNvGrpSpPr/>
              <p:nvPr/>
            </p:nvGrpSpPr>
            <p:grpSpPr>
              <a:xfrm>
                <a:off x="833331" y="3478719"/>
                <a:ext cx="565150" cy="369332"/>
                <a:chOff x="1736090" y="2873352"/>
                <a:chExt cx="565150" cy="369332"/>
              </a:xfrm>
            </p:grpSpPr>
            <p:grpSp>
              <p:nvGrpSpPr>
                <p:cNvPr id="475" name="Group 327">
                  <a:extLst>
                    <a:ext uri="{FF2B5EF4-FFF2-40B4-BE49-F238E27FC236}">
                      <a16:creationId xmlns:a16="http://schemas.microsoft.com/office/drawing/2014/main" id="{D42E49A2-9AC6-3F2B-D388-66F9F1B9106D}"/>
                    </a:ext>
                  </a:extLst>
                </p:cNvPr>
                <p:cNvGrpSpPr>
                  <a:grpSpLocks/>
                </p:cNvGrpSpPr>
                <p:nvPr/>
              </p:nvGrpSpPr>
              <p:grpSpPr bwMode="auto">
                <a:xfrm>
                  <a:off x="1736090" y="2893762"/>
                  <a:ext cx="565150" cy="292100"/>
                  <a:chOff x="1871277" y="1576300"/>
                  <a:chExt cx="1128371" cy="437861"/>
                </a:xfrm>
              </p:grpSpPr>
              <p:sp>
                <p:nvSpPr>
                  <p:cNvPr id="479" name="Oval 478">
                    <a:extLst>
                      <a:ext uri="{FF2B5EF4-FFF2-40B4-BE49-F238E27FC236}">
                        <a16:creationId xmlns:a16="http://schemas.microsoft.com/office/drawing/2014/main" id="{C77148CA-30BE-8417-F9E0-D0FFD6121BF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0" name="Rectangle 479">
                    <a:extLst>
                      <a:ext uri="{FF2B5EF4-FFF2-40B4-BE49-F238E27FC236}">
                        <a16:creationId xmlns:a16="http://schemas.microsoft.com/office/drawing/2014/main" id="{AAB7E4E0-5A27-6F74-1FD9-03BF08E1A33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1" name="Oval 480">
                    <a:extLst>
                      <a:ext uri="{FF2B5EF4-FFF2-40B4-BE49-F238E27FC236}">
                        <a16:creationId xmlns:a16="http://schemas.microsoft.com/office/drawing/2014/main" id="{27EBFE1E-563A-FEAF-B0BE-84D4C606E57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2" name="Freeform 320">
                    <a:extLst>
                      <a:ext uri="{FF2B5EF4-FFF2-40B4-BE49-F238E27FC236}">
                        <a16:creationId xmlns:a16="http://schemas.microsoft.com/office/drawing/2014/main" id="{2BD6C590-016A-203C-8A73-9349DDEA21F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3" name="Freeform 321">
                    <a:extLst>
                      <a:ext uri="{FF2B5EF4-FFF2-40B4-BE49-F238E27FC236}">
                        <a16:creationId xmlns:a16="http://schemas.microsoft.com/office/drawing/2014/main" id="{2E55D0F9-7B8F-0C0C-7288-6705240DFBA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4" name="Freeform 322">
                    <a:extLst>
                      <a:ext uri="{FF2B5EF4-FFF2-40B4-BE49-F238E27FC236}">
                        <a16:creationId xmlns:a16="http://schemas.microsoft.com/office/drawing/2014/main" id="{029AA67E-C411-659D-BC5C-979FD2D0C4CD}"/>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5" name="Freeform 323">
                    <a:extLst>
                      <a:ext uri="{FF2B5EF4-FFF2-40B4-BE49-F238E27FC236}">
                        <a16:creationId xmlns:a16="http://schemas.microsoft.com/office/drawing/2014/main" id="{AE1286C0-C4C1-F4B0-C3BD-5C89A271B80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86" name="Straight Connector 485">
                    <a:extLst>
                      <a:ext uri="{FF2B5EF4-FFF2-40B4-BE49-F238E27FC236}">
                        <a16:creationId xmlns:a16="http://schemas.microsoft.com/office/drawing/2014/main" id="{83D45CED-F707-DEF4-05C4-503348AFED80}"/>
                      </a:ext>
                    </a:extLst>
                  </p:cNvPr>
                  <p:cNvCxnSpPr>
                    <a:endCxn id="48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87" name="Straight Connector 486">
                    <a:extLst>
                      <a:ext uri="{FF2B5EF4-FFF2-40B4-BE49-F238E27FC236}">
                        <a16:creationId xmlns:a16="http://schemas.microsoft.com/office/drawing/2014/main" id="{16FF5980-5886-001D-55B3-31CCF31703A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76" name="Group 475">
                  <a:extLst>
                    <a:ext uri="{FF2B5EF4-FFF2-40B4-BE49-F238E27FC236}">
                      <a16:creationId xmlns:a16="http://schemas.microsoft.com/office/drawing/2014/main" id="{586CF457-1EBE-1206-6570-6CB6611C4105}"/>
                    </a:ext>
                  </a:extLst>
                </p:cNvPr>
                <p:cNvGrpSpPr/>
                <p:nvPr/>
              </p:nvGrpSpPr>
              <p:grpSpPr>
                <a:xfrm>
                  <a:off x="1770362" y="2873352"/>
                  <a:ext cx="441422" cy="369332"/>
                  <a:chOff x="667045" y="1708643"/>
                  <a:chExt cx="441422" cy="369332"/>
                </a:xfrm>
              </p:grpSpPr>
              <p:sp>
                <p:nvSpPr>
                  <p:cNvPr id="477" name="Oval 476">
                    <a:extLst>
                      <a:ext uri="{FF2B5EF4-FFF2-40B4-BE49-F238E27FC236}">
                        <a16:creationId xmlns:a16="http://schemas.microsoft.com/office/drawing/2014/main" id="{E1142CF8-60F0-B78D-744D-BDA7D3535807}"/>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8" name="TextBox 477">
                    <a:extLst>
                      <a:ext uri="{FF2B5EF4-FFF2-40B4-BE49-F238E27FC236}">
                        <a16:creationId xmlns:a16="http://schemas.microsoft.com/office/drawing/2014/main" id="{9FDB59A2-6B3D-9A67-946D-5CE7D84E1935}"/>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469" name="Straight Connector 468">
                <a:extLst>
                  <a:ext uri="{FF2B5EF4-FFF2-40B4-BE49-F238E27FC236}">
                    <a16:creationId xmlns:a16="http://schemas.microsoft.com/office/drawing/2014/main" id="{95A8BCA8-569E-AFBA-8017-C79D1A01E468}"/>
                  </a:ext>
                </a:extLst>
              </p:cNvPr>
              <p:cNvCxnSpPr>
                <a:stCxn id="518" idx="2"/>
                <a:endCxn id="504"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0" name="Straight Connector 469">
                <a:extLst>
                  <a:ext uri="{FF2B5EF4-FFF2-40B4-BE49-F238E27FC236}">
                    <a16:creationId xmlns:a16="http://schemas.microsoft.com/office/drawing/2014/main" id="{0AE68279-1E2E-6746-E8CA-31E0A7FCEC3A}"/>
                  </a:ext>
                </a:extLst>
              </p:cNvPr>
              <p:cNvCxnSpPr/>
              <p:nvPr/>
            </p:nvCxnSpPr>
            <p:spPr bwMode="auto">
              <a:xfrm>
                <a:off x="1407477" y="3648621"/>
                <a:ext cx="1204913" cy="635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1" name="Straight Connector 470">
                <a:extLst>
                  <a:ext uri="{FF2B5EF4-FFF2-40B4-BE49-F238E27FC236}">
                    <a16:creationId xmlns:a16="http://schemas.microsoft.com/office/drawing/2014/main" id="{EF8FC6EF-6578-010A-EE7B-3ED683C0B709}"/>
                  </a:ext>
                </a:extLst>
              </p:cNvPr>
              <p:cNvCxnSpPr>
                <a:stCxn id="519" idx="7"/>
              </p:cNvCxnSpPr>
              <p:nvPr/>
            </p:nvCxnSpPr>
            <p:spPr bwMode="auto">
              <a:xfrm>
                <a:off x="2218708" y="3154477"/>
                <a:ext cx="480042" cy="36977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2" name="Straight Connector 471">
                <a:extLst>
                  <a:ext uri="{FF2B5EF4-FFF2-40B4-BE49-F238E27FC236}">
                    <a16:creationId xmlns:a16="http://schemas.microsoft.com/office/drawing/2014/main" id="{5656A767-BB69-AC3A-7590-848A955EE199}"/>
                  </a:ext>
                </a:extLst>
              </p:cNvPr>
              <p:cNvCxnSpPr/>
              <p:nvPr/>
            </p:nvCxnSpPr>
            <p:spPr bwMode="auto">
              <a:xfrm>
                <a:off x="1300073" y="3786304"/>
                <a:ext cx="477927" cy="357071"/>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3" name="Straight Connector 472">
                <a:extLst>
                  <a:ext uri="{FF2B5EF4-FFF2-40B4-BE49-F238E27FC236}">
                    <a16:creationId xmlns:a16="http://schemas.microsoft.com/office/drawing/2014/main" id="{3A9CB55D-4B6A-3486-BA81-7FA070CDDFC1}"/>
                  </a:ext>
                </a:extLst>
              </p:cNvPr>
              <p:cNvCxnSpPr/>
              <p:nvPr/>
            </p:nvCxnSpPr>
            <p:spPr bwMode="auto">
              <a:xfrm flipH="1">
                <a:off x="2196042" y="3783542"/>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4" name="Straight Connector 473">
                <a:extLst>
                  <a:ext uri="{FF2B5EF4-FFF2-40B4-BE49-F238E27FC236}">
                    <a16:creationId xmlns:a16="http://schemas.microsoft.com/office/drawing/2014/main" id="{B3205062-9A0B-6A72-7FB1-0431000DB25C}"/>
                  </a:ext>
                </a:extLst>
              </p:cNvPr>
              <p:cNvCxnSpPr/>
              <p:nvPr/>
            </p:nvCxnSpPr>
            <p:spPr bwMode="auto">
              <a:xfrm flipH="1">
                <a:off x="1287553" y="3166946"/>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grpSp>
        <p:nvGrpSpPr>
          <p:cNvPr id="528" name="Group 527">
            <a:extLst>
              <a:ext uri="{FF2B5EF4-FFF2-40B4-BE49-F238E27FC236}">
                <a16:creationId xmlns:a16="http://schemas.microsoft.com/office/drawing/2014/main" id="{20946B4A-4FDD-2C49-BE0D-DBFEA1AA81A2}"/>
              </a:ext>
            </a:extLst>
          </p:cNvPr>
          <p:cNvGrpSpPr/>
          <p:nvPr/>
        </p:nvGrpSpPr>
        <p:grpSpPr>
          <a:xfrm>
            <a:off x="7530080" y="2667478"/>
            <a:ext cx="2712783" cy="1853712"/>
            <a:chOff x="-2170772" y="2784954"/>
            <a:chExt cx="2712783" cy="1853712"/>
          </a:xfrm>
        </p:grpSpPr>
        <p:sp>
          <p:nvSpPr>
            <p:cNvPr id="529" name="Freeform 2">
              <a:extLst>
                <a:ext uri="{FF2B5EF4-FFF2-40B4-BE49-F238E27FC236}">
                  <a16:creationId xmlns:a16="http://schemas.microsoft.com/office/drawing/2014/main" id="{A47BEB76-67FC-D050-FC2E-201D19C556CB}"/>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0" name="Group 529">
              <a:extLst>
                <a:ext uri="{FF2B5EF4-FFF2-40B4-BE49-F238E27FC236}">
                  <a16:creationId xmlns:a16="http://schemas.microsoft.com/office/drawing/2014/main" id="{121196AB-8A2A-A0F8-EEE9-FE46207189C2}"/>
                </a:ext>
              </a:extLst>
            </p:cNvPr>
            <p:cNvGrpSpPr/>
            <p:nvPr/>
          </p:nvGrpSpPr>
          <p:grpSpPr>
            <a:xfrm>
              <a:off x="-1935370" y="2935816"/>
              <a:ext cx="2333625" cy="1590649"/>
              <a:chOff x="833331" y="2873352"/>
              <a:chExt cx="2333625" cy="1590649"/>
            </a:xfrm>
          </p:grpSpPr>
          <p:grpSp>
            <p:nvGrpSpPr>
              <p:cNvPr id="531" name="Group 530">
                <a:extLst>
                  <a:ext uri="{FF2B5EF4-FFF2-40B4-BE49-F238E27FC236}">
                    <a16:creationId xmlns:a16="http://schemas.microsoft.com/office/drawing/2014/main" id="{4F2779B1-D0F9-9D3D-01CD-A26151CD782C}"/>
                  </a:ext>
                </a:extLst>
              </p:cNvPr>
              <p:cNvGrpSpPr/>
              <p:nvPr/>
            </p:nvGrpSpPr>
            <p:grpSpPr>
              <a:xfrm>
                <a:off x="1736090" y="2873352"/>
                <a:ext cx="565150" cy="369332"/>
                <a:chOff x="1736090" y="2873352"/>
                <a:chExt cx="565150" cy="369332"/>
              </a:xfrm>
            </p:grpSpPr>
            <p:grpSp>
              <p:nvGrpSpPr>
                <p:cNvPr id="580" name="Group 327">
                  <a:extLst>
                    <a:ext uri="{FF2B5EF4-FFF2-40B4-BE49-F238E27FC236}">
                      <a16:creationId xmlns:a16="http://schemas.microsoft.com/office/drawing/2014/main" id="{0936B0CA-CE9B-025A-0E4A-8C3B7C23D157}"/>
                    </a:ext>
                  </a:extLst>
                </p:cNvPr>
                <p:cNvGrpSpPr>
                  <a:grpSpLocks/>
                </p:cNvGrpSpPr>
                <p:nvPr/>
              </p:nvGrpSpPr>
              <p:grpSpPr bwMode="auto">
                <a:xfrm>
                  <a:off x="1736090" y="2893762"/>
                  <a:ext cx="565150" cy="292100"/>
                  <a:chOff x="1871277" y="1576300"/>
                  <a:chExt cx="1128371" cy="437861"/>
                </a:xfrm>
              </p:grpSpPr>
              <p:sp>
                <p:nvSpPr>
                  <p:cNvPr id="584" name="Oval 583">
                    <a:extLst>
                      <a:ext uri="{FF2B5EF4-FFF2-40B4-BE49-F238E27FC236}">
                        <a16:creationId xmlns:a16="http://schemas.microsoft.com/office/drawing/2014/main" id="{7A9F851E-0905-B610-5A82-86C885CA39E8}"/>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5" name="Rectangle 584">
                    <a:extLst>
                      <a:ext uri="{FF2B5EF4-FFF2-40B4-BE49-F238E27FC236}">
                        <a16:creationId xmlns:a16="http://schemas.microsoft.com/office/drawing/2014/main" id="{507D78BF-5744-48E6-EE0F-5D79F90CBE2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6" name="Oval 585">
                    <a:extLst>
                      <a:ext uri="{FF2B5EF4-FFF2-40B4-BE49-F238E27FC236}">
                        <a16:creationId xmlns:a16="http://schemas.microsoft.com/office/drawing/2014/main" id="{57661392-9699-028C-B589-56C1C194ED5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7" name="Freeform 424">
                    <a:extLst>
                      <a:ext uri="{FF2B5EF4-FFF2-40B4-BE49-F238E27FC236}">
                        <a16:creationId xmlns:a16="http://schemas.microsoft.com/office/drawing/2014/main" id="{66FEB615-BDFF-D7F0-2A72-D06B9ACC3E5B}"/>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8" name="Freeform 425">
                    <a:extLst>
                      <a:ext uri="{FF2B5EF4-FFF2-40B4-BE49-F238E27FC236}">
                        <a16:creationId xmlns:a16="http://schemas.microsoft.com/office/drawing/2014/main" id="{924AF4D6-2B1A-4143-4E36-2B087C3DED6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9" name="Freeform 426">
                    <a:extLst>
                      <a:ext uri="{FF2B5EF4-FFF2-40B4-BE49-F238E27FC236}">
                        <a16:creationId xmlns:a16="http://schemas.microsoft.com/office/drawing/2014/main" id="{BA8F7B75-6C05-A78D-FE6D-5602DF81453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0" name="Freeform 427">
                    <a:extLst>
                      <a:ext uri="{FF2B5EF4-FFF2-40B4-BE49-F238E27FC236}">
                        <a16:creationId xmlns:a16="http://schemas.microsoft.com/office/drawing/2014/main" id="{0777F5B0-EA96-37EF-86C7-1D78C02E583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91" name="Straight Connector 590">
                    <a:extLst>
                      <a:ext uri="{FF2B5EF4-FFF2-40B4-BE49-F238E27FC236}">
                        <a16:creationId xmlns:a16="http://schemas.microsoft.com/office/drawing/2014/main" id="{E0B22725-5472-77A7-14E6-B8EC674A232F}"/>
                      </a:ext>
                    </a:extLst>
                  </p:cNvPr>
                  <p:cNvCxnSpPr>
                    <a:endCxn id="58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92" name="Straight Connector 591">
                    <a:extLst>
                      <a:ext uri="{FF2B5EF4-FFF2-40B4-BE49-F238E27FC236}">
                        <a16:creationId xmlns:a16="http://schemas.microsoft.com/office/drawing/2014/main" id="{35E00DA9-00C7-DB3E-5AE4-A67322BDBB89}"/>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81" name="Group 580">
                  <a:extLst>
                    <a:ext uri="{FF2B5EF4-FFF2-40B4-BE49-F238E27FC236}">
                      <a16:creationId xmlns:a16="http://schemas.microsoft.com/office/drawing/2014/main" id="{BE7E6098-A596-8A7D-51FE-32634D82BE1E}"/>
                    </a:ext>
                  </a:extLst>
                </p:cNvPr>
                <p:cNvGrpSpPr/>
                <p:nvPr/>
              </p:nvGrpSpPr>
              <p:grpSpPr>
                <a:xfrm>
                  <a:off x="1770362" y="2873352"/>
                  <a:ext cx="441422" cy="369332"/>
                  <a:chOff x="667045" y="1708643"/>
                  <a:chExt cx="441422" cy="369332"/>
                </a:xfrm>
              </p:grpSpPr>
              <p:sp>
                <p:nvSpPr>
                  <p:cNvPr id="582" name="Oval 581">
                    <a:extLst>
                      <a:ext uri="{FF2B5EF4-FFF2-40B4-BE49-F238E27FC236}">
                        <a16:creationId xmlns:a16="http://schemas.microsoft.com/office/drawing/2014/main" id="{54295C72-C687-57DE-9F3A-CC7B59FAF57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3" name="TextBox 582">
                    <a:extLst>
                      <a:ext uri="{FF2B5EF4-FFF2-40B4-BE49-F238E27FC236}">
                        <a16:creationId xmlns:a16="http://schemas.microsoft.com/office/drawing/2014/main" id="{0B2F8257-05E1-9B02-1FFC-89A54FC77810}"/>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532" name="Group 531">
                <a:extLst>
                  <a:ext uri="{FF2B5EF4-FFF2-40B4-BE49-F238E27FC236}">
                    <a16:creationId xmlns:a16="http://schemas.microsoft.com/office/drawing/2014/main" id="{5DAEFFE2-D38B-6836-17F6-5678210970F2}"/>
                  </a:ext>
                </a:extLst>
              </p:cNvPr>
              <p:cNvGrpSpPr/>
              <p:nvPr/>
            </p:nvGrpSpPr>
            <p:grpSpPr>
              <a:xfrm>
                <a:off x="1740320" y="4094669"/>
                <a:ext cx="565150" cy="369332"/>
                <a:chOff x="1736090" y="2873352"/>
                <a:chExt cx="565150" cy="369332"/>
              </a:xfrm>
            </p:grpSpPr>
            <p:grpSp>
              <p:nvGrpSpPr>
                <p:cNvPr id="567" name="Group 327">
                  <a:extLst>
                    <a:ext uri="{FF2B5EF4-FFF2-40B4-BE49-F238E27FC236}">
                      <a16:creationId xmlns:a16="http://schemas.microsoft.com/office/drawing/2014/main" id="{C484E28B-4498-2F4D-316C-58AD2192AE24}"/>
                    </a:ext>
                  </a:extLst>
                </p:cNvPr>
                <p:cNvGrpSpPr>
                  <a:grpSpLocks/>
                </p:cNvGrpSpPr>
                <p:nvPr/>
              </p:nvGrpSpPr>
              <p:grpSpPr bwMode="auto">
                <a:xfrm>
                  <a:off x="1736090" y="2893762"/>
                  <a:ext cx="565150" cy="292100"/>
                  <a:chOff x="1871277" y="1576300"/>
                  <a:chExt cx="1128371" cy="437861"/>
                </a:xfrm>
              </p:grpSpPr>
              <p:sp>
                <p:nvSpPr>
                  <p:cNvPr id="571" name="Oval 570">
                    <a:extLst>
                      <a:ext uri="{FF2B5EF4-FFF2-40B4-BE49-F238E27FC236}">
                        <a16:creationId xmlns:a16="http://schemas.microsoft.com/office/drawing/2014/main" id="{9012E6AB-39FB-7BED-55E0-B9654F76064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72" name="Rectangle 571">
                    <a:extLst>
                      <a:ext uri="{FF2B5EF4-FFF2-40B4-BE49-F238E27FC236}">
                        <a16:creationId xmlns:a16="http://schemas.microsoft.com/office/drawing/2014/main" id="{9E55F2B3-C835-935A-7894-4D744B31954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3" name="Oval 572">
                    <a:extLst>
                      <a:ext uri="{FF2B5EF4-FFF2-40B4-BE49-F238E27FC236}">
                        <a16:creationId xmlns:a16="http://schemas.microsoft.com/office/drawing/2014/main" id="{64B01974-9665-6BB1-DD30-67820C5909B5}"/>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74" name="Freeform 411">
                    <a:extLst>
                      <a:ext uri="{FF2B5EF4-FFF2-40B4-BE49-F238E27FC236}">
                        <a16:creationId xmlns:a16="http://schemas.microsoft.com/office/drawing/2014/main" id="{17E89002-798A-6199-A079-0326AAF76C6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5" name="Freeform 412">
                    <a:extLst>
                      <a:ext uri="{FF2B5EF4-FFF2-40B4-BE49-F238E27FC236}">
                        <a16:creationId xmlns:a16="http://schemas.microsoft.com/office/drawing/2014/main" id="{F63DC4A1-5157-B51B-50B9-9F2FBFEB61C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6" name="Freeform 413">
                    <a:extLst>
                      <a:ext uri="{FF2B5EF4-FFF2-40B4-BE49-F238E27FC236}">
                        <a16:creationId xmlns:a16="http://schemas.microsoft.com/office/drawing/2014/main" id="{7D2834B4-4B93-C380-1D5A-42BDBB24327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7" name="Freeform 414">
                    <a:extLst>
                      <a:ext uri="{FF2B5EF4-FFF2-40B4-BE49-F238E27FC236}">
                        <a16:creationId xmlns:a16="http://schemas.microsoft.com/office/drawing/2014/main" id="{AF78A325-27E8-2295-8EB7-1D4CCC25303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78" name="Straight Connector 577">
                    <a:extLst>
                      <a:ext uri="{FF2B5EF4-FFF2-40B4-BE49-F238E27FC236}">
                        <a16:creationId xmlns:a16="http://schemas.microsoft.com/office/drawing/2014/main" id="{1FAE24AB-A32E-3BC7-3953-07A6110EE24C}"/>
                      </a:ext>
                    </a:extLst>
                  </p:cNvPr>
                  <p:cNvCxnSpPr>
                    <a:endCxn id="57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79" name="Straight Connector 578">
                    <a:extLst>
                      <a:ext uri="{FF2B5EF4-FFF2-40B4-BE49-F238E27FC236}">
                        <a16:creationId xmlns:a16="http://schemas.microsoft.com/office/drawing/2014/main" id="{5860DA03-342E-B5AC-A5F1-10A26DC4B63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68" name="Group 567">
                  <a:extLst>
                    <a:ext uri="{FF2B5EF4-FFF2-40B4-BE49-F238E27FC236}">
                      <a16:creationId xmlns:a16="http://schemas.microsoft.com/office/drawing/2014/main" id="{3D85F70B-699E-B72A-2A19-3E48AC27DE06}"/>
                    </a:ext>
                  </a:extLst>
                </p:cNvPr>
                <p:cNvGrpSpPr/>
                <p:nvPr/>
              </p:nvGrpSpPr>
              <p:grpSpPr>
                <a:xfrm>
                  <a:off x="1770362" y="2873352"/>
                  <a:ext cx="441422" cy="369332"/>
                  <a:chOff x="667045" y="1708643"/>
                  <a:chExt cx="441422" cy="369332"/>
                </a:xfrm>
              </p:grpSpPr>
              <p:sp>
                <p:nvSpPr>
                  <p:cNvPr id="569" name="Oval 568">
                    <a:extLst>
                      <a:ext uri="{FF2B5EF4-FFF2-40B4-BE49-F238E27FC236}">
                        <a16:creationId xmlns:a16="http://schemas.microsoft.com/office/drawing/2014/main" id="{F58BDAD1-25CE-BB48-E421-B9FE6E4801E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0" name="TextBox 569">
                    <a:extLst>
                      <a:ext uri="{FF2B5EF4-FFF2-40B4-BE49-F238E27FC236}">
                        <a16:creationId xmlns:a16="http://schemas.microsoft.com/office/drawing/2014/main" id="{8DA560A1-9F06-1F84-AF7E-30C73608BFFF}"/>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533" name="Group 532">
                <a:extLst>
                  <a:ext uri="{FF2B5EF4-FFF2-40B4-BE49-F238E27FC236}">
                    <a16:creationId xmlns:a16="http://schemas.microsoft.com/office/drawing/2014/main" id="{787139FD-F3C6-E67B-DA5C-AA477FEB83C8}"/>
                  </a:ext>
                </a:extLst>
              </p:cNvPr>
              <p:cNvGrpSpPr/>
              <p:nvPr/>
            </p:nvGrpSpPr>
            <p:grpSpPr>
              <a:xfrm>
                <a:off x="2601806" y="3485072"/>
                <a:ext cx="565150" cy="369332"/>
                <a:chOff x="1736090" y="2873352"/>
                <a:chExt cx="565150" cy="369332"/>
              </a:xfrm>
            </p:grpSpPr>
            <p:grpSp>
              <p:nvGrpSpPr>
                <p:cNvPr id="554" name="Group 327">
                  <a:extLst>
                    <a:ext uri="{FF2B5EF4-FFF2-40B4-BE49-F238E27FC236}">
                      <a16:creationId xmlns:a16="http://schemas.microsoft.com/office/drawing/2014/main" id="{FAB329B7-5F43-DD7A-ED43-D35EBE91B0F9}"/>
                    </a:ext>
                  </a:extLst>
                </p:cNvPr>
                <p:cNvGrpSpPr>
                  <a:grpSpLocks/>
                </p:cNvGrpSpPr>
                <p:nvPr/>
              </p:nvGrpSpPr>
              <p:grpSpPr bwMode="auto">
                <a:xfrm>
                  <a:off x="1736090" y="2893762"/>
                  <a:ext cx="565150" cy="292100"/>
                  <a:chOff x="1871277" y="1576300"/>
                  <a:chExt cx="1128371" cy="437861"/>
                </a:xfrm>
              </p:grpSpPr>
              <p:sp>
                <p:nvSpPr>
                  <p:cNvPr id="558" name="Oval 557">
                    <a:extLst>
                      <a:ext uri="{FF2B5EF4-FFF2-40B4-BE49-F238E27FC236}">
                        <a16:creationId xmlns:a16="http://schemas.microsoft.com/office/drawing/2014/main" id="{82970F0E-133D-1933-D232-E195C8A1030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59" name="Rectangle 558">
                    <a:extLst>
                      <a:ext uri="{FF2B5EF4-FFF2-40B4-BE49-F238E27FC236}">
                        <a16:creationId xmlns:a16="http://schemas.microsoft.com/office/drawing/2014/main" id="{3828D0A4-7B2A-A289-0E87-51660EC773A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0" name="Oval 559">
                    <a:extLst>
                      <a:ext uri="{FF2B5EF4-FFF2-40B4-BE49-F238E27FC236}">
                        <a16:creationId xmlns:a16="http://schemas.microsoft.com/office/drawing/2014/main" id="{F24789C9-1DB4-F4E7-1E3B-BDD4A70A9FA6}"/>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1" name="Freeform 398">
                    <a:extLst>
                      <a:ext uri="{FF2B5EF4-FFF2-40B4-BE49-F238E27FC236}">
                        <a16:creationId xmlns:a16="http://schemas.microsoft.com/office/drawing/2014/main" id="{8E34F0D5-0D01-E32D-1803-995767615F8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2" name="Freeform 399">
                    <a:extLst>
                      <a:ext uri="{FF2B5EF4-FFF2-40B4-BE49-F238E27FC236}">
                        <a16:creationId xmlns:a16="http://schemas.microsoft.com/office/drawing/2014/main" id="{9DB3EAA9-7E17-3928-54B8-101E7879473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3" name="Freeform 400">
                    <a:extLst>
                      <a:ext uri="{FF2B5EF4-FFF2-40B4-BE49-F238E27FC236}">
                        <a16:creationId xmlns:a16="http://schemas.microsoft.com/office/drawing/2014/main" id="{614A359B-F191-227B-5E8F-72D5049C4B6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4" name="Freeform 401">
                    <a:extLst>
                      <a:ext uri="{FF2B5EF4-FFF2-40B4-BE49-F238E27FC236}">
                        <a16:creationId xmlns:a16="http://schemas.microsoft.com/office/drawing/2014/main" id="{2E90A595-E0B7-1DF0-837B-F4EA391B2C3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65" name="Straight Connector 564">
                    <a:extLst>
                      <a:ext uri="{FF2B5EF4-FFF2-40B4-BE49-F238E27FC236}">
                        <a16:creationId xmlns:a16="http://schemas.microsoft.com/office/drawing/2014/main" id="{C479498B-8ED4-C085-22E5-44DC15E92502}"/>
                      </a:ext>
                    </a:extLst>
                  </p:cNvPr>
                  <p:cNvCxnSpPr>
                    <a:endCxn id="56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66" name="Straight Connector 565">
                    <a:extLst>
                      <a:ext uri="{FF2B5EF4-FFF2-40B4-BE49-F238E27FC236}">
                        <a16:creationId xmlns:a16="http://schemas.microsoft.com/office/drawing/2014/main" id="{26B3E3BA-C998-938A-6C38-DBC982B071B6}"/>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55" name="Group 554">
                  <a:extLst>
                    <a:ext uri="{FF2B5EF4-FFF2-40B4-BE49-F238E27FC236}">
                      <a16:creationId xmlns:a16="http://schemas.microsoft.com/office/drawing/2014/main" id="{DEDF40A4-E1FB-156B-3A45-6DD794EC1A6B}"/>
                    </a:ext>
                  </a:extLst>
                </p:cNvPr>
                <p:cNvGrpSpPr/>
                <p:nvPr/>
              </p:nvGrpSpPr>
              <p:grpSpPr>
                <a:xfrm>
                  <a:off x="1770362" y="2873352"/>
                  <a:ext cx="428460" cy="369332"/>
                  <a:chOff x="667045" y="1708643"/>
                  <a:chExt cx="428460" cy="369332"/>
                </a:xfrm>
              </p:grpSpPr>
              <p:sp>
                <p:nvSpPr>
                  <p:cNvPr id="556" name="Oval 555">
                    <a:extLst>
                      <a:ext uri="{FF2B5EF4-FFF2-40B4-BE49-F238E27FC236}">
                        <a16:creationId xmlns:a16="http://schemas.microsoft.com/office/drawing/2014/main" id="{4622DF51-F946-E4D4-C905-6981F5DC9E0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7" name="TextBox 556">
                    <a:extLst>
                      <a:ext uri="{FF2B5EF4-FFF2-40B4-BE49-F238E27FC236}">
                        <a16:creationId xmlns:a16="http://schemas.microsoft.com/office/drawing/2014/main" id="{23E713B9-7463-B4B6-A2CB-5F364FB155D3}"/>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534" name="Group 533">
                <a:extLst>
                  <a:ext uri="{FF2B5EF4-FFF2-40B4-BE49-F238E27FC236}">
                    <a16:creationId xmlns:a16="http://schemas.microsoft.com/office/drawing/2014/main" id="{973E544F-4BC3-D1D6-4260-AFBB0BB0C93C}"/>
                  </a:ext>
                </a:extLst>
              </p:cNvPr>
              <p:cNvGrpSpPr/>
              <p:nvPr/>
            </p:nvGrpSpPr>
            <p:grpSpPr>
              <a:xfrm>
                <a:off x="833331" y="3478719"/>
                <a:ext cx="565150" cy="369332"/>
                <a:chOff x="1736090" y="2873352"/>
                <a:chExt cx="565150" cy="369332"/>
              </a:xfrm>
            </p:grpSpPr>
            <p:grpSp>
              <p:nvGrpSpPr>
                <p:cNvPr id="541" name="Group 327">
                  <a:extLst>
                    <a:ext uri="{FF2B5EF4-FFF2-40B4-BE49-F238E27FC236}">
                      <a16:creationId xmlns:a16="http://schemas.microsoft.com/office/drawing/2014/main" id="{A5D68E53-7915-7B91-36CC-AD15FB58BB73}"/>
                    </a:ext>
                  </a:extLst>
                </p:cNvPr>
                <p:cNvGrpSpPr>
                  <a:grpSpLocks/>
                </p:cNvGrpSpPr>
                <p:nvPr/>
              </p:nvGrpSpPr>
              <p:grpSpPr bwMode="auto">
                <a:xfrm>
                  <a:off x="1736090" y="2893762"/>
                  <a:ext cx="565150" cy="292100"/>
                  <a:chOff x="1871277" y="1576300"/>
                  <a:chExt cx="1128371" cy="437861"/>
                </a:xfrm>
              </p:grpSpPr>
              <p:sp>
                <p:nvSpPr>
                  <p:cNvPr id="545" name="Oval 544">
                    <a:extLst>
                      <a:ext uri="{FF2B5EF4-FFF2-40B4-BE49-F238E27FC236}">
                        <a16:creationId xmlns:a16="http://schemas.microsoft.com/office/drawing/2014/main" id="{97AF74D3-8962-8A33-4B21-25A07CFDB24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6" name="Rectangle 545">
                    <a:extLst>
                      <a:ext uri="{FF2B5EF4-FFF2-40B4-BE49-F238E27FC236}">
                        <a16:creationId xmlns:a16="http://schemas.microsoft.com/office/drawing/2014/main" id="{DF21F0BA-909F-7462-BF74-3F67EFB939C7}"/>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7" name="Oval 546">
                    <a:extLst>
                      <a:ext uri="{FF2B5EF4-FFF2-40B4-BE49-F238E27FC236}">
                        <a16:creationId xmlns:a16="http://schemas.microsoft.com/office/drawing/2014/main" id="{C428B931-3361-39CA-FC51-640A362B23A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8" name="Freeform 385">
                    <a:extLst>
                      <a:ext uri="{FF2B5EF4-FFF2-40B4-BE49-F238E27FC236}">
                        <a16:creationId xmlns:a16="http://schemas.microsoft.com/office/drawing/2014/main" id="{EEB20C49-2933-E961-D757-F3BF7D4C2DC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9" name="Freeform 386">
                    <a:extLst>
                      <a:ext uri="{FF2B5EF4-FFF2-40B4-BE49-F238E27FC236}">
                        <a16:creationId xmlns:a16="http://schemas.microsoft.com/office/drawing/2014/main" id="{1E16FB05-7603-DADE-78D4-6C015B360DE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0" name="Freeform 387">
                    <a:extLst>
                      <a:ext uri="{FF2B5EF4-FFF2-40B4-BE49-F238E27FC236}">
                        <a16:creationId xmlns:a16="http://schemas.microsoft.com/office/drawing/2014/main" id="{5A7ADF52-1195-AC04-C5B2-76093EDBF485}"/>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1" name="Freeform 388">
                    <a:extLst>
                      <a:ext uri="{FF2B5EF4-FFF2-40B4-BE49-F238E27FC236}">
                        <a16:creationId xmlns:a16="http://schemas.microsoft.com/office/drawing/2014/main" id="{ACEA856C-D686-10BF-7834-101A352C42D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2" name="Straight Connector 551">
                    <a:extLst>
                      <a:ext uri="{FF2B5EF4-FFF2-40B4-BE49-F238E27FC236}">
                        <a16:creationId xmlns:a16="http://schemas.microsoft.com/office/drawing/2014/main" id="{7935E0B9-6CDC-3A5A-6C93-4FC87B462F4A}"/>
                      </a:ext>
                    </a:extLst>
                  </p:cNvPr>
                  <p:cNvCxnSpPr>
                    <a:endCxn id="547"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53" name="Straight Connector 552">
                    <a:extLst>
                      <a:ext uri="{FF2B5EF4-FFF2-40B4-BE49-F238E27FC236}">
                        <a16:creationId xmlns:a16="http://schemas.microsoft.com/office/drawing/2014/main" id="{13227456-A4B3-4A61-F29D-E0BDC471688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42" name="Group 541">
                  <a:extLst>
                    <a:ext uri="{FF2B5EF4-FFF2-40B4-BE49-F238E27FC236}">
                      <a16:creationId xmlns:a16="http://schemas.microsoft.com/office/drawing/2014/main" id="{D49A6738-EEC3-6701-1289-D7977AD9258B}"/>
                    </a:ext>
                  </a:extLst>
                </p:cNvPr>
                <p:cNvGrpSpPr/>
                <p:nvPr/>
              </p:nvGrpSpPr>
              <p:grpSpPr>
                <a:xfrm>
                  <a:off x="1770362" y="2873352"/>
                  <a:ext cx="441422" cy="369332"/>
                  <a:chOff x="667045" y="1708643"/>
                  <a:chExt cx="441422" cy="369332"/>
                </a:xfrm>
              </p:grpSpPr>
              <p:sp>
                <p:nvSpPr>
                  <p:cNvPr id="543" name="Oval 542">
                    <a:extLst>
                      <a:ext uri="{FF2B5EF4-FFF2-40B4-BE49-F238E27FC236}">
                        <a16:creationId xmlns:a16="http://schemas.microsoft.com/office/drawing/2014/main" id="{5A7BA526-48AE-80BC-3AA5-D83B9145822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4" name="TextBox 543">
                    <a:extLst>
                      <a:ext uri="{FF2B5EF4-FFF2-40B4-BE49-F238E27FC236}">
                        <a16:creationId xmlns:a16="http://schemas.microsoft.com/office/drawing/2014/main" id="{D1CEE6E2-AC32-0684-9008-9016B23423AE}"/>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535" name="Straight Connector 534">
                <a:extLst>
                  <a:ext uri="{FF2B5EF4-FFF2-40B4-BE49-F238E27FC236}">
                    <a16:creationId xmlns:a16="http://schemas.microsoft.com/office/drawing/2014/main" id="{40C7BBBB-CE8F-1DA6-2962-6924BFF95ABF}"/>
                  </a:ext>
                </a:extLst>
              </p:cNvPr>
              <p:cNvCxnSpPr>
                <a:stCxn id="583" idx="2"/>
                <a:endCxn id="570"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6" name="Straight Connector 535">
                <a:extLst>
                  <a:ext uri="{FF2B5EF4-FFF2-40B4-BE49-F238E27FC236}">
                    <a16:creationId xmlns:a16="http://schemas.microsoft.com/office/drawing/2014/main" id="{2E4019C7-463B-B9E7-55AD-DBA31577F92C}"/>
                  </a:ext>
                </a:extLst>
              </p:cNvPr>
              <p:cNvCxnSpPr/>
              <p:nvPr/>
            </p:nvCxnSpPr>
            <p:spPr bwMode="auto">
              <a:xfrm>
                <a:off x="1407477" y="3648621"/>
                <a:ext cx="1204913" cy="635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7" name="Straight Connector 536">
                <a:extLst>
                  <a:ext uri="{FF2B5EF4-FFF2-40B4-BE49-F238E27FC236}">
                    <a16:creationId xmlns:a16="http://schemas.microsoft.com/office/drawing/2014/main" id="{32E1AB2D-2A9C-2833-ABC5-79A746EBCEBA}"/>
                  </a:ext>
                </a:extLst>
              </p:cNvPr>
              <p:cNvCxnSpPr>
                <a:stCxn id="584" idx="7"/>
              </p:cNvCxnSpPr>
              <p:nvPr/>
            </p:nvCxnSpPr>
            <p:spPr bwMode="auto">
              <a:xfrm>
                <a:off x="2218708" y="3154477"/>
                <a:ext cx="480042" cy="36977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8" name="Straight Connector 537">
                <a:extLst>
                  <a:ext uri="{FF2B5EF4-FFF2-40B4-BE49-F238E27FC236}">
                    <a16:creationId xmlns:a16="http://schemas.microsoft.com/office/drawing/2014/main" id="{C286B01D-4661-3CAF-F1F2-00CE5D1BC658}"/>
                  </a:ext>
                </a:extLst>
              </p:cNvPr>
              <p:cNvCxnSpPr/>
              <p:nvPr/>
            </p:nvCxnSpPr>
            <p:spPr bwMode="auto">
              <a:xfrm>
                <a:off x="1300073" y="3786304"/>
                <a:ext cx="477927" cy="357071"/>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9" name="Straight Connector 538">
                <a:extLst>
                  <a:ext uri="{FF2B5EF4-FFF2-40B4-BE49-F238E27FC236}">
                    <a16:creationId xmlns:a16="http://schemas.microsoft.com/office/drawing/2014/main" id="{586B963C-B825-B5B5-3AC4-71A6A0B780DB}"/>
                  </a:ext>
                </a:extLst>
              </p:cNvPr>
              <p:cNvCxnSpPr/>
              <p:nvPr/>
            </p:nvCxnSpPr>
            <p:spPr bwMode="auto">
              <a:xfrm flipH="1">
                <a:off x="2196042" y="3783542"/>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40" name="Straight Connector 539">
                <a:extLst>
                  <a:ext uri="{FF2B5EF4-FFF2-40B4-BE49-F238E27FC236}">
                    <a16:creationId xmlns:a16="http://schemas.microsoft.com/office/drawing/2014/main" id="{459DACB2-2414-0CB5-3969-ACE7AF521303}"/>
                  </a:ext>
                </a:extLst>
              </p:cNvPr>
              <p:cNvCxnSpPr/>
              <p:nvPr/>
            </p:nvCxnSpPr>
            <p:spPr bwMode="auto">
              <a:xfrm flipH="1">
                <a:off x="1287553" y="3166946"/>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cxnSp>
        <p:nvCxnSpPr>
          <p:cNvPr id="593" name="Straight Connector 592">
            <a:extLst>
              <a:ext uri="{FF2B5EF4-FFF2-40B4-BE49-F238E27FC236}">
                <a16:creationId xmlns:a16="http://schemas.microsoft.com/office/drawing/2014/main" id="{0912A68E-1823-6F72-822A-5DC6F34A5BD4}"/>
              </a:ext>
            </a:extLst>
          </p:cNvPr>
          <p:cNvCxnSpPr/>
          <p:nvPr/>
        </p:nvCxnSpPr>
        <p:spPr bwMode="auto">
          <a:xfrm flipH="1">
            <a:off x="4711988" y="2908305"/>
            <a:ext cx="495463" cy="495451"/>
          </a:xfrm>
          <a:prstGeom prst="line">
            <a:avLst/>
          </a:prstGeom>
          <a:solidFill>
            <a:srgbClr val="00CC99"/>
          </a:solidFill>
          <a:ln w="38100" cap="flat" cmpd="sng" algn="ctr">
            <a:solidFill>
              <a:srgbClr val="CC000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94" name="Straight Connector 593">
            <a:extLst>
              <a:ext uri="{FF2B5EF4-FFF2-40B4-BE49-F238E27FC236}">
                <a16:creationId xmlns:a16="http://schemas.microsoft.com/office/drawing/2014/main" id="{8836977C-532A-D859-54E2-3B17090CF7F0}"/>
              </a:ext>
            </a:extLst>
          </p:cNvPr>
          <p:cNvCxnSpPr>
            <a:endCxn id="492" idx="7"/>
          </p:cNvCxnSpPr>
          <p:nvPr/>
        </p:nvCxnSpPr>
        <p:spPr bwMode="auto">
          <a:xfrm flipH="1" flipV="1">
            <a:off x="7345281" y="2892506"/>
            <a:ext cx="498946" cy="573893"/>
          </a:xfrm>
          <a:prstGeom prst="line">
            <a:avLst/>
          </a:prstGeom>
          <a:solidFill>
            <a:srgbClr val="00CC99"/>
          </a:solidFill>
          <a:ln w="38100" cap="flat" cmpd="sng" algn="ctr">
            <a:solidFill>
              <a:srgbClr val="CC000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595" name="TextBox 594">
            <a:extLst>
              <a:ext uri="{FF2B5EF4-FFF2-40B4-BE49-F238E27FC236}">
                <a16:creationId xmlns:a16="http://schemas.microsoft.com/office/drawing/2014/main" id="{AFB20445-4C0E-E88C-8425-E22AEF04A8F4}"/>
              </a:ext>
            </a:extLst>
          </p:cNvPr>
          <p:cNvSpPr txBox="1"/>
          <p:nvPr/>
        </p:nvSpPr>
        <p:spPr>
          <a:xfrm>
            <a:off x="5926240" y="381109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sp>
        <p:nvSpPr>
          <p:cNvPr id="596" name="TextBox 595">
            <a:extLst>
              <a:ext uri="{FF2B5EF4-FFF2-40B4-BE49-F238E27FC236}">
                <a16:creationId xmlns:a16="http://schemas.microsoft.com/office/drawing/2014/main" id="{945F282A-552A-8E46-9B6C-E80A818364BA}"/>
              </a:ext>
            </a:extLst>
          </p:cNvPr>
          <p:cNvSpPr txBox="1"/>
          <p:nvPr/>
        </p:nvSpPr>
        <p:spPr>
          <a:xfrm>
            <a:off x="8597533" y="4567308"/>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sp>
        <p:nvSpPr>
          <p:cNvPr id="597" name="TextBox 596">
            <a:extLst>
              <a:ext uri="{FF2B5EF4-FFF2-40B4-BE49-F238E27FC236}">
                <a16:creationId xmlns:a16="http://schemas.microsoft.com/office/drawing/2014/main" id="{16C4EFC2-5FCA-1E91-9691-D404683FF769}"/>
              </a:ext>
            </a:extLst>
          </p:cNvPr>
          <p:cNvSpPr txBox="1"/>
          <p:nvPr/>
        </p:nvSpPr>
        <p:spPr>
          <a:xfrm>
            <a:off x="3316617" y="4511496"/>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grpSp>
        <p:nvGrpSpPr>
          <p:cNvPr id="598" name="Group 597">
            <a:extLst>
              <a:ext uri="{FF2B5EF4-FFF2-40B4-BE49-F238E27FC236}">
                <a16:creationId xmlns:a16="http://schemas.microsoft.com/office/drawing/2014/main" id="{2B1E68C2-A192-A9FE-0F39-372AB866681C}"/>
              </a:ext>
            </a:extLst>
          </p:cNvPr>
          <p:cNvGrpSpPr/>
          <p:nvPr/>
        </p:nvGrpSpPr>
        <p:grpSpPr>
          <a:xfrm>
            <a:off x="3722657" y="2365633"/>
            <a:ext cx="5082215" cy="3826264"/>
            <a:chOff x="-3222803" y="2466412"/>
            <a:chExt cx="5082215" cy="3826264"/>
          </a:xfrm>
        </p:grpSpPr>
        <p:grpSp>
          <p:nvGrpSpPr>
            <p:cNvPr id="599" name="Group 598">
              <a:extLst>
                <a:ext uri="{FF2B5EF4-FFF2-40B4-BE49-F238E27FC236}">
                  <a16:creationId xmlns:a16="http://schemas.microsoft.com/office/drawing/2014/main" id="{A9160E5B-3A6E-3EDD-CF83-39275E61912C}"/>
                </a:ext>
              </a:extLst>
            </p:cNvPr>
            <p:cNvGrpSpPr/>
            <p:nvPr/>
          </p:nvGrpSpPr>
          <p:grpSpPr>
            <a:xfrm>
              <a:off x="-2815149" y="2466412"/>
              <a:ext cx="4674561" cy="3826264"/>
              <a:chOff x="-2815149" y="2466412"/>
              <a:chExt cx="4674561" cy="3826264"/>
            </a:xfrm>
          </p:grpSpPr>
          <p:grpSp>
            <p:nvGrpSpPr>
              <p:cNvPr id="601" name="Group 600">
                <a:extLst>
                  <a:ext uri="{FF2B5EF4-FFF2-40B4-BE49-F238E27FC236}">
                    <a16:creationId xmlns:a16="http://schemas.microsoft.com/office/drawing/2014/main" id="{383BD8B2-489B-BB32-61DB-892C3099F5DD}"/>
                  </a:ext>
                </a:extLst>
              </p:cNvPr>
              <p:cNvGrpSpPr/>
              <p:nvPr/>
            </p:nvGrpSpPr>
            <p:grpSpPr>
              <a:xfrm>
                <a:off x="1146544" y="5725901"/>
                <a:ext cx="565150" cy="369332"/>
                <a:chOff x="1736090" y="2873352"/>
                <a:chExt cx="565150" cy="369332"/>
              </a:xfrm>
            </p:grpSpPr>
            <p:grpSp>
              <p:nvGrpSpPr>
                <p:cNvPr id="607" name="Group 327">
                  <a:extLst>
                    <a:ext uri="{FF2B5EF4-FFF2-40B4-BE49-F238E27FC236}">
                      <a16:creationId xmlns:a16="http://schemas.microsoft.com/office/drawing/2014/main" id="{80F9017C-092A-B52D-EED1-440F73A2E8BC}"/>
                    </a:ext>
                  </a:extLst>
                </p:cNvPr>
                <p:cNvGrpSpPr>
                  <a:grpSpLocks/>
                </p:cNvGrpSpPr>
                <p:nvPr/>
              </p:nvGrpSpPr>
              <p:grpSpPr bwMode="auto">
                <a:xfrm>
                  <a:off x="1736090" y="2893762"/>
                  <a:ext cx="565150" cy="292100"/>
                  <a:chOff x="1871277" y="1576300"/>
                  <a:chExt cx="1128371" cy="437861"/>
                </a:xfrm>
              </p:grpSpPr>
              <p:sp>
                <p:nvSpPr>
                  <p:cNvPr id="611" name="Oval 610">
                    <a:extLst>
                      <a:ext uri="{FF2B5EF4-FFF2-40B4-BE49-F238E27FC236}">
                        <a16:creationId xmlns:a16="http://schemas.microsoft.com/office/drawing/2014/main" id="{5ABA1204-61DC-B17A-E957-01BB47932DA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12" name="Rectangle 611">
                    <a:extLst>
                      <a:ext uri="{FF2B5EF4-FFF2-40B4-BE49-F238E27FC236}">
                        <a16:creationId xmlns:a16="http://schemas.microsoft.com/office/drawing/2014/main" id="{7F9B5566-F194-897B-882F-3C18EFB0E07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3" name="Oval 612">
                    <a:extLst>
                      <a:ext uri="{FF2B5EF4-FFF2-40B4-BE49-F238E27FC236}">
                        <a16:creationId xmlns:a16="http://schemas.microsoft.com/office/drawing/2014/main" id="{04C9C8E2-AFB6-A9C3-5657-F9A9022B097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14" name="Freeform 451">
                    <a:extLst>
                      <a:ext uri="{FF2B5EF4-FFF2-40B4-BE49-F238E27FC236}">
                        <a16:creationId xmlns:a16="http://schemas.microsoft.com/office/drawing/2014/main" id="{251C3F69-8590-D876-4F25-A450300B8A8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5" name="Freeform 452">
                    <a:extLst>
                      <a:ext uri="{FF2B5EF4-FFF2-40B4-BE49-F238E27FC236}">
                        <a16:creationId xmlns:a16="http://schemas.microsoft.com/office/drawing/2014/main" id="{F557C1BB-572B-D0FC-B31E-5EF464AC17A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6" name="Freeform 453">
                    <a:extLst>
                      <a:ext uri="{FF2B5EF4-FFF2-40B4-BE49-F238E27FC236}">
                        <a16:creationId xmlns:a16="http://schemas.microsoft.com/office/drawing/2014/main" id="{78C62AA3-B283-C977-D514-2622D817B2B5}"/>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7" name="Freeform 454">
                    <a:extLst>
                      <a:ext uri="{FF2B5EF4-FFF2-40B4-BE49-F238E27FC236}">
                        <a16:creationId xmlns:a16="http://schemas.microsoft.com/office/drawing/2014/main" id="{DB9DEFE3-A6B6-52D7-9F05-5C14C60330F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18" name="Straight Connector 617">
                    <a:extLst>
                      <a:ext uri="{FF2B5EF4-FFF2-40B4-BE49-F238E27FC236}">
                        <a16:creationId xmlns:a16="http://schemas.microsoft.com/office/drawing/2014/main" id="{5542CA00-24D9-AB10-8EF7-024F86E18AAD}"/>
                      </a:ext>
                    </a:extLst>
                  </p:cNvPr>
                  <p:cNvCxnSpPr>
                    <a:endCxn id="61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19" name="Straight Connector 618">
                    <a:extLst>
                      <a:ext uri="{FF2B5EF4-FFF2-40B4-BE49-F238E27FC236}">
                        <a16:creationId xmlns:a16="http://schemas.microsoft.com/office/drawing/2014/main" id="{74E7080F-EE47-282C-1A99-D4057CF9668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08" name="Group 607">
                  <a:extLst>
                    <a:ext uri="{FF2B5EF4-FFF2-40B4-BE49-F238E27FC236}">
                      <a16:creationId xmlns:a16="http://schemas.microsoft.com/office/drawing/2014/main" id="{9B6B5D8F-B938-619F-E3F7-6492885E9DA7}"/>
                    </a:ext>
                  </a:extLst>
                </p:cNvPr>
                <p:cNvGrpSpPr/>
                <p:nvPr/>
              </p:nvGrpSpPr>
              <p:grpSpPr>
                <a:xfrm>
                  <a:off x="1770362" y="2873352"/>
                  <a:ext cx="428460" cy="369332"/>
                  <a:chOff x="667045" y="1708643"/>
                  <a:chExt cx="428460" cy="369332"/>
                </a:xfrm>
              </p:grpSpPr>
              <p:sp>
                <p:nvSpPr>
                  <p:cNvPr id="609" name="Oval 608">
                    <a:extLst>
                      <a:ext uri="{FF2B5EF4-FFF2-40B4-BE49-F238E27FC236}">
                        <a16:creationId xmlns:a16="http://schemas.microsoft.com/office/drawing/2014/main" id="{5702DE43-77A2-6BE7-1324-B107BDCE7247}"/>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0" name="TextBox 609">
                    <a:extLst>
                      <a:ext uri="{FF2B5EF4-FFF2-40B4-BE49-F238E27FC236}">
                        <a16:creationId xmlns:a16="http://schemas.microsoft.com/office/drawing/2014/main" id="{0523C1BF-A96A-DFC3-742E-CED336F528B7}"/>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sp>
            <p:nvSpPr>
              <p:cNvPr id="602" name="Oval 601">
                <a:extLst>
                  <a:ext uri="{FF2B5EF4-FFF2-40B4-BE49-F238E27FC236}">
                    <a16:creationId xmlns:a16="http://schemas.microsoft.com/office/drawing/2014/main" id="{CE3BE5BA-22A1-8967-D6FD-7416A4BD61B5}"/>
                  </a:ext>
                </a:extLst>
              </p:cNvPr>
              <p:cNvSpPr/>
              <p:nvPr/>
            </p:nvSpPr>
            <p:spPr bwMode="auto">
              <a:xfrm>
                <a:off x="1020408" y="5476180"/>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3" name="Oval 602">
                <a:extLst>
                  <a:ext uri="{FF2B5EF4-FFF2-40B4-BE49-F238E27FC236}">
                    <a16:creationId xmlns:a16="http://schemas.microsoft.com/office/drawing/2014/main" id="{DC257599-D838-E3F8-9576-EF4ED9A7F63D}"/>
                  </a:ext>
                </a:extLst>
              </p:cNvPr>
              <p:cNvSpPr/>
              <p:nvPr/>
            </p:nvSpPr>
            <p:spPr bwMode="auto">
              <a:xfrm>
                <a:off x="-2815149" y="3254103"/>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4" name="Oval 603">
                <a:extLst>
                  <a:ext uri="{FF2B5EF4-FFF2-40B4-BE49-F238E27FC236}">
                    <a16:creationId xmlns:a16="http://schemas.microsoft.com/office/drawing/2014/main" id="{52EB8BA6-D202-19E4-1A07-1C35A8B18276}"/>
                  </a:ext>
                </a:extLst>
              </p:cNvPr>
              <p:cNvSpPr/>
              <p:nvPr/>
            </p:nvSpPr>
            <p:spPr bwMode="auto">
              <a:xfrm>
                <a:off x="-2005151" y="2466412"/>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5" name="Oval 604">
                <a:extLst>
                  <a:ext uri="{FF2B5EF4-FFF2-40B4-BE49-F238E27FC236}">
                    <a16:creationId xmlns:a16="http://schemas.microsoft.com/office/drawing/2014/main" id="{EDC8D21B-F257-EF96-7837-DA81C9A60FCA}"/>
                  </a:ext>
                </a:extLst>
              </p:cNvPr>
              <p:cNvSpPr/>
              <p:nvPr/>
            </p:nvSpPr>
            <p:spPr bwMode="auto">
              <a:xfrm>
                <a:off x="-220096" y="2468710"/>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Gill Sans MT"/>
                    <a:ea typeface="+mn-ea"/>
                    <a:cs typeface="+mn-cs"/>
                  </a:rPr>
                  <a:t>∂</a:t>
                </a:r>
              </a:p>
            </p:txBody>
          </p:sp>
          <p:sp>
            <p:nvSpPr>
              <p:cNvPr id="606" name="Oval 605">
                <a:extLst>
                  <a:ext uri="{FF2B5EF4-FFF2-40B4-BE49-F238E27FC236}">
                    <a16:creationId xmlns:a16="http://schemas.microsoft.com/office/drawing/2014/main" id="{409F48F8-F13D-1829-EC57-7C0C92CB9450}"/>
                  </a:ext>
                </a:extLst>
              </p:cNvPr>
              <p:cNvSpPr/>
              <p:nvPr/>
            </p:nvSpPr>
            <p:spPr bwMode="auto">
              <a:xfrm>
                <a:off x="669652" y="3280375"/>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Gill Sans MT"/>
                    <a:ea typeface="+mn-ea"/>
                    <a:cs typeface="+mn-cs"/>
                  </a:rPr>
                  <a:t>∂</a:t>
                </a:r>
              </a:p>
            </p:txBody>
          </p:sp>
        </p:grpSp>
        <p:sp>
          <p:nvSpPr>
            <p:cNvPr id="600" name="TextBox 599">
              <a:extLst>
                <a:ext uri="{FF2B5EF4-FFF2-40B4-BE49-F238E27FC236}">
                  <a16:creationId xmlns:a16="http://schemas.microsoft.com/office/drawing/2014/main" id="{AF5BC68B-F119-517A-CC2F-A5DE25710946}"/>
                </a:ext>
              </a:extLst>
            </p:cNvPr>
            <p:cNvSpPr txBox="1"/>
            <p:nvPr/>
          </p:nvSpPr>
          <p:spPr>
            <a:xfrm>
              <a:off x="-3222803" y="5756678"/>
              <a:ext cx="4179350" cy="307777"/>
            </a:xfrm>
            <a:prstGeom prst="rect">
              <a:avLst/>
            </a:prstGeom>
            <a:noFill/>
          </p:spPr>
          <p:txBody>
            <a:bodyPr wrap="none" rtlCol="0">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مسیریاب‌های دروازه هر دو اتصال </a:t>
              </a:r>
              <a:r>
                <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eBGP</a:t>
              </a: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 و </a:t>
              </a:r>
              <a:r>
                <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iBGP</a:t>
              </a: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 را دارند.</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Tree>
    <p:extLst>
      <p:ext uri="{BB962C8B-B14F-4D97-AF65-F5344CB8AC3E}">
        <p14:creationId xmlns:p14="http://schemas.microsoft.com/office/powerpoint/2010/main" val="3812488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598"/>
                                        </p:tgtEl>
                                        <p:attrNameLst>
                                          <p:attrName>style.visibility</p:attrName>
                                        </p:attrNameLst>
                                      </p:cBhvr>
                                      <p:to>
                                        <p:strVal val="visible"/>
                                      </p:to>
                                    </p:set>
                                    <p:animEffect transition="in" filter="dissolve">
                                      <p:cBhvr>
                                        <p:cTn id="20" dur="500"/>
                                        <p:tgtEl>
                                          <p:spTgt spid="5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9"/>
            <a:ext cx="10872871" cy="1308685"/>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C00000"/>
                </a:solidFill>
                <a:latin typeface="IRANSans(FaNum)" panose="02040503050201020203" pitchFamily="18" charset="-78"/>
              </a:rPr>
              <a:t>مبانی </a:t>
            </a:r>
            <a:r>
              <a:rPr lang="en-US" sz="2000" b="1" dirty="0">
                <a:solidFill>
                  <a:srgbClr val="C00000"/>
                </a:solidFill>
                <a:latin typeface="IRANSans(FaNum)" panose="02040503050201020203" pitchFamily="18" charset="-78"/>
              </a:rPr>
              <a:t>BGP</a:t>
            </a:r>
            <a:endParaRPr lang="fa-IR" sz="2000" b="1" dirty="0">
              <a:solidFill>
                <a:srgbClr val="C00000"/>
              </a:solidFill>
              <a:latin typeface="IRANSans(FaNum)" panose="02040503050201020203" pitchFamily="18" charset="-78"/>
            </a:endParaRPr>
          </a:p>
          <a:p>
            <a:pPr marL="432000" lvl="2" indent="-144000">
              <a:lnSpc>
                <a:spcPct val="125000"/>
              </a:lnSpc>
              <a:spcBef>
                <a:spcPts val="0"/>
              </a:spcBef>
              <a:spcAft>
                <a:spcPts val="600"/>
              </a:spcAft>
            </a:pPr>
            <a:r>
              <a:rPr lang="fa-IR" sz="1800" b="1" dirty="0">
                <a:solidFill>
                  <a:srgbClr val="1F1FFF"/>
                </a:solidFill>
                <a:latin typeface="IRANSans(FaNum)" panose="02040503050201020203" pitchFamily="18" charset="-78"/>
              </a:rPr>
              <a:t>نشست </a:t>
            </a:r>
            <a:r>
              <a:rPr lang="en-US" sz="1800" b="1" dirty="0">
                <a:solidFill>
                  <a:srgbClr val="1F1FFF"/>
                </a:solidFill>
                <a:latin typeface="IRANSans(FaNum)" panose="02040503050201020203" pitchFamily="18" charset="-78"/>
              </a:rPr>
              <a:t>BGP</a:t>
            </a:r>
            <a:r>
              <a:rPr lang="fa-IR" sz="1800" b="1" dirty="0">
                <a:solidFill>
                  <a:srgbClr val="1F1FFF"/>
                </a:solidFill>
                <a:latin typeface="IRANSans(FaNum)" panose="02040503050201020203" pitchFamily="18" charset="-78"/>
              </a:rPr>
              <a:t>: دو مسیریاب </a:t>
            </a:r>
            <a:r>
              <a:rPr lang="en-US" sz="1800" b="1" dirty="0">
                <a:solidFill>
                  <a:srgbClr val="1F1FFF"/>
                </a:solidFill>
                <a:latin typeface="IRANSans(FaNum)" panose="02040503050201020203" pitchFamily="18" charset="-78"/>
              </a:rPr>
              <a:t>BGP</a:t>
            </a:r>
            <a:r>
              <a:rPr lang="fa-IR" sz="1800" b="1" dirty="0">
                <a:solidFill>
                  <a:srgbClr val="1F1FFF"/>
                </a:solidFill>
                <a:latin typeface="IRANSans(FaNum)" panose="02040503050201020203" pitchFamily="18" charset="-78"/>
              </a:rPr>
              <a:t> همتا پیام‌های </a:t>
            </a:r>
            <a:r>
              <a:rPr lang="en-US" sz="1800" b="1" dirty="0">
                <a:solidFill>
                  <a:srgbClr val="1F1FFF"/>
                </a:solidFill>
                <a:latin typeface="IRANSans(FaNum)" panose="02040503050201020203" pitchFamily="18" charset="-78"/>
              </a:rPr>
              <a:t>BGP</a:t>
            </a:r>
            <a:r>
              <a:rPr lang="fa-IR" sz="1800" b="1" dirty="0">
                <a:solidFill>
                  <a:srgbClr val="1F1FFF"/>
                </a:solidFill>
                <a:latin typeface="IRANSans(FaNum)" panose="02040503050201020203" pitchFamily="18" charset="-78"/>
              </a:rPr>
              <a:t> را بر روی اتصالات </a:t>
            </a:r>
            <a:r>
              <a:rPr lang="en-US" sz="1800" b="1" dirty="0">
                <a:solidFill>
                  <a:srgbClr val="1F1FFF"/>
                </a:solidFill>
                <a:latin typeface="IRANSans(FaNum)" panose="02040503050201020203" pitchFamily="18" charset="-78"/>
              </a:rPr>
              <a:t>TCP</a:t>
            </a:r>
            <a:r>
              <a:rPr lang="fa-IR" sz="1800" b="1" dirty="0">
                <a:solidFill>
                  <a:srgbClr val="1F1FFF"/>
                </a:solidFill>
                <a:latin typeface="IRANSans(FaNum)" panose="02040503050201020203" pitchFamily="18" charset="-78"/>
              </a:rPr>
              <a:t> شبه دائمی با یکدیگر رد و بدل می‌کنند. </a:t>
            </a:r>
            <a:endParaRPr lang="fa-IR" b="1" dirty="0">
              <a:solidFill>
                <a:srgbClr val="C00000"/>
              </a:solidFill>
              <a:latin typeface="IRANSans(FaNum)" panose="02040503050201020203" pitchFamily="18" charset="-78"/>
            </a:endParaRPr>
          </a:p>
          <a:p>
            <a:pPr marL="864000" lvl="3" indent="-144000">
              <a:lnSpc>
                <a:spcPct val="125000"/>
              </a:lnSpc>
              <a:spcBef>
                <a:spcPts val="0"/>
              </a:spcBef>
              <a:spcAft>
                <a:spcPts val="600"/>
              </a:spcAft>
            </a:pPr>
            <a:r>
              <a:rPr lang="fa-IR" sz="1600" b="1" dirty="0">
                <a:solidFill>
                  <a:srgbClr val="C00000"/>
                </a:solidFill>
                <a:latin typeface="IRANSans(FaNum)" panose="02040503050201020203" pitchFamily="18" charset="-78"/>
              </a:rPr>
              <a:t>اعلان مسیرها به پیشوندهای شبکه‌های مقصد مختلف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یک پروتکل "بردار مسیر" است)</a:t>
            </a:r>
          </a:p>
        </p:txBody>
      </p:sp>
      <p:sp>
        <p:nvSpPr>
          <p:cNvPr id="8" name="Rectangle 4">
            <a:extLst>
              <a:ext uri="{FF2B5EF4-FFF2-40B4-BE49-F238E27FC236}">
                <a16:creationId xmlns:a16="http://schemas.microsoft.com/office/drawing/2014/main" id="{96BB400C-04EB-C654-1898-1777D4087B06}"/>
              </a:ext>
            </a:extLst>
          </p:cNvPr>
          <p:cNvSpPr txBox="1">
            <a:spLocks noChangeArrowheads="1"/>
          </p:cNvSpPr>
          <p:nvPr/>
        </p:nvSpPr>
        <p:spPr>
          <a:xfrm>
            <a:off x="571500" y="2574838"/>
            <a:ext cx="10972278" cy="123402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144000" algn="r" rtl="1">
              <a:lnSpc>
                <a:spcPct val="125000"/>
              </a:lnSpc>
              <a:buFont typeface="Arial" panose="020B0604020202020204" pitchFamily="34" charset="0"/>
              <a:buChar char="•"/>
            </a:pPr>
            <a:r>
              <a:rPr lang="fa-IR" sz="1800" b="1" dirty="0">
                <a:solidFill>
                  <a:srgbClr val="1F1FFF"/>
                </a:solidFill>
                <a:latin typeface="IRANSans(FaNum)" panose="02040503050201020203" pitchFamily="18" charset="-78"/>
                <a:cs typeface="IRANSans(FaNum)" panose="02040503050201020203" pitchFamily="18" charset="-78"/>
              </a:rPr>
              <a:t>زمانی که دروازه </a:t>
            </a:r>
            <a:r>
              <a:rPr lang="en-US" sz="1800" b="1" dirty="0" err="1">
                <a:solidFill>
                  <a:srgbClr val="1F1FFF"/>
                </a:solidFill>
                <a:latin typeface="Arial" panose="020B0604020202020204" pitchFamily="34" charset="0"/>
                <a:cs typeface="Arial" panose="020B0604020202020204" pitchFamily="34" charset="0"/>
              </a:rPr>
              <a:t>3a</a:t>
            </a:r>
            <a:r>
              <a:rPr lang="fa-IR" sz="1800" b="1" dirty="0">
                <a:solidFill>
                  <a:srgbClr val="1F1FFF"/>
                </a:solidFill>
                <a:latin typeface="IRANSans(FaNum)" panose="02040503050201020203" pitchFamily="18" charset="-78"/>
                <a:cs typeface="IRANSans(FaNum)" panose="02040503050201020203" pitchFamily="18" charset="-78"/>
              </a:rPr>
              <a:t> از </a:t>
            </a:r>
            <a:r>
              <a:rPr lang="en-US" sz="1800" b="1" dirty="0">
                <a:solidFill>
                  <a:srgbClr val="1F1FFF"/>
                </a:solidFill>
                <a:latin typeface="Arial" panose="020B0604020202020204" pitchFamily="34" charset="0"/>
                <a:cs typeface="Arial" panose="020B0604020202020204" pitchFamily="34" charset="0"/>
              </a:rPr>
              <a:t>AS3</a:t>
            </a:r>
            <a:r>
              <a:rPr lang="fa-IR" sz="1800" b="1" dirty="0">
                <a:solidFill>
                  <a:srgbClr val="1F1FFF"/>
                </a:solidFill>
                <a:latin typeface="IRANSans(FaNum)" panose="02040503050201020203" pitchFamily="18" charset="-78"/>
                <a:cs typeface="IRANSans(FaNum)" panose="02040503050201020203" pitchFamily="18" charset="-78"/>
              </a:rPr>
              <a:t> مسیر </a:t>
            </a:r>
            <a:r>
              <a:rPr lang="en-US" sz="1800" b="1" dirty="0">
                <a:solidFill>
                  <a:srgbClr val="1F1FFF"/>
                </a:solidFill>
                <a:latin typeface="Arial" panose="020B0604020202020204" pitchFamily="34" charset="0"/>
                <a:cs typeface="Arial" panose="020B0604020202020204" pitchFamily="34" charset="0"/>
              </a:rPr>
              <a:t>AS3,X</a:t>
            </a:r>
            <a:r>
              <a:rPr lang="fa-IR" sz="1800" b="1" dirty="0">
                <a:solidFill>
                  <a:srgbClr val="1F1FFF"/>
                </a:solidFill>
                <a:latin typeface="IRANSans(FaNum)" panose="02040503050201020203" pitchFamily="18" charset="-78"/>
                <a:cs typeface="IRANSans(FaNum)" panose="02040503050201020203" pitchFamily="18" charset="-78"/>
              </a:rPr>
              <a:t> را به دروازه </a:t>
            </a:r>
            <a:r>
              <a:rPr lang="en-US" sz="1800" b="1" dirty="0" err="1">
                <a:solidFill>
                  <a:srgbClr val="1F1FFF"/>
                </a:solidFill>
                <a:latin typeface="Arial" panose="020B0604020202020204" pitchFamily="34" charset="0"/>
                <a:cs typeface="Arial" panose="020B0604020202020204" pitchFamily="34" charset="0"/>
              </a:rPr>
              <a:t>2c</a:t>
            </a:r>
            <a:r>
              <a:rPr lang="fa-IR" sz="1800" b="1" dirty="0">
                <a:solidFill>
                  <a:srgbClr val="1F1FFF"/>
                </a:solidFill>
                <a:latin typeface="IRANSans(FaNum)" panose="02040503050201020203" pitchFamily="18" charset="-78"/>
                <a:cs typeface="IRANSans(FaNum)" panose="02040503050201020203" pitchFamily="18" charset="-78"/>
              </a:rPr>
              <a:t> از </a:t>
            </a:r>
            <a:r>
              <a:rPr lang="en-US" sz="1800" b="1" dirty="0">
                <a:solidFill>
                  <a:srgbClr val="1F1FFF"/>
                </a:solidFill>
                <a:latin typeface="Arial" panose="020B0604020202020204" pitchFamily="34" charset="0"/>
                <a:cs typeface="Arial" panose="020B0604020202020204" pitchFamily="34" charset="0"/>
              </a:rPr>
              <a:t>AS2</a:t>
            </a:r>
            <a:r>
              <a:rPr lang="fa-IR" sz="1800" b="1" dirty="0">
                <a:solidFill>
                  <a:srgbClr val="1F1FFF"/>
                </a:solidFill>
                <a:latin typeface="IRANSans(FaNum)" panose="02040503050201020203" pitchFamily="18" charset="-78"/>
                <a:cs typeface="IRANSans(FaNum)" panose="02040503050201020203" pitchFamily="18" charset="-78"/>
              </a:rPr>
              <a:t> اعلان می‌کند.</a:t>
            </a:r>
            <a:endParaRPr lang="en-US" sz="1800" b="1" dirty="0">
              <a:solidFill>
                <a:srgbClr val="1F1FFF"/>
              </a:solidFill>
              <a:latin typeface="IRANSans(FaNum)" panose="02040503050201020203" pitchFamily="18" charset="-78"/>
              <a:cs typeface="IRANSans(FaNum)" panose="02040503050201020203" pitchFamily="18" charset="-78"/>
            </a:endParaRPr>
          </a:p>
          <a:p>
            <a:pPr marL="685800" lvl="1" indent="-144000" algn="r" rtl="1">
              <a:lnSpc>
                <a:spcPct val="125000"/>
              </a:lnSpc>
            </a:pPr>
            <a:r>
              <a:rPr lang="en-US" sz="1600" b="1" dirty="0">
                <a:solidFill>
                  <a:srgbClr val="C00000"/>
                </a:solidFill>
                <a:latin typeface="Arial" panose="020B0604020202020204" pitchFamily="34" charset="0"/>
                <a:cs typeface="Arial" panose="020B0604020202020204" pitchFamily="34" charset="0"/>
              </a:rPr>
              <a:t>AS3</a:t>
            </a:r>
            <a:r>
              <a:rPr lang="fa-IR" sz="1600" b="1" dirty="0">
                <a:solidFill>
                  <a:srgbClr val="C00000"/>
                </a:solidFill>
                <a:latin typeface="IRANSans(FaNum)" panose="02040503050201020203" pitchFamily="18" charset="-78"/>
                <a:cs typeface="IRANSans(FaNum)" panose="02040503050201020203" pitchFamily="18" charset="-78"/>
              </a:rPr>
              <a:t> به </a:t>
            </a:r>
            <a:r>
              <a:rPr lang="en-US" sz="1600" b="1" dirty="0">
                <a:solidFill>
                  <a:srgbClr val="C00000"/>
                </a:solidFill>
                <a:latin typeface="Arial" panose="020B0604020202020204" pitchFamily="34" charset="0"/>
                <a:cs typeface="Arial" panose="020B0604020202020204" pitchFamily="34" charset="0"/>
              </a:rPr>
              <a:t>AS2</a:t>
            </a:r>
            <a:r>
              <a:rPr lang="fa-IR" sz="1600" b="1" dirty="0">
                <a:solidFill>
                  <a:srgbClr val="C00000"/>
                </a:solidFill>
                <a:latin typeface="IRANSans(FaNum)" panose="02040503050201020203" pitchFamily="18" charset="-78"/>
                <a:cs typeface="IRANSans(FaNum)" panose="02040503050201020203" pitchFamily="18" charset="-78"/>
              </a:rPr>
              <a:t> تعهد می‌دهد که بسته‌های به مقصد </a:t>
            </a:r>
            <a:r>
              <a:rPr lang="en-US" sz="1600" b="1" dirty="0">
                <a:solidFill>
                  <a:srgbClr val="C00000"/>
                </a:solidFill>
                <a:latin typeface="Arial" panose="020B0604020202020204" pitchFamily="34" charset="0"/>
                <a:cs typeface="Arial" panose="020B0604020202020204" pitchFamily="34" charset="0"/>
              </a:rPr>
              <a:t>X</a:t>
            </a:r>
            <a:r>
              <a:rPr lang="fa-IR" sz="1600" b="1" dirty="0">
                <a:solidFill>
                  <a:srgbClr val="C00000"/>
                </a:solidFill>
                <a:latin typeface="IRANSans(FaNum)" panose="02040503050201020203" pitchFamily="18" charset="-78"/>
                <a:cs typeface="IRANSans(FaNum)" panose="02040503050201020203" pitchFamily="18" charset="-78"/>
              </a:rPr>
              <a:t> را ارسال (به سمت مقصد </a:t>
            </a:r>
            <a:r>
              <a:rPr lang="en-US" sz="1600" b="1" dirty="0">
                <a:solidFill>
                  <a:srgbClr val="C00000"/>
                </a:solidFill>
                <a:latin typeface="Arial" panose="020B0604020202020204" pitchFamily="34" charset="0"/>
                <a:cs typeface="Arial" panose="020B0604020202020204" pitchFamily="34" charset="0"/>
              </a:rPr>
              <a:t>X</a:t>
            </a:r>
            <a:r>
              <a:rPr lang="fa-IR" sz="1600" b="1" dirty="0">
                <a:solidFill>
                  <a:srgbClr val="C00000"/>
                </a:solidFill>
                <a:latin typeface="IRANSans(FaNum)" panose="02040503050201020203" pitchFamily="18" charset="-78"/>
                <a:cs typeface="IRANSans(FaNum)" panose="02040503050201020203" pitchFamily="18" charset="-78"/>
              </a:rPr>
              <a:t> جلوررانی) خواهد کرد. </a:t>
            </a:r>
            <a:endParaRPr lang="en-US" sz="1600" b="1" dirty="0">
              <a:solidFill>
                <a:srgbClr val="C00000"/>
              </a:solidFill>
              <a:latin typeface="IRANSans(FaNum)" panose="02040503050201020203" pitchFamily="18" charset="-78"/>
              <a:cs typeface="IRANSans(FaNum)" panose="02040503050201020203" pitchFamily="18" charset="-78"/>
            </a:endParaRPr>
          </a:p>
        </p:txBody>
      </p:sp>
      <p:grpSp>
        <p:nvGrpSpPr>
          <p:cNvPr id="9" name="Group 8">
            <a:extLst>
              <a:ext uri="{FF2B5EF4-FFF2-40B4-BE49-F238E27FC236}">
                <a16:creationId xmlns:a16="http://schemas.microsoft.com/office/drawing/2014/main" id="{A75B5E24-ED7E-7698-B327-6AA4E0C02E50}"/>
              </a:ext>
            </a:extLst>
          </p:cNvPr>
          <p:cNvGrpSpPr/>
          <p:nvPr/>
        </p:nvGrpSpPr>
        <p:grpSpPr>
          <a:xfrm>
            <a:off x="4511677" y="4710781"/>
            <a:ext cx="2545688" cy="1720535"/>
            <a:chOff x="4625977" y="4850481"/>
            <a:chExt cx="2545688" cy="1720535"/>
          </a:xfrm>
        </p:grpSpPr>
        <p:grpSp>
          <p:nvGrpSpPr>
            <p:cNvPr id="11" name="Group 10">
              <a:extLst>
                <a:ext uri="{FF2B5EF4-FFF2-40B4-BE49-F238E27FC236}">
                  <a16:creationId xmlns:a16="http://schemas.microsoft.com/office/drawing/2014/main" id="{3B4C8372-CC99-CA7C-C0AB-FBF6D58733EC}"/>
                </a:ext>
              </a:extLst>
            </p:cNvPr>
            <p:cNvGrpSpPr/>
            <p:nvPr/>
          </p:nvGrpSpPr>
          <p:grpSpPr>
            <a:xfrm>
              <a:off x="4625977" y="4850481"/>
              <a:ext cx="2545688" cy="1720535"/>
              <a:chOff x="-2170772" y="2784954"/>
              <a:chExt cx="2712783" cy="1853712"/>
            </a:xfrm>
          </p:grpSpPr>
          <p:sp>
            <p:nvSpPr>
              <p:cNvPr id="13" name="Freeform 2">
                <a:extLst>
                  <a:ext uri="{FF2B5EF4-FFF2-40B4-BE49-F238E27FC236}">
                    <a16:creationId xmlns:a16="http://schemas.microsoft.com/office/drawing/2014/main" id="{0ED274E5-0000-38B7-D6D9-6B68ABA8E5E0}"/>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 name="Group 13">
                <a:extLst>
                  <a:ext uri="{FF2B5EF4-FFF2-40B4-BE49-F238E27FC236}">
                    <a16:creationId xmlns:a16="http://schemas.microsoft.com/office/drawing/2014/main" id="{9A69EFC0-C698-09C1-B35E-12D0DE0A6327}"/>
                  </a:ext>
                </a:extLst>
              </p:cNvPr>
              <p:cNvGrpSpPr/>
              <p:nvPr/>
            </p:nvGrpSpPr>
            <p:grpSpPr>
              <a:xfrm>
                <a:off x="-1935370" y="2935816"/>
                <a:ext cx="2333625" cy="1590649"/>
                <a:chOff x="833331" y="2873352"/>
                <a:chExt cx="2333625" cy="1590649"/>
              </a:xfrm>
            </p:grpSpPr>
            <p:grpSp>
              <p:nvGrpSpPr>
                <p:cNvPr id="15" name="Group 14">
                  <a:extLst>
                    <a:ext uri="{FF2B5EF4-FFF2-40B4-BE49-F238E27FC236}">
                      <a16:creationId xmlns:a16="http://schemas.microsoft.com/office/drawing/2014/main" id="{DF2A00F4-4853-AF0D-E0F0-E2B0917CB5B1}"/>
                    </a:ext>
                  </a:extLst>
                </p:cNvPr>
                <p:cNvGrpSpPr/>
                <p:nvPr/>
              </p:nvGrpSpPr>
              <p:grpSpPr>
                <a:xfrm>
                  <a:off x="1736090" y="2873352"/>
                  <a:ext cx="565150" cy="369332"/>
                  <a:chOff x="1736090" y="2873352"/>
                  <a:chExt cx="565150" cy="369332"/>
                </a:xfrm>
              </p:grpSpPr>
              <p:grpSp>
                <p:nvGrpSpPr>
                  <p:cNvPr id="62" name="Group 327">
                    <a:extLst>
                      <a:ext uri="{FF2B5EF4-FFF2-40B4-BE49-F238E27FC236}">
                        <a16:creationId xmlns:a16="http://schemas.microsoft.com/office/drawing/2014/main" id="{4B06B8B9-2A4B-668D-D4D4-B488692F3AC6}"/>
                      </a:ext>
                    </a:extLst>
                  </p:cNvPr>
                  <p:cNvGrpSpPr>
                    <a:grpSpLocks/>
                  </p:cNvGrpSpPr>
                  <p:nvPr/>
                </p:nvGrpSpPr>
                <p:grpSpPr bwMode="auto">
                  <a:xfrm>
                    <a:off x="1736090" y="2893762"/>
                    <a:ext cx="565150" cy="292100"/>
                    <a:chOff x="1871277" y="1576300"/>
                    <a:chExt cx="1128371" cy="437861"/>
                  </a:xfrm>
                </p:grpSpPr>
                <p:sp>
                  <p:nvSpPr>
                    <p:cNvPr id="450" name="Oval 449">
                      <a:extLst>
                        <a:ext uri="{FF2B5EF4-FFF2-40B4-BE49-F238E27FC236}">
                          <a16:creationId xmlns:a16="http://schemas.microsoft.com/office/drawing/2014/main" id="{CA0504FE-E360-5BD8-BD62-32DE5CB5B3D2}"/>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1" name="Rectangle 450">
                      <a:extLst>
                        <a:ext uri="{FF2B5EF4-FFF2-40B4-BE49-F238E27FC236}">
                          <a16:creationId xmlns:a16="http://schemas.microsoft.com/office/drawing/2014/main" id="{FA770C42-78B8-1903-4077-4C3632C65F5F}"/>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2" name="Oval 451">
                      <a:extLst>
                        <a:ext uri="{FF2B5EF4-FFF2-40B4-BE49-F238E27FC236}">
                          <a16:creationId xmlns:a16="http://schemas.microsoft.com/office/drawing/2014/main" id="{DCFBF787-1894-BED3-50DB-68522314737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3" name="Freeform 1020">
                      <a:extLst>
                        <a:ext uri="{FF2B5EF4-FFF2-40B4-BE49-F238E27FC236}">
                          <a16:creationId xmlns:a16="http://schemas.microsoft.com/office/drawing/2014/main" id="{7E56C3B3-0470-9BE4-2D28-D368ECAF573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4" name="Freeform 1021">
                      <a:extLst>
                        <a:ext uri="{FF2B5EF4-FFF2-40B4-BE49-F238E27FC236}">
                          <a16:creationId xmlns:a16="http://schemas.microsoft.com/office/drawing/2014/main" id="{CBE895B5-14A0-8B82-9286-3D956B767D9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5" name="Freeform 1022">
                      <a:extLst>
                        <a:ext uri="{FF2B5EF4-FFF2-40B4-BE49-F238E27FC236}">
                          <a16:creationId xmlns:a16="http://schemas.microsoft.com/office/drawing/2014/main" id="{EB96B8DD-0829-1830-8A53-C01EE4F012D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6" name="Freeform 1023">
                      <a:extLst>
                        <a:ext uri="{FF2B5EF4-FFF2-40B4-BE49-F238E27FC236}">
                          <a16:creationId xmlns:a16="http://schemas.microsoft.com/office/drawing/2014/main" id="{76EA74D9-A7BC-BC35-1AF7-142603848BE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57" name="Straight Connector 456">
                      <a:extLst>
                        <a:ext uri="{FF2B5EF4-FFF2-40B4-BE49-F238E27FC236}">
                          <a16:creationId xmlns:a16="http://schemas.microsoft.com/office/drawing/2014/main" id="{72789503-94E3-17AD-3940-7B52F93F9A16}"/>
                        </a:ext>
                      </a:extLst>
                    </p:cNvPr>
                    <p:cNvCxnSpPr>
                      <a:endCxn id="45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8" name="Straight Connector 457">
                      <a:extLst>
                        <a:ext uri="{FF2B5EF4-FFF2-40B4-BE49-F238E27FC236}">
                          <a16:creationId xmlns:a16="http://schemas.microsoft.com/office/drawing/2014/main" id="{3420F552-FF55-222A-1B7F-BD049731E4C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3" name="Group 62">
                    <a:extLst>
                      <a:ext uri="{FF2B5EF4-FFF2-40B4-BE49-F238E27FC236}">
                        <a16:creationId xmlns:a16="http://schemas.microsoft.com/office/drawing/2014/main" id="{796C3B4C-5C17-CB84-842A-A2DB9E0BC6CC}"/>
                      </a:ext>
                    </a:extLst>
                  </p:cNvPr>
                  <p:cNvGrpSpPr/>
                  <p:nvPr/>
                </p:nvGrpSpPr>
                <p:grpSpPr>
                  <a:xfrm>
                    <a:off x="1770362" y="2873352"/>
                    <a:ext cx="441422" cy="369332"/>
                    <a:chOff x="667045" y="1708643"/>
                    <a:chExt cx="441422" cy="369332"/>
                  </a:xfrm>
                </p:grpSpPr>
                <p:sp>
                  <p:nvSpPr>
                    <p:cNvPr id="448" name="Oval 447">
                      <a:extLst>
                        <a:ext uri="{FF2B5EF4-FFF2-40B4-BE49-F238E27FC236}">
                          <a16:creationId xmlns:a16="http://schemas.microsoft.com/office/drawing/2014/main" id="{B96F4AA9-DD44-DE37-CC13-B84E0D00B1FF}"/>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9" name="TextBox 448">
                      <a:extLst>
                        <a:ext uri="{FF2B5EF4-FFF2-40B4-BE49-F238E27FC236}">
                          <a16:creationId xmlns:a16="http://schemas.microsoft.com/office/drawing/2014/main" id="{758EA9A1-3161-9618-DE02-372712231C86}"/>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16" name="Group 15">
                  <a:extLst>
                    <a:ext uri="{FF2B5EF4-FFF2-40B4-BE49-F238E27FC236}">
                      <a16:creationId xmlns:a16="http://schemas.microsoft.com/office/drawing/2014/main" id="{5C8F65D4-0EF8-587D-B88E-848ECFDD1A98}"/>
                    </a:ext>
                  </a:extLst>
                </p:cNvPr>
                <p:cNvGrpSpPr/>
                <p:nvPr/>
              </p:nvGrpSpPr>
              <p:grpSpPr>
                <a:xfrm>
                  <a:off x="1740320" y="4094669"/>
                  <a:ext cx="565150" cy="369332"/>
                  <a:chOff x="1736090" y="2873352"/>
                  <a:chExt cx="565150" cy="369332"/>
                </a:xfrm>
              </p:grpSpPr>
              <p:grpSp>
                <p:nvGrpSpPr>
                  <p:cNvPr id="48" name="Group 327">
                    <a:extLst>
                      <a:ext uri="{FF2B5EF4-FFF2-40B4-BE49-F238E27FC236}">
                        <a16:creationId xmlns:a16="http://schemas.microsoft.com/office/drawing/2014/main" id="{69C80033-83F5-E118-21EA-53E901F5346E}"/>
                      </a:ext>
                    </a:extLst>
                  </p:cNvPr>
                  <p:cNvGrpSpPr>
                    <a:grpSpLocks/>
                  </p:cNvGrpSpPr>
                  <p:nvPr/>
                </p:nvGrpSpPr>
                <p:grpSpPr bwMode="auto">
                  <a:xfrm>
                    <a:off x="1736090" y="2893762"/>
                    <a:ext cx="565150" cy="292100"/>
                    <a:chOff x="1871277" y="1576300"/>
                    <a:chExt cx="1128371" cy="437861"/>
                  </a:xfrm>
                </p:grpSpPr>
                <p:sp>
                  <p:nvSpPr>
                    <p:cNvPr id="52" name="Oval 51">
                      <a:extLst>
                        <a:ext uri="{FF2B5EF4-FFF2-40B4-BE49-F238E27FC236}">
                          <a16:creationId xmlns:a16="http://schemas.microsoft.com/office/drawing/2014/main" id="{250715B8-E491-F7DA-5FEA-2DD41292B010}"/>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3" name="Rectangle 52">
                      <a:extLst>
                        <a:ext uri="{FF2B5EF4-FFF2-40B4-BE49-F238E27FC236}">
                          <a16:creationId xmlns:a16="http://schemas.microsoft.com/office/drawing/2014/main" id="{1E719AA1-7A54-B14F-4A10-82D1CEA73CA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 name="Oval 53">
                      <a:extLst>
                        <a:ext uri="{FF2B5EF4-FFF2-40B4-BE49-F238E27FC236}">
                          <a16:creationId xmlns:a16="http://schemas.microsoft.com/office/drawing/2014/main" id="{BFA1D562-3C72-148B-BCC9-420AD99A6E96}"/>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5" name="Freeform 1007">
                      <a:extLst>
                        <a:ext uri="{FF2B5EF4-FFF2-40B4-BE49-F238E27FC236}">
                          <a16:creationId xmlns:a16="http://schemas.microsoft.com/office/drawing/2014/main" id="{F101F8BC-ABA0-FBAC-BBDC-D0FB8BC3E48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 name="Freeform 1008">
                      <a:extLst>
                        <a:ext uri="{FF2B5EF4-FFF2-40B4-BE49-F238E27FC236}">
                          <a16:creationId xmlns:a16="http://schemas.microsoft.com/office/drawing/2014/main" id="{1A664DDF-51A3-7449-45A3-671EAF9F017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 name="Freeform 1009">
                      <a:extLst>
                        <a:ext uri="{FF2B5EF4-FFF2-40B4-BE49-F238E27FC236}">
                          <a16:creationId xmlns:a16="http://schemas.microsoft.com/office/drawing/2014/main" id="{455F4118-7F5E-EF1A-D717-1D0FF714330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 name="Freeform 1010">
                      <a:extLst>
                        <a:ext uri="{FF2B5EF4-FFF2-40B4-BE49-F238E27FC236}">
                          <a16:creationId xmlns:a16="http://schemas.microsoft.com/office/drawing/2014/main" id="{DB8842D7-D314-A3F5-7E14-D9AD38E2389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0" name="Straight Connector 59">
                      <a:extLst>
                        <a:ext uri="{FF2B5EF4-FFF2-40B4-BE49-F238E27FC236}">
                          <a16:creationId xmlns:a16="http://schemas.microsoft.com/office/drawing/2014/main" id="{E3C72552-C468-32EE-782E-B25B6A1F3AD5}"/>
                        </a:ext>
                      </a:extLst>
                    </p:cNvPr>
                    <p:cNvCxnSpPr>
                      <a:endCxn id="5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1" name="Straight Connector 60">
                      <a:extLst>
                        <a:ext uri="{FF2B5EF4-FFF2-40B4-BE49-F238E27FC236}">
                          <a16:creationId xmlns:a16="http://schemas.microsoft.com/office/drawing/2014/main" id="{9D6AE04C-E8E5-63C9-BF8C-A6924137EAE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9" name="Group 48">
                    <a:extLst>
                      <a:ext uri="{FF2B5EF4-FFF2-40B4-BE49-F238E27FC236}">
                        <a16:creationId xmlns:a16="http://schemas.microsoft.com/office/drawing/2014/main" id="{F6722564-B50A-35C1-2345-EB87E9E6B77A}"/>
                      </a:ext>
                    </a:extLst>
                  </p:cNvPr>
                  <p:cNvGrpSpPr/>
                  <p:nvPr/>
                </p:nvGrpSpPr>
                <p:grpSpPr>
                  <a:xfrm>
                    <a:off x="1770362" y="2873352"/>
                    <a:ext cx="441422" cy="369332"/>
                    <a:chOff x="667045" y="1708643"/>
                    <a:chExt cx="441422" cy="369332"/>
                  </a:xfrm>
                </p:grpSpPr>
                <p:sp>
                  <p:nvSpPr>
                    <p:cNvPr id="50" name="Oval 49">
                      <a:extLst>
                        <a:ext uri="{FF2B5EF4-FFF2-40B4-BE49-F238E27FC236}">
                          <a16:creationId xmlns:a16="http://schemas.microsoft.com/office/drawing/2014/main" id="{D9AB86AD-8F9D-A422-2469-F24C4BB5DEE8}"/>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TextBox 50">
                      <a:extLst>
                        <a:ext uri="{FF2B5EF4-FFF2-40B4-BE49-F238E27FC236}">
                          <a16:creationId xmlns:a16="http://schemas.microsoft.com/office/drawing/2014/main" id="{09F06FC1-4111-7C24-7950-6D518609947A}"/>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17" name="Group 16">
                  <a:extLst>
                    <a:ext uri="{FF2B5EF4-FFF2-40B4-BE49-F238E27FC236}">
                      <a16:creationId xmlns:a16="http://schemas.microsoft.com/office/drawing/2014/main" id="{D1148890-0CB4-DF79-C92D-85BC68744C3C}"/>
                    </a:ext>
                  </a:extLst>
                </p:cNvPr>
                <p:cNvGrpSpPr/>
                <p:nvPr/>
              </p:nvGrpSpPr>
              <p:grpSpPr>
                <a:xfrm>
                  <a:off x="2601806" y="3485072"/>
                  <a:ext cx="565150" cy="369332"/>
                  <a:chOff x="1736090" y="2873352"/>
                  <a:chExt cx="565150" cy="369332"/>
                </a:xfrm>
              </p:grpSpPr>
              <p:grpSp>
                <p:nvGrpSpPr>
                  <p:cNvPr id="35" name="Group 327">
                    <a:extLst>
                      <a:ext uri="{FF2B5EF4-FFF2-40B4-BE49-F238E27FC236}">
                        <a16:creationId xmlns:a16="http://schemas.microsoft.com/office/drawing/2014/main" id="{54F45895-5685-48D5-BA77-11CB5011B198}"/>
                      </a:ext>
                    </a:extLst>
                  </p:cNvPr>
                  <p:cNvGrpSpPr>
                    <a:grpSpLocks/>
                  </p:cNvGrpSpPr>
                  <p:nvPr/>
                </p:nvGrpSpPr>
                <p:grpSpPr bwMode="auto">
                  <a:xfrm>
                    <a:off x="1736090" y="2893762"/>
                    <a:ext cx="565150" cy="292100"/>
                    <a:chOff x="1871277" y="1576300"/>
                    <a:chExt cx="1128371" cy="437861"/>
                  </a:xfrm>
                </p:grpSpPr>
                <p:sp>
                  <p:nvSpPr>
                    <p:cNvPr id="39" name="Oval 38">
                      <a:extLst>
                        <a:ext uri="{FF2B5EF4-FFF2-40B4-BE49-F238E27FC236}">
                          <a16:creationId xmlns:a16="http://schemas.microsoft.com/office/drawing/2014/main" id="{A8460056-02DB-DD85-BC92-419332EA2A0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 name="Rectangle 39">
                      <a:extLst>
                        <a:ext uri="{FF2B5EF4-FFF2-40B4-BE49-F238E27FC236}">
                          <a16:creationId xmlns:a16="http://schemas.microsoft.com/office/drawing/2014/main" id="{87EE71EA-2909-461B-BA86-BD50735AE0B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 name="Oval 40">
                      <a:extLst>
                        <a:ext uri="{FF2B5EF4-FFF2-40B4-BE49-F238E27FC236}">
                          <a16:creationId xmlns:a16="http://schemas.microsoft.com/office/drawing/2014/main" id="{E4D558EC-E989-2D9A-13B0-3975B988D7F7}"/>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2" name="Freeform 994">
                      <a:extLst>
                        <a:ext uri="{FF2B5EF4-FFF2-40B4-BE49-F238E27FC236}">
                          <a16:creationId xmlns:a16="http://schemas.microsoft.com/office/drawing/2014/main" id="{90A6A620-31FE-10FC-4CD1-3E74D5CC2A0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 name="Freeform 995">
                      <a:extLst>
                        <a:ext uri="{FF2B5EF4-FFF2-40B4-BE49-F238E27FC236}">
                          <a16:creationId xmlns:a16="http://schemas.microsoft.com/office/drawing/2014/main" id="{C7549AFA-5ACD-1A6D-6D92-3ECBA7289BA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 name="Freeform 996">
                      <a:extLst>
                        <a:ext uri="{FF2B5EF4-FFF2-40B4-BE49-F238E27FC236}">
                          <a16:creationId xmlns:a16="http://schemas.microsoft.com/office/drawing/2014/main" id="{59C62F00-A9E6-600F-73CB-4DD9A71F5A0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 name="Freeform 997">
                      <a:extLst>
                        <a:ext uri="{FF2B5EF4-FFF2-40B4-BE49-F238E27FC236}">
                          <a16:creationId xmlns:a16="http://schemas.microsoft.com/office/drawing/2014/main" id="{581E87CF-1D7B-FFB2-798B-417D3C9CE91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6" name="Straight Connector 45">
                      <a:extLst>
                        <a:ext uri="{FF2B5EF4-FFF2-40B4-BE49-F238E27FC236}">
                          <a16:creationId xmlns:a16="http://schemas.microsoft.com/office/drawing/2014/main" id="{9E485F69-B665-1D15-8C90-28787DB3314E}"/>
                        </a:ext>
                      </a:extLst>
                    </p:cNvPr>
                    <p:cNvCxnSpPr>
                      <a:endCxn id="4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7" name="Straight Connector 46">
                      <a:extLst>
                        <a:ext uri="{FF2B5EF4-FFF2-40B4-BE49-F238E27FC236}">
                          <a16:creationId xmlns:a16="http://schemas.microsoft.com/office/drawing/2014/main" id="{8DFE0922-2A17-0CF2-8C61-6E9378C87C4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6" name="Group 35">
                    <a:extLst>
                      <a:ext uri="{FF2B5EF4-FFF2-40B4-BE49-F238E27FC236}">
                        <a16:creationId xmlns:a16="http://schemas.microsoft.com/office/drawing/2014/main" id="{4DD092A2-0FB3-0412-DFAC-28DF3782D5C3}"/>
                      </a:ext>
                    </a:extLst>
                  </p:cNvPr>
                  <p:cNvGrpSpPr/>
                  <p:nvPr/>
                </p:nvGrpSpPr>
                <p:grpSpPr>
                  <a:xfrm>
                    <a:off x="1770362" y="2873352"/>
                    <a:ext cx="428460" cy="369332"/>
                    <a:chOff x="667045" y="1708643"/>
                    <a:chExt cx="428460" cy="369332"/>
                  </a:xfrm>
                </p:grpSpPr>
                <p:sp>
                  <p:nvSpPr>
                    <p:cNvPr id="37" name="Oval 36">
                      <a:extLst>
                        <a:ext uri="{FF2B5EF4-FFF2-40B4-BE49-F238E27FC236}">
                          <a16:creationId xmlns:a16="http://schemas.microsoft.com/office/drawing/2014/main" id="{347BA7EB-E3CA-DC19-97DB-D6CB471E2E3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 name="TextBox 37">
                      <a:extLst>
                        <a:ext uri="{FF2B5EF4-FFF2-40B4-BE49-F238E27FC236}">
                          <a16:creationId xmlns:a16="http://schemas.microsoft.com/office/drawing/2014/main" id="{B98CD90C-1B90-D2CE-B152-0D2B87F8E81C}"/>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18" name="Group 17">
                  <a:extLst>
                    <a:ext uri="{FF2B5EF4-FFF2-40B4-BE49-F238E27FC236}">
                      <a16:creationId xmlns:a16="http://schemas.microsoft.com/office/drawing/2014/main" id="{CF14EAD7-4CCE-8A8F-6A72-2BCC622A8610}"/>
                    </a:ext>
                  </a:extLst>
                </p:cNvPr>
                <p:cNvGrpSpPr/>
                <p:nvPr/>
              </p:nvGrpSpPr>
              <p:grpSpPr>
                <a:xfrm>
                  <a:off x="833331" y="3478719"/>
                  <a:ext cx="565150" cy="369332"/>
                  <a:chOff x="1736090" y="2873352"/>
                  <a:chExt cx="565150" cy="369332"/>
                </a:xfrm>
              </p:grpSpPr>
              <p:grpSp>
                <p:nvGrpSpPr>
                  <p:cNvPr id="22" name="Group 327">
                    <a:extLst>
                      <a:ext uri="{FF2B5EF4-FFF2-40B4-BE49-F238E27FC236}">
                        <a16:creationId xmlns:a16="http://schemas.microsoft.com/office/drawing/2014/main" id="{E35B38D3-E26D-249D-D5FA-ACDBB59A4DF9}"/>
                      </a:ext>
                    </a:extLst>
                  </p:cNvPr>
                  <p:cNvGrpSpPr>
                    <a:grpSpLocks/>
                  </p:cNvGrpSpPr>
                  <p:nvPr/>
                </p:nvGrpSpPr>
                <p:grpSpPr bwMode="auto">
                  <a:xfrm>
                    <a:off x="1736090" y="2893762"/>
                    <a:ext cx="565150" cy="292100"/>
                    <a:chOff x="1871277" y="1576300"/>
                    <a:chExt cx="1128371" cy="437861"/>
                  </a:xfrm>
                </p:grpSpPr>
                <p:sp>
                  <p:nvSpPr>
                    <p:cNvPr id="26" name="Oval 25">
                      <a:extLst>
                        <a:ext uri="{FF2B5EF4-FFF2-40B4-BE49-F238E27FC236}">
                          <a16:creationId xmlns:a16="http://schemas.microsoft.com/office/drawing/2014/main" id="{DEFA9010-8499-89B1-8A8E-1DE58E15F1F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7" name="Rectangle 26">
                      <a:extLst>
                        <a:ext uri="{FF2B5EF4-FFF2-40B4-BE49-F238E27FC236}">
                          <a16:creationId xmlns:a16="http://schemas.microsoft.com/office/drawing/2014/main" id="{260FD6B4-0D80-FD07-4E0B-5C31F044A849}"/>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 name="Oval 27">
                      <a:extLst>
                        <a:ext uri="{FF2B5EF4-FFF2-40B4-BE49-F238E27FC236}">
                          <a16:creationId xmlns:a16="http://schemas.microsoft.com/office/drawing/2014/main" id="{C85ED6F7-32BC-7E6D-8A63-E8335C792B01}"/>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9" name="Freeform 981">
                      <a:extLst>
                        <a:ext uri="{FF2B5EF4-FFF2-40B4-BE49-F238E27FC236}">
                          <a16:creationId xmlns:a16="http://schemas.microsoft.com/office/drawing/2014/main" id="{4B6879CA-7575-3311-2732-9D2B83AA0A3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 name="Freeform 982">
                      <a:extLst>
                        <a:ext uri="{FF2B5EF4-FFF2-40B4-BE49-F238E27FC236}">
                          <a16:creationId xmlns:a16="http://schemas.microsoft.com/office/drawing/2014/main" id="{CE47F902-B1EA-2B46-B060-3E8867D1B96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 name="Freeform 983">
                      <a:extLst>
                        <a:ext uri="{FF2B5EF4-FFF2-40B4-BE49-F238E27FC236}">
                          <a16:creationId xmlns:a16="http://schemas.microsoft.com/office/drawing/2014/main" id="{A94C30C6-11D5-E5CC-8D25-AE8C238E55B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 name="Freeform 984">
                      <a:extLst>
                        <a:ext uri="{FF2B5EF4-FFF2-40B4-BE49-F238E27FC236}">
                          <a16:creationId xmlns:a16="http://schemas.microsoft.com/office/drawing/2014/main" id="{D6F1CBF0-A854-85F3-DE3A-0649CCECCA8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 name="Straight Connector 32">
                      <a:extLst>
                        <a:ext uri="{FF2B5EF4-FFF2-40B4-BE49-F238E27FC236}">
                          <a16:creationId xmlns:a16="http://schemas.microsoft.com/office/drawing/2014/main" id="{0ED2FAA3-DB0B-B474-F3A6-237F75F8CEE6}"/>
                        </a:ext>
                      </a:extLst>
                    </p:cNvPr>
                    <p:cNvCxnSpPr>
                      <a:endCxn id="2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4" name="Straight Connector 33">
                      <a:extLst>
                        <a:ext uri="{FF2B5EF4-FFF2-40B4-BE49-F238E27FC236}">
                          <a16:creationId xmlns:a16="http://schemas.microsoft.com/office/drawing/2014/main" id="{FF710E76-40C4-D0A9-D5F6-20BC54366B0D}"/>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3" name="Group 22">
                    <a:extLst>
                      <a:ext uri="{FF2B5EF4-FFF2-40B4-BE49-F238E27FC236}">
                        <a16:creationId xmlns:a16="http://schemas.microsoft.com/office/drawing/2014/main" id="{6749F3A3-1109-8545-6465-9C2DF39E3485}"/>
                      </a:ext>
                    </a:extLst>
                  </p:cNvPr>
                  <p:cNvGrpSpPr/>
                  <p:nvPr/>
                </p:nvGrpSpPr>
                <p:grpSpPr>
                  <a:xfrm>
                    <a:off x="1770362" y="2873352"/>
                    <a:ext cx="441422" cy="369332"/>
                    <a:chOff x="667045" y="1708643"/>
                    <a:chExt cx="441422" cy="369332"/>
                  </a:xfrm>
                </p:grpSpPr>
                <p:sp>
                  <p:nvSpPr>
                    <p:cNvPr id="24" name="Oval 23">
                      <a:extLst>
                        <a:ext uri="{FF2B5EF4-FFF2-40B4-BE49-F238E27FC236}">
                          <a16:creationId xmlns:a16="http://schemas.microsoft.com/office/drawing/2014/main" id="{1243FA47-C7D8-930C-EB8F-A52CC0FB715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 name="TextBox 24">
                      <a:extLst>
                        <a:ext uri="{FF2B5EF4-FFF2-40B4-BE49-F238E27FC236}">
                          <a16:creationId xmlns:a16="http://schemas.microsoft.com/office/drawing/2014/main" id="{6148C585-DE9C-5244-90AD-AD73662D1E9E}"/>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19" name="Straight Connector 18">
                  <a:extLst>
                    <a:ext uri="{FF2B5EF4-FFF2-40B4-BE49-F238E27FC236}">
                      <a16:creationId xmlns:a16="http://schemas.microsoft.com/office/drawing/2014/main" id="{1F7DB74C-EBF8-44BF-5D42-A7450792FE57}"/>
                    </a:ext>
                  </a:extLst>
                </p:cNvPr>
                <p:cNvCxnSpPr>
                  <a:stCxn id="450"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20" name="Straight Connector 19">
                  <a:extLst>
                    <a:ext uri="{FF2B5EF4-FFF2-40B4-BE49-F238E27FC236}">
                      <a16:creationId xmlns:a16="http://schemas.microsoft.com/office/drawing/2014/main" id="{C4CEC390-C366-4C86-F8F8-A6AE4501F993}"/>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21" name="Straight Connector 20">
                  <a:extLst>
                    <a:ext uri="{FF2B5EF4-FFF2-40B4-BE49-F238E27FC236}">
                      <a16:creationId xmlns:a16="http://schemas.microsoft.com/office/drawing/2014/main" id="{C2659B62-EE32-E418-EE3F-F1A91FD3EFD6}"/>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12" name="TextBox 11">
              <a:extLst>
                <a:ext uri="{FF2B5EF4-FFF2-40B4-BE49-F238E27FC236}">
                  <a16:creationId xmlns:a16="http://schemas.microsoft.com/office/drawing/2014/main" id="{AAB81A2A-3ED9-06C7-BEFB-E9D21D00276C}"/>
                </a:ext>
              </a:extLst>
            </p:cNvPr>
            <p:cNvSpPr txBox="1"/>
            <p:nvPr/>
          </p:nvSpPr>
          <p:spPr>
            <a:xfrm>
              <a:off x="4833576" y="4910165"/>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grpSp>
      <p:grpSp>
        <p:nvGrpSpPr>
          <p:cNvPr id="459" name="Group 458">
            <a:extLst>
              <a:ext uri="{FF2B5EF4-FFF2-40B4-BE49-F238E27FC236}">
                <a16:creationId xmlns:a16="http://schemas.microsoft.com/office/drawing/2014/main" id="{6C0845FD-FA61-F93B-373F-8B9D7D7F7CFA}"/>
              </a:ext>
            </a:extLst>
          </p:cNvPr>
          <p:cNvGrpSpPr/>
          <p:nvPr/>
        </p:nvGrpSpPr>
        <p:grpSpPr>
          <a:xfrm>
            <a:off x="7986274" y="3554842"/>
            <a:ext cx="2575521" cy="1672516"/>
            <a:chOff x="8100574" y="3694542"/>
            <a:chExt cx="2575521" cy="1672516"/>
          </a:xfrm>
        </p:grpSpPr>
        <p:sp>
          <p:nvSpPr>
            <p:cNvPr id="460" name="Freeform 2">
              <a:extLst>
                <a:ext uri="{FF2B5EF4-FFF2-40B4-BE49-F238E27FC236}">
                  <a16:creationId xmlns:a16="http://schemas.microsoft.com/office/drawing/2014/main" id="{34D22A62-F531-4754-CBB6-654738B00E41}"/>
                </a:ext>
              </a:extLst>
            </p:cNvPr>
            <p:cNvSpPr>
              <a:spLocks/>
            </p:cNvSpPr>
            <p:nvPr/>
          </p:nvSpPr>
          <p:spPr bwMode="auto">
            <a:xfrm>
              <a:off x="8100574" y="3694542"/>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61" name="Group 460">
              <a:extLst>
                <a:ext uri="{FF2B5EF4-FFF2-40B4-BE49-F238E27FC236}">
                  <a16:creationId xmlns:a16="http://schemas.microsoft.com/office/drawing/2014/main" id="{941BA296-E17C-F43E-86E6-DC202EA890AF}"/>
                </a:ext>
              </a:extLst>
            </p:cNvPr>
            <p:cNvGrpSpPr/>
            <p:nvPr/>
          </p:nvGrpSpPr>
          <p:grpSpPr>
            <a:xfrm>
              <a:off x="8136838" y="3735782"/>
              <a:ext cx="2402775" cy="1530043"/>
              <a:chOff x="8136838" y="3735782"/>
              <a:chExt cx="2402775" cy="1530043"/>
            </a:xfrm>
          </p:grpSpPr>
          <p:grpSp>
            <p:nvGrpSpPr>
              <p:cNvPr id="462" name="Group 461">
                <a:extLst>
                  <a:ext uri="{FF2B5EF4-FFF2-40B4-BE49-F238E27FC236}">
                    <a16:creationId xmlns:a16="http://schemas.microsoft.com/office/drawing/2014/main" id="{BE7B6003-1E4A-0F63-E75A-A5027EFE0109}"/>
                  </a:ext>
                </a:extLst>
              </p:cNvPr>
              <p:cNvGrpSpPr/>
              <p:nvPr/>
            </p:nvGrpSpPr>
            <p:grpSpPr>
              <a:xfrm>
                <a:off x="8324065" y="3830658"/>
                <a:ext cx="2215548" cy="1435167"/>
                <a:chOff x="833331" y="2873352"/>
                <a:chExt cx="2333625" cy="1590649"/>
              </a:xfrm>
            </p:grpSpPr>
            <p:grpSp>
              <p:nvGrpSpPr>
                <p:cNvPr id="464" name="Group 463">
                  <a:extLst>
                    <a:ext uri="{FF2B5EF4-FFF2-40B4-BE49-F238E27FC236}">
                      <a16:creationId xmlns:a16="http://schemas.microsoft.com/office/drawing/2014/main" id="{D1BD2866-F07D-43FA-FC32-2A43C9E16B00}"/>
                    </a:ext>
                  </a:extLst>
                </p:cNvPr>
                <p:cNvGrpSpPr/>
                <p:nvPr/>
              </p:nvGrpSpPr>
              <p:grpSpPr>
                <a:xfrm>
                  <a:off x="1736090" y="2873352"/>
                  <a:ext cx="565150" cy="369332"/>
                  <a:chOff x="1736090" y="2873352"/>
                  <a:chExt cx="565150" cy="369332"/>
                </a:xfrm>
              </p:grpSpPr>
              <p:grpSp>
                <p:nvGrpSpPr>
                  <p:cNvPr id="513" name="Group 327">
                    <a:extLst>
                      <a:ext uri="{FF2B5EF4-FFF2-40B4-BE49-F238E27FC236}">
                        <a16:creationId xmlns:a16="http://schemas.microsoft.com/office/drawing/2014/main" id="{C4625C52-9EB5-0AB7-68BD-A24630401C72}"/>
                      </a:ext>
                    </a:extLst>
                  </p:cNvPr>
                  <p:cNvGrpSpPr>
                    <a:grpSpLocks/>
                  </p:cNvGrpSpPr>
                  <p:nvPr/>
                </p:nvGrpSpPr>
                <p:grpSpPr bwMode="auto">
                  <a:xfrm>
                    <a:off x="1736090" y="2893762"/>
                    <a:ext cx="565150" cy="292100"/>
                    <a:chOff x="1871277" y="1576300"/>
                    <a:chExt cx="1128371" cy="437861"/>
                  </a:xfrm>
                </p:grpSpPr>
                <p:sp>
                  <p:nvSpPr>
                    <p:cNvPr id="517" name="Oval 516">
                      <a:extLst>
                        <a:ext uri="{FF2B5EF4-FFF2-40B4-BE49-F238E27FC236}">
                          <a16:creationId xmlns:a16="http://schemas.microsoft.com/office/drawing/2014/main" id="{477F87CE-C099-AA48-00A8-59D442CF13D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18" name="Rectangle 517">
                      <a:extLst>
                        <a:ext uri="{FF2B5EF4-FFF2-40B4-BE49-F238E27FC236}">
                          <a16:creationId xmlns:a16="http://schemas.microsoft.com/office/drawing/2014/main" id="{88FF31D3-389A-AECD-6E93-3B147BE9C34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9" name="Oval 518">
                      <a:extLst>
                        <a:ext uri="{FF2B5EF4-FFF2-40B4-BE49-F238E27FC236}">
                          <a16:creationId xmlns:a16="http://schemas.microsoft.com/office/drawing/2014/main" id="{C3C88299-BC98-BAA0-2CF0-E4468EFD476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0" name="Freeform 1084">
                      <a:extLst>
                        <a:ext uri="{FF2B5EF4-FFF2-40B4-BE49-F238E27FC236}">
                          <a16:creationId xmlns:a16="http://schemas.microsoft.com/office/drawing/2014/main" id="{82106A4E-B20F-989F-17E6-26DE0FFE488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1" name="Freeform 1085">
                      <a:extLst>
                        <a:ext uri="{FF2B5EF4-FFF2-40B4-BE49-F238E27FC236}">
                          <a16:creationId xmlns:a16="http://schemas.microsoft.com/office/drawing/2014/main" id="{C6DAFBEA-22F9-686F-DFEE-A846B351A80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2" name="Freeform 1086">
                      <a:extLst>
                        <a:ext uri="{FF2B5EF4-FFF2-40B4-BE49-F238E27FC236}">
                          <a16:creationId xmlns:a16="http://schemas.microsoft.com/office/drawing/2014/main" id="{C30669D8-4F11-2442-8432-07B71421356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3" name="Freeform 1087">
                      <a:extLst>
                        <a:ext uri="{FF2B5EF4-FFF2-40B4-BE49-F238E27FC236}">
                          <a16:creationId xmlns:a16="http://schemas.microsoft.com/office/drawing/2014/main" id="{11C00AB3-3DFC-CD9D-0B98-74F1F07CD17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24" name="Straight Connector 523">
                      <a:extLst>
                        <a:ext uri="{FF2B5EF4-FFF2-40B4-BE49-F238E27FC236}">
                          <a16:creationId xmlns:a16="http://schemas.microsoft.com/office/drawing/2014/main" id="{5AA84EDB-C8B8-DD03-012E-88621CE6752E}"/>
                        </a:ext>
                      </a:extLst>
                    </p:cNvPr>
                    <p:cNvCxnSpPr>
                      <a:endCxn id="51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25" name="Straight Connector 524">
                      <a:extLst>
                        <a:ext uri="{FF2B5EF4-FFF2-40B4-BE49-F238E27FC236}">
                          <a16:creationId xmlns:a16="http://schemas.microsoft.com/office/drawing/2014/main" id="{0E968071-20D7-89B4-10EA-F918C8CADF0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14" name="Group 513">
                    <a:extLst>
                      <a:ext uri="{FF2B5EF4-FFF2-40B4-BE49-F238E27FC236}">
                        <a16:creationId xmlns:a16="http://schemas.microsoft.com/office/drawing/2014/main" id="{1E1D3FFD-7B18-20E7-29E2-18D8E66973A6}"/>
                      </a:ext>
                    </a:extLst>
                  </p:cNvPr>
                  <p:cNvGrpSpPr/>
                  <p:nvPr/>
                </p:nvGrpSpPr>
                <p:grpSpPr>
                  <a:xfrm>
                    <a:off x="1770362" y="2873352"/>
                    <a:ext cx="441422" cy="369332"/>
                    <a:chOff x="667045" y="1708643"/>
                    <a:chExt cx="441422" cy="369332"/>
                  </a:xfrm>
                </p:grpSpPr>
                <p:sp>
                  <p:nvSpPr>
                    <p:cNvPr id="515" name="Oval 514">
                      <a:extLst>
                        <a:ext uri="{FF2B5EF4-FFF2-40B4-BE49-F238E27FC236}">
                          <a16:creationId xmlns:a16="http://schemas.microsoft.com/office/drawing/2014/main" id="{2D1177DA-5270-34FD-EB9C-ADF00F9D59BF}"/>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6" name="TextBox 515">
                      <a:extLst>
                        <a:ext uri="{FF2B5EF4-FFF2-40B4-BE49-F238E27FC236}">
                          <a16:creationId xmlns:a16="http://schemas.microsoft.com/office/drawing/2014/main" id="{E531C34C-0499-69E4-9327-1F37F6B800C4}"/>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465" name="Group 464">
                  <a:extLst>
                    <a:ext uri="{FF2B5EF4-FFF2-40B4-BE49-F238E27FC236}">
                      <a16:creationId xmlns:a16="http://schemas.microsoft.com/office/drawing/2014/main" id="{6ADF8825-2BA5-025F-64F7-6F9F4184F0CF}"/>
                    </a:ext>
                  </a:extLst>
                </p:cNvPr>
                <p:cNvGrpSpPr/>
                <p:nvPr/>
              </p:nvGrpSpPr>
              <p:grpSpPr>
                <a:xfrm>
                  <a:off x="1740320" y="4094669"/>
                  <a:ext cx="565150" cy="369332"/>
                  <a:chOff x="1736090" y="2873352"/>
                  <a:chExt cx="565150" cy="369332"/>
                </a:xfrm>
              </p:grpSpPr>
              <p:grpSp>
                <p:nvGrpSpPr>
                  <p:cNvPr id="499" name="Group 327">
                    <a:extLst>
                      <a:ext uri="{FF2B5EF4-FFF2-40B4-BE49-F238E27FC236}">
                        <a16:creationId xmlns:a16="http://schemas.microsoft.com/office/drawing/2014/main" id="{EFAFA0C7-F56B-74D1-D683-1C86BE892D74}"/>
                      </a:ext>
                    </a:extLst>
                  </p:cNvPr>
                  <p:cNvGrpSpPr>
                    <a:grpSpLocks/>
                  </p:cNvGrpSpPr>
                  <p:nvPr/>
                </p:nvGrpSpPr>
                <p:grpSpPr bwMode="auto">
                  <a:xfrm>
                    <a:off x="1736090" y="2893762"/>
                    <a:ext cx="565150" cy="292100"/>
                    <a:chOff x="1871277" y="1576300"/>
                    <a:chExt cx="1128371" cy="437861"/>
                  </a:xfrm>
                </p:grpSpPr>
                <p:sp>
                  <p:nvSpPr>
                    <p:cNvPr id="503" name="Oval 502">
                      <a:extLst>
                        <a:ext uri="{FF2B5EF4-FFF2-40B4-BE49-F238E27FC236}">
                          <a16:creationId xmlns:a16="http://schemas.microsoft.com/office/drawing/2014/main" id="{827F1FF7-6292-DE64-A863-B0CBD06E107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4" name="Rectangle 503">
                      <a:extLst>
                        <a:ext uri="{FF2B5EF4-FFF2-40B4-BE49-F238E27FC236}">
                          <a16:creationId xmlns:a16="http://schemas.microsoft.com/office/drawing/2014/main" id="{E19653AB-FA6A-79E8-3A1E-B09E109146F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5" name="Oval 504">
                      <a:extLst>
                        <a:ext uri="{FF2B5EF4-FFF2-40B4-BE49-F238E27FC236}">
                          <a16:creationId xmlns:a16="http://schemas.microsoft.com/office/drawing/2014/main" id="{BD8107CF-6036-BD4C-9FAD-AB9B7C6241C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6" name="Freeform 1071">
                      <a:extLst>
                        <a:ext uri="{FF2B5EF4-FFF2-40B4-BE49-F238E27FC236}">
                          <a16:creationId xmlns:a16="http://schemas.microsoft.com/office/drawing/2014/main" id="{A9A74439-023D-D0C2-0D3D-6D6C7664BC4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7" name="Freeform 1072">
                      <a:extLst>
                        <a:ext uri="{FF2B5EF4-FFF2-40B4-BE49-F238E27FC236}">
                          <a16:creationId xmlns:a16="http://schemas.microsoft.com/office/drawing/2014/main" id="{2017143A-E631-C888-23D5-F3E80701581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8" name="Freeform 1073">
                      <a:extLst>
                        <a:ext uri="{FF2B5EF4-FFF2-40B4-BE49-F238E27FC236}">
                          <a16:creationId xmlns:a16="http://schemas.microsoft.com/office/drawing/2014/main" id="{2E59F098-6DFA-D9E7-0815-41022248442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0" name="Freeform 1074">
                      <a:extLst>
                        <a:ext uri="{FF2B5EF4-FFF2-40B4-BE49-F238E27FC236}">
                          <a16:creationId xmlns:a16="http://schemas.microsoft.com/office/drawing/2014/main" id="{76750A77-48C5-0407-6E3C-949D0EBD192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11" name="Straight Connector 510">
                      <a:extLst>
                        <a:ext uri="{FF2B5EF4-FFF2-40B4-BE49-F238E27FC236}">
                          <a16:creationId xmlns:a16="http://schemas.microsoft.com/office/drawing/2014/main" id="{ECED1507-48CE-1B25-E1D7-7D9AE2625FFE}"/>
                        </a:ext>
                      </a:extLst>
                    </p:cNvPr>
                    <p:cNvCxnSpPr>
                      <a:endCxn id="50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12" name="Straight Connector 511">
                      <a:extLst>
                        <a:ext uri="{FF2B5EF4-FFF2-40B4-BE49-F238E27FC236}">
                          <a16:creationId xmlns:a16="http://schemas.microsoft.com/office/drawing/2014/main" id="{09D339BE-A2B4-BCC4-1611-D0FFA68EA38D}"/>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00" name="Group 499">
                    <a:extLst>
                      <a:ext uri="{FF2B5EF4-FFF2-40B4-BE49-F238E27FC236}">
                        <a16:creationId xmlns:a16="http://schemas.microsoft.com/office/drawing/2014/main" id="{DBEC3D02-9825-D4E8-3C5A-CAFF8D414619}"/>
                      </a:ext>
                    </a:extLst>
                  </p:cNvPr>
                  <p:cNvGrpSpPr/>
                  <p:nvPr/>
                </p:nvGrpSpPr>
                <p:grpSpPr>
                  <a:xfrm>
                    <a:off x="1770362" y="2873352"/>
                    <a:ext cx="441422" cy="369332"/>
                    <a:chOff x="667045" y="1708643"/>
                    <a:chExt cx="441422" cy="369332"/>
                  </a:xfrm>
                </p:grpSpPr>
                <p:sp>
                  <p:nvSpPr>
                    <p:cNvPr id="501" name="Oval 500">
                      <a:extLst>
                        <a:ext uri="{FF2B5EF4-FFF2-40B4-BE49-F238E27FC236}">
                          <a16:creationId xmlns:a16="http://schemas.microsoft.com/office/drawing/2014/main" id="{A9A0A769-D835-61FB-AFA9-EA172FD01E15}"/>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2" name="TextBox 501">
                      <a:extLst>
                        <a:ext uri="{FF2B5EF4-FFF2-40B4-BE49-F238E27FC236}">
                          <a16:creationId xmlns:a16="http://schemas.microsoft.com/office/drawing/2014/main" id="{9828DC26-A090-07E0-0CE8-A1FB3010867E}"/>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466" name="Group 465">
                  <a:extLst>
                    <a:ext uri="{FF2B5EF4-FFF2-40B4-BE49-F238E27FC236}">
                      <a16:creationId xmlns:a16="http://schemas.microsoft.com/office/drawing/2014/main" id="{1C5F5B6C-B1E1-F551-3C56-B535CCA16CE2}"/>
                    </a:ext>
                  </a:extLst>
                </p:cNvPr>
                <p:cNvGrpSpPr/>
                <p:nvPr/>
              </p:nvGrpSpPr>
              <p:grpSpPr>
                <a:xfrm>
                  <a:off x="2601806" y="3485072"/>
                  <a:ext cx="565150" cy="369332"/>
                  <a:chOff x="1736090" y="2873352"/>
                  <a:chExt cx="565150" cy="369332"/>
                </a:xfrm>
              </p:grpSpPr>
              <p:grpSp>
                <p:nvGrpSpPr>
                  <p:cNvPr id="486" name="Group 327">
                    <a:extLst>
                      <a:ext uri="{FF2B5EF4-FFF2-40B4-BE49-F238E27FC236}">
                        <a16:creationId xmlns:a16="http://schemas.microsoft.com/office/drawing/2014/main" id="{613073C8-53EB-AA14-6A78-F42BF448EFC8}"/>
                      </a:ext>
                    </a:extLst>
                  </p:cNvPr>
                  <p:cNvGrpSpPr>
                    <a:grpSpLocks/>
                  </p:cNvGrpSpPr>
                  <p:nvPr/>
                </p:nvGrpSpPr>
                <p:grpSpPr bwMode="auto">
                  <a:xfrm>
                    <a:off x="1736090" y="2893762"/>
                    <a:ext cx="565150" cy="292100"/>
                    <a:chOff x="1871277" y="1576300"/>
                    <a:chExt cx="1128371" cy="437861"/>
                  </a:xfrm>
                </p:grpSpPr>
                <p:sp>
                  <p:nvSpPr>
                    <p:cNvPr id="490" name="Oval 489">
                      <a:extLst>
                        <a:ext uri="{FF2B5EF4-FFF2-40B4-BE49-F238E27FC236}">
                          <a16:creationId xmlns:a16="http://schemas.microsoft.com/office/drawing/2014/main" id="{BFEFCD66-4CBE-79CB-A729-09552C981A65}"/>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1" name="Rectangle 490">
                      <a:extLst>
                        <a:ext uri="{FF2B5EF4-FFF2-40B4-BE49-F238E27FC236}">
                          <a16:creationId xmlns:a16="http://schemas.microsoft.com/office/drawing/2014/main" id="{045A76D1-2C8B-4FB2-BE5D-13AC77053F61}"/>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2" name="Oval 491">
                      <a:extLst>
                        <a:ext uri="{FF2B5EF4-FFF2-40B4-BE49-F238E27FC236}">
                          <a16:creationId xmlns:a16="http://schemas.microsoft.com/office/drawing/2014/main" id="{06284B77-81E6-2CA8-6D68-62C6D54A897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3" name="Freeform 1058">
                      <a:extLst>
                        <a:ext uri="{FF2B5EF4-FFF2-40B4-BE49-F238E27FC236}">
                          <a16:creationId xmlns:a16="http://schemas.microsoft.com/office/drawing/2014/main" id="{0443C268-303B-53E9-5CF3-32815A35B64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4" name="Freeform 1059">
                      <a:extLst>
                        <a:ext uri="{FF2B5EF4-FFF2-40B4-BE49-F238E27FC236}">
                          <a16:creationId xmlns:a16="http://schemas.microsoft.com/office/drawing/2014/main" id="{56B909A2-6B45-677B-EED4-576B934F8A5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5" name="Freeform 1060">
                      <a:extLst>
                        <a:ext uri="{FF2B5EF4-FFF2-40B4-BE49-F238E27FC236}">
                          <a16:creationId xmlns:a16="http://schemas.microsoft.com/office/drawing/2014/main" id="{0DCECFD6-75FA-A417-F37A-677E37D2F6C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6" name="Freeform 1061">
                      <a:extLst>
                        <a:ext uri="{FF2B5EF4-FFF2-40B4-BE49-F238E27FC236}">
                          <a16:creationId xmlns:a16="http://schemas.microsoft.com/office/drawing/2014/main" id="{47C749B8-0B4B-F221-1B17-65C3C353C5F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97" name="Straight Connector 496">
                      <a:extLst>
                        <a:ext uri="{FF2B5EF4-FFF2-40B4-BE49-F238E27FC236}">
                          <a16:creationId xmlns:a16="http://schemas.microsoft.com/office/drawing/2014/main" id="{D67636D0-708B-7C00-DA37-D46C199CF7F6}"/>
                        </a:ext>
                      </a:extLst>
                    </p:cNvPr>
                    <p:cNvCxnSpPr>
                      <a:endCxn id="49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98" name="Straight Connector 497">
                      <a:extLst>
                        <a:ext uri="{FF2B5EF4-FFF2-40B4-BE49-F238E27FC236}">
                          <a16:creationId xmlns:a16="http://schemas.microsoft.com/office/drawing/2014/main" id="{7D919874-A613-8D8F-A9E0-F01BA58F953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87" name="Group 486">
                    <a:extLst>
                      <a:ext uri="{FF2B5EF4-FFF2-40B4-BE49-F238E27FC236}">
                        <a16:creationId xmlns:a16="http://schemas.microsoft.com/office/drawing/2014/main" id="{BA3E527C-5B8F-173C-C20A-58A5EB340ADB}"/>
                      </a:ext>
                    </a:extLst>
                  </p:cNvPr>
                  <p:cNvGrpSpPr/>
                  <p:nvPr/>
                </p:nvGrpSpPr>
                <p:grpSpPr>
                  <a:xfrm>
                    <a:off x="1770362" y="2873352"/>
                    <a:ext cx="428460" cy="369332"/>
                    <a:chOff x="667045" y="1708643"/>
                    <a:chExt cx="428460" cy="369332"/>
                  </a:xfrm>
                </p:grpSpPr>
                <p:sp>
                  <p:nvSpPr>
                    <p:cNvPr id="488" name="Oval 487">
                      <a:extLst>
                        <a:ext uri="{FF2B5EF4-FFF2-40B4-BE49-F238E27FC236}">
                          <a16:creationId xmlns:a16="http://schemas.microsoft.com/office/drawing/2014/main" id="{C0C53C28-98AC-9FF4-7D79-60E8846A995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9" name="TextBox 488">
                      <a:extLst>
                        <a:ext uri="{FF2B5EF4-FFF2-40B4-BE49-F238E27FC236}">
                          <a16:creationId xmlns:a16="http://schemas.microsoft.com/office/drawing/2014/main" id="{9EB73181-737B-D160-376E-AD7A2D938E15}"/>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467" name="Group 466">
                  <a:extLst>
                    <a:ext uri="{FF2B5EF4-FFF2-40B4-BE49-F238E27FC236}">
                      <a16:creationId xmlns:a16="http://schemas.microsoft.com/office/drawing/2014/main" id="{BFAE3C50-5762-31C3-300B-6AB2AE9C367C}"/>
                    </a:ext>
                  </a:extLst>
                </p:cNvPr>
                <p:cNvGrpSpPr/>
                <p:nvPr/>
              </p:nvGrpSpPr>
              <p:grpSpPr>
                <a:xfrm>
                  <a:off x="833331" y="3478719"/>
                  <a:ext cx="565150" cy="369332"/>
                  <a:chOff x="1736090" y="2873352"/>
                  <a:chExt cx="565150" cy="369332"/>
                </a:xfrm>
              </p:grpSpPr>
              <p:grpSp>
                <p:nvGrpSpPr>
                  <p:cNvPr id="473" name="Group 327">
                    <a:extLst>
                      <a:ext uri="{FF2B5EF4-FFF2-40B4-BE49-F238E27FC236}">
                        <a16:creationId xmlns:a16="http://schemas.microsoft.com/office/drawing/2014/main" id="{C412339C-A0AE-DB61-FF77-12C8A9D51AFA}"/>
                      </a:ext>
                    </a:extLst>
                  </p:cNvPr>
                  <p:cNvGrpSpPr>
                    <a:grpSpLocks/>
                  </p:cNvGrpSpPr>
                  <p:nvPr/>
                </p:nvGrpSpPr>
                <p:grpSpPr bwMode="auto">
                  <a:xfrm>
                    <a:off x="1736090" y="2893762"/>
                    <a:ext cx="565150" cy="292100"/>
                    <a:chOff x="1871277" y="1576300"/>
                    <a:chExt cx="1128371" cy="437861"/>
                  </a:xfrm>
                </p:grpSpPr>
                <p:sp>
                  <p:nvSpPr>
                    <p:cNvPr id="477" name="Oval 476">
                      <a:extLst>
                        <a:ext uri="{FF2B5EF4-FFF2-40B4-BE49-F238E27FC236}">
                          <a16:creationId xmlns:a16="http://schemas.microsoft.com/office/drawing/2014/main" id="{C879D6CE-25D0-5FEA-38FD-92A173E665B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8" name="Rectangle 477">
                      <a:extLst>
                        <a:ext uri="{FF2B5EF4-FFF2-40B4-BE49-F238E27FC236}">
                          <a16:creationId xmlns:a16="http://schemas.microsoft.com/office/drawing/2014/main" id="{2881EBD6-238D-F45B-121E-69CD76F8F7E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9" name="Oval 478">
                      <a:extLst>
                        <a:ext uri="{FF2B5EF4-FFF2-40B4-BE49-F238E27FC236}">
                          <a16:creationId xmlns:a16="http://schemas.microsoft.com/office/drawing/2014/main" id="{AB74E00C-0DDC-41B4-3BC4-EEF62F2F9F7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0" name="Freeform 1045">
                      <a:extLst>
                        <a:ext uri="{FF2B5EF4-FFF2-40B4-BE49-F238E27FC236}">
                          <a16:creationId xmlns:a16="http://schemas.microsoft.com/office/drawing/2014/main" id="{7409A5B7-FFA8-204C-32F4-D51105FFD7C6}"/>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1" name="Freeform 1046">
                      <a:extLst>
                        <a:ext uri="{FF2B5EF4-FFF2-40B4-BE49-F238E27FC236}">
                          <a16:creationId xmlns:a16="http://schemas.microsoft.com/office/drawing/2014/main" id="{9015779B-43BC-BC28-8A2B-D25BCFEF98E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2" name="Freeform 1047">
                      <a:extLst>
                        <a:ext uri="{FF2B5EF4-FFF2-40B4-BE49-F238E27FC236}">
                          <a16:creationId xmlns:a16="http://schemas.microsoft.com/office/drawing/2014/main" id="{38B28A7A-5A51-2B5B-8C77-7DAB386B073D}"/>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3" name="Freeform 1048">
                      <a:extLst>
                        <a:ext uri="{FF2B5EF4-FFF2-40B4-BE49-F238E27FC236}">
                          <a16:creationId xmlns:a16="http://schemas.microsoft.com/office/drawing/2014/main" id="{2BE765CF-C0A9-EF33-EFA6-3CAB5596930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84" name="Straight Connector 483">
                      <a:extLst>
                        <a:ext uri="{FF2B5EF4-FFF2-40B4-BE49-F238E27FC236}">
                          <a16:creationId xmlns:a16="http://schemas.microsoft.com/office/drawing/2014/main" id="{37D0F23E-4B81-CBAD-B737-93696728DB43}"/>
                        </a:ext>
                      </a:extLst>
                    </p:cNvPr>
                    <p:cNvCxnSpPr>
                      <a:endCxn id="47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85" name="Straight Connector 484">
                      <a:extLst>
                        <a:ext uri="{FF2B5EF4-FFF2-40B4-BE49-F238E27FC236}">
                          <a16:creationId xmlns:a16="http://schemas.microsoft.com/office/drawing/2014/main" id="{D7904409-0A4C-7FD5-D0A4-A38F47E293E6}"/>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74" name="Group 473">
                    <a:extLst>
                      <a:ext uri="{FF2B5EF4-FFF2-40B4-BE49-F238E27FC236}">
                        <a16:creationId xmlns:a16="http://schemas.microsoft.com/office/drawing/2014/main" id="{571B775F-D752-E3FE-1223-9D2D8419F99C}"/>
                      </a:ext>
                    </a:extLst>
                  </p:cNvPr>
                  <p:cNvGrpSpPr/>
                  <p:nvPr/>
                </p:nvGrpSpPr>
                <p:grpSpPr>
                  <a:xfrm>
                    <a:off x="1770362" y="2873352"/>
                    <a:ext cx="441422" cy="369332"/>
                    <a:chOff x="667045" y="1708643"/>
                    <a:chExt cx="441422" cy="369332"/>
                  </a:xfrm>
                </p:grpSpPr>
                <p:sp>
                  <p:nvSpPr>
                    <p:cNvPr id="475" name="Oval 474">
                      <a:extLst>
                        <a:ext uri="{FF2B5EF4-FFF2-40B4-BE49-F238E27FC236}">
                          <a16:creationId xmlns:a16="http://schemas.microsoft.com/office/drawing/2014/main" id="{627D3B71-DB40-AA4F-1EE6-324839B76C82}"/>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6" name="TextBox 475">
                      <a:extLst>
                        <a:ext uri="{FF2B5EF4-FFF2-40B4-BE49-F238E27FC236}">
                          <a16:creationId xmlns:a16="http://schemas.microsoft.com/office/drawing/2014/main" id="{340AB9E1-5F93-A46D-099D-88D9EA19332F}"/>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468" name="Straight Connector 467">
                  <a:extLst>
                    <a:ext uri="{FF2B5EF4-FFF2-40B4-BE49-F238E27FC236}">
                      <a16:creationId xmlns:a16="http://schemas.microsoft.com/office/drawing/2014/main" id="{0EE68454-5E0C-6551-B6BB-0F555CC0C57E}"/>
                    </a:ext>
                  </a:extLst>
                </p:cNvPr>
                <p:cNvCxnSpPr>
                  <a:stCxn id="516" idx="2"/>
                  <a:endCxn id="502"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69" name="Straight Connector 468">
                  <a:extLst>
                    <a:ext uri="{FF2B5EF4-FFF2-40B4-BE49-F238E27FC236}">
                      <a16:creationId xmlns:a16="http://schemas.microsoft.com/office/drawing/2014/main" id="{7FF32412-63AB-AEB2-5950-5F9A1099512F}"/>
                    </a:ext>
                  </a:extLst>
                </p:cNvPr>
                <p:cNvCxnSpPr/>
                <p:nvPr/>
              </p:nvCxnSpPr>
              <p:spPr bwMode="auto">
                <a:xfrm>
                  <a:off x="1407477" y="3648621"/>
                  <a:ext cx="1204913" cy="635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0" name="Straight Connector 469">
                  <a:extLst>
                    <a:ext uri="{FF2B5EF4-FFF2-40B4-BE49-F238E27FC236}">
                      <a16:creationId xmlns:a16="http://schemas.microsoft.com/office/drawing/2014/main" id="{5AC4EDCE-CC85-2364-DA28-258305DA8128}"/>
                    </a:ext>
                  </a:extLst>
                </p:cNvPr>
                <p:cNvCxnSpPr>
                  <a:stCxn id="517"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1" name="Straight Connector 470">
                  <a:extLst>
                    <a:ext uri="{FF2B5EF4-FFF2-40B4-BE49-F238E27FC236}">
                      <a16:creationId xmlns:a16="http://schemas.microsoft.com/office/drawing/2014/main" id="{892432A5-874A-7BDE-1C10-1016A1C3C3F8}"/>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2" name="Straight Connector 471">
                  <a:extLst>
                    <a:ext uri="{FF2B5EF4-FFF2-40B4-BE49-F238E27FC236}">
                      <a16:creationId xmlns:a16="http://schemas.microsoft.com/office/drawing/2014/main" id="{25719DCC-FED8-F44E-72CA-F0D64809E8DC}"/>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463" name="TextBox 462">
                <a:extLst>
                  <a:ext uri="{FF2B5EF4-FFF2-40B4-BE49-F238E27FC236}">
                    <a16:creationId xmlns:a16="http://schemas.microsoft.com/office/drawing/2014/main" id="{EC4316EB-81CA-018D-EE36-574EE92381BC}"/>
                  </a:ext>
                </a:extLst>
              </p:cNvPr>
              <p:cNvSpPr txBox="1"/>
              <p:nvPr/>
            </p:nvSpPr>
            <p:spPr>
              <a:xfrm>
                <a:off x="8136838" y="373578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grpSp>
      </p:grpSp>
      <p:grpSp>
        <p:nvGrpSpPr>
          <p:cNvPr id="526" name="Group 525">
            <a:extLst>
              <a:ext uri="{FF2B5EF4-FFF2-40B4-BE49-F238E27FC236}">
                <a16:creationId xmlns:a16="http://schemas.microsoft.com/office/drawing/2014/main" id="{4CFFA696-B721-2919-D0CD-18EE4C3DF0DF}"/>
              </a:ext>
            </a:extLst>
          </p:cNvPr>
          <p:cNvGrpSpPr/>
          <p:nvPr/>
        </p:nvGrpSpPr>
        <p:grpSpPr>
          <a:xfrm>
            <a:off x="1312253" y="3996553"/>
            <a:ext cx="3338187" cy="1719017"/>
            <a:chOff x="1426553" y="4136253"/>
            <a:chExt cx="3338187" cy="1719017"/>
          </a:xfrm>
        </p:grpSpPr>
        <p:grpSp>
          <p:nvGrpSpPr>
            <p:cNvPr id="527" name="Group 526">
              <a:extLst>
                <a:ext uri="{FF2B5EF4-FFF2-40B4-BE49-F238E27FC236}">
                  <a16:creationId xmlns:a16="http://schemas.microsoft.com/office/drawing/2014/main" id="{49553D27-F4EF-B0D9-C1F4-E20B53F85B89}"/>
                </a:ext>
              </a:extLst>
            </p:cNvPr>
            <p:cNvGrpSpPr/>
            <p:nvPr/>
          </p:nvGrpSpPr>
          <p:grpSpPr>
            <a:xfrm>
              <a:off x="1426553" y="4136253"/>
              <a:ext cx="2557336" cy="1719017"/>
              <a:chOff x="-2170772" y="2784954"/>
              <a:chExt cx="2712783" cy="1853712"/>
            </a:xfrm>
          </p:grpSpPr>
          <p:sp>
            <p:nvSpPr>
              <p:cNvPr id="530" name="Freeform 2">
                <a:extLst>
                  <a:ext uri="{FF2B5EF4-FFF2-40B4-BE49-F238E27FC236}">
                    <a16:creationId xmlns:a16="http://schemas.microsoft.com/office/drawing/2014/main" id="{00E87D87-E5D4-4B0D-4590-1465679C87CC}"/>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1" name="Group 530">
                <a:extLst>
                  <a:ext uri="{FF2B5EF4-FFF2-40B4-BE49-F238E27FC236}">
                    <a16:creationId xmlns:a16="http://schemas.microsoft.com/office/drawing/2014/main" id="{193A8AE7-5248-6667-6F7A-C7B7B027F722}"/>
                  </a:ext>
                </a:extLst>
              </p:cNvPr>
              <p:cNvGrpSpPr/>
              <p:nvPr/>
            </p:nvGrpSpPr>
            <p:grpSpPr>
              <a:xfrm>
                <a:off x="-1935370" y="2935816"/>
                <a:ext cx="2333625" cy="1590649"/>
                <a:chOff x="833331" y="2873352"/>
                <a:chExt cx="2333625" cy="1590649"/>
              </a:xfrm>
            </p:grpSpPr>
            <p:grpSp>
              <p:nvGrpSpPr>
                <p:cNvPr id="532" name="Group 531">
                  <a:extLst>
                    <a:ext uri="{FF2B5EF4-FFF2-40B4-BE49-F238E27FC236}">
                      <a16:creationId xmlns:a16="http://schemas.microsoft.com/office/drawing/2014/main" id="{63D16E18-0202-6D2A-86F1-A60129530490}"/>
                    </a:ext>
                  </a:extLst>
                </p:cNvPr>
                <p:cNvGrpSpPr/>
                <p:nvPr/>
              </p:nvGrpSpPr>
              <p:grpSpPr>
                <a:xfrm>
                  <a:off x="1736090" y="2873352"/>
                  <a:ext cx="565150" cy="369332"/>
                  <a:chOff x="1736090" y="2873352"/>
                  <a:chExt cx="565150" cy="369332"/>
                </a:xfrm>
              </p:grpSpPr>
              <p:grpSp>
                <p:nvGrpSpPr>
                  <p:cNvPr id="579" name="Group 327">
                    <a:extLst>
                      <a:ext uri="{FF2B5EF4-FFF2-40B4-BE49-F238E27FC236}">
                        <a16:creationId xmlns:a16="http://schemas.microsoft.com/office/drawing/2014/main" id="{00563508-1800-BEDB-94EF-2A436A8B0B9D}"/>
                      </a:ext>
                    </a:extLst>
                  </p:cNvPr>
                  <p:cNvGrpSpPr>
                    <a:grpSpLocks/>
                  </p:cNvGrpSpPr>
                  <p:nvPr/>
                </p:nvGrpSpPr>
                <p:grpSpPr bwMode="auto">
                  <a:xfrm>
                    <a:off x="1736090" y="2893762"/>
                    <a:ext cx="565150" cy="292100"/>
                    <a:chOff x="1871277" y="1576300"/>
                    <a:chExt cx="1128371" cy="437861"/>
                  </a:xfrm>
                </p:grpSpPr>
                <p:sp>
                  <p:nvSpPr>
                    <p:cNvPr id="583" name="Oval 582">
                      <a:extLst>
                        <a:ext uri="{FF2B5EF4-FFF2-40B4-BE49-F238E27FC236}">
                          <a16:creationId xmlns:a16="http://schemas.microsoft.com/office/drawing/2014/main" id="{FE73AA34-5512-9255-A30F-F772D4445C62}"/>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4" name="Rectangle 583">
                      <a:extLst>
                        <a:ext uri="{FF2B5EF4-FFF2-40B4-BE49-F238E27FC236}">
                          <a16:creationId xmlns:a16="http://schemas.microsoft.com/office/drawing/2014/main" id="{66E75332-3878-EA7E-86CB-E00320E1E62C}"/>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5" name="Oval 584">
                      <a:extLst>
                        <a:ext uri="{FF2B5EF4-FFF2-40B4-BE49-F238E27FC236}">
                          <a16:creationId xmlns:a16="http://schemas.microsoft.com/office/drawing/2014/main" id="{0331A291-B140-C491-EA70-4ED75003EF05}"/>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6" name="Freeform 955">
                      <a:extLst>
                        <a:ext uri="{FF2B5EF4-FFF2-40B4-BE49-F238E27FC236}">
                          <a16:creationId xmlns:a16="http://schemas.microsoft.com/office/drawing/2014/main" id="{F8CD479F-CD8B-872F-78E2-02A0BEACCB0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7" name="Freeform 956">
                      <a:extLst>
                        <a:ext uri="{FF2B5EF4-FFF2-40B4-BE49-F238E27FC236}">
                          <a16:creationId xmlns:a16="http://schemas.microsoft.com/office/drawing/2014/main" id="{00D7C7EC-D055-1E26-C284-CC91CBCCBAD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8" name="Freeform 957">
                      <a:extLst>
                        <a:ext uri="{FF2B5EF4-FFF2-40B4-BE49-F238E27FC236}">
                          <a16:creationId xmlns:a16="http://schemas.microsoft.com/office/drawing/2014/main" id="{9642FEF4-7D49-3B25-8E49-2AD2FAFA0BC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9" name="Freeform 958">
                      <a:extLst>
                        <a:ext uri="{FF2B5EF4-FFF2-40B4-BE49-F238E27FC236}">
                          <a16:creationId xmlns:a16="http://schemas.microsoft.com/office/drawing/2014/main" id="{6EA4509B-8403-5671-F57F-1F763B102FD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90" name="Straight Connector 589">
                      <a:extLst>
                        <a:ext uri="{FF2B5EF4-FFF2-40B4-BE49-F238E27FC236}">
                          <a16:creationId xmlns:a16="http://schemas.microsoft.com/office/drawing/2014/main" id="{E49F7A30-5CAB-D745-2764-0A8E78CAAE74}"/>
                        </a:ext>
                      </a:extLst>
                    </p:cNvPr>
                    <p:cNvCxnSpPr>
                      <a:endCxn id="58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91" name="Straight Connector 590">
                      <a:extLst>
                        <a:ext uri="{FF2B5EF4-FFF2-40B4-BE49-F238E27FC236}">
                          <a16:creationId xmlns:a16="http://schemas.microsoft.com/office/drawing/2014/main" id="{F1AAE865-5F87-E96F-C76F-C76EA4B4C62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80" name="Group 579">
                    <a:extLst>
                      <a:ext uri="{FF2B5EF4-FFF2-40B4-BE49-F238E27FC236}">
                        <a16:creationId xmlns:a16="http://schemas.microsoft.com/office/drawing/2014/main" id="{BFA4B6FC-D996-30B1-8FB9-4D72FA2FBBA7}"/>
                      </a:ext>
                    </a:extLst>
                  </p:cNvPr>
                  <p:cNvGrpSpPr/>
                  <p:nvPr/>
                </p:nvGrpSpPr>
                <p:grpSpPr>
                  <a:xfrm>
                    <a:off x="1770362" y="2873352"/>
                    <a:ext cx="441422" cy="369332"/>
                    <a:chOff x="667045" y="1708643"/>
                    <a:chExt cx="441422" cy="369332"/>
                  </a:xfrm>
                </p:grpSpPr>
                <p:sp>
                  <p:nvSpPr>
                    <p:cNvPr id="581" name="Oval 580">
                      <a:extLst>
                        <a:ext uri="{FF2B5EF4-FFF2-40B4-BE49-F238E27FC236}">
                          <a16:creationId xmlns:a16="http://schemas.microsoft.com/office/drawing/2014/main" id="{E617AE86-F239-11A6-E9AF-3684FD9F675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2" name="TextBox 581">
                      <a:extLst>
                        <a:ext uri="{FF2B5EF4-FFF2-40B4-BE49-F238E27FC236}">
                          <a16:creationId xmlns:a16="http://schemas.microsoft.com/office/drawing/2014/main" id="{B3F79BE3-AA11-6BA6-17C2-FB526055CD43}"/>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533" name="Group 532">
                  <a:extLst>
                    <a:ext uri="{FF2B5EF4-FFF2-40B4-BE49-F238E27FC236}">
                      <a16:creationId xmlns:a16="http://schemas.microsoft.com/office/drawing/2014/main" id="{74F8C2D0-7D6E-E065-471A-89A9F867F0B3}"/>
                    </a:ext>
                  </a:extLst>
                </p:cNvPr>
                <p:cNvGrpSpPr/>
                <p:nvPr/>
              </p:nvGrpSpPr>
              <p:grpSpPr>
                <a:xfrm>
                  <a:off x="1740320" y="4094669"/>
                  <a:ext cx="565150" cy="369332"/>
                  <a:chOff x="1736090" y="2873352"/>
                  <a:chExt cx="565150" cy="369332"/>
                </a:xfrm>
              </p:grpSpPr>
              <p:grpSp>
                <p:nvGrpSpPr>
                  <p:cNvPr id="566" name="Group 327">
                    <a:extLst>
                      <a:ext uri="{FF2B5EF4-FFF2-40B4-BE49-F238E27FC236}">
                        <a16:creationId xmlns:a16="http://schemas.microsoft.com/office/drawing/2014/main" id="{365C98C3-9638-3E8B-ACA2-7B7296EB0D65}"/>
                      </a:ext>
                    </a:extLst>
                  </p:cNvPr>
                  <p:cNvGrpSpPr>
                    <a:grpSpLocks/>
                  </p:cNvGrpSpPr>
                  <p:nvPr/>
                </p:nvGrpSpPr>
                <p:grpSpPr bwMode="auto">
                  <a:xfrm>
                    <a:off x="1736090" y="2893762"/>
                    <a:ext cx="565150" cy="292100"/>
                    <a:chOff x="1871277" y="1576300"/>
                    <a:chExt cx="1128371" cy="437861"/>
                  </a:xfrm>
                </p:grpSpPr>
                <p:sp>
                  <p:nvSpPr>
                    <p:cNvPr id="570" name="Oval 569">
                      <a:extLst>
                        <a:ext uri="{FF2B5EF4-FFF2-40B4-BE49-F238E27FC236}">
                          <a16:creationId xmlns:a16="http://schemas.microsoft.com/office/drawing/2014/main" id="{6634D7D3-1B3A-A547-9F6A-75D315C47E3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71" name="Rectangle 570">
                      <a:extLst>
                        <a:ext uri="{FF2B5EF4-FFF2-40B4-BE49-F238E27FC236}">
                          <a16:creationId xmlns:a16="http://schemas.microsoft.com/office/drawing/2014/main" id="{42CB82D8-74D0-718F-D70B-FA3F24A8DCD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2" name="Oval 571">
                      <a:extLst>
                        <a:ext uri="{FF2B5EF4-FFF2-40B4-BE49-F238E27FC236}">
                          <a16:creationId xmlns:a16="http://schemas.microsoft.com/office/drawing/2014/main" id="{3ED4713C-C56A-D5C7-210B-EA859245DC3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73" name="Freeform 942">
                      <a:extLst>
                        <a:ext uri="{FF2B5EF4-FFF2-40B4-BE49-F238E27FC236}">
                          <a16:creationId xmlns:a16="http://schemas.microsoft.com/office/drawing/2014/main" id="{8D471F49-8BD1-7E76-7D6B-98AEDDBFA2A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4" name="Freeform 943">
                      <a:extLst>
                        <a:ext uri="{FF2B5EF4-FFF2-40B4-BE49-F238E27FC236}">
                          <a16:creationId xmlns:a16="http://schemas.microsoft.com/office/drawing/2014/main" id="{9FB7AFD5-0688-1908-34E3-71060269CD7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5" name="Freeform 944">
                      <a:extLst>
                        <a:ext uri="{FF2B5EF4-FFF2-40B4-BE49-F238E27FC236}">
                          <a16:creationId xmlns:a16="http://schemas.microsoft.com/office/drawing/2014/main" id="{E740FCF8-6659-6B53-7BBC-89652074F09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6" name="Freeform 945">
                      <a:extLst>
                        <a:ext uri="{FF2B5EF4-FFF2-40B4-BE49-F238E27FC236}">
                          <a16:creationId xmlns:a16="http://schemas.microsoft.com/office/drawing/2014/main" id="{A6FCD6AD-E466-82B9-B61E-AEA9204841E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77" name="Straight Connector 576">
                      <a:extLst>
                        <a:ext uri="{FF2B5EF4-FFF2-40B4-BE49-F238E27FC236}">
                          <a16:creationId xmlns:a16="http://schemas.microsoft.com/office/drawing/2014/main" id="{7679A33A-DD73-29FC-70BD-99B8615DACC0}"/>
                        </a:ext>
                      </a:extLst>
                    </p:cNvPr>
                    <p:cNvCxnSpPr>
                      <a:endCxn id="57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78" name="Straight Connector 577">
                      <a:extLst>
                        <a:ext uri="{FF2B5EF4-FFF2-40B4-BE49-F238E27FC236}">
                          <a16:creationId xmlns:a16="http://schemas.microsoft.com/office/drawing/2014/main" id="{E48142DF-2D88-1D05-0233-045DAA9BA35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67" name="Group 566">
                    <a:extLst>
                      <a:ext uri="{FF2B5EF4-FFF2-40B4-BE49-F238E27FC236}">
                        <a16:creationId xmlns:a16="http://schemas.microsoft.com/office/drawing/2014/main" id="{1D3BAB23-FBFA-BE40-A20C-D9CD722E70E2}"/>
                      </a:ext>
                    </a:extLst>
                  </p:cNvPr>
                  <p:cNvGrpSpPr/>
                  <p:nvPr/>
                </p:nvGrpSpPr>
                <p:grpSpPr>
                  <a:xfrm>
                    <a:off x="1770362" y="2873352"/>
                    <a:ext cx="441422" cy="369332"/>
                    <a:chOff x="667045" y="1708643"/>
                    <a:chExt cx="441422" cy="369332"/>
                  </a:xfrm>
                </p:grpSpPr>
                <p:sp>
                  <p:nvSpPr>
                    <p:cNvPr id="568" name="Oval 567">
                      <a:extLst>
                        <a:ext uri="{FF2B5EF4-FFF2-40B4-BE49-F238E27FC236}">
                          <a16:creationId xmlns:a16="http://schemas.microsoft.com/office/drawing/2014/main" id="{F43F7020-CE16-2573-3A55-667479379B1D}"/>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9" name="TextBox 568">
                      <a:extLst>
                        <a:ext uri="{FF2B5EF4-FFF2-40B4-BE49-F238E27FC236}">
                          <a16:creationId xmlns:a16="http://schemas.microsoft.com/office/drawing/2014/main" id="{9FD3CB59-2C6D-8ABA-35B9-D8B3FC81B862}"/>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534" name="Group 533">
                  <a:extLst>
                    <a:ext uri="{FF2B5EF4-FFF2-40B4-BE49-F238E27FC236}">
                      <a16:creationId xmlns:a16="http://schemas.microsoft.com/office/drawing/2014/main" id="{264245A3-DC01-9F2A-0E1E-1B54B33CB9FC}"/>
                    </a:ext>
                  </a:extLst>
                </p:cNvPr>
                <p:cNvGrpSpPr/>
                <p:nvPr/>
              </p:nvGrpSpPr>
              <p:grpSpPr>
                <a:xfrm>
                  <a:off x="2601806" y="3485072"/>
                  <a:ext cx="565150" cy="369332"/>
                  <a:chOff x="1736090" y="2873352"/>
                  <a:chExt cx="565150" cy="369332"/>
                </a:xfrm>
              </p:grpSpPr>
              <p:grpSp>
                <p:nvGrpSpPr>
                  <p:cNvPr id="553" name="Group 327">
                    <a:extLst>
                      <a:ext uri="{FF2B5EF4-FFF2-40B4-BE49-F238E27FC236}">
                        <a16:creationId xmlns:a16="http://schemas.microsoft.com/office/drawing/2014/main" id="{A67BEFC2-D1D2-F1F8-F8A8-9219E4CA9B34}"/>
                      </a:ext>
                    </a:extLst>
                  </p:cNvPr>
                  <p:cNvGrpSpPr>
                    <a:grpSpLocks/>
                  </p:cNvGrpSpPr>
                  <p:nvPr/>
                </p:nvGrpSpPr>
                <p:grpSpPr bwMode="auto">
                  <a:xfrm>
                    <a:off x="1736090" y="2893762"/>
                    <a:ext cx="565150" cy="292100"/>
                    <a:chOff x="1871277" y="1576300"/>
                    <a:chExt cx="1128371" cy="437861"/>
                  </a:xfrm>
                </p:grpSpPr>
                <p:sp>
                  <p:nvSpPr>
                    <p:cNvPr id="557" name="Oval 556">
                      <a:extLst>
                        <a:ext uri="{FF2B5EF4-FFF2-40B4-BE49-F238E27FC236}">
                          <a16:creationId xmlns:a16="http://schemas.microsoft.com/office/drawing/2014/main" id="{1275385C-D281-30C2-709E-A43271C5815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58" name="Rectangle 557">
                      <a:extLst>
                        <a:ext uri="{FF2B5EF4-FFF2-40B4-BE49-F238E27FC236}">
                          <a16:creationId xmlns:a16="http://schemas.microsoft.com/office/drawing/2014/main" id="{AC0CEAE2-035E-EF85-364B-255A07474596}"/>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9" name="Oval 558">
                      <a:extLst>
                        <a:ext uri="{FF2B5EF4-FFF2-40B4-BE49-F238E27FC236}">
                          <a16:creationId xmlns:a16="http://schemas.microsoft.com/office/drawing/2014/main" id="{D6D24D14-61D1-F39E-272F-1FCB3446CB16}"/>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0" name="Freeform 929">
                      <a:extLst>
                        <a:ext uri="{FF2B5EF4-FFF2-40B4-BE49-F238E27FC236}">
                          <a16:creationId xmlns:a16="http://schemas.microsoft.com/office/drawing/2014/main" id="{C724B55B-2160-6B57-D601-74B6526A8F5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1" name="Freeform 930">
                      <a:extLst>
                        <a:ext uri="{FF2B5EF4-FFF2-40B4-BE49-F238E27FC236}">
                          <a16:creationId xmlns:a16="http://schemas.microsoft.com/office/drawing/2014/main" id="{2E97EB39-DDB2-1F12-7100-EFD27F0A2D5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2" name="Freeform 931">
                      <a:extLst>
                        <a:ext uri="{FF2B5EF4-FFF2-40B4-BE49-F238E27FC236}">
                          <a16:creationId xmlns:a16="http://schemas.microsoft.com/office/drawing/2014/main" id="{D7ADF7D5-C33F-E528-9ABC-B24C7B32B24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3" name="Freeform 932">
                      <a:extLst>
                        <a:ext uri="{FF2B5EF4-FFF2-40B4-BE49-F238E27FC236}">
                          <a16:creationId xmlns:a16="http://schemas.microsoft.com/office/drawing/2014/main" id="{144FA30B-3051-FABC-E668-39C9E505D6D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64" name="Straight Connector 563">
                      <a:extLst>
                        <a:ext uri="{FF2B5EF4-FFF2-40B4-BE49-F238E27FC236}">
                          <a16:creationId xmlns:a16="http://schemas.microsoft.com/office/drawing/2014/main" id="{64A01908-46EE-F73B-007E-54C02B0246EF}"/>
                        </a:ext>
                      </a:extLst>
                    </p:cNvPr>
                    <p:cNvCxnSpPr>
                      <a:endCxn id="55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65" name="Straight Connector 564">
                      <a:extLst>
                        <a:ext uri="{FF2B5EF4-FFF2-40B4-BE49-F238E27FC236}">
                          <a16:creationId xmlns:a16="http://schemas.microsoft.com/office/drawing/2014/main" id="{27C88AEA-93BC-F1F2-B46C-8A1DA36F567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54" name="Group 553">
                    <a:extLst>
                      <a:ext uri="{FF2B5EF4-FFF2-40B4-BE49-F238E27FC236}">
                        <a16:creationId xmlns:a16="http://schemas.microsoft.com/office/drawing/2014/main" id="{16F73D4D-6615-0F1B-D7A9-A36433D4BF16}"/>
                      </a:ext>
                    </a:extLst>
                  </p:cNvPr>
                  <p:cNvGrpSpPr/>
                  <p:nvPr/>
                </p:nvGrpSpPr>
                <p:grpSpPr>
                  <a:xfrm>
                    <a:off x="1770362" y="2873352"/>
                    <a:ext cx="428460" cy="369332"/>
                    <a:chOff x="667045" y="1708643"/>
                    <a:chExt cx="428460" cy="369332"/>
                  </a:xfrm>
                </p:grpSpPr>
                <p:sp>
                  <p:nvSpPr>
                    <p:cNvPr id="555" name="Oval 554">
                      <a:extLst>
                        <a:ext uri="{FF2B5EF4-FFF2-40B4-BE49-F238E27FC236}">
                          <a16:creationId xmlns:a16="http://schemas.microsoft.com/office/drawing/2014/main" id="{282538D1-456F-3A88-2EB0-BE837AF96E3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6" name="TextBox 555">
                      <a:extLst>
                        <a:ext uri="{FF2B5EF4-FFF2-40B4-BE49-F238E27FC236}">
                          <a16:creationId xmlns:a16="http://schemas.microsoft.com/office/drawing/2014/main" id="{E82F6B33-4445-94C8-03B7-A444B879BF82}"/>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535" name="Group 534">
                  <a:extLst>
                    <a:ext uri="{FF2B5EF4-FFF2-40B4-BE49-F238E27FC236}">
                      <a16:creationId xmlns:a16="http://schemas.microsoft.com/office/drawing/2014/main" id="{866554F2-A3EE-BCC4-578B-7E8E7596301C}"/>
                    </a:ext>
                  </a:extLst>
                </p:cNvPr>
                <p:cNvGrpSpPr/>
                <p:nvPr/>
              </p:nvGrpSpPr>
              <p:grpSpPr>
                <a:xfrm>
                  <a:off x="833331" y="3478719"/>
                  <a:ext cx="565150" cy="369332"/>
                  <a:chOff x="1736090" y="2873352"/>
                  <a:chExt cx="565150" cy="369332"/>
                </a:xfrm>
              </p:grpSpPr>
              <p:grpSp>
                <p:nvGrpSpPr>
                  <p:cNvPr id="540" name="Group 327">
                    <a:extLst>
                      <a:ext uri="{FF2B5EF4-FFF2-40B4-BE49-F238E27FC236}">
                        <a16:creationId xmlns:a16="http://schemas.microsoft.com/office/drawing/2014/main" id="{9B9C7A42-6E49-98FA-2E9D-139A157402BD}"/>
                      </a:ext>
                    </a:extLst>
                  </p:cNvPr>
                  <p:cNvGrpSpPr>
                    <a:grpSpLocks/>
                  </p:cNvGrpSpPr>
                  <p:nvPr/>
                </p:nvGrpSpPr>
                <p:grpSpPr bwMode="auto">
                  <a:xfrm>
                    <a:off x="1736090" y="2893762"/>
                    <a:ext cx="565150" cy="292100"/>
                    <a:chOff x="1871277" y="1576300"/>
                    <a:chExt cx="1128371" cy="437861"/>
                  </a:xfrm>
                </p:grpSpPr>
                <p:sp>
                  <p:nvSpPr>
                    <p:cNvPr id="544" name="Oval 543">
                      <a:extLst>
                        <a:ext uri="{FF2B5EF4-FFF2-40B4-BE49-F238E27FC236}">
                          <a16:creationId xmlns:a16="http://schemas.microsoft.com/office/drawing/2014/main" id="{B757AFF9-02DB-BE3C-5477-4E84FE73F88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5" name="Rectangle 544">
                      <a:extLst>
                        <a:ext uri="{FF2B5EF4-FFF2-40B4-BE49-F238E27FC236}">
                          <a16:creationId xmlns:a16="http://schemas.microsoft.com/office/drawing/2014/main" id="{99BA8EDC-A15B-FA3A-BFBA-8CEC3A3D008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6" name="Oval 545">
                      <a:extLst>
                        <a:ext uri="{FF2B5EF4-FFF2-40B4-BE49-F238E27FC236}">
                          <a16:creationId xmlns:a16="http://schemas.microsoft.com/office/drawing/2014/main" id="{AFCE74BC-7DB4-85E5-8B06-7E191FC6884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7" name="Freeform 916">
                      <a:extLst>
                        <a:ext uri="{FF2B5EF4-FFF2-40B4-BE49-F238E27FC236}">
                          <a16:creationId xmlns:a16="http://schemas.microsoft.com/office/drawing/2014/main" id="{B8061573-1665-96B8-8A21-B71FE59E884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8" name="Freeform 917">
                      <a:extLst>
                        <a:ext uri="{FF2B5EF4-FFF2-40B4-BE49-F238E27FC236}">
                          <a16:creationId xmlns:a16="http://schemas.microsoft.com/office/drawing/2014/main" id="{16E9140C-61B3-88E5-7818-DC5F6884418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9" name="Freeform 918">
                      <a:extLst>
                        <a:ext uri="{FF2B5EF4-FFF2-40B4-BE49-F238E27FC236}">
                          <a16:creationId xmlns:a16="http://schemas.microsoft.com/office/drawing/2014/main" id="{AB934CB5-69E9-8121-E594-7A23C7105A69}"/>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0" name="Freeform 919">
                      <a:extLst>
                        <a:ext uri="{FF2B5EF4-FFF2-40B4-BE49-F238E27FC236}">
                          <a16:creationId xmlns:a16="http://schemas.microsoft.com/office/drawing/2014/main" id="{9C505FD6-71F2-5F78-65DF-E95F7C9D319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1" name="Straight Connector 550">
                      <a:extLst>
                        <a:ext uri="{FF2B5EF4-FFF2-40B4-BE49-F238E27FC236}">
                          <a16:creationId xmlns:a16="http://schemas.microsoft.com/office/drawing/2014/main" id="{359282B2-2F1F-239E-C764-2A70CD0B44CD}"/>
                        </a:ext>
                      </a:extLst>
                    </p:cNvPr>
                    <p:cNvCxnSpPr>
                      <a:endCxn id="54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52" name="Straight Connector 551">
                      <a:extLst>
                        <a:ext uri="{FF2B5EF4-FFF2-40B4-BE49-F238E27FC236}">
                          <a16:creationId xmlns:a16="http://schemas.microsoft.com/office/drawing/2014/main" id="{ED2C387C-7467-3A28-35B4-154E15B8E15D}"/>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41" name="Group 540">
                    <a:extLst>
                      <a:ext uri="{FF2B5EF4-FFF2-40B4-BE49-F238E27FC236}">
                        <a16:creationId xmlns:a16="http://schemas.microsoft.com/office/drawing/2014/main" id="{BC054FBA-3D62-3129-9619-26AF87D27030}"/>
                      </a:ext>
                    </a:extLst>
                  </p:cNvPr>
                  <p:cNvGrpSpPr/>
                  <p:nvPr/>
                </p:nvGrpSpPr>
                <p:grpSpPr>
                  <a:xfrm>
                    <a:off x="1770362" y="2873352"/>
                    <a:ext cx="441422" cy="369332"/>
                    <a:chOff x="667045" y="1708643"/>
                    <a:chExt cx="441422" cy="369332"/>
                  </a:xfrm>
                </p:grpSpPr>
                <p:sp>
                  <p:nvSpPr>
                    <p:cNvPr id="542" name="Oval 541">
                      <a:extLst>
                        <a:ext uri="{FF2B5EF4-FFF2-40B4-BE49-F238E27FC236}">
                          <a16:creationId xmlns:a16="http://schemas.microsoft.com/office/drawing/2014/main" id="{1694BF27-CA7B-ACB9-D08E-D7D3160A67FF}"/>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3" name="TextBox 542">
                      <a:extLst>
                        <a:ext uri="{FF2B5EF4-FFF2-40B4-BE49-F238E27FC236}">
                          <a16:creationId xmlns:a16="http://schemas.microsoft.com/office/drawing/2014/main" id="{B76374F2-FBFC-A762-A327-B9D584CAAC21}"/>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536" name="Straight Connector 535">
                  <a:extLst>
                    <a:ext uri="{FF2B5EF4-FFF2-40B4-BE49-F238E27FC236}">
                      <a16:creationId xmlns:a16="http://schemas.microsoft.com/office/drawing/2014/main" id="{EFF7F1B1-C5B7-09C9-99E7-1DB3D10925A5}"/>
                    </a:ext>
                  </a:extLst>
                </p:cNvPr>
                <p:cNvCxnSpPr>
                  <a:stCxn id="583"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7" name="Straight Connector 536">
                  <a:extLst>
                    <a:ext uri="{FF2B5EF4-FFF2-40B4-BE49-F238E27FC236}">
                      <a16:creationId xmlns:a16="http://schemas.microsoft.com/office/drawing/2014/main" id="{7AF96472-8B26-EA1C-A66A-43E88527B639}"/>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8" name="Straight Connector 537">
                  <a:extLst>
                    <a:ext uri="{FF2B5EF4-FFF2-40B4-BE49-F238E27FC236}">
                      <a16:creationId xmlns:a16="http://schemas.microsoft.com/office/drawing/2014/main" id="{23D5F3F3-A665-55D9-2127-E54AE6123B26}"/>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9" name="Straight Connector 538">
                  <a:extLst>
                    <a:ext uri="{FF2B5EF4-FFF2-40B4-BE49-F238E27FC236}">
                      <a16:creationId xmlns:a16="http://schemas.microsoft.com/office/drawing/2014/main" id="{2942A3D6-D76F-037E-F31E-3FF66AFCBD5A}"/>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528" name="TextBox 527">
              <a:extLst>
                <a:ext uri="{FF2B5EF4-FFF2-40B4-BE49-F238E27FC236}">
                  <a16:creationId xmlns:a16="http://schemas.microsoft.com/office/drawing/2014/main" id="{E6BAE4CB-2F45-DD55-84E3-24D53B01DAFA}"/>
                </a:ext>
              </a:extLst>
            </p:cNvPr>
            <p:cNvSpPr txBox="1"/>
            <p:nvPr/>
          </p:nvSpPr>
          <p:spPr>
            <a:xfrm>
              <a:off x="1430686" y="4247082"/>
              <a:ext cx="753532" cy="400110"/>
            </a:xfrm>
            <a:prstGeom prst="rect">
              <a:avLst/>
            </a:prstGeom>
            <a:noFill/>
          </p:spPr>
          <p:txBody>
            <a:bodyPr wrap="squar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cxnSp>
          <p:nvCxnSpPr>
            <p:cNvPr id="529" name="Straight Connector 528">
              <a:extLst>
                <a:ext uri="{FF2B5EF4-FFF2-40B4-BE49-F238E27FC236}">
                  <a16:creationId xmlns:a16="http://schemas.microsoft.com/office/drawing/2014/main" id="{39FC107E-27C7-2027-B6A6-57777982949D}"/>
                </a:ext>
              </a:extLst>
            </p:cNvPr>
            <p:cNvCxnSpPr>
              <a:cxnSpLocks/>
              <a:stCxn id="25" idx="1"/>
            </p:cNvCxnSpPr>
            <p:nvPr/>
          </p:nvCxnSpPr>
          <p:spPr bwMode="auto">
            <a:xfrm flipH="1" flipV="1">
              <a:off x="3734074" y="4885087"/>
              <a:ext cx="1030666" cy="698992"/>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592" name="Group 591">
            <a:extLst>
              <a:ext uri="{FF2B5EF4-FFF2-40B4-BE49-F238E27FC236}">
                <a16:creationId xmlns:a16="http://schemas.microsoft.com/office/drawing/2014/main" id="{8F35BFE0-19FF-902F-1033-033DE75809C8}"/>
              </a:ext>
            </a:extLst>
          </p:cNvPr>
          <p:cNvGrpSpPr/>
          <p:nvPr/>
        </p:nvGrpSpPr>
        <p:grpSpPr>
          <a:xfrm>
            <a:off x="10229049" y="5402842"/>
            <a:ext cx="1701734" cy="616172"/>
            <a:chOff x="6935906" y="5482318"/>
            <a:chExt cx="1701734" cy="616172"/>
          </a:xfrm>
        </p:grpSpPr>
        <p:grpSp>
          <p:nvGrpSpPr>
            <p:cNvPr id="593" name="Group 592">
              <a:extLst>
                <a:ext uri="{FF2B5EF4-FFF2-40B4-BE49-F238E27FC236}">
                  <a16:creationId xmlns:a16="http://schemas.microsoft.com/office/drawing/2014/main" id="{0F92B245-74C5-E44E-7AE8-AB773C439109}"/>
                </a:ext>
              </a:extLst>
            </p:cNvPr>
            <p:cNvGrpSpPr/>
            <p:nvPr/>
          </p:nvGrpSpPr>
          <p:grpSpPr>
            <a:xfrm>
              <a:off x="6935906" y="5482318"/>
              <a:ext cx="1701734" cy="616172"/>
              <a:chOff x="6808463" y="5108795"/>
              <a:chExt cx="1701734" cy="616172"/>
            </a:xfrm>
          </p:grpSpPr>
          <p:sp>
            <p:nvSpPr>
              <p:cNvPr id="595" name="Freeform 2">
                <a:extLst>
                  <a:ext uri="{FF2B5EF4-FFF2-40B4-BE49-F238E27FC236}">
                    <a16:creationId xmlns:a16="http://schemas.microsoft.com/office/drawing/2014/main" id="{C3BE04D6-F432-78DC-F090-F957FD880F05}"/>
                  </a:ext>
                </a:extLst>
              </p:cNvPr>
              <p:cNvSpPr>
                <a:spLocks/>
              </p:cNvSpPr>
              <p:nvPr/>
            </p:nvSpPr>
            <p:spPr bwMode="auto">
              <a:xfrm>
                <a:off x="6808463" y="5108795"/>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96" name="Group 327">
                <a:extLst>
                  <a:ext uri="{FF2B5EF4-FFF2-40B4-BE49-F238E27FC236}">
                    <a16:creationId xmlns:a16="http://schemas.microsoft.com/office/drawing/2014/main" id="{57480F6A-50DF-00CF-9B30-BEA98F46BE1C}"/>
                  </a:ext>
                </a:extLst>
              </p:cNvPr>
              <p:cNvGrpSpPr>
                <a:grpSpLocks/>
              </p:cNvGrpSpPr>
              <p:nvPr/>
            </p:nvGrpSpPr>
            <p:grpSpPr bwMode="auto">
              <a:xfrm>
                <a:off x="7908175" y="5241780"/>
                <a:ext cx="536554" cy="263548"/>
                <a:chOff x="1871277" y="1576300"/>
                <a:chExt cx="1128371" cy="437861"/>
              </a:xfrm>
            </p:grpSpPr>
            <p:sp>
              <p:nvSpPr>
                <p:cNvPr id="600" name="Oval 599">
                  <a:extLst>
                    <a:ext uri="{FF2B5EF4-FFF2-40B4-BE49-F238E27FC236}">
                      <a16:creationId xmlns:a16="http://schemas.microsoft.com/office/drawing/2014/main" id="{D97FAF5C-F914-0D59-0735-F958BED11255}"/>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1" name="Rectangle 600">
                  <a:extLst>
                    <a:ext uri="{FF2B5EF4-FFF2-40B4-BE49-F238E27FC236}">
                      <a16:creationId xmlns:a16="http://schemas.microsoft.com/office/drawing/2014/main" id="{DFB80962-69E3-5382-FB5D-687758D3BCC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2" name="Oval 601">
                  <a:extLst>
                    <a:ext uri="{FF2B5EF4-FFF2-40B4-BE49-F238E27FC236}">
                      <a16:creationId xmlns:a16="http://schemas.microsoft.com/office/drawing/2014/main" id="{5396E2C1-1FEF-0F92-BC8A-8BCB8CE97AD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3" name="Freeform 1106">
                  <a:extLst>
                    <a:ext uri="{FF2B5EF4-FFF2-40B4-BE49-F238E27FC236}">
                      <a16:creationId xmlns:a16="http://schemas.microsoft.com/office/drawing/2014/main" id="{7FA653CA-9981-EBD5-3794-AB8731092E2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4" name="Freeform 1107">
                  <a:extLst>
                    <a:ext uri="{FF2B5EF4-FFF2-40B4-BE49-F238E27FC236}">
                      <a16:creationId xmlns:a16="http://schemas.microsoft.com/office/drawing/2014/main" id="{5DE48E7C-9955-7B23-9E95-4CA972083D2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5" name="Freeform 1108">
                  <a:extLst>
                    <a:ext uri="{FF2B5EF4-FFF2-40B4-BE49-F238E27FC236}">
                      <a16:creationId xmlns:a16="http://schemas.microsoft.com/office/drawing/2014/main" id="{338C3B90-43F5-F46A-A291-FB3DF200F64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6" name="Freeform 1109">
                  <a:extLst>
                    <a:ext uri="{FF2B5EF4-FFF2-40B4-BE49-F238E27FC236}">
                      <a16:creationId xmlns:a16="http://schemas.microsoft.com/office/drawing/2014/main" id="{B2D2C1B6-7056-233B-43F0-F494F33F3AB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07" name="Straight Connector 606">
                  <a:extLst>
                    <a:ext uri="{FF2B5EF4-FFF2-40B4-BE49-F238E27FC236}">
                      <a16:creationId xmlns:a16="http://schemas.microsoft.com/office/drawing/2014/main" id="{8A11539B-162A-5D4E-6C18-9E407D119FC7}"/>
                    </a:ext>
                  </a:extLst>
                </p:cNvPr>
                <p:cNvCxnSpPr>
                  <a:endCxn id="60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08" name="Straight Connector 607">
                  <a:extLst>
                    <a:ext uri="{FF2B5EF4-FFF2-40B4-BE49-F238E27FC236}">
                      <a16:creationId xmlns:a16="http://schemas.microsoft.com/office/drawing/2014/main" id="{D5C348C6-77A9-712F-6FE2-D08987BFAE0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97" name="Group 596">
                <a:extLst>
                  <a:ext uri="{FF2B5EF4-FFF2-40B4-BE49-F238E27FC236}">
                    <a16:creationId xmlns:a16="http://schemas.microsoft.com/office/drawing/2014/main" id="{FB8206CF-7CA6-9FB0-5627-9A1FA0AD9190}"/>
                  </a:ext>
                </a:extLst>
              </p:cNvPr>
              <p:cNvGrpSpPr/>
              <p:nvPr/>
            </p:nvGrpSpPr>
            <p:grpSpPr>
              <a:xfrm>
                <a:off x="7876581" y="5223365"/>
                <a:ext cx="466894" cy="369332"/>
                <a:chOff x="599495" y="1708643"/>
                <a:chExt cx="491778" cy="409344"/>
              </a:xfrm>
            </p:grpSpPr>
            <p:sp>
              <p:nvSpPr>
                <p:cNvPr id="598" name="Oval 597">
                  <a:extLst>
                    <a:ext uri="{FF2B5EF4-FFF2-40B4-BE49-F238E27FC236}">
                      <a16:creationId xmlns:a16="http://schemas.microsoft.com/office/drawing/2014/main" id="{0F09D0BD-3782-1FC0-CC91-4E04AA9DCEE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9" name="TextBox 598">
                  <a:extLst>
                    <a:ext uri="{FF2B5EF4-FFF2-40B4-BE49-F238E27FC236}">
                      <a16:creationId xmlns:a16="http://schemas.microsoft.com/office/drawing/2014/main" id="{0AC76008-6FE4-FAE7-1A7D-55F262428056}"/>
                    </a:ext>
                  </a:extLst>
                </p:cNvPr>
                <p:cNvSpPr txBox="1"/>
                <p:nvPr/>
              </p:nvSpPr>
              <p:spPr>
                <a:xfrm>
                  <a:off x="599495" y="1708643"/>
                  <a:ext cx="491778" cy="409344"/>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X</a:t>
                  </a:r>
                </a:p>
              </p:txBody>
            </p:sp>
          </p:grpSp>
        </p:grpSp>
        <p:cxnSp>
          <p:nvCxnSpPr>
            <p:cNvPr id="594" name="Straight Connector 593">
              <a:extLst>
                <a:ext uri="{FF2B5EF4-FFF2-40B4-BE49-F238E27FC236}">
                  <a16:creationId xmlns:a16="http://schemas.microsoft.com/office/drawing/2014/main" id="{1A033B9A-8300-0EF6-F56B-508DA63FDA20}"/>
                </a:ext>
              </a:extLst>
            </p:cNvPr>
            <p:cNvCxnSpPr/>
            <p:nvPr/>
          </p:nvCxnSpPr>
          <p:spPr bwMode="auto">
            <a:xfrm flipH="1">
              <a:off x="7158742" y="5764030"/>
              <a:ext cx="870024" cy="9999"/>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609" name="Group 117">
            <a:extLst>
              <a:ext uri="{FF2B5EF4-FFF2-40B4-BE49-F238E27FC236}">
                <a16:creationId xmlns:a16="http://schemas.microsoft.com/office/drawing/2014/main" id="{89082E42-FCBC-8682-2FF3-DCFE426F1F28}"/>
              </a:ext>
            </a:extLst>
          </p:cNvPr>
          <p:cNvGrpSpPr>
            <a:grpSpLocks/>
          </p:cNvGrpSpPr>
          <p:nvPr/>
        </p:nvGrpSpPr>
        <p:grpSpPr bwMode="auto">
          <a:xfrm>
            <a:off x="7112484" y="5069795"/>
            <a:ext cx="2481265" cy="884238"/>
            <a:chOff x="2282" y="2446"/>
            <a:chExt cx="1563" cy="557"/>
          </a:xfrm>
        </p:grpSpPr>
        <p:sp>
          <p:nvSpPr>
            <p:cNvPr id="610" name="AutoShape 118">
              <a:extLst>
                <a:ext uri="{FF2B5EF4-FFF2-40B4-BE49-F238E27FC236}">
                  <a16:creationId xmlns:a16="http://schemas.microsoft.com/office/drawing/2014/main" id="{9CB3ED44-5ACA-06A1-DC24-793E3F5D8C1F}"/>
                </a:ext>
              </a:extLst>
            </p:cNvPr>
            <p:cNvSpPr>
              <a:spLocks noChangeArrowheads="1"/>
            </p:cNvSpPr>
            <p:nvPr/>
          </p:nvSpPr>
          <p:spPr bwMode="auto">
            <a:xfrm rot="19396893">
              <a:off x="2282" y="2446"/>
              <a:ext cx="484" cy="163"/>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Text Box 119">
              <a:extLst>
                <a:ext uri="{FF2B5EF4-FFF2-40B4-BE49-F238E27FC236}">
                  <a16:creationId xmlns:a16="http://schemas.microsoft.com/office/drawing/2014/main" id="{8B66B93F-A6AD-15A3-9E23-2089300F7247}"/>
                </a:ext>
              </a:extLst>
            </p:cNvPr>
            <p:cNvSpPr txBox="1">
              <a:spLocks noChangeArrowheads="1"/>
            </p:cNvSpPr>
            <p:nvPr/>
          </p:nvSpPr>
          <p:spPr bwMode="auto">
            <a:xfrm>
              <a:off x="2294" y="2677"/>
              <a:ext cx="1551" cy="3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600" b="0" u="none" strike="noStrike" kern="0" cap="none" spc="0" normalizeH="0" baseline="0" noProof="0" dirty="0">
                  <a:ln>
                    <a:noFill/>
                  </a:ln>
                  <a:effectLst/>
                  <a:uLnTx/>
                  <a:uFillTx/>
                  <a:latin typeface="Arial" charset="0"/>
                  <a:ea typeface="ＭＳ Ｐゴシック" charset="0"/>
                </a:rPr>
                <a:t>BGP advertisement:</a:t>
              </a:r>
            </a:p>
            <a:p>
              <a:pPr marL="0" marR="0" lvl="0" indent="0" defTabSz="914400" eaLnBrk="0" fontAlgn="base" latinLnBrk="0" hangingPunct="0">
                <a:lnSpc>
                  <a:spcPct val="85000"/>
                </a:lnSpc>
                <a:spcBef>
                  <a:spcPct val="0"/>
                </a:spcBef>
                <a:spcAft>
                  <a:spcPct val="0"/>
                </a:spcAft>
                <a:buClrTx/>
                <a:buSzTx/>
                <a:buFontTx/>
                <a:buNone/>
                <a:tabLst/>
                <a:defRPr/>
              </a:pPr>
              <a:r>
                <a:rPr kumimoji="0" lang="en-US" sz="1600" b="0" u="none" strike="noStrike" kern="0" cap="none" spc="0" normalizeH="0" baseline="0" noProof="0" dirty="0">
                  <a:ln>
                    <a:noFill/>
                  </a:ln>
                  <a:solidFill>
                    <a:srgbClr val="0000A8"/>
                  </a:solidFill>
                  <a:effectLst/>
                  <a:uLnTx/>
                  <a:uFillTx/>
                  <a:latin typeface="Arial" charset="0"/>
                  <a:ea typeface="ＭＳ Ｐゴシック" charset="0"/>
                </a:rPr>
                <a:t>AS3, X</a:t>
              </a:r>
            </a:p>
          </p:txBody>
        </p:sp>
      </p:grpSp>
      <p:cxnSp>
        <p:nvCxnSpPr>
          <p:cNvPr id="612" name="Straight Connector 611">
            <a:extLst>
              <a:ext uri="{FF2B5EF4-FFF2-40B4-BE49-F238E27FC236}">
                <a16:creationId xmlns:a16="http://schemas.microsoft.com/office/drawing/2014/main" id="{ABBCFB60-DF85-E6AB-60DA-96B20806B59D}"/>
              </a:ext>
            </a:extLst>
          </p:cNvPr>
          <p:cNvCxnSpPr>
            <a:cxnSpLocks/>
            <a:stCxn id="41" idx="5"/>
            <a:endCxn id="476" idx="1"/>
          </p:cNvCxnSpPr>
          <p:nvPr/>
        </p:nvCxnSpPr>
        <p:spPr bwMode="auto">
          <a:xfrm flipV="1">
            <a:off x="6843525" y="4403768"/>
            <a:ext cx="1398778" cy="1062884"/>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508836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1" end="1"/>
                                            </p:txEl>
                                          </p:spTgt>
                                        </p:tgtEl>
                                        <p:attrNameLst>
                                          <p:attrName>style.visibility</p:attrName>
                                        </p:attrNameLst>
                                      </p:cBhvr>
                                      <p:to>
                                        <p:strVal val="visible"/>
                                      </p:to>
                                    </p:set>
                                    <p:animEffect transition="in" filter="fade">
                                      <p:cBhvr>
                                        <p:cTn id="13" dur="1000"/>
                                        <p:tgtEl>
                                          <p:spTgt spid="59">
                                            <p:txEl>
                                              <p:pRg st="1" end="1"/>
                                            </p:txEl>
                                          </p:spTgt>
                                        </p:tgtEl>
                                      </p:cBhvr>
                                    </p:animEffect>
                                    <p:anim calcmode="lin" valueType="num">
                                      <p:cBhvr>
                                        <p:cTn id="14"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1" end="1"/>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9">
                                            <p:txEl>
                                              <p:pRg st="0" end="0"/>
                                            </p:txEl>
                                          </p:spTgt>
                                        </p:tgtEl>
                                        <p:attrNameLst>
                                          <p:attrName>style.visibility</p:attrName>
                                        </p:attrNameLst>
                                      </p:cBhvr>
                                      <p:to>
                                        <p:strVal val="visible"/>
                                      </p:to>
                                    </p:set>
                                    <p:animEffect transition="in" filter="fade">
                                      <p:cBhvr>
                                        <p:cTn id="19" dur="1000"/>
                                        <p:tgtEl>
                                          <p:spTgt spid="59">
                                            <p:txEl>
                                              <p:pRg st="0" end="0"/>
                                            </p:txEl>
                                          </p:spTgt>
                                        </p:tgtEl>
                                      </p:cBhvr>
                                    </p:animEffect>
                                    <p:anim calcmode="lin" valueType="num">
                                      <p:cBhvr>
                                        <p:cTn id="20"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592"/>
                                        </p:tgtEl>
                                        <p:attrNameLst>
                                          <p:attrName>style.visibility</p:attrName>
                                        </p:attrNameLst>
                                      </p:cBhvr>
                                      <p:to>
                                        <p:strVal val="visible"/>
                                      </p:to>
                                    </p:set>
                                    <p:animEffect transition="in" filter="dissolve">
                                      <p:cBhvr>
                                        <p:cTn id="32" dur="500"/>
                                        <p:tgtEl>
                                          <p:spTgt spid="592"/>
                                        </p:tgtEl>
                                      </p:cBhvr>
                                    </p:animEffect>
                                  </p:childTnLst>
                                </p:cTn>
                              </p:par>
                              <p:par>
                                <p:cTn id="33" presetID="42" presetClass="path" presetSubtype="0" accel="50000" decel="50000" fill="hold" nodeType="withEffect">
                                  <p:stCondLst>
                                    <p:cond delay="0"/>
                                  </p:stCondLst>
                                  <p:childTnLst>
                                    <p:animMotion origin="layout" path="M 0.00352 1.11111E-6 L -0.06809 -0.10556 " pathEditMode="relative" rAng="0" ptsTypes="AA">
                                      <p:cBhvr>
                                        <p:cTn id="34" dur="1000" fill="hold"/>
                                        <p:tgtEl>
                                          <p:spTgt spid="592"/>
                                        </p:tgtEl>
                                        <p:attrNameLst>
                                          <p:attrName>ppt_x</p:attrName>
                                          <p:attrName>ppt_y</p:attrName>
                                        </p:attrNameLst>
                                      </p:cBhvr>
                                      <p:rCtr x="-3581" y="-5278"/>
                                    </p:animMotion>
                                  </p:childTnLst>
                                </p:cTn>
                              </p:par>
                            </p:childTnLst>
                          </p:cTn>
                        </p:par>
                        <p:par>
                          <p:cTn id="35" fill="hold">
                            <p:stCondLst>
                              <p:cond delay="1000"/>
                            </p:stCondLst>
                            <p:childTnLst>
                              <p:par>
                                <p:cTn id="36" presetID="22" presetClass="entr" presetSubtype="1" fill="hold" nodeType="afterEffect">
                                  <p:stCondLst>
                                    <p:cond delay="0"/>
                                  </p:stCondLst>
                                  <p:childTnLst>
                                    <p:set>
                                      <p:cBhvr>
                                        <p:cTn id="37" dur="1" fill="hold">
                                          <p:stCondLst>
                                            <p:cond delay="0"/>
                                          </p:stCondLst>
                                        </p:cTn>
                                        <p:tgtEl>
                                          <p:spTgt spid="609"/>
                                        </p:tgtEl>
                                        <p:attrNameLst>
                                          <p:attrName>style.visibility</p:attrName>
                                        </p:attrNameLst>
                                      </p:cBhvr>
                                      <p:to>
                                        <p:strVal val="visible"/>
                                      </p:to>
                                    </p:set>
                                    <p:animEffect transition="in" filter="wipe(up)">
                                      <p:cBhvr>
                                        <p:cTn id="38" dur="1000"/>
                                        <p:tgtEl>
                                          <p:spTgt spid="609"/>
                                        </p:tgtEl>
                                      </p:cBhvr>
                                    </p:animEffect>
                                  </p:childTnLst>
                                </p:cTn>
                              </p:par>
                            </p:childTnLst>
                          </p:cTn>
                        </p:par>
                        <p:par>
                          <p:cTn id="39" fill="hold">
                            <p:stCondLst>
                              <p:cond delay="2000"/>
                            </p:stCondLst>
                            <p:childTnLst>
                              <p:par>
                                <p:cTn id="40" presetID="9" presetClass="entr" presetSubtype="0"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dissolve">
                                      <p:cBhvr>
                                        <p:cTn id="42"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8"/>
            <a:ext cx="10872871" cy="4542523"/>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C00000"/>
                </a:solidFill>
                <a:latin typeface="IRANSans(FaNum)" panose="02040503050201020203" pitchFamily="18" charset="-78"/>
              </a:rPr>
              <a:t>مسیرهای </a:t>
            </a:r>
            <a:r>
              <a:rPr lang="en-US" sz="2000" b="1" dirty="0">
                <a:solidFill>
                  <a:srgbClr val="C00000"/>
                </a:solidFill>
                <a:latin typeface="IRANSans(FaNum)" panose="02040503050201020203" pitchFamily="18" charset="-78"/>
              </a:rPr>
              <a:t>BGP</a:t>
            </a:r>
            <a:r>
              <a:rPr lang="fa-IR" sz="2000" b="1" dirty="0">
                <a:solidFill>
                  <a:srgbClr val="C00000"/>
                </a:solidFill>
                <a:latin typeface="IRANSans(FaNum)" panose="02040503050201020203" pitchFamily="18" charset="-78"/>
              </a:rPr>
              <a:t> و ویژگی‌های مسیر</a:t>
            </a:r>
          </a:p>
          <a:p>
            <a:pPr marL="432000" lvl="2" indent="-144000">
              <a:lnSpc>
                <a:spcPct val="125000"/>
              </a:lnSpc>
              <a:spcBef>
                <a:spcPts val="0"/>
              </a:spcBef>
              <a:spcAft>
                <a:spcPts val="600"/>
              </a:spcAft>
            </a:pPr>
            <a:r>
              <a:rPr lang="fa-IR" sz="1800" b="1" dirty="0">
                <a:solidFill>
                  <a:srgbClr val="1F1FFF"/>
                </a:solidFill>
                <a:latin typeface="IRANSans(FaNum)" panose="02040503050201020203" pitchFamily="18" charset="-78"/>
              </a:rPr>
              <a:t>اعلان مسیر توسط </a:t>
            </a:r>
            <a:r>
              <a:rPr lang="en-US" sz="1800" b="1" dirty="0">
                <a:solidFill>
                  <a:srgbClr val="1F1FFF"/>
                </a:solidFill>
                <a:latin typeface="IRANSans(FaNum)" panose="02040503050201020203" pitchFamily="18" charset="-78"/>
              </a:rPr>
              <a:t>BGP</a:t>
            </a:r>
            <a:r>
              <a:rPr lang="fa-IR" sz="1800" b="1" dirty="0">
                <a:solidFill>
                  <a:srgbClr val="1F1FFF"/>
                </a:solidFill>
                <a:latin typeface="IRANSans(FaNum)" panose="02040503050201020203" pitchFamily="18" charset="-78"/>
              </a:rPr>
              <a:t>: پیشوند + ویژگی‌ها</a:t>
            </a:r>
            <a:endParaRPr lang="fa-IR" b="1" dirty="0">
              <a:solidFill>
                <a:srgbClr val="C00000"/>
              </a:solidFill>
              <a:latin typeface="IRANSans(FaNum)" panose="02040503050201020203" pitchFamily="18" charset="-78"/>
            </a:endParaRPr>
          </a:p>
          <a:p>
            <a:pPr marL="864000" lvl="3" indent="-144000">
              <a:lnSpc>
                <a:spcPct val="125000"/>
              </a:lnSpc>
              <a:spcBef>
                <a:spcPts val="0"/>
              </a:spcBef>
              <a:spcAft>
                <a:spcPts val="600"/>
              </a:spcAft>
            </a:pPr>
            <a:r>
              <a:rPr lang="fa-IR" sz="1600" b="1" dirty="0">
                <a:solidFill>
                  <a:srgbClr val="C00000"/>
                </a:solidFill>
                <a:latin typeface="IRANSans(FaNum)" panose="02040503050201020203" pitchFamily="18" charset="-78"/>
              </a:rPr>
              <a:t>پیشوند: پیشوند شبکه مقصدی که اعلان می‌شود.</a:t>
            </a:r>
          </a:p>
          <a:p>
            <a:pPr marL="864000" lvl="3" indent="-144000">
              <a:lnSpc>
                <a:spcPct val="125000"/>
              </a:lnSpc>
              <a:spcBef>
                <a:spcPts val="0"/>
              </a:spcBef>
              <a:spcAft>
                <a:spcPts val="600"/>
              </a:spcAft>
            </a:pPr>
            <a:r>
              <a:rPr lang="fa-IR" sz="1600" b="1" dirty="0">
                <a:solidFill>
                  <a:srgbClr val="C00000"/>
                </a:solidFill>
                <a:latin typeface="IRANSans(FaNum)" panose="02040503050201020203" pitchFamily="18" charset="-78"/>
              </a:rPr>
              <a:t>دو ویژگی مهم:</a:t>
            </a:r>
          </a:p>
          <a:p>
            <a:pPr marL="1296000" lvl="4" indent="-144000">
              <a:lnSpc>
                <a:spcPct val="125000"/>
              </a:lnSpc>
              <a:spcBef>
                <a:spcPts val="0"/>
              </a:spcBef>
              <a:spcAft>
                <a:spcPts val="600"/>
              </a:spcAft>
            </a:pPr>
            <a:r>
              <a:rPr lang="en-US" sz="1400" b="1" dirty="0">
                <a:solidFill>
                  <a:srgbClr val="1F1FFF"/>
                </a:solidFill>
                <a:latin typeface="IRANSans(FaNum)" panose="02040503050201020203" pitchFamily="18" charset="-78"/>
              </a:rPr>
              <a:t>AS-PATH</a:t>
            </a:r>
            <a:r>
              <a:rPr lang="fa-IR" sz="1400" b="1" dirty="0">
                <a:solidFill>
                  <a:srgbClr val="1F1FFF"/>
                </a:solidFill>
                <a:latin typeface="IRANSans(FaNum)" panose="02040503050201020203" pitchFamily="18" charset="-78"/>
              </a:rPr>
              <a:t>: لیستی از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هایی که برای رسیدن به مقصد باید از آن‌ها عبور کرد.</a:t>
            </a:r>
          </a:p>
          <a:p>
            <a:pPr marL="1296000" lvl="4" indent="-144000">
              <a:lnSpc>
                <a:spcPct val="125000"/>
              </a:lnSpc>
              <a:spcBef>
                <a:spcPts val="0"/>
              </a:spcBef>
              <a:spcAft>
                <a:spcPts val="600"/>
              </a:spcAft>
            </a:pPr>
            <a:r>
              <a:rPr lang="en-US" sz="1400" b="1" dirty="0">
                <a:solidFill>
                  <a:srgbClr val="1F1FFF"/>
                </a:solidFill>
                <a:latin typeface="IRANSans(FaNum)" panose="02040503050201020203" pitchFamily="18" charset="-78"/>
              </a:rPr>
              <a:t>NEXT-HOP</a:t>
            </a:r>
            <a:r>
              <a:rPr lang="fa-IR" sz="1400" b="1" dirty="0">
                <a:solidFill>
                  <a:srgbClr val="1F1FFF"/>
                </a:solidFill>
                <a:latin typeface="IRANSans(FaNum)" panose="02040503050201020203" pitchFamily="18" charset="-78"/>
              </a:rPr>
              <a:t>: مشخص‌کننده مسیریاب داخل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به </a:t>
            </a:r>
            <a:r>
              <a:rPr lang="en-US" sz="1400" b="1" dirty="0">
                <a:solidFill>
                  <a:srgbClr val="1F1FFF"/>
                </a:solidFill>
                <a:latin typeface="IRANSans(FaNum)" panose="02040503050201020203" pitchFamily="18" charset="-78"/>
              </a:rPr>
              <a:t>AS</a:t>
            </a:r>
            <a:r>
              <a:rPr lang="fa-IR" sz="1400" b="1" dirty="0">
                <a:solidFill>
                  <a:srgbClr val="1F1FFF"/>
                </a:solidFill>
                <a:latin typeface="IRANSans(FaNum)" panose="02040503050201020203" pitchFamily="18" charset="-78"/>
              </a:rPr>
              <a:t> گام بعدی</a:t>
            </a:r>
          </a:p>
          <a:p>
            <a:pPr marL="432000" lvl="2" indent="-144000">
              <a:lnSpc>
                <a:spcPct val="125000"/>
              </a:lnSpc>
              <a:spcBef>
                <a:spcPts val="600"/>
              </a:spcBef>
              <a:spcAft>
                <a:spcPts val="600"/>
              </a:spcAft>
            </a:pPr>
            <a:r>
              <a:rPr lang="fa-IR" sz="1800" b="1" dirty="0">
                <a:solidFill>
                  <a:srgbClr val="1F1FFF"/>
                </a:solidFill>
                <a:latin typeface="IRANSans(FaNum)" panose="02040503050201020203" pitchFamily="18" charset="-78"/>
              </a:rPr>
              <a:t>مسیریابی برمبنای خط‌مشی (</a:t>
            </a:r>
            <a:r>
              <a:rPr lang="en-US" sz="1800" b="1" dirty="0">
                <a:solidFill>
                  <a:srgbClr val="1F1FFF"/>
                </a:solidFill>
                <a:latin typeface="IRANSans(FaNum)" panose="02040503050201020203" pitchFamily="18" charset="-78"/>
              </a:rPr>
              <a:t>policy-based routing</a:t>
            </a:r>
            <a:r>
              <a:rPr lang="fa-IR" sz="1800" b="1" dirty="0">
                <a:solidFill>
                  <a:srgbClr val="1F1FFF"/>
                </a:solidFill>
                <a:latin typeface="IRANSans(FaNum)" panose="02040503050201020203" pitchFamily="18" charset="-78"/>
              </a:rPr>
              <a:t>)</a:t>
            </a:r>
            <a:endParaRPr lang="fa-IR" b="1" dirty="0">
              <a:solidFill>
                <a:srgbClr val="C00000"/>
              </a:solidFill>
              <a:latin typeface="IRANSans(FaNum)" panose="02040503050201020203" pitchFamily="18" charset="-78"/>
            </a:endParaRPr>
          </a:p>
          <a:p>
            <a:pPr marL="864000" lvl="3" indent="-144000">
              <a:lnSpc>
                <a:spcPct val="125000"/>
              </a:lnSpc>
              <a:spcBef>
                <a:spcPts val="0"/>
              </a:spcBef>
              <a:spcAft>
                <a:spcPts val="600"/>
              </a:spcAft>
            </a:pPr>
            <a:r>
              <a:rPr lang="fa-IR" sz="1600" b="1" dirty="0">
                <a:solidFill>
                  <a:srgbClr val="C00000"/>
                </a:solidFill>
                <a:latin typeface="IRANSans(FaNum)" panose="02040503050201020203" pitchFamily="18" charset="-78"/>
              </a:rPr>
              <a:t>خط‌مشی ورود: خط‌مشی ورود تعیین می‌کند که یک دروازه با دریافت یک اعلان مسیر، آن مسیر را قبول یا رد کند (به عنوان مثال خط‌مشی "هرگز از طریق </a:t>
            </a:r>
            <a:r>
              <a:rPr lang="en-US" sz="1600" b="1" dirty="0">
                <a:solidFill>
                  <a:srgbClr val="C00000"/>
                </a:solidFill>
                <a:latin typeface="IRANSans(FaNum)" panose="02040503050201020203" pitchFamily="18" charset="-78"/>
              </a:rPr>
              <a:t>AS Y</a:t>
            </a:r>
            <a:r>
              <a:rPr lang="fa-IR" sz="1600" b="1" dirty="0">
                <a:solidFill>
                  <a:srgbClr val="C00000"/>
                </a:solidFill>
                <a:latin typeface="IRANSans(FaNum)" panose="02040503050201020203" pitchFamily="18" charset="-78"/>
              </a:rPr>
              <a:t> مسیریابی نکن") </a:t>
            </a:r>
          </a:p>
          <a:p>
            <a:pPr marL="864000" lvl="3" indent="-144000">
              <a:lnSpc>
                <a:spcPct val="125000"/>
              </a:lnSpc>
              <a:spcBef>
                <a:spcPts val="0"/>
              </a:spcBef>
              <a:spcAft>
                <a:spcPts val="600"/>
              </a:spcAft>
            </a:pPr>
            <a:r>
              <a:rPr lang="fa-IR" sz="1600" b="1" dirty="0">
                <a:solidFill>
                  <a:srgbClr val="C00000"/>
                </a:solidFill>
                <a:latin typeface="IRANSans(FaNum)" panose="02040503050201020203" pitchFamily="18" charset="-78"/>
              </a:rPr>
              <a:t>خط‌مشی اعلان: خط‌مشی اعلان تعیین می‌کند که یک مسیر باید به </a:t>
            </a:r>
            <a:r>
              <a:rPr lang="en-US" sz="1600" b="1" dirty="0">
                <a:solidFill>
                  <a:srgbClr val="C00000"/>
                </a:solidFill>
                <a:latin typeface="IRANSans(FaNum)" panose="02040503050201020203" pitchFamily="18" charset="-78"/>
              </a:rPr>
              <a:t>AS</a:t>
            </a:r>
            <a:r>
              <a:rPr lang="fa-IR" sz="1600" b="1" dirty="0">
                <a:solidFill>
                  <a:srgbClr val="C00000"/>
                </a:solidFill>
                <a:latin typeface="IRANSans(FaNum)" panose="02040503050201020203" pitchFamily="18" charset="-78"/>
              </a:rPr>
              <a:t>های همسایه دیگر اعلان شود یا خیر.</a:t>
            </a:r>
          </a:p>
          <a:p>
            <a:pPr marL="864000" lvl="3" indent="-144000">
              <a:lnSpc>
                <a:spcPct val="125000"/>
              </a:lnSpc>
              <a:spcBef>
                <a:spcPts val="0"/>
              </a:spcBef>
              <a:spcAft>
                <a:spcPts val="600"/>
              </a:spcAft>
            </a:pPr>
            <a:endParaRPr lang="fa-IR" sz="1600" b="1" dirty="0">
              <a:solidFill>
                <a:srgbClr val="C00000"/>
              </a:solidFill>
              <a:latin typeface="IRANSans(FaNum)" panose="02040503050201020203" pitchFamily="18" charset="-78"/>
            </a:endParaRPr>
          </a:p>
        </p:txBody>
      </p:sp>
    </p:spTree>
    <p:extLst>
      <p:ext uri="{BB962C8B-B14F-4D97-AF65-F5344CB8AC3E}">
        <p14:creationId xmlns:p14="http://schemas.microsoft.com/office/powerpoint/2010/main" val="2390911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1" end="1"/>
                                            </p:txEl>
                                          </p:spTgt>
                                        </p:tgtEl>
                                        <p:attrNameLst>
                                          <p:attrName>style.visibility</p:attrName>
                                        </p:attrNameLst>
                                      </p:cBhvr>
                                      <p:to>
                                        <p:strVal val="visible"/>
                                      </p:to>
                                    </p:set>
                                    <p:animEffect transition="in" filter="fade">
                                      <p:cBhvr>
                                        <p:cTn id="13" dur="1000"/>
                                        <p:tgtEl>
                                          <p:spTgt spid="59">
                                            <p:txEl>
                                              <p:pRg st="1" end="1"/>
                                            </p:txEl>
                                          </p:spTgt>
                                        </p:tgtEl>
                                      </p:cBhvr>
                                    </p:animEffect>
                                    <p:anim calcmode="lin" valueType="num">
                                      <p:cBhvr>
                                        <p:cTn id="14"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1" end="1"/>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9">
                                            <p:txEl>
                                              <p:pRg st="0" end="0"/>
                                            </p:txEl>
                                          </p:spTgt>
                                        </p:tgtEl>
                                        <p:attrNameLst>
                                          <p:attrName>style.visibility</p:attrName>
                                        </p:attrNameLst>
                                      </p:cBhvr>
                                      <p:to>
                                        <p:strVal val="visible"/>
                                      </p:to>
                                    </p:set>
                                    <p:animEffect transition="in" filter="fade">
                                      <p:cBhvr>
                                        <p:cTn id="19" dur="1000"/>
                                        <p:tgtEl>
                                          <p:spTgt spid="59">
                                            <p:txEl>
                                              <p:pRg st="0" end="0"/>
                                            </p:txEl>
                                          </p:spTgt>
                                        </p:tgtEl>
                                      </p:cBhvr>
                                    </p:animEffect>
                                    <p:anim calcmode="lin" valueType="num">
                                      <p:cBhvr>
                                        <p:cTn id="20"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59">
                                            <p:txEl>
                                              <p:pRg st="3" end="3"/>
                                            </p:txEl>
                                          </p:spTgt>
                                        </p:tgtEl>
                                        <p:attrNameLst>
                                          <p:attrName>style.visibility</p:attrName>
                                        </p:attrNameLst>
                                      </p:cBhvr>
                                      <p:to>
                                        <p:strVal val="visible"/>
                                      </p:to>
                                    </p:set>
                                    <p:animEffect transition="in" filter="fade">
                                      <p:cBhvr>
                                        <p:cTn id="31" dur="1000"/>
                                        <p:tgtEl>
                                          <p:spTgt spid="59">
                                            <p:txEl>
                                              <p:pRg st="3" end="3"/>
                                            </p:txEl>
                                          </p:spTgt>
                                        </p:tgtEl>
                                      </p:cBhvr>
                                    </p:animEffect>
                                    <p:anim calcmode="lin" valueType="num">
                                      <p:cBhvr>
                                        <p:cTn id="32"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59">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59">
                                            <p:txEl>
                                              <p:pRg st="4" end="4"/>
                                            </p:txEl>
                                          </p:spTgt>
                                        </p:tgtEl>
                                        <p:attrNameLst>
                                          <p:attrName>style.visibility</p:attrName>
                                        </p:attrNameLst>
                                      </p:cBhvr>
                                      <p:to>
                                        <p:strVal val="visible"/>
                                      </p:to>
                                    </p:set>
                                    <p:animEffect transition="in" filter="fade">
                                      <p:cBhvr>
                                        <p:cTn id="37" dur="1000"/>
                                        <p:tgtEl>
                                          <p:spTgt spid="59">
                                            <p:txEl>
                                              <p:pRg st="4" end="4"/>
                                            </p:txEl>
                                          </p:spTgt>
                                        </p:tgtEl>
                                      </p:cBhvr>
                                    </p:animEffect>
                                    <p:anim calcmode="lin" valueType="num">
                                      <p:cBhvr>
                                        <p:cTn id="38" dur="1000" fill="hold"/>
                                        <p:tgtEl>
                                          <p:spTgt spid="59">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59">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59">
                                            <p:txEl>
                                              <p:pRg st="5" end="5"/>
                                            </p:txEl>
                                          </p:spTgt>
                                        </p:tgtEl>
                                        <p:attrNameLst>
                                          <p:attrName>style.visibility</p:attrName>
                                        </p:attrNameLst>
                                      </p:cBhvr>
                                      <p:to>
                                        <p:strVal val="visible"/>
                                      </p:to>
                                    </p:set>
                                    <p:animEffect transition="in" filter="fade">
                                      <p:cBhvr>
                                        <p:cTn id="43" dur="1000"/>
                                        <p:tgtEl>
                                          <p:spTgt spid="59">
                                            <p:txEl>
                                              <p:pRg st="5" end="5"/>
                                            </p:txEl>
                                          </p:spTgt>
                                        </p:tgtEl>
                                      </p:cBhvr>
                                    </p:animEffect>
                                    <p:anim calcmode="lin" valueType="num">
                                      <p:cBhvr>
                                        <p:cTn id="44" dur="1000" fill="hold"/>
                                        <p:tgtEl>
                                          <p:spTgt spid="59">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59">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59">
                                            <p:txEl>
                                              <p:pRg st="6" end="6"/>
                                            </p:txEl>
                                          </p:spTgt>
                                        </p:tgtEl>
                                        <p:attrNameLst>
                                          <p:attrName>style.visibility</p:attrName>
                                        </p:attrNameLst>
                                      </p:cBhvr>
                                      <p:to>
                                        <p:strVal val="visible"/>
                                      </p:to>
                                    </p:set>
                                    <p:animEffect transition="in" filter="fade">
                                      <p:cBhvr>
                                        <p:cTn id="49" dur="1000"/>
                                        <p:tgtEl>
                                          <p:spTgt spid="59">
                                            <p:txEl>
                                              <p:pRg st="6" end="6"/>
                                            </p:txEl>
                                          </p:spTgt>
                                        </p:tgtEl>
                                      </p:cBhvr>
                                    </p:animEffect>
                                    <p:anim calcmode="lin" valueType="num">
                                      <p:cBhvr>
                                        <p:cTn id="50" dur="1000" fill="hold"/>
                                        <p:tgtEl>
                                          <p:spTgt spid="59">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59">
                                            <p:txEl>
                                              <p:pRg st="6" end="6"/>
                                            </p:txEl>
                                          </p:spTgt>
                                        </p:tgtEl>
                                        <p:attrNameLst>
                                          <p:attrName>ppt_y</p:attrName>
                                        </p:attrNameLst>
                                      </p:cBhvr>
                                      <p:tavLst>
                                        <p:tav tm="0">
                                          <p:val>
                                            <p:strVal val="#ppt_y+.1"/>
                                          </p:val>
                                        </p:tav>
                                        <p:tav tm="100000">
                                          <p:val>
                                            <p:strVal val="#ppt_y"/>
                                          </p:val>
                                        </p:tav>
                                      </p:tavLst>
                                    </p:anim>
                                  </p:childTnLst>
                                </p:cTn>
                              </p:par>
                            </p:childTnLst>
                          </p:cTn>
                        </p:par>
                        <p:par>
                          <p:cTn id="52" fill="hold">
                            <p:stCondLst>
                              <p:cond delay="8000"/>
                            </p:stCondLst>
                            <p:childTnLst>
                              <p:par>
                                <p:cTn id="53" presetID="42" presetClass="entr" presetSubtype="0" fill="hold" nodeType="afterEffect">
                                  <p:stCondLst>
                                    <p:cond delay="0"/>
                                  </p:stCondLst>
                                  <p:childTnLst>
                                    <p:set>
                                      <p:cBhvr>
                                        <p:cTn id="54" dur="1" fill="hold">
                                          <p:stCondLst>
                                            <p:cond delay="0"/>
                                          </p:stCondLst>
                                        </p:cTn>
                                        <p:tgtEl>
                                          <p:spTgt spid="59">
                                            <p:txEl>
                                              <p:pRg st="7" end="7"/>
                                            </p:txEl>
                                          </p:spTgt>
                                        </p:tgtEl>
                                        <p:attrNameLst>
                                          <p:attrName>style.visibility</p:attrName>
                                        </p:attrNameLst>
                                      </p:cBhvr>
                                      <p:to>
                                        <p:strVal val="visible"/>
                                      </p:to>
                                    </p:set>
                                    <p:animEffect transition="in" filter="fade">
                                      <p:cBhvr>
                                        <p:cTn id="55" dur="1000"/>
                                        <p:tgtEl>
                                          <p:spTgt spid="59">
                                            <p:txEl>
                                              <p:pRg st="7" end="7"/>
                                            </p:txEl>
                                          </p:spTgt>
                                        </p:tgtEl>
                                      </p:cBhvr>
                                    </p:animEffect>
                                    <p:anim calcmode="lin" valueType="num">
                                      <p:cBhvr>
                                        <p:cTn id="56" dur="1000" fill="hold"/>
                                        <p:tgtEl>
                                          <p:spTgt spid="59">
                                            <p:txEl>
                                              <p:pRg st="7" end="7"/>
                                            </p:txEl>
                                          </p:spTgt>
                                        </p:tgtEl>
                                        <p:attrNameLst>
                                          <p:attrName>ppt_x</p:attrName>
                                        </p:attrNameLst>
                                      </p:cBhvr>
                                      <p:tavLst>
                                        <p:tav tm="0">
                                          <p:val>
                                            <p:strVal val="#ppt_x"/>
                                          </p:val>
                                        </p:tav>
                                        <p:tav tm="100000">
                                          <p:val>
                                            <p:strVal val="#ppt_x"/>
                                          </p:val>
                                        </p:tav>
                                      </p:tavLst>
                                    </p:anim>
                                    <p:anim calcmode="lin" valueType="num">
                                      <p:cBhvr>
                                        <p:cTn id="57" dur="1000" fill="hold"/>
                                        <p:tgtEl>
                                          <p:spTgt spid="59">
                                            <p:txEl>
                                              <p:pRg st="7" end="7"/>
                                            </p:txEl>
                                          </p:spTgt>
                                        </p:tgtEl>
                                        <p:attrNameLst>
                                          <p:attrName>ppt_y</p:attrName>
                                        </p:attrNameLst>
                                      </p:cBhvr>
                                      <p:tavLst>
                                        <p:tav tm="0">
                                          <p:val>
                                            <p:strVal val="#ppt_y+.1"/>
                                          </p:val>
                                        </p:tav>
                                        <p:tav tm="100000">
                                          <p:val>
                                            <p:strVal val="#ppt_y"/>
                                          </p:val>
                                        </p:tav>
                                      </p:tavLst>
                                    </p:anim>
                                  </p:childTnLst>
                                </p:cTn>
                              </p:par>
                            </p:childTnLst>
                          </p:cTn>
                        </p:par>
                        <p:par>
                          <p:cTn id="58" fill="hold">
                            <p:stCondLst>
                              <p:cond delay="9000"/>
                            </p:stCondLst>
                            <p:childTnLst>
                              <p:par>
                                <p:cTn id="59" presetID="42" presetClass="entr" presetSubtype="0" fill="hold" nodeType="afterEffect">
                                  <p:stCondLst>
                                    <p:cond delay="0"/>
                                  </p:stCondLst>
                                  <p:childTnLst>
                                    <p:set>
                                      <p:cBhvr>
                                        <p:cTn id="60" dur="1" fill="hold">
                                          <p:stCondLst>
                                            <p:cond delay="0"/>
                                          </p:stCondLst>
                                        </p:cTn>
                                        <p:tgtEl>
                                          <p:spTgt spid="59">
                                            <p:txEl>
                                              <p:pRg st="8" end="8"/>
                                            </p:txEl>
                                          </p:spTgt>
                                        </p:tgtEl>
                                        <p:attrNameLst>
                                          <p:attrName>style.visibility</p:attrName>
                                        </p:attrNameLst>
                                      </p:cBhvr>
                                      <p:to>
                                        <p:strVal val="visible"/>
                                      </p:to>
                                    </p:set>
                                    <p:animEffect transition="in" filter="fade">
                                      <p:cBhvr>
                                        <p:cTn id="61" dur="1000"/>
                                        <p:tgtEl>
                                          <p:spTgt spid="59">
                                            <p:txEl>
                                              <p:pRg st="8" end="8"/>
                                            </p:txEl>
                                          </p:spTgt>
                                        </p:tgtEl>
                                      </p:cBhvr>
                                    </p:animEffect>
                                    <p:anim calcmode="lin" valueType="num">
                                      <p:cBhvr>
                                        <p:cTn id="62" dur="1000" fill="hold"/>
                                        <p:tgtEl>
                                          <p:spTgt spid="59">
                                            <p:txEl>
                                              <p:pRg st="8" end="8"/>
                                            </p:txEl>
                                          </p:spTgt>
                                        </p:tgtEl>
                                        <p:attrNameLst>
                                          <p:attrName>ppt_x</p:attrName>
                                        </p:attrNameLst>
                                      </p:cBhvr>
                                      <p:tavLst>
                                        <p:tav tm="0">
                                          <p:val>
                                            <p:strVal val="#ppt_x"/>
                                          </p:val>
                                        </p:tav>
                                        <p:tav tm="100000">
                                          <p:val>
                                            <p:strVal val="#ppt_x"/>
                                          </p:val>
                                        </p:tav>
                                      </p:tavLst>
                                    </p:anim>
                                    <p:anim calcmode="lin" valueType="num">
                                      <p:cBhvr>
                                        <p:cTn id="63" dur="1000" fill="hold"/>
                                        <p:tgtEl>
                                          <p:spTgt spid="59">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9"/>
            <a:ext cx="10872871"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اعلان مسیر </a:t>
            </a:r>
            <a:r>
              <a:rPr lang="en-US" sz="2000" b="1" dirty="0">
                <a:solidFill>
                  <a:srgbClr val="1F1FFF"/>
                </a:solidFill>
                <a:latin typeface="IRANSans(FaNum)" panose="02040503050201020203" pitchFamily="18" charset="-78"/>
              </a:rPr>
              <a:t>BGP</a:t>
            </a:r>
            <a:endParaRPr lang="fa-IR" sz="2000" b="1" dirty="0">
              <a:solidFill>
                <a:srgbClr val="1F1F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2B42B91D-D78B-1036-4A67-6A4F807D0EF4}"/>
              </a:ext>
            </a:extLst>
          </p:cNvPr>
          <p:cNvGrpSpPr/>
          <p:nvPr/>
        </p:nvGrpSpPr>
        <p:grpSpPr>
          <a:xfrm>
            <a:off x="1113403" y="1622876"/>
            <a:ext cx="9801110" cy="2876474"/>
            <a:chOff x="1426553" y="3694542"/>
            <a:chExt cx="9801110" cy="2876474"/>
          </a:xfrm>
        </p:grpSpPr>
        <p:grpSp>
          <p:nvGrpSpPr>
            <p:cNvPr id="9" name="Group 8">
              <a:extLst>
                <a:ext uri="{FF2B5EF4-FFF2-40B4-BE49-F238E27FC236}">
                  <a16:creationId xmlns:a16="http://schemas.microsoft.com/office/drawing/2014/main" id="{F7147A02-F16D-3AF5-6DD0-0BA507FF61FD}"/>
                </a:ext>
              </a:extLst>
            </p:cNvPr>
            <p:cNvGrpSpPr/>
            <p:nvPr/>
          </p:nvGrpSpPr>
          <p:grpSpPr>
            <a:xfrm>
              <a:off x="1426553" y="3694542"/>
              <a:ext cx="9249542" cy="2876474"/>
              <a:chOff x="1426553" y="3694542"/>
              <a:chExt cx="9249542" cy="2876474"/>
            </a:xfrm>
          </p:grpSpPr>
          <p:grpSp>
            <p:nvGrpSpPr>
              <p:cNvPr id="28" name="Group 27">
                <a:extLst>
                  <a:ext uri="{FF2B5EF4-FFF2-40B4-BE49-F238E27FC236}">
                    <a16:creationId xmlns:a16="http://schemas.microsoft.com/office/drawing/2014/main" id="{74633AF0-1DF2-97D7-B0B7-1D926470121C}"/>
                  </a:ext>
                </a:extLst>
              </p:cNvPr>
              <p:cNvGrpSpPr/>
              <p:nvPr/>
            </p:nvGrpSpPr>
            <p:grpSpPr>
              <a:xfrm>
                <a:off x="4625977" y="4850481"/>
                <a:ext cx="2545688" cy="1720535"/>
                <a:chOff x="4625977" y="4850481"/>
                <a:chExt cx="2545688" cy="1720535"/>
              </a:xfrm>
            </p:grpSpPr>
            <p:grpSp>
              <p:nvGrpSpPr>
                <p:cNvPr id="548" name="Group 547">
                  <a:extLst>
                    <a:ext uri="{FF2B5EF4-FFF2-40B4-BE49-F238E27FC236}">
                      <a16:creationId xmlns:a16="http://schemas.microsoft.com/office/drawing/2014/main" id="{B09E14D2-56F7-1B06-508B-A92AA1284ABC}"/>
                    </a:ext>
                  </a:extLst>
                </p:cNvPr>
                <p:cNvGrpSpPr/>
                <p:nvPr/>
              </p:nvGrpSpPr>
              <p:grpSpPr>
                <a:xfrm>
                  <a:off x="4625977" y="4850481"/>
                  <a:ext cx="2545688" cy="1720535"/>
                  <a:chOff x="-2170772" y="2784954"/>
                  <a:chExt cx="2712783" cy="1853712"/>
                </a:xfrm>
              </p:grpSpPr>
              <p:sp>
                <p:nvSpPr>
                  <p:cNvPr id="550" name="Freeform 2">
                    <a:extLst>
                      <a:ext uri="{FF2B5EF4-FFF2-40B4-BE49-F238E27FC236}">
                        <a16:creationId xmlns:a16="http://schemas.microsoft.com/office/drawing/2014/main" id="{ECD7EE71-C4C2-2B8E-BEC4-88215771FDDA}"/>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1" name="Group 550">
                    <a:extLst>
                      <a:ext uri="{FF2B5EF4-FFF2-40B4-BE49-F238E27FC236}">
                        <a16:creationId xmlns:a16="http://schemas.microsoft.com/office/drawing/2014/main" id="{1E16B807-7002-32EA-900A-32A6D928A2B0}"/>
                      </a:ext>
                    </a:extLst>
                  </p:cNvPr>
                  <p:cNvGrpSpPr/>
                  <p:nvPr/>
                </p:nvGrpSpPr>
                <p:grpSpPr>
                  <a:xfrm>
                    <a:off x="-1935370" y="2935816"/>
                    <a:ext cx="2333625" cy="1590649"/>
                    <a:chOff x="833331" y="2873352"/>
                    <a:chExt cx="2333625" cy="1590649"/>
                  </a:xfrm>
                </p:grpSpPr>
                <p:grpSp>
                  <p:nvGrpSpPr>
                    <p:cNvPr id="552" name="Group 551">
                      <a:extLst>
                        <a:ext uri="{FF2B5EF4-FFF2-40B4-BE49-F238E27FC236}">
                          <a16:creationId xmlns:a16="http://schemas.microsoft.com/office/drawing/2014/main" id="{AD63426D-44C4-B8BB-7D6B-42964C997CE2}"/>
                        </a:ext>
                      </a:extLst>
                    </p:cNvPr>
                    <p:cNvGrpSpPr/>
                    <p:nvPr/>
                  </p:nvGrpSpPr>
                  <p:grpSpPr>
                    <a:xfrm>
                      <a:off x="1736090" y="2873352"/>
                      <a:ext cx="565150" cy="369332"/>
                      <a:chOff x="1736090" y="2873352"/>
                      <a:chExt cx="565150" cy="369332"/>
                    </a:xfrm>
                  </p:grpSpPr>
                  <p:grpSp>
                    <p:nvGrpSpPr>
                      <p:cNvPr id="598" name="Group 327">
                        <a:extLst>
                          <a:ext uri="{FF2B5EF4-FFF2-40B4-BE49-F238E27FC236}">
                            <a16:creationId xmlns:a16="http://schemas.microsoft.com/office/drawing/2014/main" id="{98918EFE-DA7E-35BD-DB37-CB6EB223C3EF}"/>
                          </a:ext>
                        </a:extLst>
                      </p:cNvPr>
                      <p:cNvGrpSpPr>
                        <a:grpSpLocks/>
                      </p:cNvGrpSpPr>
                      <p:nvPr/>
                    </p:nvGrpSpPr>
                    <p:grpSpPr bwMode="auto">
                      <a:xfrm>
                        <a:off x="1736090" y="2893762"/>
                        <a:ext cx="565150" cy="292100"/>
                        <a:chOff x="1871277" y="1576300"/>
                        <a:chExt cx="1128371" cy="437861"/>
                      </a:xfrm>
                    </p:grpSpPr>
                    <p:sp>
                      <p:nvSpPr>
                        <p:cNvPr id="602" name="Oval 601">
                          <a:extLst>
                            <a:ext uri="{FF2B5EF4-FFF2-40B4-BE49-F238E27FC236}">
                              <a16:creationId xmlns:a16="http://schemas.microsoft.com/office/drawing/2014/main" id="{D2F33187-029E-0A00-4DD3-A1C68955663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3" name="Rectangle 602">
                          <a:extLst>
                            <a:ext uri="{FF2B5EF4-FFF2-40B4-BE49-F238E27FC236}">
                              <a16:creationId xmlns:a16="http://schemas.microsoft.com/office/drawing/2014/main" id="{71B9C913-9205-C166-6C5B-F413BC46112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4" name="Oval 603">
                          <a:extLst>
                            <a:ext uri="{FF2B5EF4-FFF2-40B4-BE49-F238E27FC236}">
                              <a16:creationId xmlns:a16="http://schemas.microsoft.com/office/drawing/2014/main" id="{98512AD0-6AC5-E4F9-5894-5B968D5CCB1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5" name="Freeform 383">
                          <a:extLst>
                            <a:ext uri="{FF2B5EF4-FFF2-40B4-BE49-F238E27FC236}">
                              <a16:creationId xmlns:a16="http://schemas.microsoft.com/office/drawing/2014/main" id="{59BE2071-51B8-318C-CA48-EE11E8E037C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6" name="Freeform 384">
                          <a:extLst>
                            <a:ext uri="{FF2B5EF4-FFF2-40B4-BE49-F238E27FC236}">
                              <a16:creationId xmlns:a16="http://schemas.microsoft.com/office/drawing/2014/main" id="{0AE6FBDA-F613-D6E1-1DC8-39BDAA18D2F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7" name="Freeform 385">
                          <a:extLst>
                            <a:ext uri="{FF2B5EF4-FFF2-40B4-BE49-F238E27FC236}">
                              <a16:creationId xmlns:a16="http://schemas.microsoft.com/office/drawing/2014/main" id="{83B210E6-BCA2-39D9-E6AC-91B74BC984B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8" name="Freeform 386">
                          <a:extLst>
                            <a:ext uri="{FF2B5EF4-FFF2-40B4-BE49-F238E27FC236}">
                              <a16:creationId xmlns:a16="http://schemas.microsoft.com/office/drawing/2014/main" id="{8C60DBDC-7C23-13D5-EEE2-EE46CDD1F47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09" name="Straight Connector 608">
                          <a:extLst>
                            <a:ext uri="{FF2B5EF4-FFF2-40B4-BE49-F238E27FC236}">
                              <a16:creationId xmlns:a16="http://schemas.microsoft.com/office/drawing/2014/main" id="{09456295-A881-60E4-3933-6DACA79657A0}"/>
                            </a:ext>
                          </a:extLst>
                        </p:cNvPr>
                        <p:cNvCxnSpPr>
                          <a:endCxn id="60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10" name="Straight Connector 609">
                          <a:extLst>
                            <a:ext uri="{FF2B5EF4-FFF2-40B4-BE49-F238E27FC236}">
                              <a16:creationId xmlns:a16="http://schemas.microsoft.com/office/drawing/2014/main" id="{93494897-9936-CBE3-6E4A-3BECC19993F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99" name="Group 598">
                        <a:extLst>
                          <a:ext uri="{FF2B5EF4-FFF2-40B4-BE49-F238E27FC236}">
                            <a16:creationId xmlns:a16="http://schemas.microsoft.com/office/drawing/2014/main" id="{0A180D54-08C3-AAE4-34C0-E72DB09D2563}"/>
                          </a:ext>
                        </a:extLst>
                      </p:cNvPr>
                      <p:cNvGrpSpPr/>
                      <p:nvPr/>
                    </p:nvGrpSpPr>
                    <p:grpSpPr>
                      <a:xfrm>
                        <a:off x="1770362" y="2873352"/>
                        <a:ext cx="441422" cy="369332"/>
                        <a:chOff x="667045" y="1708643"/>
                        <a:chExt cx="441422" cy="369332"/>
                      </a:xfrm>
                    </p:grpSpPr>
                    <p:sp>
                      <p:nvSpPr>
                        <p:cNvPr id="600" name="Oval 599">
                          <a:extLst>
                            <a:ext uri="{FF2B5EF4-FFF2-40B4-BE49-F238E27FC236}">
                              <a16:creationId xmlns:a16="http://schemas.microsoft.com/office/drawing/2014/main" id="{0B23B759-11AD-5F0C-F9AE-FDB318D3BE7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1" name="TextBox 600">
                          <a:extLst>
                            <a:ext uri="{FF2B5EF4-FFF2-40B4-BE49-F238E27FC236}">
                              <a16:creationId xmlns:a16="http://schemas.microsoft.com/office/drawing/2014/main" id="{996EE568-8F3A-77E7-5FB8-478477B7AF25}"/>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553" name="Group 552">
                      <a:extLst>
                        <a:ext uri="{FF2B5EF4-FFF2-40B4-BE49-F238E27FC236}">
                          <a16:creationId xmlns:a16="http://schemas.microsoft.com/office/drawing/2014/main" id="{1C9B16F9-63C9-5420-7802-0839E9A98069}"/>
                        </a:ext>
                      </a:extLst>
                    </p:cNvPr>
                    <p:cNvGrpSpPr/>
                    <p:nvPr/>
                  </p:nvGrpSpPr>
                  <p:grpSpPr>
                    <a:xfrm>
                      <a:off x="1740320" y="4094669"/>
                      <a:ext cx="565150" cy="369332"/>
                      <a:chOff x="1736090" y="2873352"/>
                      <a:chExt cx="565150" cy="369332"/>
                    </a:xfrm>
                  </p:grpSpPr>
                  <p:grpSp>
                    <p:nvGrpSpPr>
                      <p:cNvPr id="585" name="Group 327">
                        <a:extLst>
                          <a:ext uri="{FF2B5EF4-FFF2-40B4-BE49-F238E27FC236}">
                            <a16:creationId xmlns:a16="http://schemas.microsoft.com/office/drawing/2014/main" id="{0D17D786-BA7E-EF8D-91A5-700FA7C360B3}"/>
                          </a:ext>
                        </a:extLst>
                      </p:cNvPr>
                      <p:cNvGrpSpPr>
                        <a:grpSpLocks/>
                      </p:cNvGrpSpPr>
                      <p:nvPr/>
                    </p:nvGrpSpPr>
                    <p:grpSpPr bwMode="auto">
                      <a:xfrm>
                        <a:off x="1736090" y="2893762"/>
                        <a:ext cx="565150" cy="292100"/>
                        <a:chOff x="1871277" y="1576300"/>
                        <a:chExt cx="1128371" cy="437861"/>
                      </a:xfrm>
                    </p:grpSpPr>
                    <p:sp>
                      <p:nvSpPr>
                        <p:cNvPr id="589" name="Oval 588">
                          <a:extLst>
                            <a:ext uri="{FF2B5EF4-FFF2-40B4-BE49-F238E27FC236}">
                              <a16:creationId xmlns:a16="http://schemas.microsoft.com/office/drawing/2014/main" id="{F7C8B8D8-4907-5BE6-7332-8879B38A5813}"/>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90" name="Rectangle 589">
                          <a:extLst>
                            <a:ext uri="{FF2B5EF4-FFF2-40B4-BE49-F238E27FC236}">
                              <a16:creationId xmlns:a16="http://schemas.microsoft.com/office/drawing/2014/main" id="{5AA0FEDB-3CB5-C5F1-A3E6-F1606432669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1" name="Oval 590">
                          <a:extLst>
                            <a:ext uri="{FF2B5EF4-FFF2-40B4-BE49-F238E27FC236}">
                              <a16:creationId xmlns:a16="http://schemas.microsoft.com/office/drawing/2014/main" id="{289D6D75-8203-8688-4948-2F8986B6A5B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92" name="Freeform 370">
                          <a:extLst>
                            <a:ext uri="{FF2B5EF4-FFF2-40B4-BE49-F238E27FC236}">
                              <a16:creationId xmlns:a16="http://schemas.microsoft.com/office/drawing/2014/main" id="{4800A9BE-9B50-D81A-4275-47EF14CBFDF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3" name="Freeform 371">
                          <a:extLst>
                            <a:ext uri="{FF2B5EF4-FFF2-40B4-BE49-F238E27FC236}">
                              <a16:creationId xmlns:a16="http://schemas.microsoft.com/office/drawing/2014/main" id="{9B6DD0BB-5D6D-CE80-6DD7-5D6D6C892DE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4" name="Freeform 372">
                          <a:extLst>
                            <a:ext uri="{FF2B5EF4-FFF2-40B4-BE49-F238E27FC236}">
                              <a16:creationId xmlns:a16="http://schemas.microsoft.com/office/drawing/2014/main" id="{C27CEAA4-EC4F-096F-7D7E-67B7F59DD2C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5" name="Freeform 373">
                          <a:extLst>
                            <a:ext uri="{FF2B5EF4-FFF2-40B4-BE49-F238E27FC236}">
                              <a16:creationId xmlns:a16="http://schemas.microsoft.com/office/drawing/2014/main" id="{3BD9A98E-490F-81A6-F708-6B6C940527F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96" name="Straight Connector 595">
                          <a:extLst>
                            <a:ext uri="{FF2B5EF4-FFF2-40B4-BE49-F238E27FC236}">
                              <a16:creationId xmlns:a16="http://schemas.microsoft.com/office/drawing/2014/main" id="{6F110353-FA21-0471-7148-A4C5E1C44D0A}"/>
                            </a:ext>
                          </a:extLst>
                        </p:cNvPr>
                        <p:cNvCxnSpPr>
                          <a:endCxn id="59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97" name="Straight Connector 596">
                          <a:extLst>
                            <a:ext uri="{FF2B5EF4-FFF2-40B4-BE49-F238E27FC236}">
                              <a16:creationId xmlns:a16="http://schemas.microsoft.com/office/drawing/2014/main" id="{39E1953B-9657-CA99-16ED-814A5A940CB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86" name="Group 585">
                        <a:extLst>
                          <a:ext uri="{FF2B5EF4-FFF2-40B4-BE49-F238E27FC236}">
                            <a16:creationId xmlns:a16="http://schemas.microsoft.com/office/drawing/2014/main" id="{AF9013CC-ADFF-D286-517C-FB1616D770E1}"/>
                          </a:ext>
                        </a:extLst>
                      </p:cNvPr>
                      <p:cNvGrpSpPr/>
                      <p:nvPr/>
                    </p:nvGrpSpPr>
                    <p:grpSpPr>
                      <a:xfrm>
                        <a:off x="1770362" y="2873352"/>
                        <a:ext cx="441422" cy="369332"/>
                        <a:chOff x="667045" y="1708643"/>
                        <a:chExt cx="441422" cy="369332"/>
                      </a:xfrm>
                    </p:grpSpPr>
                    <p:sp>
                      <p:nvSpPr>
                        <p:cNvPr id="587" name="Oval 586">
                          <a:extLst>
                            <a:ext uri="{FF2B5EF4-FFF2-40B4-BE49-F238E27FC236}">
                              <a16:creationId xmlns:a16="http://schemas.microsoft.com/office/drawing/2014/main" id="{837010CC-9CDF-79CE-6359-0340EF66B331}"/>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8" name="TextBox 587">
                          <a:extLst>
                            <a:ext uri="{FF2B5EF4-FFF2-40B4-BE49-F238E27FC236}">
                              <a16:creationId xmlns:a16="http://schemas.microsoft.com/office/drawing/2014/main" id="{349732D8-C082-8706-AE11-A3EB6570E897}"/>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554" name="Group 553">
                      <a:extLst>
                        <a:ext uri="{FF2B5EF4-FFF2-40B4-BE49-F238E27FC236}">
                          <a16:creationId xmlns:a16="http://schemas.microsoft.com/office/drawing/2014/main" id="{DA67FAA3-527E-7FEC-6C97-C2B8BB03C7A4}"/>
                        </a:ext>
                      </a:extLst>
                    </p:cNvPr>
                    <p:cNvGrpSpPr/>
                    <p:nvPr/>
                  </p:nvGrpSpPr>
                  <p:grpSpPr>
                    <a:xfrm>
                      <a:off x="2601806" y="3485072"/>
                      <a:ext cx="565150" cy="369332"/>
                      <a:chOff x="1736090" y="2873352"/>
                      <a:chExt cx="565150" cy="369332"/>
                    </a:xfrm>
                  </p:grpSpPr>
                  <p:grpSp>
                    <p:nvGrpSpPr>
                      <p:cNvPr id="572" name="Group 327">
                        <a:extLst>
                          <a:ext uri="{FF2B5EF4-FFF2-40B4-BE49-F238E27FC236}">
                            <a16:creationId xmlns:a16="http://schemas.microsoft.com/office/drawing/2014/main" id="{8B55B99E-89F2-A701-75C6-CE24B2198DD6}"/>
                          </a:ext>
                        </a:extLst>
                      </p:cNvPr>
                      <p:cNvGrpSpPr>
                        <a:grpSpLocks/>
                      </p:cNvGrpSpPr>
                      <p:nvPr/>
                    </p:nvGrpSpPr>
                    <p:grpSpPr bwMode="auto">
                      <a:xfrm>
                        <a:off x="1736090" y="2893762"/>
                        <a:ext cx="565150" cy="292100"/>
                        <a:chOff x="1871277" y="1576300"/>
                        <a:chExt cx="1128371" cy="437861"/>
                      </a:xfrm>
                    </p:grpSpPr>
                    <p:sp>
                      <p:nvSpPr>
                        <p:cNvPr id="576" name="Oval 575">
                          <a:extLst>
                            <a:ext uri="{FF2B5EF4-FFF2-40B4-BE49-F238E27FC236}">
                              <a16:creationId xmlns:a16="http://schemas.microsoft.com/office/drawing/2014/main" id="{F3C6925B-5DF9-0EC9-91F1-7243BA6964F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77" name="Rectangle 576">
                          <a:extLst>
                            <a:ext uri="{FF2B5EF4-FFF2-40B4-BE49-F238E27FC236}">
                              <a16:creationId xmlns:a16="http://schemas.microsoft.com/office/drawing/2014/main" id="{68094456-192F-CB3F-DB72-EF3AB4381EF7}"/>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8" name="Oval 577">
                          <a:extLst>
                            <a:ext uri="{FF2B5EF4-FFF2-40B4-BE49-F238E27FC236}">
                              <a16:creationId xmlns:a16="http://schemas.microsoft.com/office/drawing/2014/main" id="{5B85930D-B20B-CF5D-E427-9990D0155FA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79" name="Freeform 357">
                          <a:extLst>
                            <a:ext uri="{FF2B5EF4-FFF2-40B4-BE49-F238E27FC236}">
                              <a16:creationId xmlns:a16="http://schemas.microsoft.com/office/drawing/2014/main" id="{9CD48388-1D0B-490A-F56B-4CED4F4972D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0" name="Freeform 358">
                          <a:extLst>
                            <a:ext uri="{FF2B5EF4-FFF2-40B4-BE49-F238E27FC236}">
                              <a16:creationId xmlns:a16="http://schemas.microsoft.com/office/drawing/2014/main" id="{DC68FBE8-C2F1-2E6D-D7E0-5BFED861C89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1" name="Freeform 359">
                          <a:extLst>
                            <a:ext uri="{FF2B5EF4-FFF2-40B4-BE49-F238E27FC236}">
                              <a16:creationId xmlns:a16="http://schemas.microsoft.com/office/drawing/2014/main" id="{360ED744-FA82-C029-C385-12BCA5790B4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2" name="Freeform 360">
                          <a:extLst>
                            <a:ext uri="{FF2B5EF4-FFF2-40B4-BE49-F238E27FC236}">
                              <a16:creationId xmlns:a16="http://schemas.microsoft.com/office/drawing/2014/main" id="{62776A4B-1D10-28B4-6D02-F9492AACCF53}"/>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83" name="Straight Connector 582">
                          <a:extLst>
                            <a:ext uri="{FF2B5EF4-FFF2-40B4-BE49-F238E27FC236}">
                              <a16:creationId xmlns:a16="http://schemas.microsoft.com/office/drawing/2014/main" id="{3EEC57B9-E445-5983-3B88-6E704173FD11}"/>
                            </a:ext>
                          </a:extLst>
                        </p:cNvPr>
                        <p:cNvCxnSpPr>
                          <a:endCxn id="57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84" name="Straight Connector 583">
                          <a:extLst>
                            <a:ext uri="{FF2B5EF4-FFF2-40B4-BE49-F238E27FC236}">
                              <a16:creationId xmlns:a16="http://schemas.microsoft.com/office/drawing/2014/main" id="{258EB3C6-F624-2EF0-E931-59B917D31056}"/>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73" name="Group 572">
                        <a:extLst>
                          <a:ext uri="{FF2B5EF4-FFF2-40B4-BE49-F238E27FC236}">
                            <a16:creationId xmlns:a16="http://schemas.microsoft.com/office/drawing/2014/main" id="{63EC6D30-7185-F485-211C-CD27732BE6F7}"/>
                          </a:ext>
                        </a:extLst>
                      </p:cNvPr>
                      <p:cNvGrpSpPr/>
                      <p:nvPr/>
                    </p:nvGrpSpPr>
                    <p:grpSpPr>
                      <a:xfrm>
                        <a:off x="1770362" y="2873352"/>
                        <a:ext cx="428460" cy="369332"/>
                        <a:chOff x="667045" y="1708643"/>
                        <a:chExt cx="428460" cy="369332"/>
                      </a:xfrm>
                    </p:grpSpPr>
                    <p:sp>
                      <p:nvSpPr>
                        <p:cNvPr id="574" name="Oval 573">
                          <a:extLst>
                            <a:ext uri="{FF2B5EF4-FFF2-40B4-BE49-F238E27FC236}">
                              <a16:creationId xmlns:a16="http://schemas.microsoft.com/office/drawing/2014/main" id="{F86E4C0F-042D-03C0-E5A4-1E35A37EEFB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5" name="TextBox 574">
                          <a:extLst>
                            <a:ext uri="{FF2B5EF4-FFF2-40B4-BE49-F238E27FC236}">
                              <a16:creationId xmlns:a16="http://schemas.microsoft.com/office/drawing/2014/main" id="{51870FE4-1FA4-6CE8-66F5-0CB03E8838C2}"/>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555" name="Group 554">
                      <a:extLst>
                        <a:ext uri="{FF2B5EF4-FFF2-40B4-BE49-F238E27FC236}">
                          <a16:creationId xmlns:a16="http://schemas.microsoft.com/office/drawing/2014/main" id="{09CE252A-A891-9B4C-0D35-FA848F2412AB}"/>
                        </a:ext>
                      </a:extLst>
                    </p:cNvPr>
                    <p:cNvGrpSpPr/>
                    <p:nvPr/>
                  </p:nvGrpSpPr>
                  <p:grpSpPr>
                    <a:xfrm>
                      <a:off x="833331" y="3478719"/>
                      <a:ext cx="565150" cy="369332"/>
                      <a:chOff x="1736090" y="2873352"/>
                      <a:chExt cx="565150" cy="369332"/>
                    </a:xfrm>
                  </p:grpSpPr>
                  <p:grpSp>
                    <p:nvGrpSpPr>
                      <p:cNvPr id="559" name="Group 327">
                        <a:extLst>
                          <a:ext uri="{FF2B5EF4-FFF2-40B4-BE49-F238E27FC236}">
                            <a16:creationId xmlns:a16="http://schemas.microsoft.com/office/drawing/2014/main" id="{AD320E40-0128-FB76-AAA8-3F0FC8ECC245}"/>
                          </a:ext>
                        </a:extLst>
                      </p:cNvPr>
                      <p:cNvGrpSpPr>
                        <a:grpSpLocks/>
                      </p:cNvGrpSpPr>
                      <p:nvPr/>
                    </p:nvGrpSpPr>
                    <p:grpSpPr bwMode="auto">
                      <a:xfrm>
                        <a:off x="1736090" y="2893762"/>
                        <a:ext cx="565150" cy="292100"/>
                        <a:chOff x="1871277" y="1576300"/>
                        <a:chExt cx="1128371" cy="437861"/>
                      </a:xfrm>
                    </p:grpSpPr>
                    <p:sp>
                      <p:nvSpPr>
                        <p:cNvPr id="563" name="Oval 562">
                          <a:extLst>
                            <a:ext uri="{FF2B5EF4-FFF2-40B4-BE49-F238E27FC236}">
                              <a16:creationId xmlns:a16="http://schemas.microsoft.com/office/drawing/2014/main" id="{87A44B99-34EB-34B7-F673-91FE84676A9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4" name="Rectangle 563">
                          <a:extLst>
                            <a:ext uri="{FF2B5EF4-FFF2-40B4-BE49-F238E27FC236}">
                              <a16:creationId xmlns:a16="http://schemas.microsoft.com/office/drawing/2014/main" id="{34B4C141-E31D-78F1-7CEA-12DD4972B8E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5" name="Oval 564">
                          <a:extLst>
                            <a:ext uri="{FF2B5EF4-FFF2-40B4-BE49-F238E27FC236}">
                              <a16:creationId xmlns:a16="http://schemas.microsoft.com/office/drawing/2014/main" id="{72DC8BCE-3FBD-810F-E2C8-2E64E3E762B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6" name="Freeform 344">
                          <a:extLst>
                            <a:ext uri="{FF2B5EF4-FFF2-40B4-BE49-F238E27FC236}">
                              <a16:creationId xmlns:a16="http://schemas.microsoft.com/office/drawing/2014/main" id="{F4622BE2-F396-54EA-CC5A-01FDB5240AB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7" name="Freeform 345">
                          <a:extLst>
                            <a:ext uri="{FF2B5EF4-FFF2-40B4-BE49-F238E27FC236}">
                              <a16:creationId xmlns:a16="http://schemas.microsoft.com/office/drawing/2014/main" id="{8D29E31F-6FED-C018-4A2A-EBBBB64E92C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8" name="Freeform 346">
                          <a:extLst>
                            <a:ext uri="{FF2B5EF4-FFF2-40B4-BE49-F238E27FC236}">
                              <a16:creationId xmlns:a16="http://schemas.microsoft.com/office/drawing/2014/main" id="{444F95DE-EE65-7B02-7460-836DAC27CB59}"/>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9" name="Freeform 347">
                          <a:extLst>
                            <a:ext uri="{FF2B5EF4-FFF2-40B4-BE49-F238E27FC236}">
                              <a16:creationId xmlns:a16="http://schemas.microsoft.com/office/drawing/2014/main" id="{B0A92269-BE4E-F19B-4637-BFBCC04BCAD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70" name="Straight Connector 569">
                          <a:extLst>
                            <a:ext uri="{FF2B5EF4-FFF2-40B4-BE49-F238E27FC236}">
                              <a16:creationId xmlns:a16="http://schemas.microsoft.com/office/drawing/2014/main" id="{7ED71670-B6DE-02AD-2F2F-89D51493470D}"/>
                            </a:ext>
                          </a:extLst>
                        </p:cNvPr>
                        <p:cNvCxnSpPr>
                          <a:endCxn id="56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71" name="Straight Connector 570">
                          <a:extLst>
                            <a:ext uri="{FF2B5EF4-FFF2-40B4-BE49-F238E27FC236}">
                              <a16:creationId xmlns:a16="http://schemas.microsoft.com/office/drawing/2014/main" id="{A81F77BF-B3D7-903D-8E6E-2D88932590D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60" name="Group 559">
                        <a:extLst>
                          <a:ext uri="{FF2B5EF4-FFF2-40B4-BE49-F238E27FC236}">
                            <a16:creationId xmlns:a16="http://schemas.microsoft.com/office/drawing/2014/main" id="{3B915BFC-9617-2A39-92FE-19F120CF1F96}"/>
                          </a:ext>
                        </a:extLst>
                      </p:cNvPr>
                      <p:cNvGrpSpPr/>
                      <p:nvPr/>
                    </p:nvGrpSpPr>
                    <p:grpSpPr>
                      <a:xfrm>
                        <a:off x="1770362" y="2873352"/>
                        <a:ext cx="441422" cy="369332"/>
                        <a:chOff x="667045" y="1708643"/>
                        <a:chExt cx="441422" cy="369332"/>
                      </a:xfrm>
                    </p:grpSpPr>
                    <p:sp>
                      <p:nvSpPr>
                        <p:cNvPr id="561" name="Oval 560">
                          <a:extLst>
                            <a:ext uri="{FF2B5EF4-FFF2-40B4-BE49-F238E27FC236}">
                              <a16:creationId xmlns:a16="http://schemas.microsoft.com/office/drawing/2014/main" id="{DE37BD02-7558-8BEA-F129-90593F134C7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2" name="TextBox 561">
                          <a:extLst>
                            <a:ext uri="{FF2B5EF4-FFF2-40B4-BE49-F238E27FC236}">
                              <a16:creationId xmlns:a16="http://schemas.microsoft.com/office/drawing/2014/main" id="{217E64C1-9E1F-9D0A-978C-40659AB5CFFC}"/>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556" name="Straight Connector 555">
                      <a:extLst>
                        <a:ext uri="{FF2B5EF4-FFF2-40B4-BE49-F238E27FC236}">
                          <a16:creationId xmlns:a16="http://schemas.microsoft.com/office/drawing/2014/main" id="{F131191F-E71F-7E7C-9A65-3D338423955B}"/>
                        </a:ext>
                      </a:extLst>
                    </p:cNvPr>
                    <p:cNvCxnSpPr>
                      <a:stCxn id="602"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57" name="Straight Connector 556">
                      <a:extLst>
                        <a:ext uri="{FF2B5EF4-FFF2-40B4-BE49-F238E27FC236}">
                          <a16:creationId xmlns:a16="http://schemas.microsoft.com/office/drawing/2014/main" id="{018DE856-2AD6-1128-5845-DEB48AFE2255}"/>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58" name="Straight Connector 557">
                      <a:extLst>
                        <a:ext uri="{FF2B5EF4-FFF2-40B4-BE49-F238E27FC236}">
                          <a16:creationId xmlns:a16="http://schemas.microsoft.com/office/drawing/2014/main" id="{83735D2C-B2BE-F241-4AA4-D84869EBD566}"/>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549" name="TextBox 548">
                  <a:extLst>
                    <a:ext uri="{FF2B5EF4-FFF2-40B4-BE49-F238E27FC236}">
                      <a16:creationId xmlns:a16="http://schemas.microsoft.com/office/drawing/2014/main" id="{8115D7BB-C9F2-3D4E-E914-B3F4C1FF7DA6}"/>
                    </a:ext>
                  </a:extLst>
                </p:cNvPr>
                <p:cNvSpPr txBox="1"/>
                <p:nvPr/>
              </p:nvSpPr>
              <p:spPr>
                <a:xfrm>
                  <a:off x="4833576" y="4910165"/>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grpSp>
          <p:grpSp>
            <p:nvGrpSpPr>
              <p:cNvPr id="29" name="Group 28">
                <a:extLst>
                  <a:ext uri="{FF2B5EF4-FFF2-40B4-BE49-F238E27FC236}">
                    <a16:creationId xmlns:a16="http://schemas.microsoft.com/office/drawing/2014/main" id="{FDF05898-AEE8-C53B-2505-A1B142476878}"/>
                  </a:ext>
                </a:extLst>
              </p:cNvPr>
              <p:cNvGrpSpPr/>
              <p:nvPr/>
            </p:nvGrpSpPr>
            <p:grpSpPr>
              <a:xfrm>
                <a:off x="8100574" y="3694542"/>
                <a:ext cx="2575521" cy="1672516"/>
                <a:chOff x="8100574" y="3694542"/>
                <a:chExt cx="2575521" cy="1672516"/>
              </a:xfrm>
            </p:grpSpPr>
            <p:sp>
              <p:nvSpPr>
                <p:cNvPr id="482" name="Freeform 2">
                  <a:extLst>
                    <a:ext uri="{FF2B5EF4-FFF2-40B4-BE49-F238E27FC236}">
                      <a16:creationId xmlns:a16="http://schemas.microsoft.com/office/drawing/2014/main" id="{709BCD9A-DDAB-E6B1-65E8-22033BBA7D32}"/>
                    </a:ext>
                  </a:extLst>
                </p:cNvPr>
                <p:cNvSpPr>
                  <a:spLocks/>
                </p:cNvSpPr>
                <p:nvPr/>
              </p:nvSpPr>
              <p:spPr bwMode="auto">
                <a:xfrm>
                  <a:off x="8100574" y="3694542"/>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83" name="Group 482">
                  <a:extLst>
                    <a:ext uri="{FF2B5EF4-FFF2-40B4-BE49-F238E27FC236}">
                      <a16:creationId xmlns:a16="http://schemas.microsoft.com/office/drawing/2014/main" id="{BA220303-9575-BFBA-8A1C-35D7EFFEB0D7}"/>
                    </a:ext>
                  </a:extLst>
                </p:cNvPr>
                <p:cNvGrpSpPr/>
                <p:nvPr/>
              </p:nvGrpSpPr>
              <p:grpSpPr>
                <a:xfrm>
                  <a:off x="8136838" y="3735782"/>
                  <a:ext cx="2402775" cy="1530043"/>
                  <a:chOff x="8136838" y="3735782"/>
                  <a:chExt cx="2402775" cy="1530043"/>
                </a:xfrm>
              </p:grpSpPr>
              <p:grpSp>
                <p:nvGrpSpPr>
                  <p:cNvPr id="484" name="Group 483">
                    <a:extLst>
                      <a:ext uri="{FF2B5EF4-FFF2-40B4-BE49-F238E27FC236}">
                        <a16:creationId xmlns:a16="http://schemas.microsoft.com/office/drawing/2014/main" id="{93EF40E8-59A9-CBA8-76EE-C03DC4BD7ED3}"/>
                      </a:ext>
                    </a:extLst>
                  </p:cNvPr>
                  <p:cNvGrpSpPr/>
                  <p:nvPr/>
                </p:nvGrpSpPr>
                <p:grpSpPr>
                  <a:xfrm>
                    <a:off x="8324065" y="3830658"/>
                    <a:ext cx="2215548" cy="1435167"/>
                    <a:chOff x="833331" y="2873352"/>
                    <a:chExt cx="2333625" cy="1590649"/>
                  </a:xfrm>
                </p:grpSpPr>
                <p:grpSp>
                  <p:nvGrpSpPr>
                    <p:cNvPr id="486" name="Group 485">
                      <a:extLst>
                        <a:ext uri="{FF2B5EF4-FFF2-40B4-BE49-F238E27FC236}">
                          <a16:creationId xmlns:a16="http://schemas.microsoft.com/office/drawing/2014/main" id="{5502AC41-42B8-199F-7FFC-BC13065922A9}"/>
                        </a:ext>
                      </a:extLst>
                    </p:cNvPr>
                    <p:cNvGrpSpPr/>
                    <p:nvPr/>
                  </p:nvGrpSpPr>
                  <p:grpSpPr>
                    <a:xfrm>
                      <a:off x="1736090" y="2873352"/>
                      <a:ext cx="565150" cy="369332"/>
                      <a:chOff x="1736090" y="2873352"/>
                      <a:chExt cx="565150" cy="369332"/>
                    </a:xfrm>
                  </p:grpSpPr>
                  <p:grpSp>
                    <p:nvGrpSpPr>
                      <p:cNvPr id="535" name="Group 327">
                        <a:extLst>
                          <a:ext uri="{FF2B5EF4-FFF2-40B4-BE49-F238E27FC236}">
                            <a16:creationId xmlns:a16="http://schemas.microsoft.com/office/drawing/2014/main" id="{3331E34A-438C-7388-6C82-075D81F6B3A1}"/>
                          </a:ext>
                        </a:extLst>
                      </p:cNvPr>
                      <p:cNvGrpSpPr>
                        <a:grpSpLocks/>
                      </p:cNvGrpSpPr>
                      <p:nvPr/>
                    </p:nvGrpSpPr>
                    <p:grpSpPr bwMode="auto">
                      <a:xfrm>
                        <a:off x="1736090" y="2893762"/>
                        <a:ext cx="565150" cy="292100"/>
                        <a:chOff x="1871277" y="1576300"/>
                        <a:chExt cx="1128371" cy="437861"/>
                      </a:xfrm>
                    </p:grpSpPr>
                    <p:sp>
                      <p:nvSpPr>
                        <p:cNvPr id="539" name="Oval 538">
                          <a:extLst>
                            <a:ext uri="{FF2B5EF4-FFF2-40B4-BE49-F238E27FC236}">
                              <a16:creationId xmlns:a16="http://schemas.microsoft.com/office/drawing/2014/main" id="{EE7CE6E5-B667-2080-ADC4-BC13BA063363}"/>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0" name="Rectangle 539">
                          <a:extLst>
                            <a:ext uri="{FF2B5EF4-FFF2-40B4-BE49-F238E27FC236}">
                              <a16:creationId xmlns:a16="http://schemas.microsoft.com/office/drawing/2014/main" id="{330D9CF3-0101-B849-D716-9766DBC16F8C}"/>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1" name="Oval 540">
                          <a:extLst>
                            <a:ext uri="{FF2B5EF4-FFF2-40B4-BE49-F238E27FC236}">
                              <a16:creationId xmlns:a16="http://schemas.microsoft.com/office/drawing/2014/main" id="{3AB35FA2-5DE4-9E83-5151-935A8C38CEE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2" name="Freeform 449">
                          <a:extLst>
                            <a:ext uri="{FF2B5EF4-FFF2-40B4-BE49-F238E27FC236}">
                              <a16:creationId xmlns:a16="http://schemas.microsoft.com/office/drawing/2014/main" id="{7A583080-8BC3-5AD1-AF76-B608BF3A19FD}"/>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3" name="Freeform 450">
                          <a:extLst>
                            <a:ext uri="{FF2B5EF4-FFF2-40B4-BE49-F238E27FC236}">
                              <a16:creationId xmlns:a16="http://schemas.microsoft.com/office/drawing/2014/main" id="{AC22552F-511C-BCE7-98E4-C2D11BDFD3D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4" name="Freeform 451">
                          <a:extLst>
                            <a:ext uri="{FF2B5EF4-FFF2-40B4-BE49-F238E27FC236}">
                              <a16:creationId xmlns:a16="http://schemas.microsoft.com/office/drawing/2014/main" id="{F1D082F4-D3B7-AA0F-3F7B-D4C4A7561BA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5" name="Freeform 452">
                          <a:extLst>
                            <a:ext uri="{FF2B5EF4-FFF2-40B4-BE49-F238E27FC236}">
                              <a16:creationId xmlns:a16="http://schemas.microsoft.com/office/drawing/2014/main" id="{E4FFEC6F-D842-EE97-C53F-9510A1A7536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46" name="Straight Connector 545">
                          <a:extLst>
                            <a:ext uri="{FF2B5EF4-FFF2-40B4-BE49-F238E27FC236}">
                              <a16:creationId xmlns:a16="http://schemas.microsoft.com/office/drawing/2014/main" id="{FCBE024B-1980-E4EB-6671-DAA942F419B7}"/>
                            </a:ext>
                          </a:extLst>
                        </p:cNvPr>
                        <p:cNvCxnSpPr>
                          <a:endCxn id="54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47" name="Straight Connector 546">
                          <a:extLst>
                            <a:ext uri="{FF2B5EF4-FFF2-40B4-BE49-F238E27FC236}">
                              <a16:creationId xmlns:a16="http://schemas.microsoft.com/office/drawing/2014/main" id="{E3FB1D23-1869-FB06-0B67-F39227CC3F7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36" name="Group 535">
                        <a:extLst>
                          <a:ext uri="{FF2B5EF4-FFF2-40B4-BE49-F238E27FC236}">
                            <a16:creationId xmlns:a16="http://schemas.microsoft.com/office/drawing/2014/main" id="{A2DB911E-2B44-E431-2D7B-E4A05829C2A4}"/>
                          </a:ext>
                        </a:extLst>
                      </p:cNvPr>
                      <p:cNvGrpSpPr/>
                      <p:nvPr/>
                    </p:nvGrpSpPr>
                    <p:grpSpPr>
                      <a:xfrm>
                        <a:off x="1770362" y="2873352"/>
                        <a:ext cx="441422" cy="369332"/>
                        <a:chOff x="667045" y="1708643"/>
                        <a:chExt cx="441422" cy="369332"/>
                      </a:xfrm>
                    </p:grpSpPr>
                    <p:sp>
                      <p:nvSpPr>
                        <p:cNvPr id="537" name="Oval 536">
                          <a:extLst>
                            <a:ext uri="{FF2B5EF4-FFF2-40B4-BE49-F238E27FC236}">
                              <a16:creationId xmlns:a16="http://schemas.microsoft.com/office/drawing/2014/main" id="{FC6FF052-B2C2-E001-2FFE-F38938BFB17A}"/>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8" name="TextBox 537">
                          <a:extLst>
                            <a:ext uri="{FF2B5EF4-FFF2-40B4-BE49-F238E27FC236}">
                              <a16:creationId xmlns:a16="http://schemas.microsoft.com/office/drawing/2014/main" id="{4A23CCEB-1DCB-A69E-2AEA-036E9DC81C0F}"/>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487" name="Group 486">
                      <a:extLst>
                        <a:ext uri="{FF2B5EF4-FFF2-40B4-BE49-F238E27FC236}">
                          <a16:creationId xmlns:a16="http://schemas.microsoft.com/office/drawing/2014/main" id="{42E27680-FE90-3236-D24D-9A2732A06215}"/>
                        </a:ext>
                      </a:extLst>
                    </p:cNvPr>
                    <p:cNvGrpSpPr/>
                    <p:nvPr/>
                  </p:nvGrpSpPr>
                  <p:grpSpPr>
                    <a:xfrm>
                      <a:off x="1740320" y="4094669"/>
                      <a:ext cx="565150" cy="369332"/>
                      <a:chOff x="1736090" y="2873352"/>
                      <a:chExt cx="565150" cy="369332"/>
                    </a:xfrm>
                  </p:grpSpPr>
                  <p:grpSp>
                    <p:nvGrpSpPr>
                      <p:cNvPr id="522" name="Group 327">
                        <a:extLst>
                          <a:ext uri="{FF2B5EF4-FFF2-40B4-BE49-F238E27FC236}">
                            <a16:creationId xmlns:a16="http://schemas.microsoft.com/office/drawing/2014/main" id="{C7056312-D164-C806-AE4A-2ABC98E58E09}"/>
                          </a:ext>
                        </a:extLst>
                      </p:cNvPr>
                      <p:cNvGrpSpPr>
                        <a:grpSpLocks/>
                      </p:cNvGrpSpPr>
                      <p:nvPr/>
                    </p:nvGrpSpPr>
                    <p:grpSpPr bwMode="auto">
                      <a:xfrm>
                        <a:off x="1736090" y="2893762"/>
                        <a:ext cx="565150" cy="292100"/>
                        <a:chOff x="1871277" y="1576300"/>
                        <a:chExt cx="1128371" cy="437861"/>
                      </a:xfrm>
                    </p:grpSpPr>
                    <p:sp>
                      <p:nvSpPr>
                        <p:cNvPr id="526" name="Oval 525">
                          <a:extLst>
                            <a:ext uri="{FF2B5EF4-FFF2-40B4-BE49-F238E27FC236}">
                              <a16:creationId xmlns:a16="http://schemas.microsoft.com/office/drawing/2014/main" id="{1E4E2CDB-79C1-7394-6CA5-81F0783BCFA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7" name="Rectangle 526">
                          <a:extLst>
                            <a:ext uri="{FF2B5EF4-FFF2-40B4-BE49-F238E27FC236}">
                              <a16:creationId xmlns:a16="http://schemas.microsoft.com/office/drawing/2014/main" id="{40A074D1-CA19-2618-F621-78BAC2E65EF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8" name="Oval 527">
                          <a:extLst>
                            <a:ext uri="{FF2B5EF4-FFF2-40B4-BE49-F238E27FC236}">
                              <a16:creationId xmlns:a16="http://schemas.microsoft.com/office/drawing/2014/main" id="{0CD8869E-19B7-058C-3374-71A6A9645EB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9" name="Freeform 436">
                          <a:extLst>
                            <a:ext uri="{FF2B5EF4-FFF2-40B4-BE49-F238E27FC236}">
                              <a16:creationId xmlns:a16="http://schemas.microsoft.com/office/drawing/2014/main" id="{9774D3BC-B959-9D1A-6A2F-7BB1DEFE7F4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0" name="Freeform 437">
                          <a:extLst>
                            <a:ext uri="{FF2B5EF4-FFF2-40B4-BE49-F238E27FC236}">
                              <a16:creationId xmlns:a16="http://schemas.microsoft.com/office/drawing/2014/main" id="{A6B988D8-A9AF-9F64-3B47-8BAA7B54F9D6}"/>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1" name="Freeform 438">
                          <a:extLst>
                            <a:ext uri="{FF2B5EF4-FFF2-40B4-BE49-F238E27FC236}">
                              <a16:creationId xmlns:a16="http://schemas.microsoft.com/office/drawing/2014/main" id="{3BADD709-6884-3B33-EB5A-9C1693BCFDE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2" name="Freeform 439">
                          <a:extLst>
                            <a:ext uri="{FF2B5EF4-FFF2-40B4-BE49-F238E27FC236}">
                              <a16:creationId xmlns:a16="http://schemas.microsoft.com/office/drawing/2014/main" id="{5DAAB799-C84B-B409-8477-A6F17635395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33" name="Straight Connector 532">
                          <a:extLst>
                            <a:ext uri="{FF2B5EF4-FFF2-40B4-BE49-F238E27FC236}">
                              <a16:creationId xmlns:a16="http://schemas.microsoft.com/office/drawing/2014/main" id="{F8D200C4-D9C9-A0C4-599C-C07C5001BE47}"/>
                            </a:ext>
                          </a:extLst>
                        </p:cNvPr>
                        <p:cNvCxnSpPr>
                          <a:endCxn id="52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34" name="Straight Connector 533">
                          <a:extLst>
                            <a:ext uri="{FF2B5EF4-FFF2-40B4-BE49-F238E27FC236}">
                              <a16:creationId xmlns:a16="http://schemas.microsoft.com/office/drawing/2014/main" id="{3884EB09-876D-CA78-A640-11399ACC456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23" name="Group 522">
                        <a:extLst>
                          <a:ext uri="{FF2B5EF4-FFF2-40B4-BE49-F238E27FC236}">
                            <a16:creationId xmlns:a16="http://schemas.microsoft.com/office/drawing/2014/main" id="{856D508B-12BE-5A39-6CA9-C173FB2096FE}"/>
                          </a:ext>
                        </a:extLst>
                      </p:cNvPr>
                      <p:cNvGrpSpPr/>
                      <p:nvPr/>
                    </p:nvGrpSpPr>
                    <p:grpSpPr>
                      <a:xfrm>
                        <a:off x="1770362" y="2873352"/>
                        <a:ext cx="441422" cy="369332"/>
                        <a:chOff x="667045" y="1708643"/>
                        <a:chExt cx="441422" cy="369332"/>
                      </a:xfrm>
                    </p:grpSpPr>
                    <p:sp>
                      <p:nvSpPr>
                        <p:cNvPr id="524" name="Oval 523">
                          <a:extLst>
                            <a:ext uri="{FF2B5EF4-FFF2-40B4-BE49-F238E27FC236}">
                              <a16:creationId xmlns:a16="http://schemas.microsoft.com/office/drawing/2014/main" id="{0F595B2E-83C8-3861-A6A6-CEC5F9F0C632}"/>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5" name="TextBox 524">
                          <a:extLst>
                            <a:ext uri="{FF2B5EF4-FFF2-40B4-BE49-F238E27FC236}">
                              <a16:creationId xmlns:a16="http://schemas.microsoft.com/office/drawing/2014/main" id="{561733F9-9339-1842-53D5-B1317EB4BAE7}"/>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488" name="Group 487">
                      <a:extLst>
                        <a:ext uri="{FF2B5EF4-FFF2-40B4-BE49-F238E27FC236}">
                          <a16:creationId xmlns:a16="http://schemas.microsoft.com/office/drawing/2014/main" id="{9805B35F-C1B6-8336-8D0D-9F9023016B96}"/>
                        </a:ext>
                      </a:extLst>
                    </p:cNvPr>
                    <p:cNvGrpSpPr/>
                    <p:nvPr/>
                  </p:nvGrpSpPr>
                  <p:grpSpPr>
                    <a:xfrm>
                      <a:off x="2601806" y="3485072"/>
                      <a:ext cx="565150" cy="369332"/>
                      <a:chOff x="1736090" y="2873352"/>
                      <a:chExt cx="565150" cy="369332"/>
                    </a:xfrm>
                  </p:grpSpPr>
                  <p:grpSp>
                    <p:nvGrpSpPr>
                      <p:cNvPr id="508" name="Group 327">
                        <a:extLst>
                          <a:ext uri="{FF2B5EF4-FFF2-40B4-BE49-F238E27FC236}">
                            <a16:creationId xmlns:a16="http://schemas.microsoft.com/office/drawing/2014/main" id="{9D12AA16-08DB-C126-AA05-5B36DFEFCC79}"/>
                          </a:ext>
                        </a:extLst>
                      </p:cNvPr>
                      <p:cNvGrpSpPr>
                        <a:grpSpLocks/>
                      </p:cNvGrpSpPr>
                      <p:nvPr/>
                    </p:nvGrpSpPr>
                    <p:grpSpPr bwMode="auto">
                      <a:xfrm>
                        <a:off x="1736090" y="2893762"/>
                        <a:ext cx="565150" cy="292100"/>
                        <a:chOff x="1871277" y="1576300"/>
                        <a:chExt cx="1128371" cy="437861"/>
                      </a:xfrm>
                    </p:grpSpPr>
                    <p:sp>
                      <p:nvSpPr>
                        <p:cNvPr id="513" name="Oval 512">
                          <a:extLst>
                            <a:ext uri="{FF2B5EF4-FFF2-40B4-BE49-F238E27FC236}">
                              <a16:creationId xmlns:a16="http://schemas.microsoft.com/office/drawing/2014/main" id="{3FF0BC6B-BBDB-20C6-1C9C-7C0E4BCA0E3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14" name="Rectangle 513">
                          <a:extLst>
                            <a:ext uri="{FF2B5EF4-FFF2-40B4-BE49-F238E27FC236}">
                              <a16:creationId xmlns:a16="http://schemas.microsoft.com/office/drawing/2014/main" id="{F377522E-3AEB-9227-32D0-21DE8B59E799}"/>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5" name="Oval 514">
                          <a:extLst>
                            <a:ext uri="{FF2B5EF4-FFF2-40B4-BE49-F238E27FC236}">
                              <a16:creationId xmlns:a16="http://schemas.microsoft.com/office/drawing/2014/main" id="{21B35F0A-D5BF-6D2F-BAA1-F1A447D5E50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16" name="Freeform 423">
                          <a:extLst>
                            <a:ext uri="{FF2B5EF4-FFF2-40B4-BE49-F238E27FC236}">
                              <a16:creationId xmlns:a16="http://schemas.microsoft.com/office/drawing/2014/main" id="{6C6106E9-64B2-BC56-DF37-53009809E92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7" name="Freeform 424">
                          <a:extLst>
                            <a:ext uri="{FF2B5EF4-FFF2-40B4-BE49-F238E27FC236}">
                              <a16:creationId xmlns:a16="http://schemas.microsoft.com/office/drawing/2014/main" id="{01EB0907-9586-9B54-4204-84658824877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8" name="Freeform 425">
                          <a:extLst>
                            <a:ext uri="{FF2B5EF4-FFF2-40B4-BE49-F238E27FC236}">
                              <a16:creationId xmlns:a16="http://schemas.microsoft.com/office/drawing/2014/main" id="{9344A526-76DE-8903-93EC-C084EFF62F4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9" name="Freeform 426">
                          <a:extLst>
                            <a:ext uri="{FF2B5EF4-FFF2-40B4-BE49-F238E27FC236}">
                              <a16:creationId xmlns:a16="http://schemas.microsoft.com/office/drawing/2014/main" id="{344C05CF-21A5-1683-F6CF-858BFE28CB4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20" name="Straight Connector 519">
                          <a:extLst>
                            <a:ext uri="{FF2B5EF4-FFF2-40B4-BE49-F238E27FC236}">
                              <a16:creationId xmlns:a16="http://schemas.microsoft.com/office/drawing/2014/main" id="{84291B27-9831-7ADB-BFE1-F4A7FCB46CED}"/>
                            </a:ext>
                          </a:extLst>
                        </p:cNvPr>
                        <p:cNvCxnSpPr>
                          <a:endCxn id="51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21" name="Straight Connector 520">
                          <a:extLst>
                            <a:ext uri="{FF2B5EF4-FFF2-40B4-BE49-F238E27FC236}">
                              <a16:creationId xmlns:a16="http://schemas.microsoft.com/office/drawing/2014/main" id="{E4DCE036-E6E8-12EC-094B-8F7445C0B0E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10" name="Group 509">
                        <a:extLst>
                          <a:ext uri="{FF2B5EF4-FFF2-40B4-BE49-F238E27FC236}">
                            <a16:creationId xmlns:a16="http://schemas.microsoft.com/office/drawing/2014/main" id="{80143B3E-27F3-2A50-AFDA-799BAAE671A3}"/>
                          </a:ext>
                        </a:extLst>
                      </p:cNvPr>
                      <p:cNvGrpSpPr/>
                      <p:nvPr/>
                    </p:nvGrpSpPr>
                    <p:grpSpPr>
                      <a:xfrm>
                        <a:off x="1770362" y="2873352"/>
                        <a:ext cx="428460" cy="369332"/>
                        <a:chOff x="667045" y="1708643"/>
                        <a:chExt cx="428460" cy="369332"/>
                      </a:xfrm>
                    </p:grpSpPr>
                    <p:sp>
                      <p:nvSpPr>
                        <p:cNvPr id="511" name="Oval 510">
                          <a:extLst>
                            <a:ext uri="{FF2B5EF4-FFF2-40B4-BE49-F238E27FC236}">
                              <a16:creationId xmlns:a16="http://schemas.microsoft.com/office/drawing/2014/main" id="{CFF9CA21-3ECF-56C3-FC8F-933754BC486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2" name="TextBox 511">
                          <a:extLst>
                            <a:ext uri="{FF2B5EF4-FFF2-40B4-BE49-F238E27FC236}">
                              <a16:creationId xmlns:a16="http://schemas.microsoft.com/office/drawing/2014/main" id="{81466044-5910-6643-2760-799E84AC7AE9}"/>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489" name="Group 488">
                      <a:extLst>
                        <a:ext uri="{FF2B5EF4-FFF2-40B4-BE49-F238E27FC236}">
                          <a16:creationId xmlns:a16="http://schemas.microsoft.com/office/drawing/2014/main" id="{BB9F71E2-9539-EDFC-56E9-1336A3D078AD}"/>
                        </a:ext>
                      </a:extLst>
                    </p:cNvPr>
                    <p:cNvGrpSpPr/>
                    <p:nvPr/>
                  </p:nvGrpSpPr>
                  <p:grpSpPr>
                    <a:xfrm>
                      <a:off x="833331" y="3478719"/>
                      <a:ext cx="565150" cy="369332"/>
                      <a:chOff x="1736090" y="2873352"/>
                      <a:chExt cx="565150" cy="369332"/>
                    </a:xfrm>
                  </p:grpSpPr>
                  <p:grpSp>
                    <p:nvGrpSpPr>
                      <p:cNvPr id="495" name="Group 327">
                        <a:extLst>
                          <a:ext uri="{FF2B5EF4-FFF2-40B4-BE49-F238E27FC236}">
                            <a16:creationId xmlns:a16="http://schemas.microsoft.com/office/drawing/2014/main" id="{5C640472-40CC-7C22-5EA0-FBD416C795D4}"/>
                          </a:ext>
                        </a:extLst>
                      </p:cNvPr>
                      <p:cNvGrpSpPr>
                        <a:grpSpLocks/>
                      </p:cNvGrpSpPr>
                      <p:nvPr/>
                    </p:nvGrpSpPr>
                    <p:grpSpPr bwMode="auto">
                      <a:xfrm>
                        <a:off x="1736090" y="2893762"/>
                        <a:ext cx="565150" cy="292100"/>
                        <a:chOff x="1871277" y="1576300"/>
                        <a:chExt cx="1128371" cy="437861"/>
                      </a:xfrm>
                    </p:grpSpPr>
                    <p:sp>
                      <p:nvSpPr>
                        <p:cNvPr id="499" name="Oval 498">
                          <a:extLst>
                            <a:ext uri="{FF2B5EF4-FFF2-40B4-BE49-F238E27FC236}">
                              <a16:creationId xmlns:a16="http://schemas.microsoft.com/office/drawing/2014/main" id="{C00F833C-D714-F6AF-659C-AC909999272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0" name="Rectangle 499">
                          <a:extLst>
                            <a:ext uri="{FF2B5EF4-FFF2-40B4-BE49-F238E27FC236}">
                              <a16:creationId xmlns:a16="http://schemas.microsoft.com/office/drawing/2014/main" id="{9BBD1BCC-9983-D20D-5C4A-1D71A813683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1" name="Oval 500">
                          <a:extLst>
                            <a:ext uri="{FF2B5EF4-FFF2-40B4-BE49-F238E27FC236}">
                              <a16:creationId xmlns:a16="http://schemas.microsoft.com/office/drawing/2014/main" id="{0D57F272-AD75-336D-5355-AB97A34A08D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2" name="Freeform 410">
                          <a:extLst>
                            <a:ext uri="{FF2B5EF4-FFF2-40B4-BE49-F238E27FC236}">
                              <a16:creationId xmlns:a16="http://schemas.microsoft.com/office/drawing/2014/main" id="{ADCAFC14-F057-2F43-BB2C-AA16EE372BB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3" name="Freeform 411">
                          <a:extLst>
                            <a:ext uri="{FF2B5EF4-FFF2-40B4-BE49-F238E27FC236}">
                              <a16:creationId xmlns:a16="http://schemas.microsoft.com/office/drawing/2014/main" id="{48863138-83EE-080F-E2A5-5E48D8D8FE9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4" name="Freeform 412">
                          <a:extLst>
                            <a:ext uri="{FF2B5EF4-FFF2-40B4-BE49-F238E27FC236}">
                              <a16:creationId xmlns:a16="http://schemas.microsoft.com/office/drawing/2014/main" id="{35503F4B-23A0-C290-412F-2FB43AA5B2C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5" name="Freeform 413">
                          <a:extLst>
                            <a:ext uri="{FF2B5EF4-FFF2-40B4-BE49-F238E27FC236}">
                              <a16:creationId xmlns:a16="http://schemas.microsoft.com/office/drawing/2014/main" id="{71A2D689-91C9-1ACD-06E4-B30F28FFD2F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06" name="Straight Connector 505">
                          <a:extLst>
                            <a:ext uri="{FF2B5EF4-FFF2-40B4-BE49-F238E27FC236}">
                              <a16:creationId xmlns:a16="http://schemas.microsoft.com/office/drawing/2014/main" id="{D54D1492-0A14-813C-CC19-35051ADAA19F}"/>
                            </a:ext>
                          </a:extLst>
                        </p:cNvPr>
                        <p:cNvCxnSpPr>
                          <a:endCxn id="50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07" name="Straight Connector 506">
                          <a:extLst>
                            <a:ext uri="{FF2B5EF4-FFF2-40B4-BE49-F238E27FC236}">
                              <a16:creationId xmlns:a16="http://schemas.microsoft.com/office/drawing/2014/main" id="{88BE293B-A6A7-B5B0-9290-E148DCCB886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96" name="Group 495">
                        <a:extLst>
                          <a:ext uri="{FF2B5EF4-FFF2-40B4-BE49-F238E27FC236}">
                            <a16:creationId xmlns:a16="http://schemas.microsoft.com/office/drawing/2014/main" id="{4B09ED21-08B5-AE41-6BC7-3F4C9E2254B0}"/>
                          </a:ext>
                        </a:extLst>
                      </p:cNvPr>
                      <p:cNvGrpSpPr/>
                      <p:nvPr/>
                    </p:nvGrpSpPr>
                    <p:grpSpPr>
                      <a:xfrm>
                        <a:off x="1770362" y="2873352"/>
                        <a:ext cx="441422" cy="369332"/>
                        <a:chOff x="667045" y="1708643"/>
                        <a:chExt cx="441422" cy="369332"/>
                      </a:xfrm>
                    </p:grpSpPr>
                    <p:sp>
                      <p:nvSpPr>
                        <p:cNvPr id="497" name="Oval 496">
                          <a:extLst>
                            <a:ext uri="{FF2B5EF4-FFF2-40B4-BE49-F238E27FC236}">
                              <a16:creationId xmlns:a16="http://schemas.microsoft.com/office/drawing/2014/main" id="{2337871B-F3A9-B88C-1A50-AF3A03FD4DC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8" name="TextBox 497">
                          <a:extLst>
                            <a:ext uri="{FF2B5EF4-FFF2-40B4-BE49-F238E27FC236}">
                              <a16:creationId xmlns:a16="http://schemas.microsoft.com/office/drawing/2014/main" id="{2A24C6C7-0C0F-90AF-ECE4-A8136192542D}"/>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490" name="Straight Connector 489">
                      <a:extLst>
                        <a:ext uri="{FF2B5EF4-FFF2-40B4-BE49-F238E27FC236}">
                          <a16:creationId xmlns:a16="http://schemas.microsoft.com/office/drawing/2014/main" id="{1F2B1552-9684-0E16-462C-46A11E32400A}"/>
                        </a:ext>
                      </a:extLst>
                    </p:cNvPr>
                    <p:cNvCxnSpPr>
                      <a:stCxn id="538" idx="2"/>
                      <a:endCxn id="525"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1" name="Straight Connector 490">
                      <a:extLst>
                        <a:ext uri="{FF2B5EF4-FFF2-40B4-BE49-F238E27FC236}">
                          <a16:creationId xmlns:a16="http://schemas.microsoft.com/office/drawing/2014/main" id="{0057BC94-4742-1625-1096-C9701916353D}"/>
                        </a:ext>
                      </a:extLst>
                    </p:cNvPr>
                    <p:cNvCxnSpPr/>
                    <p:nvPr/>
                  </p:nvCxnSpPr>
                  <p:spPr bwMode="auto">
                    <a:xfrm>
                      <a:off x="1407477" y="3648621"/>
                      <a:ext cx="1204913" cy="635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2" name="Straight Connector 491">
                      <a:extLst>
                        <a:ext uri="{FF2B5EF4-FFF2-40B4-BE49-F238E27FC236}">
                          <a16:creationId xmlns:a16="http://schemas.microsoft.com/office/drawing/2014/main" id="{00043B04-EB61-B8A2-9021-7B9E685C4ADA}"/>
                        </a:ext>
                      </a:extLst>
                    </p:cNvPr>
                    <p:cNvCxnSpPr>
                      <a:stCxn id="539"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3" name="Straight Connector 492">
                      <a:extLst>
                        <a:ext uri="{FF2B5EF4-FFF2-40B4-BE49-F238E27FC236}">
                          <a16:creationId xmlns:a16="http://schemas.microsoft.com/office/drawing/2014/main" id="{2A66DA15-E012-ABE5-4C9B-3252689D0DA1}"/>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4" name="Straight Connector 493">
                      <a:extLst>
                        <a:ext uri="{FF2B5EF4-FFF2-40B4-BE49-F238E27FC236}">
                          <a16:creationId xmlns:a16="http://schemas.microsoft.com/office/drawing/2014/main" id="{C5FADD31-600E-7667-11B8-904160951F04}"/>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485" name="TextBox 484">
                    <a:extLst>
                      <a:ext uri="{FF2B5EF4-FFF2-40B4-BE49-F238E27FC236}">
                        <a16:creationId xmlns:a16="http://schemas.microsoft.com/office/drawing/2014/main" id="{5F871916-4894-F2D0-5ED0-4D956F77704F}"/>
                      </a:ext>
                    </a:extLst>
                  </p:cNvPr>
                  <p:cNvSpPr txBox="1"/>
                  <p:nvPr/>
                </p:nvSpPr>
                <p:spPr>
                  <a:xfrm>
                    <a:off x="8136838" y="373578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grpSp>
          </p:grpSp>
          <p:grpSp>
            <p:nvGrpSpPr>
              <p:cNvPr id="30" name="Group 29">
                <a:extLst>
                  <a:ext uri="{FF2B5EF4-FFF2-40B4-BE49-F238E27FC236}">
                    <a16:creationId xmlns:a16="http://schemas.microsoft.com/office/drawing/2014/main" id="{309C1849-3ABB-58B0-CD8A-F88121851EBA}"/>
                  </a:ext>
                </a:extLst>
              </p:cNvPr>
              <p:cNvGrpSpPr/>
              <p:nvPr/>
            </p:nvGrpSpPr>
            <p:grpSpPr>
              <a:xfrm>
                <a:off x="1426553" y="4136253"/>
                <a:ext cx="3452487" cy="1719017"/>
                <a:chOff x="1426553" y="4136253"/>
                <a:chExt cx="3452487" cy="1719017"/>
              </a:xfrm>
            </p:grpSpPr>
            <p:grpSp>
              <p:nvGrpSpPr>
                <p:cNvPr id="32" name="Group 31">
                  <a:extLst>
                    <a:ext uri="{FF2B5EF4-FFF2-40B4-BE49-F238E27FC236}">
                      <a16:creationId xmlns:a16="http://schemas.microsoft.com/office/drawing/2014/main" id="{5896BA05-F8E9-1975-AC03-A1E0F8DE5294}"/>
                    </a:ext>
                  </a:extLst>
                </p:cNvPr>
                <p:cNvGrpSpPr/>
                <p:nvPr/>
              </p:nvGrpSpPr>
              <p:grpSpPr>
                <a:xfrm>
                  <a:off x="1426553" y="4136253"/>
                  <a:ext cx="2557336" cy="1719017"/>
                  <a:chOff x="-2170772" y="2784954"/>
                  <a:chExt cx="2712783" cy="1853712"/>
                </a:xfrm>
              </p:grpSpPr>
              <p:sp>
                <p:nvSpPr>
                  <p:cNvPr id="35" name="Freeform 2">
                    <a:extLst>
                      <a:ext uri="{FF2B5EF4-FFF2-40B4-BE49-F238E27FC236}">
                        <a16:creationId xmlns:a16="http://schemas.microsoft.com/office/drawing/2014/main" id="{3416BB00-9D39-8572-3695-B7024625CEFD}"/>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6" name="Group 35">
                    <a:extLst>
                      <a:ext uri="{FF2B5EF4-FFF2-40B4-BE49-F238E27FC236}">
                        <a16:creationId xmlns:a16="http://schemas.microsoft.com/office/drawing/2014/main" id="{673464BA-E594-7364-3A6C-61FB6DD9ED3C}"/>
                      </a:ext>
                    </a:extLst>
                  </p:cNvPr>
                  <p:cNvGrpSpPr/>
                  <p:nvPr/>
                </p:nvGrpSpPr>
                <p:grpSpPr>
                  <a:xfrm>
                    <a:off x="-1935370" y="2935816"/>
                    <a:ext cx="2333625" cy="1590649"/>
                    <a:chOff x="833331" y="2873352"/>
                    <a:chExt cx="2333625" cy="1590649"/>
                  </a:xfrm>
                </p:grpSpPr>
                <p:grpSp>
                  <p:nvGrpSpPr>
                    <p:cNvPr id="37" name="Group 36">
                      <a:extLst>
                        <a:ext uri="{FF2B5EF4-FFF2-40B4-BE49-F238E27FC236}">
                          <a16:creationId xmlns:a16="http://schemas.microsoft.com/office/drawing/2014/main" id="{090AA597-611A-7EC9-1A8D-9978F0B22043}"/>
                        </a:ext>
                      </a:extLst>
                    </p:cNvPr>
                    <p:cNvGrpSpPr/>
                    <p:nvPr/>
                  </p:nvGrpSpPr>
                  <p:grpSpPr>
                    <a:xfrm>
                      <a:off x="1736090" y="2873352"/>
                      <a:ext cx="565150" cy="369332"/>
                      <a:chOff x="1736090" y="2873352"/>
                      <a:chExt cx="565150" cy="369332"/>
                    </a:xfrm>
                  </p:grpSpPr>
                  <p:grpSp>
                    <p:nvGrpSpPr>
                      <p:cNvPr id="469" name="Group 327">
                        <a:extLst>
                          <a:ext uri="{FF2B5EF4-FFF2-40B4-BE49-F238E27FC236}">
                            <a16:creationId xmlns:a16="http://schemas.microsoft.com/office/drawing/2014/main" id="{CFE28D56-E0B6-E8E2-0B1B-C0D089570D56}"/>
                          </a:ext>
                        </a:extLst>
                      </p:cNvPr>
                      <p:cNvGrpSpPr>
                        <a:grpSpLocks/>
                      </p:cNvGrpSpPr>
                      <p:nvPr/>
                    </p:nvGrpSpPr>
                    <p:grpSpPr bwMode="auto">
                      <a:xfrm>
                        <a:off x="1736090" y="2893762"/>
                        <a:ext cx="565150" cy="292100"/>
                        <a:chOff x="1871277" y="1576300"/>
                        <a:chExt cx="1128371" cy="437861"/>
                      </a:xfrm>
                    </p:grpSpPr>
                    <p:sp>
                      <p:nvSpPr>
                        <p:cNvPr id="473" name="Oval 472">
                          <a:extLst>
                            <a:ext uri="{FF2B5EF4-FFF2-40B4-BE49-F238E27FC236}">
                              <a16:creationId xmlns:a16="http://schemas.microsoft.com/office/drawing/2014/main" id="{5A988CE9-ED3C-1413-C18A-1A64EA795190}"/>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4" name="Rectangle 473">
                          <a:extLst>
                            <a:ext uri="{FF2B5EF4-FFF2-40B4-BE49-F238E27FC236}">
                              <a16:creationId xmlns:a16="http://schemas.microsoft.com/office/drawing/2014/main" id="{48A25462-36A2-8467-3889-689D3856F79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5" name="Oval 474">
                          <a:extLst>
                            <a:ext uri="{FF2B5EF4-FFF2-40B4-BE49-F238E27FC236}">
                              <a16:creationId xmlns:a16="http://schemas.microsoft.com/office/drawing/2014/main" id="{64C04AE3-0C78-0AA0-F9F5-FC4CD1A812A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6" name="Freeform 515">
                          <a:extLst>
                            <a:ext uri="{FF2B5EF4-FFF2-40B4-BE49-F238E27FC236}">
                              <a16:creationId xmlns:a16="http://schemas.microsoft.com/office/drawing/2014/main" id="{107B4AEE-5F82-511C-9273-6D23EE060F6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7" name="Freeform 516">
                          <a:extLst>
                            <a:ext uri="{FF2B5EF4-FFF2-40B4-BE49-F238E27FC236}">
                              <a16:creationId xmlns:a16="http://schemas.microsoft.com/office/drawing/2014/main" id="{D4640FBF-CFE7-374A-3AF9-800FF99D2F6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8" name="Freeform 517">
                          <a:extLst>
                            <a:ext uri="{FF2B5EF4-FFF2-40B4-BE49-F238E27FC236}">
                              <a16:creationId xmlns:a16="http://schemas.microsoft.com/office/drawing/2014/main" id="{92ABAEF6-A27C-72DA-ADDA-63E37027816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9" name="Freeform 518">
                          <a:extLst>
                            <a:ext uri="{FF2B5EF4-FFF2-40B4-BE49-F238E27FC236}">
                              <a16:creationId xmlns:a16="http://schemas.microsoft.com/office/drawing/2014/main" id="{D6F95CEF-E1DD-8E25-9B25-1517D2E597E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80" name="Straight Connector 479">
                          <a:extLst>
                            <a:ext uri="{FF2B5EF4-FFF2-40B4-BE49-F238E27FC236}">
                              <a16:creationId xmlns:a16="http://schemas.microsoft.com/office/drawing/2014/main" id="{8F322406-E52A-9F91-61C0-999810F30B96}"/>
                            </a:ext>
                          </a:extLst>
                        </p:cNvPr>
                        <p:cNvCxnSpPr>
                          <a:endCxn id="47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81" name="Straight Connector 480">
                          <a:extLst>
                            <a:ext uri="{FF2B5EF4-FFF2-40B4-BE49-F238E27FC236}">
                              <a16:creationId xmlns:a16="http://schemas.microsoft.com/office/drawing/2014/main" id="{D0D35A0E-A8FC-3EE2-4146-524827E2F21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70" name="Group 469">
                        <a:extLst>
                          <a:ext uri="{FF2B5EF4-FFF2-40B4-BE49-F238E27FC236}">
                            <a16:creationId xmlns:a16="http://schemas.microsoft.com/office/drawing/2014/main" id="{425CB5AE-EB25-A42E-8716-937BD6F0F7D7}"/>
                          </a:ext>
                        </a:extLst>
                      </p:cNvPr>
                      <p:cNvGrpSpPr/>
                      <p:nvPr/>
                    </p:nvGrpSpPr>
                    <p:grpSpPr>
                      <a:xfrm>
                        <a:off x="1770362" y="2873352"/>
                        <a:ext cx="441422" cy="369332"/>
                        <a:chOff x="667045" y="1708643"/>
                        <a:chExt cx="441422" cy="369332"/>
                      </a:xfrm>
                    </p:grpSpPr>
                    <p:sp>
                      <p:nvSpPr>
                        <p:cNvPr id="471" name="Oval 470">
                          <a:extLst>
                            <a:ext uri="{FF2B5EF4-FFF2-40B4-BE49-F238E27FC236}">
                              <a16:creationId xmlns:a16="http://schemas.microsoft.com/office/drawing/2014/main" id="{0521158E-502D-C81C-F45B-5674397187E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2" name="TextBox 471">
                          <a:extLst>
                            <a:ext uri="{FF2B5EF4-FFF2-40B4-BE49-F238E27FC236}">
                              <a16:creationId xmlns:a16="http://schemas.microsoft.com/office/drawing/2014/main" id="{CAE49B7B-2E9F-7B57-9F51-48C6481E2B52}"/>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38" name="Group 37">
                      <a:extLst>
                        <a:ext uri="{FF2B5EF4-FFF2-40B4-BE49-F238E27FC236}">
                          <a16:creationId xmlns:a16="http://schemas.microsoft.com/office/drawing/2014/main" id="{531725D5-E36C-B0A4-3250-0DED033D93B3}"/>
                        </a:ext>
                      </a:extLst>
                    </p:cNvPr>
                    <p:cNvGrpSpPr/>
                    <p:nvPr/>
                  </p:nvGrpSpPr>
                  <p:grpSpPr>
                    <a:xfrm>
                      <a:off x="1740320" y="4094669"/>
                      <a:ext cx="565150" cy="369332"/>
                      <a:chOff x="1736090" y="2873352"/>
                      <a:chExt cx="565150" cy="369332"/>
                    </a:xfrm>
                  </p:grpSpPr>
                  <p:grpSp>
                    <p:nvGrpSpPr>
                      <p:cNvPr id="456" name="Group 327">
                        <a:extLst>
                          <a:ext uri="{FF2B5EF4-FFF2-40B4-BE49-F238E27FC236}">
                            <a16:creationId xmlns:a16="http://schemas.microsoft.com/office/drawing/2014/main" id="{6E4D44EF-1074-5A2A-3854-ED0B8124CFD3}"/>
                          </a:ext>
                        </a:extLst>
                      </p:cNvPr>
                      <p:cNvGrpSpPr>
                        <a:grpSpLocks/>
                      </p:cNvGrpSpPr>
                      <p:nvPr/>
                    </p:nvGrpSpPr>
                    <p:grpSpPr bwMode="auto">
                      <a:xfrm>
                        <a:off x="1736090" y="2893762"/>
                        <a:ext cx="565150" cy="292100"/>
                        <a:chOff x="1871277" y="1576300"/>
                        <a:chExt cx="1128371" cy="437861"/>
                      </a:xfrm>
                    </p:grpSpPr>
                    <p:sp>
                      <p:nvSpPr>
                        <p:cNvPr id="460" name="Oval 459">
                          <a:extLst>
                            <a:ext uri="{FF2B5EF4-FFF2-40B4-BE49-F238E27FC236}">
                              <a16:creationId xmlns:a16="http://schemas.microsoft.com/office/drawing/2014/main" id="{6CB32C26-3569-8EC2-E3B6-0357055129B5}"/>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1" name="Rectangle 460">
                          <a:extLst>
                            <a:ext uri="{FF2B5EF4-FFF2-40B4-BE49-F238E27FC236}">
                              <a16:creationId xmlns:a16="http://schemas.microsoft.com/office/drawing/2014/main" id="{DFE17F58-39B8-7B6E-3D18-D0F431C1D6D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10117C7E-62E5-2AA9-0E0B-C01F42D2F7B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3" name="Freeform 502">
                          <a:extLst>
                            <a:ext uri="{FF2B5EF4-FFF2-40B4-BE49-F238E27FC236}">
                              <a16:creationId xmlns:a16="http://schemas.microsoft.com/office/drawing/2014/main" id="{987F600E-4E49-02B6-DA96-D1FAA32B545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503">
                          <a:extLst>
                            <a:ext uri="{FF2B5EF4-FFF2-40B4-BE49-F238E27FC236}">
                              <a16:creationId xmlns:a16="http://schemas.microsoft.com/office/drawing/2014/main" id="{9D8D5DDC-73B2-F4B4-6F7D-BFB8C4FF830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5" name="Freeform 504">
                          <a:extLst>
                            <a:ext uri="{FF2B5EF4-FFF2-40B4-BE49-F238E27FC236}">
                              <a16:creationId xmlns:a16="http://schemas.microsoft.com/office/drawing/2014/main" id="{1193A4B7-2FFE-F99D-9499-9CDDD42D0DC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6" name="Freeform 505">
                          <a:extLst>
                            <a:ext uri="{FF2B5EF4-FFF2-40B4-BE49-F238E27FC236}">
                              <a16:creationId xmlns:a16="http://schemas.microsoft.com/office/drawing/2014/main" id="{6DB67B26-92EC-1440-B6D3-C1A8D9BEFE0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67" name="Straight Connector 466">
                          <a:extLst>
                            <a:ext uri="{FF2B5EF4-FFF2-40B4-BE49-F238E27FC236}">
                              <a16:creationId xmlns:a16="http://schemas.microsoft.com/office/drawing/2014/main" id="{4EF4FACC-02C9-CFE7-11D6-8D14CC2352E0}"/>
                            </a:ext>
                          </a:extLst>
                        </p:cNvPr>
                        <p:cNvCxnSpPr>
                          <a:endCxn id="46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68" name="Straight Connector 467">
                          <a:extLst>
                            <a:ext uri="{FF2B5EF4-FFF2-40B4-BE49-F238E27FC236}">
                              <a16:creationId xmlns:a16="http://schemas.microsoft.com/office/drawing/2014/main" id="{8434CE59-AA49-9B25-CE85-B4F88732162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57" name="Group 456">
                        <a:extLst>
                          <a:ext uri="{FF2B5EF4-FFF2-40B4-BE49-F238E27FC236}">
                            <a16:creationId xmlns:a16="http://schemas.microsoft.com/office/drawing/2014/main" id="{B46981F6-50BF-065C-8E31-9150DDAFEFB9}"/>
                          </a:ext>
                        </a:extLst>
                      </p:cNvPr>
                      <p:cNvGrpSpPr/>
                      <p:nvPr/>
                    </p:nvGrpSpPr>
                    <p:grpSpPr>
                      <a:xfrm>
                        <a:off x="1770362" y="2873352"/>
                        <a:ext cx="441422" cy="369332"/>
                        <a:chOff x="667045" y="1708643"/>
                        <a:chExt cx="441422" cy="369332"/>
                      </a:xfrm>
                    </p:grpSpPr>
                    <p:sp>
                      <p:nvSpPr>
                        <p:cNvPr id="458" name="Oval 457">
                          <a:extLst>
                            <a:ext uri="{FF2B5EF4-FFF2-40B4-BE49-F238E27FC236}">
                              <a16:creationId xmlns:a16="http://schemas.microsoft.com/office/drawing/2014/main" id="{84F2147B-40FC-DEA6-6DCD-409348A9EFC2}"/>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9" name="TextBox 458">
                          <a:extLst>
                            <a:ext uri="{FF2B5EF4-FFF2-40B4-BE49-F238E27FC236}">
                              <a16:creationId xmlns:a16="http://schemas.microsoft.com/office/drawing/2014/main" id="{F380C4A2-3FDB-5847-AFC3-B95A83515F38}"/>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39" name="Group 38">
                      <a:extLst>
                        <a:ext uri="{FF2B5EF4-FFF2-40B4-BE49-F238E27FC236}">
                          <a16:creationId xmlns:a16="http://schemas.microsoft.com/office/drawing/2014/main" id="{749FEA1C-F6E2-A448-EC73-40E4C9EB4509}"/>
                        </a:ext>
                      </a:extLst>
                    </p:cNvPr>
                    <p:cNvGrpSpPr/>
                    <p:nvPr/>
                  </p:nvGrpSpPr>
                  <p:grpSpPr>
                    <a:xfrm>
                      <a:off x="2601806" y="3485072"/>
                      <a:ext cx="565150" cy="369332"/>
                      <a:chOff x="1736090" y="2873352"/>
                      <a:chExt cx="565150" cy="369332"/>
                    </a:xfrm>
                  </p:grpSpPr>
                  <p:grpSp>
                    <p:nvGrpSpPr>
                      <p:cNvPr id="58" name="Group 327">
                        <a:extLst>
                          <a:ext uri="{FF2B5EF4-FFF2-40B4-BE49-F238E27FC236}">
                            <a16:creationId xmlns:a16="http://schemas.microsoft.com/office/drawing/2014/main" id="{7E8FD160-24AB-E55C-45CC-C1520656857B}"/>
                          </a:ext>
                        </a:extLst>
                      </p:cNvPr>
                      <p:cNvGrpSpPr>
                        <a:grpSpLocks/>
                      </p:cNvGrpSpPr>
                      <p:nvPr/>
                    </p:nvGrpSpPr>
                    <p:grpSpPr bwMode="auto">
                      <a:xfrm>
                        <a:off x="1736090" y="2893762"/>
                        <a:ext cx="565150" cy="292100"/>
                        <a:chOff x="1871277" y="1576300"/>
                        <a:chExt cx="1128371" cy="437861"/>
                      </a:xfrm>
                    </p:grpSpPr>
                    <p:sp>
                      <p:nvSpPr>
                        <p:cNvPr id="63" name="Oval 62">
                          <a:extLst>
                            <a:ext uri="{FF2B5EF4-FFF2-40B4-BE49-F238E27FC236}">
                              <a16:creationId xmlns:a16="http://schemas.microsoft.com/office/drawing/2014/main" id="{2E8D5BE8-3664-B37E-8EC5-0B59775101A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48" name="Rectangle 447">
                          <a:extLst>
                            <a:ext uri="{FF2B5EF4-FFF2-40B4-BE49-F238E27FC236}">
                              <a16:creationId xmlns:a16="http://schemas.microsoft.com/office/drawing/2014/main" id="{844EAF30-AF68-6031-726D-022ED5CC05D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9" name="Oval 448">
                          <a:extLst>
                            <a:ext uri="{FF2B5EF4-FFF2-40B4-BE49-F238E27FC236}">
                              <a16:creationId xmlns:a16="http://schemas.microsoft.com/office/drawing/2014/main" id="{97CB209A-5BE1-08BB-5B89-FC96DD0D8DD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0" name="Freeform 489">
                          <a:extLst>
                            <a:ext uri="{FF2B5EF4-FFF2-40B4-BE49-F238E27FC236}">
                              <a16:creationId xmlns:a16="http://schemas.microsoft.com/office/drawing/2014/main" id="{1AFD9409-D198-25CF-1388-D4B564BD0A4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1" name="Freeform 490">
                          <a:extLst>
                            <a:ext uri="{FF2B5EF4-FFF2-40B4-BE49-F238E27FC236}">
                              <a16:creationId xmlns:a16="http://schemas.microsoft.com/office/drawing/2014/main" id="{C9626F96-C58C-AEAF-3FCF-3AD5EE3D0AD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2" name="Freeform 491">
                          <a:extLst>
                            <a:ext uri="{FF2B5EF4-FFF2-40B4-BE49-F238E27FC236}">
                              <a16:creationId xmlns:a16="http://schemas.microsoft.com/office/drawing/2014/main" id="{C0B0E94E-6E0A-671E-2509-17AF59073E2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3" name="Freeform 492">
                          <a:extLst>
                            <a:ext uri="{FF2B5EF4-FFF2-40B4-BE49-F238E27FC236}">
                              <a16:creationId xmlns:a16="http://schemas.microsoft.com/office/drawing/2014/main" id="{6CBF9C27-8711-FDB1-112C-5DBCE01562C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54" name="Straight Connector 453">
                          <a:extLst>
                            <a:ext uri="{FF2B5EF4-FFF2-40B4-BE49-F238E27FC236}">
                              <a16:creationId xmlns:a16="http://schemas.microsoft.com/office/drawing/2014/main" id="{0840BF70-112D-58EE-1C37-73915D5457B9}"/>
                            </a:ext>
                          </a:extLst>
                        </p:cNvPr>
                        <p:cNvCxnSpPr>
                          <a:endCxn id="44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5" name="Straight Connector 454">
                          <a:extLst>
                            <a:ext uri="{FF2B5EF4-FFF2-40B4-BE49-F238E27FC236}">
                              <a16:creationId xmlns:a16="http://schemas.microsoft.com/office/drawing/2014/main" id="{51EBBC42-CB24-B5E4-5160-8E773DE5341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0" name="Group 59">
                        <a:extLst>
                          <a:ext uri="{FF2B5EF4-FFF2-40B4-BE49-F238E27FC236}">
                            <a16:creationId xmlns:a16="http://schemas.microsoft.com/office/drawing/2014/main" id="{8315DCAB-8710-3298-3454-5FA1AECC60A8}"/>
                          </a:ext>
                        </a:extLst>
                      </p:cNvPr>
                      <p:cNvGrpSpPr/>
                      <p:nvPr/>
                    </p:nvGrpSpPr>
                    <p:grpSpPr>
                      <a:xfrm>
                        <a:off x="1770362" y="2873352"/>
                        <a:ext cx="428460" cy="369332"/>
                        <a:chOff x="667045" y="1708643"/>
                        <a:chExt cx="428460" cy="369332"/>
                      </a:xfrm>
                    </p:grpSpPr>
                    <p:sp>
                      <p:nvSpPr>
                        <p:cNvPr id="61" name="Oval 60">
                          <a:extLst>
                            <a:ext uri="{FF2B5EF4-FFF2-40B4-BE49-F238E27FC236}">
                              <a16:creationId xmlns:a16="http://schemas.microsoft.com/office/drawing/2014/main" id="{60CE3C90-11CD-5928-B581-D12F2C8308B5}"/>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2" name="TextBox 61">
                          <a:extLst>
                            <a:ext uri="{FF2B5EF4-FFF2-40B4-BE49-F238E27FC236}">
                              <a16:creationId xmlns:a16="http://schemas.microsoft.com/office/drawing/2014/main" id="{51CB4AB3-C567-E0A3-A7BF-18D5AF7BA4B7}"/>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40" name="Group 39">
                      <a:extLst>
                        <a:ext uri="{FF2B5EF4-FFF2-40B4-BE49-F238E27FC236}">
                          <a16:creationId xmlns:a16="http://schemas.microsoft.com/office/drawing/2014/main" id="{10A5FE73-3FD7-B537-F3B2-75A9D3065B7A}"/>
                        </a:ext>
                      </a:extLst>
                    </p:cNvPr>
                    <p:cNvGrpSpPr/>
                    <p:nvPr/>
                  </p:nvGrpSpPr>
                  <p:grpSpPr>
                    <a:xfrm>
                      <a:off x="833331" y="3478719"/>
                      <a:ext cx="565150" cy="369332"/>
                      <a:chOff x="1736090" y="2873352"/>
                      <a:chExt cx="565150" cy="369332"/>
                    </a:xfrm>
                  </p:grpSpPr>
                  <p:grpSp>
                    <p:nvGrpSpPr>
                      <p:cNvPr id="45" name="Group 327">
                        <a:extLst>
                          <a:ext uri="{FF2B5EF4-FFF2-40B4-BE49-F238E27FC236}">
                            <a16:creationId xmlns:a16="http://schemas.microsoft.com/office/drawing/2014/main" id="{9B6E92BF-7807-2DA0-9BFA-9D4F72E338CD}"/>
                          </a:ext>
                        </a:extLst>
                      </p:cNvPr>
                      <p:cNvGrpSpPr>
                        <a:grpSpLocks/>
                      </p:cNvGrpSpPr>
                      <p:nvPr/>
                    </p:nvGrpSpPr>
                    <p:grpSpPr bwMode="auto">
                      <a:xfrm>
                        <a:off x="1736090" y="2893762"/>
                        <a:ext cx="565150" cy="292100"/>
                        <a:chOff x="1871277" y="1576300"/>
                        <a:chExt cx="1128371" cy="437861"/>
                      </a:xfrm>
                    </p:grpSpPr>
                    <p:sp>
                      <p:nvSpPr>
                        <p:cNvPr id="49" name="Oval 48">
                          <a:extLst>
                            <a:ext uri="{FF2B5EF4-FFF2-40B4-BE49-F238E27FC236}">
                              <a16:creationId xmlns:a16="http://schemas.microsoft.com/office/drawing/2014/main" id="{6F168992-C271-8C38-DEB2-02E67854DDD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 name="Rectangle 49">
                          <a:extLst>
                            <a:ext uri="{FF2B5EF4-FFF2-40B4-BE49-F238E27FC236}">
                              <a16:creationId xmlns:a16="http://schemas.microsoft.com/office/drawing/2014/main" id="{8DB18B2A-09C6-1706-A666-8C34CCA22FC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Oval 50">
                          <a:extLst>
                            <a:ext uri="{FF2B5EF4-FFF2-40B4-BE49-F238E27FC236}">
                              <a16:creationId xmlns:a16="http://schemas.microsoft.com/office/drawing/2014/main" id="{F1251214-2B7E-3EF6-89ED-214B5970106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 name="Freeform 476">
                          <a:extLst>
                            <a:ext uri="{FF2B5EF4-FFF2-40B4-BE49-F238E27FC236}">
                              <a16:creationId xmlns:a16="http://schemas.microsoft.com/office/drawing/2014/main" id="{DD8C3EA0-7E65-CEA9-D6BC-870E1EFD4B3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 name="Freeform 477">
                          <a:extLst>
                            <a:ext uri="{FF2B5EF4-FFF2-40B4-BE49-F238E27FC236}">
                              <a16:creationId xmlns:a16="http://schemas.microsoft.com/office/drawing/2014/main" id="{4C5DC498-B267-EF5D-EEF6-CA0221C5BF7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 name="Freeform 478">
                          <a:extLst>
                            <a:ext uri="{FF2B5EF4-FFF2-40B4-BE49-F238E27FC236}">
                              <a16:creationId xmlns:a16="http://schemas.microsoft.com/office/drawing/2014/main" id="{F3D6BDD4-66C7-BF8D-D986-6EC5941FB72C}"/>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 name="Freeform 479">
                          <a:extLst>
                            <a:ext uri="{FF2B5EF4-FFF2-40B4-BE49-F238E27FC236}">
                              <a16:creationId xmlns:a16="http://schemas.microsoft.com/office/drawing/2014/main" id="{3D332385-9C08-625A-D2BD-54C282B784C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6" name="Straight Connector 55">
                          <a:extLst>
                            <a:ext uri="{FF2B5EF4-FFF2-40B4-BE49-F238E27FC236}">
                              <a16:creationId xmlns:a16="http://schemas.microsoft.com/office/drawing/2014/main" id="{A59079C0-53D9-F6B8-01C6-2510D069488F}"/>
                            </a:ext>
                          </a:extLst>
                        </p:cNvPr>
                        <p:cNvCxnSpPr>
                          <a:endCxn id="5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7" name="Straight Connector 56">
                          <a:extLst>
                            <a:ext uri="{FF2B5EF4-FFF2-40B4-BE49-F238E27FC236}">
                              <a16:creationId xmlns:a16="http://schemas.microsoft.com/office/drawing/2014/main" id="{1E1D0592-0E18-E5C0-213E-77B48D0ECD2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6" name="Group 45">
                        <a:extLst>
                          <a:ext uri="{FF2B5EF4-FFF2-40B4-BE49-F238E27FC236}">
                            <a16:creationId xmlns:a16="http://schemas.microsoft.com/office/drawing/2014/main" id="{818BC435-DE31-24D2-3991-CB89C2C10EDC}"/>
                          </a:ext>
                        </a:extLst>
                      </p:cNvPr>
                      <p:cNvGrpSpPr/>
                      <p:nvPr/>
                    </p:nvGrpSpPr>
                    <p:grpSpPr>
                      <a:xfrm>
                        <a:off x="1770362" y="2873352"/>
                        <a:ext cx="441422" cy="369332"/>
                        <a:chOff x="667045" y="1708643"/>
                        <a:chExt cx="441422" cy="369332"/>
                      </a:xfrm>
                    </p:grpSpPr>
                    <p:sp>
                      <p:nvSpPr>
                        <p:cNvPr id="47" name="Oval 46">
                          <a:extLst>
                            <a:ext uri="{FF2B5EF4-FFF2-40B4-BE49-F238E27FC236}">
                              <a16:creationId xmlns:a16="http://schemas.microsoft.com/office/drawing/2014/main" id="{05AA2C86-7F5F-4BD5-1910-5E4071117BAF}"/>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 name="TextBox 47">
                          <a:extLst>
                            <a:ext uri="{FF2B5EF4-FFF2-40B4-BE49-F238E27FC236}">
                              <a16:creationId xmlns:a16="http://schemas.microsoft.com/office/drawing/2014/main" id="{A296B71B-A509-6EAF-16DB-50BB1ED2E987}"/>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41" name="Straight Connector 40">
                      <a:extLst>
                        <a:ext uri="{FF2B5EF4-FFF2-40B4-BE49-F238E27FC236}">
                          <a16:creationId xmlns:a16="http://schemas.microsoft.com/office/drawing/2014/main" id="{5D743514-8050-52A8-ED74-5346AFC95785}"/>
                        </a:ext>
                      </a:extLst>
                    </p:cNvPr>
                    <p:cNvCxnSpPr>
                      <a:stCxn id="473"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2" name="Straight Connector 41">
                      <a:extLst>
                        <a:ext uri="{FF2B5EF4-FFF2-40B4-BE49-F238E27FC236}">
                          <a16:creationId xmlns:a16="http://schemas.microsoft.com/office/drawing/2014/main" id="{BBAE6061-580F-245B-063F-04113C8EB2B0}"/>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3" name="Straight Connector 42">
                      <a:extLst>
                        <a:ext uri="{FF2B5EF4-FFF2-40B4-BE49-F238E27FC236}">
                          <a16:creationId xmlns:a16="http://schemas.microsoft.com/office/drawing/2014/main" id="{5402A1B2-F1E5-4CAC-9AF7-BD7CCD41D772}"/>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69832E77-F138-466F-814B-9813010841AB}"/>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33" name="TextBox 32">
                  <a:extLst>
                    <a:ext uri="{FF2B5EF4-FFF2-40B4-BE49-F238E27FC236}">
                      <a16:creationId xmlns:a16="http://schemas.microsoft.com/office/drawing/2014/main" id="{31F8543D-F915-1E62-D49A-39E64F06293B}"/>
                    </a:ext>
                  </a:extLst>
                </p:cNvPr>
                <p:cNvSpPr txBox="1"/>
                <p:nvPr/>
              </p:nvSpPr>
              <p:spPr>
                <a:xfrm>
                  <a:off x="1430686" y="4247082"/>
                  <a:ext cx="753532" cy="400110"/>
                </a:xfrm>
                <a:prstGeom prst="rect">
                  <a:avLst/>
                </a:prstGeom>
                <a:noFill/>
              </p:spPr>
              <p:txBody>
                <a:bodyPr wrap="squar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cxnSp>
              <p:nvCxnSpPr>
                <p:cNvPr id="34" name="Straight Connector 33">
                  <a:extLst>
                    <a:ext uri="{FF2B5EF4-FFF2-40B4-BE49-F238E27FC236}">
                      <a16:creationId xmlns:a16="http://schemas.microsoft.com/office/drawing/2014/main" id="{B617A902-82AE-6721-355B-0C8663F2CE3F}"/>
                    </a:ext>
                  </a:extLst>
                </p:cNvPr>
                <p:cNvCxnSpPr>
                  <a:cxnSpLocks/>
                  <a:stCxn id="562" idx="1"/>
                </p:cNvCxnSpPr>
                <p:nvPr/>
              </p:nvCxnSpPr>
              <p:spPr bwMode="auto">
                <a:xfrm flipH="1" flipV="1">
                  <a:off x="3848374" y="5024787"/>
                  <a:ext cx="1030666" cy="698992"/>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cxnSp>
            <p:nvCxnSpPr>
              <p:cNvPr id="31" name="Straight Connector 30">
                <a:extLst>
                  <a:ext uri="{FF2B5EF4-FFF2-40B4-BE49-F238E27FC236}">
                    <a16:creationId xmlns:a16="http://schemas.microsoft.com/office/drawing/2014/main" id="{E97133BE-4289-B9DC-E516-684916A537B4}"/>
                  </a:ext>
                </a:extLst>
              </p:cNvPr>
              <p:cNvCxnSpPr>
                <a:cxnSpLocks/>
                <a:stCxn id="578" idx="5"/>
                <a:endCxn id="498" idx="1"/>
              </p:cNvCxnSpPr>
              <p:nvPr/>
            </p:nvCxnSpPr>
            <p:spPr bwMode="auto">
              <a:xfrm flipV="1">
                <a:off x="6957825" y="4543468"/>
                <a:ext cx="1398778" cy="1062884"/>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11" name="Group 10">
              <a:extLst>
                <a:ext uri="{FF2B5EF4-FFF2-40B4-BE49-F238E27FC236}">
                  <a16:creationId xmlns:a16="http://schemas.microsoft.com/office/drawing/2014/main" id="{87070B30-35D7-96C6-8CA6-112242A28DC7}"/>
                </a:ext>
              </a:extLst>
            </p:cNvPr>
            <p:cNvGrpSpPr/>
            <p:nvPr/>
          </p:nvGrpSpPr>
          <p:grpSpPr>
            <a:xfrm>
              <a:off x="9525929" y="4809915"/>
              <a:ext cx="1701734" cy="616172"/>
              <a:chOff x="6935906" y="5482318"/>
              <a:chExt cx="1701734" cy="616172"/>
            </a:xfrm>
          </p:grpSpPr>
          <p:grpSp>
            <p:nvGrpSpPr>
              <p:cNvPr id="12" name="Group 11">
                <a:extLst>
                  <a:ext uri="{FF2B5EF4-FFF2-40B4-BE49-F238E27FC236}">
                    <a16:creationId xmlns:a16="http://schemas.microsoft.com/office/drawing/2014/main" id="{DA48A9CF-3C26-6973-B727-E60BE14B7FE2}"/>
                  </a:ext>
                </a:extLst>
              </p:cNvPr>
              <p:cNvGrpSpPr/>
              <p:nvPr/>
            </p:nvGrpSpPr>
            <p:grpSpPr>
              <a:xfrm>
                <a:off x="6935906" y="5482318"/>
                <a:ext cx="1701734" cy="616172"/>
                <a:chOff x="6808463" y="5108795"/>
                <a:chExt cx="1701734" cy="616172"/>
              </a:xfrm>
            </p:grpSpPr>
            <p:sp>
              <p:nvSpPr>
                <p:cNvPr id="14" name="Freeform 2">
                  <a:extLst>
                    <a:ext uri="{FF2B5EF4-FFF2-40B4-BE49-F238E27FC236}">
                      <a16:creationId xmlns:a16="http://schemas.microsoft.com/office/drawing/2014/main" id="{1BBD0FFC-FBAA-1206-CEFA-7390DF5DBC5B}"/>
                    </a:ext>
                  </a:extLst>
                </p:cNvPr>
                <p:cNvSpPr>
                  <a:spLocks/>
                </p:cNvSpPr>
                <p:nvPr/>
              </p:nvSpPr>
              <p:spPr bwMode="auto">
                <a:xfrm>
                  <a:off x="6808463" y="5108795"/>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 name="Group 327">
                  <a:extLst>
                    <a:ext uri="{FF2B5EF4-FFF2-40B4-BE49-F238E27FC236}">
                      <a16:creationId xmlns:a16="http://schemas.microsoft.com/office/drawing/2014/main" id="{3FB67CF3-A9E6-E970-554F-15B43FABF8DA}"/>
                    </a:ext>
                  </a:extLst>
                </p:cNvPr>
                <p:cNvGrpSpPr>
                  <a:grpSpLocks/>
                </p:cNvGrpSpPr>
                <p:nvPr/>
              </p:nvGrpSpPr>
              <p:grpSpPr bwMode="auto">
                <a:xfrm>
                  <a:off x="7908175" y="5241780"/>
                  <a:ext cx="536554" cy="263548"/>
                  <a:chOff x="1871277" y="1576300"/>
                  <a:chExt cx="1128371" cy="437861"/>
                </a:xfrm>
              </p:grpSpPr>
              <p:sp>
                <p:nvSpPr>
                  <p:cNvPr id="19" name="Oval 18">
                    <a:extLst>
                      <a:ext uri="{FF2B5EF4-FFF2-40B4-BE49-F238E27FC236}">
                        <a16:creationId xmlns:a16="http://schemas.microsoft.com/office/drawing/2014/main" id="{2704B07D-2A4F-1700-CE38-C56E99F9B930}"/>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0" name="Rectangle 19">
                    <a:extLst>
                      <a:ext uri="{FF2B5EF4-FFF2-40B4-BE49-F238E27FC236}">
                        <a16:creationId xmlns:a16="http://schemas.microsoft.com/office/drawing/2014/main" id="{E1CD454B-2C05-8846-E74C-39075B63FBE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1" name="Oval 20">
                    <a:extLst>
                      <a:ext uri="{FF2B5EF4-FFF2-40B4-BE49-F238E27FC236}">
                        <a16:creationId xmlns:a16="http://schemas.microsoft.com/office/drawing/2014/main" id="{A349789C-467B-6D27-2387-71C5EC7E45F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2" name="Freeform 533">
                    <a:extLst>
                      <a:ext uri="{FF2B5EF4-FFF2-40B4-BE49-F238E27FC236}">
                        <a16:creationId xmlns:a16="http://schemas.microsoft.com/office/drawing/2014/main" id="{57CC7B78-855A-1931-3D49-B7E8CE8A811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3" name="Freeform 534">
                    <a:extLst>
                      <a:ext uri="{FF2B5EF4-FFF2-40B4-BE49-F238E27FC236}">
                        <a16:creationId xmlns:a16="http://schemas.microsoft.com/office/drawing/2014/main" id="{D74729EC-3D84-402B-70A2-E899821B2AF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 name="Freeform 535">
                    <a:extLst>
                      <a:ext uri="{FF2B5EF4-FFF2-40B4-BE49-F238E27FC236}">
                        <a16:creationId xmlns:a16="http://schemas.microsoft.com/office/drawing/2014/main" id="{07AB3821-3E43-A427-D7EF-ACE95BD40AD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 name="Freeform 536">
                    <a:extLst>
                      <a:ext uri="{FF2B5EF4-FFF2-40B4-BE49-F238E27FC236}">
                        <a16:creationId xmlns:a16="http://schemas.microsoft.com/office/drawing/2014/main" id="{CDBC9126-349E-11BE-5DF5-6FAA465FAFEC}"/>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6" name="Straight Connector 25">
                    <a:extLst>
                      <a:ext uri="{FF2B5EF4-FFF2-40B4-BE49-F238E27FC236}">
                        <a16:creationId xmlns:a16="http://schemas.microsoft.com/office/drawing/2014/main" id="{75885FAA-B71A-5EE3-C618-4941D87D34D0}"/>
                      </a:ext>
                    </a:extLst>
                  </p:cNvPr>
                  <p:cNvCxnSpPr>
                    <a:endCxn id="2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7" name="Straight Connector 26">
                    <a:extLst>
                      <a:ext uri="{FF2B5EF4-FFF2-40B4-BE49-F238E27FC236}">
                        <a16:creationId xmlns:a16="http://schemas.microsoft.com/office/drawing/2014/main" id="{6FB96BA8-6CA6-2D59-5234-5E9F6BF6CB7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6" name="Group 15">
                  <a:extLst>
                    <a:ext uri="{FF2B5EF4-FFF2-40B4-BE49-F238E27FC236}">
                      <a16:creationId xmlns:a16="http://schemas.microsoft.com/office/drawing/2014/main" id="{571C7FF6-20C9-4971-FEA0-C86C32F45D0A}"/>
                    </a:ext>
                  </a:extLst>
                </p:cNvPr>
                <p:cNvGrpSpPr/>
                <p:nvPr/>
              </p:nvGrpSpPr>
              <p:grpSpPr>
                <a:xfrm>
                  <a:off x="7876581" y="5223365"/>
                  <a:ext cx="466894" cy="369332"/>
                  <a:chOff x="599495" y="1708643"/>
                  <a:chExt cx="491778" cy="409344"/>
                </a:xfrm>
              </p:grpSpPr>
              <p:sp>
                <p:nvSpPr>
                  <p:cNvPr id="17" name="Oval 16">
                    <a:extLst>
                      <a:ext uri="{FF2B5EF4-FFF2-40B4-BE49-F238E27FC236}">
                        <a16:creationId xmlns:a16="http://schemas.microsoft.com/office/drawing/2014/main" id="{E9A724EB-4766-B51A-E090-A36A4C357AD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8" name="TextBox 17">
                    <a:extLst>
                      <a:ext uri="{FF2B5EF4-FFF2-40B4-BE49-F238E27FC236}">
                        <a16:creationId xmlns:a16="http://schemas.microsoft.com/office/drawing/2014/main" id="{9CB1B5D3-F3DD-1070-58F5-0AD3957476E3}"/>
                      </a:ext>
                    </a:extLst>
                  </p:cNvPr>
                  <p:cNvSpPr txBox="1"/>
                  <p:nvPr/>
                </p:nvSpPr>
                <p:spPr>
                  <a:xfrm>
                    <a:off x="599495" y="1708643"/>
                    <a:ext cx="491778" cy="409344"/>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X</a:t>
                    </a:r>
                  </a:p>
                </p:txBody>
              </p:sp>
            </p:grpSp>
          </p:grpSp>
          <p:cxnSp>
            <p:nvCxnSpPr>
              <p:cNvPr id="13" name="Straight Connector 12">
                <a:extLst>
                  <a:ext uri="{FF2B5EF4-FFF2-40B4-BE49-F238E27FC236}">
                    <a16:creationId xmlns:a16="http://schemas.microsoft.com/office/drawing/2014/main" id="{F0A48C5C-23C6-CC7C-5FCB-8B3AA79D8B8D}"/>
                  </a:ext>
                </a:extLst>
              </p:cNvPr>
              <p:cNvCxnSpPr/>
              <p:nvPr/>
            </p:nvCxnSpPr>
            <p:spPr bwMode="auto">
              <a:xfrm flipH="1">
                <a:off x="7158742" y="5764030"/>
                <a:ext cx="870024" cy="9999"/>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611" name="Rectangle 4">
            <a:extLst>
              <a:ext uri="{FF2B5EF4-FFF2-40B4-BE49-F238E27FC236}">
                <a16:creationId xmlns:a16="http://schemas.microsoft.com/office/drawing/2014/main" id="{9B7F46BF-9154-CA31-BB32-466EDEE57733}"/>
              </a:ext>
            </a:extLst>
          </p:cNvPr>
          <p:cNvSpPr txBox="1">
            <a:spLocks noChangeArrowheads="1"/>
          </p:cNvSpPr>
          <p:nvPr/>
        </p:nvSpPr>
        <p:spPr>
          <a:xfrm>
            <a:off x="177800" y="5107561"/>
            <a:ext cx="11346493" cy="69485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indent="-144000" algn="r" rtl="1">
              <a:lnSpc>
                <a:spcPct val="130000"/>
              </a:lnSpc>
              <a:spcBef>
                <a:spcPts val="0"/>
              </a:spcBef>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بر مبنای خط‌مشی </a:t>
            </a:r>
            <a:r>
              <a:rPr lang="en-US" sz="1600" b="1" dirty="0">
                <a:latin typeface="Arial" panose="020B0604020202020204" pitchFamily="34" charset="0"/>
                <a:cs typeface="Arial" panose="020B0604020202020204" pitchFamily="34" charset="0"/>
              </a:rPr>
              <a:t>AS2</a:t>
            </a:r>
            <a:r>
              <a:rPr lang="fa-IR" sz="1600" b="1" dirty="0">
                <a:latin typeface="IRANSans(FaNum)" panose="02040503050201020203" pitchFamily="18" charset="-78"/>
                <a:cs typeface="IRANSans(FaNum)" panose="02040503050201020203" pitchFamily="18" charset="-78"/>
              </a:rPr>
              <a:t>، مسیریاب </a:t>
            </a:r>
            <a:r>
              <a:rPr lang="en-US" sz="1600" b="1" dirty="0" err="1">
                <a:latin typeface="Arial" panose="020B0604020202020204" pitchFamily="34" charset="0"/>
                <a:cs typeface="Arial" panose="020B0604020202020204" pitchFamily="34" charset="0"/>
              </a:rPr>
              <a:t>2c</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AS2</a:t>
            </a:r>
            <a:r>
              <a:rPr lang="fa-IR" sz="1600" b="1" dirty="0">
                <a:latin typeface="IRANSans(FaNum)" panose="02040503050201020203" pitchFamily="18" charset="-78"/>
                <a:cs typeface="IRANSans(FaNum)" panose="02040503050201020203" pitchFamily="18" charset="-78"/>
              </a:rPr>
              <a:t> مسیر </a:t>
            </a:r>
            <a:r>
              <a:rPr lang="en-US" sz="1600" b="1" dirty="0">
                <a:solidFill>
                  <a:srgbClr val="C00000"/>
                </a:solidFill>
                <a:latin typeface="Arial" panose="020B0604020202020204" pitchFamily="34" charset="0"/>
                <a:cs typeface="Arial" panose="020B0604020202020204" pitchFamily="34" charset="0"/>
              </a:rPr>
              <a:t>AS3, X</a:t>
            </a:r>
            <a:r>
              <a:rPr lang="fa-IR" sz="1600" b="1" dirty="0">
                <a:latin typeface="IRANSans(FaNum)" panose="02040503050201020203" pitchFamily="18" charset="-78"/>
                <a:cs typeface="IRANSans(FaNum)" panose="02040503050201020203" pitchFamily="18" charset="-78"/>
              </a:rPr>
              <a:t> را می‌پذیرد و آن را (از طریق </a:t>
            </a:r>
            <a:r>
              <a:rPr lang="en-US" sz="1600" b="1" dirty="0">
                <a:latin typeface="Arial" panose="020B0604020202020204" pitchFamily="34" charset="0"/>
                <a:cs typeface="Arial" panose="020B0604020202020204" pitchFamily="34" charset="0"/>
              </a:rPr>
              <a:t>iBGP</a:t>
            </a:r>
            <a:r>
              <a:rPr lang="fa-IR" sz="1600" b="1" dirty="0">
                <a:latin typeface="IRANSans(FaNum)" panose="02040503050201020203" pitchFamily="18" charset="-78"/>
                <a:cs typeface="IRANSans(FaNum)" panose="02040503050201020203" pitchFamily="18" charset="-78"/>
              </a:rPr>
              <a:t>) به همه مسیریاب‌های دروازه </a:t>
            </a:r>
            <a:r>
              <a:rPr lang="en-US" sz="1600" b="1" dirty="0">
                <a:latin typeface="Arial" panose="020B0604020202020204" pitchFamily="34" charset="0"/>
                <a:cs typeface="Arial" panose="020B0604020202020204" pitchFamily="34" charset="0"/>
              </a:rPr>
              <a:t>AS2</a:t>
            </a:r>
            <a:r>
              <a:rPr lang="fa-IR" sz="1600" b="1" dirty="0">
                <a:latin typeface="IRANSans(FaNum)" panose="02040503050201020203" pitchFamily="18" charset="-78"/>
                <a:cs typeface="IRANSans(FaNum)" panose="02040503050201020203" pitchFamily="18" charset="-78"/>
              </a:rPr>
              <a:t> ارسال (پخش) می‌کند.</a:t>
            </a:r>
            <a:endParaRPr lang="en-US" sz="1600" b="1" dirty="0">
              <a:latin typeface="IRANSans(FaNum)" panose="02040503050201020203" pitchFamily="18" charset="-78"/>
              <a:cs typeface="IRANSans(FaNum)" panose="02040503050201020203" pitchFamily="18" charset="-78"/>
            </a:endParaRPr>
          </a:p>
        </p:txBody>
      </p:sp>
      <p:grpSp>
        <p:nvGrpSpPr>
          <p:cNvPr id="612" name="Group 611">
            <a:extLst>
              <a:ext uri="{FF2B5EF4-FFF2-40B4-BE49-F238E27FC236}">
                <a16:creationId xmlns:a16="http://schemas.microsoft.com/office/drawing/2014/main" id="{5EF046EE-888C-1854-F7D5-A9BC1B1454D3}"/>
              </a:ext>
            </a:extLst>
          </p:cNvPr>
          <p:cNvGrpSpPr/>
          <p:nvPr/>
        </p:nvGrpSpPr>
        <p:grpSpPr>
          <a:xfrm>
            <a:off x="2993331" y="3218414"/>
            <a:ext cx="1261444" cy="642543"/>
            <a:chOff x="2241770" y="2684666"/>
            <a:chExt cx="1261444" cy="642543"/>
          </a:xfrm>
        </p:grpSpPr>
        <p:sp>
          <p:nvSpPr>
            <p:cNvPr id="613" name="Text Box 119">
              <a:extLst>
                <a:ext uri="{FF2B5EF4-FFF2-40B4-BE49-F238E27FC236}">
                  <a16:creationId xmlns:a16="http://schemas.microsoft.com/office/drawing/2014/main" id="{10E87B9D-5E48-ED48-2FED-D3C8FB623589}"/>
                </a:ext>
              </a:extLst>
            </p:cNvPr>
            <p:cNvSpPr txBox="1">
              <a:spLocks noChangeArrowheads="1"/>
            </p:cNvSpPr>
            <p:nvPr/>
          </p:nvSpPr>
          <p:spPr bwMode="auto">
            <a:xfrm>
              <a:off x="2241770" y="3019432"/>
              <a:ext cx="126015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614" name="AutoShape 118">
              <a:extLst>
                <a:ext uri="{FF2B5EF4-FFF2-40B4-BE49-F238E27FC236}">
                  <a16:creationId xmlns:a16="http://schemas.microsoft.com/office/drawing/2014/main" id="{B6CC7B83-1140-93CF-75AC-4D76583D38CC}"/>
                </a:ext>
              </a:extLst>
            </p:cNvPr>
            <p:cNvSpPr>
              <a:spLocks noChangeArrowheads="1"/>
            </p:cNvSpPr>
            <p:nvPr/>
          </p:nvSpPr>
          <p:spPr bwMode="auto">
            <a:xfrm rot="1968210">
              <a:off x="2734864" y="2684666"/>
              <a:ext cx="768350" cy="276225"/>
            </a:xfrm>
            <a:prstGeom prst="leftArrow">
              <a:avLst>
                <a:gd name="adj1" fmla="val 50000"/>
                <a:gd name="adj2" fmla="val 69540"/>
              </a:avLst>
            </a:prstGeom>
            <a:gradFill rotWithShape="1">
              <a:gsLst>
                <a:gs pos="0">
                  <a:srgbClr val="C00000"/>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dirty="0"/>
            </a:p>
          </p:txBody>
        </p:sp>
      </p:grpSp>
      <p:sp>
        <p:nvSpPr>
          <p:cNvPr id="615" name="Rectangle 4">
            <a:extLst>
              <a:ext uri="{FF2B5EF4-FFF2-40B4-BE49-F238E27FC236}">
                <a16:creationId xmlns:a16="http://schemas.microsoft.com/office/drawing/2014/main" id="{C1775A53-3E84-AB2F-349A-15FF431E043A}"/>
              </a:ext>
            </a:extLst>
          </p:cNvPr>
          <p:cNvSpPr txBox="1">
            <a:spLocks noChangeArrowheads="1"/>
          </p:cNvSpPr>
          <p:nvPr/>
        </p:nvSpPr>
        <p:spPr bwMode="auto">
          <a:xfrm>
            <a:off x="371311" y="4647011"/>
            <a:ext cx="11146023" cy="46863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spcAft>
                <a:spcPts val="0"/>
              </a:spcAft>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مسیریاب </a:t>
            </a:r>
            <a:r>
              <a:rPr lang="en-US" sz="1600" b="1" dirty="0" err="1">
                <a:latin typeface="Arial" panose="020B0604020202020204" pitchFamily="34" charset="0"/>
                <a:cs typeface="Arial" panose="020B0604020202020204" pitchFamily="34" charset="0"/>
              </a:rPr>
              <a:t>2c</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AS2</a:t>
            </a:r>
            <a:r>
              <a:rPr lang="fa-IR" sz="1600" b="1" dirty="0">
                <a:latin typeface="IRANSans(FaNum)" panose="02040503050201020203" pitchFamily="18" charset="-78"/>
                <a:cs typeface="IRANSans(FaNum)" panose="02040503050201020203" pitchFamily="18" charset="-78"/>
              </a:rPr>
              <a:t> یک اعلان مسیر </a:t>
            </a:r>
            <a:r>
              <a:rPr lang="en-US" sz="1600" b="1" dirty="0">
                <a:solidFill>
                  <a:srgbClr val="C00000"/>
                </a:solidFill>
                <a:latin typeface="Arial" panose="020B0604020202020204" pitchFamily="34" charset="0"/>
                <a:cs typeface="Arial" panose="020B0604020202020204" pitchFamily="34" charset="0"/>
              </a:rPr>
              <a:t>AS3, X</a:t>
            </a:r>
            <a:r>
              <a:rPr lang="fa-IR" sz="1600" b="1" dirty="0">
                <a:latin typeface="IRANSans(FaNum)" panose="02040503050201020203" pitchFamily="18" charset="-78"/>
                <a:cs typeface="IRANSans(FaNum)" panose="02040503050201020203" pitchFamily="18" charset="-78"/>
              </a:rPr>
              <a:t> (از طریق </a:t>
            </a:r>
            <a:r>
              <a:rPr lang="en-US" sz="1600" b="1" dirty="0">
                <a:latin typeface="Arial" panose="020B0604020202020204" pitchFamily="34" charset="0"/>
                <a:cs typeface="Arial" panose="020B0604020202020204" pitchFamily="34" charset="0"/>
              </a:rPr>
              <a:t>eBGP</a:t>
            </a:r>
            <a:r>
              <a:rPr lang="fa-IR" sz="1600" b="1" dirty="0">
                <a:latin typeface="IRANSans(FaNum)" panose="02040503050201020203" pitchFamily="18" charset="-78"/>
                <a:cs typeface="IRANSans(FaNum)" panose="02040503050201020203" pitchFamily="18" charset="-78"/>
              </a:rPr>
              <a:t>) از</a:t>
            </a:r>
            <a:r>
              <a:rPr lang="en-US" sz="1600" b="1" dirty="0">
                <a:latin typeface="IRANSans(FaNum)" panose="02040503050201020203" pitchFamily="18" charset="-78"/>
                <a:cs typeface="IRANSans(FaNum)" panose="02040503050201020203" pitchFamily="18" charset="-78"/>
              </a:rPr>
              <a:t> </a:t>
            </a:r>
            <a:r>
              <a:rPr lang="fa-IR" sz="1600" b="1" dirty="0">
                <a:latin typeface="IRANSans(FaNum)" panose="02040503050201020203" pitchFamily="18" charset="-78"/>
                <a:cs typeface="IRANSans(FaNum)" panose="02040503050201020203" pitchFamily="18" charset="-78"/>
              </a:rPr>
              <a:t>مسیریاب </a:t>
            </a:r>
            <a:r>
              <a:rPr lang="en-US" sz="1600" b="1" dirty="0" err="1">
                <a:latin typeface="Arial" panose="020B0604020202020204" pitchFamily="34" charset="0"/>
                <a:cs typeface="Arial" panose="020B0604020202020204" pitchFamily="34" charset="0"/>
              </a:rPr>
              <a:t>3a</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AS3</a:t>
            </a:r>
            <a:r>
              <a:rPr lang="fa-IR" sz="1600" b="1" dirty="0">
                <a:latin typeface="IRANSans(FaNum)" panose="02040503050201020203" pitchFamily="18" charset="-78"/>
                <a:cs typeface="IRANSans(FaNum)" panose="02040503050201020203" pitchFamily="18" charset="-78"/>
              </a:rPr>
              <a:t> دریافت می‌کند.</a:t>
            </a:r>
            <a:endParaRPr lang="en-US" sz="1600" b="1" dirty="0">
              <a:latin typeface="IRANSans(FaNum)" panose="02040503050201020203" pitchFamily="18" charset="-78"/>
              <a:cs typeface="IRANSans(FaNum)" panose="02040503050201020203" pitchFamily="18" charset="-78"/>
            </a:endParaRPr>
          </a:p>
        </p:txBody>
      </p:sp>
      <p:sp>
        <p:nvSpPr>
          <p:cNvPr id="616" name="Rectangle 4">
            <a:extLst>
              <a:ext uri="{FF2B5EF4-FFF2-40B4-BE49-F238E27FC236}">
                <a16:creationId xmlns:a16="http://schemas.microsoft.com/office/drawing/2014/main" id="{037DC5E1-F45C-0216-D060-F9CFD4820C07}"/>
              </a:ext>
            </a:extLst>
          </p:cNvPr>
          <p:cNvSpPr txBox="1">
            <a:spLocks noChangeArrowheads="1"/>
          </p:cNvSpPr>
          <p:nvPr/>
        </p:nvSpPr>
        <p:spPr bwMode="auto">
          <a:xfrm>
            <a:off x="1002579" y="5703733"/>
            <a:ext cx="10511102" cy="51044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spcAft>
                <a:spcPts val="0"/>
              </a:spcAft>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بر مبنای خط‌مشی </a:t>
            </a:r>
            <a:r>
              <a:rPr lang="en-US" sz="1600" b="1" dirty="0">
                <a:latin typeface="Arial" panose="020B0604020202020204" pitchFamily="34" charset="0"/>
                <a:cs typeface="Arial" panose="020B0604020202020204" pitchFamily="34" charset="0"/>
              </a:rPr>
              <a:t>AS2</a:t>
            </a:r>
            <a:r>
              <a:rPr lang="fa-IR" sz="1600" b="1" dirty="0">
                <a:latin typeface="IRANSans(FaNum)" panose="02040503050201020203" pitchFamily="18" charset="-78"/>
                <a:cs typeface="IRANSans(FaNum)" panose="02040503050201020203" pitchFamily="18" charset="-78"/>
              </a:rPr>
              <a:t>، مسیریاب </a:t>
            </a:r>
            <a:r>
              <a:rPr lang="en-US" sz="1600" b="1" dirty="0" err="1">
                <a:latin typeface="Arial" panose="020B0604020202020204" pitchFamily="34" charset="0"/>
                <a:cs typeface="Arial" panose="020B0604020202020204" pitchFamily="34" charset="0"/>
              </a:rPr>
              <a:t>2a</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AS2 </a:t>
            </a:r>
            <a:r>
              <a:rPr lang="fa-IR" sz="1600" b="1" dirty="0">
                <a:latin typeface="Arial" panose="020B0604020202020204" pitchFamily="34" charset="0"/>
                <a:cs typeface="Arial" panose="020B0604020202020204" pitchFamily="34" charset="0"/>
              </a:rPr>
              <a:t> </a:t>
            </a:r>
            <a:r>
              <a:rPr lang="fa-IR" sz="1600" b="1" dirty="0">
                <a:latin typeface="IRANSans(FaNum)" panose="02040503050201020203" pitchFamily="18" charset="-78"/>
                <a:cs typeface="IRANSans(FaNum)" panose="02040503050201020203" pitchFamily="18" charset="-78"/>
              </a:rPr>
              <a:t>(از طریق </a:t>
            </a:r>
            <a:r>
              <a:rPr lang="en-US" sz="1600" b="1" dirty="0">
                <a:latin typeface="Arial" panose="020B0604020202020204" pitchFamily="34" charset="0"/>
                <a:cs typeface="Arial" panose="020B0604020202020204" pitchFamily="34" charset="0"/>
              </a:rPr>
              <a:t>eBGP</a:t>
            </a:r>
            <a:r>
              <a:rPr lang="fa-IR" sz="1600" b="1" dirty="0">
                <a:latin typeface="IRANSans(FaNum)" panose="02040503050201020203" pitchFamily="18" charset="-78"/>
                <a:cs typeface="IRANSans(FaNum)" panose="02040503050201020203" pitchFamily="18" charset="-78"/>
              </a:rPr>
              <a:t>) مسیر </a:t>
            </a:r>
            <a:r>
              <a:rPr lang="en-US" sz="1600" b="1" dirty="0">
                <a:solidFill>
                  <a:srgbClr val="C00000"/>
                </a:solidFill>
                <a:latin typeface="Arial" panose="020B0604020202020204" pitchFamily="34" charset="0"/>
                <a:cs typeface="Arial" panose="020B0604020202020204" pitchFamily="34" charset="0"/>
              </a:rPr>
              <a:t>AS2, AS3, X</a:t>
            </a:r>
            <a:r>
              <a:rPr lang="fa-IR" sz="1600" b="1" dirty="0">
                <a:latin typeface="IRANSans(FaNum)" panose="02040503050201020203" pitchFamily="18" charset="-78"/>
                <a:cs typeface="IRANSans(FaNum)" panose="02040503050201020203" pitchFamily="18" charset="-78"/>
              </a:rPr>
              <a:t> را به مسیریاب </a:t>
            </a:r>
            <a:r>
              <a:rPr lang="en-US" sz="1600" b="1" dirty="0" err="1">
                <a:latin typeface="Arial" panose="020B0604020202020204" pitchFamily="34" charset="0"/>
                <a:cs typeface="Arial" panose="020B0604020202020204" pitchFamily="34" charset="0"/>
              </a:rPr>
              <a:t>1c</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AS1</a:t>
            </a:r>
            <a:r>
              <a:rPr lang="fa-IR" sz="1600" b="1" dirty="0">
                <a:latin typeface="IRANSans(FaNum)" panose="02040503050201020203" pitchFamily="18" charset="-78"/>
                <a:cs typeface="IRANSans(FaNum)" panose="02040503050201020203" pitchFamily="18" charset="-78"/>
              </a:rPr>
              <a:t> اعلان می‌کند.</a:t>
            </a:r>
            <a:endParaRPr lang="en-US" sz="1600" b="1" dirty="0">
              <a:latin typeface="IRANSans(FaNum)" panose="02040503050201020203" pitchFamily="18" charset="-78"/>
              <a:cs typeface="IRANSans(FaNum)" panose="02040503050201020203" pitchFamily="18" charset="-78"/>
            </a:endParaRPr>
          </a:p>
        </p:txBody>
      </p:sp>
      <p:grpSp>
        <p:nvGrpSpPr>
          <p:cNvPr id="617" name="Group 616">
            <a:extLst>
              <a:ext uri="{FF2B5EF4-FFF2-40B4-BE49-F238E27FC236}">
                <a16:creationId xmlns:a16="http://schemas.microsoft.com/office/drawing/2014/main" id="{76315175-1DD6-D8EB-9A2C-63B270B6EFD0}"/>
              </a:ext>
            </a:extLst>
          </p:cNvPr>
          <p:cNvGrpSpPr/>
          <p:nvPr/>
        </p:nvGrpSpPr>
        <p:grpSpPr>
          <a:xfrm>
            <a:off x="5079134" y="3216701"/>
            <a:ext cx="1118837" cy="826267"/>
            <a:chOff x="4052000" y="2820739"/>
            <a:chExt cx="1118837" cy="826267"/>
          </a:xfrm>
        </p:grpSpPr>
        <p:cxnSp>
          <p:nvCxnSpPr>
            <p:cNvPr id="618" name="Straight Arrow Connector 617">
              <a:extLst>
                <a:ext uri="{FF2B5EF4-FFF2-40B4-BE49-F238E27FC236}">
                  <a16:creationId xmlns:a16="http://schemas.microsoft.com/office/drawing/2014/main" id="{66AAB3F6-6F79-A2D5-3844-D01ABF997253}"/>
                </a:ext>
              </a:extLst>
            </p:cNvPr>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19" name="Straight Arrow Connector 618">
              <a:extLst>
                <a:ext uri="{FF2B5EF4-FFF2-40B4-BE49-F238E27FC236}">
                  <a16:creationId xmlns:a16="http://schemas.microsoft.com/office/drawing/2014/main" id="{3F0A52DB-0FAD-D86A-D74B-8A0CAEAFF607}"/>
                </a:ext>
              </a:extLst>
            </p:cNvPr>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20" name="Straight Arrow Connector 619">
              <a:extLst>
                <a:ext uri="{FF2B5EF4-FFF2-40B4-BE49-F238E27FC236}">
                  <a16:creationId xmlns:a16="http://schemas.microsoft.com/office/drawing/2014/main" id="{8FD50D37-C0EF-AF15-1D1C-0026D676F082}"/>
                </a:ext>
              </a:extLst>
            </p:cNvPr>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621" name="Group 117">
            <a:extLst>
              <a:ext uri="{FF2B5EF4-FFF2-40B4-BE49-F238E27FC236}">
                <a16:creationId xmlns:a16="http://schemas.microsoft.com/office/drawing/2014/main" id="{1BAC3D0D-897B-3604-C9F1-B8088160C9EA}"/>
              </a:ext>
            </a:extLst>
          </p:cNvPr>
          <p:cNvGrpSpPr>
            <a:grpSpLocks/>
          </p:cNvGrpSpPr>
          <p:nvPr/>
        </p:nvGrpSpPr>
        <p:grpSpPr bwMode="auto">
          <a:xfrm>
            <a:off x="7038891" y="3162883"/>
            <a:ext cx="1290638" cy="481013"/>
            <a:chOff x="2282" y="2446"/>
            <a:chExt cx="813" cy="303"/>
          </a:xfrm>
        </p:grpSpPr>
        <p:sp>
          <p:nvSpPr>
            <p:cNvPr id="622" name="AutoShape 118">
              <a:extLst>
                <a:ext uri="{FF2B5EF4-FFF2-40B4-BE49-F238E27FC236}">
                  <a16:creationId xmlns:a16="http://schemas.microsoft.com/office/drawing/2014/main" id="{0DA8AC0F-0C27-FAA6-82C5-22FB27540587}"/>
                </a:ext>
              </a:extLst>
            </p:cNvPr>
            <p:cNvSpPr>
              <a:spLocks noChangeArrowheads="1"/>
            </p:cNvSpPr>
            <p:nvPr/>
          </p:nvSpPr>
          <p:spPr bwMode="auto">
            <a:xfrm rot="19396893">
              <a:off x="2282" y="2446"/>
              <a:ext cx="484" cy="163"/>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Text Box 119">
              <a:extLst>
                <a:ext uri="{FF2B5EF4-FFF2-40B4-BE49-F238E27FC236}">
                  <a16:creationId xmlns:a16="http://schemas.microsoft.com/office/drawing/2014/main" id="{61063071-DADE-2BEF-E637-640E330EF65F}"/>
                </a:ext>
              </a:extLst>
            </p:cNvPr>
            <p:cNvSpPr txBox="1">
              <a:spLocks noChangeArrowheads="1"/>
            </p:cNvSpPr>
            <p:nvPr/>
          </p:nvSpPr>
          <p:spPr bwMode="auto">
            <a:xfrm>
              <a:off x="2496" y="2559"/>
              <a:ext cx="599" cy="19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C00000"/>
                  </a:solidFill>
                  <a:effectLst/>
                  <a:uLnTx/>
                  <a:uFillTx/>
                  <a:latin typeface="Arial" charset="0"/>
                  <a:ea typeface="ＭＳ Ｐゴシック" charset="0"/>
                </a:rPr>
                <a:t>AS3, X</a:t>
              </a:r>
            </a:p>
          </p:txBody>
        </p:sp>
      </p:grpSp>
    </p:spTree>
    <p:extLst>
      <p:ext uri="{BB962C8B-B14F-4D97-AF65-F5344CB8AC3E}">
        <p14:creationId xmlns:p14="http://schemas.microsoft.com/office/powerpoint/2010/main" val="3925171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par>
                                <p:cTn id="16" presetID="22" presetClass="entr" presetSubtype="2" fill="hold" nodeType="withEffect">
                                  <p:stCondLst>
                                    <p:cond delay="0"/>
                                  </p:stCondLst>
                                  <p:childTnLst>
                                    <p:set>
                                      <p:cBhvr>
                                        <p:cTn id="17" dur="1" fill="hold">
                                          <p:stCondLst>
                                            <p:cond delay="0"/>
                                          </p:stCondLst>
                                        </p:cTn>
                                        <p:tgtEl>
                                          <p:spTgt spid="621"/>
                                        </p:tgtEl>
                                        <p:attrNameLst>
                                          <p:attrName>style.visibility</p:attrName>
                                        </p:attrNameLst>
                                      </p:cBhvr>
                                      <p:to>
                                        <p:strVal val="visible"/>
                                      </p:to>
                                    </p:set>
                                    <p:animEffect transition="in" filter="wipe(right)">
                                      <p:cBhvr>
                                        <p:cTn id="18" dur="1000"/>
                                        <p:tgtEl>
                                          <p:spTgt spid="621"/>
                                        </p:tgtEl>
                                      </p:cBhvr>
                                    </p:animEffect>
                                  </p:childTnLst>
                                </p:cTn>
                              </p:par>
                            </p:childTnLst>
                          </p:cTn>
                        </p:par>
                        <p:par>
                          <p:cTn id="19" fill="hold">
                            <p:stCondLst>
                              <p:cond delay="2000"/>
                            </p:stCondLst>
                            <p:childTnLst>
                              <p:par>
                                <p:cTn id="20" presetID="9" presetClass="entr" presetSubtype="0" fill="hold" grpId="0" nodeType="afterEffect">
                                  <p:stCondLst>
                                    <p:cond delay="0"/>
                                  </p:stCondLst>
                                  <p:childTnLst>
                                    <p:set>
                                      <p:cBhvr>
                                        <p:cTn id="21" dur="1" fill="hold">
                                          <p:stCondLst>
                                            <p:cond delay="0"/>
                                          </p:stCondLst>
                                        </p:cTn>
                                        <p:tgtEl>
                                          <p:spTgt spid="615"/>
                                        </p:tgtEl>
                                        <p:attrNameLst>
                                          <p:attrName>style.visibility</p:attrName>
                                        </p:attrNameLst>
                                      </p:cBhvr>
                                      <p:to>
                                        <p:strVal val="visible"/>
                                      </p:to>
                                    </p:set>
                                    <p:animEffect transition="in" filter="dissolve">
                                      <p:cBhvr>
                                        <p:cTn id="22" dur="1000"/>
                                        <p:tgtEl>
                                          <p:spTgt spid="6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617"/>
                                        </p:tgtEl>
                                        <p:attrNameLst>
                                          <p:attrName>style.visibility</p:attrName>
                                        </p:attrNameLst>
                                      </p:cBhvr>
                                      <p:to>
                                        <p:strVal val="visible"/>
                                      </p:to>
                                    </p:set>
                                    <p:animEffect transition="in" filter="wipe(right)">
                                      <p:cBhvr>
                                        <p:cTn id="27" dur="1000"/>
                                        <p:tgtEl>
                                          <p:spTgt spid="6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11">
                                            <p:txEl>
                                              <p:pRg st="0" end="0"/>
                                            </p:txEl>
                                          </p:spTgt>
                                        </p:tgtEl>
                                        <p:attrNameLst>
                                          <p:attrName>style.visibility</p:attrName>
                                        </p:attrNameLst>
                                      </p:cBhvr>
                                      <p:to>
                                        <p:strVal val="visible"/>
                                      </p:to>
                                    </p:set>
                                    <p:animEffect transition="in" filter="dissolve">
                                      <p:cBhvr>
                                        <p:cTn id="30" dur="500"/>
                                        <p:tgtEl>
                                          <p:spTgt spid="611">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2" fill="hold" nodeType="clickEffect">
                                  <p:stCondLst>
                                    <p:cond delay="0"/>
                                  </p:stCondLst>
                                  <p:childTnLst>
                                    <p:set>
                                      <p:cBhvr>
                                        <p:cTn id="34" dur="1" fill="hold">
                                          <p:stCondLst>
                                            <p:cond delay="0"/>
                                          </p:stCondLst>
                                        </p:cTn>
                                        <p:tgtEl>
                                          <p:spTgt spid="612"/>
                                        </p:tgtEl>
                                        <p:attrNameLst>
                                          <p:attrName>style.visibility</p:attrName>
                                        </p:attrNameLst>
                                      </p:cBhvr>
                                      <p:to>
                                        <p:strVal val="visible"/>
                                      </p:to>
                                    </p:set>
                                    <p:animEffect transition="in" filter="wipe(right)">
                                      <p:cBhvr>
                                        <p:cTn id="35" dur="1000"/>
                                        <p:tgtEl>
                                          <p:spTgt spid="612"/>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616"/>
                                        </p:tgtEl>
                                        <p:attrNameLst>
                                          <p:attrName>style.visibility</p:attrName>
                                        </p:attrNameLst>
                                      </p:cBhvr>
                                      <p:to>
                                        <p:strVal val="visible"/>
                                      </p:to>
                                    </p:set>
                                    <p:animEffect transition="in" filter="dissolve">
                                      <p:cBhvr>
                                        <p:cTn id="38" dur="500"/>
                                        <p:tgtEl>
                                          <p:spTgt spid="6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1" grpId="0" build="p"/>
      <p:bldP spid="615" grpId="0"/>
      <p:bldP spid="616"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9"/>
            <a:ext cx="10872871"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اعلان مسیر </a:t>
            </a:r>
            <a:r>
              <a:rPr lang="en-US" sz="2000" b="1" dirty="0">
                <a:solidFill>
                  <a:srgbClr val="1F1FFF"/>
                </a:solidFill>
                <a:latin typeface="IRANSans(FaNum)" panose="02040503050201020203" pitchFamily="18" charset="-78"/>
              </a:rPr>
              <a:t>BGP</a:t>
            </a:r>
            <a:endParaRPr lang="fa-IR" sz="2000" b="1" dirty="0">
              <a:solidFill>
                <a:srgbClr val="1F1F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660A1975-4187-12B6-4238-E0C273A5EB5F}"/>
              </a:ext>
            </a:extLst>
          </p:cNvPr>
          <p:cNvGrpSpPr/>
          <p:nvPr/>
        </p:nvGrpSpPr>
        <p:grpSpPr>
          <a:xfrm>
            <a:off x="2993331" y="3218414"/>
            <a:ext cx="1261444" cy="642543"/>
            <a:chOff x="2241770" y="2684666"/>
            <a:chExt cx="1261444" cy="642543"/>
          </a:xfrm>
        </p:grpSpPr>
        <p:sp>
          <p:nvSpPr>
            <p:cNvPr id="9" name="Text Box 119">
              <a:extLst>
                <a:ext uri="{FF2B5EF4-FFF2-40B4-BE49-F238E27FC236}">
                  <a16:creationId xmlns:a16="http://schemas.microsoft.com/office/drawing/2014/main" id="{F8146DFF-95BA-80CF-8C46-2A2152EA6309}"/>
                </a:ext>
              </a:extLst>
            </p:cNvPr>
            <p:cNvSpPr txBox="1">
              <a:spLocks noChangeArrowheads="1"/>
            </p:cNvSpPr>
            <p:nvPr/>
          </p:nvSpPr>
          <p:spPr bwMode="auto">
            <a:xfrm>
              <a:off x="2241770" y="3019432"/>
              <a:ext cx="126015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00000"/>
                  </a:solidFill>
                </a:rPr>
                <a:t>AS2,AS3,X </a:t>
              </a:r>
            </a:p>
          </p:txBody>
        </p:sp>
        <p:sp>
          <p:nvSpPr>
            <p:cNvPr id="11" name="AutoShape 118">
              <a:extLst>
                <a:ext uri="{FF2B5EF4-FFF2-40B4-BE49-F238E27FC236}">
                  <a16:creationId xmlns:a16="http://schemas.microsoft.com/office/drawing/2014/main" id="{292D9855-3F70-919B-A0C3-76FF5A7FFADE}"/>
                </a:ext>
              </a:extLst>
            </p:cNvPr>
            <p:cNvSpPr>
              <a:spLocks noChangeArrowheads="1"/>
            </p:cNvSpPr>
            <p:nvPr/>
          </p:nvSpPr>
          <p:spPr bwMode="auto">
            <a:xfrm rot="1968210">
              <a:off x="2734864" y="2684666"/>
              <a:ext cx="768350" cy="276225"/>
            </a:xfrm>
            <a:prstGeom prst="leftArrow">
              <a:avLst>
                <a:gd name="adj1" fmla="val 50000"/>
                <a:gd name="adj2" fmla="val 69540"/>
              </a:avLst>
            </a:prstGeom>
            <a:gradFill rotWithShape="1">
              <a:gsLst>
                <a:gs pos="0">
                  <a:srgbClr val="C00000"/>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dirty="0"/>
            </a:p>
          </p:txBody>
        </p:sp>
      </p:grpSp>
      <p:sp>
        <p:nvSpPr>
          <p:cNvPr id="12" name="Rectangle 4">
            <a:extLst>
              <a:ext uri="{FF2B5EF4-FFF2-40B4-BE49-F238E27FC236}">
                <a16:creationId xmlns:a16="http://schemas.microsoft.com/office/drawing/2014/main" id="{8D93197F-023E-9350-E5E7-F050602037BD}"/>
              </a:ext>
            </a:extLst>
          </p:cNvPr>
          <p:cNvSpPr txBox="1">
            <a:spLocks noChangeArrowheads="1"/>
          </p:cNvSpPr>
          <p:nvPr/>
        </p:nvSpPr>
        <p:spPr>
          <a:xfrm>
            <a:off x="2494985" y="5110397"/>
            <a:ext cx="8505825" cy="5519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indent="-144000" algn="r" rtl="1">
              <a:lnSpc>
                <a:spcPct val="130000"/>
              </a:lnSpc>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مسیریاب </a:t>
            </a:r>
            <a:r>
              <a:rPr lang="en-US" sz="1600" b="1" dirty="0" err="1">
                <a:latin typeface="Arial" panose="020B0604020202020204" pitchFamily="34" charset="0"/>
                <a:cs typeface="Arial" panose="020B0604020202020204" pitchFamily="34" charset="0"/>
              </a:rPr>
              <a:t>1c</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AS1</a:t>
            </a:r>
            <a:r>
              <a:rPr lang="fa-IR" sz="1600" b="1" dirty="0">
                <a:latin typeface="IRANSans(FaNum)" panose="02040503050201020203" pitchFamily="18" charset="-78"/>
                <a:cs typeface="IRANSans(FaNum)" panose="02040503050201020203" pitchFamily="18" charset="-78"/>
              </a:rPr>
              <a:t> مسیر </a:t>
            </a:r>
            <a:r>
              <a:rPr lang="en-US" sz="1600" b="1" dirty="0">
                <a:solidFill>
                  <a:srgbClr val="C00000"/>
                </a:solidFill>
                <a:latin typeface="Arial" panose="020B0604020202020204" pitchFamily="34" charset="0"/>
                <a:cs typeface="Arial" panose="020B0604020202020204" pitchFamily="34" charset="0"/>
              </a:rPr>
              <a:t>AS2, AS3, X</a:t>
            </a:r>
            <a:r>
              <a:rPr lang="fa-IR" sz="1600" b="1" dirty="0">
                <a:latin typeface="IRANSans(FaNum)" panose="02040503050201020203" pitchFamily="18" charset="-78"/>
                <a:cs typeface="IRANSans(FaNum)" panose="02040503050201020203" pitchFamily="18" charset="-78"/>
              </a:rPr>
              <a:t> را از  </a:t>
            </a:r>
            <a:r>
              <a:rPr lang="en-US" sz="1600" b="1" dirty="0" err="1">
                <a:latin typeface="Arial" panose="020B0604020202020204" pitchFamily="34" charset="0"/>
                <a:cs typeface="Arial" panose="020B0604020202020204" pitchFamily="34" charset="0"/>
              </a:rPr>
              <a:t>2a</a:t>
            </a:r>
            <a:r>
              <a:rPr lang="fa-IR" sz="1600" b="1" dirty="0">
                <a:latin typeface="IRANSans(FaNum)" panose="02040503050201020203" pitchFamily="18" charset="-78"/>
                <a:cs typeface="IRANSans(FaNum)" panose="02040503050201020203" pitchFamily="18" charset="-78"/>
              </a:rPr>
              <a:t> می‌فهمد.</a:t>
            </a:r>
            <a:endParaRPr lang="en-US" sz="1600" b="1" dirty="0">
              <a:latin typeface="IRANSans(FaNum)" panose="02040503050201020203" pitchFamily="18" charset="-78"/>
              <a:cs typeface="IRANSans(FaNum)" panose="02040503050201020203" pitchFamily="18" charset="-78"/>
            </a:endParaRPr>
          </a:p>
        </p:txBody>
      </p:sp>
      <p:sp>
        <p:nvSpPr>
          <p:cNvPr id="13" name="Rectangle 4">
            <a:extLst>
              <a:ext uri="{FF2B5EF4-FFF2-40B4-BE49-F238E27FC236}">
                <a16:creationId xmlns:a16="http://schemas.microsoft.com/office/drawing/2014/main" id="{C8D709E1-0FA3-B7EA-EEBC-A901AFB5ED4E}"/>
              </a:ext>
            </a:extLst>
          </p:cNvPr>
          <p:cNvSpPr txBox="1">
            <a:spLocks noChangeArrowheads="1"/>
          </p:cNvSpPr>
          <p:nvPr/>
        </p:nvSpPr>
        <p:spPr bwMode="auto">
          <a:xfrm>
            <a:off x="1322178" y="4736194"/>
            <a:ext cx="9918472" cy="5754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gn="r" rtl="1">
              <a:lnSpc>
                <a:spcPts val="2140"/>
              </a:lnSpc>
              <a:buNone/>
            </a:pPr>
            <a:r>
              <a:rPr lang="fa-IR" sz="1600" b="1" dirty="0">
                <a:latin typeface="IRANSans(FaNum)" panose="02040503050201020203" pitchFamily="18" charset="-78"/>
                <a:cs typeface="IRANSans(FaNum)" panose="02040503050201020203" pitchFamily="18" charset="-78"/>
              </a:rPr>
              <a:t>مسیریاب دروازه ممکن است </a:t>
            </a:r>
            <a:r>
              <a:rPr lang="fa-IR" sz="1600" b="1" dirty="0">
                <a:solidFill>
                  <a:srgbClr val="1F1FFF"/>
                </a:solidFill>
                <a:latin typeface="IRANSans(FaNum)" panose="02040503050201020203" pitchFamily="18" charset="-78"/>
                <a:cs typeface="IRANSans(FaNum)" panose="02040503050201020203" pitchFamily="18" charset="-78"/>
              </a:rPr>
              <a:t>چندین</a:t>
            </a:r>
            <a:r>
              <a:rPr lang="fa-IR" sz="1600" b="1" dirty="0">
                <a:latin typeface="IRANSans(FaNum)" panose="02040503050201020203" pitchFamily="18" charset="-78"/>
                <a:cs typeface="IRANSans(FaNum)" panose="02040503050201020203" pitchFamily="18" charset="-78"/>
              </a:rPr>
              <a:t> مسیر به یک مقصد را دریافت دریابد:</a:t>
            </a:r>
            <a:endParaRPr lang="en-US" sz="1600" b="1" dirty="0">
              <a:latin typeface="IRANSans(FaNum)" panose="02040503050201020203" pitchFamily="18" charset="-78"/>
              <a:cs typeface="IRANSans(FaNum)" panose="02040503050201020203" pitchFamily="18" charset="-78"/>
            </a:endParaRPr>
          </a:p>
        </p:txBody>
      </p:sp>
      <p:grpSp>
        <p:nvGrpSpPr>
          <p:cNvPr id="14" name="Group 13">
            <a:extLst>
              <a:ext uri="{FF2B5EF4-FFF2-40B4-BE49-F238E27FC236}">
                <a16:creationId xmlns:a16="http://schemas.microsoft.com/office/drawing/2014/main" id="{15E480D0-3997-B862-2564-57E76D7F6A4C}"/>
              </a:ext>
            </a:extLst>
          </p:cNvPr>
          <p:cNvGrpSpPr/>
          <p:nvPr/>
        </p:nvGrpSpPr>
        <p:grpSpPr>
          <a:xfrm>
            <a:off x="1970966" y="2511335"/>
            <a:ext cx="1118837" cy="826267"/>
            <a:chOff x="4052000" y="2820739"/>
            <a:chExt cx="1118837" cy="826267"/>
          </a:xfrm>
        </p:grpSpPr>
        <p:cxnSp>
          <p:nvCxnSpPr>
            <p:cNvPr id="15" name="Straight Arrow Connector 14">
              <a:extLst>
                <a:ext uri="{FF2B5EF4-FFF2-40B4-BE49-F238E27FC236}">
                  <a16:creationId xmlns:a16="http://schemas.microsoft.com/office/drawing/2014/main" id="{8E5444C7-D84D-0B82-7248-D14D8A6545DE}"/>
                </a:ext>
              </a:extLst>
            </p:cNvPr>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6" name="Straight Arrow Connector 15">
              <a:extLst>
                <a:ext uri="{FF2B5EF4-FFF2-40B4-BE49-F238E27FC236}">
                  <a16:creationId xmlns:a16="http://schemas.microsoft.com/office/drawing/2014/main" id="{B3D2CA1E-D3B8-A550-4F17-A78BFB10809C}"/>
                </a:ext>
              </a:extLst>
            </p:cNvPr>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7" name="Straight Arrow Connector 16">
              <a:extLst>
                <a:ext uri="{FF2B5EF4-FFF2-40B4-BE49-F238E27FC236}">
                  <a16:creationId xmlns:a16="http://schemas.microsoft.com/office/drawing/2014/main" id="{20FDBAC4-9DD0-35F9-E5F9-E072D313D533}"/>
                </a:ext>
              </a:extLst>
            </p:cNvPr>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18" name="Group 17">
            <a:extLst>
              <a:ext uri="{FF2B5EF4-FFF2-40B4-BE49-F238E27FC236}">
                <a16:creationId xmlns:a16="http://schemas.microsoft.com/office/drawing/2014/main" id="{6CFE3E1D-9400-1FCC-5C73-DD3ED6032507}"/>
              </a:ext>
            </a:extLst>
          </p:cNvPr>
          <p:cNvGrpSpPr/>
          <p:nvPr/>
        </p:nvGrpSpPr>
        <p:grpSpPr>
          <a:xfrm>
            <a:off x="3743662" y="2230230"/>
            <a:ext cx="928664" cy="573008"/>
            <a:chOff x="4482698" y="1658905"/>
            <a:chExt cx="928664" cy="573008"/>
          </a:xfrm>
        </p:grpSpPr>
        <p:sp>
          <p:nvSpPr>
            <p:cNvPr id="19" name="AutoShape 118">
              <a:extLst>
                <a:ext uri="{FF2B5EF4-FFF2-40B4-BE49-F238E27FC236}">
                  <a16:creationId xmlns:a16="http://schemas.microsoft.com/office/drawing/2014/main" id="{8547EE1B-007B-2912-B78E-9FCE2AB3BA4A}"/>
                </a:ext>
              </a:extLst>
            </p:cNvPr>
            <p:cNvSpPr>
              <a:spLocks noChangeArrowheads="1"/>
            </p:cNvSpPr>
            <p:nvPr/>
          </p:nvSpPr>
          <p:spPr bwMode="auto">
            <a:xfrm rot="21210880">
              <a:off x="4643012" y="1955688"/>
              <a:ext cx="768350" cy="276225"/>
            </a:xfrm>
            <a:prstGeom prst="leftArrow">
              <a:avLst>
                <a:gd name="adj1" fmla="val 50000"/>
                <a:gd name="adj2" fmla="val 69540"/>
              </a:avLst>
            </a:prstGeom>
            <a:gradFill rotWithShape="1">
              <a:gsLst>
                <a:gs pos="0">
                  <a:srgbClr val="C00000"/>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dirty="0"/>
            </a:p>
          </p:txBody>
        </p:sp>
        <p:sp>
          <p:nvSpPr>
            <p:cNvPr id="20" name="TextBox 19">
              <a:extLst>
                <a:ext uri="{FF2B5EF4-FFF2-40B4-BE49-F238E27FC236}">
                  <a16:creationId xmlns:a16="http://schemas.microsoft.com/office/drawing/2014/main" id="{50B43D9A-EEAD-D89C-BF16-69ABD960440F}"/>
                </a:ext>
              </a:extLst>
            </p:cNvPr>
            <p:cNvSpPr txBox="1"/>
            <p:nvPr/>
          </p:nvSpPr>
          <p:spPr>
            <a:xfrm>
              <a:off x="4482698" y="1658905"/>
              <a:ext cx="764953" cy="338554"/>
            </a:xfrm>
            <a:prstGeom prst="rect">
              <a:avLst/>
            </a:prstGeom>
            <a:noFill/>
          </p:spPr>
          <p:txBody>
            <a:bodyPr wrap="none" rtlCol="0">
              <a:spAutoFit/>
            </a:bodyPr>
            <a:lstStyle/>
            <a:p>
              <a:r>
                <a:rPr lang="en-US" sz="1600" i="1" dirty="0">
                  <a:solidFill>
                    <a:srgbClr val="C00000"/>
                  </a:solidFill>
                  <a:latin typeface="Arial" panose="020B0604020202020204" pitchFamily="34" charset="0"/>
                  <a:cs typeface="Arial" panose="020B0604020202020204" pitchFamily="34" charset="0"/>
                </a:rPr>
                <a:t>AS3,X</a:t>
              </a:r>
            </a:p>
          </p:txBody>
        </p:sp>
      </p:grpSp>
      <p:sp>
        <p:nvSpPr>
          <p:cNvPr id="21" name="Rectangle 4">
            <a:extLst>
              <a:ext uri="{FF2B5EF4-FFF2-40B4-BE49-F238E27FC236}">
                <a16:creationId xmlns:a16="http://schemas.microsoft.com/office/drawing/2014/main" id="{B639B783-B27F-350D-8F1C-24DA398F973F}"/>
              </a:ext>
            </a:extLst>
          </p:cNvPr>
          <p:cNvSpPr txBox="1">
            <a:spLocks noChangeArrowheads="1"/>
          </p:cNvSpPr>
          <p:nvPr/>
        </p:nvSpPr>
        <p:spPr bwMode="auto">
          <a:xfrm>
            <a:off x="2466657" y="5464319"/>
            <a:ext cx="8505825" cy="55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مسیریاب </a:t>
            </a:r>
            <a:r>
              <a:rPr lang="en-US" sz="1600" b="1" dirty="0" err="1">
                <a:latin typeface="Arial" panose="020B0604020202020204" pitchFamily="34" charset="0"/>
                <a:cs typeface="Arial" panose="020B0604020202020204" pitchFamily="34" charset="0"/>
              </a:rPr>
              <a:t>1c</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AS1</a:t>
            </a:r>
            <a:r>
              <a:rPr lang="fa-IR" sz="1600" b="1" dirty="0">
                <a:latin typeface="IRANSans(FaNum)" panose="02040503050201020203" pitchFamily="18" charset="-78"/>
                <a:cs typeface="IRANSans(FaNum)" panose="02040503050201020203" pitchFamily="18" charset="-78"/>
              </a:rPr>
              <a:t> مسیر </a:t>
            </a:r>
            <a:r>
              <a:rPr lang="en-US" sz="1600" b="1" dirty="0">
                <a:solidFill>
                  <a:srgbClr val="C00000"/>
                </a:solidFill>
                <a:latin typeface="Arial" panose="020B0604020202020204" pitchFamily="34" charset="0"/>
                <a:cs typeface="Arial" panose="020B0604020202020204" pitchFamily="34" charset="0"/>
              </a:rPr>
              <a:t>AS3, X</a:t>
            </a:r>
            <a:r>
              <a:rPr lang="fa-IR" sz="1600" b="1" dirty="0">
                <a:latin typeface="IRANSans(FaNum)" panose="02040503050201020203" pitchFamily="18" charset="-78"/>
                <a:cs typeface="IRANSans(FaNum)" panose="02040503050201020203" pitchFamily="18" charset="-78"/>
              </a:rPr>
              <a:t> را از  </a:t>
            </a:r>
            <a:r>
              <a:rPr lang="en-US" sz="1600" b="1" dirty="0" err="1">
                <a:latin typeface="Arial" panose="020B0604020202020204" pitchFamily="34" charset="0"/>
                <a:cs typeface="Arial" panose="020B0604020202020204" pitchFamily="34" charset="0"/>
              </a:rPr>
              <a:t>3a</a:t>
            </a:r>
            <a:r>
              <a:rPr lang="fa-IR" sz="1600" b="1" dirty="0">
                <a:latin typeface="IRANSans(FaNum)" panose="02040503050201020203" pitchFamily="18" charset="-78"/>
                <a:cs typeface="IRANSans(FaNum)" panose="02040503050201020203" pitchFamily="18" charset="-78"/>
              </a:rPr>
              <a:t> می‌فهمد.</a:t>
            </a:r>
            <a:endParaRPr lang="en-US" sz="1600" b="1" dirty="0">
              <a:latin typeface="IRANSans(FaNum)" panose="02040503050201020203" pitchFamily="18" charset="-78"/>
              <a:cs typeface="IRANSans(FaNum)" panose="02040503050201020203" pitchFamily="18" charset="-78"/>
            </a:endParaRPr>
          </a:p>
          <a:p>
            <a:pPr marL="144000" indent="-144000" algn="r" rtl="1">
              <a:lnSpc>
                <a:spcPct val="130000"/>
              </a:lnSpc>
              <a:buFont typeface="Arial" panose="020B0604020202020204" pitchFamily="34" charset="0"/>
              <a:buChar char="•"/>
            </a:pPr>
            <a:endParaRPr lang="en-US" sz="1600" b="1" dirty="0">
              <a:latin typeface="IRANSans(FaNum)" panose="02040503050201020203" pitchFamily="18" charset="-78"/>
              <a:cs typeface="IRANSans(FaNum)" panose="02040503050201020203" pitchFamily="18" charset="-78"/>
            </a:endParaRPr>
          </a:p>
        </p:txBody>
      </p:sp>
      <p:sp>
        <p:nvSpPr>
          <p:cNvPr id="22" name="Rectangle 4">
            <a:extLst>
              <a:ext uri="{FF2B5EF4-FFF2-40B4-BE49-F238E27FC236}">
                <a16:creationId xmlns:a16="http://schemas.microsoft.com/office/drawing/2014/main" id="{BE27DA0F-51B0-AD90-3BA4-19CE4AA48DB6}"/>
              </a:ext>
            </a:extLst>
          </p:cNvPr>
          <p:cNvSpPr txBox="1">
            <a:spLocks noChangeArrowheads="1"/>
          </p:cNvSpPr>
          <p:nvPr/>
        </p:nvSpPr>
        <p:spPr bwMode="auto">
          <a:xfrm>
            <a:off x="203201" y="5806932"/>
            <a:ext cx="10781604" cy="10287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بر مبنای خط‌مشی، مسیریاب دروازه </a:t>
            </a:r>
            <a:r>
              <a:rPr lang="en-US" sz="1600" b="1" dirty="0" err="1">
                <a:latin typeface="Arial" panose="020B0604020202020204" pitchFamily="34" charset="0"/>
                <a:cs typeface="Arial" panose="020B0604020202020204" pitchFamily="34" charset="0"/>
              </a:rPr>
              <a:t>1c</a:t>
            </a:r>
            <a:r>
              <a:rPr lang="fa-IR" sz="1600" b="1" dirty="0">
                <a:latin typeface="IRANSans(FaNum)" panose="02040503050201020203" pitchFamily="18" charset="-78"/>
                <a:cs typeface="IRANSans(FaNum)" panose="02040503050201020203" pitchFamily="18" charset="-78"/>
              </a:rPr>
              <a:t> از </a:t>
            </a:r>
            <a:r>
              <a:rPr lang="en-US" sz="1600" b="1" dirty="0">
                <a:latin typeface="Arial" panose="020B0604020202020204" pitchFamily="34" charset="0"/>
                <a:cs typeface="Arial" panose="020B0604020202020204" pitchFamily="34" charset="0"/>
              </a:rPr>
              <a:t>AS1</a:t>
            </a:r>
            <a:r>
              <a:rPr lang="fa-IR" sz="1600" b="1" dirty="0">
                <a:latin typeface="IRANSans(FaNum)" panose="02040503050201020203" pitchFamily="18" charset="-78"/>
                <a:cs typeface="IRANSans(FaNum)" panose="02040503050201020203" pitchFamily="18" charset="-78"/>
              </a:rPr>
              <a:t> مسیر </a:t>
            </a:r>
            <a:r>
              <a:rPr lang="en-US" sz="1600" b="1" dirty="0">
                <a:solidFill>
                  <a:srgbClr val="C00000"/>
                </a:solidFill>
                <a:latin typeface="Arial" panose="020B0604020202020204" pitchFamily="34" charset="0"/>
                <a:cs typeface="Arial" panose="020B0604020202020204" pitchFamily="34" charset="0"/>
              </a:rPr>
              <a:t>AS3, X</a:t>
            </a:r>
            <a:r>
              <a:rPr lang="fa-IR" sz="1600" b="1" dirty="0">
                <a:latin typeface="IRANSans(FaNum)" panose="02040503050201020203" pitchFamily="18" charset="-78"/>
                <a:cs typeface="IRANSans(FaNum)" panose="02040503050201020203" pitchFamily="18" charset="-78"/>
              </a:rPr>
              <a:t> را انتخاب می‌کند و این مسیر را از طریق </a:t>
            </a:r>
            <a:r>
              <a:rPr lang="en-US" sz="1600" b="1" dirty="0">
                <a:latin typeface="Arial" panose="020B0604020202020204" pitchFamily="34" charset="0"/>
                <a:cs typeface="Arial" panose="020B0604020202020204" pitchFamily="34" charset="0"/>
              </a:rPr>
              <a:t>iBGP</a:t>
            </a:r>
            <a:r>
              <a:rPr lang="fa-IR" sz="1600" b="1" dirty="0">
                <a:latin typeface="IRANSans(FaNum)" panose="02040503050201020203" pitchFamily="18" charset="-78"/>
                <a:cs typeface="IRANSans(FaNum)" panose="02040503050201020203" pitchFamily="18" charset="-78"/>
              </a:rPr>
              <a:t> داخل </a:t>
            </a:r>
            <a:r>
              <a:rPr lang="en-US" sz="1600" b="1" dirty="0">
                <a:latin typeface="Arial" panose="020B0604020202020204" pitchFamily="34" charset="0"/>
                <a:cs typeface="Arial" panose="020B0604020202020204" pitchFamily="34" charset="0"/>
              </a:rPr>
              <a:t>AS1</a:t>
            </a:r>
            <a:r>
              <a:rPr lang="fa-IR" sz="1600" b="1" dirty="0">
                <a:latin typeface="IRANSans(FaNum)" panose="02040503050201020203" pitchFamily="18" charset="-78"/>
                <a:cs typeface="IRANSans(FaNum)" panose="02040503050201020203" pitchFamily="18" charset="-78"/>
              </a:rPr>
              <a:t> اعلان می‌کند.</a:t>
            </a:r>
            <a:endParaRPr lang="en-US" sz="1600" b="1" dirty="0">
              <a:latin typeface="IRANSans(FaNum)" panose="02040503050201020203" pitchFamily="18" charset="-78"/>
              <a:cs typeface="IRANSans(FaNum)" panose="02040503050201020203" pitchFamily="18" charset="-78"/>
            </a:endParaRPr>
          </a:p>
        </p:txBody>
      </p:sp>
      <p:grpSp>
        <p:nvGrpSpPr>
          <p:cNvPr id="23" name="Group 117">
            <a:extLst>
              <a:ext uri="{FF2B5EF4-FFF2-40B4-BE49-F238E27FC236}">
                <a16:creationId xmlns:a16="http://schemas.microsoft.com/office/drawing/2014/main" id="{F548DF18-FADE-6DAA-D385-FB9119241510}"/>
              </a:ext>
            </a:extLst>
          </p:cNvPr>
          <p:cNvGrpSpPr>
            <a:grpSpLocks/>
          </p:cNvGrpSpPr>
          <p:nvPr/>
        </p:nvGrpSpPr>
        <p:grpSpPr bwMode="auto">
          <a:xfrm>
            <a:off x="7038891" y="3162883"/>
            <a:ext cx="1290638" cy="481013"/>
            <a:chOff x="2282" y="2446"/>
            <a:chExt cx="813" cy="303"/>
          </a:xfrm>
        </p:grpSpPr>
        <p:sp>
          <p:nvSpPr>
            <p:cNvPr id="24" name="AutoShape 118">
              <a:extLst>
                <a:ext uri="{FF2B5EF4-FFF2-40B4-BE49-F238E27FC236}">
                  <a16:creationId xmlns:a16="http://schemas.microsoft.com/office/drawing/2014/main" id="{45A7D678-9040-8017-D758-A4E2E048AE2B}"/>
                </a:ext>
              </a:extLst>
            </p:cNvPr>
            <p:cNvSpPr>
              <a:spLocks noChangeArrowheads="1"/>
            </p:cNvSpPr>
            <p:nvPr/>
          </p:nvSpPr>
          <p:spPr bwMode="auto">
            <a:xfrm rot="19396893">
              <a:off x="2282" y="2446"/>
              <a:ext cx="484" cy="163"/>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 name="Text Box 119">
              <a:extLst>
                <a:ext uri="{FF2B5EF4-FFF2-40B4-BE49-F238E27FC236}">
                  <a16:creationId xmlns:a16="http://schemas.microsoft.com/office/drawing/2014/main" id="{216DBF4D-FCDF-7499-062B-9CD1BA2AE498}"/>
                </a:ext>
              </a:extLst>
            </p:cNvPr>
            <p:cNvSpPr txBox="1">
              <a:spLocks noChangeArrowheads="1"/>
            </p:cNvSpPr>
            <p:nvPr/>
          </p:nvSpPr>
          <p:spPr bwMode="auto">
            <a:xfrm>
              <a:off x="2496" y="2559"/>
              <a:ext cx="599" cy="19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C00000"/>
                  </a:solidFill>
                  <a:effectLst/>
                  <a:uLnTx/>
                  <a:uFillTx/>
                  <a:latin typeface="Arial" charset="0"/>
                  <a:ea typeface="ＭＳ Ｐゴシック" charset="0"/>
                </a:rPr>
                <a:t>AS3, X</a:t>
              </a:r>
            </a:p>
          </p:txBody>
        </p:sp>
      </p:grpSp>
      <p:grpSp>
        <p:nvGrpSpPr>
          <p:cNvPr id="26" name="Group 25">
            <a:extLst>
              <a:ext uri="{FF2B5EF4-FFF2-40B4-BE49-F238E27FC236}">
                <a16:creationId xmlns:a16="http://schemas.microsoft.com/office/drawing/2014/main" id="{154CA250-2ADF-50F8-9011-FD27AB101E39}"/>
              </a:ext>
            </a:extLst>
          </p:cNvPr>
          <p:cNvGrpSpPr/>
          <p:nvPr/>
        </p:nvGrpSpPr>
        <p:grpSpPr>
          <a:xfrm>
            <a:off x="1113403" y="1622876"/>
            <a:ext cx="9801110" cy="2876474"/>
            <a:chOff x="1113403" y="1064076"/>
            <a:chExt cx="9801110" cy="2876474"/>
          </a:xfrm>
        </p:grpSpPr>
        <p:grpSp>
          <p:nvGrpSpPr>
            <p:cNvPr id="27" name="Group 26">
              <a:extLst>
                <a:ext uri="{FF2B5EF4-FFF2-40B4-BE49-F238E27FC236}">
                  <a16:creationId xmlns:a16="http://schemas.microsoft.com/office/drawing/2014/main" id="{2A5184A0-4C72-F971-C236-ABE0E02ED8E2}"/>
                </a:ext>
              </a:extLst>
            </p:cNvPr>
            <p:cNvGrpSpPr/>
            <p:nvPr/>
          </p:nvGrpSpPr>
          <p:grpSpPr>
            <a:xfrm>
              <a:off x="1113403" y="1064076"/>
              <a:ext cx="9801110" cy="2876474"/>
              <a:chOff x="1426553" y="3694542"/>
              <a:chExt cx="9801110" cy="2876474"/>
            </a:xfrm>
          </p:grpSpPr>
          <p:grpSp>
            <p:nvGrpSpPr>
              <p:cNvPr id="29" name="Group 28">
                <a:extLst>
                  <a:ext uri="{FF2B5EF4-FFF2-40B4-BE49-F238E27FC236}">
                    <a16:creationId xmlns:a16="http://schemas.microsoft.com/office/drawing/2014/main" id="{5008082A-C01D-5D5A-0659-44389142ACB6}"/>
                  </a:ext>
                </a:extLst>
              </p:cNvPr>
              <p:cNvGrpSpPr/>
              <p:nvPr/>
            </p:nvGrpSpPr>
            <p:grpSpPr>
              <a:xfrm>
                <a:off x="1426553" y="3694542"/>
                <a:ext cx="9249542" cy="2876474"/>
                <a:chOff x="1426553" y="3694542"/>
                <a:chExt cx="9249542" cy="2876474"/>
              </a:xfrm>
            </p:grpSpPr>
            <p:grpSp>
              <p:nvGrpSpPr>
                <p:cNvPr id="47" name="Group 46">
                  <a:extLst>
                    <a:ext uri="{FF2B5EF4-FFF2-40B4-BE49-F238E27FC236}">
                      <a16:creationId xmlns:a16="http://schemas.microsoft.com/office/drawing/2014/main" id="{EDC800B6-43F8-32C4-F280-64EA3440642D}"/>
                    </a:ext>
                  </a:extLst>
                </p:cNvPr>
                <p:cNvGrpSpPr/>
                <p:nvPr/>
              </p:nvGrpSpPr>
              <p:grpSpPr>
                <a:xfrm>
                  <a:off x="4625977" y="4850481"/>
                  <a:ext cx="2545688" cy="1720535"/>
                  <a:chOff x="4625977" y="4850481"/>
                  <a:chExt cx="2545688" cy="1720535"/>
                </a:xfrm>
              </p:grpSpPr>
              <p:grpSp>
                <p:nvGrpSpPr>
                  <p:cNvPr id="567" name="Group 566">
                    <a:extLst>
                      <a:ext uri="{FF2B5EF4-FFF2-40B4-BE49-F238E27FC236}">
                        <a16:creationId xmlns:a16="http://schemas.microsoft.com/office/drawing/2014/main" id="{0B459168-07D0-D7B6-9584-297FECDB494D}"/>
                      </a:ext>
                    </a:extLst>
                  </p:cNvPr>
                  <p:cNvGrpSpPr/>
                  <p:nvPr/>
                </p:nvGrpSpPr>
                <p:grpSpPr>
                  <a:xfrm>
                    <a:off x="4625977" y="4850481"/>
                    <a:ext cx="2545688" cy="1720535"/>
                    <a:chOff x="-2170772" y="2784954"/>
                    <a:chExt cx="2712783" cy="1853712"/>
                  </a:xfrm>
                </p:grpSpPr>
                <p:sp>
                  <p:nvSpPr>
                    <p:cNvPr id="569" name="Freeform 2">
                      <a:extLst>
                        <a:ext uri="{FF2B5EF4-FFF2-40B4-BE49-F238E27FC236}">
                          <a16:creationId xmlns:a16="http://schemas.microsoft.com/office/drawing/2014/main" id="{BF7E5154-3435-45DA-E76C-EC8CB9865EA5}"/>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569">
                      <a:extLst>
                        <a:ext uri="{FF2B5EF4-FFF2-40B4-BE49-F238E27FC236}">
                          <a16:creationId xmlns:a16="http://schemas.microsoft.com/office/drawing/2014/main" id="{D0657DFE-EFBB-BD55-69E0-CD2D1423B2C7}"/>
                        </a:ext>
                      </a:extLst>
                    </p:cNvPr>
                    <p:cNvGrpSpPr/>
                    <p:nvPr/>
                  </p:nvGrpSpPr>
                  <p:grpSpPr>
                    <a:xfrm>
                      <a:off x="-1935370" y="2935816"/>
                      <a:ext cx="2333625" cy="1590649"/>
                      <a:chOff x="833331" y="2873352"/>
                      <a:chExt cx="2333625" cy="1590649"/>
                    </a:xfrm>
                  </p:grpSpPr>
                  <p:grpSp>
                    <p:nvGrpSpPr>
                      <p:cNvPr id="571" name="Group 570">
                        <a:extLst>
                          <a:ext uri="{FF2B5EF4-FFF2-40B4-BE49-F238E27FC236}">
                            <a16:creationId xmlns:a16="http://schemas.microsoft.com/office/drawing/2014/main" id="{A8A6AD8D-77A6-0BC8-7FF3-6C9FEBE5FB58}"/>
                          </a:ext>
                        </a:extLst>
                      </p:cNvPr>
                      <p:cNvGrpSpPr/>
                      <p:nvPr/>
                    </p:nvGrpSpPr>
                    <p:grpSpPr>
                      <a:xfrm>
                        <a:off x="1736090" y="2873352"/>
                        <a:ext cx="565150" cy="369332"/>
                        <a:chOff x="1736090" y="2873352"/>
                        <a:chExt cx="565150" cy="369332"/>
                      </a:xfrm>
                    </p:grpSpPr>
                    <p:grpSp>
                      <p:nvGrpSpPr>
                        <p:cNvPr id="617" name="Group 327">
                          <a:extLst>
                            <a:ext uri="{FF2B5EF4-FFF2-40B4-BE49-F238E27FC236}">
                              <a16:creationId xmlns:a16="http://schemas.microsoft.com/office/drawing/2014/main" id="{B0347785-3F4E-F747-8363-D23FDC6BB967}"/>
                            </a:ext>
                          </a:extLst>
                        </p:cNvPr>
                        <p:cNvGrpSpPr>
                          <a:grpSpLocks/>
                        </p:cNvGrpSpPr>
                        <p:nvPr/>
                      </p:nvGrpSpPr>
                      <p:grpSpPr bwMode="auto">
                        <a:xfrm>
                          <a:off x="1736090" y="2893762"/>
                          <a:ext cx="565150" cy="292100"/>
                          <a:chOff x="1871277" y="1576300"/>
                          <a:chExt cx="1128371" cy="437861"/>
                        </a:xfrm>
                      </p:grpSpPr>
                      <p:sp>
                        <p:nvSpPr>
                          <p:cNvPr id="621" name="Oval 620">
                            <a:extLst>
                              <a:ext uri="{FF2B5EF4-FFF2-40B4-BE49-F238E27FC236}">
                                <a16:creationId xmlns:a16="http://schemas.microsoft.com/office/drawing/2014/main" id="{443AA4AA-4067-5E67-1760-FBC45121CA0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22" name="Rectangle 621">
                            <a:extLst>
                              <a:ext uri="{FF2B5EF4-FFF2-40B4-BE49-F238E27FC236}">
                                <a16:creationId xmlns:a16="http://schemas.microsoft.com/office/drawing/2014/main" id="{388EE589-E284-7810-E4CB-00402E69C2C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23" name="Oval 622">
                            <a:extLst>
                              <a:ext uri="{FF2B5EF4-FFF2-40B4-BE49-F238E27FC236}">
                                <a16:creationId xmlns:a16="http://schemas.microsoft.com/office/drawing/2014/main" id="{9231940A-DEAC-CB76-FA5A-96D4E600EFC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24" name="Freeform 565">
                            <a:extLst>
                              <a:ext uri="{FF2B5EF4-FFF2-40B4-BE49-F238E27FC236}">
                                <a16:creationId xmlns:a16="http://schemas.microsoft.com/office/drawing/2014/main" id="{2D11AE50-6718-AE4D-D7DE-E9D5507532B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25" name="Freeform 566">
                            <a:extLst>
                              <a:ext uri="{FF2B5EF4-FFF2-40B4-BE49-F238E27FC236}">
                                <a16:creationId xmlns:a16="http://schemas.microsoft.com/office/drawing/2014/main" id="{899D96D6-1381-E59B-2B31-7D6196F3FC7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26" name="Freeform 567">
                            <a:extLst>
                              <a:ext uri="{FF2B5EF4-FFF2-40B4-BE49-F238E27FC236}">
                                <a16:creationId xmlns:a16="http://schemas.microsoft.com/office/drawing/2014/main" id="{5AD3ED61-1057-F777-5366-04359E82C0F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27" name="Freeform 568">
                            <a:extLst>
                              <a:ext uri="{FF2B5EF4-FFF2-40B4-BE49-F238E27FC236}">
                                <a16:creationId xmlns:a16="http://schemas.microsoft.com/office/drawing/2014/main" id="{65B2F7C7-5B44-FA19-521E-429B66C97B7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28" name="Straight Connector 627">
                            <a:extLst>
                              <a:ext uri="{FF2B5EF4-FFF2-40B4-BE49-F238E27FC236}">
                                <a16:creationId xmlns:a16="http://schemas.microsoft.com/office/drawing/2014/main" id="{E8C54335-CE33-D516-E085-21025B6FCC73}"/>
                              </a:ext>
                            </a:extLst>
                          </p:cNvPr>
                          <p:cNvCxnSpPr>
                            <a:endCxn id="62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29" name="Straight Connector 628">
                            <a:extLst>
                              <a:ext uri="{FF2B5EF4-FFF2-40B4-BE49-F238E27FC236}">
                                <a16:creationId xmlns:a16="http://schemas.microsoft.com/office/drawing/2014/main" id="{3F799F39-0B92-E9DF-EBBF-3C9A3ABA447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18" name="Group 617">
                          <a:extLst>
                            <a:ext uri="{FF2B5EF4-FFF2-40B4-BE49-F238E27FC236}">
                              <a16:creationId xmlns:a16="http://schemas.microsoft.com/office/drawing/2014/main" id="{9730B00C-1108-39E7-11FD-E8450ACB32EB}"/>
                            </a:ext>
                          </a:extLst>
                        </p:cNvPr>
                        <p:cNvGrpSpPr/>
                        <p:nvPr/>
                      </p:nvGrpSpPr>
                      <p:grpSpPr>
                        <a:xfrm>
                          <a:off x="1770362" y="2873352"/>
                          <a:ext cx="441422" cy="369332"/>
                          <a:chOff x="667045" y="1708643"/>
                          <a:chExt cx="441422" cy="369332"/>
                        </a:xfrm>
                      </p:grpSpPr>
                      <p:sp>
                        <p:nvSpPr>
                          <p:cNvPr id="619" name="Oval 618">
                            <a:extLst>
                              <a:ext uri="{FF2B5EF4-FFF2-40B4-BE49-F238E27FC236}">
                                <a16:creationId xmlns:a16="http://schemas.microsoft.com/office/drawing/2014/main" id="{EAA93A85-1A73-05B1-AA06-872E2BC5C02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20" name="TextBox 619">
                            <a:extLst>
                              <a:ext uri="{FF2B5EF4-FFF2-40B4-BE49-F238E27FC236}">
                                <a16:creationId xmlns:a16="http://schemas.microsoft.com/office/drawing/2014/main" id="{D7F07905-B97A-19C6-12D3-9C4B0BA0554D}"/>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572" name="Group 571">
                        <a:extLst>
                          <a:ext uri="{FF2B5EF4-FFF2-40B4-BE49-F238E27FC236}">
                            <a16:creationId xmlns:a16="http://schemas.microsoft.com/office/drawing/2014/main" id="{72A2EC81-F0C0-1F37-B7C0-D193575DD02E}"/>
                          </a:ext>
                        </a:extLst>
                      </p:cNvPr>
                      <p:cNvGrpSpPr/>
                      <p:nvPr/>
                    </p:nvGrpSpPr>
                    <p:grpSpPr>
                      <a:xfrm>
                        <a:off x="1740320" y="4094669"/>
                        <a:ext cx="565150" cy="369332"/>
                        <a:chOff x="1736090" y="2873352"/>
                        <a:chExt cx="565150" cy="369332"/>
                      </a:xfrm>
                    </p:grpSpPr>
                    <p:grpSp>
                      <p:nvGrpSpPr>
                        <p:cNvPr id="604" name="Group 327">
                          <a:extLst>
                            <a:ext uri="{FF2B5EF4-FFF2-40B4-BE49-F238E27FC236}">
                              <a16:creationId xmlns:a16="http://schemas.microsoft.com/office/drawing/2014/main" id="{2A9A5369-70A5-F3CE-66B6-38641AC10018}"/>
                            </a:ext>
                          </a:extLst>
                        </p:cNvPr>
                        <p:cNvGrpSpPr>
                          <a:grpSpLocks/>
                        </p:cNvGrpSpPr>
                        <p:nvPr/>
                      </p:nvGrpSpPr>
                      <p:grpSpPr bwMode="auto">
                        <a:xfrm>
                          <a:off x="1736090" y="2893762"/>
                          <a:ext cx="565150" cy="292100"/>
                          <a:chOff x="1871277" y="1576300"/>
                          <a:chExt cx="1128371" cy="437861"/>
                        </a:xfrm>
                      </p:grpSpPr>
                      <p:sp>
                        <p:nvSpPr>
                          <p:cNvPr id="608" name="Oval 607">
                            <a:extLst>
                              <a:ext uri="{FF2B5EF4-FFF2-40B4-BE49-F238E27FC236}">
                                <a16:creationId xmlns:a16="http://schemas.microsoft.com/office/drawing/2014/main" id="{7684EF4B-CEF9-323D-2810-B40328B41290}"/>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9" name="Rectangle 608">
                            <a:extLst>
                              <a:ext uri="{FF2B5EF4-FFF2-40B4-BE49-F238E27FC236}">
                                <a16:creationId xmlns:a16="http://schemas.microsoft.com/office/drawing/2014/main" id="{FB52B4E5-BC4E-AE0A-6454-6EB1307880A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0" name="Oval 609">
                            <a:extLst>
                              <a:ext uri="{FF2B5EF4-FFF2-40B4-BE49-F238E27FC236}">
                                <a16:creationId xmlns:a16="http://schemas.microsoft.com/office/drawing/2014/main" id="{6A94A140-94AA-C4C1-3D08-4A3C591A619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11" name="Freeform 552">
                            <a:extLst>
                              <a:ext uri="{FF2B5EF4-FFF2-40B4-BE49-F238E27FC236}">
                                <a16:creationId xmlns:a16="http://schemas.microsoft.com/office/drawing/2014/main" id="{6E7F5790-4EFA-97EC-0026-01DB5A12B39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2" name="Freeform 553">
                            <a:extLst>
                              <a:ext uri="{FF2B5EF4-FFF2-40B4-BE49-F238E27FC236}">
                                <a16:creationId xmlns:a16="http://schemas.microsoft.com/office/drawing/2014/main" id="{220C623B-5C96-A2F9-786E-27669DDA072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3" name="Freeform 554">
                            <a:extLst>
                              <a:ext uri="{FF2B5EF4-FFF2-40B4-BE49-F238E27FC236}">
                                <a16:creationId xmlns:a16="http://schemas.microsoft.com/office/drawing/2014/main" id="{4796E243-2307-1670-2011-651B133F802E}"/>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4" name="Freeform 555">
                            <a:extLst>
                              <a:ext uri="{FF2B5EF4-FFF2-40B4-BE49-F238E27FC236}">
                                <a16:creationId xmlns:a16="http://schemas.microsoft.com/office/drawing/2014/main" id="{8DA6E154-D9FD-08CC-1D82-7E7BCE70FE1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15" name="Straight Connector 614">
                            <a:extLst>
                              <a:ext uri="{FF2B5EF4-FFF2-40B4-BE49-F238E27FC236}">
                                <a16:creationId xmlns:a16="http://schemas.microsoft.com/office/drawing/2014/main" id="{9BAB94C8-8B42-2980-3D1A-69C3B80D2D77}"/>
                              </a:ext>
                            </a:extLst>
                          </p:cNvPr>
                          <p:cNvCxnSpPr>
                            <a:endCxn id="61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16" name="Straight Connector 615">
                            <a:extLst>
                              <a:ext uri="{FF2B5EF4-FFF2-40B4-BE49-F238E27FC236}">
                                <a16:creationId xmlns:a16="http://schemas.microsoft.com/office/drawing/2014/main" id="{813FEF39-9BB6-C5EB-4654-EE61093ADF2F}"/>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05" name="Group 604">
                          <a:extLst>
                            <a:ext uri="{FF2B5EF4-FFF2-40B4-BE49-F238E27FC236}">
                              <a16:creationId xmlns:a16="http://schemas.microsoft.com/office/drawing/2014/main" id="{957C0B37-4E5B-C9D4-720A-D9F7B1B1EB19}"/>
                            </a:ext>
                          </a:extLst>
                        </p:cNvPr>
                        <p:cNvGrpSpPr/>
                        <p:nvPr/>
                      </p:nvGrpSpPr>
                      <p:grpSpPr>
                        <a:xfrm>
                          <a:off x="1770362" y="2873352"/>
                          <a:ext cx="441422" cy="369332"/>
                          <a:chOff x="667045" y="1708643"/>
                          <a:chExt cx="441422" cy="369332"/>
                        </a:xfrm>
                      </p:grpSpPr>
                      <p:sp>
                        <p:nvSpPr>
                          <p:cNvPr id="606" name="Oval 605">
                            <a:extLst>
                              <a:ext uri="{FF2B5EF4-FFF2-40B4-BE49-F238E27FC236}">
                                <a16:creationId xmlns:a16="http://schemas.microsoft.com/office/drawing/2014/main" id="{9635C077-11DB-12AB-9C90-0197B90C76B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7" name="TextBox 606">
                            <a:extLst>
                              <a:ext uri="{FF2B5EF4-FFF2-40B4-BE49-F238E27FC236}">
                                <a16:creationId xmlns:a16="http://schemas.microsoft.com/office/drawing/2014/main" id="{813D6A60-D754-0473-BAD6-46F43F1A5D6F}"/>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573" name="Group 572">
                        <a:extLst>
                          <a:ext uri="{FF2B5EF4-FFF2-40B4-BE49-F238E27FC236}">
                            <a16:creationId xmlns:a16="http://schemas.microsoft.com/office/drawing/2014/main" id="{FD33EA7E-3803-B83D-05DB-0FAB8E6F6F73}"/>
                          </a:ext>
                        </a:extLst>
                      </p:cNvPr>
                      <p:cNvGrpSpPr/>
                      <p:nvPr/>
                    </p:nvGrpSpPr>
                    <p:grpSpPr>
                      <a:xfrm>
                        <a:off x="2601806" y="3485072"/>
                        <a:ext cx="565150" cy="369332"/>
                        <a:chOff x="1736090" y="2873352"/>
                        <a:chExt cx="565150" cy="369332"/>
                      </a:xfrm>
                    </p:grpSpPr>
                    <p:grpSp>
                      <p:nvGrpSpPr>
                        <p:cNvPr id="591" name="Group 327">
                          <a:extLst>
                            <a:ext uri="{FF2B5EF4-FFF2-40B4-BE49-F238E27FC236}">
                              <a16:creationId xmlns:a16="http://schemas.microsoft.com/office/drawing/2014/main" id="{C1F9DFCE-F05F-16CA-CDBD-105A719AE7B7}"/>
                            </a:ext>
                          </a:extLst>
                        </p:cNvPr>
                        <p:cNvGrpSpPr>
                          <a:grpSpLocks/>
                        </p:cNvGrpSpPr>
                        <p:nvPr/>
                      </p:nvGrpSpPr>
                      <p:grpSpPr bwMode="auto">
                        <a:xfrm>
                          <a:off x="1736090" y="2893762"/>
                          <a:ext cx="565150" cy="292100"/>
                          <a:chOff x="1871277" y="1576300"/>
                          <a:chExt cx="1128371" cy="437861"/>
                        </a:xfrm>
                      </p:grpSpPr>
                      <p:sp>
                        <p:nvSpPr>
                          <p:cNvPr id="595" name="Oval 594">
                            <a:extLst>
                              <a:ext uri="{FF2B5EF4-FFF2-40B4-BE49-F238E27FC236}">
                                <a16:creationId xmlns:a16="http://schemas.microsoft.com/office/drawing/2014/main" id="{7F51220C-813A-B68B-7919-70AE0C44118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96" name="Rectangle 595">
                            <a:extLst>
                              <a:ext uri="{FF2B5EF4-FFF2-40B4-BE49-F238E27FC236}">
                                <a16:creationId xmlns:a16="http://schemas.microsoft.com/office/drawing/2014/main" id="{FB653E18-58A5-45BF-765E-024BE586096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7" name="Oval 596">
                            <a:extLst>
                              <a:ext uri="{FF2B5EF4-FFF2-40B4-BE49-F238E27FC236}">
                                <a16:creationId xmlns:a16="http://schemas.microsoft.com/office/drawing/2014/main" id="{98C9760E-0399-A373-B969-430FB2485C1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98" name="Freeform 539">
                            <a:extLst>
                              <a:ext uri="{FF2B5EF4-FFF2-40B4-BE49-F238E27FC236}">
                                <a16:creationId xmlns:a16="http://schemas.microsoft.com/office/drawing/2014/main" id="{81CC2381-EF94-E390-559E-99BF366F0C3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9" name="Freeform 540">
                            <a:extLst>
                              <a:ext uri="{FF2B5EF4-FFF2-40B4-BE49-F238E27FC236}">
                                <a16:creationId xmlns:a16="http://schemas.microsoft.com/office/drawing/2014/main" id="{721738FE-7ACD-1DA8-8C57-E2326008F2C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0" name="Freeform 541">
                            <a:extLst>
                              <a:ext uri="{FF2B5EF4-FFF2-40B4-BE49-F238E27FC236}">
                                <a16:creationId xmlns:a16="http://schemas.microsoft.com/office/drawing/2014/main" id="{CD1BF6C5-4AA3-DF1F-5BED-FC43918C370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1" name="Freeform 542">
                            <a:extLst>
                              <a:ext uri="{FF2B5EF4-FFF2-40B4-BE49-F238E27FC236}">
                                <a16:creationId xmlns:a16="http://schemas.microsoft.com/office/drawing/2014/main" id="{FCC9EF84-9CF4-5D3A-BD21-C6909BEB73AF}"/>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02" name="Straight Connector 601">
                            <a:extLst>
                              <a:ext uri="{FF2B5EF4-FFF2-40B4-BE49-F238E27FC236}">
                                <a16:creationId xmlns:a16="http://schemas.microsoft.com/office/drawing/2014/main" id="{04683821-42DD-79D0-C11F-B03D76A555F7}"/>
                              </a:ext>
                            </a:extLst>
                          </p:cNvPr>
                          <p:cNvCxnSpPr>
                            <a:endCxn id="597"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03" name="Straight Connector 602">
                            <a:extLst>
                              <a:ext uri="{FF2B5EF4-FFF2-40B4-BE49-F238E27FC236}">
                                <a16:creationId xmlns:a16="http://schemas.microsoft.com/office/drawing/2014/main" id="{10FF0F08-65EA-01E2-91F4-1AA00D89143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92" name="Group 591">
                          <a:extLst>
                            <a:ext uri="{FF2B5EF4-FFF2-40B4-BE49-F238E27FC236}">
                              <a16:creationId xmlns:a16="http://schemas.microsoft.com/office/drawing/2014/main" id="{47F62598-E334-50B1-8461-E34DC0CC7FC7}"/>
                            </a:ext>
                          </a:extLst>
                        </p:cNvPr>
                        <p:cNvGrpSpPr/>
                        <p:nvPr/>
                      </p:nvGrpSpPr>
                      <p:grpSpPr>
                        <a:xfrm>
                          <a:off x="1770362" y="2873352"/>
                          <a:ext cx="428460" cy="369332"/>
                          <a:chOff x="667045" y="1708643"/>
                          <a:chExt cx="428460" cy="369332"/>
                        </a:xfrm>
                      </p:grpSpPr>
                      <p:sp>
                        <p:nvSpPr>
                          <p:cNvPr id="593" name="Oval 592">
                            <a:extLst>
                              <a:ext uri="{FF2B5EF4-FFF2-40B4-BE49-F238E27FC236}">
                                <a16:creationId xmlns:a16="http://schemas.microsoft.com/office/drawing/2014/main" id="{2BF1AB4F-29D7-66B4-9515-33B5F66D09DD}"/>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4" name="TextBox 593">
                            <a:extLst>
                              <a:ext uri="{FF2B5EF4-FFF2-40B4-BE49-F238E27FC236}">
                                <a16:creationId xmlns:a16="http://schemas.microsoft.com/office/drawing/2014/main" id="{E716F401-452B-9E3A-2CEE-3E8D40DCB47C}"/>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574" name="Group 573">
                        <a:extLst>
                          <a:ext uri="{FF2B5EF4-FFF2-40B4-BE49-F238E27FC236}">
                            <a16:creationId xmlns:a16="http://schemas.microsoft.com/office/drawing/2014/main" id="{516DC543-C83A-3582-4416-68EFA1B6669C}"/>
                          </a:ext>
                        </a:extLst>
                      </p:cNvPr>
                      <p:cNvGrpSpPr/>
                      <p:nvPr/>
                    </p:nvGrpSpPr>
                    <p:grpSpPr>
                      <a:xfrm>
                        <a:off x="833331" y="3478719"/>
                        <a:ext cx="565150" cy="369332"/>
                        <a:chOff x="1736090" y="2873352"/>
                        <a:chExt cx="565150" cy="369332"/>
                      </a:xfrm>
                    </p:grpSpPr>
                    <p:grpSp>
                      <p:nvGrpSpPr>
                        <p:cNvPr id="578" name="Group 327">
                          <a:extLst>
                            <a:ext uri="{FF2B5EF4-FFF2-40B4-BE49-F238E27FC236}">
                              <a16:creationId xmlns:a16="http://schemas.microsoft.com/office/drawing/2014/main" id="{DD7A088F-054B-F212-CFEA-45DB2C8233BE}"/>
                            </a:ext>
                          </a:extLst>
                        </p:cNvPr>
                        <p:cNvGrpSpPr>
                          <a:grpSpLocks/>
                        </p:cNvGrpSpPr>
                        <p:nvPr/>
                      </p:nvGrpSpPr>
                      <p:grpSpPr bwMode="auto">
                        <a:xfrm>
                          <a:off x="1736090" y="2893762"/>
                          <a:ext cx="565150" cy="292100"/>
                          <a:chOff x="1871277" y="1576300"/>
                          <a:chExt cx="1128371" cy="437861"/>
                        </a:xfrm>
                      </p:grpSpPr>
                      <p:sp>
                        <p:nvSpPr>
                          <p:cNvPr id="582" name="Oval 581">
                            <a:extLst>
                              <a:ext uri="{FF2B5EF4-FFF2-40B4-BE49-F238E27FC236}">
                                <a16:creationId xmlns:a16="http://schemas.microsoft.com/office/drawing/2014/main" id="{2A6A9CAC-02D5-251F-15DD-6FEB5C93F0C6}"/>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3" name="Rectangle 582">
                            <a:extLst>
                              <a:ext uri="{FF2B5EF4-FFF2-40B4-BE49-F238E27FC236}">
                                <a16:creationId xmlns:a16="http://schemas.microsoft.com/office/drawing/2014/main" id="{E42D17BC-6D5F-A344-954E-E9D5DE8C081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4" name="Oval 583">
                            <a:extLst>
                              <a:ext uri="{FF2B5EF4-FFF2-40B4-BE49-F238E27FC236}">
                                <a16:creationId xmlns:a16="http://schemas.microsoft.com/office/drawing/2014/main" id="{C4036C99-F23A-D3FF-A41C-41C6271198A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5" name="Freeform 526">
                            <a:extLst>
                              <a:ext uri="{FF2B5EF4-FFF2-40B4-BE49-F238E27FC236}">
                                <a16:creationId xmlns:a16="http://schemas.microsoft.com/office/drawing/2014/main" id="{2D6150D6-B435-6B78-B44F-F90238C0272D}"/>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6" name="Freeform 527">
                            <a:extLst>
                              <a:ext uri="{FF2B5EF4-FFF2-40B4-BE49-F238E27FC236}">
                                <a16:creationId xmlns:a16="http://schemas.microsoft.com/office/drawing/2014/main" id="{1CC2EA6F-37D6-BC98-9D83-36304C7B094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7" name="Freeform 528">
                            <a:extLst>
                              <a:ext uri="{FF2B5EF4-FFF2-40B4-BE49-F238E27FC236}">
                                <a16:creationId xmlns:a16="http://schemas.microsoft.com/office/drawing/2014/main" id="{35177ACD-1FE9-E3B5-D6C7-01AD4A7AAED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8" name="Freeform 529">
                            <a:extLst>
                              <a:ext uri="{FF2B5EF4-FFF2-40B4-BE49-F238E27FC236}">
                                <a16:creationId xmlns:a16="http://schemas.microsoft.com/office/drawing/2014/main" id="{B7972B91-DA0D-5DDE-9E25-9EF95F523AB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89" name="Straight Connector 588">
                            <a:extLst>
                              <a:ext uri="{FF2B5EF4-FFF2-40B4-BE49-F238E27FC236}">
                                <a16:creationId xmlns:a16="http://schemas.microsoft.com/office/drawing/2014/main" id="{F3D899D5-10F3-B7FE-1209-0AEB49179149}"/>
                              </a:ext>
                            </a:extLst>
                          </p:cNvPr>
                          <p:cNvCxnSpPr>
                            <a:endCxn id="58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90" name="Straight Connector 589">
                            <a:extLst>
                              <a:ext uri="{FF2B5EF4-FFF2-40B4-BE49-F238E27FC236}">
                                <a16:creationId xmlns:a16="http://schemas.microsoft.com/office/drawing/2014/main" id="{2A311747-730A-C1ED-4539-45DA5D6E086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79" name="Group 578">
                          <a:extLst>
                            <a:ext uri="{FF2B5EF4-FFF2-40B4-BE49-F238E27FC236}">
                              <a16:creationId xmlns:a16="http://schemas.microsoft.com/office/drawing/2014/main" id="{298161B4-8680-5827-3296-2B650C2EA157}"/>
                            </a:ext>
                          </a:extLst>
                        </p:cNvPr>
                        <p:cNvGrpSpPr/>
                        <p:nvPr/>
                      </p:nvGrpSpPr>
                      <p:grpSpPr>
                        <a:xfrm>
                          <a:off x="1770362" y="2873352"/>
                          <a:ext cx="441422" cy="369332"/>
                          <a:chOff x="667045" y="1708643"/>
                          <a:chExt cx="441422" cy="369332"/>
                        </a:xfrm>
                      </p:grpSpPr>
                      <p:sp>
                        <p:nvSpPr>
                          <p:cNvPr id="580" name="Oval 579">
                            <a:extLst>
                              <a:ext uri="{FF2B5EF4-FFF2-40B4-BE49-F238E27FC236}">
                                <a16:creationId xmlns:a16="http://schemas.microsoft.com/office/drawing/2014/main" id="{487ED105-9119-5AA5-E81E-9D061DD510FF}"/>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1" name="TextBox 580">
                            <a:extLst>
                              <a:ext uri="{FF2B5EF4-FFF2-40B4-BE49-F238E27FC236}">
                                <a16:creationId xmlns:a16="http://schemas.microsoft.com/office/drawing/2014/main" id="{D5CB443A-CEF1-031F-75C0-032686F3E8B1}"/>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575" name="Straight Connector 574">
                        <a:extLst>
                          <a:ext uri="{FF2B5EF4-FFF2-40B4-BE49-F238E27FC236}">
                            <a16:creationId xmlns:a16="http://schemas.microsoft.com/office/drawing/2014/main" id="{2CB35E2A-8FD1-9CB3-CFE3-D485065B72E1}"/>
                          </a:ext>
                        </a:extLst>
                      </p:cNvPr>
                      <p:cNvCxnSpPr>
                        <a:stCxn id="621"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76" name="Straight Connector 575">
                        <a:extLst>
                          <a:ext uri="{FF2B5EF4-FFF2-40B4-BE49-F238E27FC236}">
                            <a16:creationId xmlns:a16="http://schemas.microsoft.com/office/drawing/2014/main" id="{79E430AF-1019-66AE-29EC-7F070A6C29E6}"/>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77" name="Straight Connector 576">
                        <a:extLst>
                          <a:ext uri="{FF2B5EF4-FFF2-40B4-BE49-F238E27FC236}">
                            <a16:creationId xmlns:a16="http://schemas.microsoft.com/office/drawing/2014/main" id="{F71FDC5B-ED4F-CA1E-68D2-7DE67BFF4493}"/>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568" name="TextBox 567">
                    <a:extLst>
                      <a:ext uri="{FF2B5EF4-FFF2-40B4-BE49-F238E27FC236}">
                        <a16:creationId xmlns:a16="http://schemas.microsoft.com/office/drawing/2014/main" id="{5CCD6C65-1858-BB8D-07ED-5566968E0F86}"/>
                      </a:ext>
                    </a:extLst>
                  </p:cNvPr>
                  <p:cNvSpPr txBox="1"/>
                  <p:nvPr/>
                </p:nvSpPr>
                <p:spPr>
                  <a:xfrm>
                    <a:off x="4833576" y="4910165"/>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grpSp>
            <p:grpSp>
              <p:nvGrpSpPr>
                <p:cNvPr id="48" name="Group 47">
                  <a:extLst>
                    <a:ext uri="{FF2B5EF4-FFF2-40B4-BE49-F238E27FC236}">
                      <a16:creationId xmlns:a16="http://schemas.microsoft.com/office/drawing/2014/main" id="{AC75CD32-652A-0B73-131C-CA585E341202}"/>
                    </a:ext>
                  </a:extLst>
                </p:cNvPr>
                <p:cNvGrpSpPr/>
                <p:nvPr/>
              </p:nvGrpSpPr>
              <p:grpSpPr>
                <a:xfrm>
                  <a:off x="8100574" y="3694542"/>
                  <a:ext cx="2575521" cy="1672516"/>
                  <a:chOff x="8100574" y="3694542"/>
                  <a:chExt cx="2575521" cy="1672516"/>
                </a:xfrm>
              </p:grpSpPr>
              <p:sp>
                <p:nvSpPr>
                  <p:cNvPr id="501" name="Freeform 2">
                    <a:extLst>
                      <a:ext uri="{FF2B5EF4-FFF2-40B4-BE49-F238E27FC236}">
                        <a16:creationId xmlns:a16="http://schemas.microsoft.com/office/drawing/2014/main" id="{816E32C4-5EB1-6D68-EA68-7A28A38DE815}"/>
                      </a:ext>
                    </a:extLst>
                  </p:cNvPr>
                  <p:cNvSpPr>
                    <a:spLocks/>
                  </p:cNvSpPr>
                  <p:nvPr/>
                </p:nvSpPr>
                <p:spPr bwMode="auto">
                  <a:xfrm>
                    <a:off x="8100574" y="3694542"/>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02" name="Group 501">
                    <a:extLst>
                      <a:ext uri="{FF2B5EF4-FFF2-40B4-BE49-F238E27FC236}">
                        <a16:creationId xmlns:a16="http://schemas.microsoft.com/office/drawing/2014/main" id="{DB55E4BC-466E-5D1F-9A93-606278B742DE}"/>
                      </a:ext>
                    </a:extLst>
                  </p:cNvPr>
                  <p:cNvGrpSpPr/>
                  <p:nvPr/>
                </p:nvGrpSpPr>
                <p:grpSpPr>
                  <a:xfrm>
                    <a:off x="8136838" y="3735782"/>
                    <a:ext cx="2402775" cy="1530043"/>
                    <a:chOff x="8136838" y="3735782"/>
                    <a:chExt cx="2402775" cy="1530043"/>
                  </a:xfrm>
                </p:grpSpPr>
                <p:grpSp>
                  <p:nvGrpSpPr>
                    <p:cNvPr id="503" name="Group 502">
                      <a:extLst>
                        <a:ext uri="{FF2B5EF4-FFF2-40B4-BE49-F238E27FC236}">
                          <a16:creationId xmlns:a16="http://schemas.microsoft.com/office/drawing/2014/main" id="{0874B1D1-A609-BA41-D038-38677843753C}"/>
                        </a:ext>
                      </a:extLst>
                    </p:cNvPr>
                    <p:cNvGrpSpPr/>
                    <p:nvPr/>
                  </p:nvGrpSpPr>
                  <p:grpSpPr>
                    <a:xfrm>
                      <a:off x="8324065" y="3830658"/>
                      <a:ext cx="2215548" cy="1435167"/>
                      <a:chOff x="833331" y="2873352"/>
                      <a:chExt cx="2333625" cy="1590649"/>
                    </a:xfrm>
                  </p:grpSpPr>
                  <p:grpSp>
                    <p:nvGrpSpPr>
                      <p:cNvPr id="505" name="Group 504">
                        <a:extLst>
                          <a:ext uri="{FF2B5EF4-FFF2-40B4-BE49-F238E27FC236}">
                            <a16:creationId xmlns:a16="http://schemas.microsoft.com/office/drawing/2014/main" id="{81A9B3F1-85FB-1700-11BE-98F5FBE23F55}"/>
                          </a:ext>
                        </a:extLst>
                      </p:cNvPr>
                      <p:cNvGrpSpPr/>
                      <p:nvPr/>
                    </p:nvGrpSpPr>
                    <p:grpSpPr>
                      <a:xfrm>
                        <a:off x="1736090" y="2873352"/>
                        <a:ext cx="565150" cy="369332"/>
                        <a:chOff x="1736090" y="2873352"/>
                        <a:chExt cx="565150" cy="369332"/>
                      </a:xfrm>
                    </p:grpSpPr>
                    <p:grpSp>
                      <p:nvGrpSpPr>
                        <p:cNvPr id="554" name="Group 327">
                          <a:extLst>
                            <a:ext uri="{FF2B5EF4-FFF2-40B4-BE49-F238E27FC236}">
                              <a16:creationId xmlns:a16="http://schemas.microsoft.com/office/drawing/2014/main" id="{CABACC32-BD7A-60B3-9C56-946C400E8F2D}"/>
                            </a:ext>
                          </a:extLst>
                        </p:cNvPr>
                        <p:cNvGrpSpPr>
                          <a:grpSpLocks/>
                        </p:cNvGrpSpPr>
                        <p:nvPr/>
                      </p:nvGrpSpPr>
                      <p:grpSpPr bwMode="auto">
                        <a:xfrm>
                          <a:off x="1736090" y="2893762"/>
                          <a:ext cx="565150" cy="292100"/>
                          <a:chOff x="1871277" y="1576300"/>
                          <a:chExt cx="1128371" cy="437861"/>
                        </a:xfrm>
                      </p:grpSpPr>
                      <p:sp>
                        <p:nvSpPr>
                          <p:cNvPr id="558" name="Oval 557">
                            <a:extLst>
                              <a:ext uri="{FF2B5EF4-FFF2-40B4-BE49-F238E27FC236}">
                                <a16:creationId xmlns:a16="http://schemas.microsoft.com/office/drawing/2014/main" id="{2229B810-FA40-85BC-AC61-7E45AC4642F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59" name="Rectangle 558">
                            <a:extLst>
                              <a:ext uri="{FF2B5EF4-FFF2-40B4-BE49-F238E27FC236}">
                                <a16:creationId xmlns:a16="http://schemas.microsoft.com/office/drawing/2014/main" id="{6CC681F5-41DA-328A-E0CA-6597A0BA375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0" name="Oval 559">
                            <a:extLst>
                              <a:ext uri="{FF2B5EF4-FFF2-40B4-BE49-F238E27FC236}">
                                <a16:creationId xmlns:a16="http://schemas.microsoft.com/office/drawing/2014/main" id="{729FCEA2-EC86-B044-8C47-F84E0DBE63A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1" name="Freeform 502">
                            <a:extLst>
                              <a:ext uri="{FF2B5EF4-FFF2-40B4-BE49-F238E27FC236}">
                                <a16:creationId xmlns:a16="http://schemas.microsoft.com/office/drawing/2014/main" id="{95CBFA84-52D4-19DE-576F-B070DE60731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2" name="Freeform 503">
                            <a:extLst>
                              <a:ext uri="{FF2B5EF4-FFF2-40B4-BE49-F238E27FC236}">
                                <a16:creationId xmlns:a16="http://schemas.microsoft.com/office/drawing/2014/main" id="{6F6AB20D-A9C9-4591-2C72-4F38A99F954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3" name="Freeform 504">
                            <a:extLst>
                              <a:ext uri="{FF2B5EF4-FFF2-40B4-BE49-F238E27FC236}">
                                <a16:creationId xmlns:a16="http://schemas.microsoft.com/office/drawing/2014/main" id="{B1171870-B957-4F0B-A9DF-B820F446CAF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4" name="Freeform 505">
                            <a:extLst>
                              <a:ext uri="{FF2B5EF4-FFF2-40B4-BE49-F238E27FC236}">
                                <a16:creationId xmlns:a16="http://schemas.microsoft.com/office/drawing/2014/main" id="{461AA10D-BC7B-99C5-2493-3F997FAF9FD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65" name="Straight Connector 564">
                            <a:extLst>
                              <a:ext uri="{FF2B5EF4-FFF2-40B4-BE49-F238E27FC236}">
                                <a16:creationId xmlns:a16="http://schemas.microsoft.com/office/drawing/2014/main" id="{EF52BA65-4552-4CE0-5DE2-8334EAD0507D}"/>
                              </a:ext>
                            </a:extLst>
                          </p:cNvPr>
                          <p:cNvCxnSpPr>
                            <a:endCxn id="56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66" name="Straight Connector 565">
                            <a:extLst>
                              <a:ext uri="{FF2B5EF4-FFF2-40B4-BE49-F238E27FC236}">
                                <a16:creationId xmlns:a16="http://schemas.microsoft.com/office/drawing/2014/main" id="{FF47D38B-8A20-3EAB-A20E-3A00F01DDC2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55" name="Group 554">
                          <a:extLst>
                            <a:ext uri="{FF2B5EF4-FFF2-40B4-BE49-F238E27FC236}">
                              <a16:creationId xmlns:a16="http://schemas.microsoft.com/office/drawing/2014/main" id="{F9B5B7CD-2E31-5D2C-CA3D-13E0D8DC492C}"/>
                            </a:ext>
                          </a:extLst>
                        </p:cNvPr>
                        <p:cNvGrpSpPr/>
                        <p:nvPr/>
                      </p:nvGrpSpPr>
                      <p:grpSpPr>
                        <a:xfrm>
                          <a:off x="1770362" y="2873352"/>
                          <a:ext cx="441422" cy="369332"/>
                          <a:chOff x="667045" y="1708643"/>
                          <a:chExt cx="441422" cy="369332"/>
                        </a:xfrm>
                      </p:grpSpPr>
                      <p:sp>
                        <p:nvSpPr>
                          <p:cNvPr id="556" name="Oval 555">
                            <a:extLst>
                              <a:ext uri="{FF2B5EF4-FFF2-40B4-BE49-F238E27FC236}">
                                <a16:creationId xmlns:a16="http://schemas.microsoft.com/office/drawing/2014/main" id="{1A6CF640-D815-5E9C-9A31-C3567A9052A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7" name="TextBox 556">
                            <a:extLst>
                              <a:ext uri="{FF2B5EF4-FFF2-40B4-BE49-F238E27FC236}">
                                <a16:creationId xmlns:a16="http://schemas.microsoft.com/office/drawing/2014/main" id="{D8349A07-296C-8C05-FA69-FD780CF45A8D}"/>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506" name="Group 505">
                        <a:extLst>
                          <a:ext uri="{FF2B5EF4-FFF2-40B4-BE49-F238E27FC236}">
                            <a16:creationId xmlns:a16="http://schemas.microsoft.com/office/drawing/2014/main" id="{49058B8A-C5EC-2B8B-33BB-E3D2E714A0A6}"/>
                          </a:ext>
                        </a:extLst>
                      </p:cNvPr>
                      <p:cNvGrpSpPr/>
                      <p:nvPr/>
                    </p:nvGrpSpPr>
                    <p:grpSpPr>
                      <a:xfrm>
                        <a:off x="1740320" y="4094669"/>
                        <a:ext cx="565150" cy="369332"/>
                        <a:chOff x="1736090" y="2873352"/>
                        <a:chExt cx="565150" cy="369332"/>
                      </a:xfrm>
                    </p:grpSpPr>
                    <p:grpSp>
                      <p:nvGrpSpPr>
                        <p:cNvPr id="541" name="Group 327">
                          <a:extLst>
                            <a:ext uri="{FF2B5EF4-FFF2-40B4-BE49-F238E27FC236}">
                              <a16:creationId xmlns:a16="http://schemas.microsoft.com/office/drawing/2014/main" id="{EA03AAE6-4C99-2099-8E94-DA7E4C798962}"/>
                            </a:ext>
                          </a:extLst>
                        </p:cNvPr>
                        <p:cNvGrpSpPr>
                          <a:grpSpLocks/>
                        </p:cNvGrpSpPr>
                        <p:nvPr/>
                      </p:nvGrpSpPr>
                      <p:grpSpPr bwMode="auto">
                        <a:xfrm>
                          <a:off x="1736090" y="2893762"/>
                          <a:ext cx="565150" cy="292100"/>
                          <a:chOff x="1871277" y="1576300"/>
                          <a:chExt cx="1128371" cy="437861"/>
                        </a:xfrm>
                      </p:grpSpPr>
                      <p:sp>
                        <p:nvSpPr>
                          <p:cNvPr id="545" name="Oval 544">
                            <a:extLst>
                              <a:ext uri="{FF2B5EF4-FFF2-40B4-BE49-F238E27FC236}">
                                <a16:creationId xmlns:a16="http://schemas.microsoft.com/office/drawing/2014/main" id="{6F5D47D7-9CE8-E0F6-2363-C57C96C3D6D0}"/>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6" name="Rectangle 545">
                            <a:extLst>
                              <a:ext uri="{FF2B5EF4-FFF2-40B4-BE49-F238E27FC236}">
                                <a16:creationId xmlns:a16="http://schemas.microsoft.com/office/drawing/2014/main" id="{D13D661F-6A43-69D0-244D-46E7E8EDCC8C}"/>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7" name="Oval 546">
                            <a:extLst>
                              <a:ext uri="{FF2B5EF4-FFF2-40B4-BE49-F238E27FC236}">
                                <a16:creationId xmlns:a16="http://schemas.microsoft.com/office/drawing/2014/main" id="{BEDEB0F7-EE04-3993-A919-1E39B66332C6}"/>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8" name="Freeform 489">
                            <a:extLst>
                              <a:ext uri="{FF2B5EF4-FFF2-40B4-BE49-F238E27FC236}">
                                <a16:creationId xmlns:a16="http://schemas.microsoft.com/office/drawing/2014/main" id="{2216A0E0-BDED-E9CE-56FF-5959B634DF4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9" name="Freeform 490">
                            <a:extLst>
                              <a:ext uri="{FF2B5EF4-FFF2-40B4-BE49-F238E27FC236}">
                                <a16:creationId xmlns:a16="http://schemas.microsoft.com/office/drawing/2014/main" id="{5C73B994-9953-917B-C9C4-CFCE0DBDC33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0" name="Freeform 491">
                            <a:extLst>
                              <a:ext uri="{FF2B5EF4-FFF2-40B4-BE49-F238E27FC236}">
                                <a16:creationId xmlns:a16="http://schemas.microsoft.com/office/drawing/2014/main" id="{0088E463-D56E-EFEA-5983-51B032518EB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1" name="Freeform 492">
                            <a:extLst>
                              <a:ext uri="{FF2B5EF4-FFF2-40B4-BE49-F238E27FC236}">
                                <a16:creationId xmlns:a16="http://schemas.microsoft.com/office/drawing/2014/main" id="{6F9F3728-2E6E-D110-F79E-9301492A7BC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2" name="Straight Connector 551">
                            <a:extLst>
                              <a:ext uri="{FF2B5EF4-FFF2-40B4-BE49-F238E27FC236}">
                                <a16:creationId xmlns:a16="http://schemas.microsoft.com/office/drawing/2014/main" id="{A969FF28-C33D-216E-4458-463A43257F8C}"/>
                              </a:ext>
                            </a:extLst>
                          </p:cNvPr>
                          <p:cNvCxnSpPr>
                            <a:endCxn id="547"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53" name="Straight Connector 552">
                            <a:extLst>
                              <a:ext uri="{FF2B5EF4-FFF2-40B4-BE49-F238E27FC236}">
                                <a16:creationId xmlns:a16="http://schemas.microsoft.com/office/drawing/2014/main" id="{8D3C7D4E-F8CA-E456-2BCC-969D61DB194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42" name="Group 541">
                          <a:extLst>
                            <a:ext uri="{FF2B5EF4-FFF2-40B4-BE49-F238E27FC236}">
                              <a16:creationId xmlns:a16="http://schemas.microsoft.com/office/drawing/2014/main" id="{2630854A-1C7A-7040-EBBA-C32128965F09}"/>
                            </a:ext>
                          </a:extLst>
                        </p:cNvPr>
                        <p:cNvGrpSpPr/>
                        <p:nvPr/>
                      </p:nvGrpSpPr>
                      <p:grpSpPr>
                        <a:xfrm>
                          <a:off x="1770362" y="2873352"/>
                          <a:ext cx="441422" cy="369332"/>
                          <a:chOff x="667045" y="1708643"/>
                          <a:chExt cx="441422" cy="369332"/>
                        </a:xfrm>
                      </p:grpSpPr>
                      <p:sp>
                        <p:nvSpPr>
                          <p:cNvPr id="543" name="Oval 542">
                            <a:extLst>
                              <a:ext uri="{FF2B5EF4-FFF2-40B4-BE49-F238E27FC236}">
                                <a16:creationId xmlns:a16="http://schemas.microsoft.com/office/drawing/2014/main" id="{DFA3416F-AF63-6DB1-A8EC-703E078C460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4" name="TextBox 543">
                            <a:extLst>
                              <a:ext uri="{FF2B5EF4-FFF2-40B4-BE49-F238E27FC236}">
                                <a16:creationId xmlns:a16="http://schemas.microsoft.com/office/drawing/2014/main" id="{9CA9D1C6-FDAA-A641-F937-9DAFBC67EBCD}"/>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507" name="Group 506">
                        <a:extLst>
                          <a:ext uri="{FF2B5EF4-FFF2-40B4-BE49-F238E27FC236}">
                            <a16:creationId xmlns:a16="http://schemas.microsoft.com/office/drawing/2014/main" id="{DC6A46AB-3315-42D7-336D-C4B18BBCF270}"/>
                          </a:ext>
                        </a:extLst>
                      </p:cNvPr>
                      <p:cNvGrpSpPr/>
                      <p:nvPr/>
                    </p:nvGrpSpPr>
                    <p:grpSpPr>
                      <a:xfrm>
                        <a:off x="2601806" y="3485072"/>
                        <a:ext cx="565150" cy="369332"/>
                        <a:chOff x="1736090" y="2873352"/>
                        <a:chExt cx="565150" cy="369332"/>
                      </a:xfrm>
                    </p:grpSpPr>
                    <p:grpSp>
                      <p:nvGrpSpPr>
                        <p:cNvPr id="528" name="Group 327">
                          <a:extLst>
                            <a:ext uri="{FF2B5EF4-FFF2-40B4-BE49-F238E27FC236}">
                              <a16:creationId xmlns:a16="http://schemas.microsoft.com/office/drawing/2014/main" id="{E6E95885-7E13-E487-18AD-C53FEA3D6937}"/>
                            </a:ext>
                          </a:extLst>
                        </p:cNvPr>
                        <p:cNvGrpSpPr>
                          <a:grpSpLocks/>
                        </p:cNvGrpSpPr>
                        <p:nvPr/>
                      </p:nvGrpSpPr>
                      <p:grpSpPr bwMode="auto">
                        <a:xfrm>
                          <a:off x="1736090" y="2893762"/>
                          <a:ext cx="565150" cy="292100"/>
                          <a:chOff x="1871277" y="1576300"/>
                          <a:chExt cx="1128371" cy="437861"/>
                        </a:xfrm>
                      </p:grpSpPr>
                      <p:sp>
                        <p:nvSpPr>
                          <p:cNvPr id="532" name="Oval 531">
                            <a:extLst>
                              <a:ext uri="{FF2B5EF4-FFF2-40B4-BE49-F238E27FC236}">
                                <a16:creationId xmlns:a16="http://schemas.microsoft.com/office/drawing/2014/main" id="{6497DC34-E2F3-DFC6-1586-C4148A2E209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33" name="Rectangle 532">
                            <a:extLst>
                              <a:ext uri="{FF2B5EF4-FFF2-40B4-BE49-F238E27FC236}">
                                <a16:creationId xmlns:a16="http://schemas.microsoft.com/office/drawing/2014/main" id="{0E14418D-C883-1403-6722-E9D00C09CCA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4" name="Oval 533">
                            <a:extLst>
                              <a:ext uri="{FF2B5EF4-FFF2-40B4-BE49-F238E27FC236}">
                                <a16:creationId xmlns:a16="http://schemas.microsoft.com/office/drawing/2014/main" id="{730C5F5C-3CC6-06A8-97EE-7AB1348A639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35" name="Freeform 476">
                            <a:extLst>
                              <a:ext uri="{FF2B5EF4-FFF2-40B4-BE49-F238E27FC236}">
                                <a16:creationId xmlns:a16="http://schemas.microsoft.com/office/drawing/2014/main" id="{A79070E1-1199-C83E-3713-C337CC4DA21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6" name="Freeform 477">
                            <a:extLst>
                              <a:ext uri="{FF2B5EF4-FFF2-40B4-BE49-F238E27FC236}">
                                <a16:creationId xmlns:a16="http://schemas.microsoft.com/office/drawing/2014/main" id="{56EA1500-5787-6263-3F66-25A01A13937D}"/>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7" name="Freeform 478">
                            <a:extLst>
                              <a:ext uri="{FF2B5EF4-FFF2-40B4-BE49-F238E27FC236}">
                                <a16:creationId xmlns:a16="http://schemas.microsoft.com/office/drawing/2014/main" id="{44EF470E-0AB7-F426-BB72-91917F30F86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8" name="Freeform 479">
                            <a:extLst>
                              <a:ext uri="{FF2B5EF4-FFF2-40B4-BE49-F238E27FC236}">
                                <a16:creationId xmlns:a16="http://schemas.microsoft.com/office/drawing/2014/main" id="{50C7F2D2-7394-1810-47BE-E64EF09BDA53}"/>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39" name="Straight Connector 538">
                            <a:extLst>
                              <a:ext uri="{FF2B5EF4-FFF2-40B4-BE49-F238E27FC236}">
                                <a16:creationId xmlns:a16="http://schemas.microsoft.com/office/drawing/2014/main" id="{EC7A1360-1D5F-DB36-0D7A-E1011179D15A}"/>
                              </a:ext>
                            </a:extLst>
                          </p:cNvPr>
                          <p:cNvCxnSpPr>
                            <a:endCxn id="53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40" name="Straight Connector 539">
                            <a:extLst>
                              <a:ext uri="{FF2B5EF4-FFF2-40B4-BE49-F238E27FC236}">
                                <a16:creationId xmlns:a16="http://schemas.microsoft.com/office/drawing/2014/main" id="{E20DA85C-A951-A371-AF56-A3F1F954EF6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29" name="Group 528">
                          <a:extLst>
                            <a:ext uri="{FF2B5EF4-FFF2-40B4-BE49-F238E27FC236}">
                              <a16:creationId xmlns:a16="http://schemas.microsoft.com/office/drawing/2014/main" id="{EFE091DD-BFB6-BC6C-6CF1-410DC87E720E}"/>
                            </a:ext>
                          </a:extLst>
                        </p:cNvPr>
                        <p:cNvGrpSpPr/>
                        <p:nvPr/>
                      </p:nvGrpSpPr>
                      <p:grpSpPr>
                        <a:xfrm>
                          <a:off x="1770362" y="2873352"/>
                          <a:ext cx="428460" cy="369332"/>
                          <a:chOff x="667045" y="1708643"/>
                          <a:chExt cx="428460" cy="369332"/>
                        </a:xfrm>
                      </p:grpSpPr>
                      <p:sp>
                        <p:nvSpPr>
                          <p:cNvPr id="530" name="Oval 529">
                            <a:extLst>
                              <a:ext uri="{FF2B5EF4-FFF2-40B4-BE49-F238E27FC236}">
                                <a16:creationId xmlns:a16="http://schemas.microsoft.com/office/drawing/2014/main" id="{17725389-8FD4-8FDF-5534-59E6BDEA82B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1" name="TextBox 530">
                            <a:extLst>
                              <a:ext uri="{FF2B5EF4-FFF2-40B4-BE49-F238E27FC236}">
                                <a16:creationId xmlns:a16="http://schemas.microsoft.com/office/drawing/2014/main" id="{5023B8B5-5902-ABE6-89E6-9E76917C2241}"/>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508" name="Group 507">
                        <a:extLst>
                          <a:ext uri="{FF2B5EF4-FFF2-40B4-BE49-F238E27FC236}">
                            <a16:creationId xmlns:a16="http://schemas.microsoft.com/office/drawing/2014/main" id="{C1CF4A14-5927-9A88-99F5-EABF6AFA1D9D}"/>
                          </a:ext>
                        </a:extLst>
                      </p:cNvPr>
                      <p:cNvGrpSpPr/>
                      <p:nvPr/>
                    </p:nvGrpSpPr>
                    <p:grpSpPr>
                      <a:xfrm>
                        <a:off x="833331" y="3478719"/>
                        <a:ext cx="565150" cy="369332"/>
                        <a:chOff x="1736090" y="2873352"/>
                        <a:chExt cx="565150" cy="369332"/>
                      </a:xfrm>
                    </p:grpSpPr>
                    <p:grpSp>
                      <p:nvGrpSpPr>
                        <p:cNvPr id="515" name="Group 327">
                          <a:extLst>
                            <a:ext uri="{FF2B5EF4-FFF2-40B4-BE49-F238E27FC236}">
                              <a16:creationId xmlns:a16="http://schemas.microsoft.com/office/drawing/2014/main" id="{1642DEEF-EF6D-8EF8-A77E-7D8F6BC30B2B}"/>
                            </a:ext>
                          </a:extLst>
                        </p:cNvPr>
                        <p:cNvGrpSpPr>
                          <a:grpSpLocks/>
                        </p:cNvGrpSpPr>
                        <p:nvPr/>
                      </p:nvGrpSpPr>
                      <p:grpSpPr bwMode="auto">
                        <a:xfrm>
                          <a:off x="1736090" y="2893762"/>
                          <a:ext cx="565150" cy="292100"/>
                          <a:chOff x="1871277" y="1576300"/>
                          <a:chExt cx="1128371" cy="437861"/>
                        </a:xfrm>
                      </p:grpSpPr>
                      <p:sp>
                        <p:nvSpPr>
                          <p:cNvPr id="519" name="Oval 518">
                            <a:extLst>
                              <a:ext uri="{FF2B5EF4-FFF2-40B4-BE49-F238E27FC236}">
                                <a16:creationId xmlns:a16="http://schemas.microsoft.com/office/drawing/2014/main" id="{1CA074C4-90C1-2679-CB0C-88268992E3C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0" name="Rectangle 519">
                            <a:extLst>
                              <a:ext uri="{FF2B5EF4-FFF2-40B4-BE49-F238E27FC236}">
                                <a16:creationId xmlns:a16="http://schemas.microsoft.com/office/drawing/2014/main" id="{2B9D8C00-A3F8-8FB7-276D-101E39E39A7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1" name="Oval 520">
                            <a:extLst>
                              <a:ext uri="{FF2B5EF4-FFF2-40B4-BE49-F238E27FC236}">
                                <a16:creationId xmlns:a16="http://schemas.microsoft.com/office/drawing/2014/main" id="{20710208-F34D-401C-D999-90FD603E44E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2" name="Freeform 463">
                            <a:extLst>
                              <a:ext uri="{FF2B5EF4-FFF2-40B4-BE49-F238E27FC236}">
                                <a16:creationId xmlns:a16="http://schemas.microsoft.com/office/drawing/2014/main" id="{5A825C6D-9C88-3C26-BC1B-8526FBB13A3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3" name="Freeform 464">
                            <a:extLst>
                              <a:ext uri="{FF2B5EF4-FFF2-40B4-BE49-F238E27FC236}">
                                <a16:creationId xmlns:a16="http://schemas.microsoft.com/office/drawing/2014/main" id="{91E6627D-AFCA-D507-3BA1-14AFCF9BABC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4" name="Freeform 465">
                            <a:extLst>
                              <a:ext uri="{FF2B5EF4-FFF2-40B4-BE49-F238E27FC236}">
                                <a16:creationId xmlns:a16="http://schemas.microsoft.com/office/drawing/2014/main" id="{413D70D5-6722-7747-E57B-20F76DDAD13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5" name="Freeform 466">
                            <a:extLst>
                              <a:ext uri="{FF2B5EF4-FFF2-40B4-BE49-F238E27FC236}">
                                <a16:creationId xmlns:a16="http://schemas.microsoft.com/office/drawing/2014/main" id="{26420B7A-BBA9-ED9A-ED7F-AAA1473156C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26" name="Straight Connector 525">
                            <a:extLst>
                              <a:ext uri="{FF2B5EF4-FFF2-40B4-BE49-F238E27FC236}">
                                <a16:creationId xmlns:a16="http://schemas.microsoft.com/office/drawing/2014/main" id="{7FFD7895-4824-4937-44E5-6C41CF70A84E}"/>
                              </a:ext>
                            </a:extLst>
                          </p:cNvPr>
                          <p:cNvCxnSpPr>
                            <a:endCxn id="52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27" name="Straight Connector 526">
                            <a:extLst>
                              <a:ext uri="{FF2B5EF4-FFF2-40B4-BE49-F238E27FC236}">
                                <a16:creationId xmlns:a16="http://schemas.microsoft.com/office/drawing/2014/main" id="{28F71D26-ADA8-BB1B-6B1D-3AA8B14BE6E3}"/>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16" name="Group 515">
                          <a:extLst>
                            <a:ext uri="{FF2B5EF4-FFF2-40B4-BE49-F238E27FC236}">
                              <a16:creationId xmlns:a16="http://schemas.microsoft.com/office/drawing/2014/main" id="{D22558F0-7744-7325-E742-B6AE9DC5CDD1}"/>
                            </a:ext>
                          </a:extLst>
                        </p:cNvPr>
                        <p:cNvGrpSpPr/>
                        <p:nvPr/>
                      </p:nvGrpSpPr>
                      <p:grpSpPr>
                        <a:xfrm>
                          <a:off x="1770362" y="2873352"/>
                          <a:ext cx="441422" cy="369332"/>
                          <a:chOff x="667045" y="1708643"/>
                          <a:chExt cx="441422" cy="369332"/>
                        </a:xfrm>
                      </p:grpSpPr>
                      <p:sp>
                        <p:nvSpPr>
                          <p:cNvPr id="517" name="Oval 516">
                            <a:extLst>
                              <a:ext uri="{FF2B5EF4-FFF2-40B4-BE49-F238E27FC236}">
                                <a16:creationId xmlns:a16="http://schemas.microsoft.com/office/drawing/2014/main" id="{5562DE4B-60D9-4C65-7CFA-6EB5CAEF7E8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8" name="TextBox 517">
                            <a:extLst>
                              <a:ext uri="{FF2B5EF4-FFF2-40B4-BE49-F238E27FC236}">
                                <a16:creationId xmlns:a16="http://schemas.microsoft.com/office/drawing/2014/main" id="{75098575-EC7F-321D-EC4E-B9E92FD7EC92}"/>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510" name="Straight Connector 509">
                        <a:extLst>
                          <a:ext uri="{FF2B5EF4-FFF2-40B4-BE49-F238E27FC236}">
                            <a16:creationId xmlns:a16="http://schemas.microsoft.com/office/drawing/2014/main" id="{A8A37F73-A42A-2D4D-C7C5-63A3066319CC}"/>
                          </a:ext>
                        </a:extLst>
                      </p:cNvPr>
                      <p:cNvCxnSpPr>
                        <a:stCxn id="557" idx="2"/>
                        <a:endCxn id="544"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11" name="Straight Connector 510">
                        <a:extLst>
                          <a:ext uri="{FF2B5EF4-FFF2-40B4-BE49-F238E27FC236}">
                            <a16:creationId xmlns:a16="http://schemas.microsoft.com/office/drawing/2014/main" id="{F94FDC63-6F8C-EC08-4AFA-FAB324F46FA0}"/>
                          </a:ext>
                        </a:extLst>
                      </p:cNvPr>
                      <p:cNvCxnSpPr/>
                      <p:nvPr/>
                    </p:nvCxnSpPr>
                    <p:spPr bwMode="auto">
                      <a:xfrm>
                        <a:off x="1407477" y="3648621"/>
                        <a:ext cx="1204913" cy="635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12" name="Straight Connector 511">
                        <a:extLst>
                          <a:ext uri="{FF2B5EF4-FFF2-40B4-BE49-F238E27FC236}">
                            <a16:creationId xmlns:a16="http://schemas.microsoft.com/office/drawing/2014/main" id="{F5C79096-8EAB-C27B-AA0F-EA94A02969E5}"/>
                          </a:ext>
                        </a:extLst>
                      </p:cNvPr>
                      <p:cNvCxnSpPr>
                        <a:stCxn id="558"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13" name="Straight Connector 512">
                        <a:extLst>
                          <a:ext uri="{FF2B5EF4-FFF2-40B4-BE49-F238E27FC236}">
                            <a16:creationId xmlns:a16="http://schemas.microsoft.com/office/drawing/2014/main" id="{B89A3376-FD25-EAEC-D056-81F9D4E4B8E9}"/>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14" name="Straight Connector 513">
                        <a:extLst>
                          <a:ext uri="{FF2B5EF4-FFF2-40B4-BE49-F238E27FC236}">
                            <a16:creationId xmlns:a16="http://schemas.microsoft.com/office/drawing/2014/main" id="{6447FDF0-BC13-13D0-9690-F4930A39AEDD}"/>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504" name="TextBox 503">
                      <a:extLst>
                        <a:ext uri="{FF2B5EF4-FFF2-40B4-BE49-F238E27FC236}">
                          <a16:creationId xmlns:a16="http://schemas.microsoft.com/office/drawing/2014/main" id="{9EB15A32-6778-5EC9-CFD8-36804902D350}"/>
                        </a:ext>
                      </a:extLst>
                    </p:cNvPr>
                    <p:cNvSpPr txBox="1"/>
                    <p:nvPr/>
                  </p:nvSpPr>
                  <p:spPr>
                    <a:xfrm>
                      <a:off x="8136838" y="373578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grpSp>
            </p:grpSp>
            <p:grpSp>
              <p:nvGrpSpPr>
                <p:cNvPr id="49" name="Group 48">
                  <a:extLst>
                    <a:ext uri="{FF2B5EF4-FFF2-40B4-BE49-F238E27FC236}">
                      <a16:creationId xmlns:a16="http://schemas.microsoft.com/office/drawing/2014/main" id="{E69C03F6-9892-9005-332E-AE8A4DFB54D7}"/>
                    </a:ext>
                  </a:extLst>
                </p:cNvPr>
                <p:cNvGrpSpPr/>
                <p:nvPr/>
              </p:nvGrpSpPr>
              <p:grpSpPr>
                <a:xfrm>
                  <a:off x="1426553" y="4136253"/>
                  <a:ext cx="3452487" cy="1719017"/>
                  <a:chOff x="1426553" y="4136253"/>
                  <a:chExt cx="3452487" cy="1719017"/>
                </a:xfrm>
              </p:grpSpPr>
              <p:grpSp>
                <p:nvGrpSpPr>
                  <p:cNvPr id="51" name="Group 50">
                    <a:extLst>
                      <a:ext uri="{FF2B5EF4-FFF2-40B4-BE49-F238E27FC236}">
                        <a16:creationId xmlns:a16="http://schemas.microsoft.com/office/drawing/2014/main" id="{B93343C1-CF14-23E4-2F4A-17F1E14A23C8}"/>
                      </a:ext>
                    </a:extLst>
                  </p:cNvPr>
                  <p:cNvGrpSpPr/>
                  <p:nvPr/>
                </p:nvGrpSpPr>
                <p:grpSpPr>
                  <a:xfrm>
                    <a:off x="1426553" y="4136253"/>
                    <a:ext cx="2557336" cy="1719017"/>
                    <a:chOff x="-2170772" y="2784954"/>
                    <a:chExt cx="2712783" cy="1853712"/>
                  </a:xfrm>
                </p:grpSpPr>
                <p:sp>
                  <p:nvSpPr>
                    <p:cNvPr id="54" name="Freeform 2">
                      <a:extLst>
                        <a:ext uri="{FF2B5EF4-FFF2-40B4-BE49-F238E27FC236}">
                          <a16:creationId xmlns:a16="http://schemas.microsoft.com/office/drawing/2014/main" id="{C5FE3C4A-D064-FC79-28BC-9BBFF136D33A}"/>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 name="Group 54">
                      <a:extLst>
                        <a:ext uri="{FF2B5EF4-FFF2-40B4-BE49-F238E27FC236}">
                          <a16:creationId xmlns:a16="http://schemas.microsoft.com/office/drawing/2014/main" id="{6011CA90-7E9E-C4F2-DECA-BD222F148A9C}"/>
                        </a:ext>
                      </a:extLst>
                    </p:cNvPr>
                    <p:cNvGrpSpPr/>
                    <p:nvPr/>
                  </p:nvGrpSpPr>
                  <p:grpSpPr>
                    <a:xfrm>
                      <a:off x="-1935370" y="2935816"/>
                      <a:ext cx="2333625" cy="1590649"/>
                      <a:chOff x="833331" y="2873352"/>
                      <a:chExt cx="2333625" cy="1590649"/>
                    </a:xfrm>
                  </p:grpSpPr>
                  <p:grpSp>
                    <p:nvGrpSpPr>
                      <p:cNvPr id="56" name="Group 55">
                        <a:extLst>
                          <a:ext uri="{FF2B5EF4-FFF2-40B4-BE49-F238E27FC236}">
                            <a16:creationId xmlns:a16="http://schemas.microsoft.com/office/drawing/2014/main" id="{47276E04-DACC-8694-1A10-A4CA1756A54F}"/>
                          </a:ext>
                        </a:extLst>
                      </p:cNvPr>
                      <p:cNvGrpSpPr/>
                      <p:nvPr/>
                    </p:nvGrpSpPr>
                    <p:grpSpPr>
                      <a:xfrm>
                        <a:off x="1736090" y="2873352"/>
                        <a:ext cx="565150" cy="369332"/>
                        <a:chOff x="1736090" y="2873352"/>
                        <a:chExt cx="565150" cy="369332"/>
                      </a:xfrm>
                    </p:grpSpPr>
                    <p:grpSp>
                      <p:nvGrpSpPr>
                        <p:cNvPr id="488" name="Group 327">
                          <a:extLst>
                            <a:ext uri="{FF2B5EF4-FFF2-40B4-BE49-F238E27FC236}">
                              <a16:creationId xmlns:a16="http://schemas.microsoft.com/office/drawing/2014/main" id="{60EA9355-B551-7B62-E509-B08D19E2E9FD}"/>
                            </a:ext>
                          </a:extLst>
                        </p:cNvPr>
                        <p:cNvGrpSpPr>
                          <a:grpSpLocks/>
                        </p:cNvGrpSpPr>
                        <p:nvPr/>
                      </p:nvGrpSpPr>
                      <p:grpSpPr bwMode="auto">
                        <a:xfrm>
                          <a:off x="1736090" y="2893762"/>
                          <a:ext cx="565150" cy="292100"/>
                          <a:chOff x="1871277" y="1576300"/>
                          <a:chExt cx="1128371" cy="437861"/>
                        </a:xfrm>
                      </p:grpSpPr>
                      <p:sp>
                        <p:nvSpPr>
                          <p:cNvPr id="492" name="Oval 491">
                            <a:extLst>
                              <a:ext uri="{FF2B5EF4-FFF2-40B4-BE49-F238E27FC236}">
                                <a16:creationId xmlns:a16="http://schemas.microsoft.com/office/drawing/2014/main" id="{E1C4D5D4-3D95-3687-D98E-D7DD36FA335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3" name="Rectangle 492">
                            <a:extLst>
                              <a:ext uri="{FF2B5EF4-FFF2-40B4-BE49-F238E27FC236}">
                                <a16:creationId xmlns:a16="http://schemas.microsoft.com/office/drawing/2014/main" id="{B22DD721-E747-08E0-3994-D0564E5ADCE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4" name="Oval 493">
                            <a:extLst>
                              <a:ext uri="{FF2B5EF4-FFF2-40B4-BE49-F238E27FC236}">
                                <a16:creationId xmlns:a16="http://schemas.microsoft.com/office/drawing/2014/main" id="{04C76304-9391-16D5-2001-04624886FFC5}"/>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5" name="Freeform 437">
                            <a:extLst>
                              <a:ext uri="{FF2B5EF4-FFF2-40B4-BE49-F238E27FC236}">
                                <a16:creationId xmlns:a16="http://schemas.microsoft.com/office/drawing/2014/main" id="{1223CDE6-93DA-7E08-F0DA-5FCDD145255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6" name="Freeform 438">
                            <a:extLst>
                              <a:ext uri="{FF2B5EF4-FFF2-40B4-BE49-F238E27FC236}">
                                <a16:creationId xmlns:a16="http://schemas.microsoft.com/office/drawing/2014/main" id="{75F024C5-B116-ED81-130E-D0CA75C3195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7" name="Freeform 439">
                            <a:extLst>
                              <a:ext uri="{FF2B5EF4-FFF2-40B4-BE49-F238E27FC236}">
                                <a16:creationId xmlns:a16="http://schemas.microsoft.com/office/drawing/2014/main" id="{B35DFB8E-48F1-7C95-BA32-A2E64345E4F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8" name="Freeform 440">
                            <a:extLst>
                              <a:ext uri="{FF2B5EF4-FFF2-40B4-BE49-F238E27FC236}">
                                <a16:creationId xmlns:a16="http://schemas.microsoft.com/office/drawing/2014/main" id="{7916EEA8-B866-C78D-6313-415D78E9E9BF}"/>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99" name="Straight Connector 498">
                            <a:extLst>
                              <a:ext uri="{FF2B5EF4-FFF2-40B4-BE49-F238E27FC236}">
                                <a16:creationId xmlns:a16="http://schemas.microsoft.com/office/drawing/2014/main" id="{37AFE271-9B4A-E20C-54C6-5D0FDE52F632}"/>
                              </a:ext>
                            </a:extLst>
                          </p:cNvPr>
                          <p:cNvCxnSpPr>
                            <a:endCxn id="49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00" name="Straight Connector 499">
                            <a:extLst>
                              <a:ext uri="{FF2B5EF4-FFF2-40B4-BE49-F238E27FC236}">
                                <a16:creationId xmlns:a16="http://schemas.microsoft.com/office/drawing/2014/main" id="{FD67A5B5-A457-026F-174D-AACC172F70E9}"/>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89" name="Group 488">
                          <a:extLst>
                            <a:ext uri="{FF2B5EF4-FFF2-40B4-BE49-F238E27FC236}">
                              <a16:creationId xmlns:a16="http://schemas.microsoft.com/office/drawing/2014/main" id="{D7660962-CAF9-F6A1-30A5-B3A8CFC9E191}"/>
                            </a:ext>
                          </a:extLst>
                        </p:cNvPr>
                        <p:cNvGrpSpPr/>
                        <p:nvPr/>
                      </p:nvGrpSpPr>
                      <p:grpSpPr>
                        <a:xfrm>
                          <a:off x="1770362" y="2873352"/>
                          <a:ext cx="441422" cy="369332"/>
                          <a:chOff x="667045" y="1708643"/>
                          <a:chExt cx="441422" cy="369332"/>
                        </a:xfrm>
                      </p:grpSpPr>
                      <p:sp>
                        <p:nvSpPr>
                          <p:cNvPr id="490" name="Oval 489">
                            <a:extLst>
                              <a:ext uri="{FF2B5EF4-FFF2-40B4-BE49-F238E27FC236}">
                                <a16:creationId xmlns:a16="http://schemas.microsoft.com/office/drawing/2014/main" id="{B1E2CFAE-FC86-5200-AE08-3727B789CDF8}"/>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1" name="TextBox 490">
                            <a:extLst>
                              <a:ext uri="{FF2B5EF4-FFF2-40B4-BE49-F238E27FC236}">
                                <a16:creationId xmlns:a16="http://schemas.microsoft.com/office/drawing/2014/main" id="{05531412-8DF2-2E76-A751-A1A85B7A9F1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57" name="Group 56">
                        <a:extLst>
                          <a:ext uri="{FF2B5EF4-FFF2-40B4-BE49-F238E27FC236}">
                            <a16:creationId xmlns:a16="http://schemas.microsoft.com/office/drawing/2014/main" id="{10728FF3-B03E-0945-7E94-737D18EB3B27}"/>
                          </a:ext>
                        </a:extLst>
                      </p:cNvPr>
                      <p:cNvGrpSpPr/>
                      <p:nvPr/>
                    </p:nvGrpSpPr>
                    <p:grpSpPr>
                      <a:xfrm>
                        <a:off x="1740320" y="4094669"/>
                        <a:ext cx="565150" cy="369332"/>
                        <a:chOff x="1736090" y="2873352"/>
                        <a:chExt cx="565150" cy="369332"/>
                      </a:xfrm>
                    </p:grpSpPr>
                    <p:grpSp>
                      <p:nvGrpSpPr>
                        <p:cNvPr id="475" name="Group 327">
                          <a:extLst>
                            <a:ext uri="{FF2B5EF4-FFF2-40B4-BE49-F238E27FC236}">
                              <a16:creationId xmlns:a16="http://schemas.microsoft.com/office/drawing/2014/main" id="{871AFBB9-974B-AD59-000C-70D21ED74FCB}"/>
                            </a:ext>
                          </a:extLst>
                        </p:cNvPr>
                        <p:cNvGrpSpPr>
                          <a:grpSpLocks/>
                        </p:cNvGrpSpPr>
                        <p:nvPr/>
                      </p:nvGrpSpPr>
                      <p:grpSpPr bwMode="auto">
                        <a:xfrm>
                          <a:off x="1736090" y="2893762"/>
                          <a:ext cx="565150" cy="292100"/>
                          <a:chOff x="1871277" y="1576300"/>
                          <a:chExt cx="1128371" cy="437861"/>
                        </a:xfrm>
                      </p:grpSpPr>
                      <p:sp>
                        <p:nvSpPr>
                          <p:cNvPr id="479" name="Oval 478">
                            <a:extLst>
                              <a:ext uri="{FF2B5EF4-FFF2-40B4-BE49-F238E27FC236}">
                                <a16:creationId xmlns:a16="http://schemas.microsoft.com/office/drawing/2014/main" id="{D8D5428F-01FF-8DEC-6CEA-EB58B22EC43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0" name="Rectangle 479">
                            <a:extLst>
                              <a:ext uri="{FF2B5EF4-FFF2-40B4-BE49-F238E27FC236}">
                                <a16:creationId xmlns:a16="http://schemas.microsoft.com/office/drawing/2014/main" id="{653F135F-B4E7-0FB2-9764-285FA5AEC5F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1" name="Oval 480">
                            <a:extLst>
                              <a:ext uri="{FF2B5EF4-FFF2-40B4-BE49-F238E27FC236}">
                                <a16:creationId xmlns:a16="http://schemas.microsoft.com/office/drawing/2014/main" id="{972AF2C3-C60C-E4F8-43FB-69213017EC1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2" name="Freeform 424">
                            <a:extLst>
                              <a:ext uri="{FF2B5EF4-FFF2-40B4-BE49-F238E27FC236}">
                                <a16:creationId xmlns:a16="http://schemas.microsoft.com/office/drawing/2014/main" id="{5D5EA779-59E9-1586-F05B-1E827BBC2F9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3" name="Freeform 425">
                            <a:extLst>
                              <a:ext uri="{FF2B5EF4-FFF2-40B4-BE49-F238E27FC236}">
                                <a16:creationId xmlns:a16="http://schemas.microsoft.com/office/drawing/2014/main" id="{6AA36400-7BCF-FCD9-3C76-BAB833CA909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4" name="Freeform 426">
                            <a:extLst>
                              <a:ext uri="{FF2B5EF4-FFF2-40B4-BE49-F238E27FC236}">
                                <a16:creationId xmlns:a16="http://schemas.microsoft.com/office/drawing/2014/main" id="{6A7D4E6C-766B-1546-8AAC-456EFAB3BB9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5" name="Freeform 427">
                            <a:extLst>
                              <a:ext uri="{FF2B5EF4-FFF2-40B4-BE49-F238E27FC236}">
                                <a16:creationId xmlns:a16="http://schemas.microsoft.com/office/drawing/2014/main" id="{1787E99D-29E0-9BBA-2302-7849834D985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86" name="Straight Connector 485">
                            <a:extLst>
                              <a:ext uri="{FF2B5EF4-FFF2-40B4-BE49-F238E27FC236}">
                                <a16:creationId xmlns:a16="http://schemas.microsoft.com/office/drawing/2014/main" id="{7E2C3002-2868-8DDE-2C83-8E29032E09B5}"/>
                              </a:ext>
                            </a:extLst>
                          </p:cNvPr>
                          <p:cNvCxnSpPr>
                            <a:endCxn id="48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87" name="Straight Connector 486">
                            <a:extLst>
                              <a:ext uri="{FF2B5EF4-FFF2-40B4-BE49-F238E27FC236}">
                                <a16:creationId xmlns:a16="http://schemas.microsoft.com/office/drawing/2014/main" id="{3198BA4A-CE4C-1816-5BE8-7095844B015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76" name="Group 475">
                          <a:extLst>
                            <a:ext uri="{FF2B5EF4-FFF2-40B4-BE49-F238E27FC236}">
                              <a16:creationId xmlns:a16="http://schemas.microsoft.com/office/drawing/2014/main" id="{E457D978-9E39-CAC0-00D1-921E69502B27}"/>
                            </a:ext>
                          </a:extLst>
                        </p:cNvPr>
                        <p:cNvGrpSpPr/>
                        <p:nvPr/>
                      </p:nvGrpSpPr>
                      <p:grpSpPr>
                        <a:xfrm>
                          <a:off x="1770362" y="2873352"/>
                          <a:ext cx="441422" cy="369332"/>
                          <a:chOff x="667045" y="1708643"/>
                          <a:chExt cx="441422" cy="369332"/>
                        </a:xfrm>
                      </p:grpSpPr>
                      <p:sp>
                        <p:nvSpPr>
                          <p:cNvPr id="477" name="Oval 476">
                            <a:extLst>
                              <a:ext uri="{FF2B5EF4-FFF2-40B4-BE49-F238E27FC236}">
                                <a16:creationId xmlns:a16="http://schemas.microsoft.com/office/drawing/2014/main" id="{6175C522-5D36-CAA8-D17B-65F2408C433F}"/>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8" name="TextBox 477">
                            <a:extLst>
                              <a:ext uri="{FF2B5EF4-FFF2-40B4-BE49-F238E27FC236}">
                                <a16:creationId xmlns:a16="http://schemas.microsoft.com/office/drawing/2014/main" id="{C65EF593-4BCF-EB13-61B9-4091E186817F}"/>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58" name="Group 57">
                        <a:extLst>
                          <a:ext uri="{FF2B5EF4-FFF2-40B4-BE49-F238E27FC236}">
                            <a16:creationId xmlns:a16="http://schemas.microsoft.com/office/drawing/2014/main" id="{BC576651-E382-B291-0D2C-06C10AE17664}"/>
                          </a:ext>
                        </a:extLst>
                      </p:cNvPr>
                      <p:cNvGrpSpPr/>
                      <p:nvPr/>
                    </p:nvGrpSpPr>
                    <p:grpSpPr>
                      <a:xfrm>
                        <a:off x="2601806" y="3485072"/>
                        <a:ext cx="565150" cy="369332"/>
                        <a:chOff x="1736090" y="2873352"/>
                        <a:chExt cx="565150" cy="369332"/>
                      </a:xfrm>
                    </p:grpSpPr>
                    <p:grpSp>
                      <p:nvGrpSpPr>
                        <p:cNvPr id="462" name="Group 327">
                          <a:extLst>
                            <a:ext uri="{FF2B5EF4-FFF2-40B4-BE49-F238E27FC236}">
                              <a16:creationId xmlns:a16="http://schemas.microsoft.com/office/drawing/2014/main" id="{7E5D4A3C-FCC8-A1F2-5E16-EB258ECE063D}"/>
                            </a:ext>
                          </a:extLst>
                        </p:cNvPr>
                        <p:cNvGrpSpPr>
                          <a:grpSpLocks/>
                        </p:cNvGrpSpPr>
                        <p:nvPr/>
                      </p:nvGrpSpPr>
                      <p:grpSpPr bwMode="auto">
                        <a:xfrm>
                          <a:off x="1736090" y="2893762"/>
                          <a:ext cx="565150" cy="292100"/>
                          <a:chOff x="1871277" y="1576300"/>
                          <a:chExt cx="1128371" cy="437861"/>
                        </a:xfrm>
                      </p:grpSpPr>
                      <p:sp>
                        <p:nvSpPr>
                          <p:cNvPr id="466" name="Oval 465">
                            <a:extLst>
                              <a:ext uri="{FF2B5EF4-FFF2-40B4-BE49-F238E27FC236}">
                                <a16:creationId xmlns:a16="http://schemas.microsoft.com/office/drawing/2014/main" id="{F54407C2-7109-9725-73BF-AF9F7F22953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7" name="Rectangle 466">
                            <a:extLst>
                              <a:ext uri="{FF2B5EF4-FFF2-40B4-BE49-F238E27FC236}">
                                <a16:creationId xmlns:a16="http://schemas.microsoft.com/office/drawing/2014/main" id="{7BE6E118-DF81-B6C0-FD91-998A94640C1F}"/>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8" name="Oval 467">
                            <a:extLst>
                              <a:ext uri="{FF2B5EF4-FFF2-40B4-BE49-F238E27FC236}">
                                <a16:creationId xmlns:a16="http://schemas.microsoft.com/office/drawing/2014/main" id="{C3B961A2-FF28-92B5-DCFA-4B6FAC0BBED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9" name="Freeform 411">
                            <a:extLst>
                              <a:ext uri="{FF2B5EF4-FFF2-40B4-BE49-F238E27FC236}">
                                <a16:creationId xmlns:a16="http://schemas.microsoft.com/office/drawing/2014/main" id="{9028CDEA-B370-5DCC-9D0C-4923D858F26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0" name="Freeform 412">
                            <a:extLst>
                              <a:ext uri="{FF2B5EF4-FFF2-40B4-BE49-F238E27FC236}">
                                <a16:creationId xmlns:a16="http://schemas.microsoft.com/office/drawing/2014/main" id="{EBD7949A-216B-7072-6220-BFAE2ED61ABD}"/>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1" name="Freeform 413">
                            <a:extLst>
                              <a:ext uri="{FF2B5EF4-FFF2-40B4-BE49-F238E27FC236}">
                                <a16:creationId xmlns:a16="http://schemas.microsoft.com/office/drawing/2014/main" id="{83C8DD20-854B-CA3D-7B3A-590D05BB7FEE}"/>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2" name="Freeform 414">
                            <a:extLst>
                              <a:ext uri="{FF2B5EF4-FFF2-40B4-BE49-F238E27FC236}">
                                <a16:creationId xmlns:a16="http://schemas.microsoft.com/office/drawing/2014/main" id="{4E4C2282-C6BC-BF52-BA41-C221F2E1AC7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73" name="Straight Connector 472">
                            <a:extLst>
                              <a:ext uri="{FF2B5EF4-FFF2-40B4-BE49-F238E27FC236}">
                                <a16:creationId xmlns:a16="http://schemas.microsoft.com/office/drawing/2014/main" id="{6B7D643A-E3B8-74E5-B7C2-314230904F6D}"/>
                              </a:ext>
                            </a:extLst>
                          </p:cNvPr>
                          <p:cNvCxnSpPr>
                            <a:endCxn id="46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74" name="Straight Connector 473">
                            <a:extLst>
                              <a:ext uri="{FF2B5EF4-FFF2-40B4-BE49-F238E27FC236}">
                                <a16:creationId xmlns:a16="http://schemas.microsoft.com/office/drawing/2014/main" id="{0D3ABFF4-C875-6D0E-E410-1E40AD087F1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63" name="Group 462">
                          <a:extLst>
                            <a:ext uri="{FF2B5EF4-FFF2-40B4-BE49-F238E27FC236}">
                              <a16:creationId xmlns:a16="http://schemas.microsoft.com/office/drawing/2014/main" id="{CA448CD1-C76C-B418-12B7-A373F9120553}"/>
                            </a:ext>
                          </a:extLst>
                        </p:cNvPr>
                        <p:cNvGrpSpPr/>
                        <p:nvPr/>
                      </p:nvGrpSpPr>
                      <p:grpSpPr>
                        <a:xfrm>
                          <a:off x="1770362" y="2873352"/>
                          <a:ext cx="428460" cy="369332"/>
                          <a:chOff x="667045" y="1708643"/>
                          <a:chExt cx="428460" cy="369332"/>
                        </a:xfrm>
                      </p:grpSpPr>
                      <p:sp>
                        <p:nvSpPr>
                          <p:cNvPr id="464" name="Oval 463">
                            <a:extLst>
                              <a:ext uri="{FF2B5EF4-FFF2-40B4-BE49-F238E27FC236}">
                                <a16:creationId xmlns:a16="http://schemas.microsoft.com/office/drawing/2014/main" id="{2ED74FAB-38C8-6188-93FD-B477160C762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5" name="TextBox 464">
                            <a:extLst>
                              <a:ext uri="{FF2B5EF4-FFF2-40B4-BE49-F238E27FC236}">
                                <a16:creationId xmlns:a16="http://schemas.microsoft.com/office/drawing/2014/main" id="{5F49926B-1457-C442-CB81-B27BF96B8360}"/>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60" name="Group 59">
                        <a:extLst>
                          <a:ext uri="{FF2B5EF4-FFF2-40B4-BE49-F238E27FC236}">
                            <a16:creationId xmlns:a16="http://schemas.microsoft.com/office/drawing/2014/main" id="{492F6D7D-6483-4CC3-59D6-BE163AF0B2B4}"/>
                          </a:ext>
                        </a:extLst>
                      </p:cNvPr>
                      <p:cNvGrpSpPr/>
                      <p:nvPr/>
                    </p:nvGrpSpPr>
                    <p:grpSpPr>
                      <a:xfrm>
                        <a:off x="833331" y="3478719"/>
                        <a:ext cx="565150" cy="369332"/>
                        <a:chOff x="1736090" y="2873352"/>
                        <a:chExt cx="565150" cy="369332"/>
                      </a:xfrm>
                    </p:grpSpPr>
                    <p:grpSp>
                      <p:nvGrpSpPr>
                        <p:cNvPr id="449" name="Group 327">
                          <a:extLst>
                            <a:ext uri="{FF2B5EF4-FFF2-40B4-BE49-F238E27FC236}">
                              <a16:creationId xmlns:a16="http://schemas.microsoft.com/office/drawing/2014/main" id="{8CE94FD4-F1AE-E552-3E4C-E52EB0C43AE9}"/>
                            </a:ext>
                          </a:extLst>
                        </p:cNvPr>
                        <p:cNvGrpSpPr>
                          <a:grpSpLocks/>
                        </p:cNvGrpSpPr>
                        <p:nvPr/>
                      </p:nvGrpSpPr>
                      <p:grpSpPr bwMode="auto">
                        <a:xfrm>
                          <a:off x="1736090" y="2893762"/>
                          <a:ext cx="565150" cy="292100"/>
                          <a:chOff x="1871277" y="1576300"/>
                          <a:chExt cx="1128371" cy="437861"/>
                        </a:xfrm>
                      </p:grpSpPr>
                      <p:sp>
                        <p:nvSpPr>
                          <p:cNvPr id="453" name="Oval 452">
                            <a:extLst>
                              <a:ext uri="{FF2B5EF4-FFF2-40B4-BE49-F238E27FC236}">
                                <a16:creationId xmlns:a16="http://schemas.microsoft.com/office/drawing/2014/main" id="{334B4064-05E8-828F-9E92-E0A975EF299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4" name="Rectangle 453">
                            <a:extLst>
                              <a:ext uri="{FF2B5EF4-FFF2-40B4-BE49-F238E27FC236}">
                                <a16:creationId xmlns:a16="http://schemas.microsoft.com/office/drawing/2014/main" id="{10E4C84F-CC9B-7F94-C0BD-056DD6B9988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5" name="Oval 454">
                            <a:extLst>
                              <a:ext uri="{FF2B5EF4-FFF2-40B4-BE49-F238E27FC236}">
                                <a16:creationId xmlns:a16="http://schemas.microsoft.com/office/drawing/2014/main" id="{BD6B0D92-E255-BDBE-0421-9067BBAFBD6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6" name="Freeform 398">
                            <a:extLst>
                              <a:ext uri="{FF2B5EF4-FFF2-40B4-BE49-F238E27FC236}">
                                <a16:creationId xmlns:a16="http://schemas.microsoft.com/office/drawing/2014/main" id="{BD507C30-3550-E53D-4048-64AE057BB5D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7" name="Freeform 399">
                            <a:extLst>
                              <a:ext uri="{FF2B5EF4-FFF2-40B4-BE49-F238E27FC236}">
                                <a16:creationId xmlns:a16="http://schemas.microsoft.com/office/drawing/2014/main" id="{767A6DF5-7055-DC87-BA08-06CF2F7220E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8" name="Freeform 400">
                            <a:extLst>
                              <a:ext uri="{FF2B5EF4-FFF2-40B4-BE49-F238E27FC236}">
                                <a16:creationId xmlns:a16="http://schemas.microsoft.com/office/drawing/2014/main" id="{7C35D444-734D-B2CC-726D-C20CEC6996D5}"/>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9" name="Freeform 401">
                            <a:extLst>
                              <a:ext uri="{FF2B5EF4-FFF2-40B4-BE49-F238E27FC236}">
                                <a16:creationId xmlns:a16="http://schemas.microsoft.com/office/drawing/2014/main" id="{3FE41617-4CFA-B262-1033-07B8BB61EC7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60" name="Straight Connector 459">
                            <a:extLst>
                              <a:ext uri="{FF2B5EF4-FFF2-40B4-BE49-F238E27FC236}">
                                <a16:creationId xmlns:a16="http://schemas.microsoft.com/office/drawing/2014/main" id="{FC35F6F6-9F71-247E-3ADD-10AE1210FB0E}"/>
                              </a:ext>
                            </a:extLst>
                          </p:cNvPr>
                          <p:cNvCxnSpPr>
                            <a:endCxn id="45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61" name="Straight Connector 460">
                            <a:extLst>
                              <a:ext uri="{FF2B5EF4-FFF2-40B4-BE49-F238E27FC236}">
                                <a16:creationId xmlns:a16="http://schemas.microsoft.com/office/drawing/2014/main" id="{DA8759B8-884C-35FA-CD14-D9196ED3507D}"/>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50" name="Group 449">
                          <a:extLst>
                            <a:ext uri="{FF2B5EF4-FFF2-40B4-BE49-F238E27FC236}">
                              <a16:creationId xmlns:a16="http://schemas.microsoft.com/office/drawing/2014/main" id="{3F77B820-3B3F-B909-D6AF-5C616F0CD13F}"/>
                            </a:ext>
                          </a:extLst>
                        </p:cNvPr>
                        <p:cNvGrpSpPr/>
                        <p:nvPr/>
                      </p:nvGrpSpPr>
                      <p:grpSpPr>
                        <a:xfrm>
                          <a:off x="1770362" y="2873352"/>
                          <a:ext cx="441422" cy="369332"/>
                          <a:chOff x="667045" y="1708643"/>
                          <a:chExt cx="441422" cy="369332"/>
                        </a:xfrm>
                      </p:grpSpPr>
                      <p:sp>
                        <p:nvSpPr>
                          <p:cNvPr id="451" name="Oval 450">
                            <a:extLst>
                              <a:ext uri="{FF2B5EF4-FFF2-40B4-BE49-F238E27FC236}">
                                <a16:creationId xmlns:a16="http://schemas.microsoft.com/office/drawing/2014/main" id="{557B269B-280D-D109-12DB-934EFF049061}"/>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2" name="TextBox 451">
                            <a:extLst>
                              <a:ext uri="{FF2B5EF4-FFF2-40B4-BE49-F238E27FC236}">
                                <a16:creationId xmlns:a16="http://schemas.microsoft.com/office/drawing/2014/main" id="{D2A0A3F2-EF4F-8FBD-7558-CBA3D740E8A8}"/>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61" name="Straight Connector 60">
                        <a:extLst>
                          <a:ext uri="{FF2B5EF4-FFF2-40B4-BE49-F238E27FC236}">
                            <a16:creationId xmlns:a16="http://schemas.microsoft.com/office/drawing/2014/main" id="{012357A9-1E75-1990-B53C-9D151BB1297D}"/>
                          </a:ext>
                        </a:extLst>
                      </p:cNvPr>
                      <p:cNvCxnSpPr>
                        <a:stCxn id="492"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2" name="Straight Connector 61">
                        <a:extLst>
                          <a:ext uri="{FF2B5EF4-FFF2-40B4-BE49-F238E27FC236}">
                            <a16:creationId xmlns:a16="http://schemas.microsoft.com/office/drawing/2014/main" id="{BDAE0272-C5AD-B397-6A26-BEA2BAD4C1E5}"/>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3" name="Straight Connector 62">
                        <a:extLst>
                          <a:ext uri="{FF2B5EF4-FFF2-40B4-BE49-F238E27FC236}">
                            <a16:creationId xmlns:a16="http://schemas.microsoft.com/office/drawing/2014/main" id="{E4929CAF-4565-45D7-931A-86A4436A09EE}"/>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48" name="Straight Connector 447">
                        <a:extLst>
                          <a:ext uri="{FF2B5EF4-FFF2-40B4-BE49-F238E27FC236}">
                            <a16:creationId xmlns:a16="http://schemas.microsoft.com/office/drawing/2014/main" id="{5C3A3069-D6E1-50B0-4DA4-5D4E47DBE095}"/>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52" name="TextBox 51">
                    <a:extLst>
                      <a:ext uri="{FF2B5EF4-FFF2-40B4-BE49-F238E27FC236}">
                        <a16:creationId xmlns:a16="http://schemas.microsoft.com/office/drawing/2014/main" id="{768714AA-70C2-050D-EB19-D09540B89CB8}"/>
                      </a:ext>
                    </a:extLst>
                  </p:cNvPr>
                  <p:cNvSpPr txBox="1"/>
                  <p:nvPr/>
                </p:nvSpPr>
                <p:spPr>
                  <a:xfrm>
                    <a:off x="1430686" y="4247082"/>
                    <a:ext cx="753532" cy="400110"/>
                  </a:xfrm>
                  <a:prstGeom prst="rect">
                    <a:avLst/>
                  </a:prstGeom>
                  <a:noFill/>
                </p:spPr>
                <p:txBody>
                  <a:bodyPr wrap="squar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cxnSp>
                <p:nvCxnSpPr>
                  <p:cNvPr id="53" name="Straight Connector 52">
                    <a:extLst>
                      <a:ext uri="{FF2B5EF4-FFF2-40B4-BE49-F238E27FC236}">
                        <a16:creationId xmlns:a16="http://schemas.microsoft.com/office/drawing/2014/main" id="{E5BBB224-FFD3-E97B-9304-DE21F8E7747B}"/>
                      </a:ext>
                    </a:extLst>
                  </p:cNvPr>
                  <p:cNvCxnSpPr>
                    <a:cxnSpLocks/>
                    <a:stCxn id="581" idx="1"/>
                  </p:cNvCxnSpPr>
                  <p:nvPr/>
                </p:nvCxnSpPr>
                <p:spPr bwMode="auto">
                  <a:xfrm flipH="1" flipV="1">
                    <a:off x="3848374" y="5024787"/>
                    <a:ext cx="1030666" cy="698992"/>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cxnSp>
              <p:nvCxnSpPr>
                <p:cNvPr id="50" name="Straight Connector 49">
                  <a:extLst>
                    <a:ext uri="{FF2B5EF4-FFF2-40B4-BE49-F238E27FC236}">
                      <a16:creationId xmlns:a16="http://schemas.microsoft.com/office/drawing/2014/main" id="{DBE8CD62-94A3-0CEF-B1A0-56C7A173442D}"/>
                    </a:ext>
                  </a:extLst>
                </p:cNvPr>
                <p:cNvCxnSpPr>
                  <a:cxnSpLocks/>
                  <a:stCxn id="597" idx="5"/>
                  <a:endCxn id="518" idx="1"/>
                </p:cNvCxnSpPr>
                <p:nvPr/>
              </p:nvCxnSpPr>
              <p:spPr bwMode="auto">
                <a:xfrm flipV="1">
                  <a:off x="6957825" y="4543468"/>
                  <a:ext cx="1398778" cy="1062884"/>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30" name="Group 29">
                <a:extLst>
                  <a:ext uri="{FF2B5EF4-FFF2-40B4-BE49-F238E27FC236}">
                    <a16:creationId xmlns:a16="http://schemas.microsoft.com/office/drawing/2014/main" id="{E6B23EDA-4EEC-D1F0-819E-E505B25FA921}"/>
                  </a:ext>
                </a:extLst>
              </p:cNvPr>
              <p:cNvGrpSpPr/>
              <p:nvPr/>
            </p:nvGrpSpPr>
            <p:grpSpPr>
              <a:xfrm>
                <a:off x="9525929" y="4809915"/>
                <a:ext cx="1701734" cy="616172"/>
                <a:chOff x="6935906" y="5482318"/>
                <a:chExt cx="1701734" cy="616172"/>
              </a:xfrm>
            </p:grpSpPr>
            <p:grpSp>
              <p:nvGrpSpPr>
                <p:cNvPr id="31" name="Group 30">
                  <a:extLst>
                    <a:ext uri="{FF2B5EF4-FFF2-40B4-BE49-F238E27FC236}">
                      <a16:creationId xmlns:a16="http://schemas.microsoft.com/office/drawing/2014/main" id="{878E1304-1097-33BB-B337-23827C1A975F}"/>
                    </a:ext>
                  </a:extLst>
                </p:cNvPr>
                <p:cNvGrpSpPr/>
                <p:nvPr/>
              </p:nvGrpSpPr>
              <p:grpSpPr>
                <a:xfrm>
                  <a:off x="6935906" y="5482318"/>
                  <a:ext cx="1701734" cy="616172"/>
                  <a:chOff x="6808463" y="5108795"/>
                  <a:chExt cx="1701734" cy="616172"/>
                </a:xfrm>
              </p:grpSpPr>
              <p:sp>
                <p:nvSpPr>
                  <p:cNvPr id="33" name="Freeform 2">
                    <a:extLst>
                      <a:ext uri="{FF2B5EF4-FFF2-40B4-BE49-F238E27FC236}">
                        <a16:creationId xmlns:a16="http://schemas.microsoft.com/office/drawing/2014/main" id="{1586B473-952B-AB44-7496-90AB8916B23B}"/>
                      </a:ext>
                    </a:extLst>
                  </p:cNvPr>
                  <p:cNvSpPr>
                    <a:spLocks/>
                  </p:cNvSpPr>
                  <p:nvPr/>
                </p:nvSpPr>
                <p:spPr bwMode="auto">
                  <a:xfrm>
                    <a:off x="6808463" y="5108795"/>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 name="Group 327">
                    <a:extLst>
                      <a:ext uri="{FF2B5EF4-FFF2-40B4-BE49-F238E27FC236}">
                        <a16:creationId xmlns:a16="http://schemas.microsoft.com/office/drawing/2014/main" id="{87537B69-AC8C-5FEF-21E5-43E7EA3FA37F}"/>
                      </a:ext>
                    </a:extLst>
                  </p:cNvPr>
                  <p:cNvGrpSpPr>
                    <a:grpSpLocks/>
                  </p:cNvGrpSpPr>
                  <p:nvPr/>
                </p:nvGrpSpPr>
                <p:grpSpPr bwMode="auto">
                  <a:xfrm>
                    <a:off x="7908175" y="5241780"/>
                    <a:ext cx="536554" cy="263548"/>
                    <a:chOff x="1871277" y="1576300"/>
                    <a:chExt cx="1128371" cy="437861"/>
                  </a:xfrm>
                </p:grpSpPr>
                <p:sp>
                  <p:nvSpPr>
                    <p:cNvPr id="38" name="Oval 37">
                      <a:extLst>
                        <a:ext uri="{FF2B5EF4-FFF2-40B4-BE49-F238E27FC236}">
                          <a16:creationId xmlns:a16="http://schemas.microsoft.com/office/drawing/2014/main" id="{F3EFB8A1-D981-ED65-CE3D-FCD5AA535FA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9" name="Rectangle 38">
                      <a:extLst>
                        <a:ext uri="{FF2B5EF4-FFF2-40B4-BE49-F238E27FC236}">
                          <a16:creationId xmlns:a16="http://schemas.microsoft.com/office/drawing/2014/main" id="{A0BEDCB4-D230-E9FF-A5CC-0537CC4217D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 name="Oval 39">
                      <a:extLst>
                        <a:ext uri="{FF2B5EF4-FFF2-40B4-BE49-F238E27FC236}">
                          <a16:creationId xmlns:a16="http://schemas.microsoft.com/office/drawing/2014/main" id="{3BC8F33E-F5D1-DB1C-65D7-E720C60BF2D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1" name="Freeform 368">
                      <a:extLst>
                        <a:ext uri="{FF2B5EF4-FFF2-40B4-BE49-F238E27FC236}">
                          <a16:creationId xmlns:a16="http://schemas.microsoft.com/office/drawing/2014/main" id="{8F7C09E6-E59C-7301-EA68-5E16A681085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 name="Freeform 369">
                      <a:extLst>
                        <a:ext uri="{FF2B5EF4-FFF2-40B4-BE49-F238E27FC236}">
                          <a16:creationId xmlns:a16="http://schemas.microsoft.com/office/drawing/2014/main" id="{C1E9ADE1-BE6F-86C2-C265-8722D7BD0D5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 name="Freeform 370">
                      <a:extLst>
                        <a:ext uri="{FF2B5EF4-FFF2-40B4-BE49-F238E27FC236}">
                          <a16:creationId xmlns:a16="http://schemas.microsoft.com/office/drawing/2014/main" id="{0F9BDAB6-0F50-1A5A-FECE-0985D8E9DAB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 name="Freeform 371">
                      <a:extLst>
                        <a:ext uri="{FF2B5EF4-FFF2-40B4-BE49-F238E27FC236}">
                          <a16:creationId xmlns:a16="http://schemas.microsoft.com/office/drawing/2014/main" id="{091403FA-776F-9442-014E-9FE5F9B6E4B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5" name="Straight Connector 44">
                      <a:extLst>
                        <a:ext uri="{FF2B5EF4-FFF2-40B4-BE49-F238E27FC236}">
                          <a16:creationId xmlns:a16="http://schemas.microsoft.com/office/drawing/2014/main" id="{E00A7651-D0DC-BF9A-9A3E-D3F090E92AA6}"/>
                        </a:ext>
                      </a:extLst>
                    </p:cNvPr>
                    <p:cNvCxnSpPr>
                      <a:endCxn id="4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6" name="Straight Connector 45">
                      <a:extLst>
                        <a:ext uri="{FF2B5EF4-FFF2-40B4-BE49-F238E27FC236}">
                          <a16:creationId xmlns:a16="http://schemas.microsoft.com/office/drawing/2014/main" id="{3C34B229-BD14-6530-7583-F365C6DCCE3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5" name="Group 34">
                    <a:extLst>
                      <a:ext uri="{FF2B5EF4-FFF2-40B4-BE49-F238E27FC236}">
                        <a16:creationId xmlns:a16="http://schemas.microsoft.com/office/drawing/2014/main" id="{CD232E4D-BF91-EBEC-6913-DE89C3A81070}"/>
                      </a:ext>
                    </a:extLst>
                  </p:cNvPr>
                  <p:cNvGrpSpPr/>
                  <p:nvPr/>
                </p:nvGrpSpPr>
                <p:grpSpPr>
                  <a:xfrm>
                    <a:off x="7876581" y="5223365"/>
                    <a:ext cx="466894" cy="369332"/>
                    <a:chOff x="599495" y="1708643"/>
                    <a:chExt cx="491778" cy="409344"/>
                  </a:xfrm>
                </p:grpSpPr>
                <p:sp>
                  <p:nvSpPr>
                    <p:cNvPr id="36" name="Oval 35">
                      <a:extLst>
                        <a:ext uri="{FF2B5EF4-FFF2-40B4-BE49-F238E27FC236}">
                          <a16:creationId xmlns:a16="http://schemas.microsoft.com/office/drawing/2014/main" id="{5CD49839-636E-47AD-9C86-33299F0C082F}"/>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 name="TextBox 36">
                      <a:extLst>
                        <a:ext uri="{FF2B5EF4-FFF2-40B4-BE49-F238E27FC236}">
                          <a16:creationId xmlns:a16="http://schemas.microsoft.com/office/drawing/2014/main" id="{5C4FE732-52CA-F9C5-C210-9B9944A5D2F8}"/>
                        </a:ext>
                      </a:extLst>
                    </p:cNvPr>
                    <p:cNvSpPr txBox="1"/>
                    <p:nvPr/>
                  </p:nvSpPr>
                  <p:spPr>
                    <a:xfrm>
                      <a:off x="599495" y="1708643"/>
                      <a:ext cx="491778" cy="409344"/>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X</a:t>
                      </a:r>
                    </a:p>
                  </p:txBody>
                </p:sp>
              </p:grpSp>
            </p:grpSp>
            <p:cxnSp>
              <p:nvCxnSpPr>
                <p:cNvPr id="32" name="Straight Connector 31">
                  <a:extLst>
                    <a:ext uri="{FF2B5EF4-FFF2-40B4-BE49-F238E27FC236}">
                      <a16:creationId xmlns:a16="http://schemas.microsoft.com/office/drawing/2014/main" id="{37E3DD1D-2DAC-50B3-FB55-615584D4983D}"/>
                    </a:ext>
                  </a:extLst>
                </p:cNvPr>
                <p:cNvCxnSpPr/>
                <p:nvPr/>
              </p:nvCxnSpPr>
              <p:spPr bwMode="auto">
                <a:xfrm flipH="1">
                  <a:off x="7158742" y="5764030"/>
                  <a:ext cx="870024" cy="9999"/>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cxnSp>
          <p:nvCxnSpPr>
            <p:cNvPr id="28" name="Straight Connector 27">
              <a:extLst>
                <a:ext uri="{FF2B5EF4-FFF2-40B4-BE49-F238E27FC236}">
                  <a16:creationId xmlns:a16="http://schemas.microsoft.com/office/drawing/2014/main" id="{E062E2E3-A30B-7E56-A714-C4626C1F19F4}"/>
                </a:ext>
              </a:extLst>
            </p:cNvPr>
            <p:cNvCxnSpPr>
              <a:cxnSpLocks/>
            </p:cNvCxnSpPr>
            <p:nvPr/>
          </p:nvCxnSpPr>
          <p:spPr bwMode="auto">
            <a:xfrm flipV="1">
              <a:off x="3540307" y="1929008"/>
              <a:ext cx="4451299" cy="422665"/>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630" name="Group 629">
            <a:extLst>
              <a:ext uri="{FF2B5EF4-FFF2-40B4-BE49-F238E27FC236}">
                <a16:creationId xmlns:a16="http://schemas.microsoft.com/office/drawing/2014/main" id="{BF7AD224-B441-8A55-12F5-A344FF79774C}"/>
              </a:ext>
            </a:extLst>
          </p:cNvPr>
          <p:cNvGrpSpPr/>
          <p:nvPr/>
        </p:nvGrpSpPr>
        <p:grpSpPr>
          <a:xfrm>
            <a:off x="1833953" y="2387597"/>
            <a:ext cx="1544009" cy="1075913"/>
            <a:chOff x="393081" y="3061853"/>
            <a:chExt cx="1544009" cy="1075913"/>
          </a:xfrm>
        </p:grpSpPr>
        <p:grpSp>
          <p:nvGrpSpPr>
            <p:cNvPr id="631" name="Group 630">
              <a:extLst>
                <a:ext uri="{FF2B5EF4-FFF2-40B4-BE49-F238E27FC236}">
                  <a16:creationId xmlns:a16="http://schemas.microsoft.com/office/drawing/2014/main" id="{E7D65635-637B-8543-23B7-D9AC1EBEBE5E}"/>
                </a:ext>
              </a:extLst>
            </p:cNvPr>
            <p:cNvGrpSpPr/>
            <p:nvPr/>
          </p:nvGrpSpPr>
          <p:grpSpPr>
            <a:xfrm>
              <a:off x="393081" y="3198229"/>
              <a:ext cx="1118837" cy="826267"/>
              <a:chOff x="4052000" y="2820739"/>
              <a:chExt cx="1118837" cy="826267"/>
            </a:xfrm>
          </p:grpSpPr>
          <p:cxnSp>
            <p:nvCxnSpPr>
              <p:cNvPr id="635" name="Straight Arrow Connector 634">
                <a:extLst>
                  <a:ext uri="{FF2B5EF4-FFF2-40B4-BE49-F238E27FC236}">
                    <a16:creationId xmlns:a16="http://schemas.microsoft.com/office/drawing/2014/main" id="{20E1F0CF-9695-A9E1-96BD-8771B3417111}"/>
                  </a:ext>
                </a:extLst>
              </p:cNvPr>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36" name="Straight Arrow Connector 635">
                <a:extLst>
                  <a:ext uri="{FF2B5EF4-FFF2-40B4-BE49-F238E27FC236}">
                    <a16:creationId xmlns:a16="http://schemas.microsoft.com/office/drawing/2014/main" id="{76D95469-FA11-F495-1E5C-27B9F33C6858}"/>
                  </a:ext>
                </a:extLst>
              </p:cNvPr>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37" name="Straight Arrow Connector 636">
                <a:extLst>
                  <a:ext uri="{FF2B5EF4-FFF2-40B4-BE49-F238E27FC236}">
                    <a16:creationId xmlns:a16="http://schemas.microsoft.com/office/drawing/2014/main" id="{5325A278-CBC8-AE14-A1D5-30809559FBE0}"/>
                  </a:ext>
                </a:extLst>
              </p:cNvPr>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632" name="TextBox 631">
              <a:extLst>
                <a:ext uri="{FF2B5EF4-FFF2-40B4-BE49-F238E27FC236}">
                  <a16:creationId xmlns:a16="http://schemas.microsoft.com/office/drawing/2014/main" id="{F315C781-9717-CFE5-5EE2-D17A6E28B908}"/>
                </a:ext>
              </a:extLst>
            </p:cNvPr>
            <p:cNvSpPr txBox="1"/>
            <p:nvPr/>
          </p:nvSpPr>
          <p:spPr>
            <a:xfrm>
              <a:off x="536696" y="3269672"/>
              <a:ext cx="717889" cy="369332"/>
            </a:xfrm>
            <a:prstGeom prst="rect">
              <a:avLst/>
            </a:prstGeom>
            <a:noFill/>
          </p:spPr>
          <p:txBody>
            <a:bodyPr wrap="none" rtlCol="0">
              <a:spAutoFit/>
            </a:bodyPr>
            <a:lstStyle/>
            <a:p>
              <a:r>
                <a:rPr lang="en-US" i="1" dirty="0">
                  <a:solidFill>
                    <a:srgbClr val="C00000"/>
                  </a:solidFill>
                </a:rPr>
                <a:t>AS3,X</a:t>
              </a:r>
            </a:p>
          </p:txBody>
        </p:sp>
        <p:sp>
          <p:nvSpPr>
            <p:cNvPr id="633" name="TextBox 632">
              <a:extLst>
                <a:ext uri="{FF2B5EF4-FFF2-40B4-BE49-F238E27FC236}">
                  <a16:creationId xmlns:a16="http://schemas.microsoft.com/office/drawing/2014/main" id="{BF9A3390-ECDE-9647-1E20-0D4ED044A6E2}"/>
                </a:ext>
              </a:extLst>
            </p:cNvPr>
            <p:cNvSpPr txBox="1"/>
            <p:nvPr/>
          </p:nvSpPr>
          <p:spPr>
            <a:xfrm>
              <a:off x="1219201" y="3061853"/>
              <a:ext cx="717889" cy="369332"/>
            </a:xfrm>
            <a:prstGeom prst="rect">
              <a:avLst/>
            </a:prstGeom>
            <a:noFill/>
          </p:spPr>
          <p:txBody>
            <a:bodyPr wrap="none" rtlCol="0">
              <a:spAutoFit/>
            </a:bodyPr>
            <a:lstStyle/>
            <a:p>
              <a:r>
                <a:rPr lang="en-US" i="1" dirty="0">
                  <a:solidFill>
                    <a:srgbClr val="C00000"/>
                  </a:solidFill>
                </a:rPr>
                <a:t>AS3,X</a:t>
              </a:r>
            </a:p>
          </p:txBody>
        </p:sp>
        <p:sp>
          <p:nvSpPr>
            <p:cNvPr id="634" name="TextBox 633">
              <a:extLst>
                <a:ext uri="{FF2B5EF4-FFF2-40B4-BE49-F238E27FC236}">
                  <a16:creationId xmlns:a16="http://schemas.microsoft.com/office/drawing/2014/main" id="{0AE31250-C97A-B16F-E724-132D3B4F4BF3}"/>
                </a:ext>
              </a:extLst>
            </p:cNvPr>
            <p:cNvSpPr txBox="1"/>
            <p:nvPr/>
          </p:nvSpPr>
          <p:spPr>
            <a:xfrm>
              <a:off x="1177638" y="3768434"/>
              <a:ext cx="717889" cy="369332"/>
            </a:xfrm>
            <a:prstGeom prst="rect">
              <a:avLst/>
            </a:prstGeom>
            <a:noFill/>
          </p:spPr>
          <p:txBody>
            <a:bodyPr wrap="none" rtlCol="0">
              <a:spAutoFit/>
            </a:bodyPr>
            <a:lstStyle/>
            <a:p>
              <a:r>
                <a:rPr lang="en-US" i="1" dirty="0">
                  <a:solidFill>
                    <a:srgbClr val="C00000"/>
                  </a:solidFill>
                </a:rPr>
                <a:t>AS3,X</a:t>
              </a:r>
            </a:p>
          </p:txBody>
        </p:sp>
      </p:grpSp>
    </p:spTree>
    <p:extLst>
      <p:ext uri="{BB962C8B-B14F-4D97-AF65-F5344CB8AC3E}">
        <p14:creationId xmlns:p14="http://schemas.microsoft.com/office/powerpoint/2010/main" val="3460843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22" presetClass="entr" presetSubtype="2" fill="hold"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wipe(right)">
                                      <p:cBhvr>
                                        <p:cTn id="19" dur="1000"/>
                                        <p:tgtEl>
                                          <p:spTgt spid="23"/>
                                        </p:tgtEl>
                                      </p:cBhvr>
                                    </p:animEffect>
                                  </p:childTnLst>
                                </p:cTn>
                              </p:par>
                            </p:childTnLst>
                          </p:cTn>
                        </p:par>
                        <p:par>
                          <p:cTn id="20" fill="hold">
                            <p:stCondLst>
                              <p:cond delay="3000"/>
                            </p:stCondLst>
                            <p:childTnLst>
                              <p:par>
                                <p:cTn id="21" presetID="22" presetClass="entr" presetSubtype="2"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right)">
                                      <p:cBhvr>
                                        <p:cTn id="23" dur="1000"/>
                                        <p:tgtEl>
                                          <p:spTgt spid="8"/>
                                        </p:tgtEl>
                                      </p:cBhvr>
                                    </p:animEffect>
                                  </p:childTnLst>
                                </p:cTn>
                              </p:par>
                            </p:childTnLst>
                          </p:cTn>
                        </p:par>
                        <p:par>
                          <p:cTn id="24" fill="hold">
                            <p:stCondLst>
                              <p:cond delay="4000"/>
                            </p:stCondLst>
                            <p:childTnLst>
                              <p:par>
                                <p:cTn id="25" presetID="9" presetClass="entr" presetSubtype="0" fill="hold" nodeType="afterEffect">
                                  <p:stCondLst>
                                    <p:cond delay="0"/>
                                  </p:stCondLst>
                                  <p:childTnLst>
                                    <p:set>
                                      <p:cBhvr>
                                        <p:cTn id="26" dur="1" fill="hold">
                                          <p:stCondLst>
                                            <p:cond delay="0"/>
                                          </p:stCondLst>
                                        </p:cTn>
                                        <p:tgtEl>
                                          <p:spTgt spid="12">
                                            <p:txEl>
                                              <p:pRg st="0" end="0"/>
                                            </p:txEl>
                                          </p:spTgt>
                                        </p:tgtEl>
                                        <p:attrNameLst>
                                          <p:attrName>style.visibility</p:attrName>
                                        </p:attrNameLst>
                                      </p:cBhvr>
                                      <p:to>
                                        <p:strVal val="visible"/>
                                      </p:to>
                                    </p:set>
                                    <p:animEffect transition="in" filter="dissolve">
                                      <p:cBhvr>
                                        <p:cTn id="27" dur="500"/>
                                        <p:tgtEl>
                                          <p:spTgt spid="12">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right)">
                                      <p:cBhvr>
                                        <p:cTn id="32" dur="1000"/>
                                        <p:tgtEl>
                                          <p:spTgt spid="18"/>
                                        </p:tgtEl>
                                      </p:cBhvr>
                                    </p:animEffect>
                                  </p:childTnLst>
                                </p:cTn>
                              </p:par>
                            </p:childTnLst>
                          </p:cTn>
                        </p:par>
                        <p:par>
                          <p:cTn id="33" fill="hold">
                            <p:stCondLst>
                              <p:cond delay="1000"/>
                            </p:stCondLst>
                            <p:childTnLst>
                              <p:par>
                                <p:cTn id="34" presetID="9" presetClass="entr" presetSubtype="0"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dissolve">
                                      <p:cBhvr>
                                        <p:cTn id="36" dur="500"/>
                                        <p:tgtEl>
                                          <p:spTgt spid="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dissolve">
                                      <p:cBhvr>
                                        <p:cTn id="41" dur="500"/>
                                        <p:tgtEl>
                                          <p:spTgt spid="22"/>
                                        </p:tgtEl>
                                      </p:cBhvr>
                                    </p:animEffect>
                                  </p:childTnLst>
                                </p:cTn>
                              </p:par>
                            </p:childTnLst>
                          </p:cTn>
                        </p:par>
                        <p:par>
                          <p:cTn id="42" fill="hold">
                            <p:stCondLst>
                              <p:cond delay="500"/>
                            </p:stCondLst>
                            <p:childTnLst>
                              <p:par>
                                <p:cTn id="43" presetID="22" presetClass="entr" presetSubtype="2" fill="hold" nodeType="after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ipe(right)">
                                      <p:cBhvr>
                                        <p:cTn id="45" dur="500"/>
                                        <p:tgtEl>
                                          <p:spTgt spid="14"/>
                                        </p:tgtEl>
                                      </p:cBhvr>
                                    </p:animEffect>
                                  </p:childTnLst>
                                </p:cTn>
                              </p:par>
                              <p:par>
                                <p:cTn id="46" presetID="22" presetClass="entr" presetSubtype="2" fill="hold" nodeType="withEffect">
                                  <p:stCondLst>
                                    <p:cond delay="0"/>
                                  </p:stCondLst>
                                  <p:childTnLst>
                                    <p:set>
                                      <p:cBhvr>
                                        <p:cTn id="47" dur="1" fill="hold">
                                          <p:stCondLst>
                                            <p:cond delay="0"/>
                                          </p:stCondLst>
                                        </p:cTn>
                                        <p:tgtEl>
                                          <p:spTgt spid="630"/>
                                        </p:tgtEl>
                                        <p:attrNameLst>
                                          <p:attrName>style.visibility</p:attrName>
                                        </p:attrNameLst>
                                      </p:cBhvr>
                                      <p:to>
                                        <p:strVal val="visible"/>
                                      </p:to>
                                    </p:set>
                                    <p:animEffect transition="in" filter="wipe(right)">
                                      <p:cBhvr>
                                        <p:cTn id="48" dur="1000"/>
                                        <p:tgtEl>
                                          <p:spTgt spid="6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8"/>
            <a:ext cx="10872871" cy="4818451"/>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C00000"/>
                </a:solidFill>
                <a:latin typeface="IRANSans(FaNum)" panose="02040503050201020203" pitchFamily="18" charset="-78"/>
              </a:rPr>
              <a:t>پیام‌های پروتکل </a:t>
            </a:r>
            <a:r>
              <a:rPr lang="en-US" sz="2000" b="1" dirty="0">
                <a:solidFill>
                  <a:srgbClr val="C00000"/>
                </a:solidFill>
                <a:latin typeface="IRANSans(FaNum)" panose="02040503050201020203" pitchFamily="18" charset="-78"/>
              </a:rPr>
              <a:t>BGP</a:t>
            </a:r>
            <a:endParaRPr lang="fa-IR" sz="2000" b="1" dirty="0">
              <a:solidFill>
                <a:srgbClr val="C00000"/>
              </a:solidFill>
              <a:latin typeface="IRANSans(FaNum)" panose="02040503050201020203" pitchFamily="18" charset="-78"/>
            </a:endParaRPr>
          </a:p>
          <a:p>
            <a:pPr marL="432000" lvl="2" indent="-144000">
              <a:lnSpc>
                <a:spcPct val="125000"/>
              </a:lnSpc>
              <a:spcBef>
                <a:spcPts val="0"/>
              </a:spcBef>
              <a:spcAft>
                <a:spcPts val="600"/>
              </a:spcAft>
            </a:pPr>
            <a:r>
              <a:rPr lang="fa-IR" sz="1800" b="1" dirty="0">
                <a:solidFill>
                  <a:srgbClr val="1F1FFF"/>
                </a:solidFill>
                <a:latin typeface="IRANSans(FaNum)" panose="02040503050201020203" pitchFamily="18" charset="-78"/>
              </a:rPr>
              <a:t>پیام‌های پروتکل </a:t>
            </a:r>
            <a:r>
              <a:rPr lang="en-US" sz="1800" b="1" dirty="0">
                <a:solidFill>
                  <a:srgbClr val="1F1FFF"/>
                </a:solidFill>
                <a:latin typeface="IRANSans(FaNum)" panose="02040503050201020203" pitchFamily="18" charset="-78"/>
              </a:rPr>
              <a:t>BGP</a:t>
            </a:r>
            <a:r>
              <a:rPr lang="fa-IR" sz="1800" b="1" dirty="0">
                <a:solidFill>
                  <a:srgbClr val="1F1FFF"/>
                </a:solidFill>
                <a:latin typeface="IRANSans(FaNum)" panose="02040503050201020203" pitchFamily="18" charset="-78"/>
              </a:rPr>
              <a:t> از طریق اتصال‌های </a:t>
            </a:r>
            <a:r>
              <a:rPr lang="en-US" sz="1800" b="1" dirty="0">
                <a:solidFill>
                  <a:srgbClr val="1F1FFF"/>
                </a:solidFill>
                <a:latin typeface="IRANSans(FaNum)" panose="02040503050201020203" pitchFamily="18" charset="-78"/>
              </a:rPr>
              <a:t>TCP</a:t>
            </a:r>
            <a:r>
              <a:rPr lang="fa-IR" sz="1800" b="1" dirty="0">
                <a:solidFill>
                  <a:srgbClr val="1F1FFF"/>
                </a:solidFill>
                <a:latin typeface="IRANSans(FaNum)" panose="02040503050201020203" pitchFamily="18" charset="-78"/>
              </a:rPr>
              <a:t> بین همتاها رد و بدل می‌شود.</a:t>
            </a:r>
          </a:p>
          <a:p>
            <a:pPr marL="432000" lvl="2" indent="-144000">
              <a:lnSpc>
                <a:spcPct val="125000"/>
              </a:lnSpc>
              <a:spcBef>
                <a:spcPts val="0"/>
              </a:spcBef>
              <a:spcAft>
                <a:spcPts val="600"/>
              </a:spcAft>
            </a:pPr>
            <a:r>
              <a:rPr lang="fa-IR" sz="1800" b="1" dirty="0">
                <a:solidFill>
                  <a:srgbClr val="1F1FFF"/>
                </a:solidFill>
                <a:latin typeface="IRANSans(FaNum)" panose="02040503050201020203" pitchFamily="18" charset="-78"/>
              </a:rPr>
              <a:t>پیام‌های پروتکل </a:t>
            </a:r>
            <a:r>
              <a:rPr lang="en-US" sz="1800" b="1" dirty="0">
                <a:solidFill>
                  <a:srgbClr val="1F1FFF"/>
                </a:solidFill>
                <a:latin typeface="IRANSans(FaNum)" panose="02040503050201020203" pitchFamily="18" charset="-78"/>
              </a:rPr>
              <a:t>BGP</a:t>
            </a:r>
            <a:r>
              <a:rPr lang="fa-IR" sz="1800" b="1" dirty="0">
                <a:solidFill>
                  <a:srgbClr val="1F1FFF"/>
                </a:solidFill>
                <a:latin typeface="IRANSans(FaNum)" panose="02040503050201020203" pitchFamily="18" charset="-78"/>
              </a:rPr>
              <a:t>:</a:t>
            </a:r>
            <a:endParaRPr lang="fa-IR" b="1" dirty="0">
              <a:solidFill>
                <a:srgbClr val="C00000"/>
              </a:solidFill>
              <a:latin typeface="IRANSans(FaNum)" panose="02040503050201020203" pitchFamily="18" charset="-78"/>
            </a:endParaRPr>
          </a:p>
          <a:p>
            <a:pPr marL="864000" lvl="3" indent="-144000">
              <a:lnSpc>
                <a:spcPct val="125000"/>
              </a:lnSpc>
              <a:spcBef>
                <a:spcPts val="0"/>
              </a:spcBef>
              <a:spcAft>
                <a:spcPts val="1200"/>
              </a:spcAft>
            </a:pPr>
            <a:r>
              <a:rPr lang="en-US" sz="1600" b="1" dirty="0">
                <a:solidFill>
                  <a:srgbClr val="C00000"/>
                </a:solidFill>
                <a:latin typeface="IRANSans(FaNum)" panose="02040503050201020203" pitchFamily="18" charset="-78"/>
              </a:rPr>
              <a:t>OPEN</a:t>
            </a:r>
            <a:r>
              <a:rPr lang="fa-IR" sz="1600" b="1" dirty="0">
                <a:solidFill>
                  <a:srgbClr val="C00000"/>
                </a:solidFill>
                <a:latin typeface="IRANSans(FaNum)" panose="02040503050201020203" pitchFamily="18" charset="-78"/>
              </a:rPr>
              <a:t>: باز کردن اتصال </a:t>
            </a:r>
            <a:r>
              <a:rPr lang="en-US" sz="1600" b="1" dirty="0">
                <a:solidFill>
                  <a:srgbClr val="C00000"/>
                </a:solidFill>
                <a:latin typeface="IRANSans(FaNum)" panose="02040503050201020203" pitchFamily="18" charset="-78"/>
              </a:rPr>
              <a:t>TCP</a:t>
            </a:r>
            <a:r>
              <a:rPr lang="fa-IR" sz="1600" b="1" dirty="0">
                <a:solidFill>
                  <a:srgbClr val="C00000"/>
                </a:solidFill>
                <a:latin typeface="IRANSans(FaNum)" panose="02040503050201020203" pitchFamily="18" charset="-78"/>
              </a:rPr>
              <a:t> بین دو همتا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و تصدیق هویت فرستنده‌های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a:t>
            </a:r>
          </a:p>
          <a:p>
            <a:pPr marL="864000" lvl="3" indent="-144000">
              <a:lnSpc>
                <a:spcPct val="125000"/>
              </a:lnSpc>
              <a:spcBef>
                <a:spcPts val="0"/>
              </a:spcBef>
              <a:spcAft>
                <a:spcPts val="1200"/>
              </a:spcAft>
            </a:pPr>
            <a:r>
              <a:rPr lang="en-US" sz="1600" b="1" dirty="0">
                <a:solidFill>
                  <a:srgbClr val="C00000"/>
                </a:solidFill>
                <a:latin typeface="IRANSans(FaNum)" panose="02040503050201020203" pitchFamily="18" charset="-78"/>
              </a:rPr>
              <a:t>UPDATE</a:t>
            </a:r>
            <a:r>
              <a:rPr lang="fa-IR" sz="1600" b="1" dirty="0">
                <a:solidFill>
                  <a:srgbClr val="C00000"/>
                </a:solidFill>
                <a:latin typeface="IRANSans(FaNum)" panose="02040503050201020203" pitchFamily="18" charset="-78"/>
              </a:rPr>
              <a:t>: اعلان مسیر جدید (یا حذف مسیر قدیمی)</a:t>
            </a:r>
          </a:p>
          <a:p>
            <a:pPr marL="864000" lvl="3" indent="-144000">
              <a:lnSpc>
                <a:spcPct val="125000"/>
              </a:lnSpc>
              <a:spcBef>
                <a:spcPts val="0"/>
              </a:spcBef>
              <a:spcAft>
                <a:spcPts val="1200"/>
              </a:spcAft>
            </a:pPr>
            <a:r>
              <a:rPr lang="en-US" sz="1600" b="1" dirty="0">
                <a:solidFill>
                  <a:srgbClr val="C00000"/>
                </a:solidFill>
                <a:latin typeface="IRANSans(FaNum)" panose="02040503050201020203" pitchFamily="18" charset="-78"/>
              </a:rPr>
              <a:t>KEEPALIVE</a:t>
            </a:r>
            <a:r>
              <a:rPr lang="fa-IR" sz="1600" b="1" dirty="0">
                <a:solidFill>
                  <a:srgbClr val="C00000"/>
                </a:solidFill>
                <a:latin typeface="IRANSans(FaNum)" panose="02040503050201020203" pitchFamily="18" charset="-78"/>
              </a:rPr>
              <a:t>: زنده نگه‌داشتن اتصال در صورت عدم ارسال پیام به روز رسانی و همچنین تایید درخواست باز کردن اتصال</a:t>
            </a:r>
          </a:p>
          <a:p>
            <a:pPr marL="864000" lvl="3" indent="-144000">
              <a:lnSpc>
                <a:spcPct val="125000"/>
              </a:lnSpc>
              <a:spcBef>
                <a:spcPts val="0"/>
              </a:spcBef>
              <a:spcAft>
                <a:spcPts val="1200"/>
              </a:spcAft>
            </a:pPr>
            <a:r>
              <a:rPr lang="en-US" sz="1600" b="1" dirty="0">
                <a:solidFill>
                  <a:srgbClr val="C00000"/>
                </a:solidFill>
                <a:latin typeface="IRANSans(FaNum)" panose="02040503050201020203" pitchFamily="18" charset="-78"/>
              </a:rPr>
              <a:t>NOTIFICATION</a:t>
            </a:r>
            <a:r>
              <a:rPr lang="fa-IR" sz="1600" b="1" dirty="0">
                <a:solidFill>
                  <a:srgbClr val="C00000"/>
                </a:solidFill>
                <a:latin typeface="IRANSans(FaNum)" panose="02040503050201020203" pitchFamily="18" charset="-78"/>
              </a:rPr>
              <a:t>: گزارش کردن خطاهای پیام </a:t>
            </a:r>
            <a:r>
              <a:rPr lang="en-US" sz="1600" b="1" dirty="0">
                <a:solidFill>
                  <a:srgbClr val="C00000"/>
                </a:solidFill>
                <a:latin typeface="IRANSans(FaNum)" panose="02040503050201020203" pitchFamily="18" charset="-78"/>
              </a:rPr>
              <a:t>BGP</a:t>
            </a:r>
            <a:r>
              <a:rPr lang="fa-IR" sz="1600" b="1" dirty="0">
                <a:solidFill>
                  <a:srgbClr val="C00000"/>
                </a:solidFill>
                <a:latin typeface="IRANSans(FaNum)" panose="02040503050201020203" pitchFamily="18" charset="-78"/>
              </a:rPr>
              <a:t> و همچنین استفاده برای بستن اتصال</a:t>
            </a:r>
          </a:p>
        </p:txBody>
      </p:sp>
    </p:spTree>
    <p:extLst>
      <p:ext uri="{BB962C8B-B14F-4D97-AF65-F5344CB8AC3E}">
        <p14:creationId xmlns:p14="http://schemas.microsoft.com/office/powerpoint/2010/main" val="3893442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1" end="1"/>
                                            </p:txEl>
                                          </p:spTgt>
                                        </p:tgtEl>
                                        <p:attrNameLst>
                                          <p:attrName>style.visibility</p:attrName>
                                        </p:attrNameLst>
                                      </p:cBhvr>
                                      <p:to>
                                        <p:strVal val="visible"/>
                                      </p:to>
                                    </p:set>
                                    <p:animEffect transition="in" filter="fade">
                                      <p:cBhvr>
                                        <p:cTn id="13" dur="1000"/>
                                        <p:tgtEl>
                                          <p:spTgt spid="59">
                                            <p:txEl>
                                              <p:pRg st="1" end="1"/>
                                            </p:txEl>
                                          </p:spTgt>
                                        </p:tgtEl>
                                      </p:cBhvr>
                                    </p:animEffect>
                                    <p:anim calcmode="lin" valueType="num">
                                      <p:cBhvr>
                                        <p:cTn id="14"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1" end="1"/>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9">
                                            <p:txEl>
                                              <p:pRg st="2" end="2"/>
                                            </p:txEl>
                                          </p:spTgt>
                                        </p:tgtEl>
                                        <p:attrNameLst>
                                          <p:attrName>style.visibility</p:attrName>
                                        </p:attrNameLst>
                                      </p:cBhvr>
                                      <p:to>
                                        <p:strVal val="visible"/>
                                      </p:to>
                                    </p:set>
                                    <p:animEffect transition="in" filter="fade">
                                      <p:cBhvr>
                                        <p:cTn id="19" dur="1000"/>
                                        <p:tgtEl>
                                          <p:spTgt spid="59">
                                            <p:txEl>
                                              <p:pRg st="2" end="2"/>
                                            </p:txEl>
                                          </p:spTgt>
                                        </p:tgtEl>
                                      </p:cBhvr>
                                    </p:animEffect>
                                    <p:anim calcmode="lin" valueType="num">
                                      <p:cBhvr>
                                        <p:cTn id="20"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59">
                                            <p:txEl>
                                              <p:pRg st="2" end="2"/>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9">
                                            <p:txEl>
                                              <p:pRg st="0" end="0"/>
                                            </p:txEl>
                                          </p:spTgt>
                                        </p:tgtEl>
                                        <p:attrNameLst>
                                          <p:attrName>style.visibility</p:attrName>
                                        </p:attrNameLst>
                                      </p:cBhvr>
                                      <p:to>
                                        <p:strVal val="visible"/>
                                      </p:to>
                                    </p:set>
                                    <p:animEffect transition="in" filter="fade">
                                      <p:cBhvr>
                                        <p:cTn id="25" dur="1000"/>
                                        <p:tgtEl>
                                          <p:spTgt spid="59">
                                            <p:txEl>
                                              <p:pRg st="0" end="0"/>
                                            </p:txEl>
                                          </p:spTgt>
                                        </p:tgtEl>
                                      </p:cBhvr>
                                    </p:animEffect>
                                    <p:anim calcmode="lin" valueType="num">
                                      <p:cBhvr>
                                        <p:cTn id="26"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59">
                                            <p:txEl>
                                              <p:pRg st="3" end="3"/>
                                            </p:txEl>
                                          </p:spTgt>
                                        </p:tgtEl>
                                        <p:attrNameLst>
                                          <p:attrName>style.visibility</p:attrName>
                                        </p:attrNameLst>
                                      </p:cBhvr>
                                      <p:to>
                                        <p:strVal val="visible"/>
                                      </p:to>
                                    </p:set>
                                    <p:animEffect transition="in" filter="fade">
                                      <p:cBhvr>
                                        <p:cTn id="31" dur="1000"/>
                                        <p:tgtEl>
                                          <p:spTgt spid="59">
                                            <p:txEl>
                                              <p:pRg st="3" end="3"/>
                                            </p:txEl>
                                          </p:spTgt>
                                        </p:tgtEl>
                                      </p:cBhvr>
                                    </p:animEffect>
                                    <p:anim calcmode="lin" valueType="num">
                                      <p:cBhvr>
                                        <p:cTn id="32"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59">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59">
                                            <p:txEl>
                                              <p:pRg st="4" end="4"/>
                                            </p:txEl>
                                          </p:spTgt>
                                        </p:tgtEl>
                                        <p:attrNameLst>
                                          <p:attrName>style.visibility</p:attrName>
                                        </p:attrNameLst>
                                      </p:cBhvr>
                                      <p:to>
                                        <p:strVal val="visible"/>
                                      </p:to>
                                    </p:set>
                                    <p:animEffect transition="in" filter="fade">
                                      <p:cBhvr>
                                        <p:cTn id="37" dur="1000"/>
                                        <p:tgtEl>
                                          <p:spTgt spid="59">
                                            <p:txEl>
                                              <p:pRg st="4" end="4"/>
                                            </p:txEl>
                                          </p:spTgt>
                                        </p:tgtEl>
                                      </p:cBhvr>
                                    </p:animEffect>
                                    <p:anim calcmode="lin" valueType="num">
                                      <p:cBhvr>
                                        <p:cTn id="38" dur="1000" fill="hold"/>
                                        <p:tgtEl>
                                          <p:spTgt spid="59">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59">
                                            <p:txEl>
                                              <p:pRg st="4" end="4"/>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59">
                                            <p:txEl>
                                              <p:pRg st="5" end="5"/>
                                            </p:txEl>
                                          </p:spTgt>
                                        </p:tgtEl>
                                        <p:attrNameLst>
                                          <p:attrName>style.visibility</p:attrName>
                                        </p:attrNameLst>
                                      </p:cBhvr>
                                      <p:to>
                                        <p:strVal val="visible"/>
                                      </p:to>
                                    </p:set>
                                    <p:animEffect transition="in" filter="fade">
                                      <p:cBhvr>
                                        <p:cTn id="43" dur="1000"/>
                                        <p:tgtEl>
                                          <p:spTgt spid="59">
                                            <p:txEl>
                                              <p:pRg st="5" end="5"/>
                                            </p:txEl>
                                          </p:spTgt>
                                        </p:tgtEl>
                                      </p:cBhvr>
                                    </p:animEffect>
                                    <p:anim calcmode="lin" valueType="num">
                                      <p:cBhvr>
                                        <p:cTn id="44" dur="1000" fill="hold"/>
                                        <p:tgtEl>
                                          <p:spTgt spid="59">
                                            <p:txEl>
                                              <p:pRg st="5" end="5"/>
                                            </p:txEl>
                                          </p:spTgt>
                                        </p:tgtEl>
                                        <p:attrNameLst>
                                          <p:attrName>ppt_x</p:attrName>
                                        </p:attrNameLst>
                                      </p:cBhvr>
                                      <p:tavLst>
                                        <p:tav tm="0">
                                          <p:val>
                                            <p:strVal val="#ppt_x"/>
                                          </p:val>
                                        </p:tav>
                                        <p:tav tm="100000">
                                          <p:val>
                                            <p:strVal val="#ppt_x"/>
                                          </p:val>
                                        </p:tav>
                                      </p:tavLst>
                                    </p:anim>
                                    <p:anim calcmode="lin" valueType="num">
                                      <p:cBhvr>
                                        <p:cTn id="45" dur="1000" fill="hold"/>
                                        <p:tgtEl>
                                          <p:spTgt spid="59">
                                            <p:txEl>
                                              <p:pRg st="5" end="5"/>
                                            </p:txEl>
                                          </p:spTgt>
                                        </p:tgtEl>
                                        <p:attrNameLst>
                                          <p:attrName>ppt_y</p:attrName>
                                        </p:attrNameLst>
                                      </p:cBhvr>
                                      <p:tavLst>
                                        <p:tav tm="0">
                                          <p:val>
                                            <p:strVal val="#ppt_y+.1"/>
                                          </p:val>
                                        </p:tav>
                                        <p:tav tm="100000">
                                          <p:val>
                                            <p:strVal val="#ppt_y"/>
                                          </p:val>
                                        </p:tav>
                                      </p:tavLst>
                                    </p:anim>
                                  </p:childTnLst>
                                </p:cTn>
                              </p:par>
                            </p:childTnLst>
                          </p:cTn>
                        </p:par>
                        <p:par>
                          <p:cTn id="46" fill="hold">
                            <p:stCondLst>
                              <p:cond delay="7000"/>
                            </p:stCondLst>
                            <p:childTnLst>
                              <p:par>
                                <p:cTn id="47" presetID="42" presetClass="entr" presetSubtype="0" fill="hold" nodeType="afterEffect">
                                  <p:stCondLst>
                                    <p:cond delay="0"/>
                                  </p:stCondLst>
                                  <p:childTnLst>
                                    <p:set>
                                      <p:cBhvr>
                                        <p:cTn id="48" dur="1" fill="hold">
                                          <p:stCondLst>
                                            <p:cond delay="0"/>
                                          </p:stCondLst>
                                        </p:cTn>
                                        <p:tgtEl>
                                          <p:spTgt spid="59">
                                            <p:txEl>
                                              <p:pRg st="6" end="6"/>
                                            </p:txEl>
                                          </p:spTgt>
                                        </p:tgtEl>
                                        <p:attrNameLst>
                                          <p:attrName>style.visibility</p:attrName>
                                        </p:attrNameLst>
                                      </p:cBhvr>
                                      <p:to>
                                        <p:strVal val="visible"/>
                                      </p:to>
                                    </p:set>
                                    <p:animEffect transition="in" filter="fade">
                                      <p:cBhvr>
                                        <p:cTn id="49" dur="1000"/>
                                        <p:tgtEl>
                                          <p:spTgt spid="59">
                                            <p:txEl>
                                              <p:pRg st="6" end="6"/>
                                            </p:txEl>
                                          </p:spTgt>
                                        </p:tgtEl>
                                      </p:cBhvr>
                                    </p:animEffect>
                                    <p:anim calcmode="lin" valueType="num">
                                      <p:cBhvr>
                                        <p:cTn id="50" dur="1000" fill="hold"/>
                                        <p:tgtEl>
                                          <p:spTgt spid="59">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59">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6544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1043354" y="1081049"/>
            <a:ext cx="10872871"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اعلان مسیر </a:t>
            </a:r>
            <a:r>
              <a:rPr lang="en-US" sz="2000" b="1" dirty="0">
                <a:solidFill>
                  <a:srgbClr val="1F1FFF"/>
                </a:solidFill>
                <a:latin typeface="IRANSans(FaNum)" panose="02040503050201020203" pitchFamily="18" charset="-78"/>
              </a:rPr>
              <a:t>BGP</a:t>
            </a:r>
            <a:endParaRPr lang="fa-IR" sz="2000" b="1" dirty="0">
              <a:solidFill>
                <a:srgbClr val="1F1FFF"/>
              </a:solidFill>
              <a:latin typeface="IRANSans(FaNum)" panose="02040503050201020203" pitchFamily="18" charset="-78"/>
            </a:endParaRPr>
          </a:p>
        </p:txBody>
      </p:sp>
      <p:grpSp>
        <p:nvGrpSpPr>
          <p:cNvPr id="8" name="Group 7">
            <a:extLst>
              <a:ext uri="{FF2B5EF4-FFF2-40B4-BE49-F238E27FC236}">
                <a16:creationId xmlns:a16="http://schemas.microsoft.com/office/drawing/2014/main" id="{17C334FA-3CA7-AF71-1516-65197AFD8578}"/>
              </a:ext>
            </a:extLst>
          </p:cNvPr>
          <p:cNvGrpSpPr/>
          <p:nvPr/>
        </p:nvGrpSpPr>
        <p:grpSpPr>
          <a:xfrm>
            <a:off x="1100007" y="1140276"/>
            <a:ext cx="9801110" cy="2876474"/>
            <a:chOff x="1113403" y="1064076"/>
            <a:chExt cx="9801110" cy="2876474"/>
          </a:xfrm>
        </p:grpSpPr>
        <p:grpSp>
          <p:nvGrpSpPr>
            <p:cNvPr id="9" name="Group 8">
              <a:extLst>
                <a:ext uri="{FF2B5EF4-FFF2-40B4-BE49-F238E27FC236}">
                  <a16:creationId xmlns:a16="http://schemas.microsoft.com/office/drawing/2014/main" id="{EC383718-4532-77B6-91A2-678162738725}"/>
                </a:ext>
              </a:extLst>
            </p:cNvPr>
            <p:cNvGrpSpPr/>
            <p:nvPr/>
          </p:nvGrpSpPr>
          <p:grpSpPr>
            <a:xfrm>
              <a:off x="1113403" y="1064076"/>
              <a:ext cx="9801110" cy="2876474"/>
              <a:chOff x="1426553" y="3694542"/>
              <a:chExt cx="9801110" cy="2876474"/>
            </a:xfrm>
          </p:grpSpPr>
          <p:grpSp>
            <p:nvGrpSpPr>
              <p:cNvPr id="12" name="Group 11">
                <a:extLst>
                  <a:ext uri="{FF2B5EF4-FFF2-40B4-BE49-F238E27FC236}">
                    <a16:creationId xmlns:a16="http://schemas.microsoft.com/office/drawing/2014/main" id="{72F675D9-237E-9DB2-1FC8-2BCBF635A8F3}"/>
                  </a:ext>
                </a:extLst>
              </p:cNvPr>
              <p:cNvGrpSpPr/>
              <p:nvPr/>
            </p:nvGrpSpPr>
            <p:grpSpPr>
              <a:xfrm>
                <a:off x="1426553" y="3694542"/>
                <a:ext cx="9249542" cy="2876474"/>
                <a:chOff x="1426553" y="3694542"/>
                <a:chExt cx="9249542" cy="2876474"/>
              </a:xfrm>
            </p:grpSpPr>
            <p:grpSp>
              <p:nvGrpSpPr>
                <p:cNvPr id="32" name="Group 31">
                  <a:extLst>
                    <a:ext uri="{FF2B5EF4-FFF2-40B4-BE49-F238E27FC236}">
                      <a16:creationId xmlns:a16="http://schemas.microsoft.com/office/drawing/2014/main" id="{00AC08FA-AA58-66D0-1F8B-1961EEF71124}"/>
                    </a:ext>
                  </a:extLst>
                </p:cNvPr>
                <p:cNvGrpSpPr/>
                <p:nvPr/>
              </p:nvGrpSpPr>
              <p:grpSpPr>
                <a:xfrm>
                  <a:off x="4625977" y="4850481"/>
                  <a:ext cx="2545688" cy="1720535"/>
                  <a:chOff x="4625977" y="4850481"/>
                  <a:chExt cx="2545688" cy="1720535"/>
                </a:xfrm>
              </p:grpSpPr>
              <p:grpSp>
                <p:nvGrpSpPr>
                  <p:cNvPr id="552" name="Group 551">
                    <a:extLst>
                      <a:ext uri="{FF2B5EF4-FFF2-40B4-BE49-F238E27FC236}">
                        <a16:creationId xmlns:a16="http://schemas.microsoft.com/office/drawing/2014/main" id="{9D23D1C2-2EEF-A024-DA8B-F005359BC459}"/>
                      </a:ext>
                    </a:extLst>
                  </p:cNvPr>
                  <p:cNvGrpSpPr/>
                  <p:nvPr/>
                </p:nvGrpSpPr>
                <p:grpSpPr>
                  <a:xfrm>
                    <a:off x="4625977" y="4850481"/>
                    <a:ext cx="2545688" cy="1720535"/>
                    <a:chOff x="-2170772" y="2784954"/>
                    <a:chExt cx="2712783" cy="1853712"/>
                  </a:xfrm>
                </p:grpSpPr>
                <p:sp>
                  <p:nvSpPr>
                    <p:cNvPr id="554" name="Freeform 2">
                      <a:extLst>
                        <a:ext uri="{FF2B5EF4-FFF2-40B4-BE49-F238E27FC236}">
                          <a16:creationId xmlns:a16="http://schemas.microsoft.com/office/drawing/2014/main" id="{BFF0735C-3A9B-D4DD-546D-2BA465A4BD89}"/>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554">
                      <a:extLst>
                        <a:ext uri="{FF2B5EF4-FFF2-40B4-BE49-F238E27FC236}">
                          <a16:creationId xmlns:a16="http://schemas.microsoft.com/office/drawing/2014/main" id="{478B009A-AA4D-213D-26AC-0C5840D50A1C}"/>
                        </a:ext>
                      </a:extLst>
                    </p:cNvPr>
                    <p:cNvGrpSpPr/>
                    <p:nvPr/>
                  </p:nvGrpSpPr>
                  <p:grpSpPr>
                    <a:xfrm>
                      <a:off x="-1935370" y="2935816"/>
                      <a:ext cx="2333625" cy="1590649"/>
                      <a:chOff x="833331" y="2873352"/>
                      <a:chExt cx="2333625" cy="1590649"/>
                    </a:xfrm>
                  </p:grpSpPr>
                  <p:grpSp>
                    <p:nvGrpSpPr>
                      <p:cNvPr id="556" name="Group 555">
                        <a:extLst>
                          <a:ext uri="{FF2B5EF4-FFF2-40B4-BE49-F238E27FC236}">
                            <a16:creationId xmlns:a16="http://schemas.microsoft.com/office/drawing/2014/main" id="{F4DC580A-4D2D-7B0A-5016-FD76CD0D5A49}"/>
                          </a:ext>
                        </a:extLst>
                      </p:cNvPr>
                      <p:cNvGrpSpPr/>
                      <p:nvPr/>
                    </p:nvGrpSpPr>
                    <p:grpSpPr>
                      <a:xfrm>
                        <a:off x="1736090" y="2873352"/>
                        <a:ext cx="565150" cy="369332"/>
                        <a:chOff x="1736090" y="2873352"/>
                        <a:chExt cx="565150" cy="369332"/>
                      </a:xfrm>
                    </p:grpSpPr>
                    <p:grpSp>
                      <p:nvGrpSpPr>
                        <p:cNvPr id="602" name="Group 327">
                          <a:extLst>
                            <a:ext uri="{FF2B5EF4-FFF2-40B4-BE49-F238E27FC236}">
                              <a16:creationId xmlns:a16="http://schemas.microsoft.com/office/drawing/2014/main" id="{B07CF647-AB5A-945C-13E7-C769F05DF893}"/>
                            </a:ext>
                          </a:extLst>
                        </p:cNvPr>
                        <p:cNvGrpSpPr>
                          <a:grpSpLocks/>
                        </p:cNvGrpSpPr>
                        <p:nvPr/>
                      </p:nvGrpSpPr>
                      <p:grpSpPr bwMode="auto">
                        <a:xfrm>
                          <a:off x="1736090" y="2893762"/>
                          <a:ext cx="565150" cy="292100"/>
                          <a:chOff x="1871277" y="1576300"/>
                          <a:chExt cx="1128371" cy="437861"/>
                        </a:xfrm>
                      </p:grpSpPr>
                      <p:sp>
                        <p:nvSpPr>
                          <p:cNvPr id="606" name="Oval 605">
                            <a:extLst>
                              <a:ext uri="{FF2B5EF4-FFF2-40B4-BE49-F238E27FC236}">
                                <a16:creationId xmlns:a16="http://schemas.microsoft.com/office/drawing/2014/main" id="{92C5A1F3-DD69-5131-4796-14AC0D539CA2}"/>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7" name="Rectangle 606">
                            <a:extLst>
                              <a:ext uri="{FF2B5EF4-FFF2-40B4-BE49-F238E27FC236}">
                                <a16:creationId xmlns:a16="http://schemas.microsoft.com/office/drawing/2014/main" id="{70CE18CE-229C-CD1F-4254-5D7029FFD3D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8" name="Oval 607">
                            <a:extLst>
                              <a:ext uri="{FF2B5EF4-FFF2-40B4-BE49-F238E27FC236}">
                                <a16:creationId xmlns:a16="http://schemas.microsoft.com/office/drawing/2014/main" id="{300DE314-9B3C-6780-D5BF-05F396FF2761}"/>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9" name="Freeform 646">
                            <a:extLst>
                              <a:ext uri="{FF2B5EF4-FFF2-40B4-BE49-F238E27FC236}">
                                <a16:creationId xmlns:a16="http://schemas.microsoft.com/office/drawing/2014/main" id="{BF74B4CF-C5F2-6EEE-ACA1-C14F3798AAF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0" name="Freeform 647">
                            <a:extLst>
                              <a:ext uri="{FF2B5EF4-FFF2-40B4-BE49-F238E27FC236}">
                                <a16:creationId xmlns:a16="http://schemas.microsoft.com/office/drawing/2014/main" id="{2BEAFDC4-9C01-EF3E-BBC3-B1AD6EC080E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1" name="Freeform 648">
                            <a:extLst>
                              <a:ext uri="{FF2B5EF4-FFF2-40B4-BE49-F238E27FC236}">
                                <a16:creationId xmlns:a16="http://schemas.microsoft.com/office/drawing/2014/main" id="{8D2E33FB-26DC-9F00-B6EF-B4B62CEF862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2" name="Freeform 649">
                            <a:extLst>
                              <a:ext uri="{FF2B5EF4-FFF2-40B4-BE49-F238E27FC236}">
                                <a16:creationId xmlns:a16="http://schemas.microsoft.com/office/drawing/2014/main" id="{931D8B57-C6C9-87CC-4F61-0C231427480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13" name="Straight Connector 612">
                            <a:extLst>
                              <a:ext uri="{FF2B5EF4-FFF2-40B4-BE49-F238E27FC236}">
                                <a16:creationId xmlns:a16="http://schemas.microsoft.com/office/drawing/2014/main" id="{2CAC69A4-E6AF-9888-2F25-B1B57104C462}"/>
                              </a:ext>
                            </a:extLst>
                          </p:cNvPr>
                          <p:cNvCxnSpPr>
                            <a:endCxn id="60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14" name="Straight Connector 613">
                            <a:extLst>
                              <a:ext uri="{FF2B5EF4-FFF2-40B4-BE49-F238E27FC236}">
                                <a16:creationId xmlns:a16="http://schemas.microsoft.com/office/drawing/2014/main" id="{03660512-1D65-2689-B54E-5B2CAF9A089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03" name="Group 602">
                          <a:extLst>
                            <a:ext uri="{FF2B5EF4-FFF2-40B4-BE49-F238E27FC236}">
                              <a16:creationId xmlns:a16="http://schemas.microsoft.com/office/drawing/2014/main" id="{524E883A-BCB0-5573-E7FE-0C9C4A2D2EF4}"/>
                            </a:ext>
                          </a:extLst>
                        </p:cNvPr>
                        <p:cNvGrpSpPr/>
                        <p:nvPr/>
                      </p:nvGrpSpPr>
                      <p:grpSpPr>
                        <a:xfrm>
                          <a:off x="1770362" y="2873352"/>
                          <a:ext cx="441422" cy="369332"/>
                          <a:chOff x="667045" y="1708643"/>
                          <a:chExt cx="441422" cy="369332"/>
                        </a:xfrm>
                      </p:grpSpPr>
                      <p:sp>
                        <p:nvSpPr>
                          <p:cNvPr id="604" name="Oval 603">
                            <a:extLst>
                              <a:ext uri="{FF2B5EF4-FFF2-40B4-BE49-F238E27FC236}">
                                <a16:creationId xmlns:a16="http://schemas.microsoft.com/office/drawing/2014/main" id="{851ED1F4-D402-6797-FB68-1CCE2C53033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5" name="TextBox 604">
                            <a:extLst>
                              <a:ext uri="{FF2B5EF4-FFF2-40B4-BE49-F238E27FC236}">
                                <a16:creationId xmlns:a16="http://schemas.microsoft.com/office/drawing/2014/main" id="{AE6E3A85-6AA0-A4AD-6104-F5A8AA47D995}"/>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557" name="Group 556">
                        <a:extLst>
                          <a:ext uri="{FF2B5EF4-FFF2-40B4-BE49-F238E27FC236}">
                            <a16:creationId xmlns:a16="http://schemas.microsoft.com/office/drawing/2014/main" id="{949068DB-7101-F01C-2F1F-7C53E2A4A95F}"/>
                          </a:ext>
                        </a:extLst>
                      </p:cNvPr>
                      <p:cNvGrpSpPr/>
                      <p:nvPr/>
                    </p:nvGrpSpPr>
                    <p:grpSpPr>
                      <a:xfrm>
                        <a:off x="1740320" y="4094669"/>
                        <a:ext cx="565150" cy="369332"/>
                        <a:chOff x="1736090" y="2873352"/>
                        <a:chExt cx="565150" cy="369332"/>
                      </a:xfrm>
                    </p:grpSpPr>
                    <p:grpSp>
                      <p:nvGrpSpPr>
                        <p:cNvPr id="589" name="Group 327">
                          <a:extLst>
                            <a:ext uri="{FF2B5EF4-FFF2-40B4-BE49-F238E27FC236}">
                              <a16:creationId xmlns:a16="http://schemas.microsoft.com/office/drawing/2014/main" id="{A4B65083-BFB3-EEA2-299C-B246163575EB}"/>
                            </a:ext>
                          </a:extLst>
                        </p:cNvPr>
                        <p:cNvGrpSpPr>
                          <a:grpSpLocks/>
                        </p:cNvGrpSpPr>
                        <p:nvPr/>
                      </p:nvGrpSpPr>
                      <p:grpSpPr bwMode="auto">
                        <a:xfrm>
                          <a:off x="1736090" y="2893762"/>
                          <a:ext cx="565150" cy="292100"/>
                          <a:chOff x="1871277" y="1576300"/>
                          <a:chExt cx="1128371" cy="437861"/>
                        </a:xfrm>
                      </p:grpSpPr>
                      <p:sp>
                        <p:nvSpPr>
                          <p:cNvPr id="593" name="Oval 592">
                            <a:extLst>
                              <a:ext uri="{FF2B5EF4-FFF2-40B4-BE49-F238E27FC236}">
                                <a16:creationId xmlns:a16="http://schemas.microsoft.com/office/drawing/2014/main" id="{07F0EF42-3F22-8825-33E0-EE0A5EAF1AA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94" name="Rectangle 593">
                            <a:extLst>
                              <a:ext uri="{FF2B5EF4-FFF2-40B4-BE49-F238E27FC236}">
                                <a16:creationId xmlns:a16="http://schemas.microsoft.com/office/drawing/2014/main" id="{8906022C-1B14-1C80-2218-275E7662DFA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5" name="Oval 594">
                            <a:extLst>
                              <a:ext uri="{FF2B5EF4-FFF2-40B4-BE49-F238E27FC236}">
                                <a16:creationId xmlns:a16="http://schemas.microsoft.com/office/drawing/2014/main" id="{AA4026AD-0C69-9D4D-D9D1-6E106DBBDE2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96" name="Freeform 633">
                            <a:extLst>
                              <a:ext uri="{FF2B5EF4-FFF2-40B4-BE49-F238E27FC236}">
                                <a16:creationId xmlns:a16="http://schemas.microsoft.com/office/drawing/2014/main" id="{F0902623-BA75-10AF-DA11-5B45F923A6E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7" name="Freeform 634">
                            <a:extLst>
                              <a:ext uri="{FF2B5EF4-FFF2-40B4-BE49-F238E27FC236}">
                                <a16:creationId xmlns:a16="http://schemas.microsoft.com/office/drawing/2014/main" id="{A1D84E73-8B4F-FDD4-AC62-C026DFA8F30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8" name="Freeform 635">
                            <a:extLst>
                              <a:ext uri="{FF2B5EF4-FFF2-40B4-BE49-F238E27FC236}">
                                <a16:creationId xmlns:a16="http://schemas.microsoft.com/office/drawing/2014/main" id="{63AD6C32-C389-97F2-940D-EC8474ADFFB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9" name="Freeform 636">
                            <a:extLst>
                              <a:ext uri="{FF2B5EF4-FFF2-40B4-BE49-F238E27FC236}">
                                <a16:creationId xmlns:a16="http://schemas.microsoft.com/office/drawing/2014/main" id="{8C4EA706-5527-F0AD-F7E9-A6047A75EBF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00" name="Straight Connector 599">
                            <a:extLst>
                              <a:ext uri="{FF2B5EF4-FFF2-40B4-BE49-F238E27FC236}">
                                <a16:creationId xmlns:a16="http://schemas.microsoft.com/office/drawing/2014/main" id="{BC928820-692C-7170-B175-CF605F226A2F}"/>
                              </a:ext>
                            </a:extLst>
                          </p:cNvPr>
                          <p:cNvCxnSpPr>
                            <a:endCxn id="59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01" name="Straight Connector 600">
                            <a:extLst>
                              <a:ext uri="{FF2B5EF4-FFF2-40B4-BE49-F238E27FC236}">
                                <a16:creationId xmlns:a16="http://schemas.microsoft.com/office/drawing/2014/main" id="{4FA4B82C-E3ED-4A9F-3DB1-DA1755A188E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90" name="Group 589">
                          <a:extLst>
                            <a:ext uri="{FF2B5EF4-FFF2-40B4-BE49-F238E27FC236}">
                              <a16:creationId xmlns:a16="http://schemas.microsoft.com/office/drawing/2014/main" id="{71DA298E-8CCB-A2AE-77B3-28238FF43A08}"/>
                            </a:ext>
                          </a:extLst>
                        </p:cNvPr>
                        <p:cNvGrpSpPr/>
                        <p:nvPr/>
                      </p:nvGrpSpPr>
                      <p:grpSpPr>
                        <a:xfrm>
                          <a:off x="1770362" y="2873352"/>
                          <a:ext cx="441422" cy="369332"/>
                          <a:chOff x="667045" y="1708643"/>
                          <a:chExt cx="441422" cy="369332"/>
                        </a:xfrm>
                      </p:grpSpPr>
                      <p:sp>
                        <p:nvSpPr>
                          <p:cNvPr id="591" name="Oval 590">
                            <a:extLst>
                              <a:ext uri="{FF2B5EF4-FFF2-40B4-BE49-F238E27FC236}">
                                <a16:creationId xmlns:a16="http://schemas.microsoft.com/office/drawing/2014/main" id="{5FDA3031-90A1-1401-A922-9C9D6E5DB3A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2" name="TextBox 591">
                            <a:extLst>
                              <a:ext uri="{FF2B5EF4-FFF2-40B4-BE49-F238E27FC236}">
                                <a16:creationId xmlns:a16="http://schemas.microsoft.com/office/drawing/2014/main" id="{207F6D65-A8FB-AA9B-E440-6FC29970E3A3}"/>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558" name="Group 557">
                        <a:extLst>
                          <a:ext uri="{FF2B5EF4-FFF2-40B4-BE49-F238E27FC236}">
                            <a16:creationId xmlns:a16="http://schemas.microsoft.com/office/drawing/2014/main" id="{9407A403-E460-5CDE-92F8-FD4E324BD42B}"/>
                          </a:ext>
                        </a:extLst>
                      </p:cNvPr>
                      <p:cNvGrpSpPr/>
                      <p:nvPr/>
                    </p:nvGrpSpPr>
                    <p:grpSpPr>
                      <a:xfrm>
                        <a:off x="2601806" y="3485072"/>
                        <a:ext cx="565150" cy="369332"/>
                        <a:chOff x="1736090" y="2873352"/>
                        <a:chExt cx="565150" cy="369332"/>
                      </a:xfrm>
                    </p:grpSpPr>
                    <p:grpSp>
                      <p:nvGrpSpPr>
                        <p:cNvPr id="576" name="Group 327">
                          <a:extLst>
                            <a:ext uri="{FF2B5EF4-FFF2-40B4-BE49-F238E27FC236}">
                              <a16:creationId xmlns:a16="http://schemas.microsoft.com/office/drawing/2014/main" id="{7110FE51-EA5E-7127-7DFD-96E5FBA65F7A}"/>
                            </a:ext>
                          </a:extLst>
                        </p:cNvPr>
                        <p:cNvGrpSpPr>
                          <a:grpSpLocks/>
                        </p:cNvGrpSpPr>
                        <p:nvPr/>
                      </p:nvGrpSpPr>
                      <p:grpSpPr bwMode="auto">
                        <a:xfrm>
                          <a:off x="1736090" y="2893762"/>
                          <a:ext cx="565150" cy="292100"/>
                          <a:chOff x="1871277" y="1576300"/>
                          <a:chExt cx="1128371" cy="437861"/>
                        </a:xfrm>
                      </p:grpSpPr>
                      <p:sp>
                        <p:nvSpPr>
                          <p:cNvPr id="580" name="Oval 579">
                            <a:extLst>
                              <a:ext uri="{FF2B5EF4-FFF2-40B4-BE49-F238E27FC236}">
                                <a16:creationId xmlns:a16="http://schemas.microsoft.com/office/drawing/2014/main" id="{A08A963B-B3E7-75F8-58C4-BD4F8D9A9A1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1" name="Rectangle 580">
                            <a:extLst>
                              <a:ext uri="{FF2B5EF4-FFF2-40B4-BE49-F238E27FC236}">
                                <a16:creationId xmlns:a16="http://schemas.microsoft.com/office/drawing/2014/main" id="{37D78F38-9AAB-693E-BB15-F971A1971C56}"/>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2" name="Oval 581">
                            <a:extLst>
                              <a:ext uri="{FF2B5EF4-FFF2-40B4-BE49-F238E27FC236}">
                                <a16:creationId xmlns:a16="http://schemas.microsoft.com/office/drawing/2014/main" id="{23285E9F-55E5-1905-47FE-96CA5E32C43F}"/>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3" name="Freeform 620">
                            <a:extLst>
                              <a:ext uri="{FF2B5EF4-FFF2-40B4-BE49-F238E27FC236}">
                                <a16:creationId xmlns:a16="http://schemas.microsoft.com/office/drawing/2014/main" id="{7F539593-EDF9-6949-66CE-0C42FF5C294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4" name="Freeform 621">
                            <a:extLst>
                              <a:ext uri="{FF2B5EF4-FFF2-40B4-BE49-F238E27FC236}">
                                <a16:creationId xmlns:a16="http://schemas.microsoft.com/office/drawing/2014/main" id="{086B9FF2-C073-CA55-7D60-213D4F2BCDA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5" name="Freeform 622">
                            <a:extLst>
                              <a:ext uri="{FF2B5EF4-FFF2-40B4-BE49-F238E27FC236}">
                                <a16:creationId xmlns:a16="http://schemas.microsoft.com/office/drawing/2014/main" id="{57D90C72-9935-EEF2-84E3-8521A83255F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6" name="Freeform 623">
                            <a:extLst>
                              <a:ext uri="{FF2B5EF4-FFF2-40B4-BE49-F238E27FC236}">
                                <a16:creationId xmlns:a16="http://schemas.microsoft.com/office/drawing/2014/main" id="{C052EBA7-AB9D-BEBD-E6E4-B279BC99AB1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87" name="Straight Connector 586">
                            <a:extLst>
                              <a:ext uri="{FF2B5EF4-FFF2-40B4-BE49-F238E27FC236}">
                                <a16:creationId xmlns:a16="http://schemas.microsoft.com/office/drawing/2014/main" id="{1E5D0FC7-AAF7-EB21-C430-C6322E4A1451}"/>
                              </a:ext>
                            </a:extLst>
                          </p:cNvPr>
                          <p:cNvCxnSpPr>
                            <a:endCxn id="58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88" name="Straight Connector 587">
                            <a:extLst>
                              <a:ext uri="{FF2B5EF4-FFF2-40B4-BE49-F238E27FC236}">
                                <a16:creationId xmlns:a16="http://schemas.microsoft.com/office/drawing/2014/main" id="{62009446-8EC5-C577-ACA6-0D1A990DAB6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77" name="Group 576">
                          <a:extLst>
                            <a:ext uri="{FF2B5EF4-FFF2-40B4-BE49-F238E27FC236}">
                              <a16:creationId xmlns:a16="http://schemas.microsoft.com/office/drawing/2014/main" id="{6FE974D2-4715-680F-4187-9FC95E0331DC}"/>
                            </a:ext>
                          </a:extLst>
                        </p:cNvPr>
                        <p:cNvGrpSpPr/>
                        <p:nvPr/>
                      </p:nvGrpSpPr>
                      <p:grpSpPr>
                        <a:xfrm>
                          <a:off x="1770362" y="2873352"/>
                          <a:ext cx="428460" cy="369332"/>
                          <a:chOff x="667045" y="1708643"/>
                          <a:chExt cx="428460" cy="369332"/>
                        </a:xfrm>
                      </p:grpSpPr>
                      <p:sp>
                        <p:nvSpPr>
                          <p:cNvPr id="578" name="Oval 577">
                            <a:extLst>
                              <a:ext uri="{FF2B5EF4-FFF2-40B4-BE49-F238E27FC236}">
                                <a16:creationId xmlns:a16="http://schemas.microsoft.com/office/drawing/2014/main" id="{61865761-7126-3FD4-C32E-0D2E8EA06802}"/>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9" name="TextBox 578">
                            <a:extLst>
                              <a:ext uri="{FF2B5EF4-FFF2-40B4-BE49-F238E27FC236}">
                                <a16:creationId xmlns:a16="http://schemas.microsoft.com/office/drawing/2014/main" id="{0B942C28-50AB-1159-4121-D5D7DD815D5B}"/>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559" name="Group 558">
                        <a:extLst>
                          <a:ext uri="{FF2B5EF4-FFF2-40B4-BE49-F238E27FC236}">
                            <a16:creationId xmlns:a16="http://schemas.microsoft.com/office/drawing/2014/main" id="{3A3C753A-B51A-3686-E4B6-CBDFF48FE40E}"/>
                          </a:ext>
                        </a:extLst>
                      </p:cNvPr>
                      <p:cNvGrpSpPr/>
                      <p:nvPr/>
                    </p:nvGrpSpPr>
                    <p:grpSpPr>
                      <a:xfrm>
                        <a:off x="833331" y="3478719"/>
                        <a:ext cx="565150" cy="369332"/>
                        <a:chOff x="1736090" y="2873352"/>
                        <a:chExt cx="565150" cy="369332"/>
                      </a:xfrm>
                    </p:grpSpPr>
                    <p:grpSp>
                      <p:nvGrpSpPr>
                        <p:cNvPr id="563" name="Group 327">
                          <a:extLst>
                            <a:ext uri="{FF2B5EF4-FFF2-40B4-BE49-F238E27FC236}">
                              <a16:creationId xmlns:a16="http://schemas.microsoft.com/office/drawing/2014/main" id="{D60E7D30-4E3F-B846-CB29-961A99B09AA5}"/>
                            </a:ext>
                          </a:extLst>
                        </p:cNvPr>
                        <p:cNvGrpSpPr>
                          <a:grpSpLocks/>
                        </p:cNvGrpSpPr>
                        <p:nvPr/>
                      </p:nvGrpSpPr>
                      <p:grpSpPr bwMode="auto">
                        <a:xfrm>
                          <a:off x="1736090" y="2893762"/>
                          <a:ext cx="565150" cy="292100"/>
                          <a:chOff x="1871277" y="1576300"/>
                          <a:chExt cx="1128371" cy="437861"/>
                        </a:xfrm>
                      </p:grpSpPr>
                      <p:sp>
                        <p:nvSpPr>
                          <p:cNvPr id="567" name="Oval 566">
                            <a:extLst>
                              <a:ext uri="{FF2B5EF4-FFF2-40B4-BE49-F238E27FC236}">
                                <a16:creationId xmlns:a16="http://schemas.microsoft.com/office/drawing/2014/main" id="{86049D14-0C00-14A8-73E1-D98DA347DD3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8" name="Rectangle 567">
                            <a:extLst>
                              <a:ext uri="{FF2B5EF4-FFF2-40B4-BE49-F238E27FC236}">
                                <a16:creationId xmlns:a16="http://schemas.microsoft.com/office/drawing/2014/main" id="{A75FC585-1D57-2944-6E53-3D14CF76F201}"/>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9" name="Oval 568">
                            <a:extLst>
                              <a:ext uri="{FF2B5EF4-FFF2-40B4-BE49-F238E27FC236}">
                                <a16:creationId xmlns:a16="http://schemas.microsoft.com/office/drawing/2014/main" id="{BFAF4181-681A-6966-CB42-C340E511331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70" name="Freeform 607">
                            <a:extLst>
                              <a:ext uri="{FF2B5EF4-FFF2-40B4-BE49-F238E27FC236}">
                                <a16:creationId xmlns:a16="http://schemas.microsoft.com/office/drawing/2014/main" id="{FB8E5F37-219E-1B10-D452-5C3AD3043D9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1" name="Freeform 608">
                            <a:extLst>
                              <a:ext uri="{FF2B5EF4-FFF2-40B4-BE49-F238E27FC236}">
                                <a16:creationId xmlns:a16="http://schemas.microsoft.com/office/drawing/2014/main" id="{454DE89F-4C30-8A3E-D5A3-FCD79FBB1A7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2" name="Freeform 609">
                            <a:extLst>
                              <a:ext uri="{FF2B5EF4-FFF2-40B4-BE49-F238E27FC236}">
                                <a16:creationId xmlns:a16="http://schemas.microsoft.com/office/drawing/2014/main" id="{90D57E7E-9EA2-7232-C189-260BAAB2CD5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3" name="Freeform 610">
                            <a:extLst>
                              <a:ext uri="{FF2B5EF4-FFF2-40B4-BE49-F238E27FC236}">
                                <a16:creationId xmlns:a16="http://schemas.microsoft.com/office/drawing/2014/main" id="{9A25F821-B578-A196-952F-B66E3FA8BF4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74" name="Straight Connector 573">
                            <a:extLst>
                              <a:ext uri="{FF2B5EF4-FFF2-40B4-BE49-F238E27FC236}">
                                <a16:creationId xmlns:a16="http://schemas.microsoft.com/office/drawing/2014/main" id="{DB81355D-3FA2-FEBF-3C33-94A18F74DF02}"/>
                              </a:ext>
                            </a:extLst>
                          </p:cNvPr>
                          <p:cNvCxnSpPr>
                            <a:endCxn id="56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75" name="Straight Connector 574">
                            <a:extLst>
                              <a:ext uri="{FF2B5EF4-FFF2-40B4-BE49-F238E27FC236}">
                                <a16:creationId xmlns:a16="http://schemas.microsoft.com/office/drawing/2014/main" id="{D1FF599B-CE0C-532E-677F-5E5DEF67B1D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64" name="Group 563">
                          <a:extLst>
                            <a:ext uri="{FF2B5EF4-FFF2-40B4-BE49-F238E27FC236}">
                              <a16:creationId xmlns:a16="http://schemas.microsoft.com/office/drawing/2014/main" id="{23573B1F-30E5-334B-C765-90A9448DE7A3}"/>
                            </a:ext>
                          </a:extLst>
                        </p:cNvPr>
                        <p:cNvGrpSpPr/>
                        <p:nvPr/>
                      </p:nvGrpSpPr>
                      <p:grpSpPr>
                        <a:xfrm>
                          <a:off x="1770362" y="2873352"/>
                          <a:ext cx="441422" cy="369332"/>
                          <a:chOff x="667045" y="1708643"/>
                          <a:chExt cx="441422" cy="369332"/>
                        </a:xfrm>
                      </p:grpSpPr>
                      <p:sp>
                        <p:nvSpPr>
                          <p:cNvPr id="565" name="Oval 564">
                            <a:extLst>
                              <a:ext uri="{FF2B5EF4-FFF2-40B4-BE49-F238E27FC236}">
                                <a16:creationId xmlns:a16="http://schemas.microsoft.com/office/drawing/2014/main" id="{9916269E-92F2-AF00-49EC-6E40E95D945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6" name="TextBox 565">
                            <a:extLst>
                              <a:ext uri="{FF2B5EF4-FFF2-40B4-BE49-F238E27FC236}">
                                <a16:creationId xmlns:a16="http://schemas.microsoft.com/office/drawing/2014/main" id="{3C8F5AAB-8D9F-7EED-BF75-36EEDE262A9E}"/>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560" name="Straight Connector 559">
                        <a:extLst>
                          <a:ext uri="{FF2B5EF4-FFF2-40B4-BE49-F238E27FC236}">
                            <a16:creationId xmlns:a16="http://schemas.microsoft.com/office/drawing/2014/main" id="{806D18D0-BB50-EDF8-E299-B80B2AFACD8F}"/>
                          </a:ext>
                        </a:extLst>
                      </p:cNvPr>
                      <p:cNvCxnSpPr>
                        <a:stCxn id="606"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61" name="Straight Connector 560">
                        <a:extLst>
                          <a:ext uri="{FF2B5EF4-FFF2-40B4-BE49-F238E27FC236}">
                            <a16:creationId xmlns:a16="http://schemas.microsoft.com/office/drawing/2014/main" id="{13275A32-A4D0-FA68-D947-09AB94AF5D45}"/>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62" name="Straight Connector 561">
                        <a:extLst>
                          <a:ext uri="{FF2B5EF4-FFF2-40B4-BE49-F238E27FC236}">
                            <a16:creationId xmlns:a16="http://schemas.microsoft.com/office/drawing/2014/main" id="{F80E9100-FDFB-8CD4-02D6-7C099B9A0F9B}"/>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553" name="TextBox 552">
                    <a:extLst>
                      <a:ext uri="{FF2B5EF4-FFF2-40B4-BE49-F238E27FC236}">
                        <a16:creationId xmlns:a16="http://schemas.microsoft.com/office/drawing/2014/main" id="{474D0E3C-110B-EB46-9453-6035BF6AB2EF}"/>
                      </a:ext>
                    </a:extLst>
                  </p:cNvPr>
                  <p:cNvSpPr txBox="1"/>
                  <p:nvPr/>
                </p:nvSpPr>
                <p:spPr>
                  <a:xfrm>
                    <a:off x="4833576" y="4910165"/>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grpSp>
            <p:grpSp>
              <p:nvGrpSpPr>
                <p:cNvPr id="33" name="Group 32">
                  <a:extLst>
                    <a:ext uri="{FF2B5EF4-FFF2-40B4-BE49-F238E27FC236}">
                      <a16:creationId xmlns:a16="http://schemas.microsoft.com/office/drawing/2014/main" id="{5B4A46A1-3D3A-C5E5-3DBA-2C8953D69D59}"/>
                    </a:ext>
                  </a:extLst>
                </p:cNvPr>
                <p:cNvGrpSpPr/>
                <p:nvPr/>
              </p:nvGrpSpPr>
              <p:grpSpPr>
                <a:xfrm>
                  <a:off x="8100574" y="3694542"/>
                  <a:ext cx="2575521" cy="1672516"/>
                  <a:chOff x="8100574" y="3694542"/>
                  <a:chExt cx="2575521" cy="1672516"/>
                </a:xfrm>
              </p:grpSpPr>
              <p:sp>
                <p:nvSpPr>
                  <p:cNvPr id="486" name="Freeform 2">
                    <a:extLst>
                      <a:ext uri="{FF2B5EF4-FFF2-40B4-BE49-F238E27FC236}">
                        <a16:creationId xmlns:a16="http://schemas.microsoft.com/office/drawing/2014/main" id="{71259D81-A27E-87E5-518F-C62D416EB8D5}"/>
                      </a:ext>
                    </a:extLst>
                  </p:cNvPr>
                  <p:cNvSpPr>
                    <a:spLocks/>
                  </p:cNvSpPr>
                  <p:nvPr/>
                </p:nvSpPr>
                <p:spPr bwMode="auto">
                  <a:xfrm>
                    <a:off x="8100574" y="3694542"/>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87" name="Group 486">
                    <a:extLst>
                      <a:ext uri="{FF2B5EF4-FFF2-40B4-BE49-F238E27FC236}">
                        <a16:creationId xmlns:a16="http://schemas.microsoft.com/office/drawing/2014/main" id="{2527085A-CA80-BC5E-F299-7D5FA3E12D96}"/>
                      </a:ext>
                    </a:extLst>
                  </p:cNvPr>
                  <p:cNvGrpSpPr/>
                  <p:nvPr/>
                </p:nvGrpSpPr>
                <p:grpSpPr>
                  <a:xfrm>
                    <a:off x="8136838" y="3735782"/>
                    <a:ext cx="2402775" cy="1530043"/>
                    <a:chOff x="8136838" y="3735782"/>
                    <a:chExt cx="2402775" cy="1530043"/>
                  </a:xfrm>
                </p:grpSpPr>
                <p:grpSp>
                  <p:nvGrpSpPr>
                    <p:cNvPr id="488" name="Group 487">
                      <a:extLst>
                        <a:ext uri="{FF2B5EF4-FFF2-40B4-BE49-F238E27FC236}">
                          <a16:creationId xmlns:a16="http://schemas.microsoft.com/office/drawing/2014/main" id="{34662033-EFBA-2308-3DC1-2005B04FAC8D}"/>
                        </a:ext>
                      </a:extLst>
                    </p:cNvPr>
                    <p:cNvGrpSpPr/>
                    <p:nvPr/>
                  </p:nvGrpSpPr>
                  <p:grpSpPr>
                    <a:xfrm>
                      <a:off x="8324065" y="3830658"/>
                      <a:ext cx="2215548" cy="1435167"/>
                      <a:chOff x="833331" y="2873352"/>
                      <a:chExt cx="2333625" cy="1590649"/>
                    </a:xfrm>
                  </p:grpSpPr>
                  <p:grpSp>
                    <p:nvGrpSpPr>
                      <p:cNvPr id="490" name="Group 489">
                        <a:extLst>
                          <a:ext uri="{FF2B5EF4-FFF2-40B4-BE49-F238E27FC236}">
                            <a16:creationId xmlns:a16="http://schemas.microsoft.com/office/drawing/2014/main" id="{DACE513F-1343-E5FB-EFBE-548067C8489C}"/>
                          </a:ext>
                        </a:extLst>
                      </p:cNvPr>
                      <p:cNvGrpSpPr/>
                      <p:nvPr/>
                    </p:nvGrpSpPr>
                    <p:grpSpPr>
                      <a:xfrm>
                        <a:off x="1736090" y="2873352"/>
                        <a:ext cx="565150" cy="369332"/>
                        <a:chOff x="1736090" y="2873352"/>
                        <a:chExt cx="565150" cy="369332"/>
                      </a:xfrm>
                    </p:grpSpPr>
                    <p:grpSp>
                      <p:nvGrpSpPr>
                        <p:cNvPr id="539" name="Group 327">
                          <a:extLst>
                            <a:ext uri="{FF2B5EF4-FFF2-40B4-BE49-F238E27FC236}">
                              <a16:creationId xmlns:a16="http://schemas.microsoft.com/office/drawing/2014/main" id="{FD960F9A-8791-FD6F-0C24-BAD82B888502}"/>
                            </a:ext>
                          </a:extLst>
                        </p:cNvPr>
                        <p:cNvGrpSpPr>
                          <a:grpSpLocks/>
                        </p:cNvGrpSpPr>
                        <p:nvPr/>
                      </p:nvGrpSpPr>
                      <p:grpSpPr bwMode="auto">
                        <a:xfrm>
                          <a:off x="1736090" y="2893762"/>
                          <a:ext cx="565150" cy="292100"/>
                          <a:chOff x="1871277" y="1576300"/>
                          <a:chExt cx="1128371" cy="437861"/>
                        </a:xfrm>
                      </p:grpSpPr>
                      <p:sp>
                        <p:nvSpPr>
                          <p:cNvPr id="543" name="Oval 542">
                            <a:extLst>
                              <a:ext uri="{FF2B5EF4-FFF2-40B4-BE49-F238E27FC236}">
                                <a16:creationId xmlns:a16="http://schemas.microsoft.com/office/drawing/2014/main" id="{FF9A6027-B270-A0CA-94ED-05451F40E1F2}"/>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4" name="Rectangle 543">
                            <a:extLst>
                              <a:ext uri="{FF2B5EF4-FFF2-40B4-BE49-F238E27FC236}">
                                <a16:creationId xmlns:a16="http://schemas.microsoft.com/office/drawing/2014/main" id="{8C8C55DF-C587-9368-9394-4F9B48843B7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5" name="Oval 544">
                            <a:extLst>
                              <a:ext uri="{FF2B5EF4-FFF2-40B4-BE49-F238E27FC236}">
                                <a16:creationId xmlns:a16="http://schemas.microsoft.com/office/drawing/2014/main" id="{258EA303-DE79-9958-A05D-5D1CD9B9047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6" name="Freeform 583">
                            <a:extLst>
                              <a:ext uri="{FF2B5EF4-FFF2-40B4-BE49-F238E27FC236}">
                                <a16:creationId xmlns:a16="http://schemas.microsoft.com/office/drawing/2014/main" id="{E77A2CB8-9CCD-A7AC-BB0C-0857D4F1D9D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7" name="Freeform 584">
                            <a:extLst>
                              <a:ext uri="{FF2B5EF4-FFF2-40B4-BE49-F238E27FC236}">
                                <a16:creationId xmlns:a16="http://schemas.microsoft.com/office/drawing/2014/main" id="{57CA9F7B-639B-BDD3-AA26-212EBD7A75E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8" name="Freeform 585">
                            <a:extLst>
                              <a:ext uri="{FF2B5EF4-FFF2-40B4-BE49-F238E27FC236}">
                                <a16:creationId xmlns:a16="http://schemas.microsoft.com/office/drawing/2014/main" id="{8267BD7F-066E-BC18-0597-09C06B83D7A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9" name="Freeform 586">
                            <a:extLst>
                              <a:ext uri="{FF2B5EF4-FFF2-40B4-BE49-F238E27FC236}">
                                <a16:creationId xmlns:a16="http://schemas.microsoft.com/office/drawing/2014/main" id="{046D9E65-23F8-37D3-7B3C-BCDF4646F3D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0" name="Straight Connector 549">
                            <a:extLst>
                              <a:ext uri="{FF2B5EF4-FFF2-40B4-BE49-F238E27FC236}">
                                <a16:creationId xmlns:a16="http://schemas.microsoft.com/office/drawing/2014/main" id="{20D35582-BB54-A655-20DF-1608B24257F4}"/>
                              </a:ext>
                            </a:extLst>
                          </p:cNvPr>
                          <p:cNvCxnSpPr>
                            <a:endCxn id="54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51" name="Straight Connector 550">
                            <a:extLst>
                              <a:ext uri="{FF2B5EF4-FFF2-40B4-BE49-F238E27FC236}">
                                <a16:creationId xmlns:a16="http://schemas.microsoft.com/office/drawing/2014/main" id="{4DDE4EF2-2090-8C62-ACA4-E67C964E16C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40" name="Group 539">
                          <a:extLst>
                            <a:ext uri="{FF2B5EF4-FFF2-40B4-BE49-F238E27FC236}">
                              <a16:creationId xmlns:a16="http://schemas.microsoft.com/office/drawing/2014/main" id="{566A8DCA-801A-F36F-D8FC-5F5E7ECDE36C}"/>
                            </a:ext>
                          </a:extLst>
                        </p:cNvPr>
                        <p:cNvGrpSpPr/>
                        <p:nvPr/>
                      </p:nvGrpSpPr>
                      <p:grpSpPr>
                        <a:xfrm>
                          <a:off x="1770362" y="2873352"/>
                          <a:ext cx="441422" cy="369332"/>
                          <a:chOff x="667045" y="1708643"/>
                          <a:chExt cx="441422" cy="369332"/>
                        </a:xfrm>
                      </p:grpSpPr>
                      <p:sp>
                        <p:nvSpPr>
                          <p:cNvPr id="541" name="Oval 540">
                            <a:extLst>
                              <a:ext uri="{FF2B5EF4-FFF2-40B4-BE49-F238E27FC236}">
                                <a16:creationId xmlns:a16="http://schemas.microsoft.com/office/drawing/2014/main" id="{87292275-56D4-0BD6-8157-DDE43D1BFA2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2" name="TextBox 541">
                            <a:extLst>
                              <a:ext uri="{FF2B5EF4-FFF2-40B4-BE49-F238E27FC236}">
                                <a16:creationId xmlns:a16="http://schemas.microsoft.com/office/drawing/2014/main" id="{A4CD1770-8E92-7DE6-EDA1-7053E32FE32D}"/>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491" name="Group 490">
                        <a:extLst>
                          <a:ext uri="{FF2B5EF4-FFF2-40B4-BE49-F238E27FC236}">
                            <a16:creationId xmlns:a16="http://schemas.microsoft.com/office/drawing/2014/main" id="{F52B7164-15EB-3A8B-63EA-F8DBAC491E60}"/>
                          </a:ext>
                        </a:extLst>
                      </p:cNvPr>
                      <p:cNvGrpSpPr/>
                      <p:nvPr/>
                    </p:nvGrpSpPr>
                    <p:grpSpPr>
                      <a:xfrm>
                        <a:off x="1740320" y="4094669"/>
                        <a:ext cx="565150" cy="369332"/>
                        <a:chOff x="1736090" y="2873352"/>
                        <a:chExt cx="565150" cy="369332"/>
                      </a:xfrm>
                    </p:grpSpPr>
                    <p:grpSp>
                      <p:nvGrpSpPr>
                        <p:cNvPr id="526" name="Group 327">
                          <a:extLst>
                            <a:ext uri="{FF2B5EF4-FFF2-40B4-BE49-F238E27FC236}">
                              <a16:creationId xmlns:a16="http://schemas.microsoft.com/office/drawing/2014/main" id="{89617318-A8AD-9D59-0822-935BCD521DA2}"/>
                            </a:ext>
                          </a:extLst>
                        </p:cNvPr>
                        <p:cNvGrpSpPr>
                          <a:grpSpLocks/>
                        </p:cNvGrpSpPr>
                        <p:nvPr/>
                      </p:nvGrpSpPr>
                      <p:grpSpPr bwMode="auto">
                        <a:xfrm>
                          <a:off x="1736090" y="2893762"/>
                          <a:ext cx="565150" cy="292100"/>
                          <a:chOff x="1871277" y="1576300"/>
                          <a:chExt cx="1128371" cy="437861"/>
                        </a:xfrm>
                      </p:grpSpPr>
                      <p:sp>
                        <p:nvSpPr>
                          <p:cNvPr id="530" name="Oval 529">
                            <a:extLst>
                              <a:ext uri="{FF2B5EF4-FFF2-40B4-BE49-F238E27FC236}">
                                <a16:creationId xmlns:a16="http://schemas.microsoft.com/office/drawing/2014/main" id="{3577497D-D550-C4C0-A152-6F1E4099880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31" name="Rectangle 530">
                            <a:extLst>
                              <a:ext uri="{FF2B5EF4-FFF2-40B4-BE49-F238E27FC236}">
                                <a16:creationId xmlns:a16="http://schemas.microsoft.com/office/drawing/2014/main" id="{EC2D6000-0C89-245E-2099-7DD63A3EE80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2" name="Oval 531">
                            <a:extLst>
                              <a:ext uri="{FF2B5EF4-FFF2-40B4-BE49-F238E27FC236}">
                                <a16:creationId xmlns:a16="http://schemas.microsoft.com/office/drawing/2014/main" id="{8887A5E9-9D20-CCD1-EC4B-9BDC89E77D5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33" name="Freeform 570">
                            <a:extLst>
                              <a:ext uri="{FF2B5EF4-FFF2-40B4-BE49-F238E27FC236}">
                                <a16:creationId xmlns:a16="http://schemas.microsoft.com/office/drawing/2014/main" id="{B1561DC6-39A3-82D2-0B00-F7434FB2646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4" name="Freeform 571">
                            <a:extLst>
                              <a:ext uri="{FF2B5EF4-FFF2-40B4-BE49-F238E27FC236}">
                                <a16:creationId xmlns:a16="http://schemas.microsoft.com/office/drawing/2014/main" id="{545772B2-D64E-50B1-DDA7-F4A9DB1FD6C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5" name="Freeform 572">
                            <a:extLst>
                              <a:ext uri="{FF2B5EF4-FFF2-40B4-BE49-F238E27FC236}">
                                <a16:creationId xmlns:a16="http://schemas.microsoft.com/office/drawing/2014/main" id="{08C46DB2-E8E9-4EF2-F818-96C00C16C4F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6" name="Freeform 573">
                            <a:extLst>
                              <a:ext uri="{FF2B5EF4-FFF2-40B4-BE49-F238E27FC236}">
                                <a16:creationId xmlns:a16="http://schemas.microsoft.com/office/drawing/2014/main" id="{2EA2D424-CE3F-424B-ABE3-FD2F25062FF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37" name="Straight Connector 536">
                            <a:extLst>
                              <a:ext uri="{FF2B5EF4-FFF2-40B4-BE49-F238E27FC236}">
                                <a16:creationId xmlns:a16="http://schemas.microsoft.com/office/drawing/2014/main" id="{447BF843-50F5-BD25-21BC-252175A12FBC}"/>
                              </a:ext>
                            </a:extLst>
                          </p:cNvPr>
                          <p:cNvCxnSpPr>
                            <a:endCxn id="53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38" name="Straight Connector 537">
                            <a:extLst>
                              <a:ext uri="{FF2B5EF4-FFF2-40B4-BE49-F238E27FC236}">
                                <a16:creationId xmlns:a16="http://schemas.microsoft.com/office/drawing/2014/main" id="{12AC4E46-A3D3-9B0D-082B-48A2596986DF}"/>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27" name="Group 526">
                          <a:extLst>
                            <a:ext uri="{FF2B5EF4-FFF2-40B4-BE49-F238E27FC236}">
                              <a16:creationId xmlns:a16="http://schemas.microsoft.com/office/drawing/2014/main" id="{406861DA-41AE-BFA1-4163-EFD4EFD13731}"/>
                            </a:ext>
                          </a:extLst>
                        </p:cNvPr>
                        <p:cNvGrpSpPr/>
                        <p:nvPr/>
                      </p:nvGrpSpPr>
                      <p:grpSpPr>
                        <a:xfrm>
                          <a:off x="1770362" y="2873352"/>
                          <a:ext cx="441422" cy="369332"/>
                          <a:chOff x="667045" y="1708643"/>
                          <a:chExt cx="441422" cy="369332"/>
                        </a:xfrm>
                      </p:grpSpPr>
                      <p:sp>
                        <p:nvSpPr>
                          <p:cNvPr id="528" name="Oval 527">
                            <a:extLst>
                              <a:ext uri="{FF2B5EF4-FFF2-40B4-BE49-F238E27FC236}">
                                <a16:creationId xmlns:a16="http://schemas.microsoft.com/office/drawing/2014/main" id="{8BF2B372-3E00-9207-11AB-D8CD6415C73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9" name="TextBox 528">
                            <a:extLst>
                              <a:ext uri="{FF2B5EF4-FFF2-40B4-BE49-F238E27FC236}">
                                <a16:creationId xmlns:a16="http://schemas.microsoft.com/office/drawing/2014/main" id="{2E3C8AF9-FB3E-F543-06E0-A105617AA6F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492" name="Group 491">
                        <a:extLst>
                          <a:ext uri="{FF2B5EF4-FFF2-40B4-BE49-F238E27FC236}">
                            <a16:creationId xmlns:a16="http://schemas.microsoft.com/office/drawing/2014/main" id="{8B360B15-95DB-1BD2-04D1-BA18C89737C9}"/>
                          </a:ext>
                        </a:extLst>
                      </p:cNvPr>
                      <p:cNvGrpSpPr/>
                      <p:nvPr/>
                    </p:nvGrpSpPr>
                    <p:grpSpPr>
                      <a:xfrm>
                        <a:off x="2601806" y="3485072"/>
                        <a:ext cx="565150" cy="369332"/>
                        <a:chOff x="1736090" y="2873352"/>
                        <a:chExt cx="565150" cy="369332"/>
                      </a:xfrm>
                    </p:grpSpPr>
                    <p:grpSp>
                      <p:nvGrpSpPr>
                        <p:cNvPr id="513" name="Group 327">
                          <a:extLst>
                            <a:ext uri="{FF2B5EF4-FFF2-40B4-BE49-F238E27FC236}">
                              <a16:creationId xmlns:a16="http://schemas.microsoft.com/office/drawing/2014/main" id="{6E01AEA8-D271-9795-2E31-A8D3A7A53575}"/>
                            </a:ext>
                          </a:extLst>
                        </p:cNvPr>
                        <p:cNvGrpSpPr>
                          <a:grpSpLocks/>
                        </p:cNvGrpSpPr>
                        <p:nvPr/>
                      </p:nvGrpSpPr>
                      <p:grpSpPr bwMode="auto">
                        <a:xfrm>
                          <a:off x="1736090" y="2893762"/>
                          <a:ext cx="565150" cy="292100"/>
                          <a:chOff x="1871277" y="1576300"/>
                          <a:chExt cx="1128371" cy="437861"/>
                        </a:xfrm>
                      </p:grpSpPr>
                      <p:sp>
                        <p:nvSpPr>
                          <p:cNvPr id="517" name="Oval 516">
                            <a:extLst>
                              <a:ext uri="{FF2B5EF4-FFF2-40B4-BE49-F238E27FC236}">
                                <a16:creationId xmlns:a16="http://schemas.microsoft.com/office/drawing/2014/main" id="{9D6A6FA1-280C-59CB-2BE1-614D0BEC3F4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18" name="Rectangle 517">
                            <a:extLst>
                              <a:ext uri="{FF2B5EF4-FFF2-40B4-BE49-F238E27FC236}">
                                <a16:creationId xmlns:a16="http://schemas.microsoft.com/office/drawing/2014/main" id="{5A449FA1-3B63-5147-AC43-2EDB728A900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9" name="Oval 518">
                            <a:extLst>
                              <a:ext uri="{FF2B5EF4-FFF2-40B4-BE49-F238E27FC236}">
                                <a16:creationId xmlns:a16="http://schemas.microsoft.com/office/drawing/2014/main" id="{083C2AD5-0941-EF53-1204-69BFF4C1554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0" name="Freeform 557">
                            <a:extLst>
                              <a:ext uri="{FF2B5EF4-FFF2-40B4-BE49-F238E27FC236}">
                                <a16:creationId xmlns:a16="http://schemas.microsoft.com/office/drawing/2014/main" id="{85E13241-4087-8BB0-B997-60D601F75B8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1" name="Freeform 558">
                            <a:extLst>
                              <a:ext uri="{FF2B5EF4-FFF2-40B4-BE49-F238E27FC236}">
                                <a16:creationId xmlns:a16="http://schemas.microsoft.com/office/drawing/2014/main" id="{3AEC61B3-75BF-C762-4B1D-98CFFD7AA79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2" name="Freeform 559">
                            <a:extLst>
                              <a:ext uri="{FF2B5EF4-FFF2-40B4-BE49-F238E27FC236}">
                                <a16:creationId xmlns:a16="http://schemas.microsoft.com/office/drawing/2014/main" id="{DEBD8229-22BD-5280-D8AE-C3D733461CFE}"/>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3" name="Freeform 560">
                            <a:extLst>
                              <a:ext uri="{FF2B5EF4-FFF2-40B4-BE49-F238E27FC236}">
                                <a16:creationId xmlns:a16="http://schemas.microsoft.com/office/drawing/2014/main" id="{AF2DE88A-E976-9D93-4E15-4FED89271D8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24" name="Straight Connector 523">
                            <a:extLst>
                              <a:ext uri="{FF2B5EF4-FFF2-40B4-BE49-F238E27FC236}">
                                <a16:creationId xmlns:a16="http://schemas.microsoft.com/office/drawing/2014/main" id="{D1CFFFD4-1714-DA50-1D1F-9FE214F9C03D}"/>
                              </a:ext>
                            </a:extLst>
                          </p:cNvPr>
                          <p:cNvCxnSpPr>
                            <a:endCxn id="51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25" name="Straight Connector 524">
                            <a:extLst>
                              <a:ext uri="{FF2B5EF4-FFF2-40B4-BE49-F238E27FC236}">
                                <a16:creationId xmlns:a16="http://schemas.microsoft.com/office/drawing/2014/main" id="{A3258290-F747-BDCB-6A3D-0BEF065AC24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14" name="Group 513">
                          <a:extLst>
                            <a:ext uri="{FF2B5EF4-FFF2-40B4-BE49-F238E27FC236}">
                              <a16:creationId xmlns:a16="http://schemas.microsoft.com/office/drawing/2014/main" id="{812CCA67-ACD6-4A57-9506-72662380DF2A}"/>
                            </a:ext>
                          </a:extLst>
                        </p:cNvPr>
                        <p:cNvGrpSpPr/>
                        <p:nvPr/>
                      </p:nvGrpSpPr>
                      <p:grpSpPr>
                        <a:xfrm>
                          <a:off x="1770362" y="2873352"/>
                          <a:ext cx="428460" cy="369332"/>
                          <a:chOff x="667045" y="1708643"/>
                          <a:chExt cx="428460" cy="369332"/>
                        </a:xfrm>
                      </p:grpSpPr>
                      <p:sp>
                        <p:nvSpPr>
                          <p:cNvPr id="515" name="Oval 514">
                            <a:extLst>
                              <a:ext uri="{FF2B5EF4-FFF2-40B4-BE49-F238E27FC236}">
                                <a16:creationId xmlns:a16="http://schemas.microsoft.com/office/drawing/2014/main" id="{E1FF9EBF-9E23-44A8-5281-43F8652DBF1A}"/>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6" name="TextBox 515">
                            <a:extLst>
                              <a:ext uri="{FF2B5EF4-FFF2-40B4-BE49-F238E27FC236}">
                                <a16:creationId xmlns:a16="http://schemas.microsoft.com/office/drawing/2014/main" id="{A8E6E27F-8281-A688-0062-1ABDA3BCBED1}"/>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493" name="Group 492">
                        <a:extLst>
                          <a:ext uri="{FF2B5EF4-FFF2-40B4-BE49-F238E27FC236}">
                            <a16:creationId xmlns:a16="http://schemas.microsoft.com/office/drawing/2014/main" id="{D4512831-FB89-ECD9-8047-F7D8B2FC35CC}"/>
                          </a:ext>
                        </a:extLst>
                      </p:cNvPr>
                      <p:cNvGrpSpPr/>
                      <p:nvPr/>
                    </p:nvGrpSpPr>
                    <p:grpSpPr>
                      <a:xfrm>
                        <a:off x="833331" y="3478719"/>
                        <a:ext cx="565150" cy="369332"/>
                        <a:chOff x="1736090" y="2873352"/>
                        <a:chExt cx="565150" cy="369332"/>
                      </a:xfrm>
                    </p:grpSpPr>
                    <p:grpSp>
                      <p:nvGrpSpPr>
                        <p:cNvPr id="499" name="Group 327">
                          <a:extLst>
                            <a:ext uri="{FF2B5EF4-FFF2-40B4-BE49-F238E27FC236}">
                              <a16:creationId xmlns:a16="http://schemas.microsoft.com/office/drawing/2014/main" id="{5C80C034-C570-B4B7-C76E-F1D1A7724CE1}"/>
                            </a:ext>
                          </a:extLst>
                        </p:cNvPr>
                        <p:cNvGrpSpPr>
                          <a:grpSpLocks/>
                        </p:cNvGrpSpPr>
                        <p:nvPr/>
                      </p:nvGrpSpPr>
                      <p:grpSpPr bwMode="auto">
                        <a:xfrm>
                          <a:off x="1736090" y="2893762"/>
                          <a:ext cx="565150" cy="292100"/>
                          <a:chOff x="1871277" y="1576300"/>
                          <a:chExt cx="1128371" cy="437861"/>
                        </a:xfrm>
                      </p:grpSpPr>
                      <p:sp>
                        <p:nvSpPr>
                          <p:cNvPr id="503" name="Oval 502">
                            <a:extLst>
                              <a:ext uri="{FF2B5EF4-FFF2-40B4-BE49-F238E27FC236}">
                                <a16:creationId xmlns:a16="http://schemas.microsoft.com/office/drawing/2014/main" id="{376AA8C7-109E-A57A-2242-1C377A3E89C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4" name="Rectangle 503">
                            <a:extLst>
                              <a:ext uri="{FF2B5EF4-FFF2-40B4-BE49-F238E27FC236}">
                                <a16:creationId xmlns:a16="http://schemas.microsoft.com/office/drawing/2014/main" id="{7E1C320A-4D80-C165-02B6-91635886BEC3}"/>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5" name="Oval 504">
                            <a:extLst>
                              <a:ext uri="{FF2B5EF4-FFF2-40B4-BE49-F238E27FC236}">
                                <a16:creationId xmlns:a16="http://schemas.microsoft.com/office/drawing/2014/main" id="{AA3DA002-8213-B2C8-0599-1EDF38F49A4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6" name="Freeform 544">
                            <a:extLst>
                              <a:ext uri="{FF2B5EF4-FFF2-40B4-BE49-F238E27FC236}">
                                <a16:creationId xmlns:a16="http://schemas.microsoft.com/office/drawing/2014/main" id="{D08870D7-A1EA-9AFA-492A-FB717372E43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7" name="Freeform 545">
                            <a:extLst>
                              <a:ext uri="{FF2B5EF4-FFF2-40B4-BE49-F238E27FC236}">
                                <a16:creationId xmlns:a16="http://schemas.microsoft.com/office/drawing/2014/main" id="{8D74A543-ADF6-8714-3940-8CE49563163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8" name="Freeform 546">
                            <a:extLst>
                              <a:ext uri="{FF2B5EF4-FFF2-40B4-BE49-F238E27FC236}">
                                <a16:creationId xmlns:a16="http://schemas.microsoft.com/office/drawing/2014/main" id="{B29D92D7-DAB3-0F12-D1EA-5A14597995FE}"/>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0" name="Freeform 547">
                            <a:extLst>
                              <a:ext uri="{FF2B5EF4-FFF2-40B4-BE49-F238E27FC236}">
                                <a16:creationId xmlns:a16="http://schemas.microsoft.com/office/drawing/2014/main" id="{F663AC8A-CC68-7879-7AFC-C13C8AF63D9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11" name="Straight Connector 510">
                            <a:extLst>
                              <a:ext uri="{FF2B5EF4-FFF2-40B4-BE49-F238E27FC236}">
                                <a16:creationId xmlns:a16="http://schemas.microsoft.com/office/drawing/2014/main" id="{CF821752-1048-4DCF-CC86-A41F5907519B}"/>
                              </a:ext>
                            </a:extLst>
                          </p:cNvPr>
                          <p:cNvCxnSpPr>
                            <a:endCxn id="50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12" name="Straight Connector 511">
                            <a:extLst>
                              <a:ext uri="{FF2B5EF4-FFF2-40B4-BE49-F238E27FC236}">
                                <a16:creationId xmlns:a16="http://schemas.microsoft.com/office/drawing/2014/main" id="{E47D8296-5C32-C13A-7BEA-C05EC600BE7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00" name="Group 499">
                          <a:extLst>
                            <a:ext uri="{FF2B5EF4-FFF2-40B4-BE49-F238E27FC236}">
                              <a16:creationId xmlns:a16="http://schemas.microsoft.com/office/drawing/2014/main" id="{3430F0E6-2983-AE03-632A-59D7E1850B76}"/>
                            </a:ext>
                          </a:extLst>
                        </p:cNvPr>
                        <p:cNvGrpSpPr/>
                        <p:nvPr/>
                      </p:nvGrpSpPr>
                      <p:grpSpPr>
                        <a:xfrm>
                          <a:off x="1770362" y="2873352"/>
                          <a:ext cx="441422" cy="369332"/>
                          <a:chOff x="667045" y="1708643"/>
                          <a:chExt cx="441422" cy="369332"/>
                        </a:xfrm>
                      </p:grpSpPr>
                      <p:sp>
                        <p:nvSpPr>
                          <p:cNvPr id="501" name="Oval 500">
                            <a:extLst>
                              <a:ext uri="{FF2B5EF4-FFF2-40B4-BE49-F238E27FC236}">
                                <a16:creationId xmlns:a16="http://schemas.microsoft.com/office/drawing/2014/main" id="{454701F9-E1C9-03D4-B1E7-A513B3773BF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2" name="TextBox 501">
                            <a:extLst>
                              <a:ext uri="{FF2B5EF4-FFF2-40B4-BE49-F238E27FC236}">
                                <a16:creationId xmlns:a16="http://schemas.microsoft.com/office/drawing/2014/main" id="{7317F6CF-72F7-E66C-3D24-F4595DBF1FE2}"/>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494" name="Straight Connector 493">
                        <a:extLst>
                          <a:ext uri="{FF2B5EF4-FFF2-40B4-BE49-F238E27FC236}">
                            <a16:creationId xmlns:a16="http://schemas.microsoft.com/office/drawing/2014/main" id="{13011231-255B-80E9-C4E0-1C2185F03F07}"/>
                          </a:ext>
                        </a:extLst>
                      </p:cNvPr>
                      <p:cNvCxnSpPr>
                        <a:stCxn id="542" idx="2"/>
                        <a:endCxn id="529"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5" name="Straight Connector 494">
                        <a:extLst>
                          <a:ext uri="{FF2B5EF4-FFF2-40B4-BE49-F238E27FC236}">
                            <a16:creationId xmlns:a16="http://schemas.microsoft.com/office/drawing/2014/main" id="{BBF9B230-0229-C9F0-7BC9-A668138CAE2F}"/>
                          </a:ext>
                        </a:extLst>
                      </p:cNvPr>
                      <p:cNvCxnSpPr/>
                      <p:nvPr/>
                    </p:nvCxnSpPr>
                    <p:spPr bwMode="auto">
                      <a:xfrm>
                        <a:off x="1407477" y="3648621"/>
                        <a:ext cx="1204913" cy="635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6" name="Straight Connector 495">
                        <a:extLst>
                          <a:ext uri="{FF2B5EF4-FFF2-40B4-BE49-F238E27FC236}">
                            <a16:creationId xmlns:a16="http://schemas.microsoft.com/office/drawing/2014/main" id="{3916EE27-C0F2-5473-7F71-06E2437B7EEF}"/>
                          </a:ext>
                        </a:extLst>
                      </p:cNvPr>
                      <p:cNvCxnSpPr>
                        <a:stCxn id="543"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7" name="Straight Connector 496">
                        <a:extLst>
                          <a:ext uri="{FF2B5EF4-FFF2-40B4-BE49-F238E27FC236}">
                            <a16:creationId xmlns:a16="http://schemas.microsoft.com/office/drawing/2014/main" id="{5990A828-CEDB-DDBD-3082-5E5F416DC84B}"/>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8" name="Straight Connector 497">
                        <a:extLst>
                          <a:ext uri="{FF2B5EF4-FFF2-40B4-BE49-F238E27FC236}">
                            <a16:creationId xmlns:a16="http://schemas.microsoft.com/office/drawing/2014/main" id="{856A5ABD-215D-35DC-1719-EDE9BD8A7B3E}"/>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489" name="TextBox 488">
                      <a:extLst>
                        <a:ext uri="{FF2B5EF4-FFF2-40B4-BE49-F238E27FC236}">
                          <a16:creationId xmlns:a16="http://schemas.microsoft.com/office/drawing/2014/main" id="{97BB0B6A-C7CA-CCB4-FC3C-43C757DF8E77}"/>
                        </a:ext>
                      </a:extLst>
                    </p:cNvPr>
                    <p:cNvSpPr txBox="1"/>
                    <p:nvPr/>
                  </p:nvSpPr>
                  <p:spPr>
                    <a:xfrm>
                      <a:off x="8136838" y="373578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grpSp>
            </p:grpSp>
            <p:grpSp>
              <p:nvGrpSpPr>
                <p:cNvPr id="34" name="Group 33">
                  <a:extLst>
                    <a:ext uri="{FF2B5EF4-FFF2-40B4-BE49-F238E27FC236}">
                      <a16:creationId xmlns:a16="http://schemas.microsoft.com/office/drawing/2014/main" id="{5F202C13-E696-E173-DD3E-E5A845B607FF}"/>
                    </a:ext>
                  </a:extLst>
                </p:cNvPr>
                <p:cNvGrpSpPr/>
                <p:nvPr/>
              </p:nvGrpSpPr>
              <p:grpSpPr>
                <a:xfrm>
                  <a:off x="1426553" y="4136253"/>
                  <a:ext cx="3452487" cy="1719017"/>
                  <a:chOff x="1426553" y="4136253"/>
                  <a:chExt cx="3452487" cy="1719017"/>
                </a:xfrm>
              </p:grpSpPr>
              <p:grpSp>
                <p:nvGrpSpPr>
                  <p:cNvPr id="36" name="Group 35">
                    <a:extLst>
                      <a:ext uri="{FF2B5EF4-FFF2-40B4-BE49-F238E27FC236}">
                        <a16:creationId xmlns:a16="http://schemas.microsoft.com/office/drawing/2014/main" id="{6F95203D-480D-FF0D-C20E-66BF07895471}"/>
                      </a:ext>
                    </a:extLst>
                  </p:cNvPr>
                  <p:cNvGrpSpPr/>
                  <p:nvPr/>
                </p:nvGrpSpPr>
                <p:grpSpPr>
                  <a:xfrm>
                    <a:off x="1426553" y="4136253"/>
                    <a:ext cx="2557336" cy="1719017"/>
                    <a:chOff x="-2170772" y="2784954"/>
                    <a:chExt cx="2712783" cy="1853712"/>
                  </a:xfrm>
                </p:grpSpPr>
                <p:sp>
                  <p:nvSpPr>
                    <p:cNvPr id="39" name="Freeform 2">
                      <a:extLst>
                        <a:ext uri="{FF2B5EF4-FFF2-40B4-BE49-F238E27FC236}">
                          <a16:creationId xmlns:a16="http://schemas.microsoft.com/office/drawing/2014/main" id="{8D05C59F-2742-47D7-4F4C-425C2F451C62}"/>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0" name="Group 39">
                      <a:extLst>
                        <a:ext uri="{FF2B5EF4-FFF2-40B4-BE49-F238E27FC236}">
                          <a16:creationId xmlns:a16="http://schemas.microsoft.com/office/drawing/2014/main" id="{7B3F87E3-9C49-8648-BE38-D64FEE8A14CF}"/>
                        </a:ext>
                      </a:extLst>
                    </p:cNvPr>
                    <p:cNvGrpSpPr/>
                    <p:nvPr/>
                  </p:nvGrpSpPr>
                  <p:grpSpPr>
                    <a:xfrm>
                      <a:off x="-1935370" y="2935816"/>
                      <a:ext cx="2333625" cy="1590649"/>
                      <a:chOff x="833331" y="2873352"/>
                      <a:chExt cx="2333625" cy="1590649"/>
                    </a:xfrm>
                  </p:grpSpPr>
                  <p:grpSp>
                    <p:nvGrpSpPr>
                      <p:cNvPr id="41" name="Group 40">
                        <a:extLst>
                          <a:ext uri="{FF2B5EF4-FFF2-40B4-BE49-F238E27FC236}">
                            <a16:creationId xmlns:a16="http://schemas.microsoft.com/office/drawing/2014/main" id="{E4D3FB5D-E8D6-2806-6C55-B485DCA9F5F5}"/>
                          </a:ext>
                        </a:extLst>
                      </p:cNvPr>
                      <p:cNvGrpSpPr/>
                      <p:nvPr/>
                    </p:nvGrpSpPr>
                    <p:grpSpPr>
                      <a:xfrm>
                        <a:off x="1736090" y="2873352"/>
                        <a:ext cx="565150" cy="369332"/>
                        <a:chOff x="1736090" y="2873352"/>
                        <a:chExt cx="565150" cy="369332"/>
                      </a:xfrm>
                    </p:grpSpPr>
                    <p:grpSp>
                      <p:nvGrpSpPr>
                        <p:cNvPr id="473" name="Group 327">
                          <a:extLst>
                            <a:ext uri="{FF2B5EF4-FFF2-40B4-BE49-F238E27FC236}">
                              <a16:creationId xmlns:a16="http://schemas.microsoft.com/office/drawing/2014/main" id="{8E1EF6B8-4F91-895B-5806-22BD1C7751AB}"/>
                            </a:ext>
                          </a:extLst>
                        </p:cNvPr>
                        <p:cNvGrpSpPr>
                          <a:grpSpLocks/>
                        </p:cNvGrpSpPr>
                        <p:nvPr/>
                      </p:nvGrpSpPr>
                      <p:grpSpPr bwMode="auto">
                        <a:xfrm>
                          <a:off x="1736090" y="2893762"/>
                          <a:ext cx="565150" cy="292100"/>
                          <a:chOff x="1871277" y="1576300"/>
                          <a:chExt cx="1128371" cy="437861"/>
                        </a:xfrm>
                      </p:grpSpPr>
                      <p:sp>
                        <p:nvSpPr>
                          <p:cNvPr id="477" name="Oval 476">
                            <a:extLst>
                              <a:ext uri="{FF2B5EF4-FFF2-40B4-BE49-F238E27FC236}">
                                <a16:creationId xmlns:a16="http://schemas.microsoft.com/office/drawing/2014/main" id="{B34CFF31-7F11-0468-DDC7-AA8C2759A798}"/>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8" name="Rectangle 477">
                            <a:extLst>
                              <a:ext uri="{FF2B5EF4-FFF2-40B4-BE49-F238E27FC236}">
                                <a16:creationId xmlns:a16="http://schemas.microsoft.com/office/drawing/2014/main" id="{A02ABAE4-5841-FBD3-5B85-FEFDB7A60F3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9" name="Oval 478">
                            <a:extLst>
                              <a:ext uri="{FF2B5EF4-FFF2-40B4-BE49-F238E27FC236}">
                                <a16:creationId xmlns:a16="http://schemas.microsoft.com/office/drawing/2014/main" id="{50D4A2DF-5A2B-4F60-C03B-D7B1F5552B1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0" name="Freeform 518">
                            <a:extLst>
                              <a:ext uri="{FF2B5EF4-FFF2-40B4-BE49-F238E27FC236}">
                                <a16:creationId xmlns:a16="http://schemas.microsoft.com/office/drawing/2014/main" id="{8C77F221-2AB9-F28F-EC85-CF57496FD79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1" name="Freeform 519">
                            <a:extLst>
                              <a:ext uri="{FF2B5EF4-FFF2-40B4-BE49-F238E27FC236}">
                                <a16:creationId xmlns:a16="http://schemas.microsoft.com/office/drawing/2014/main" id="{27D0D1C5-022E-BA2C-3C64-F2A3162F1A0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2" name="Freeform 520">
                            <a:extLst>
                              <a:ext uri="{FF2B5EF4-FFF2-40B4-BE49-F238E27FC236}">
                                <a16:creationId xmlns:a16="http://schemas.microsoft.com/office/drawing/2014/main" id="{1A79FF50-20F4-0F4A-0EE9-DCD7CE714FD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3" name="Freeform 521">
                            <a:extLst>
                              <a:ext uri="{FF2B5EF4-FFF2-40B4-BE49-F238E27FC236}">
                                <a16:creationId xmlns:a16="http://schemas.microsoft.com/office/drawing/2014/main" id="{C34C4641-F534-588E-3483-AB4FB79B0FD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84" name="Straight Connector 483">
                            <a:extLst>
                              <a:ext uri="{FF2B5EF4-FFF2-40B4-BE49-F238E27FC236}">
                                <a16:creationId xmlns:a16="http://schemas.microsoft.com/office/drawing/2014/main" id="{90B65F15-2D62-8854-7091-7E9E28FAE411}"/>
                              </a:ext>
                            </a:extLst>
                          </p:cNvPr>
                          <p:cNvCxnSpPr>
                            <a:endCxn id="47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85" name="Straight Connector 484">
                            <a:extLst>
                              <a:ext uri="{FF2B5EF4-FFF2-40B4-BE49-F238E27FC236}">
                                <a16:creationId xmlns:a16="http://schemas.microsoft.com/office/drawing/2014/main" id="{3AB9B0E7-7614-66DF-9958-D7A52C68755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74" name="Group 473">
                          <a:extLst>
                            <a:ext uri="{FF2B5EF4-FFF2-40B4-BE49-F238E27FC236}">
                              <a16:creationId xmlns:a16="http://schemas.microsoft.com/office/drawing/2014/main" id="{9B22300D-F865-EE47-A2E9-DA09271AD025}"/>
                            </a:ext>
                          </a:extLst>
                        </p:cNvPr>
                        <p:cNvGrpSpPr/>
                        <p:nvPr/>
                      </p:nvGrpSpPr>
                      <p:grpSpPr>
                        <a:xfrm>
                          <a:off x="1770362" y="2873352"/>
                          <a:ext cx="441422" cy="369332"/>
                          <a:chOff x="667045" y="1708643"/>
                          <a:chExt cx="441422" cy="369332"/>
                        </a:xfrm>
                      </p:grpSpPr>
                      <p:sp>
                        <p:nvSpPr>
                          <p:cNvPr id="475" name="Oval 474">
                            <a:extLst>
                              <a:ext uri="{FF2B5EF4-FFF2-40B4-BE49-F238E27FC236}">
                                <a16:creationId xmlns:a16="http://schemas.microsoft.com/office/drawing/2014/main" id="{6B1ED056-2A44-6F19-AD26-50802DA2DF6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6" name="TextBox 475">
                            <a:extLst>
                              <a:ext uri="{FF2B5EF4-FFF2-40B4-BE49-F238E27FC236}">
                                <a16:creationId xmlns:a16="http://schemas.microsoft.com/office/drawing/2014/main" id="{859FCCEA-9F7D-9592-96F3-30C86EB71C23}"/>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42" name="Group 41">
                        <a:extLst>
                          <a:ext uri="{FF2B5EF4-FFF2-40B4-BE49-F238E27FC236}">
                            <a16:creationId xmlns:a16="http://schemas.microsoft.com/office/drawing/2014/main" id="{FBD3E800-8597-4799-CA4D-FED804FCBDFC}"/>
                          </a:ext>
                        </a:extLst>
                      </p:cNvPr>
                      <p:cNvGrpSpPr/>
                      <p:nvPr/>
                    </p:nvGrpSpPr>
                    <p:grpSpPr>
                      <a:xfrm>
                        <a:off x="1740320" y="4094669"/>
                        <a:ext cx="565150" cy="369332"/>
                        <a:chOff x="1736090" y="2873352"/>
                        <a:chExt cx="565150" cy="369332"/>
                      </a:xfrm>
                    </p:grpSpPr>
                    <p:grpSp>
                      <p:nvGrpSpPr>
                        <p:cNvPr id="460" name="Group 327">
                          <a:extLst>
                            <a:ext uri="{FF2B5EF4-FFF2-40B4-BE49-F238E27FC236}">
                              <a16:creationId xmlns:a16="http://schemas.microsoft.com/office/drawing/2014/main" id="{C64C40E5-507D-2504-CA97-EF6F4DC826C8}"/>
                            </a:ext>
                          </a:extLst>
                        </p:cNvPr>
                        <p:cNvGrpSpPr>
                          <a:grpSpLocks/>
                        </p:cNvGrpSpPr>
                        <p:nvPr/>
                      </p:nvGrpSpPr>
                      <p:grpSpPr bwMode="auto">
                        <a:xfrm>
                          <a:off x="1736090" y="2893762"/>
                          <a:ext cx="565150" cy="292100"/>
                          <a:chOff x="1871277" y="1576300"/>
                          <a:chExt cx="1128371" cy="437861"/>
                        </a:xfrm>
                      </p:grpSpPr>
                      <p:sp>
                        <p:nvSpPr>
                          <p:cNvPr id="464" name="Oval 463">
                            <a:extLst>
                              <a:ext uri="{FF2B5EF4-FFF2-40B4-BE49-F238E27FC236}">
                                <a16:creationId xmlns:a16="http://schemas.microsoft.com/office/drawing/2014/main" id="{A9D3E0B1-4D04-A115-38C2-801CADD414D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5" name="Rectangle 464">
                            <a:extLst>
                              <a:ext uri="{FF2B5EF4-FFF2-40B4-BE49-F238E27FC236}">
                                <a16:creationId xmlns:a16="http://schemas.microsoft.com/office/drawing/2014/main" id="{2E99F9E8-6EC6-95EC-5374-AC9D63433AA9}"/>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6" name="Oval 465">
                            <a:extLst>
                              <a:ext uri="{FF2B5EF4-FFF2-40B4-BE49-F238E27FC236}">
                                <a16:creationId xmlns:a16="http://schemas.microsoft.com/office/drawing/2014/main" id="{AE5E45A4-0B7B-7219-1EB2-82AEB1AA14D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7" name="Freeform 505">
                            <a:extLst>
                              <a:ext uri="{FF2B5EF4-FFF2-40B4-BE49-F238E27FC236}">
                                <a16:creationId xmlns:a16="http://schemas.microsoft.com/office/drawing/2014/main" id="{7442E548-CEDE-7A7C-E7E3-1C514B5348C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8" name="Freeform 506">
                            <a:extLst>
                              <a:ext uri="{FF2B5EF4-FFF2-40B4-BE49-F238E27FC236}">
                                <a16:creationId xmlns:a16="http://schemas.microsoft.com/office/drawing/2014/main" id="{CC26AADD-4D49-2C5F-6147-23E500D6572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9" name="Freeform 507">
                            <a:extLst>
                              <a:ext uri="{FF2B5EF4-FFF2-40B4-BE49-F238E27FC236}">
                                <a16:creationId xmlns:a16="http://schemas.microsoft.com/office/drawing/2014/main" id="{F01D1D79-BB01-4B4C-B675-6A0A13F8778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0" name="Freeform 508">
                            <a:extLst>
                              <a:ext uri="{FF2B5EF4-FFF2-40B4-BE49-F238E27FC236}">
                                <a16:creationId xmlns:a16="http://schemas.microsoft.com/office/drawing/2014/main" id="{90B058F0-48EC-4E74-CD20-2B5B60698E7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71" name="Straight Connector 470">
                            <a:extLst>
                              <a:ext uri="{FF2B5EF4-FFF2-40B4-BE49-F238E27FC236}">
                                <a16:creationId xmlns:a16="http://schemas.microsoft.com/office/drawing/2014/main" id="{E64F933B-71B7-B383-2284-54DA5DA32CA4}"/>
                              </a:ext>
                            </a:extLst>
                          </p:cNvPr>
                          <p:cNvCxnSpPr>
                            <a:endCxn id="46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72" name="Straight Connector 471">
                            <a:extLst>
                              <a:ext uri="{FF2B5EF4-FFF2-40B4-BE49-F238E27FC236}">
                                <a16:creationId xmlns:a16="http://schemas.microsoft.com/office/drawing/2014/main" id="{ED1FB5FF-5D48-6334-CA1E-61955992F3C9}"/>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61" name="Group 460">
                          <a:extLst>
                            <a:ext uri="{FF2B5EF4-FFF2-40B4-BE49-F238E27FC236}">
                              <a16:creationId xmlns:a16="http://schemas.microsoft.com/office/drawing/2014/main" id="{EBDBC791-E62E-B2FE-B13A-355DCDD9EDAB}"/>
                            </a:ext>
                          </a:extLst>
                        </p:cNvPr>
                        <p:cNvGrpSpPr/>
                        <p:nvPr/>
                      </p:nvGrpSpPr>
                      <p:grpSpPr>
                        <a:xfrm>
                          <a:off x="1770362" y="2873352"/>
                          <a:ext cx="441422" cy="369332"/>
                          <a:chOff x="667045" y="1708643"/>
                          <a:chExt cx="441422" cy="369332"/>
                        </a:xfrm>
                      </p:grpSpPr>
                      <p:sp>
                        <p:nvSpPr>
                          <p:cNvPr id="462" name="Oval 461">
                            <a:extLst>
                              <a:ext uri="{FF2B5EF4-FFF2-40B4-BE49-F238E27FC236}">
                                <a16:creationId xmlns:a16="http://schemas.microsoft.com/office/drawing/2014/main" id="{9AC9B562-FB1A-F4BD-BA52-0844B7D1740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3" name="TextBox 462">
                            <a:extLst>
                              <a:ext uri="{FF2B5EF4-FFF2-40B4-BE49-F238E27FC236}">
                                <a16:creationId xmlns:a16="http://schemas.microsoft.com/office/drawing/2014/main" id="{94DD8E22-037D-8DF7-32D5-25D02117EA5D}"/>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43" name="Group 42">
                        <a:extLst>
                          <a:ext uri="{FF2B5EF4-FFF2-40B4-BE49-F238E27FC236}">
                            <a16:creationId xmlns:a16="http://schemas.microsoft.com/office/drawing/2014/main" id="{9BE87E3D-6163-8EFE-C641-04516CF9F828}"/>
                          </a:ext>
                        </a:extLst>
                      </p:cNvPr>
                      <p:cNvGrpSpPr/>
                      <p:nvPr/>
                    </p:nvGrpSpPr>
                    <p:grpSpPr>
                      <a:xfrm>
                        <a:off x="2601806" y="3485072"/>
                        <a:ext cx="565150" cy="369332"/>
                        <a:chOff x="1736090" y="2873352"/>
                        <a:chExt cx="565150" cy="369332"/>
                      </a:xfrm>
                    </p:grpSpPr>
                    <p:grpSp>
                      <p:nvGrpSpPr>
                        <p:cNvPr id="63" name="Group 327">
                          <a:extLst>
                            <a:ext uri="{FF2B5EF4-FFF2-40B4-BE49-F238E27FC236}">
                              <a16:creationId xmlns:a16="http://schemas.microsoft.com/office/drawing/2014/main" id="{AFEA8BCD-9A1F-1862-623C-07207EFBC63D}"/>
                            </a:ext>
                          </a:extLst>
                        </p:cNvPr>
                        <p:cNvGrpSpPr>
                          <a:grpSpLocks/>
                        </p:cNvGrpSpPr>
                        <p:nvPr/>
                      </p:nvGrpSpPr>
                      <p:grpSpPr bwMode="auto">
                        <a:xfrm>
                          <a:off x="1736090" y="2893762"/>
                          <a:ext cx="565150" cy="292100"/>
                          <a:chOff x="1871277" y="1576300"/>
                          <a:chExt cx="1128371" cy="437861"/>
                        </a:xfrm>
                      </p:grpSpPr>
                      <p:sp>
                        <p:nvSpPr>
                          <p:cNvPr id="451" name="Oval 450">
                            <a:extLst>
                              <a:ext uri="{FF2B5EF4-FFF2-40B4-BE49-F238E27FC236}">
                                <a16:creationId xmlns:a16="http://schemas.microsoft.com/office/drawing/2014/main" id="{F9A5890C-2CC1-3187-B4D6-BF88BD91A86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2" name="Rectangle 451">
                            <a:extLst>
                              <a:ext uri="{FF2B5EF4-FFF2-40B4-BE49-F238E27FC236}">
                                <a16:creationId xmlns:a16="http://schemas.microsoft.com/office/drawing/2014/main" id="{49670BA8-2300-2E39-58CF-AB8D3EC69E57}"/>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3" name="Oval 452">
                            <a:extLst>
                              <a:ext uri="{FF2B5EF4-FFF2-40B4-BE49-F238E27FC236}">
                                <a16:creationId xmlns:a16="http://schemas.microsoft.com/office/drawing/2014/main" id="{703631BB-AC06-8C9F-E298-FD5ED472D0C5}"/>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4" name="Freeform 492">
                            <a:extLst>
                              <a:ext uri="{FF2B5EF4-FFF2-40B4-BE49-F238E27FC236}">
                                <a16:creationId xmlns:a16="http://schemas.microsoft.com/office/drawing/2014/main" id="{C977EE4C-04B7-2184-52A8-E798688377A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5" name="Freeform 493">
                            <a:extLst>
                              <a:ext uri="{FF2B5EF4-FFF2-40B4-BE49-F238E27FC236}">
                                <a16:creationId xmlns:a16="http://schemas.microsoft.com/office/drawing/2014/main" id="{EDAFA538-7A31-8D2C-21BC-E3AAF645FEB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6" name="Freeform 494">
                            <a:extLst>
                              <a:ext uri="{FF2B5EF4-FFF2-40B4-BE49-F238E27FC236}">
                                <a16:creationId xmlns:a16="http://schemas.microsoft.com/office/drawing/2014/main" id="{4A18BD89-DFE1-FF5E-FC5A-51729EC6F5D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7" name="Freeform 495">
                            <a:extLst>
                              <a:ext uri="{FF2B5EF4-FFF2-40B4-BE49-F238E27FC236}">
                                <a16:creationId xmlns:a16="http://schemas.microsoft.com/office/drawing/2014/main" id="{8084528C-73C6-1E89-8B69-2BD4B735C43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58" name="Straight Connector 457">
                            <a:extLst>
                              <a:ext uri="{FF2B5EF4-FFF2-40B4-BE49-F238E27FC236}">
                                <a16:creationId xmlns:a16="http://schemas.microsoft.com/office/drawing/2014/main" id="{1F33F67E-A4FA-7D8A-8F32-CF3C7504409B}"/>
                              </a:ext>
                            </a:extLst>
                          </p:cNvPr>
                          <p:cNvCxnSpPr>
                            <a:endCxn id="45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9" name="Straight Connector 458">
                            <a:extLst>
                              <a:ext uri="{FF2B5EF4-FFF2-40B4-BE49-F238E27FC236}">
                                <a16:creationId xmlns:a16="http://schemas.microsoft.com/office/drawing/2014/main" id="{4C199341-081F-4699-CCEB-B5BBFDF62F1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48" name="Group 447">
                          <a:extLst>
                            <a:ext uri="{FF2B5EF4-FFF2-40B4-BE49-F238E27FC236}">
                              <a16:creationId xmlns:a16="http://schemas.microsoft.com/office/drawing/2014/main" id="{230F2112-029A-C1E7-CC4F-1EFF832E3733}"/>
                            </a:ext>
                          </a:extLst>
                        </p:cNvPr>
                        <p:cNvGrpSpPr/>
                        <p:nvPr/>
                      </p:nvGrpSpPr>
                      <p:grpSpPr>
                        <a:xfrm>
                          <a:off x="1770362" y="2873352"/>
                          <a:ext cx="428460" cy="369332"/>
                          <a:chOff x="667045" y="1708643"/>
                          <a:chExt cx="428460" cy="369332"/>
                        </a:xfrm>
                      </p:grpSpPr>
                      <p:sp>
                        <p:nvSpPr>
                          <p:cNvPr id="449" name="Oval 448">
                            <a:extLst>
                              <a:ext uri="{FF2B5EF4-FFF2-40B4-BE49-F238E27FC236}">
                                <a16:creationId xmlns:a16="http://schemas.microsoft.com/office/drawing/2014/main" id="{AF051388-92F1-8772-35A7-F9AFA185D546}"/>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0" name="TextBox 449">
                            <a:extLst>
                              <a:ext uri="{FF2B5EF4-FFF2-40B4-BE49-F238E27FC236}">
                                <a16:creationId xmlns:a16="http://schemas.microsoft.com/office/drawing/2014/main" id="{72548E9F-D7F0-0964-6EDA-E9999A0499FE}"/>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44" name="Group 43">
                        <a:extLst>
                          <a:ext uri="{FF2B5EF4-FFF2-40B4-BE49-F238E27FC236}">
                            <a16:creationId xmlns:a16="http://schemas.microsoft.com/office/drawing/2014/main" id="{EF03DF4E-EA54-B4C2-F777-7E083A401D02}"/>
                          </a:ext>
                        </a:extLst>
                      </p:cNvPr>
                      <p:cNvGrpSpPr/>
                      <p:nvPr/>
                    </p:nvGrpSpPr>
                    <p:grpSpPr>
                      <a:xfrm>
                        <a:off x="833331" y="3478719"/>
                        <a:ext cx="565150" cy="369332"/>
                        <a:chOff x="1736090" y="2873352"/>
                        <a:chExt cx="565150" cy="369332"/>
                      </a:xfrm>
                    </p:grpSpPr>
                    <p:grpSp>
                      <p:nvGrpSpPr>
                        <p:cNvPr id="49" name="Group 327">
                          <a:extLst>
                            <a:ext uri="{FF2B5EF4-FFF2-40B4-BE49-F238E27FC236}">
                              <a16:creationId xmlns:a16="http://schemas.microsoft.com/office/drawing/2014/main" id="{0404E65C-A979-795C-A4CE-378FCE2342EA}"/>
                            </a:ext>
                          </a:extLst>
                        </p:cNvPr>
                        <p:cNvGrpSpPr>
                          <a:grpSpLocks/>
                        </p:cNvGrpSpPr>
                        <p:nvPr/>
                      </p:nvGrpSpPr>
                      <p:grpSpPr bwMode="auto">
                        <a:xfrm>
                          <a:off x="1736090" y="2893762"/>
                          <a:ext cx="565150" cy="292100"/>
                          <a:chOff x="1871277" y="1576300"/>
                          <a:chExt cx="1128371" cy="437861"/>
                        </a:xfrm>
                      </p:grpSpPr>
                      <p:sp>
                        <p:nvSpPr>
                          <p:cNvPr id="53" name="Oval 52">
                            <a:extLst>
                              <a:ext uri="{FF2B5EF4-FFF2-40B4-BE49-F238E27FC236}">
                                <a16:creationId xmlns:a16="http://schemas.microsoft.com/office/drawing/2014/main" id="{FD62ED2A-13E0-669A-B7EE-D3207F8917E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 name="Rectangle 53">
                            <a:extLst>
                              <a:ext uri="{FF2B5EF4-FFF2-40B4-BE49-F238E27FC236}">
                                <a16:creationId xmlns:a16="http://schemas.microsoft.com/office/drawing/2014/main" id="{2C69B71D-B520-3C29-F14D-8EBDBB47831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 name="Oval 54">
                            <a:extLst>
                              <a:ext uri="{FF2B5EF4-FFF2-40B4-BE49-F238E27FC236}">
                                <a16:creationId xmlns:a16="http://schemas.microsoft.com/office/drawing/2014/main" id="{A40CAB0A-B657-0734-0747-B62CEC24B36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 name="Freeform 479">
                            <a:extLst>
                              <a:ext uri="{FF2B5EF4-FFF2-40B4-BE49-F238E27FC236}">
                                <a16:creationId xmlns:a16="http://schemas.microsoft.com/office/drawing/2014/main" id="{F6A7B562-EE49-4967-574D-938C2CD765F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 name="Freeform 480">
                            <a:extLst>
                              <a:ext uri="{FF2B5EF4-FFF2-40B4-BE49-F238E27FC236}">
                                <a16:creationId xmlns:a16="http://schemas.microsoft.com/office/drawing/2014/main" id="{717AD134-529C-9518-1332-1DB82874C22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 name="Freeform 481">
                            <a:extLst>
                              <a:ext uri="{FF2B5EF4-FFF2-40B4-BE49-F238E27FC236}">
                                <a16:creationId xmlns:a16="http://schemas.microsoft.com/office/drawing/2014/main" id="{020412E4-CBAB-946D-C0BA-766598A1FDF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 name="Freeform 482">
                            <a:extLst>
                              <a:ext uri="{FF2B5EF4-FFF2-40B4-BE49-F238E27FC236}">
                                <a16:creationId xmlns:a16="http://schemas.microsoft.com/office/drawing/2014/main" id="{ACE8DC72-BB5A-A2E3-63C3-B37137B587E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1" name="Straight Connector 60">
                            <a:extLst>
                              <a:ext uri="{FF2B5EF4-FFF2-40B4-BE49-F238E27FC236}">
                                <a16:creationId xmlns:a16="http://schemas.microsoft.com/office/drawing/2014/main" id="{27CDD65B-9583-B66A-DB9A-04763A63CACF}"/>
                              </a:ext>
                            </a:extLst>
                          </p:cNvPr>
                          <p:cNvCxnSpPr>
                            <a:endCxn id="5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2" name="Straight Connector 61">
                            <a:extLst>
                              <a:ext uri="{FF2B5EF4-FFF2-40B4-BE49-F238E27FC236}">
                                <a16:creationId xmlns:a16="http://schemas.microsoft.com/office/drawing/2014/main" id="{5C5C832D-F7A3-1A40-75FC-8D09BA6DE1F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0" name="Group 49">
                          <a:extLst>
                            <a:ext uri="{FF2B5EF4-FFF2-40B4-BE49-F238E27FC236}">
                              <a16:creationId xmlns:a16="http://schemas.microsoft.com/office/drawing/2014/main" id="{7830955F-EEDD-DA4E-7E2C-3FFFE2E06647}"/>
                            </a:ext>
                          </a:extLst>
                        </p:cNvPr>
                        <p:cNvGrpSpPr/>
                        <p:nvPr/>
                      </p:nvGrpSpPr>
                      <p:grpSpPr>
                        <a:xfrm>
                          <a:off x="1770362" y="2873352"/>
                          <a:ext cx="441422" cy="369332"/>
                          <a:chOff x="667045" y="1708643"/>
                          <a:chExt cx="441422" cy="369332"/>
                        </a:xfrm>
                      </p:grpSpPr>
                      <p:sp>
                        <p:nvSpPr>
                          <p:cNvPr id="51" name="Oval 50">
                            <a:extLst>
                              <a:ext uri="{FF2B5EF4-FFF2-40B4-BE49-F238E27FC236}">
                                <a16:creationId xmlns:a16="http://schemas.microsoft.com/office/drawing/2014/main" id="{B7A05E3D-1FB3-79FB-3B0C-F914382C1338}"/>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 name="TextBox 51">
                            <a:extLst>
                              <a:ext uri="{FF2B5EF4-FFF2-40B4-BE49-F238E27FC236}">
                                <a16:creationId xmlns:a16="http://schemas.microsoft.com/office/drawing/2014/main" id="{30201B05-2E67-52A8-3750-84751A819EF6}"/>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45" name="Straight Connector 44">
                        <a:extLst>
                          <a:ext uri="{FF2B5EF4-FFF2-40B4-BE49-F238E27FC236}">
                            <a16:creationId xmlns:a16="http://schemas.microsoft.com/office/drawing/2014/main" id="{042A2442-C27C-0F25-4C2F-B92D33570CB6}"/>
                          </a:ext>
                        </a:extLst>
                      </p:cNvPr>
                      <p:cNvCxnSpPr>
                        <a:stCxn id="477"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08E27894-9B7B-78DD-79B5-B1D049BE5AFA}"/>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29321723-344D-0AAF-BBEE-9BF65068C1F9}"/>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8BAB1EE3-EAE2-AE5B-5B54-B93BB4522BD7}"/>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37" name="TextBox 36">
                    <a:extLst>
                      <a:ext uri="{FF2B5EF4-FFF2-40B4-BE49-F238E27FC236}">
                        <a16:creationId xmlns:a16="http://schemas.microsoft.com/office/drawing/2014/main" id="{F6A6DC93-A499-5051-B118-FB658094256A}"/>
                      </a:ext>
                    </a:extLst>
                  </p:cNvPr>
                  <p:cNvSpPr txBox="1"/>
                  <p:nvPr/>
                </p:nvSpPr>
                <p:spPr>
                  <a:xfrm>
                    <a:off x="1430686" y="4247082"/>
                    <a:ext cx="753532" cy="400110"/>
                  </a:xfrm>
                  <a:prstGeom prst="rect">
                    <a:avLst/>
                  </a:prstGeom>
                  <a:noFill/>
                </p:spPr>
                <p:txBody>
                  <a:bodyPr wrap="squar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cxnSp>
                <p:nvCxnSpPr>
                  <p:cNvPr id="38" name="Straight Connector 37">
                    <a:extLst>
                      <a:ext uri="{FF2B5EF4-FFF2-40B4-BE49-F238E27FC236}">
                        <a16:creationId xmlns:a16="http://schemas.microsoft.com/office/drawing/2014/main" id="{B6FF6981-1491-BC32-3062-C22669346DCF}"/>
                      </a:ext>
                    </a:extLst>
                  </p:cNvPr>
                  <p:cNvCxnSpPr>
                    <a:cxnSpLocks/>
                    <a:stCxn id="566" idx="1"/>
                  </p:cNvCxnSpPr>
                  <p:nvPr/>
                </p:nvCxnSpPr>
                <p:spPr bwMode="auto">
                  <a:xfrm flipH="1" flipV="1">
                    <a:off x="3848374" y="5024787"/>
                    <a:ext cx="1030666" cy="698992"/>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cxnSp>
              <p:nvCxnSpPr>
                <p:cNvPr id="35" name="Straight Connector 34">
                  <a:extLst>
                    <a:ext uri="{FF2B5EF4-FFF2-40B4-BE49-F238E27FC236}">
                      <a16:creationId xmlns:a16="http://schemas.microsoft.com/office/drawing/2014/main" id="{3CC206C4-67C2-1BEF-D805-FD29AE88ACDD}"/>
                    </a:ext>
                  </a:extLst>
                </p:cNvPr>
                <p:cNvCxnSpPr>
                  <a:cxnSpLocks/>
                  <a:stCxn id="582" idx="5"/>
                  <a:endCxn id="502" idx="1"/>
                </p:cNvCxnSpPr>
                <p:nvPr/>
              </p:nvCxnSpPr>
              <p:spPr bwMode="auto">
                <a:xfrm flipV="1">
                  <a:off x="6957825" y="4543468"/>
                  <a:ext cx="1398778" cy="1062884"/>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13" name="Group 12">
                <a:extLst>
                  <a:ext uri="{FF2B5EF4-FFF2-40B4-BE49-F238E27FC236}">
                    <a16:creationId xmlns:a16="http://schemas.microsoft.com/office/drawing/2014/main" id="{66F646B8-DF15-CDCF-8CCD-03263809C30C}"/>
                  </a:ext>
                </a:extLst>
              </p:cNvPr>
              <p:cNvGrpSpPr/>
              <p:nvPr/>
            </p:nvGrpSpPr>
            <p:grpSpPr>
              <a:xfrm>
                <a:off x="9525929" y="4809915"/>
                <a:ext cx="1701734" cy="616172"/>
                <a:chOff x="6935906" y="5482318"/>
                <a:chExt cx="1701734" cy="616172"/>
              </a:xfrm>
            </p:grpSpPr>
            <p:grpSp>
              <p:nvGrpSpPr>
                <p:cNvPr id="14" name="Group 13">
                  <a:extLst>
                    <a:ext uri="{FF2B5EF4-FFF2-40B4-BE49-F238E27FC236}">
                      <a16:creationId xmlns:a16="http://schemas.microsoft.com/office/drawing/2014/main" id="{EB9136D9-6058-1F84-D072-79B6942181F8}"/>
                    </a:ext>
                  </a:extLst>
                </p:cNvPr>
                <p:cNvGrpSpPr/>
                <p:nvPr/>
              </p:nvGrpSpPr>
              <p:grpSpPr>
                <a:xfrm>
                  <a:off x="6935906" y="5482318"/>
                  <a:ext cx="1701734" cy="616172"/>
                  <a:chOff x="6808463" y="5108795"/>
                  <a:chExt cx="1701734" cy="616172"/>
                </a:xfrm>
              </p:grpSpPr>
              <p:sp>
                <p:nvSpPr>
                  <p:cNvPr id="16" name="Freeform 2">
                    <a:extLst>
                      <a:ext uri="{FF2B5EF4-FFF2-40B4-BE49-F238E27FC236}">
                        <a16:creationId xmlns:a16="http://schemas.microsoft.com/office/drawing/2014/main" id="{9C4CC8F2-2846-42B5-9412-C339294B3EF4}"/>
                      </a:ext>
                    </a:extLst>
                  </p:cNvPr>
                  <p:cNvSpPr>
                    <a:spLocks/>
                  </p:cNvSpPr>
                  <p:nvPr/>
                </p:nvSpPr>
                <p:spPr bwMode="auto">
                  <a:xfrm>
                    <a:off x="6808463" y="5108795"/>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7" name="Group 327">
                    <a:extLst>
                      <a:ext uri="{FF2B5EF4-FFF2-40B4-BE49-F238E27FC236}">
                        <a16:creationId xmlns:a16="http://schemas.microsoft.com/office/drawing/2014/main" id="{723AA370-8BF7-D523-59AA-7DECE33E9646}"/>
                      </a:ext>
                    </a:extLst>
                  </p:cNvPr>
                  <p:cNvGrpSpPr>
                    <a:grpSpLocks/>
                  </p:cNvGrpSpPr>
                  <p:nvPr/>
                </p:nvGrpSpPr>
                <p:grpSpPr bwMode="auto">
                  <a:xfrm>
                    <a:off x="7908175" y="5241780"/>
                    <a:ext cx="536554" cy="263548"/>
                    <a:chOff x="1871277" y="1576300"/>
                    <a:chExt cx="1128371" cy="437861"/>
                  </a:xfrm>
                </p:grpSpPr>
                <p:sp>
                  <p:nvSpPr>
                    <p:cNvPr id="23" name="Oval 22">
                      <a:extLst>
                        <a:ext uri="{FF2B5EF4-FFF2-40B4-BE49-F238E27FC236}">
                          <a16:creationId xmlns:a16="http://schemas.microsoft.com/office/drawing/2014/main" id="{966AEFEC-4AC3-901C-FDC6-E0838AC0CD0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4" name="Rectangle 23">
                      <a:extLst>
                        <a:ext uri="{FF2B5EF4-FFF2-40B4-BE49-F238E27FC236}">
                          <a16:creationId xmlns:a16="http://schemas.microsoft.com/office/drawing/2014/main" id="{A3A706DB-EDE7-3C3A-C153-3E6D8E14C7C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 name="Oval 24">
                      <a:extLst>
                        <a:ext uri="{FF2B5EF4-FFF2-40B4-BE49-F238E27FC236}">
                          <a16:creationId xmlns:a16="http://schemas.microsoft.com/office/drawing/2014/main" id="{0FB0F0A1-F2B1-40E8-4517-E9C91733B9DD}"/>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6" name="Freeform 449">
                      <a:extLst>
                        <a:ext uri="{FF2B5EF4-FFF2-40B4-BE49-F238E27FC236}">
                          <a16:creationId xmlns:a16="http://schemas.microsoft.com/office/drawing/2014/main" id="{41DF12F4-3C69-05EA-00D2-6C77E140D34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 name="Freeform 450">
                      <a:extLst>
                        <a:ext uri="{FF2B5EF4-FFF2-40B4-BE49-F238E27FC236}">
                          <a16:creationId xmlns:a16="http://schemas.microsoft.com/office/drawing/2014/main" id="{BA8A41B3-C4FE-B269-D9EC-8232F1FF4E86}"/>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 name="Freeform 451">
                      <a:extLst>
                        <a:ext uri="{FF2B5EF4-FFF2-40B4-BE49-F238E27FC236}">
                          <a16:creationId xmlns:a16="http://schemas.microsoft.com/office/drawing/2014/main" id="{B3974B8B-B624-929C-00B9-B1C5E8BE671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 name="Freeform 452">
                      <a:extLst>
                        <a:ext uri="{FF2B5EF4-FFF2-40B4-BE49-F238E27FC236}">
                          <a16:creationId xmlns:a16="http://schemas.microsoft.com/office/drawing/2014/main" id="{F9A0677B-81C0-090A-F694-24D82E103DE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 name="Straight Connector 29">
                      <a:extLst>
                        <a:ext uri="{FF2B5EF4-FFF2-40B4-BE49-F238E27FC236}">
                          <a16:creationId xmlns:a16="http://schemas.microsoft.com/office/drawing/2014/main" id="{4C9331F2-BF1B-4446-08C5-1F2AA3916B5C}"/>
                        </a:ext>
                      </a:extLst>
                    </p:cNvPr>
                    <p:cNvCxnSpPr>
                      <a:endCxn id="2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1" name="Straight Connector 30">
                      <a:extLst>
                        <a:ext uri="{FF2B5EF4-FFF2-40B4-BE49-F238E27FC236}">
                          <a16:creationId xmlns:a16="http://schemas.microsoft.com/office/drawing/2014/main" id="{93F979CE-4E6C-CE0E-F406-BDE3CF57F90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8" name="Group 17">
                    <a:extLst>
                      <a:ext uri="{FF2B5EF4-FFF2-40B4-BE49-F238E27FC236}">
                        <a16:creationId xmlns:a16="http://schemas.microsoft.com/office/drawing/2014/main" id="{F9A40F48-0281-A5E7-BA8B-BE1DC94F7230}"/>
                      </a:ext>
                    </a:extLst>
                  </p:cNvPr>
                  <p:cNvGrpSpPr/>
                  <p:nvPr/>
                </p:nvGrpSpPr>
                <p:grpSpPr>
                  <a:xfrm>
                    <a:off x="7876581" y="5223365"/>
                    <a:ext cx="466894" cy="369332"/>
                    <a:chOff x="599495" y="1708643"/>
                    <a:chExt cx="491778" cy="409344"/>
                  </a:xfrm>
                </p:grpSpPr>
                <p:sp>
                  <p:nvSpPr>
                    <p:cNvPr id="19" name="Oval 18">
                      <a:extLst>
                        <a:ext uri="{FF2B5EF4-FFF2-40B4-BE49-F238E27FC236}">
                          <a16:creationId xmlns:a16="http://schemas.microsoft.com/office/drawing/2014/main" id="{608F73EC-224E-251C-31EF-12BA5D010F9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0" name="TextBox 19">
                      <a:extLst>
                        <a:ext uri="{FF2B5EF4-FFF2-40B4-BE49-F238E27FC236}">
                          <a16:creationId xmlns:a16="http://schemas.microsoft.com/office/drawing/2014/main" id="{8BDA0349-B2E3-E555-2DE1-25A97A6C36FE}"/>
                        </a:ext>
                      </a:extLst>
                    </p:cNvPr>
                    <p:cNvSpPr txBox="1"/>
                    <p:nvPr/>
                  </p:nvSpPr>
                  <p:spPr>
                    <a:xfrm>
                      <a:off x="599495" y="1708643"/>
                      <a:ext cx="491778" cy="409344"/>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X</a:t>
                      </a:r>
                    </a:p>
                  </p:txBody>
                </p:sp>
              </p:grpSp>
            </p:grpSp>
            <p:cxnSp>
              <p:nvCxnSpPr>
                <p:cNvPr id="15" name="Straight Connector 14">
                  <a:extLst>
                    <a:ext uri="{FF2B5EF4-FFF2-40B4-BE49-F238E27FC236}">
                      <a16:creationId xmlns:a16="http://schemas.microsoft.com/office/drawing/2014/main" id="{6173581C-9B24-9F5E-8132-59CDB81FB227}"/>
                    </a:ext>
                  </a:extLst>
                </p:cNvPr>
                <p:cNvCxnSpPr/>
                <p:nvPr/>
              </p:nvCxnSpPr>
              <p:spPr bwMode="auto">
                <a:xfrm flipH="1">
                  <a:off x="7158742" y="5764030"/>
                  <a:ext cx="870024" cy="9999"/>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cxnSp>
          <p:nvCxnSpPr>
            <p:cNvPr id="11" name="Straight Connector 10">
              <a:extLst>
                <a:ext uri="{FF2B5EF4-FFF2-40B4-BE49-F238E27FC236}">
                  <a16:creationId xmlns:a16="http://schemas.microsoft.com/office/drawing/2014/main" id="{85E5EC93-A9EE-1130-F421-EABAA1218CA2}"/>
                </a:ext>
              </a:extLst>
            </p:cNvPr>
            <p:cNvCxnSpPr>
              <a:cxnSpLocks/>
            </p:cNvCxnSpPr>
            <p:nvPr/>
          </p:nvCxnSpPr>
          <p:spPr bwMode="auto">
            <a:xfrm flipV="1">
              <a:off x="3540307" y="1929008"/>
              <a:ext cx="4451299" cy="422665"/>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615" name="Group 614">
            <a:extLst>
              <a:ext uri="{FF2B5EF4-FFF2-40B4-BE49-F238E27FC236}">
                <a16:creationId xmlns:a16="http://schemas.microsoft.com/office/drawing/2014/main" id="{33C4F8E9-B8E5-C2B8-187E-04760ADEAF1F}"/>
              </a:ext>
            </a:extLst>
          </p:cNvPr>
          <p:cNvGrpSpPr/>
          <p:nvPr/>
        </p:nvGrpSpPr>
        <p:grpSpPr>
          <a:xfrm>
            <a:off x="2929831" y="2735814"/>
            <a:ext cx="1261444" cy="642543"/>
            <a:chOff x="2241770" y="2684666"/>
            <a:chExt cx="1261444" cy="642543"/>
          </a:xfrm>
        </p:grpSpPr>
        <p:sp>
          <p:nvSpPr>
            <p:cNvPr id="616" name="Text Box 119">
              <a:extLst>
                <a:ext uri="{FF2B5EF4-FFF2-40B4-BE49-F238E27FC236}">
                  <a16:creationId xmlns:a16="http://schemas.microsoft.com/office/drawing/2014/main" id="{899DD2CA-31BC-C559-2A8E-E602C854A3A9}"/>
                </a:ext>
              </a:extLst>
            </p:cNvPr>
            <p:cNvSpPr txBox="1">
              <a:spLocks noChangeArrowheads="1"/>
            </p:cNvSpPr>
            <p:nvPr/>
          </p:nvSpPr>
          <p:spPr bwMode="auto">
            <a:xfrm>
              <a:off x="2241770" y="3019432"/>
              <a:ext cx="126015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C0000"/>
                  </a:solidFill>
                  <a:effectLst/>
                  <a:uLnTx/>
                  <a:uFillTx/>
                  <a:latin typeface="Arial" charset="0"/>
                  <a:ea typeface="ＭＳ Ｐゴシック" charset="0"/>
                </a:rPr>
                <a:t>AS2,AS3,X </a:t>
              </a:r>
            </a:p>
          </p:txBody>
        </p:sp>
        <p:sp>
          <p:nvSpPr>
            <p:cNvPr id="617" name="AutoShape 118">
              <a:extLst>
                <a:ext uri="{FF2B5EF4-FFF2-40B4-BE49-F238E27FC236}">
                  <a16:creationId xmlns:a16="http://schemas.microsoft.com/office/drawing/2014/main" id="{CC877D64-0D60-8000-B539-499C72E6ECC7}"/>
                </a:ext>
              </a:extLst>
            </p:cNvPr>
            <p:cNvSpPr>
              <a:spLocks noChangeArrowheads="1"/>
            </p:cNvSpPr>
            <p:nvPr/>
          </p:nvSpPr>
          <p:spPr bwMode="auto">
            <a:xfrm rot="1968210">
              <a:off x="2734864" y="2684666"/>
              <a:ext cx="768350" cy="276225"/>
            </a:xfrm>
            <a:prstGeom prst="leftArrow">
              <a:avLst>
                <a:gd name="adj1" fmla="val 50000"/>
                <a:gd name="adj2" fmla="val 69540"/>
              </a:avLst>
            </a:prstGeom>
            <a:gradFill rotWithShape="1">
              <a:gsLst>
                <a:gs pos="0">
                  <a:srgbClr val="C00000"/>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8" name="Group 617">
            <a:extLst>
              <a:ext uri="{FF2B5EF4-FFF2-40B4-BE49-F238E27FC236}">
                <a16:creationId xmlns:a16="http://schemas.microsoft.com/office/drawing/2014/main" id="{FA97FAEC-53FE-2675-8BDD-AAC26E2D9000}"/>
              </a:ext>
            </a:extLst>
          </p:cNvPr>
          <p:cNvGrpSpPr/>
          <p:nvPr/>
        </p:nvGrpSpPr>
        <p:grpSpPr>
          <a:xfrm>
            <a:off x="3680162" y="1747630"/>
            <a:ext cx="928664" cy="573008"/>
            <a:chOff x="4482698" y="1658905"/>
            <a:chExt cx="928664" cy="573008"/>
          </a:xfrm>
        </p:grpSpPr>
        <p:sp>
          <p:nvSpPr>
            <p:cNvPr id="619" name="AutoShape 118">
              <a:extLst>
                <a:ext uri="{FF2B5EF4-FFF2-40B4-BE49-F238E27FC236}">
                  <a16:creationId xmlns:a16="http://schemas.microsoft.com/office/drawing/2014/main" id="{7E3320B2-85A7-4293-25C6-4FC3CE3D96A0}"/>
                </a:ext>
              </a:extLst>
            </p:cNvPr>
            <p:cNvSpPr>
              <a:spLocks noChangeArrowheads="1"/>
            </p:cNvSpPr>
            <p:nvPr/>
          </p:nvSpPr>
          <p:spPr bwMode="auto">
            <a:xfrm rot="21210880">
              <a:off x="4643012" y="1955688"/>
              <a:ext cx="768350" cy="276225"/>
            </a:xfrm>
            <a:prstGeom prst="leftArrow">
              <a:avLst>
                <a:gd name="adj1" fmla="val 50000"/>
                <a:gd name="adj2" fmla="val 69540"/>
              </a:avLst>
            </a:prstGeom>
            <a:gradFill rotWithShape="1">
              <a:gsLst>
                <a:gs pos="0">
                  <a:srgbClr val="C00000"/>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TextBox 619">
              <a:extLst>
                <a:ext uri="{FF2B5EF4-FFF2-40B4-BE49-F238E27FC236}">
                  <a16:creationId xmlns:a16="http://schemas.microsoft.com/office/drawing/2014/main" id="{14A61B94-80A8-43C7-F204-AF5EF0AD05DB}"/>
                </a:ext>
              </a:extLst>
            </p:cNvPr>
            <p:cNvSpPr txBox="1"/>
            <p:nvPr/>
          </p:nvSpPr>
          <p:spPr>
            <a:xfrm>
              <a:off x="4482698" y="1658905"/>
              <a:ext cx="76495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C0000"/>
                  </a:solidFill>
                  <a:effectLst/>
                  <a:uLnTx/>
                  <a:uFillTx/>
                  <a:latin typeface="Arial" panose="020B0604020202020204" pitchFamily="34" charset="0"/>
                  <a:ea typeface="+mn-ea"/>
                  <a:cs typeface="Arial" panose="020B0604020202020204" pitchFamily="34" charset="0"/>
                </a:rPr>
                <a:t>AS3,X</a:t>
              </a:r>
            </a:p>
          </p:txBody>
        </p:sp>
      </p:grpSp>
      <p:grpSp>
        <p:nvGrpSpPr>
          <p:cNvPr id="621" name="Group 117">
            <a:extLst>
              <a:ext uri="{FF2B5EF4-FFF2-40B4-BE49-F238E27FC236}">
                <a16:creationId xmlns:a16="http://schemas.microsoft.com/office/drawing/2014/main" id="{F5C52434-5AED-F4D6-B94B-8E36F07E1612}"/>
              </a:ext>
            </a:extLst>
          </p:cNvPr>
          <p:cNvGrpSpPr>
            <a:grpSpLocks/>
          </p:cNvGrpSpPr>
          <p:nvPr/>
        </p:nvGrpSpPr>
        <p:grpSpPr bwMode="auto">
          <a:xfrm>
            <a:off x="6975391" y="2680283"/>
            <a:ext cx="1290638" cy="481013"/>
            <a:chOff x="2282" y="2446"/>
            <a:chExt cx="813" cy="303"/>
          </a:xfrm>
        </p:grpSpPr>
        <p:sp>
          <p:nvSpPr>
            <p:cNvPr id="622" name="AutoShape 118">
              <a:extLst>
                <a:ext uri="{FF2B5EF4-FFF2-40B4-BE49-F238E27FC236}">
                  <a16:creationId xmlns:a16="http://schemas.microsoft.com/office/drawing/2014/main" id="{F8998EBE-042E-A230-90B9-AE3C608C6C74}"/>
                </a:ext>
              </a:extLst>
            </p:cNvPr>
            <p:cNvSpPr>
              <a:spLocks noChangeArrowheads="1"/>
            </p:cNvSpPr>
            <p:nvPr/>
          </p:nvSpPr>
          <p:spPr bwMode="auto">
            <a:xfrm rot="19396893">
              <a:off x="2282" y="2446"/>
              <a:ext cx="484" cy="163"/>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Text Box 119">
              <a:extLst>
                <a:ext uri="{FF2B5EF4-FFF2-40B4-BE49-F238E27FC236}">
                  <a16:creationId xmlns:a16="http://schemas.microsoft.com/office/drawing/2014/main" id="{D07B33A4-CE17-D277-6A5D-F4DC8421C490}"/>
                </a:ext>
              </a:extLst>
            </p:cNvPr>
            <p:cNvSpPr txBox="1">
              <a:spLocks noChangeArrowheads="1"/>
            </p:cNvSpPr>
            <p:nvPr/>
          </p:nvSpPr>
          <p:spPr bwMode="auto">
            <a:xfrm>
              <a:off x="2496" y="2559"/>
              <a:ext cx="599" cy="19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C00000"/>
                  </a:solidFill>
                  <a:effectLst/>
                  <a:uLnTx/>
                  <a:uFillTx/>
                  <a:latin typeface="Arial" charset="0"/>
                  <a:ea typeface="ＭＳ Ｐゴシック" charset="0"/>
                </a:rPr>
                <a:t>AS3, X</a:t>
              </a:r>
            </a:p>
          </p:txBody>
        </p:sp>
      </p:grpSp>
      <p:sp>
        <p:nvSpPr>
          <p:cNvPr id="624" name="Rectangle 4">
            <a:extLst>
              <a:ext uri="{FF2B5EF4-FFF2-40B4-BE49-F238E27FC236}">
                <a16:creationId xmlns:a16="http://schemas.microsoft.com/office/drawing/2014/main" id="{5B056F24-B4AD-D236-DCAF-DBA55693A6C9}"/>
              </a:ext>
            </a:extLst>
          </p:cNvPr>
          <p:cNvSpPr txBox="1">
            <a:spLocks noChangeArrowheads="1"/>
          </p:cNvSpPr>
          <p:nvPr/>
        </p:nvSpPr>
        <p:spPr bwMode="auto">
          <a:xfrm>
            <a:off x="2038746" y="4595608"/>
            <a:ext cx="8943583" cy="55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kern="0" dirty="0">
                <a:latin typeface="IRANSans(FaNum)" panose="02040503050201020203" pitchFamily="18" charset="-78"/>
                <a:cs typeface="IRANSans(FaNum)" panose="02040503050201020203" pitchFamily="18" charset="-78"/>
              </a:rPr>
              <a:t>یادآوری: </a:t>
            </a:r>
            <a:r>
              <a:rPr lang="fa-IR" sz="1600" b="1" dirty="0">
                <a:latin typeface="IRANSans(FaNum)" panose="02040503050201020203" pitchFamily="18" charset="-78"/>
                <a:cs typeface="IRANSans(FaNum)" panose="02040503050201020203" pitchFamily="18" charset="-78"/>
              </a:rPr>
              <a:t>مسیریاب‌های </a:t>
            </a:r>
            <a:r>
              <a:rPr lang="en-US" sz="1600" b="1" dirty="0" err="1">
                <a:latin typeface="Arial" panose="020B0604020202020204" pitchFamily="34" charset="0"/>
                <a:cs typeface="Arial" panose="020B0604020202020204" pitchFamily="34" charset="0"/>
              </a:rPr>
              <a:t>1a</a:t>
            </a:r>
            <a:r>
              <a:rPr lang="fa-IR" sz="1600" b="1" kern="0" dirty="0">
                <a:latin typeface="IRANSans(FaNum)" panose="02040503050201020203" pitchFamily="18" charset="-78"/>
                <a:cs typeface="IRANSans(FaNum)" panose="02040503050201020203" pitchFamily="18" charset="-78"/>
              </a:rPr>
              <a:t>، </a:t>
            </a:r>
            <a:r>
              <a:rPr lang="en-US" sz="1600" b="1" dirty="0" err="1">
                <a:latin typeface="Arial" panose="020B0604020202020204" pitchFamily="34" charset="0"/>
                <a:cs typeface="Arial" panose="020B0604020202020204" pitchFamily="34" charset="0"/>
              </a:rPr>
              <a:t>1b</a:t>
            </a:r>
            <a:r>
              <a:rPr lang="fa-IR" sz="1600" b="1" kern="0" dirty="0">
                <a:latin typeface="IRANSans(FaNum)" panose="02040503050201020203" pitchFamily="18" charset="-78"/>
                <a:cs typeface="IRANSans(FaNum)" panose="02040503050201020203" pitchFamily="18" charset="-78"/>
              </a:rPr>
              <a:t> و </a:t>
            </a:r>
            <a:r>
              <a:rPr lang="en-US" sz="1600" b="1" dirty="0" err="1">
                <a:latin typeface="Arial" panose="020B0604020202020204" pitchFamily="34" charset="0"/>
                <a:cs typeface="Arial" panose="020B0604020202020204" pitchFamily="34" charset="0"/>
              </a:rPr>
              <a:t>1d</a:t>
            </a:r>
            <a:r>
              <a:rPr lang="fa-IR" sz="1600" b="1" dirty="0">
                <a:latin typeface="Arial" panose="020B0604020202020204" pitchFamily="34" charset="0"/>
                <a:cs typeface="Arial" panose="020B0604020202020204" pitchFamily="34" charset="0"/>
              </a:rPr>
              <a:t> </a:t>
            </a:r>
            <a:r>
              <a:rPr lang="fa-IR" sz="1600" b="1" kern="0" dirty="0">
                <a:latin typeface="IRANSans(FaNum)" panose="02040503050201020203" pitchFamily="18" charset="-78"/>
                <a:cs typeface="IRANSans(FaNum)" panose="02040503050201020203" pitchFamily="18" charset="-78"/>
              </a:rPr>
              <a:t>از طریق </a:t>
            </a:r>
            <a:r>
              <a:rPr lang="en-US" sz="1600" b="1" kern="0" dirty="0">
                <a:latin typeface="IRANSans(FaNum)" panose="02040503050201020203" pitchFamily="18" charset="-78"/>
                <a:cs typeface="IRANSans(FaNum)" panose="02040503050201020203" pitchFamily="18" charset="-78"/>
              </a:rPr>
              <a:t>iBGP</a:t>
            </a:r>
            <a:r>
              <a:rPr lang="fa-IR" sz="1600" b="1" kern="0" dirty="0">
                <a:latin typeface="IRANSans(FaNum)" panose="02040503050201020203" pitchFamily="18" charset="-78"/>
                <a:cs typeface="IRANSans(FaNum)" panose="02040503050201020203" pitchFamily="18" charset="-78"/>
              </a:rPr>
              <a:t> از </a:t>
            </a:r>
            <a:r>
              <a:rPr lang="en-US" sz="1600" b="1" dirty="0" err="1">
                <a:latin typeface="Arial" panose="020B0604020202020204" pitchFamily="34" charset="0"/>
                <a:cs typeface="Arial" panose="020B0604020202020204" pitchFamily="34" charset="0"/>
              </a:rPr>
              <a:t>1c</a:t>
            </a:r>
            <a:r>
              <a:rPr lang="fa-IR" sz="1600" b="1" kern="0" dirty="0">
                <a:latin typeface="IRANSans(FaNum)" panose="02040503050201020203" pitchFamily="18" charset="-78"/>
                <a:cs typeface="IRANSans(FaNum)" panose="02040503050201020203" pitchFamily="18" charset="-78"/>
              </a:rPr>
              <a:t> : "مسیر </a:t>
            </a:r>
            <a:r>
              <a:rPr lang="en-US" sz="1600" b="1" kern="0" dirty="0">
                <a:latin typeface="IRANSans(FaNum)" panose="02040503050201020203" pitchFamily="18" charset="-78"/>
                <a:cs typeface="IRANSans(FaNum)" panose="02040503050201020203" pitchFamily="18" charset="-78"/>
              </a:rPr>
              <a:t>X</a:t>
            </a:r>
            <a:r>
              <a:rPr lang="fa-IR" sz="1600" b="1" kern="0" dirty="0">
                <a:latin typeface="IRANSans(FaNum)" panose="02040503050201020203" pitchFamily="18" charset="-78"/>
                <a:cs typeface="IRANSans(FaNum)" panose="02040503050201020203" pitchFamily="18" charset="-78"/>
              </a:rPr>
              <a:t> از طریق مسیریاب </a:t>
            </a:r>
            <a:r>
              <a:rPr lang="en-US" sz="1600" b="1" dirty="0" err="1">
                <a:latin typeface="Arial" panose="020B0604020202020204" pitchFamily="34" charset="0"/>
                <a:cs typeface="Arial" panose="020B0604020202020204" pitchFamily="34" charset="0"/>
              </a:rPr>
              <a:t>1c</a:t>
            </a:r>
            <a:r>
              <a:rPr lang="fa-IR" sz="1600" b="1" kern="0" dirty="0">
                <a:latin typeface="IRANSans(FaNum)" panose="02040503050201020203" pitchFamily="18" charset="-78"/>
                <a:cs typeface="IRANSans(FaNum)" panose="02040503050201020203" pitchFamily="18" charset="-78"/>
              </a:rPr>
              <a:t>“</a:t>
            </a:r>
            <a:r>
              <a:rPr lang="en-US" sz="1600" b="1" kern="0" dirty="0">
                <a:latin typeface="IRANSans(FaNum)" panose="02040503050201020203" pitchFamily="18" charset="-78"/>
                <a:cs typeface="IRANSans(FaNum)" panose="02040503050201020203" pitchFamily="18" charset="-78"/>
              </a:rPr>
              <a:t> </a:t>
            </a:r>
          </a:p>
        </p:txBody>
      </p:sp>
      <p:sp>
        <p:nvSpPr>
          <p:cNvPr id="625" name="Rectangle 4">
            <a:extLst>
              <a:ext uri="{FF2B5EF4-FFF2-40B4-BE49-F238E27FC236}">
                <a16:creationId xmlns:a16="http://schemas.microsoft.com/office/drawing/2014/main" id="{D77D1D4C-DBE8-70BE-9A90-2212510A6313}"/>
              </a:ext>
            </a:extLst>
          </p:cNvPr>
          <p:cNvSpPr txBox="1">
            <a:spLocks noChangeArrowheads="1"/>
          </p:cNvSpPr>
          <p:nvPr/>
        </p:nvSpPr>
        <p:spPr bwMode="auto">
          <a:xfrm>
            <a:off x="2734071" y="5026693"/>
            <a:ext cx="8270914" cy="5108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dirty="0">
                <a:solidFill>
                  <a:srgbClr val="000000"/>
                </a:solidFill>
                <a:latin typeface="IRANSans(FaNum)" panose="02040503050201020203" pitchFamily="18" charset="-78"/>
                <a:cs typeface="IRANSans(FaNum)" panose="02040503050201020203" pitchFamily="18" charset="-78"/>
              </a:rPr>
              <a:t>در مسیریاب </a:t>
            </a:r>
            <a:r>
              <a:rPr lang="en-US" sz="1600" b="1" dirty="0" err="1">
                <a:latin typeface="Arial" panose="020B0604020202020204" pitchFamily="34" charset="0"/>
                <a:cs typeface="Arial" panose="020B0604020202020204" pitchFamily="34" charset="0"/>
              </a:rPr>
              <a:t>1d</a:t>
            </a:r>
            <a:r>
              <a:rPr lang="fa-IR" sz="1600" b="1" dirty="0">
                <a:solidFill>
                  <a:srgbClr val="000000"/>
                </a:solidFill>
                <a:latin typeface="IRANSans(FaNum)" panose="02040503050201020203" pitchFamily="18" charset="-78"/>
                <a:cs typeface="IRANSans(FaNum)" panose="02040503050201020203" pitchFamily="18" charset="-78"/>
              </a:rPr>
              <a:t>: مسیریابی داخل دامنه </a:t>
            </a:r>
            <a:r>
              <a:rPr lang="en-US" sz="1600" b="1" dirty="0">
                <a:solidFill>
                  <a:srgbClr val="000000"/>
                </a:solidFill>
                <a:latin typeface="IRANSans(FaNum)" panose="02040503050201020203" pitchFamily="18" charset="-78"/>
                <a:cs typeface="IRANSans(FaNum)" panose="02040503050201020203" pitchFamily="18" charset="-78"/>
              </a:rPr>
              <a:t>OSPF</a:t>
            </a:r>
            <a:r>
              <a:rPr lang="fa-IR" sz="1600" b="1" dirty="0">
                <a:solidFill>
                  <a:srgbClr val="000000"/>
                </a:solidFill>
                <a:latin typeface="IRANSans(FaNum)" panose="02040503050201020203" pitchFamily="18" charset="-78"/>
                <a:cs typeface="IRANSans(FaNum)" panose="02040503050201020203" pitchFamily="18" charset="-78"/>
              </a:rPr>
              <a:t>: برای رسیدن به مسیریاب </a:t>
            </a:r>
            <a:r>
              <a:rPr lang="en-US" sz="1600" b="1" dirty="0" err="1">
                <a:latin typeface="Arial" panose="020B0604020202020204" pitchFamily="34" charset="0"/>
                <a:cs typeface="Arial" panose="020B0604020202020204" pitchFamily="34" charset="0"/>
              </a:rPr>
              <a:t>1c</a:t>
            </a:r>
            <a:r>
              <a:rPr lang="fa-IR" sz="1600" b="1" dirty="0">
                <a:solidFill>
                  <a:srgbClr val="000000"/>
                </a:solidFill>
                <a:latin typeface="IRANSans(FaNum)" panose="02040503050201020203" pitchFamily="18" charset="-78"/>
                <a:cs typeface="IRANSans(FaNum)" panose="02040503050201020203" pitchFamily="18" charset="-78"/>
              </a:rPr>
              <a:t> استفاده از  واسط شبکه </a:t>
            </a:r>
            <a:r>
              <a:rPr lang="en-US" sz="1600" b="1" dirty="0">
                <a:latin typeface="Arial" panose="020B0604020202020204" pitchFamily="34" charset="0"/>
                <a:cs typeface="Arial" panose="020B0604020202020204" pitchFamily="34" charset="0"/>
              </a:rPr>
              <a:t>1</a:t>
            </a:r>
            <a:endParaRPr lang="en-US" sz="1600" b="1" dirty="0">
              <a:solidFill>
                <a:srgbClr val="000000"/>
              </a:solidFill>
              <a:latin typeface="IRANSans(FaNum)" panose="02040503050201020203" pitchFamily="18" charset="-78"/>
              <a:cs typeface="IRANSans(FaNum)" panose="02040503050201020203" pitchFamily="18" charset="-78"/>
            </a:endParaRPr>
          </a:p>
        </p:txBody>
      </p:sp>
      <p:grpSp>
        <p:nvGrpSpPr>
          <p:cNvPr id="626" name="Group 625">
            <a:extLst>
              <a:ext uri="{FF2B5EF4-FFF2-40B4-BE49-F238E27FC236}">
                <a16:creationId xmlns:a16="http://schemas.microsoft.com/office/drawing/2014/main" id="{7BE2756F-2697-5709-1A52-38B094644E8A}"/>
              </a:ext>
            </a:extLst>
          </p:cNvPr>
          <p:cNvGrpSpPr/>
          <p:nvPr/>
        </p:nvGrpSpPr>
        <p:grpSpPr>
          <a:xfrm>
            <a:off x="1580007" y="2010847"/>
            <a:ext cx="1360744" cy="1068501"/>
            <a:chOff x="1089218" y="2245331"/>
            <a:chExt cx="1360744" cy="1068501"/>
          </a:xfrm>
        </p:grpSpPr>
        <p:sp>
          <p:nvSpPr>
            <p:cNvPr id="627" name="TextBox 626">
              <a:extLst>
                <a:ext uri="{FF2B5EF4-FFF2-40B4-BE49-F238E27FC236}">
                  <a16:creationId xmlns:a16="http://schemas.microsoft.com/office/drawing/2014/main" id="{406B7407-EA15-3815-A8B5-1CB81EA441C5}"/>
                </a:ext>
              </a:extLst>
            </p:cNvPr>
            <p:cNvSpPr txBox="1"/>
            <p:nvPr/>
          </p:nvSpPr>
          <p:spPr>
            <a:xfrm>
              <a:off x="2165447" y="2998844"/>
              <a:ext cx="284515" cy="307777"/>
            </a:xfrm>
            <a:prstGeom prst="rect">
              <a:avLst/>
            </a:prstGeom>
            <a:noFill/>
          </p:spPr>
          <p:txBody>
            <a:bodyPr wrap="none" rtlCol="0">
              <a:spAutoFit/>
            </a:bodyPr>
            <a:lstStyle/>
            <a:p>
              <a:pPr eaLnBrk="0" fontAlgn="base" hangingPunct="0">
                <a:spcBef>
                  <a:spcPct val="0"/>
                </a:spcBef>
                <a:spcAft>
                  <a:spcPct val="0"/>
                </a:spcAft>
              </a:pPr>
              <a:r>
                <a:rPr lang="en-US" sz="1400" dirty="0">
                  <a:solidFill>
                    <a:srgbClr val="000000"/>
                  </a:solidFill>
                  <a:latin typeface="Arial" charset="0"/>
                  <a:ea typeface="ＭＳ Ｐゴシック" charset="0"/>
                </a:rPr>
                <a:t>1</a:t>
              </a:r>
            </a:p>
          </p:txBody>
        </p:sp>
        <p:sp>
          <p:nvSpPr>
            <p:cNvPr id="628" name="TextBox 627">
              <a:extLst>
                <a:ext uri="{FF2B5EF4-FFF2-40B4-BE49-F238E27FC236}">
                  <a16:creationId xmlns:a16="http://schemas.microsoft.com/office/drawing/2014/main" id="{7EFDC573-1BCE-6454-C220-A4CEBDC21EE4}"/>
                </a:ext>
              </a:extLst>
            </p:cNvPr>
            <p:cNvSpPr txBox="1"/>
            <p:nvPr/>
          </p:nvSpPr>
          <p:spPr>
            <a:xfrm>
              <a:off x="1458923" y="3006055"/>
              <a:ext cx="284515" cy="307777"/>
            </a:xfrm>
            <a:prstGeom prst="rect">
              <a:avLst/>
            </a:prstGeom>
            <a:noFill/>
          </p:spPr>
          <p:txBody>
            <a:bodyPr wrap="none" rtlCol="0">
              <a:spAutoFit/>
            </a:bodyPr>
            <a:lstStyle/>
            <a:p>
              <a:pPr eaLnBrk="0" fontAlgn="base" hangingPunct="0">
                <a:spcBef>
                  <a:spcPct val="0"/>
                </a:spcBef>
                <a:spcAft>
                  <a:spcPct val="0"/>
                </a:spcAft>
              </a:pPr>
              <a:r>
                <a:rPr lang="en-US" sz="1400" dirty="0">
                  <a:solidFill>
                    <a:srgbClr val="000000"/>
                  </a:solidFill>
                  <a:latin typeface="Arial" charset="0"/>
                  <a:ea typeface="ＭＳ Ｐゴシック" charset="0"/>
                </a:rPr>
                <a:t>2</a:t>
              </a:r>
            </a:p>
          </p:txBody>
        </p:sp>
        <p:sp>
          <p:nvSpPr>
            <p:cNvPr id="629" name="TextBox 628">
              <a:extLst>
                <a:ext uri="{FF2B5EF4-FFF2-40B4-BE49-F238E27FC236}">
                  <a16:creationId xmlns:a16="http://schemas.microsoft.com/office/drawing/2014/main" id="{DCF2CDCB-BC80-C7C9-8C81-01A15CBB922E}"/>
                </a:ext>
              </a:extLst>
            </p:cNvPr>
            <p:cNvSpPr txBox="1"/>
            <p:nvPr/>
          </p:nvSpPr>
          <p:spPr>
            <a:xfrm>
              <a:off x="1149470" y="2245331"/>
              <a:ext cx="284515" cy="307777"/>
            </a:xfrm>
            <a:prstGeom prst="rect">
              <a:avLst/>
            </a:prstGeom>
            <a:noFill/>
          </p:spPr>
          <p:txBody>
            <a:bodyPr wrap="none" rtlCol="0">
              <a:spAutoFit/>
            </a:bodyPr>
            <a:lstStyle/>
            <a:p>
              <a:pPr eaLnBrk="0" fontAlgn="base" hangingPunct="0">
                <a:spcBef>
                  <a:spcPct val="0"/>
                </a:spcBef>
                <a:spcAft>
                  <a:spcPct val="0"/>
                </a:spcAft>
              </a:pPr>
              <a:r>
                <a:rPr lang="en-US" sz="1400" dirty="0">
                  <a:solidFill>
                    <a:srgbClr val="000000"/>
                  </a:solidFill>
                  <a:latin typeface="Arial" charset="0"/>
                  <a:ea typeface="ＭＳ Ｐゴシック" charset="0"/>
                </a:rPr>
                <a:t>1</a:t>
              </a:r>
            </a:p>
          </p:txBody>
        </p:sp>
        <p:sp>
          <p:nvSpPr>
            <p:cNvPr id="630" name="TextBox 629">
              <a:extLst>
                <a:ext uri="{FF2B5EF4-FFF2-40B4-BE49-F238E27FC236}">
                  <a16:creationId xmlns:a16="http://schemas.microsoft.com/office/drawing/2014/main" id="{1AF1F061-491A-9258-83A8-15FE940615E2}"/>
                </a:ext>
              </a:extLst>
            </p:cNvPr>
            <p:cNvSpPr txBox="1"/>
            <p:nvPr/>
          </p:nvSpPr>
          <p:spPr>
            <a:xfrm>
              <a:off x="1089218" y="2743635"/>
              <a:ext cx="284515" cy="307777"/>
            </a:xfrm>
            <a:prstGeom prst="rect">
              <a:avLst/>
            </a:prstGeom>
            <a:noFill/>
          </p:spPr>
          <p:txBody>
            <a:bodyPr wrap="none" rtlCol="0">
              <a:spAutoFit/>
            </a:bodyPr>
            <a:lstStyle/>
            <a:p>
              <a:pPr eaLnBrk="0" fontAlgn="base" hangingPunct="0">
                <a:spcBef>
                  <a:spcPct val="0"/>
                </a:spcBef>
                <a:spcAft>
                  <a:spcPct val="0"/>
                </a:spcAft>
              </a:pPr>
              <a:r>
                <a:rPr lang="en-US" sz="1400" dirty="0">
                  <a:solidFill>
                    <a:srgbClr val="000000"/>
                  </a:solidFill>
                  <a:latin typeface="Arial" charset="0"/>
                  <a:ea typeface="ＭＳ Ｐゴシック" charset="0"/>
                </a:rPr>
                <a:t>2</a:t>
              </a:r>
            </a:p>
          </p:txBody>
        </p:sp>
      </p:grpSp>
      <p:grpSp>
        <p:nvGrpSpPr>
          <p:cNvPr id="631" name="Group 630">
            <a:extLst>
              <a:ext uri="{FF2B5EF4-FFF2-40B4-BE49-F238E27FC236}">
                <a16:creationId xmlns:a16="http://schemas.microsoft.com/office/drawing/2014/main" id="{CE46B748-C424-B849-AA52-C64A1124E610}"/>
              </a:ext>
            </a:extLst>
          </p:cNvPr>
          <p:cNvGrpSpPr/>
          <p:nvPr/>
        </p:nvGrpSpPr>
        <p:grpSpPr>
          <a:xfrm>
            <a:off x="1062878" y="3167410"/>
            <a:ext cx="1694528" cy="3353900"/>
            <a:chOff x="537654" y="3379309"/>
            <a:chExt cx="1694528" cy="2911109"/>
          </a:xfrm>
        </p:grpSpPr>
        <p:sp>
          <p:nvSpPr>
            <p:cNvPr id="632" name="Freeform 389">
              <a:extLst>
                <a:ext uri="{FF2B5EF4-FFF2-40B4-BE49-F238E27FC236}">
                  <a16:creationId xmlns:a16="http://schemas.microsoft.com/office/drawing/2014/main" id="{18DBFE91-A34D-A02B-9B70-C6AFA1A772E6}"/>
                </a:ext>
              </a:extLst>
            </p:cNvPr>
            <p:cNvSpPr/>
            <p:nvPr/>
          </p:nvSpPr>
          <p:spPr>
            <a:xfrm rot="10326036" flipH="1">
              <a:off x="771808" y="3379309"/>
              <a:ext cx="1333280" cy="959366"/>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06934 w 1167285"/>
                <a:gd name="connsiteY0" fmla="*/ 967578 h 967578"/>
                <a:gd name="connsiteX1" fmla="*/ 0 w 1167285"/>
                <a:gd name="connsiteY1" fmla="*/ 0 h 967578"/>
                <a:gd name="connsiteX2" fmla="*/ 1005993 w 1167285"/>
                <a:gd name="connsiteY2" fmla="*/ 46284 h 967578"/>
                <a:gd name="connsiteX3" fmla="*/ 1167285 w 1167285"/>
                <a:gd name="connsiteY3" fmla="*/ 895852 h 967578"/>
                <a:gd name="connsiteX4" fmla="*/ 1006934 w 1167285"/>
                <a:gd name="connsiteY4" fmla="*/ 967578 h 967578"/>
                <a:gd name="connsiteX0" fmla="*/ 1006934 w 1167285"/>
                <a:gd name="connsiteY0" fmla="*/ 1132232 h 1132232"/>
                <a:gd name="connsiteX1" fmla="*/ 0 w 1167285"/>
                <a:gd name="connsiteY1" fmla="*/ 164654 h 1132232"/>
                <a:gd name="connsiteX2" fmla="*/ 991394 w 1167285"/>
                <a:gd name="connsiteY2" fmla="*/ 130 h 1132232"/>
                <a:gd name="connsiteX3" fmla="*/ 1167285 w 1167285"/>
                <a:gd name="connsiteY3" fmla="*/ 1060506 h 1132232"/>
                <a:gd name="connsiteX4" fmla="*/ 1006934 w 1167285"/>
                <a:gd name="connsiteY4" fmla="*/ 1132232 h 1132232"/>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332977"/>
                <a:gd name="connsiteY0" fmla="*/ 1088164 h 1088164"/>
                <a:gd name="connsiteX1" fmla="*/ 0 w 1332977"/>
                <a:gd name="connsiteY1" fmla="*/ 164654 h 1088164"/>
                <a:gd name="connsiteX2" fmla="*/ 991394 w 1332977"/>
                <a:gd name="connsiteY2" fmla="*/ 130 h 1088164"/>
                <a:gd name="connsiteX3" fmla="*/ 1332977 w 1332977"/>
                <a:gd name="connsiteY3" fmla="*/ 1045574 h 1088164"/>
                <a:gd name="connsiteX4" fmla="*/ 986900 w 1332977"/>
                <a:gd name="connsiteY4" fmla="*/ 1088164 h 108816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977" h="1143414">
                  <a:moveTo>
                    <a:pt x="1029955" y="1143414"/>
                  </a:moveTo>
                  <a:cubicBezTo>
                    <a:pt x="771645" y="868623"/>
                    <a:pt x="908943" y="903822"/>
                    <a:pt x="0" y="164654"/>
                  </a:cubicBezTo>
                  <a:cubicBezTo>
                    <a:pt x="346878" y="170249"/>
                    <a:pt x="644516" y="-5465"/>
                    <a:pt x="991394" y="130"/>
                  </a:cubicBezTo>
                  <a:cubicBezTo>
                    <a:pt x="1125143" y="751678"/>
                    <a:pt x="1116033" y="592331"/>
                    <a:pt x="1332977" y="1045574"/>
                  </a:cubicBezTo>
                  <a:cubicBezTo>
                    <a:pt x="1183663" y="1029001"/>
                    <a:pt x="1194267" y="1059672"/>
                    <a:pt x="1029955" y="1143414"/>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633" name="Group 632">
              <a:extLst>
                <a:ext uri="{FF2B5EF4-FFF2-40B4-BE49-F238E27FC236}">
                  <a16:creationId xmlns:a16="http://schemas.microsoft.com/office/drawing/2014/main" id="{07AAD126-DCF3-8AB8-1DA5-28BE32BE3423}"/>
                </a:ext>
              </a:extLst>
            </p:cNvPr>
            <p:cNvGrpSpPr/>
            <p:nvPr/>
          </p:nvGrpSpPr>
          <p:grpSpPr>
            <a:xfrm>
              <a:off x="537654" y="4169528"/>
              <a:ext cx="1694528" cy="2120890"/>
              <a:chOff x="537654" y="4169528"/>
              <a:chExt cx="1694528" cy="2120890"/>
            </a:xfrm>
          </p:grpSpPr>
          <p:sp>
            <p:nvSpPr>
              <p:cNvPr id="634" name="Rectangle 633">
                <a:extLst>
                  <a:ext uri="{FF2B5EF4-FFF2-40B4-BE49-F238E27FC236}">
                    <a16:creationId xmlns:a16="http://schemas.microsoft.com/office/drawing/2014/main" id="{602471BF-45BC-9E47-E8F5-6B7FB576303C}"/>
                  </a:ext>
                </a:extLst>
              </p:cNvPr>
              <p:cNvSpPr/>
              <p:nvPr/>
            </p:nvSpPr>
            <p:spPr bwMode="auto">
              <a:xfrm rot="10800000">
                <a:off x="809301" y="4261100"/>
                <a:ext cx="1027112" cy="994484"/>
              </a:xfrm>
              <a:prstGeom prst="rect">
                <a:avLst/>
              </a:prstGeom>
              <a:gradFill rotWithShape="1">
                <a:gsLst>
                  <a:gs pos="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635" name="Group 104">
                <a:extLst>
                  <a:ext uri="{FF2B5EF4-FFF2-40B4-BE49-F238E27FC236}">
                    <a16:creationId xmlns:a16="http://schemas.microsoft.com/office/drawing/2014/main" id="{88BE0E7D-6DB1-7928-9707-91CF2B902A08}"/>
                  </a:ext>
                </a:extLst>
              </p:cNvPr>
              <p:cNvGrpSpPr>
                <a:grpSpLocks/>
              </p:cNvGrpSpPr>
              <p:nvPr/>
            </p:nvGrpSpPr>
            <p:grpSpPr bwMode="auto">
              <a:xfrm>
                <a:off x="812771" y="5933069"/>
                <a:ext cx="1034710" cy="357349"/>
                <a:chOff x="4128636" y="3606589"/>
                <a:chExt cx="568145" cy="338667"/>
              </a:xfrm>
            </p:grpSpPr>
            <p:sp>
              <p:nvSpPr>
                <p:cNvPr id="658" name="Oval 657">
                  <a:extLst>
                    <a:ext uri="{FF2B5EF4-FFF2-40B4-BE49-F238E27FC236}">
                      <a16:creationId xmlns:a16="http://schemas.microsoft.com/office/drawing/2014/main" id="{CC2694F5-2E8F-FAF6-4407-EA57AFFC6EB9}"/>
                    </a:ext>
                  </a:extLst>
                </p:cNvPr>
                <p:cNvSpPr/>
                <p:nvPr/>
              </p:nvSpPr>
              <p:spPr>
                <a:xfrm>
                  <a:off x="4128649" y="3720080"/>
                  <a:ext cx="568332" cy="225176"/>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59" name="Rectangle 658">
                  <a:extLst>
                    <a:ext uri="{FF2B5EF4-FFF2-40B4-BE49-F238E27FC236}">
                      <a16:creationId xmlns:a16="http://schemas.microsoft.com/office/drawing/2014/main" id="{F3576BB3-859C-294A-BA35-BB0CD9610B44}"/>
                    </a:ext>
                  </a:extLst>
                </p:cNvPr>
                <p:cNvSpPr/>
                <p:nvPr/>
              </p:nvSpPr>
              <p:spPr>
                <a:xfrm>
                  <a:off x="4128649" y="3720080"/>
                  <a:ext cx="568332" cy="111898"/>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60" name="Oval 659">
                  <a:extLst>
                    <a:ext uri="{FF2B5EF4-FFF2-40B4-BE49-F238E27FC236}">
                      <a16:creationId xmlns:a16="http://schemas.microsoft.com/office/drawing/2014/main" id="{A6C16A1D-5762-D009-46F0-F6D2FDAA58CE}"/>
                    </a:ext>
                  </a:extLst>
                </p:cNvPr>
                <p:cNvSpPr/>
                <p:nvPr/>
              </p:nvSpPr>
              <p:spPr>
                <a:xfrm>
                  <a:off x="4128649" y="3606801"/>
                  <a:ext cx="568332" cy="225176"/>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61" name="Straight Connector 660">
                  <a:extLst>
                    <a:ext uri="{FF2B5EF4-FFF2-40B4-BE49-F238E27FC236}">
                      <a16:creationId xmlns:a16="http://schemas.microsoft.com/office/drawing/2014/main" id="{74C5F416-9919-A114-FBB1-0A8362B815E0}"/>
                    </a:ext>
                  </a:extLst>
                </p:cNvPr>
                <p:cNvCxnSpPr/>
                <p:nvPr/>
              </p:nvCxnSpPr>
              <p:spPr>
                <a:xfrm>
                  <a:off x="4696981" y="3720080"/>
                  <a:ext cx="0" cy="111898"/>
                </a:xfrm>
                <a:prstGeom prst="line">
                  <a:avLst/>
                </a:prstGeom>
                <a:noFill/>
                <a:ln w="6350" cap="flat" cmpd="sng" algn="ctr">
                  <a:solidFill>
                    <a:srgbClr val="000000"/>
                  </a:solidFill>
                  <a:prstDash val="solid"/>
                </a:ln>
                <a:effectLst/>
              </p:spPr>
            </p:cxnSp>
            <p:cxnSp>
              <p:nvCxnSpPr>
                <p:cNvPr id="662" name="Straight Connector 661">
                  <a:extLst>
                    <a:ext uri="{FF2B5EF4-FFF2-40B4-BE49-F238E27FC236}">
                      <a16:creationId xmlns:a16="http://schemas.microsoft.com/office/drawing/2014/main" id="{27A2D47F-27B8-BBC8-C241-7820662F4A03}"/>
                    </a:ext>
                  </a:extLst>
                </p:cNvPr>
                <p:cNvCxnSpPr/>
                <p:nvPr/>
              </p:nvCxnSpPr>
              <p:spPr>
                <a:xfrm>
                  <a:off x="4128649" y="3720080"/>
                  <a:ext cx="0" cy="111898"/>
                </a:xfrm>
                <a:prstGeom prst="line">
                  <a:avLst/>
                </a:prstGeom>
                <a:noFill/>
                <a:ln w="6350" cap="flat" cmpd="sng" algn="ctr">
                  <a:solidFill>
                    <a:srgbClr val="000000"/>
                  </a:solidFill>
                  <a:prstDash val="solid"/>
                </a:ln>
                <a:effectLst/>
              </p:spPr>
            </p:cxnSp>
          </p:grpSp>
          <p:sp>
            <p:nvSpPr>
              <p:cNvPr id="636" name="Rectangle 635">
                <a:extLst>
                  <a:ext uri="{FF2B5EF4-FFF2-40B4-BE49-F238E27FC236}">
                    <a16:creationId xmlns:a16="http://schemas.microsoft.com/office/drawing/2014/main" id="{37291F64-9DE2-4558-3D4F-1276C608A6EE}"/>
                  </a:ext>
                </a:extLst>
              </p:cNvPr>
              <p:cNvSpPr/>
              <p:nvPr/>
            </p:nvSpPr>
            <p:spPr bwMode="auto">
              <a:xfrm>
                <a:off x="817079" y="5203658"/>
                <a:ext cx="1027112" cy="860514"/>
              </a:xfrm>
              <a:prstGeom prst="rect">
                <a:avLst/>
              </a:prstGeom>
              <a:gradFill rotWithShape="1">
                <a:gsLst>
                  <a:gs pos="0">
                    <a:srgbClr val="3333CC">
                      <a:lumMod val="60000"/>
                      <a:lumOff val="40000"/>
                      <a:alpha val="62000"/>
                    </a:srgbClr>
                  </a:gs>
                  <a:gs pos="5400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37" name="Straight Connector 636">
                <a:extLst>
                  <a:ext uri="{FF2B5EF4-FFF2-40B4-BE49-F238E27FC236}">
                    <a16:creationId xmlns:a16="http://schemas.microsoft.com/office/drawing/2014/main" id="{8FB9D0C2-C1C6-ADAC-0A03-C9E4FA48CC4F}"/>
                  </a:ext>
                </a:extLst>
              </p:cNvPr>
              <p:cNvCxnSpPr>
                <a:endCxn id="659" idx="1"/>
              </p:cNvCxnSpPr>
              <p:nvPr/>
            </p:nvCxnSpPr>
            <p:spPr bwMode="auto">
              <a:xfrm>
                <a:off x="801363" y="4466995"/>
                <a:ext cx="11432" cy="1644862"/>
              </a:xfrm>
              <a:prstGeom prst="line">
                <a:avLst/>
              </a:prstGeom>
              <a:noFill/>
              <a:ln w="3175" cap="flat" cmpd="sng" algn="ctr">
                <a:solidFill>
                  <a:srgbClr val="000000"/>
                </a:solidFill>
                <a:prstDash val="sysDash"/>
              </a:ln>
              <a:effectLst/>
            </p:spPr>
          </p:cxnSp>
          <p:cxnSp>
            <p:nvCxnSpPr>
              <p:cNvPr id="638" name="Straight Connector 637">
                <a:extLst>
                  <a:ext uri="{FF2B5EF4-FFF2-40B4-BE49-F238E27FC236}">
                    <a16:creationId xmlns:a16="http://schemas.microsoft.com/office/drawing/2014/main" id="{13555F53-0B60-77C3-49DF-5E8E8A1ADACF}"/>
                  </a:ext>
                </a:extLst>
              </p:cNvPr>
              <p:cNvCxnSpPr>
                <a:endCxn id="659" idx="3"/>
              </p:cNvCxnSpPr>
              <p:nvPr/>
            </p:nvCxnSpPr>
            <p:spPr bwMode="auto">
              <a:xfrm>
                <a:off x="1842763" y="4466995"/>
                <a:ext cx="5083" cy="1644862"/>
              </a:xfrm>
              <a:prstGeom prst="line">
                <a:avLst/>
              </a:prstGeom>
              <a:noFill/>
              <a:ln w="3175" cap="flat" cmpd="sng" algn="ctr">
                <a:solidFill>
                  <a:srgbClr val="000000"/>
                </a:solidFill>
                <a:prstDash val="sysDash"/>
              </a:ln>
              <a:effectLst/>
            </p:spPr>
          </p:cxnSp>
          <p:grpSp>
            <p:nvGrpSpPr>
              <p:cNvPr id="639" name="Group 9">
                <a:extLst>
                  <a:ext uri="{FF2B5EF4-FFF2-40B4-BE49-F238E27FC236}">
                    <a16:creationId xmlns:a16="http://schemas.microsoft.com/office/drawing/2014/main" id="{5C34F09F-08D2-3945-E8EC-9A645E4CFF2D}"/>
                  </a:ext>
                </a:extLst>
              </p:cNvPr>
              <p:cNvGrpSpPr>
                <a:grpSpLocks/>
              </p:cNvGrpSpPr>
              <p:nvPr/>
            </p:nvGrpSpPr>
            <p:grpSpPr bwMode="auto">
              <a:xfrm>
                <a:off x="777993" y="4169528"/>
                <a:ext cx="1079500" cy="395024"/>
                <a:chOff x="2183302" y="1574638"/>
                <a:chExt cx="1200154" cy="430181"/>
              </a:xfrm>
            </p:grpSpPr>
            <p:sp>
              <p:nvSpPr>
                <p:cNvPr id="649" name="Oval 648">
                  <a:extLst>
                    <a:ext uri="{FF2B5EF4-FFF2-40B4-BE49-F238E27FC236}">
                      <a16:creationId xmlns:a16="http://schemas.microsoft.com/office/drawing/2014/main" id="{EC44DB0B-00A1-B500-13A6-6071959FEA84}"/>
                    </a:ext>
                  </a:extLst>
                </p:cNvPr>
                <p:cNvSpPr/>
                <p:nvPr/>
              </p:nvSpPr>
              <p:spPr bwMode="auto">
                <a:xfrm flipV="1">
                  <a:off x="2186832" y="1690517"/>
                  <a:ext cx="1194859" cy="31430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50" name="Rectangle 649">
                  <a:extLst>
                    <a:ext uri="{FF2B5EF4-FFF2-40B4-BE49-F238E27FC236}">
                      <a16:creationId xmlns:a16="http://schemas.microsoft.com/office/drawing/2014/main" id="{2E74C60E-5896-CAA5-0FA8-DDF121A04D68}"/>
                    </a:ext>
                  </a:extLst>
                </p:cNvPr>
                <p:cNvSpPr/>
                <p:nvPr/>
              </p:nvSpPr>
              <p:spPr bwMode="auto">
                <a:xfrm>
                  <a:off x="2183302" y="1734964"/>
                  <a:ext cx="1198389" cy="112704"/>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51" name="Oval 650">
                  <a:extLst>
                    <a:ext uri="{FF2B5EF4-FFF2-40B4-BE49-F238E27FC236}">
                      <a16:creationId xmlns:a16="http://schemas.microsoft.com/office/drawing/2014/main" id="{345AAA9C-31BF-968D-8BA0-8199D5BFE3A8}"/>
                    </a:ext>
                  </a:extLst>
                </p:cNvPr>
                <p:cNvSpPr/>
                <p:nvPr/>
              </p:nvSpPr>
              <p:spPr bwMode="auto">
                <a:xfrm flipV="1">
                  <a:off x="2183302" y="1574638"/>
                  <a:ext cx="1196624" cy="314302"/>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52" name="Freeform 409">
                  <a:extLst>
                    <a:ext uri="{FF2B5EF4-FFF2-40B4-BE49-F238E27FC236}">
                      <a16:creationId xmlns:a16="http://schemas.microsoft.com/office/drawing/2014/main" id="{96E49A70-4432-C624-95C7-8077933741C9}"/>
                    </a:ext>
                  </a:extLst>
                </p:cNvPr>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53" name="Freeform 410">
                  <a:extLst>
                    <a:ext uri="{FF2B5EF4-FFF2-40B4-BE49-F238E27FC236}">
                      <a16:creationId xmlns:a16="http://schemas.microsoft.com/office/drawing/2014/main" id="{519DB0BA-AC4C-5689-679E-03E0B6853D88}"/>
                    </a:ext>
                  </a:extLst>
                </p:cNvPr>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54" name="Freeform 411">
                  <a:extLst>
                    <a:ext uri="{FF2B5EF4-FFF2-40B4-BE49-F238E27FC236}">
                      <a16:creationId xmlns:a16="http://schemas.microsoft.com/office/drawing/2014/main" id="{B3574566-497C-A895-882E-FE7FF350AA00}"/>
                    </a:ext>
                  </a:extLst>
                </p:cNvPr>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55" name="Freeform 412">
                  <a:extLst>
                    <a:ext uri="{FF2B5EF4-FFF2-40B4-BE49-F238E27FC236}">
                      <a16:creationId xmlns:a16="http://schemas.microsoft.com/office/drawing/2014/main" id="{3B423A34-7616-80D1-F762-F351C3DDA942}"/>
                    </a:ext>
                  </a:extLst>
                </p:cNvPr>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56" name="Straight Connector 655">
                  <a:extLst>
                    <a:ext uri="{FF2B5EF4-FFF2-40B4-BE49-F238E27FC236}">
                      <a16:creationId xmlns:a16="http://schemas.microsoft.com/office/drawing/2014/main" id="{0ABD0069-7593-15E6-5705-86E466BD9E1E}"/>
                    </a:ext>
                  </a:extLst>
                </p:cNvPr>
                <p:cNvCxnSpPr>
                  <a:endCxn id="651" idx="2"/>
                </p:cNvCxnSpPr>
                <p:nvPr/>
              </p:nvCxnSpPr>
              <p:spPr bwMode="auto">
                <a:xfrm flipH="1" flipV="1">
                  <a:off x="2183302" y="1731787"/>
                  <a:ext cx="3530" cy="122228"/>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57" name="Straight Connector 656">
                  <a:extLst>
                    <a:ext uri="{FF2B5EF4-FFF2-40B4-BE49-F238E27FC236}">
                      <a16:creationId xmlns:a16="http://schemas.microsoft.com/office/drawing/2014/main" id="{8CD4AB59-5128-E399-7703-D27DFE7F8B89}"/>
                    </a:ext>
                  </a:extLst>
                </p:cNvPr>
                <p:cNvCxnSpPr/>
                <p:nvPr/>
              </p:nvCxnSpPr>
              <p:spPr bwMode="auto">
                <a:xfrm flipH="1" flipV="1">
                  <a:off x="3379926" y="1728615"/>
                  <a:ext cx="3530" cy="122228"/>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sp>
            <p:nvSpPr>
              <p:cNvPr id="640" name="Rectangle 639">
                <a:extLst>
                  <a:ext uri="{FF2B5EF4-FFF2-40B4-BE49-F238E27FC236}">
                    <a16:creationId xmlns:a16="http://schemas.microsoft.com/office/drawing/2014/main" id="{4BD9CA7F-059D-AA80-7F23-5F92DE897DF9}"/>
                  </a:ext>
                </a:extLst>
              </p:cNvPr>
              <p:cNvSpPr/>
              <p:nvPr/>
            </p:nvSpPr>
            <p:spPr bwMode="auto">
              <a:xfrm>
                <a:off x="546153" y="4588083"/>
                <a:ext cx="1670709" cy="1303807"/>
              </a:xfrm>
              <a:prstGeom prst="rect">
                <a:avLst/>
              </a:prstGeom>
              <a:solidFill>
                <a:srgbClr val="FFFFFF"/>
              </a:solidFill>
              <a:ln w="9525" cap="flat" cmpd="sng" algn="ctr">
                <a:solidFill>
                  <a:srgbClr val="00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41" name="TextBox 640">
                <a:extLst>
                  <a:ext uri="{FF2B5EF4-FFF2-40B4-BE49-F238E27FC236}">
                    <a16:creationId xmlns:a16="http://schemas.microsoft.com/office/drawing/2014/main" id="{2C58B446-2D7E-487B-FD3C-25CCFCC254AF}"/>
                  </a:ext>
                </a:extLst>
              </p:cNvPr>
              <p:cNvSpPr txBox="1"/>
              <p:nvPr/>
            </p:nvSpPr>
            <p:spPr>
              <a:xfrm>
                <a:off x="540390" y="4583226"/>
                <a:ext cx="620971" cy="311193"/>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dest</a:t>
                </a:r>
              </a:p>
            </p:txBody>
          </p:sp>
          <p:sp>
            <p:nvSpPr>
              <p:cNvPr id="642" name="TextBox 641">
                <a:extLst>
                  <a:ext uri="{FF2B5EF4-FFF2-40B4-BE49-F238E27FC236}">
                    <a16:creationId xmlns:a16="http://schemas.microsoft.com/office/drawing/2014/main" id="{43A22F6F-61EF-ECD2-FE25-CC56FD7CD7CC}"/>
                  </a:ext>
                </a:extLst>
              </p:cNvPr>
              <p:cNvSpPr txBox="1"/>
              <p:nvPr/>
            </p:nvSpPr>
            <p:spPr>
              <a:xfrm>
                <a:off x="1162170" y="4587898"/>
                <a:ext cx="1070012" cy="311193"/>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interface</a:t>
                </a:r>
              </a:p>
            </p:txBody>
          </p:sp>
          <p:cxnSp>
            <p:nvCxnSpPr>
              <p:cNvPr id="643" name="Straight Connector 642">
                <a:extLst>
                  <a:ext uri="{FF2B5EF4-FFF2-40B4-BE49-F238E27FC236}">
                    <a16:creationId xmlns:a16="http://schemas.microsoft.com/office/drawing/2014/main" id="{2A0938DD-FD09-96F2-2102-435A2CE55570}"/>
                  </a:ext>
                </a:extLst>
              </p:cNvPr>
              <p:cNvCxnSpPr/>
              <p:nvPr/>
            </p:nvCxnSpPr>
            <p:spPr bwMode="auto">
              <a:xfrm>
                <a:off x="1154183" y="4593421"/>
                <a:ext cx="1345" cy="1293547"/>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44" name="Straight Connector 643">
                <a:extLst>
                  <a:ext uri="{FF2B5EF4-FFF2-40B4-BE49-F238E27FC236}">
                    <a16:creationId xmlns:a16="http://schemas.microsoft.com/office/drawing/2014/main" id="{8F235852-596A-045C-188F-22027839F613}"/>
                  </a:ext>
                </a:extLst>
              </p:cNvPr>
              <p:cNvCxnSpPr/>
              <p:nvPr/>
            </p:nvCxnSpPr>
            <p:spPr bwMode="auto">
              <a:xfrm flipH="1">
                <a:off x="537654" y="4911108"/>
                <a:ext cx="1679208"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645" name="TextBox 644">
                <a:extLst>
                  <a:ext uri="{FF2B5EF4-FFF2-40B4-BE49-F238E27FC236}">
                    <a16:creationId xmlns:a16="http://schemas.microsoft.com/office/drawing/2014/main" id="{280ADA00-C139-F920-9B94-66827EDBE46F}"/>
                  </a:ext>
                </a:extLst>
              </p:cNvPr>
              <p:cNvSpPr txBox="1"/>
              <p:nvPr/>
            </p:nvSpPr>
            <p:spPr>
              <a:xfrm>
                <a:off x="1222724" y="4844159"/>
                <a:ext cx="415498" cy="32057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646" name="TextBox 645">
                <a:extLst>
                  <a:ext uri="{FF2B5EF4-FFF2-40B4-BE49-F238E27FC236}">
                    <a16:creationId xmlns:a16="http://schemas.microsoft.com/office/drawing/2014/main" id="{7C0203F9-ED79-0456-5810-6B4BD70BC5BD}"/>
                  </a:ext>
                </a:extLst>
              </p:cNvPr>
              <p:cNvSpPr txBox="1"/>
              <p:nvPr/>
            </p:nvSpPr>
            <p:spPr>
              <a:xfrm>
                <a:off x="1218025" y="5574320"/>
                <a:ext cx="415498" cy="32057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647" name="TextBox 646">
                <a:extLst>
                  <a:ext uri="{FF2B5EF4-FFF2-40B4-BE49-F238E27FC236}">
                    <a16:creationId xmlns:a16="http://schemas.microsoft.com/office/drawing/2014/main" id="{F04BEB71-6E08-104C-B226-EF95B0581B38}"/>
                  </a:ext>
                </a:extLst>
              </p:cNvPr>
              <p:cNvSpPr txBox="1"/>
              <p:nvPr/>
            </p:nvSpPr>
            <p:spPr>
              <a:xfrm>
                <a:off x="646020" y="4843576"/>
                <a:ext cx="415498" cy="32057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648" name="TextBox 647">
                <a:extLst>
                  <a:ext uri="{FF2B5EF4-FFF2-40B4-BE49-F238E27FC236}">
                    <a16:creationId xmlns:a16="http://schemas.microsoft.com/office/drawing/2014/main" id="{B766A6A4-E4C4-BC26-14AA-C0E6E37A9089}"/>
                  </a:ext>
                </a:extLst>
              </p:cNvPr>
              <p:cNvSpPr txBox="1"/>
              <p:nvPr/>
            </p:nvSpPr>
            <p:spPr>
              <a:xfrm>
                <a:off x="669517" y="5573736"/>
                <a:ext cx="415498" cy="32057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grpSp>
      </p:grpSp>
      <p:sp>
        <p:nvSpPr>
          <p:cNvPr id="663" name="TextBox 662">
            <a:extLst>
              <a:ext uri="{FF2B5EF4-FFF2-40B4-BE49-F238E27FC236}">
                <a16:creationId xmlns:a16="http://schemas.microsoft.com/office/drawing/2014/main" id="{8757F0A6-1151-F7CB-171E-D18678DA6BBC}"/>
              </a:ext>
            </a:extLst>
          </p:cNvPr>
          <p:cNvSpPr txBox="1"/>
          <p:nvPr/>
        </p:nvSpPr>
        <p:spPr>
          <a:xfrm>
            <a:off x="428427" y="2614511"/>
            <a:ext cx="1117981" cy="840230"/>
          </a:xfrm>
          <a:prstGeom prst="rect">
            <a:avLst/>
          </a:prstGeom>
          <a:noFill/>
        </p:spPr>
        <p:txBody>
          <a:bodyPr wrap="square" rtlCol="0">
            <a:spAutoFit/>
          </a:bodyPr>
          <a:lstStyle/>
          <a:p>
            <a:pPr eaLnBrk="0" fontAlgn="base" hangingPunct="0">
              <a:lnSpc>
                <a:spcPct val="90000"/>
              </a:lnSpc>
              <a:spcBef>
                <a:spcPct val="0"/>
              </a:spcBef>
              <a:spcAft>
                <a:spcPct val="0"/>
              </a:spcAft>
            </a:pPr>
            <a:r>
              <a:rPr lang="en-US" dirty="0">
                <a:solidFill>
                  <a:srgbClr val="000000"/>
                </a:solidFill>
                <a:ea typeface="ＭＳ Ｐゴシック" charset="0"/>
              </a:rPr>
              <a:t>local link interfaces</a:t>
            </a:r>
          </a:p>
          <a:p>
            <a:pPr eaLnBrk="0" fontAlgn="base" hangingPunct="0">
              <a:lnSpc>
                <a:spcPct val="90000"/>
              </a:lnSpc>
              <a:spcBef>
                <a:spcPct val="0"/>
              </a:spcBef>
              <a:spcAft>
                <a:spcPct val="0"/>
              </a:spcAft>
            </a:pPr>
            <a:r>
              <a:rPr lang="en-US" dirty="0">
                <a:solidFill>
                  <a:srgbClr val="000000"/>
                </a:solidFill>
                <a:ea typeface="ＭＳ Ｐゴシック" charset="0"/>
              </a:rPr>
              <a:t>at 1a, 1d</a:t>
            </a:r>
          </a:p>
        </p:txBody>
      </p:sp>
      <p:sp>
        <p:nvSpPr>
          <p:cNvPr id="664" name="Rectangle 4">
            <a:extLst>
              <a:ext uri="{FF2B5EF4-FFF2-40B4-BE49-F238E27FC236}">
                <a16:creationId xmlns:a16="http://schemas.microsoft.com/office/drawing/2014/main" id="{5ABDA9D4-95FB-1E87-EC4F-324A17479F99}"/>
              </a:ext>
            </a:extLst>
          </p:cNvPr>
          <p:cNvSpPr txBox="1">
            <a:spLocks noChangeArrowheads="1"/>
          </p:cNvSpPr>
          <p:nvPr/>
        </p:nvSpPr>
        <p:spPr bwMode="auto">
          <a:xfrm>
            <a:off x="2748859" y="5480240"/>
            <a:ext cx="8270914" cy="5108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dirty="0">
                <a:solidFill>
                  <a:srgbClr val="000000"/>
                </a:solidFill>
                <a:latin typeface="IRANSans(FaNum)" panose="02040503050201020203" pitchFamily="18" charset="-78"/>
                <a:cs typeface="IRANSans(FaNum)" panose="02040503050201020203" pitchFamily="18" charset="-78"/>
              </a:rPr>
              <a:t>در مسیریاب </a:t>
            </a:r>
            <a:r>
              <a:rPr lang="en-US" sz="1600" b="1" dirty="0" err="1">
                <a:latin typeface="Arial" panose="020B0604020202020204" pitchFamily="34" charset="0"/>
                <a:cs typeface="Arial" panose="020B0604020202020204" pitchFamily="34" charset="0"/>
              </a:rPr>
              <a:t>1d</a:t>
            </a:r>
            <a:r>
              <a:rPr lang="fa-IR" sz="1600" b="1" dirty="0">
                <a:solidFill>
                  <a:srgbClr val="000000"/>
                </a:solidFill>
                <a:latin typeface="IRANSans(FaNum)" panose="02040503050201020203" pitchFamily="18" charset="-78"/>
                <a:cs typeface="IRANSans(FaNum)" panose="02040503050201020203" pitchFamily="18" charset="-78"/>
              </a:rPr>
              <a:t>: برای رسیدن به مقصد </a:t>
            </a:r>
            <a:r>
              <a:rPr lang="en-US" sz="1600" b="1" dirty="0">
                <a:solidFill>
                  <a:srgbClr val="000000"/>
                </a:solidFill>
                <a:latin typeface="IRANSans(FaNum)" panose="02040503050201020203" pitchFamily="18" charset="-78"/>
                <a:cs typeface="IRANSans(FaNum)" panose="02040503050201020203" pitchFamily="18" charset="-78"/>
              </a:rPr>
              <a:t>X</a:t>
            </a:r>
            <a:r>
              <a:rPr lang="fa-IR" sz="1600" b="1" dirty="0">
                <a:solidFill>
                  <a:srgbClr val="000000"/>
                </a:solidFill>
                <a:latin typeface="IRANSans(FaNum)" panose="02040503050201020203" pitchFamily="18" charset="-78"/>
                <a:cs typeface="IRANSans(FaNum)" panose="02040503050201020203" pitchFamily="18" charset="-78"/>
              </a:rPr>
              <a:t> استفاده از  واسط شبکه </a:t>
            </a:r>
            <a:r>
              <a:rPr lang="en-US" sz="1600" b="1" dirty="0">
                <a:latin typeface="Arial" panose="020B0604020202020204" pitchFamily="34" charset="0"/>
                <a:cs typeface="Arial" panose="020B0604020202020204" pitchFamily="34" charset="0"/>
              </a:rPr>
              <a:t>1</a:t>
            </a:r>
            <a:endParaRPr lang="en-US" sz="1600" b="1" dirty="0">
              <a:solidFill>
                <a:srgbClr val="000000"/>
              </a:solidFill>
              <a:latin typeface="IRANSans(FaNum)" panose="02040503050201020203" pitchFamily="18" charset="-78"/>
              <a:cs typeface="IRANSans(FaNum)" panose="02040503050201020203" pitchFamily="18" charset="-78"/>
            </a:endParaRPr>
          </a:p>
        </p:txBody>
      </p:sp>
      <p:grpSp>
        <p:nvGrpSpPr>
          <p:cNvPr id="665" name="Group 664">
            <a:extLst>
              <a:ext uri="{FF2B5EF4-FFF2-40B4-BE49-F238E27FC236}">
                <a16:creationId xmlns:a16="http://schemas.microsoft.com/office/drawing/2014/main" id="{0F678106-A5AC-FD6D-8F76-225B1FE28705}"/>
              </a:ext>
            </a:extLst>
          </p:cNvPr>
          <p:cNvGrpSpPr/>
          <p:nvPr/>
        </p:nvGrpSpPr>
        <p:grpSpPr>
          <a:xfrm>
            <a:off x="1197325" y="5167166"/>
            <a:ext cx="917328" cy="370003"/>
            <a:chOff x="1260825" y="5090966"/>
            <a:chExt cx="917328" cy="370003"/>
          </a:xfrm>
        </p:grpSpPr>
        <p:sp>
          <p:nvSpPr>
            <p:cNvPr id="666" name="TextBox 665">
              <a:extLst>
                <a:ext uri="{FF2B5EF4-FFF2-40B4-BE49-F238E27FC236}">
                  <a16:creationId xmlns:a16="http://schemas.microsoft.com/office/drawing/2014/main" id="{C26A64DB-DCE4-33BC-A095-729AAE741CD6}"/>
                </a:ext>
              </a:extLst>
            </p:cNvPr>
            <p:cNvSpPr txBox="1"/>
            <p:nvPr/>
          </p:nvSpPr>
          <p:spPr>
            <a:xfrm>
              <a:off x="1260825" y="5091637"/>
              <a:ext cx="399468" cy="369332"/>
            </a:xfrm>
            <a:prstGeom prst="rect">
              <a:avLst/>
            </a:prstGeom>
            <a:noFill/>
          </p:spPr>
          <p:txBody>
            <a:bodyPr wrap="none" rtlCol="0">
              <a:spAutoFit/>
            </a:bodyPr>
            <a:lstStyle/>
            <a:p>
              <a:r>
                <a:rPr lang="en-US" dirty="0"/>
                <a:t>1c</a:t>
              </a:r>
            </a:p>
          </p:txBody>
        </p:sp>
        <p:sp>
          <p:nvSpPr>
            <p:cNvPr id="667" name="TextBox 666">
              <a:extLst>
                <a:ext uri="{FF2B5EF4-FFF2-40B4-BE49-F238E27FC236}">
                  <a16:creationId xmlns:a16="http://schemas.microsoft.com/office/drawing/2014/main" id="{55D9ABBF-BCA7-859F-8F18-E0026437CE12}"/>
                </a:ext>
              </a:extLst>
            </p:cNvPr>
            <p:cNvSpPr txBox="1"/>
            <p:nvPr/>
          </p:nvSpPr>
          <p:spPr>
            <a:xfrm>
              <a:off x="1876467" y="5090966"/>
              <a:ext cx="301686" cy="369332"/>
            </a:xfrm>
            <a:prstGeom prst="rect">
              <a:avLst/>
            </a:prstGeom>
            <a:noFill/>
          </p:spPr>
          <p:txBody>
            <a:bodyPr wrap="none" rtlCol="0">
              <a:spAutoFit/>
            </a:bodyPr>
            <a:lstStyle/>
            <a:p>
              <a:r>
                <a:rPr lang="en-US" dirty="0"/>
                <a:t>1</a:t>
              </a:r>
            </a:p>
          </p:txBody>
        </p:sp>
      </p:grpSp>
      <p:grpSp>
        <p:nvGrpSpPr>
          <p:cNvPr id="668" name="Group 667">
            <a:extLst>
              <a:ext uri="{FF2B5EF4-FFF2-40B4-BE49-F238E27FC236}">
                <a16:creationId xmlns:a16="http://schemas.microsoft.com/office/drawing/2014/main" id="{77143C49-F8DA-2338-3178-2530E809FD98}"/>
              </a:ext>
            </a:extLst>
          </p:cNvPr>
          <p:cNvGrpSpPr/>
          <p:nvPr/>
        </p:nvGrpSpPr>
        <p:grpSpPr>
          <a:xfrm>
            <a:off x="1249021" y="5497478"/>
            <a:ext cx="864960" cy="372689"/>
            <a:chOff x="1312521" y="5421278"/>
            <a:chExt cx="864960" cy="372689"/>
          </a:xfrm>
        </p:grpSpPr>
        <p:sp>
          <p:nvSpPr>
            <p:cNvPr id="669" name="TextBox 668">
              <a:extLst>
                <a:ext uri="{FF2B5EF4-FFF2-40B4-BE49-F238E27FC236}">
                  <a16:creationId xmlns:a16="http://schemas.microsoft.com/office/drawing/2014/main" id="{8C6EDDBB-CC1F-0EB9-9821-F04A4FDA4AEB}"/>
                </a:ext>
              </a:extLst>
            </p:cNvPr>
            <p:cNvSpPr txBox="1"/>
            <p:nvPr/>
          </p:nvSpPr>
          <p:spPr>
            <a:xfrm>
              <a:off x="1312521" y="5421278"/>
              <a:ext cx="304892" cy="369332"/>
            </a:xfrm>
            <a:prstGeom prst="rect">
              <a:avLst/>
            </a:prstGeom>
            <a:noFill/>
          </p:spPr>
          <p:txBody>
            <a:bodyPr wrap="none" rtlCol="0">
              <a:spAutoFit/>
            </a:bodyPr>
            <a:lstStyle/>
            <a:p>
              <a:r>
                <a:rPr lang="en-US" dirty="0">
                  <a:solidFill>
                    <a:srgbClr val="C00000"/>
                  </a:solidFill>
                </a:rPr>
                <a:t>X</a:t>
              </a:r>
            </a:p>
          </p:txBody>
        </p:sp>
        <p:sp>
          <p:nvSpPr>
            <p:cNvPr id="670" name="TextBox 669">
              <a:extLst>
                <a:ext uri="{FF2B5EF4-FFF2-40B4-BE49-F238E27FC236}">
                  <a16:creationId xmlns:a16="http://schemas.microsoft.com/office/drawing/2014/main" id="{D30EB339-1414-D2B3-BC9C-6DB1CB1AC97B}"/>
                </a:ext>
              </a:extLst>
            </p:cNvPr>
            <p:cNvSpPr txBox="1"/>
            <p:nvPr/>
          </p:nvSpPr>
          <p:spPr>
            <a:xfrm>
              <a:off x="1875795" y="5424635"/>
              <a:ext cx="301686" cy="369332"/>
            </a:xfrm>
            <a:prstGeom prst="rect">
              <a:avLst/>
            </a:prstGeom>
            <a:noFill/>
          </p:spPr>
          <p:txBody>
            <a:bodyPr wrap="none" rtlCol="0">
              <a:spAutoFit/>
            </a:bodyPr>
            <a:lstStyle/>
            <a:p>
              <a:r>
                <a:rPr lang="en-US" dirty="0">
                  <a:solidFill>
                    <a:srgbClr val="C00000"/>
                  </a:solidFill>
                </a:rPr>
                <a:t>1</a:t>
              </a:r>
            </a:p>
          </p:txBody>
        </p:sp>
      </p:grpSp>
      <p:grpSp>
        <p:nvGrpSpPr>
          <p:cNvPr id="671" name="Group 670">
            <a:extLst>
              <a:ext uri="{FF2B5EF4-FFF2-40B4-BE49-F238E27FC236}">
                <a16:creationId xmlns:a16="http://schemas.microsoft.com/office/drawing/2014/main" id="{EDC4E4D9-2550-4E9F-FCF1-E0EA7E7B399D}"/>
              </a:ext>
            </a:extLst>
          </p:cNvPr>
          <p:cNvGrpSpPr/>
          <p:nvPr/>
        </p:nvGrpSpPr>
        <p:grpSpPr>
          <a:xfrm>
            <a:off x="2229995" y="1905002"/>
            <a:ext cx="1139242" cy="1021848"/>
            <a:chOff x="852623" y="3061858"/>
            <a:chExt cx="1139242" cy="1021848"/>
          </a:xfrm>
        </p:grpSpPr>
        <p:grpSp>
          <p:nvGrpSpPr>
            <p:cNvPr id="672" name="Group 671">
              <a:extLst>
                <a:ext uri="{FF2B5EF4-FFF2-40B4-BE49-F238E27FC236}">
                  <a16:creationId xmlns:a16="http://schemas.microsoft.com/office/drawing/2014/main" id="{3920E7AC-3E2A-A51A-E6D7-B4B5DF1CF02C}"/>
                </a:ext>
              </a:extLst>
            </p:cNvPr>
            <p:cNvGrpSpPr/>
            <p:nvPr/>
          </p:nvGrpSpPr>
          <p:grpSpPr>
            <a:xfrm>
              <a:off x="852623" y="3198229"/>
              <a:ext cx="760478" cy="811277"/>
              <a:chOff x="4511542" y="2820739"/>
              <a:chExt cx="760478" cy="811277"/>
            </a:xfrm>
          </p:grpSpPr>
          <p:cxnSp>
            <p:nvCxnSpPr>
              <p:cNvPr id="676" name="Straight Arrow Connector 675">
                <a:extLst>
                  <a:ext uri="{FF2B5EF4-FFF2-40B4-BE49-F238E27FC236}">
                    <a16:creationId xmlns:a16="http://schemas.microsoft.com/office/drawing/2014/main" id="{0E72FC2A-FD73-6D4E-A48B-A44524F9155E}"/>
                  </a:ext>
                </a:extLst>
              </p:cNvPr>
              <p:cNvCxnSpPr/>
              <p:nvPr/>
            </p:nvCxnSpPr>
            <p:spPr bwMode="auto">
              <a:xfrm flipH="1" flipV="1">
                <a:off x="4870276"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77" name="Straight Arrow Connector 676">
                <a:extLst>
                  <a:ext uri="{FF2B5EF4-FFF2-40B4-BE49-F238E27FC236}">
                    <a16:creationId xmlns:a16="http://schemas.microsoft.com/office/drawing/2014/main" id="{918A4670-8DBC-4387-9E74-4CB59B5B5ABE}"/>
                  </a:ext>
                </a:extLst>
              </p:cNvPr>
              <p:cNvCxnSpPr>
                <a:cxnSpLocks/>
              </p:cNvCxnSpPr>
              <p:nvPr/>
            </p:nvCxnSpPr>
            <p:spPr bwMode="auto">
              <a:xfrm flipH="1" flipV="1">
                <a:off x="4511542" y="3225138"/>
                <a:ext cx="641247" cy="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78" name="Straight Arrow Connector 677">
                <a:extLst>
                  <a:ext uri="{FF2B5EF4-FFF2-40B4-BE49-F238E27FC236}">
                    <a16:creationId xmlns:a16="http://schemas.microsoft.com/office/drawing/2014/main" id="{9ABFABB4-9AD5-CD91-CAF3-3BAA0BE39DEF}"/>
                  </a:ext>
                </a:extLst>
              </p:cNvPr>
              <p:cNvCxnSpPr>
                <a:cxnSpLocks/>
              </p:cNvCxnSpPr>
              <p:nvPr/>
            </p:nvCxnSpPr>
            <p:spPr bwMode="auto">
              <a:xfrm flipH="1">
                <a:off x="4834894" y="3343933"/>
                <a:ext cx="422409" cy="288083"/>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673" name="TextBox 672">
              <a:extLst>
                <a:ext uri="{FF2B5EF4-FFF2-40B4-BE49-F238E27FC236}">
                  <a16:creationId xmlns:a16="http://schemas.microsoft.com/office/drawing/2014/main" id="{4D79F0C9-2A2B-759E-6B94-0A584DA04CD6}"/>
                </a:ext>
              </a:extLst>
            </p:cNvPr>
            <p:cNvSpPr txBox="1"/>
            <p:nvPr/>
          </p:nvSpPr>
          <p:spPr>
            <a:xfrm>
              <a:off x="915200" y="3355868"/>
              <a:ext cx="600614" cy="307777"/>
            </a:xfrm>
            <a:prstGeom prst="rect">
              <a:avLst/>
            </a:prstGeom>
            <a:noFill/>
          </p:spPr>
          <p:txBody>
            <a:bodyPr wrap="none" rtlCol="0">
              <a:spAutoFit/>
            </a:bodyPr>
            <a:lstStyle/>
            <a:p>
              <a:r>
                <a:rPr lang="en-US" sz="1400" i="1" dirty="0">
                  <a:solidFill>
                    <a:srgbClr val="C00000"/>
                  </a:solidFill>
                </a:rPr>
                <a:t>AS3,X</a:t>
              </a:r>
            </a:p>
          </p:txBody>
        </p:sp>
        <p:sp>
          <p:nvSpPr>
            <p:cNvPr id="674" name="TextBox 673">
              <a:extLst>
                <a:ext uri="{FF2B5EF4-FFF2-40B4-BE49-F238E27FC236}">
                  <a16:creationId xmlns:a16="http://schemas.microsoft.com/office/drawing/2014/main" id="{32DC4DD4-A117-34D1-DEDF-0FFDAEDE9A72}"/>
                </a:ext>
              </a:extLst>
            </p:cNvPr>
            <p:cNvSpPr txBox="1"/>
            <p:nvPr/>
          </p:nvSpPr>
          <p:spPr>
            <a:xfrm>
              <a:off x="1365356" y="3061858"/>
              <a:ext cx="600614" cy="307777"/>
            </a:xfrm>
            <a:prstGeom prst="rect">
              <a:avLst/>
            </a:prstGeom>
            <a:noFill/>
          </p:spPr>
          <p:txBody>
            <a:bodyPr wrap="none" rtlCol="0">
              <a:spAutoFit/>
            </a:bodyPr>
            <a:lstStyle/>
            <a:p>
              <a:r>
                <a:rPr lang="en-US" sz="1400" i="1" dirty="0">
                  <a:solidFill>
                    <a:srgbClr val="C00000"/>
                  </a:solidFill>
                </a:rPr>
                <a:t>AS3,X</a:t>
              </a:r>
            </a:p>
          </p:txBody>
        </p:sp>
        <p:sp>
          <p:nvSpPr>
            <p:cNvPr id="675" name="TextBox 674">
              <a:extLst>
                <a:ext uri="{FF2B5EF4-FFF2-40B4-BE49-F238E27FC236}">
                  <a16:creationId xmlns:a16="http://schemas.microsoft.com/office/drawing/2014/main" id="{C5B4AFE6-D2EA-E775-04FA-7D01E4ACFED1}"/>
                </a:ext>
              </a:extLst>
            </p:cNvPr>
            <p:cNvSpPr txBox="1"/>
            <p:nvPr/>
          </p:nvSpPr>
          <p:spPr>
            <a:xfrm>
              <a:off x="1391251" y="3775929"/>
              <a:ext cx="600614" cy="307777"/>
            </a:xfrm>
            <a:prstGeom prst="rect">
              <a:avLst/>
            </a:prstGeom>
            <a:noFill/>
          </p:spPr>
          <p:txBody>
            <a:bodyPr wrap="none" rtlCol="0">
              <a:spAutoFit/>
            </a:bodyPr>
            <a:lstStyle/>
            <a:p>
              <a:r>
                <a:rPr lang="en-US" sz="1400" i="1" dirty="0">
                  <a:solidFill>
                    <a:srgbClr val="C00000"/>
                  </a:solidFill>
                </a:rPr>
                <a:t>AS3,X</a:t>
              </a:r>
            </a:p>
          </p:txBody>
        </p:sp>
      </p:grpSp>
    </p:spTree>
    <p:extLst>
      <p:ext uri="{BB962C8B-B14F-4D97-AF65-F5344CB8AC3E}">
        <p14:creationId xmlns:p14="http://schemas.microsoft.com/office/powerpoint/2010/main" val="1766628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26"/>
                                        </p:tgtEl>
                                        <p:attrNameLst>
                                          <p:attrName>style.visibility</p:attrName>
                                        </p:attrNameLst>
                                      </p:cBhvr>
                                      <p:to>
                                        <p:strVal val="visible"/>
                                      </p:to>
                                    </p:set>
                                    <p:animEffect transition="in" filter="dissolve">
                                      <p:cBhvr>
                                        <p:cTn id="20" dur="500"/>
                                        <p:tgtEl>
                                          <p:spTgt spid="626"/>
                                        </p:tgtEl>
                                      </p:cBhvr>
                                    </p:animEffect>
                                  </p:childTnLst>
                                </p:cTn>
                              </p:par>
                            </p:childTnLst>
                          </p:cTn>
                        </p:par>
                        <p:par>
                          <p:cTn id="21" fill="hold">
                            <p:stCondLst>
                              <p:cond delay="500"/>
                            </p:stCondLst>
                            <p:childTnLst>
                              <p:par>
                                <p:cTn id="22" presetID="9" presetClass="exit" presetSubtype="0" fill="hold" nodeType="afterEffect">
                                  <p:stCondLst>
                                    <p:cond delay="0"/>
                                  </p:stCondLst>
                                  <p:childTnLst>
                                    <p:animEffect transition="out" filter="dissolve">
                                      <p:cBhvr>
                                        <p:cTn id="23" dur="500"/>
                                        <p:tgtEl>
                                          <p:spTgt spid="621"/>
                                        </p:tgtEl>
                                      </p:cBhvr>
                                    </p:animEffect>
                                    <p:set>
                                      <p:cBhvr>
                                        <p:cTn id="24" dur="1" fill="hold">
                                          <p:stCondLst>
                                            <p:cond delay="499"/>
                                          </p:stCondLst>
                                        </p:cTn>
                                        <p:tgtEl>
                                          <p:spTgt spid="621"/>
                                        </p:tgtEl>
                                        <p:attrNameLst>
                                          <p:attrName>style.visibility</p:attrName>
                                        </p:attrNameLst>
                                      </p:cBhvr>
                                      <p:to>
                                        <p:strVal val="hidden"/>
                                      </p:to>
                                    </p:set>
                                  </p:childTnLst>
                                </p:cTn>
                              </p:par>
                              <p:par>
                                <p:cTn id="25" presetID="9" presetClass="exit" presetSubtype="0" fill="hold" nodeType="withEffect">
                                  <p:stCondLst>
                                    <p:cond delay="0"/>
                                  </p:stCondLst>
                                  <p:childTnLst>
                                    <p:animEffect transition="out" filter="dissolve">
                                      <p:cBhvr>
                                        <p:cTn id="26" dur="500"/>
                                        <p:tgtEl>
                                          <p:spTgt spid="618"/>
                                        </p:tgtEl>
                                      </p:cBhvr>
                                    </p:animEffect>
                                    <p:set>
                                      <p:cBhvr>
                                        <p:cTn id="27" dur="1" fill="hold">
                                          <p:stCondLst>
                                            <p:cond delay="499"/>
                                          </p:stCondLst>
                                        </p:cTn>
                                        <p:tgtEl>
                                          <p:spTgt spid="618"/>
                                        </p:tgtEl>
                                        <p:attrNameLst>
                                          <p:attrName>style.visibility</p:attrName>
                                        </p:attrNameLst>
                                      </p:cBhvr>
                                      <p:to>
                                        <p:strVal val="hidden"/>
                                      </p:to>
                                    </p:set>
                                  </p:childTnLst>
                                </p:cTn>
                              </p:par>
                              <p:par>
                                <p:cTn id="28" presetID="9" presetClass="exit" presetSubtype="0" fill="hold" nodeType="withEffect">
                                  <p:stCondLst>
                                    <p:cond delay="0"/>
                                  </p:stCondLst>
                                  <p:childTnLst>
                                    <p:animEffect transition="out" filter="dissolve">
                                      <p:cBhvr>
                                        <p:cTn id="29" dur="500"/>
                                        <p:tgtEl>
                                          <p:spTgt spid="615"/>
                                        </p:tgtEl>
                                      </p:cBhvr>
                                    </p:animEffect>
                                    <p:set>
                                      <p:cBhvr>
                                        <p:cTn id="30" dur="1" fill="hold">
                                          <p:stCondLst>
                                            <p:cond delay="499"/>
                                          </p:stCondLst>
                                        </p:cTn>
                                        <p:tgtEl>
                                          <p:spTgt spid="615"/>
                                        </p:tgtEl>
                                        <p:attrNameLst>
                                          <p:attrName>style.visibility</p:attrName>
                                        </p:attrNameLst>
                                      </p:cBhvr>
                                      <p:to>
                                        <p:strVal val="hidden"/>
                                      </p:to>
                                    </p:set>
                                  </p:childTnLst>
                                </p:cTn>
                              </p:par>
                              <p:par>
                                <p:cTn id="31" presetID="9" presetClass="entr" presetSubtype="0" fill="hold" grpId="0" nodeType="withEffect">
                                  <p:stCondLst>
                                    <p:cond delay="0"/>
                                  </p:stCondLst>
                                  <p:childTnLst>
                                    <p:set>
                                      <p:cBhvr>
                                        <p:cTn id="32" dur="1" fill="hold">
                                          <p:stCondLst>
                                            <p:cond delay="0"/>
                                          </p:stCondLst>
                                        </p:cTn>
                                        <p:tgtEl>
                                          <p:spTgt spid="663"/>
                                        </p:tgtEl>
                                        <p:attrNameLst>
                                          <p:attrName>style.visibility</p:attrName>
                                        </p:attrNameLst>
                                      </p:cBhvr>
                                      <p:to>
                                        <p:strVal val="visible"/>
                                      </p:to>
                                    </p:set>
                                    <p:animEffect transition="in" filter="dissolve">
                                      <p:cBhvr>
                                        <p:cTn id="33" dur="500"/>
                                        <p:tgtEl>
                                          <p:spTgt spid="66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631"/>
                                        </p:tgtEl>
                                        <p:attrNameLst>
                                          <p:attrName>style.visibility</p:attrName>
                                        </p:attrNameLst>
                                      </p:cBhvr>
                                      <p:to>
                                        <p:strVal val="visible"/>
                                      </p:to>
                                    </p:set>
                                    <p:animEffect transition="in" filter="wipe(up)">
                                      <p:cBhvr>
                                        <p:cTn id="38" dur="1000"/>
                                        <p:tgtEl>
                                          <p:spTgt spid="631"/>
                                        </p:tgtEl>
                                      </p:cBhvr>
                                    </p:animEffect>
                                  </p:childTnLst>
                                </p:cTn>
                              </p:par>
                              <p:par>
                                <p:cTn id="39" presetID="9" presetClass="entr" presetSubtype="0" fill="hold" nodeType="withEffect">
                                  <p:stCondLst>
                                    <p:cond delay="0"/>
                                  </p:stCondLst>
                                  <p:childTnLst>
                                    <p:set>
                                      <p:cBhvr>
                                        <p:cTn id="40" dur="1" fill="hold">
                                          <p:stCondLst>
                                            <p:cond delay="0"/>
                                          </p:stCondLst>
                                        </p:cTn>
                                        <p:tgtEl>
                                          <p:spTgt spid="665"/>
                                        </p:tgtEl>
                                        <p:attrNameLst>
                                          <p:attrName>style.visibility</p:attrName>
                                        </p:attrNameLst>
                                      </p:cBhvr>
                                      <p:to>
                                        <p:strVal val="visible"/>
                                      </p:to>
                                    </p:set>
                                    <p:animEffect transition="in" filter="dissolve">
                                      <p:cBhvr>
                                        <p:cTn id="41" dur="500"/>
                                        <p:tgtEl>
                                          <p:spTgt spid="665"/>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625"/>
                                        </p:tgtEl>
                                        <p:attrNameLst>
                                          <p:attrName>style.visibility</p:attrName>
                                        </p:attrNameLst>
                                      </p:cBhvr>
                                      <p:to>
                                        <p:strVal val="visible"/>
                                      </p:to>
                                    </p:set>
                                    <p:animEffect transition="in" filter="dissolve">
                                      <p:cBhvr>
                                        <p:cTn id="44" dur="500"/>
                                        <p:tgtEl>
                                          <p:spTgt spid="625"/>
                                        </p:tgtEl>
                                      </p:cBhvr>
                                    </p:animEffect>
                                  </p:childTnLst>
                                </p:cTn>
                              </p:par>
                              <p:par>
                                <p:cTn id="45" presetID="9" presetClass="exit" presetSubtype="0" fill="hold" grpId="1" nodeType="withEffect">
                                  <p:stCondLst>
                                    <p:cond delay="0"/>
                                  </p:stCondLst>
                                  <p:childTnLst>
                                    <p:animEffect transition="out" filter="dissolve">
                                      <p:cBhvr>
                                        <p:cTn id="46" dur="500"/>
                                        <p:tgtEl>
                                          <p:spTgt spid="663"/>
                                        </p:tgtEl>
                                      </p:cBhvr>
                                    </p:animEffect>
                                    <p:set>
                                      <p:cBhvr>
                                        <p:cTn id="47" dur="1" fill="hold">
                                          <p:stCondLst>
                                            <p:cond delay="499"/>
                                          </p:stCondLst>
                                        </p:cTn>
                                        <p:tgtEl>
                                          <p:spTgt spid="663"/>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668"/>
                                        </p:tgtEl>
                                        <p:attrNameLst>
                                          <p:attrName>style.visibility</p:attrName>
                                        </p:attrNameLst>
                                      </p:cBhvr>
                                      <p:to>
                                        <p:strVal val="visible"/>
                                      </p:to>
                                    </p:set>
                                    <p:animEffect transition="in" filter="dissolve">
                                      <p:cBhvr>
                                        <p:cTn id="52" dur="500"/>
                                        <p:tgtEl>
                                          <p:spTgt spid="668"/>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664"/>
                                        </p:tgtEl>
                                        <p:attrNameLst>
                                          <p:attrName>style.visibility</p:attrName>
                                        </p:attrNameLst>
                                      </p:cBhvr>
                                      <p:to>
                                        <p:strVal val="visible"/>
                                      </p:to>
                                    </p:set>
                                    <p:animEffect transition="in" filter="dissolve">
                                      <p:cBhvr>
                                        <p:cTn id="55" dur="500"/>
                                        <p:tgtEl>
                                          <p:spTgt spid="6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 grpId="0"/>
      <p:bldP spid="663" grpId="0"/>
      <p:bldP spid="663" grpId="1"/>
      <p:bldP spid="664"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59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6671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1061087" y="1094045"/>
            <a:ext cx="10872871"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اعلان مسیر </a:t>
            </a:r>
            <a:r>
              <a:rPr lang="en-US" sz="2000" b="1" dirty="0">
                <a:solidFill>
                  <a:srgbClr val="1F1FFF"/>
                </a:solidFill>
                <a:latin typeface="IRANSans(FaNum)" panose="02040503050201020203" pitchFamily="18" charset="-78"/>
              </a:rPr>
              <a:t>BGP</a:t>
            </a:r>
            <a:endParaRPr lang="fa-IR" sz="2000" b="1" dirty="0">
              <a:solidFill>
                <a:srgbClr val="1F1FFF"/>
              </a:solidFill>
              <a:latin typeface="IRANSans(FaNum)" panose="02040503050201020203" pitchFamily="18" charset="-78"/>
            </a:endParaRPr>
          </a:p>
        </p:txBody>
      </p:sp>
      <p:grpSp>
        <p:nvGrpSpPr>
          <p:cNvPr id="901" name="Group 900">
            <a:extLst>
              <a:ext uri="{FF2B5EF4-FFF2-40B4-BE49-F238E27FC236}">
                <a16:creationId xmlns:a16="http://schemas.microsoft.com/office/drawing/2014/main" id="{9686FB8B-5C75-B8E7-7CEB-D940752B7516}"/>
              </a:ext>
            </a:extLst>
          </p:cNvPr>
          <p:cNvGrpSpPr/>
          <p:nvPr/>
        </p:nvGrpSpPr>
        <p:grpSpPr>
          <a:xfrm>
            <a:off x="1163507" y="1254576"/>
            <a:ext cx="9801110" cy="2876474"/>
            <a:chOff x="1113403" y="1064076"/>
            <a:chExt cx="9801110" cy="2876474"/>
          </a:xfrm>
        </p:grpSpPr>
        <p:grpSp>
          <p:nvGrpSpPr>
            <p:cNvPr id="902" name="Group 901">
              <a:extLst>
                <a:ext uri="{FF2B5EF4-FFF2-40B4-BE49-F238E27FC236}">
                  <a16:creationId xmlns:a16="http://schemas.microsoft.com/office/drawing/2014/main" id="{754AE76C-1628-68F3-354A-1B40EF7C9243}"/>
                </a:ext>
              </a:extLst>
            </p:cNvPr>
            <p:cNvGrpSpPr/>
            <p:nvPr/>
          </p:nvGrpSpPr>
          <p:grpSpPr>
            <a:xfrm>
              <a:off x="1113403" y="1064076"/>
              <a:ext cx="9801110" cy="2876474"/>
              <a:chOff x="1426553" y="3694542"/>
              <a:chExt cx="9801110" cy="2876474"/>
            </a:xfrm>
          </p:grpSpPr>
          <p:grpSp>
            <p:nvGrpSpPr>
              <p:cNvPr id="904" name="Group 903">
                <a:extLst>
                  <a:ext uri="{FF2B5EF4-FFF2-40B4-BE49-F238E27FC236}">
                    <a16:creationId xmlns:a16="http://schemas.microsoft.com/office/drawing/2014/main" id="{6101A214-361B-A8C6-9A05-7F7DE5365D62}"/>
                  </a:ext>
                </a:extLst>
              </p:cNvPr>
              <p:cNvGrpSpPr/>
              <p:nvPr/>
            </p:nvGrpSpPr>
            <p:grpSpPr>
              <a:xfrm>
                <a:off x="1426553" y="3694542"/>
                <a:ext cx="9249542" cy="2876474"/>
                <a:chOff x="1426553" y="3694542"/>
                <a:chExt cx="9249542" cy="2876474"/>
              </a:xfrm>
            </p:grpSpPr>
            <p:grpSp>
              <p:nvGrpSpPr>
                <p:cNvPr id="922" name="Group 921">
                  <a:extLst>
                    <a:ext uri="{FF2B5EF4-FFF2-40B4-BE49-F238E27FC236}">
                      <a16:creationId xmlns:a16="http://schemas.microsoft.com/office/drawing/2014/main" id="{51149009-3E4D-D231-D8BB-0F8E9372730C}"/>
                    </a:ext>
                  </a:extLst>
                </p:cNvPr>
                <p:cNvGrpSpPr/>
                <p:nvPr/>
              </p:nvGrpSpPr>
              <p:grpSpPr>
                <a:xfrm>
                  <a:off x="4625977" y="4850481"/>
                  <a:ext cx="2545688" cy="1720535"/>
                  <a:chOff x="4625977" y="4850481"/>
                  <a:chExt cx="2545688" cy="1720535"/>
                </a:xfrm>
              </p:grpSpPr>
              <p:grpSp>
                <p:nvGrpSpPr>
                  <p:cNvPr id="1056" name="Group 1055">
                    <a:extLst>
                      <a:ext uri="{FF2B5EF4-FFF2-40B4-BE49-F238E27FC236}">
                        <a16:creationId xmlns:a16="http://schemas.microsoft.com/office/drawing/2014/main" id="{57B65647-2C17-8DFB-1B76-D211F56F971D}"/>
                      </a:ext>
                    </a:extLst>
                  </p:cNvPr>
                  <p:cNvGrpSpPr/>
                  <p:nvPr/>
                </p:nvGrpSpPr>
                <p:grpSpPr>
                  <a:xfrm>
                    <a:off x="4625977" y="4850481"/>
                    <a:ext cx="2545688" cy="1720535"/>
                    <a:chOff x="-2170772" y="2784954"/>
                    <a:chExt cx="2712783" cy="1853712"/>
                  </a:xfrm>
                </p:grpSpPr>
                <p:sp>
                  <p:nvSpPr>
                    <p:cNvPr id="1058" name="Freeform 2">
                      <a:extLst>
                        <a:ext uri="{FF2B5EF4-FFF2-40B4-BE49-F238E27FC236}">
                          <a16:creationId xmlns:a16="http://schemas.microsoft.com/office/drawing/2014/main" id="{650B2A59-CE1B-93C9-46BF-6C8AB3EECDA3}"/>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059" name="Group 1058">
                      <a:extLst>
                        <a:ext uri="{FF2B5EF4-FFF2-40B4-BE49-F238E27FC236}">
                          <a16:creationId xmlns:a16="http://schemas.microsoft.com/office/drawing/2014/main" id="{9BE71F3C-ECDB-D74C-6144-EEA94EB5EBCA}"/>
                        </a:ext>
                      </a:extLst>
                    </p:cNvPr>
                    <p:cNvGrpSpPr/>
                    <p:nvPr/>
                  </p:nvGrpSpPr>
                  <p:grpSpPr>
                    <a:xfrm>
                      <a:off x="-1935370" y="2935816"/>
                      <a:ext cx="2333625" cy="1590649"/>
                      <a:chOff x="833331" y="2873352"/>
                      <a:chExt cx="2333625" cy="1590649"/>
                    </a:xfrm>
                  </p:grpSpPr>
                  <p:grpSp>
                    <p:nvGrpSpPr>
                      <p:cNvPr id="1060" name="Group 1059">
                        <a:extLst>
                          <a:ext uri="{FF2B5EF4-FFF2-40B4-BE49-F238E27FC236}">
                            <a16:creationId xmlns:a16="http://schemas.microsoft.com/office/drawing/2014/main" id="{867E7B1B-3CBE-EB74-C21E-174A6FEF2819}"/>
                          </a:ext>
                        </a:extLst>
                      </p:cNvPr>
                      <p:cNvGrpSpPr/>
                      <p:nvPr/>
                    </p:nvGrpSpPr>
                    <p:grpSpPr>
                      <a:xfrm>
                        <a:off x="1736090" y="2873352"/>
                        <a:ext cx="565150" cy="369332"/>
                        <a:chOff x="1736090" y="2873352"/>
                        <a:chExt cx="565150" cy="369332"/>
                      </a:xfrm>
                    </p:grpSpPr>
                    <p:grpSp>
                      <p:nvGrpSpPr>
                        <p:cNvPr id="1106" name="Group 327">
                          <a:extLst>
                            <a:ext uri="{FF2B5EF4-FFF2-40B4-BE49-F238E27FC236}">
                              <a16:creationId xmlns:a16="http://schemas.microsoft.com/office/drawing/2014/main" id="{7B1AAD37-6540-EE96-7C70-80823A2C0CA3}"/>
                            </a:ext>
                          </a:extLst>
                        </p:cNvPr>
                        <p:cNvGrpSpPr>
                          <a:grpSpLocks/>
                        </p:cNvGrpSpPr>
                        <p:nvPr/>
                      </p:nvGrpSpPr>
                      <p:grpSpPr bwMode="auto">
                        <a:xfrm>
                          <a:off x="1736090" y="2893762"/>
                          <a:ext cx="565150" cy="292100"/>
                          <a:chOff x="1871277" y="1576300"/>
                          <a:chExt cx="1128371" cy="437861"/>
                        </a:xfrm>
                      </p:grpSpPr>
                      <p:sp>
                        <p:nvSpPr>
                          <p:cNvPr id="1110" name="Oval 1109">
                            <a:extLst>
                              <a:ext uri="{FF2B5EF4-FFF2-40B4-BE49-F238E27FC236}">
                                <a16:creationId xmlns:a16="http://schemas.microsoft.com/office/drawing/2014/main" id="{425F45CF-0ACA-7857-A6AC-144667CE376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11" name="Rectangle 1110">
                            <a:extLst>
                              <a:ext uri="{FF2B5EF4-FFF2-40B4-BE49-F238E27FC236}">
                                <a16:creationId xmlns:a16="http://schemas.microsoft.com/office/drawing/2014/main" id="{ED73BF19-13B2-9222-0141-41596D40F34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2" name="Oval 1111">
                            <a:extLst>
                              <a:ext uri="{FF2B5EF4-FFF2-40B4-BE49-F238E27FC236}">
                                <a16:creationId xmlns:a16="http://schemas.microsoft.com/office/drawing/2014/main" id="{50548392-7345-D3B2-9232-9D7ACAE7167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13" name="Freeform 920">
                            <a:extLst>
                              <a:ext uri="{FF2B5EF4-FFF2-40B4-BE49-F238E27FC236}">
                                <a16:creationId xmlns:a16="http://schemas.microsoft.com/office/drawing/2014/main" id="{6B7D7350-4A58-6DF0-2602-BEFEF473ADC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4" name="Freeform 921">
                            <a:extLst>
                              <a:ext uri="{FF2B5EF4-FFF2-40B4-BE49-F238E27FC236}">
                                <a16:creationId xmlns:a16="http://schemas.microsoft.com/office/drawing/2014/main" id="{3822CAC4-07BF-C572-9CB7-45FA9EC4430D}"/>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5" name="Freeform 922">
                            <a:extLst>
                              <a:ext uri="{FF2B5EF4-FFF2-40B4-BE49-F238E27FC236}">
                                <a16:creationId xmlns:a16="http://schemas.microsoft.com/office/drawing/2014/main" id="{4FAB579A-7447-6D9A-61B1-EDE6671CE5C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6" name="Freeform 923">
                            <a:extLst>
                              <a:ext uri="{FF2B5EF4-FFF2-40B4-BE49-F238E27FC236}">
                                <a16:creationId xmlns:a16="http://schemas.microsoft.com/office/drawing/2014/main" id="{A06CE7C4-3149-7FB6-BE3A-0EC4BA33A37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17" name="Straight Connector 1116">
                            <a:extLst>
                              <a:ext uri="{FF2B5EF4-FFF2-40B4-BE49-F238E27FC236}">
                                <a16:creationId xmlns:a16="http://schemas.microsoft.com/office/drawing/2014/main" id="{C44E1AE7-2BE9-5529-0444-8D1732FE3F7D}"/>
                              </a:ext>
                            </a:extLst>
                          </p:cNvPr>
                          <p:cNvCxnSpPr>
                            <a:endCxn id="111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118" name="Straight Connector 1117">
                            <a:extLst>
                              <a:ext uri="{FF2B5EF4-FFF2-40B4-BE49-F238E27FC236}">
                                <a16:creationId xmlns:a16="http://schemas.microsoft.com/office/drawing/2014/main" id="{CB9D814D-B25A-0B57-2DAF-294ABEEA9A2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107" name="Group 1106">
                          <a:extLst>
                            <a:ext uri="{FF2B5EF4-FFF2-40B4-BE49-F238E27FC236}">
                              <a16:creationId xmlns:a16="http://schemas.microsoft.com/office/drawing/2014/main" id="{BE51F3BF-B821-A113-60BE-8BD864E54EF9}"/>
                            </a:ext>
                          </a:extLst>
                        </p:cNvPr>
                        <p:cNvGrpSpPr/>
                        <p:nvPr/>
                      </p:nvGrpSpPr>
                      <p:grpSpPr>
                        <a:xfrm>
                          <a:off x="1770362" y="2873352"/>
                          <a:ext cx="441422" cy="369332"/>
                          <a:chOff x="667045" y="1708643"/>
                          <a:chExt cx="441422" cy="369332"/>
                        </a:xfrm>
                      </p:grpSpPr>
                      <p:sp>
                        <p:nvSpPr>
                          <p:cNvPr id="1108" name="Oval 1107">
                            <a:extLst>
                              <a:ext uri="{FF2B5EF4-FFF2-40B4-BE49-F238E27FC236}">
                                <a16:creationId xmlns:a16="http://schemas.microsoft.com/office/drawing/2014/main" id="{51151ED7-E69F-4807-9E80-EB100C6E86D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9" name="TextBox 1108">
                            <a:extLst>
                              <a:ext uri="{FF2B5EF4-FFF2-40B4-BE49-F238E27FC236}">
                                <a16:creationId xmlns:a16="http://schemas.microsoft.com/office/drawing/2014/main" id="{703878A3-F761-1B86-5FAE-F4ECFD485AB7}"/>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1061" name="Group 1060">
                        <a:extLst>
                          <a:ext uri="{FF2B5EF4-FFF2-40B4-BE49-F238E27FC236}">
                            <a16:creationId xmlns:a16="http://schemas.microsoft.com/office/drawing/2014/main" id="{2B4643CC-78F4-F9A0-3019-47A790F75CC4}"/>
                          </a:ext>
                        </a:extLst>
                      </p:cNvPr>
                      <p:cNvGrpSpPr/>
                      <p:nvPr/>
                    </p:nvGrpSpPr>
                    <p:grpSpPr>
                      <a:xfrm>
                        <a:off x="1740320" y="4094669"/>
                        <a:ext cx="565150" cy="369332"/>
                        <a:chOff x="1736090" y="2873352"/>
                        <a:chExt cx="565150" cy="369332"/>
                      </a:xfrm>
                    </p:grpSpPr>
                    <p:grpSp>
                      <p:nvGrpSpPr>
                        <p:cNvPr id="1093" name="Group 327">
                          <a:extLst>
                            <a:ext uri="{FF2B5EF4-FFF2-40B4-BE49-F238E27FC236}">
                              <a16:creationId xmlns:a16="http://schemas.microsoft.com/office/drawing/2014/main" id="{C491C1C7-5147-ABBC-6BF4-5EDC5B1A61C2}"/>
                            </a:ext>
                          </a:extLst>
                        </p:cNvPr>
                        <p:cNvGrpSpPr>
                          <a:grpSpLocks/>
                        </p:cNvGrpSpPr>
                        <p:nvPr/>
                      </p:nvGrpSpPr>
                      <p:grpSpPr bwMode="auto">
                        <a:xfrm>
                          <a:off x="1736090" y="2893762"/>
                          <a:ext cx="565150" cy="292100"/>
                          <a:chOff x="1871277" y="1576300"/>
                          <a:chExt cx="1128371" cy="437861"/>
                        </a:xfrm>
                      </p:grpSpPr>
                      <p:sp>
                        <p:nvSpPr>
                          <p:cNvPr id="1097" name="Oval 1096">
                            <a:extLst>
                              <a:ext uri="{FF2B5EF4-FFF2-40B4-BE49-F238E27FC236}">
                                <a16:creationId xmlns:a16="http://schemas.microsoft.com/office/drawing/2014/main" id="{3E990274-0401-4091-95D0-86867050CEC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98" name="Rectangle 1097">
                            <a:extLst>
                              <a:ext uri="{FF2B5EF4-FFF2-40B4-BE49-F238E27FC236}">
                                <a16:creationId xmlns:a16="http://schemas.microsoft.com/office/drawing/2014/main" id="{4538E299-C2E4-959B-9BA0-8356253298E7}"/>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9" name="Oval 1098">
                            <a:extLst>
                              <a:ext uri="{FF2B5EF4-FFF2-40B4-BE49-F238E27FC236}">
                                <a16:creationId xmlns:a16="http://schemas.microsoft.com/office/drawing/2014/main" id="{FE4D6513-419B-C83A-9C5F-2812FA695EA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00" name="Freeform 907">
                            <a:extLst>
                              <a:ext uri="{FF2B5EF4-FFF2-40B4-BE49-F238E27FC236}">
                                <a16:creationId xmlns:a16="http://schemas.microsoft.com/office/drawing/2014/main" id="{43202C75-8BB4-754B-3AA6-AFBC2A51051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1" name="Freeform 908">
                            <a:extLst>
                              <a:ext uri="{FF2B5EF4-FFF2-40B4-BE49-F238E27FC236}">
                                <a16:creationId xmlns:a16="http://schemas.microsoft.com/office/drawing/2014/main" id="{D876E8B1-9640-18C8-7FC3-91E46352FBF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Freeform 909">
                            <a:extLst>
                              <a:ext uri="{FF2B5EF4-FFF2-40B4-BE49-F238E27FC236}">
                                <a16:creationId xmlns:a16="http://schemas.microsoft.com/office/drawing/2014/main" id="{6CDA374E-2ED1-9581-9D3B-03A8682D911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3" name="Freeform 910">
                            <a:extLst>
                              <a:ext uri="{FF2B5EF4-FFF2-40B4-BE49-F238E27FC236}">
                                <a16:creationId xmlns:a16="http://schemas.microsoft.com/office/drawing/2014/main" id="{D5575E1F-F755-ACE4-4A48-CF6C3C15113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04" name="Straight Connector 1103">
                            <a:extLst>
                              <a:ext uri="{FF2B5EF4-FFF2-40B4-BE49-F238E27FC236}">
                                <a16:creationId xmlns:a16="http://schemas.microsoft.com/office/drawing/2014/main" id="{61E601A0-7522-49ED-714A-350FEC2CEFB6}"/>
                              </a:ext>
                            </a:extLst>
                          </p:cNvPr>
                          <p:cNvCxnSpPr>
                            <a:endCxn id="109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105" name="Straight Connector 1104">
                            <a:extLst>
                              <a:ext uri="{FF2B5EF4-FFF2-40B4-BE49-F238E27FC236}">
                                <a16:creationId xmlns:a16="http://schemas.microsoft.com/office/drawing/2014/main" id="{6CBC28B6-B5A7-58F2-8FA1-CFE4FC5AD18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094" name="Group 1093">
                          <a:extLst>
                            <a:ext uri="{FF2B5EF4-FFF2-40B4-BE49-F238E27FC236}">
                              <a16:creationId xmlns:a16="http://schemas.microsoft.com/office/drawing/2014/main" id="{AEE1AAC8-F0E0-FBD1-B7B4-1E1B5B687F99}"/>
                            </a:ext>
                          </a:extLst>
                        </p:cNvPr>
                        <p:cNvGrpSpPr/>
                        <p:nvPr/>
                      </p:nvGrpSpPr>
                      <p:grpSpPr>
                        <a:xfrm>
                          <a:off x="1770362" y="2873352"/>
                          <a:ext cx="441422" cy="369332"/>
                          <a:chOff x="667045" y="1708643"/>
                          <a:chExt cx="441422" cy="369332"/>
                        </a:xfrm>
                      </p:grpSpPr>
                      <p:sp>
                        <p:nvSpPr>
                          <p:cNvPr id="1095" name="Oval 1094">
                            <a:extLst>
                              <a:ext uri="{FF2B5EF4-FFF2-40B4-BE49-F238E27FC236}">
                                <a16:creationId xmlns:a16="http://schemas.microsoft.com/office/drawing/2014/main" id="{08BDA14A-1292-FCA2-FC28-5A7870FB8632}"/>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6" name="TextBox 1095">
                            <a:extLst>
                              <a:ext uri="{FF2B5EF4-FFF2-40B4-BE49-F238E27FC236}">
                                <a16:creationId xmlns:a16="http://schemas.microsoft.com/office/drawing/2014/main" id="{239F454C-96C3-56DF-7F98-E56361E77CD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1062" name="Group 1061">
                        <a:extLst>
                          <a:ext uri="{FF2B5EF4-FFF2-40B4-BE49-F238E27FC236}">
                            <a16:creationId xmlns:a16="http://schemas.microsoft.com/office/drawing/2014/main" id="{2D481CCF-32C2-FA66-372E-796867B7CE44}"/>
                          </a:ext>
                        </a:extLst>
                      </p:cNvPr>
                      <p:cNvGrpSpPr/>
                      <p:nvPr/>
                    </p:nvGrpSpPr>
                    <p:grpSpPr>
                      <a:xfrm>
                        <a:off x="2601806" y="3485072"/>
                        <a:ext cx="565150" cy="369332"/>
                        <a:chOff x="1736090" y="2873352"/>
                        <a:chExt cx="565150" cy="369332"/>
                      </a:xfrm>
                    </p:grpSpPr>
                    <p:grpSp>
                      <p:nvGrpSpPr>
                        <p:cNvPr id="1080" name="Group 327">
                          <a:extLst>
                            <a:ext uri="{FF2B5EF4-FFF2-40B4-BE49-F238E27FC236}">
                              <a16:creationId xmlns:a16="http://schemas.microsoft.com/office/drawing/2014/main" id="{09B7D8BA-621C-84DD-F0ED-2C804D6C1595}"/>
                            </a:ext>
                          </a:extLst>
                        </p:cNvPr>
                        <p:cNvGrpSpPr>
                          <a:grpSpLocks/>
                        </p:cNvGrpSpPr>
                        <p:nvPr/>
                      </p:nvGrpSpPr>
                      <p:grpSpPr bwMode="auto">
                        <a:xfrm>
                          <a:off x="1736090" y="2893762"/>
                          <a:ext cx="565150" cy="292100"/>
                          <a:chOff x="1871277" y="1576300"/>
                          <a:chExt cx="1128371" cy="437861"/>
                        </a:xfrm>
                      </p:grpSpPr>
                      <p:sp>
                        <p:nvSpPr>
                          <p:cNvPr id="1084" name="Oval 1083">
                            <a:extLst>
                              <a:ext uri="{FF2B5EF4-FFF2-40B4-BE49-F238E27FC236}">
                                <a16:creationId xmlns:a16="http://schemas.microsoft.com/office/drawing/2014/main" id="{FF9376B6-B650-CB88-DD0A-0C125629C595}"/>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85" name="Rectangle 1084">
                            <a:extLst>
                              <a:ext uri="{FF2B5EF4-FFF2-40B4-BE49-F238E27FC236}">
                                <a16:creationId xmlns:a16="http://schemas.microsoft.com/office/drawing/2014/main" id="{BB0EABB3-5986-8C4F-4A2C-786FE5A57BB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6" name="Oval 1085">
                            <a:extLst>
                              <a:ext uri="{FF2B5EF4-FFF2-40B4-BE49-F238E27FC236}">
                                <a16:creationId xmlns:a16="http://schemas.microsoft.com/office/drawing/2014/main" id="{5D16BE49-D0BC-5CE9-0FF7-45EB4F6969B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87" name="Freeform 894">
                            <a:extLst>
                              <a:ext uri="{FF2B5EF4-FFF2-40B4-BE49-F238E27FC236}">
                                <a16:creationId xmlns:a16="http://schemas.microsoft.com/office/drawing/2014/main" id="{00185614-266B-73FD-7719-B1E7615A103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8" name="Freeform 895">
                            <a:extLst>
                              <a:ext uri="{FF2B5EF4-FFF2-40B4-BE49-F238E27FC236}">
                                <a16:creationId xmlns:a16="http://schemas.microsoft.com/office/drawing/2014/main" id="{F8236467-F384-E391-1671-D8D40352F7D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9" name="Freeform 896">
                            <a:extLst>
                              <a:ext uri="{FF2B5EF4-FFF2-40B4-BE49-F238E27FC236}">
                                <a16:creationId xmlns:a16="http://schemas.microsoft.com/office/drawing/2014/main" id="{A51CE85C-385C-23FA-8BC0-4767B91546C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0" name="Freeform 897">
                            <a:extLst>
                              <a:ext uri="{FF2B5EF4-FFF2-40B4-BE49-F238E27FC236}">
                                <a16:creationId xmlns:a16="http://schemas.microsoft.com/office/drawing/2014/main" id="{B7EC1620-87A6-3F86-E7B6-40973220B31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91" name="Straight Connector 1090">
                            <a:extLst>
                              <a:ext uri="{FF2B5EF4-FFF2-40B4-BE49-F238E27FC236}">
                                <a16:creationId xmlns:a16="http://schemas.microsoft.com/office/drawing/2014/main" id="{207CAD13-E05C-72CD-CFE7-5CD0D1E7FBA8}"/>
                              </a:ext>
                            </a:extLst>
                          </p:cNvPr>
                          <p:cNvCxnSpPr>
                            <a:endCxn id="108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092" name="Straight Connector 1091">
                            <a:extLst>
                              <a:ext uri="{FF2B5EF4-FFF2-40B4-BE49-F238E27FC236}">
                                <a16:creationId xmlns:a16="http://schemas.microsoft.com/office/drawing/2014/main" id="{DB41D209-3BE0-DED2-273A-978E44CC8FA6}"/>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081" name="Group 1080">
                          <a:extLst>
                            <a:ext uri="{FF2B5EF4-FFF2-40B4-BE49-F238E27FC236}">
                              <a16:creationId xmlns:a16="http://schemas.microsoft.com/office/drawing/2014/main" id="{0E8D09C8-BF83-4CCE-B57E-B621EF41B1D6}"/>
                            </a:ext>
                          </a:extLst>
                        </p:cNvPr>
                        <p:cNvGrpSpPr/>
                        <p:nvPr/>
                      </p:nvGrpSpPr>
                      <p:grpSpPr>
                        <a:xfrm>
                          <a:off x="1770362" y="2873352"/>
                          <a:ext cx="428460" cy="369332"/>
                          <a:chOff x="667045" y="1708643"/>
                          <a:chExt cx="428460" cy="369332"/>
                        </a:xfrm>
                      </p:grpSpPr>
                      <p:sp>
                        <p:nvSpPr>
                          <p:cNvPr id="1082" name="Oval 1081">
                            <a:extLst>
                              <a:ext uri="{FF2B5EF4-FFF2-40B4-BE49-F238E27FC236}">
                                <a16:creationId xmlns:a16="http://schemas.microsoft.com/office/drawing/2014/main" id="{3981F6AA-B2A7-56B8-953F-D43D7D6A0265}"/>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3" name="TextBox 1082">
                            <a:extLst>
                              <a:ext uri="{FF2B5EF4-FFF2-40B4-BE49-F238E27FC236}">
                                <a16:creationId xmlns:a16="http://schemas.microsoft.com/office/drawing/2014/main" id="{9E7E25D4-DA72-DC0A-400E-9414052CBB31}"/>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1063" name="Group 1062">
                        <a:extLst>
                          <a:ext uri="{FF2B5EF4-FFF2-40B4-BE49-F238E27FC236}">
                            <a16:creationId xmlns:a16="http://schemas.microsoft.com/office/drawing/2014/main" id="{F8BECF87-BD6F-51C6-3FE6-E2C1DAEF850B}"/>
                          </a:ext>
                        </a:extLst>
                      </p:cNvPr>
                      <p:cNvGrpSpPr/>
                      <p:nvPr/>
                    </p:nvGrpSpPr>
                    <p:grpSpPr>
                      <a:xfrm>
                        <a:off x="833331" y="3478719"/>
                        <a:ext cx="565150" cy="369332"/>
                        <a:chOff x="1736090" y="2873352"/>
                        <a:chExt cx="565150" cy="369332"/>
                      </a:xfrm>
                    </p:grpSpPr>
                    <p:grpSp>
                      <p:nvGrpSpPr>
                        <p:cNvPr id="1067" name="Group 327">
                          <a:extLst>
                            <a:ext uri="{FF2B5EF4-FFF2-40B4-BE49-F238E27FC236}">
                              <a16:creationId xmlns:a16="http://schemas.microsoft.com/office/drawing/2014/main" id="{4A84D9A3-EFD1-56BE-C926-5324CEC14D1F}"/>
                            </a:ext>
                          </a:extLst>
                        </p:cNvPr>
                        <p:cNvGrpSpPr>
                          <a:grpSpLocks/>
                        </p:cNvGrpSpPr>
                        <p:nvPr/>
                      </p:nvGrpSpPr>
                      <p:grpSpPr bwMode="auto">
                        <a:xfrm>
                          <a:off x="1736090" y="2893762"/>
                          <a:ext cx="565150" cy="292100"/>
                          <a:chOff x="1871277" y="1576300"/>
                          <a:chExt cx="1128371" cy="437861"/>
                        </a:xfrm>
                      </p:grpSpPr>
                      <p:sp>
                        <p:nvSpPr>
                          <p:cNvPr id="1071" name="Oval 1070">
                            <a:extLst>
                              <a:ext uri="{FF2B5EF4-FFF2-40B4-BE49-F238E27FC236}">
                                <a16:creationId xmlns:a16="http://schemas.microsoft.com/office/drawing/2014/main" id="{E41BA42E-3F86-FA7A-C054-E0300BE4584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72" name="Rectangle 1071">
                            <a:extLst>
                              <a:ext uri="{FF2B5EF4-FFF2-40B4-BE49-F238E27FC236}">
                                <a16:creationId xmlns:a16="http://schemas.microsoft.com/office/drawing/2014/main" id="{601815B7-909E-5682-1B33-74C4F429EA19}"/>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3" name="Oval 1072">
                            <a:extLst>
                              <a:ext uri="{FF2B5EF4-FFF2-40B4-BE49-F238E27FC236}">
                                <a16:creationId xmlns:a16="http://schemas.microsoft.com/office/drawing/2014/main" id="{C55511D9-77F6-1BD9-4793-11C1D5A45D66}"/>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74" name="Freeform 881">
                            <a:extLst>
                              <a:ext uri="{FF2B5EF4-FFF2-40B4-BE49-F238E27FC236}">
                                <a16:creationId xmlns:a16="http://schemas.microsoft.com/office/drawing/2014/main" id="{B4500D51-201C-ABBD-AF01-6D69F6FF21B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5" name="Freeform 882">
                            <a:extLst>
                              <a:ext uri="{FF2B5EF4-FFF2-40B4-BE49-F238E27FC236}">
                                <a16:creationId xmlns:a16="http://schemas.microsoft.com/office/drawing/2014/main" id="{55C0B5E6-CA70-4427-445F-3DB7DEFD614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6" name="Freeform 883">
                            <a:extLst>
                              <a:ext uri="{FF2B5EF4-FFF2-40B4-BE49-F238E27FC236}">
                                <a16:creationId xmlns:a16="http://schemas.microsoft.com/office/drawing/2014/main" id="{A4E3C54E-BD44-B852-0CF6-046EEF0B00F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7" name="Freeform 884">
                            <a:extLst>
                              <a:ext uri="{FF2B5EF4-FFF2-40B4-BE49-F238E27FC236}">
                                <a16:creationId xmlns:a16="http://schemas.microsoft.com/office/drawing/2014/main" id="{67895E90-7FB6-F8EA-BBB8-0C69077EE30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78" name="Straight Connector 1077">
                            <a:extLst>
                              <a:ext uri="{FF2B5EF4-FFF2-40B4-BE49-F238E27FC236}">
                                <a16:creationId xmlns:a16="http://schemas.microsoft.com/office/drawing/2014/main" id="{71EFF0C6-93E2-BDF8-8474-A3ED17B9DBE0}"/>
                              </a:ext>
                            </a:extLst>
                          </p:cNvPr>
                          <p:cNvCxnSpPr>
                            <a:endCxn id="107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079" name="Straight Connector 1078">
                            <a:extLst>
                              <a:ext uri="{FF2B5EF4-FFF2-40B4-BE49-F238E27FC236}">
                                <a16:creationId xmlns:a16="http://schemas.microsoft.com/office/drawing/2014/main" id="{2AEF1D69-785C-800D-9C81-32E75EFEC0F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068" name="Group 1067">
                          <a:extLst>
                            <a:ext uri="{FF2B5EF4-FFF2-40B4-BE49-F238E27FC236}">
                              <a16:creationId xmlns:a16="http://schemas.microsoft.com/office/drawing/2014/main" id="{6E21076E-DC45-D141-27A1-2B9711064004}"/>
                            </a:ext>
                          </a:extLst>
                        </p:cNvPr>
                        <p:cNvGrpSpPr/>
                        <p:nvPr/>
                      </p:nvGrpSpPr>
                      <p:grpSpPr>
                        <a:xfrm>
                          <a:off x="1770362" y="2873352"/>
                          <a:ext cx="441422" cy="369332"/>
                          <a:chOff x="667045" y="1708643"/>
                          <a:chExt cx="441422" cy="369332"/>
                        </a:xfrm>
                      </p:grpSpPr>
                      <p:sp>
                        <p:nvSpPr>
                          <p:cNvPr id="1069" name="Oval 1068">
                            <a:extLst>
                              <a:ext uri="{FF2B5EF4-FFF2-40B4-BE49-F238E27FC236}">
                                <a16:creationId xmlns:a16="http://schemas.microsoft.com/office/drawing/2014/main" id="{6EB34D20-12CA-2455-729A-24CB6C889FE7}"/>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0" name="TextBox 1069">
                            <a:extLst>
                              <a:ext uri="{FF2B5EF4-FFF2-40B4-BE49-F238E27FC236}">
                                <a16:creationId xmlns:a16="http://schemas.microsoft.com/office/drawing/2014/main" id="{205980B7-5F2A-DA4C-83F0-7B932FC751FE}"/>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1064" name="Straight Connector 1063">
                        <a:extLst>
                          <a:ext uri="{FF2B5EF4-FFF2-40B4-BE49-F238E27FC236}">
                            <a16:creationId xmlns:a16="http://schemas.microsoft.com/office/drawing/2014/main" id="{002990E0-AF16-7880-DA6C-C2483E2E7AB9}"/>
                          </a:ext>
                        </a:extLst>
                      </p:cNvPr>
                      <p:cNvCxnSpPr>
                        <a:stCxn id="1110"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065" name="Straight Connector 1064">
                        <a:extLst>
                          <a:ext uri="{FF2B5EF4-FFF2-40B4-BE49-F238E27FC236}">
                            <a16:creationId xmlns:a16="http://schemas.microsoft.com/office/drawing/2014/main" id="{78ACC442-C15A-11AC-7172-330F333ADF24}"/>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066" name="Straight Connector 1065">
                        <a:extLst>
                          <a:ext uri="{FF2B5EF4-FFF2-40B4-BE49-F238E27FC236}">
                            <a16:creationId xmlns:a16="http://schemas.microsoft.com/office/drawing/2014/main" id="{CAA8894E-B318-4B5E-D828-EA2619044C2B}"/>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1057" name="TextBox 1056">
                    <a:extLst>
                      <a:ext uri="{FF2B5EF4-FFF2-40B4-BE49-F238E27FC236}">
                        <a16:creationId xmlns:a16="http://schemas.microsoft.com/office/drawing/2014/main" id="{D2436F42-DFA1-861D-89BF-BF3A1467BFA2}"/>
                      </a:ext>
                    </a:extLst>
                  </p:cNvPr>
                  <p:cNvSpPr txBox="1"/>
                  <p:nvPr/>
                </p:nvSpPr>
                <p:spPr>
                  <a:xfrm>
                    <a:off x="4833576" y="4910165"/>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grpSp>
            <p:grpSp>
              <p:nvGrpSpPr>
                <p:cNvPr id="923" name="Group 922">
                  <a:extLst>
                    <a:ext uri="{FF2B5EF4-FFF2-40B4-BE49-F238E27FC236}">
                      <a16:creationId xmlns:a16="http://schemas.microsoft.com/office/drawing/2014/main" id="{561EA4A1-CD84-F4F6-C369-A7098FD8D584}"/>
                    </a:ext>
                  </a:extLst>
                </p:cNvPr>
                <p:cNvGrpSpPr/>
                <p:nvPr/>
              </p:nvGrpSpPr>
              <p:grpSpPr>
                <a:xfrm>
                  <a:off x="8100574" y="3694542"/>
                  <a:ext cx="2575521" cy="1672516"/>
                  <a:chOff x="8100574" y="3694542"/>
                  <a:chExt cx="2575521" cy="1672516"/>
                </a:xfrm>
              </p:grpSpPr>
              <p:sp>
                <p:nvSpPr>
                  <p:cNvPr id="991" name="Freeform 2">
                    <a:extLst>
                      <a:ext uri="{FF2B5EF4-FFF2-40B4-BE49-F238E27FC236}">
                        <a16:creationId xmlns:a16="http://schemas.microsoft.com/office/drawing/2014/main" id="{1AE16A2F-8001-70F2-5E73-9D01E4FF3908}"/>
                      </a:ext>
                    </a:extLst>
                  </p:cNvPr>
                  <p:cNvSpPr>
                    <a:spLocks/>
                  </p:cNvSpPr>
                  <p:nvPr/>
                </p:nvSpPr>
                <p:spPr bwMode="auto">
                  <a:xfrm>
                    <a:off x="8100574" y="3694542"/>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992" name="Group 991">
                    <a:extLst>
                      <a:ext uri="{FF2B5EF4-FFF2-40B4-BE49-F238E27FC236}">
                        <a16:creationId xmlns:a16="http://schemas.microsoft.com/office/drawing/2014/main" id="{AF91CF45-8A76-B077-F6B5-88B4DB70F7AF}"/>
                      </a:ext>
                    </a:extLst>
                  </p:cNvPr>
                  <p:cNvGrpSpPr/>
                  <p:nvPr/>
                </p:nvGrpSpPr>
                <p:grpSpPr>
                  <a:xfrm>
                    <a:off x="8136838" y="3735782"/>
                    <a:ext cx="2402775" cy="1530043"/>
                    <a:chOff x="8136838" y="3735782"/>
                    <a:chExt cx="2402775" cy="1530043"/>
                  </a:xfrm>
                </p:grpSpPr>
                <p:grpSp>
                  <p:nvGrpSpPr>
                    <p:cNvPr id="993" name="Group 992">
                      <a:extLst>
                        <a:ext uri="{FF2B5EF4-FFF2-40B4-BE49-F238E27FC236}">
                          <a16:creationId xmlns:a16="http://schemas.microsoft.com/office/drawing/2014/main" id="{1DD8EE32-9D55-B392-ECA9-6D702013342E}"/>
                        </a:ext>
                      </a:extLst>
                    </p:cNvPr>
                    <p:cNvGrpSpPr/>
                    <p:nvPr/>
                  </p:nvGrpSpPr>
                  <p:grpSpPr>
                    <a:xfrm>
                      <a:off x="8324065" y="3830658"/>
                      <a:ext cx="2215548" cy="1435167"/>
                      <a:chOff x="833331" y="2873352"/>
                      <a:chExt cx="2333625" cy="1590649"/>
                    </a:xfrm>
                  </p:grpSpPr>
                  <p:grpSp>
                    <p:nvGrpSpPr>
                      <p:cNvPr id="995" name="Group 994">
                        <a:extLst>
                          <a:ext uri="{FF2B5EF4-FFF2-40B4-BE49-F238E27FC236}">
                            <a16:creationId xmlns:a16="http://schemas.microsoft.com/office/drawing/2014/main" id="{B1997B26-E764-4A61-5182-4FF24C24CFC7}"/>
                          </a:ext>
                        </a:extLst>
                      </p:cNvPr>
                      <p:cNvGrpSpPr/>
                      <p:nvPr/>
                    </p:nvGrpSpPr>
                    <p:grpSpPr>
                      <a:xfrm>
                        <a:off x="1736090" y="2873352"/>
                        <a:ext cx="565150" cy="369332"/>
                        <a:chOff x="1736090" y="2873352"/>
                        <a:chExt cx="565150" cy="369332"/>
                      </a:xfrm>
                    </p:grpSpPr>
                    <p:grpSp>
                      <p:nvGrpSpPr>
                        <p:cNvPr id="1043" name="Group 327">
                          <a:extLst>
                            <a:ext uri="{FF2B5EF4-FFF2-40B4-BE49-F238E27FC236}">
                              <a16:creationId xmlns:a16="http://schemas.microsoft.com/office/drawing/2014/main" id="{F68FDBE5-1887-4F79-6626-503A5F3D273D}"/>
                            </a:ext>
                          </a:extLst>
                        </p:cNvPr>
                        <p:cNvGrpSpPr>
                          <a:grpSpLocks/>
                        </p:cNvGrpSpPr>
                        <p:nvPr/>
                      </p:nvGrpSpPr>
                      <p:grpSpPr bwMode="auto">
                        <a:xfrm>
                          <a:off x="1736090" y="2893762"/>
                          <a:ext cx="565150" cy="292100"/>
                          <a:chOff x="1871277" y="1576300"/>
                          <a:chExt cx="1128371" cy="437861"/>
                        </a:xfrm>
                      </p:grpSpPr>
                      <p:sp>
                        <p:nvSpPr>
                          <p:cNvPr id="1047" name="Oval 1046">
                            <a:extLst>
                              <a:ext uri="{FF2B5EF4-FFF2-40B4-BE49-F238E27FC236}">
                                <a16:creationId xmlns:a16="http://schemas.microsoft.com/office/drawing/2014/main" id="{50D40D52-F065-914B-3F3A-FB485208BB1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48" name="Rectangle 1047">
                            <a:extLst>
                              <a:ext uri="{FF2B5EF4-FFF2-40B4-BE49-F238E27FC236}">
                                <a16:creationId xmlns:a16="http://schemas.microsoft.com/office/drawing/2014/main" id="{173C5F0B-D1F4-F020-FEEA-C575457E169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49" name="Oval 1048">
                            <a:extLst>
                              <a:ext uri="{FF2B5EF4-FFF2-40B4-BE49-F238E27FC236}">
                                <a16:creationId xmlns:a16="http://schemas.microsoft.com/office/drawing/2014/main" id="{40295690-7717-B52F-8E91-AB2D3EB87181}"/>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50" name="Freeform 857">
                            <a:extLst>
                              <a:ext uri="{FF2B5EF4-FFF2-40B4-BE49-F238E27FC236}">
                                <a16:creationId xmlns:a16="http://schemas.microsoft.com/office/drawing/2014/main" id="{562803F7-0E8A-C534-096F-1C116BCA012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1" name="Freeform 858">
                            <a:extLst>
                              <a:ext uri="{FF2B5EF4-FFF2-40B4-BE49-F238E27FC236}">
                                <a16:creationId xmlns:a16="http://schemas.microsoft.com/office/drawing/2014/main" id="{A947BCF0-5E01-FBD8-25FB-1D97DB8288E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2" name="Freeform 859">
                            <a:extLst>
                              <a:ext uri="{FF2B5EF4-FFF2-40B4-BE49-F238E27FC236}">
                                <a16:creationId xmlns:a16="http://schemas.microsoft.com/office/drawing/2014/main" id="{42825750-8160-987E-07F0-BAB0B9C6D15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3" name="Freeform 860">
                            <a:extLst>
                              <a:ext uri="{FF2B5EF4-FFF2-40B4-BE49-F238E27FC236}">
                                <a16:creationId xmlns:a16="http://schemas.microsoft.com/office/drawing/2014/main" id="{4F1666A7-8DEA-FD52-DE75-FB3D7E1DED1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73BAB17D-96E0-048E-5C6F-DF66864F5BE8}"/>
                              </a:ext>
                            </a:extLst>
                          </p:cNvPr>
                          <p:cNvCxnSpPr>
                            <a:endCxn id="104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055" name="Straight Connector 1054">
                            <a:extLst>
                              <a:ext uri="{FF2B5EF4-FFF2-40B4-BE49-F238E27FC236}">
                                <a16:creationId xmlns:a16="http://schemas.microsoft.com/office/drawing/2014/main" id="{A687A070-8665-6B27-3FA6-26974EEA0876}"/>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044" name="Group 1043">
                          <a:extLst>
                            <a:ext uri="{FF2B5EF4-FFF2-40B4-BE49-F238E27FC236}">
                              <a16:creationId xmlns:a16="http://schemas.microsoft.com/office/drawing/2014/main" id="{88FF1E1B-29C2-06CD-7D11-BD61F529E141}"/>
                            </a:ext>
                          </a:extLst>
                        </p:cNvPr>
                        <p:cNvGrpSpPr/>
                        <p:nvPr/>
                      </p:nvGrpSpPr>
                      <p:grpSpPr>
                        <a:xfrm>
                          <a:off x="1770362" y="2873352"/>
                          <a:ext cx="441422" cy="369332"/>
                          <a:chOff x="667045" y="1708643"/>
                          <a:chExt cx="441422" cy="369332"/>
                        </a:xfrm>
                      </p:grpSpPr>
                      <p:sp>
                        <p:nvSpPr>
                          <p:cNvPr id="1045" name="Oval 1044">
                            <a:extLst>
                              <a:ext uri="{FF2B5EF4-FFF2-40B4-BE49-F238E27FC236}">
                                <a16:creationId xmlns:a16="http://schemas.microsoft.com/office/drawing/2014/main" id="{A4D1CE56-5F18-F9B8-E6BE-FCF2472E4FC2}"/>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46" name="TextBox 1045">
                            <a:extLst>
                              <a:ext uri="{FF2B5EF4-FFF2-40B4-BE49-F238E27FC236}">
                                <a16:creationId xmlns:a16="http://schemas.microsoft.com/office/drawing/2014/main" id="{212A2E97-BEAD-04C7-04A3-70861D5BAC11}"/>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996" name="Group 995">
                        <a:extLst>
                          <a:ext uri="{FF2B5EF4-FFF2-40B4-BE49-F238E27FC236}">
                            <a16:creationId xmlns:a16="http://schemas.microsoft.com/office/drawing/2014/main" id="{070FC51B-8827-C3DB-C82D-DA9D80364FCD}"/>
                          </a:ext>
                        </a:extLst>
                      </p:cNvPr>
                      <p:cNvGrpSpPr/>
                      <p:nvPr/>
                    </p:nvGrpSpPr>
                    <p:grpSpPr>
                      <a:xfrm>
                        <a:off x="1740320" y="4094669"/>
                        <a:ext cx="565150" cy="369332"/>
                        <a:chOff x="1736090" y="2873352"/>
                        <a:chExt cx="565150" cy="369332"/>
                      </a:xfrm>
                    </p:grpSpPr>
                    <p:grpSp>
                      <p:nvGrpSpPr>
                        <p:cNvPr id="1030" name="Group 327">
                          <a:extLst>
                            <a:ext uri="{FF2B5EF4-FFF2-40B4-BE49-F238E27FC236}">
                              <a16:creationId xmlns:a16="http://schemas.microsoft.com/office/drawing/2014/main" id="{8F105503-3B92-B2B6-B738-27ED5B029CC7}"/>
                            </a:ext>
                          </a:extLst>
                        </p:cNvPr>
                        <p:cNvGrpSpPr>
                          <a:grpSpLocks/>
                        </p:cNvGrpSpPr>
                        <p:nvPr/>
                      </p:nvGrpSpPr>
                      <p:grpSpPr bwMode="auto">
                        <a:xfrm>
                          <a:off x="1736090" y="2893762"/>
                          <a:ext cx="565150" cy="292100"/>
                          <a:chOff x="1871277" y="1576300"/>
                          <a:chExt cx="1128371" cy="437861"/>
                        </a:xfrm>
                      </p:grpSpPr>
                      <p:sp>
                        <p:nvSpPr>
                          <p:cNvPr id="1034" name="Oval 1033">
                            <a:extLst>
                              <a:ext uri="{FF2B5EF4-FFF2-40B4-BE49-F238E27FC236}">
                                <a16:creationId xmlns:a16="http://schemas.microsoft.com/office/drawing/2014/main" id="{79D0519A-7A63-7150-378C-4D07D3BC5623}"/>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35" name="Rectangle 1034">
                            <a:extLst>
                              <a:ext uri="{FF2B5EF4-FFF2-40B4-BE49-F238E27FC236}">
                                <a16:creationId xmlns:a16="http://schemas.microsoft.com/office/drawing/2014/main" id="{C383DA75-B919-14F4-7B0E-8208EB8E242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6" name="Oval 1035">
                            <a:extLst>
                              <a:ext uri="{FF2B5EF4-FFF2-40B4-BE49-F238E27FC236}">
                                <a16:creationId xmlns:a16="http://schemas.microsoft.com/office/drawing/2014/main" id="{07A199AA-17DA-7B3D-674E-F73B201BB18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37" name="Freeform 844">
                            <a:extLst>
                              <a:ext uri="{FF2B5EF4-FFF2-40B4-BE49-F238E27FC236}">
                                <a16:creationId xmlns:a16="http://schemas.microsoft.com/office/drawing/2014/main" id="{C9AD39A9-9B72-0F9E-FE51-14A50EA32F4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8" name="Freeform 845">
                            <a:extLst>
                              <a:ext uri="{FF2B5EF4-FFF2-40B4-BE49-F238E27FC236}">
                                <a16:creationId xmlns:a16="http://schemas.microsoft.com/office/drawing/2014/main" id="{EF4059CA-C80C-A639-15AA-DC5F884DE4B6}"/>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9" name="Freeform 846">
                            <a:extLst>
                              <a:ext uri="{FF2B5EF4-FFF2-40B4-BE49-F238E27FC236}">
                                <a16:creationId xmlns:a16="http://schemas.microsoft.com/office/drawing/2014/main" id="{B6351BEE-30BA-8616-1ECB-D9438F99313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40" name="Freeform 847">
                            <a:extLst>
                              <a:ext uri="{FF2B5EF4-FFF2-40B4-BE49-F238E27FC236}">
                                <a16:creationId xmlns:a16="http://schemas.microsoft.com/office/drawing/2014/main" id="{BA0B1933-AAC7-FF85-D6DD-FC9D5DCF631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41" name="Straight Connector 1040">
                            <a:extLst>
                              <a:ext uri="{FF2B5EF4-FFF2-40B4-BE49-F238E27FC236}">
                                <a16:creationId xmlns:a16="http://schemas.microsoft.com/office/drawing/2014/main" id="{5868816F-A34B-9110-621E-1880B7B58EC4}"/>
                              </a:ext>
                            </a:extLst>
                          </p:cNvPr>
                          <p:cNvCxnSpPr>
                            <a:endCxn id="103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042" name="Straight Connector 1041">
                            <a:extLst>
                              <a:ext uri="{FF2B5EF4-FFF2-40B4-BE49-F238E27FC236}">
                                <a16:creationId xmlns:a16="http://schemas.microsoft.com/office/drawing/2014/main" id="{37AEE8DC-66D2-C604-0A07-EF9839D457F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031" name="Group 1030">
                          <a:extLst>
                            <a:ext uri="{FF2B5EF4-FFF2-40B4-BE49-F238E27FC236}">
                              <a16:creationId xmlns:a16="http://schemas.microsoft.com/office/drawing/2014/main" id="{72D7DF4F-6D5F-383A-C247-246FA4D00276}"/>
                            </a:ext>
                          </a:extLst>
                        </p:cNvPr>
                        <p:cNvGrpSpPr/>
                        <p:nvPr/>
                      </p:nvGrpSpPr>
                      <p:grpSpPr>
                        <a:xfrm>
                          <a:off x="1770362" y="2873352"/>
                          <a:ext cx="441422" cy="369332"/>
                          <a:chOff x="667045" y="1708643"/>
                          <a:chExt cx="441422" cy="369332"/>
                        </a:xfrm>
                      </p:grpSpPr>
                      <p:sp>
                        <p:nvSpPr>
                          <p:cNvPr id="1032" name="Oval 1031">
                            <a:extLst>
                              <a:ext uri="{FF2B5EF4-FFF2-40B4-BE49-F238E27FC236}">
                                <a16:creationId xmlns:a16="http://schemas.microsoft.com/office/drawing/2014/main" id="{F6E1A484-0FEA-1F13-CBF0-B05F0A6F1F6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TextBox 1032">
                            <a:extLst>
                              <a:ext uri="{FF2B5EF4-FFF2-40B4-BE49-F238E27FC236}">
                                <a16:creationId xmlns:a16="http://schemas.microsoft.com/office/drawing/2014/main" id="{145CE7FF-0ED5-2E7D-457D-0C97093982F4}"/>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997" name="Group 996">
                        <a:extLst>
                          <a:ext uri="{FF2B5EF4-FFF2-40B4-BE49-F238E27FC236}">
                            <a16:creationId xmlns:a16="http://schemas.microsoft.com/office/drawing/2014/main" id="{63AE9EB5-E0FA-1E3E-EB37-A6FBEC521400}"/>
                          </a:ext>
                        </a:extLst>
                      </p:cNvPr>
                      <p:cNvGrpSpPr/>
                      <p:nvPr/>
                    </p:nvGrpSpPr>
                    <p:grpSpPr>
                      <a:xfrm>
                        <a:off x="2601806" y="3485072"/>
                        <a:ext cx="565150" cy="369332"/>
                        <a:chOff x="1736090" y="2873352"/>
                        <a:chExt cx="565150" cy="369332"/>
                      </a:xfrm>
                    </p:grpSpPr>
                    <p:grpSp>
                      <p:nvGrpSpPr>
                        <p:cNvPr id="1017" name="Group 327">
                          <a:extLst>
                            <a:ext uri="{FF2B5EF4-FFF2-40B4-BE49-F238E27FC236}">
                              <a16:creationId xmlns:a16="http://schemas.microsoft.com/office/drawing/2014/main" id="{26775A80-2895-6918-E9D7-E04EE34E40FA}"/>
                            </a:ext>
                          </a:extLst>
                        </p:cNvPr>
                        <p:cNvGrpSpPr>
                          <a:grpSpLocks/>
                        </p:cNvGrpSpPr>
                        <p:nvPr/>
                      </p:nvGrpSpPr>
                      <p:grpSpPr bwMode="auto">
                        <a:xfrm>
                          <a:off x="1736090" y="2893762"/>
                          <a:ext cx="565150" cy="292100"/>
                          <a:chOff x="1871277" y="1576300"/>
                          <a:chExt cx="1128371" cy="437861"/>
                        </a:xfrm>
                      </p:grpSpPr>
                      <p:sp>
                        <p:nvSpPr>
                          <p:cNvPr id="1021" name="Oval 1020">
                            <a:extLst>
                              <a:ext uri="{FF2B5EF4-FFF2-40B4-BE49-F238E27FC236}">
                                <a16:creationId xmlns:a16="http://schemas.microsoft.com/office/drawing/2014/main" id="{EFEF0D34-B656-2C5F-9130-7674759E1F4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2" name="Rectangle 1021">
                            <a:extLst>
                              <a:ext uri="{FF2B5EF4-FFF2-40B4-BE49-F238E27FC236}">
                                <a16:creationId xmlns:a16="http://schemas.microsoft.com/office/drawing/2014/main" id="{0275ED07-F149-2DC6-F074-72C824C3409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3" name="Oval 1022">
                            <a:extLst>
                              <a:ext uri="{FF2B5EF4-FFF2-40B4-BE49-F238E27FC236}">
                                <a16:creationId xmlns:a16="http://schemas.microsoft.com/office/drawing/2014/main" id="{439B1042-7C03-95AE-4DF7-B5F7672DCA8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Freeform 831">
                            <a:extLst>
                              <a:ext uri="{FF2B5EF4-FFF2-40B4-BE49-F238E27FC236}">
                                <a16:creationId xmlns:a16="http://schemas.microsoft.com/office/drawing/2014/main" id="{2D1E293B-8CFD-EECD-1597-3145877F17C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Freeform 832">
                            <a:extLst>
                              <a:ext uri="{FF2B5EF4-FFF2-40B4-BE49-F238E27FC236}">
                                <a16:creationId xmlns:a16="http://schemas.microsoft.com/office/drawing/2014/main" id="{0D8B5346-E38C-6E85-D7FF-4048BA411FF6}"/>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6" name="Freeform 833">
                            <a:extLst>
                              <a:ext uri="{FF2B5EF4-FFF2-40B4-BE49-F238E27FC236}">
                                <a16:creationId xmlns:a16="http://schemas.microsoft.com/office/drawing/2014/main" id="{C9E3A50A-E406-DC87-0372-32F0BB3F1EB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834">
                            <a:extLst>
                              <a:ext uri="{FF2B5EF4-FFF2-40B4-BE49-F238E27FC236}">
                                <a16:creationId xmlns:a16="http://schemas.microsoft.com/office/drawing/2014/main" id="{8BA6C0DE-7392-F7AF-BC2E-6216A3759C3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8" name="Straight Connector 1027">
                            <a:extLst>
                              <a:ext uri="{FF2B5EF4-FFF2-40B4-BE49-F238E27FC236}">
                                <a16:creationId xmlns:a16="http://schemas.microsoft.com/office/drawing/2014/main" id="{7C7A3493-B126-5475-BE0B-0E50B0690C82}"/>
                              </a:ext>
                            </a:extLst>
                          </p:cNvPr>
                          <p:cNvCxnSpPr>
                            <a:endCxn id="102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029" name="Straight Connector 1028">
                            <a:extLst>
                              <a:ext uri="{FF2B5EF4-FFF2-40B4-BE49-F238E27FC236}">
                                <a16:creationId xmlns:a16="http://schemas.microsoft.com/office/drawing/2014/main" id="{3BC38D0C-98E2-9808-0167-0E9C0CFC9C6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018" name="Group 1017">
                          <a:extLst>
                            <a:ext uri="{FF2B5EF4-FFF2-40B4-BE49-F238E27FC236}">
                              <a16:creationId xmlns:a16="http://schemas.microsoft.com/office/drawing/2014/main" id="{A299FBF4-A359-8391-0820-7ABB2B4B814E}"/>
                            </a:ext>
                          </a:extLst>
                        </p:cNvPr>
                        <p:cNvGrpSpPr/>
                        <p:nvPr/>
                      </p:nvGrpSpPr>
                      <p:grpSpPr>
                        <a:xfrm>
                          <a:off x="1770362" y="2873352"/>
                          <a:ext cx="428460" cy="369332"/>
                          <a:chOff x="667045" y="1708643"/>
                          <a:chExt cx="428460" cy="369332"/>
                        </a:xfrm>
                      </p:grpSpPr>
                      <p:sp>
                        <p:nvSpPr>
                          <p:cNvPr id="1019" name="Oval 1018">
                            <a:extLst>
                              <a:ext uri="{FF2B5EF4-FFF2-40B4-BE49-F238E27FC236}">
                                <a16:creationId xmlns:a16="http://schemas.microsoft.com/office/drawing/2014/main" id="{3A900B8B-9761-F16A-64FC-91AFEE0F27B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0" name="TextBox 1019">
                            <a:extLst>
                              <a:ext uri="{FF2B5EF4-FFF2-40B4-BE49-F238E27FC236}">
                                <a16:creationId xmlns:a16="http://schemas.microsoft.com/office/drawing/2014/main" id="{6A3CC89E-836D-64A4-6CED-0EC01B26EFED}"/>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998" name="Group 997">
                        <a:extLst>
                          <a:ext uri="{FF2B5EF4-FFF2-40B4-BE49-F238E27FC236}">
                            <a16:creationId xmlns:a16="http://schemas.microsoft.com/office/drawing/2014/main" id="{7DFF8F7B-3356-76BB-ACF3-3D4A6094D369}"/>
                          </a:ext>
                        </a:extLst>
                      </p:cNvPr>
                      <p:cNvGrpSpPr/>
                      <p:nvPr/>
                    </p:nvGrpSpPr>
                    <p:grpSpPr>
                      <a:xfrm>
                        <a:off x="833331" y="3478719"/>
                        <a:ext cx="565150" cy="369332"/>
                        <a:chOff x="1736090" y="2873352"/>
                        <a:chExt cx="565150" cy="369332"/>
                      </a:xfrm>
                    </p:grpSpPr>
                    <p:grpSp>
                      <p:nvGrpSpPr>
                        <p:cNvPr id="1004" name="Group 327">
                          <a:extLst>
                            <a:ext uri="{FF2B5EF4-FFF2-40B4-BE49-F238E27FC236}">
                              <a16:creationId xmlns:a16="http://schemas.microsoft.com/office/drawing/2014/main" id="{B3E26FC4-87FA-8353-CC2A-CE70EA3AC95E}"/>
                            </a:ext>
                          </a:extLst>
                        </p:cNvPr>
                        <p:cNvGrpSpPr>
                          <a:grpSpLocks/>
                        </p:cNvGrpSpPr>
                        <p:nvPr/>
                      </p:nvGrpSpPr>
                      <p:grpSpPr bwMode="auto">
                        <a:xfrm>
                          <a:off x="1736090" y="2893762"/>
                          <a:ext cx="565150" cy="292100"/>
                          <a:chOff x="1871277" y="1576300"/>
                          <a:chExt cx="1128371" cy="437861"/>
                        </a:xfrm>
                      </p:grpSpPr>
                      <p:sp>
                        <p:nvSpPr>
                          <p:cNvPr id="1008" name="Oval 1007">
                            <a:extLst>
                              <a:ext uri="{FF2B5EF4-FFF2-40B4-BE49-F238E27FC236}">
                                <a16:creationId xmlns:a16="http://schemas.microsoft.com/office/drawing/2014/main" id="{8783D843-FE46-37BA-D36B-33904B378D4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9" name="Rectangle 1008">
                            <a:extLst>
                              <a:ext uri="{FF2B5EF4-FFF2-40B4-BE49-F238E27FC236}">
                                <a16:creationId xmlns:a16="http://schemas.microsoft.com/office/drawing/2014/main" id="{CDF74C29-7B45-CE4B-7A9A-DBB7913848B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0" name="Oval 1009">
                            <a:extLst>
                              <a:ext uri="{FF2B5EF4-FFF2-40B4-BE49-F238E27FC236}">
                                <a16:creationId xmlns:a16="http://schemas.microsoft.com/office/drawing/2014/main" id="{F05B5232-425A-FA14-59C4-76EB35519595}"/>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11" name="Freeform 818">
                            <a:extLst>
                              <a:ext uri="{FF2B5EF4-FFF2-40B4-BE49-F238E27FC236}">
                                <a16:creationId xmlns:a16="http://schemas.microsoft.com/office/drawing/2014/main" id="{47D9989D-FDA2-91C9-0D7E-106DCE7FACB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2" name="Freeform 819">
                            <a:extLst>
                              <a:ext uri="{FF2B5EF4-FFF2-40B4-BE49-F238E27FC236}">
                                <a16:creationId xmlns:a16="http://schemas.microsoft.com/office/drawing/2014/main" id="{03979FF0-4EC6-3138-A676-348AF05C8F5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Freeform 820">
                            <a:extLst>
                              <a:ext uri="{FF2B5EF4-FFF2-40B4-BE49-F238E27FC236}">
                                <a16:creationId xmlns:a16="http://schemas.microsoft.com/office/drawing/2014/main" id="{787DBF76-8558-2ED3-11E6-AF5EB0B3CA0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Freeform 821">
                            <a:extLst>
                              <a:ext uri="{FF2B5EF4-FFF2-40B4-BE49-F238E27FC236}">
                                <a16:creationId xmlns:a16="http://schemas.microsoft.com/office/drawing/2014/main" id="{F2C2C2A9-558F-1975-FF47-91F8337807A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54C7CB12-9A9D-8415-5543-649997D35FD3}"/>
                              </a:ext>
                            </a:extLst>
                          </p:cNvPr>
                          <p:cNvCxnSpPr>
                            <a:endCxn id="101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016" name="Straight Connector 1015">
                            <a:extLst>
                              <a:ext uri="{FF2B5EF4-FFF2-40B4-BE49-F238E27FC236}">
                                <a16:creationId xmlns:a16="http://schemas.microsoft.com/office/drawing/2014/main" id="{90D56D6E-9474-F58C-3C37-3C00F91392F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005" name="Group 1004">
                          <a:extLst>
                            <a:ext uri="{FF2B5EF4-FFF2-40B4-BE49-F238E27FC236}">
                              <a16:creationId xmlns:a16="http://schemas.microsoft.com/office/drawing/2014/main" id="{59573811-34A7-CE93-FF25-58080CB8F389}"/>
                            </a:ext>
                          </a:extLst>
                        </p:cNvPr>
                        <p:cNvGrpSpPr/>
                        <p:nvPr/>
                      </p:nvGrpSpPr>
                      <p:grpSpPr>
                        <a:xfrm>
                          <a:off x="1770362" y="2873352"/>
                          <a:ext cx="441422" cy="369332"/>
                          <a:chOff x="667045" y="1708643"/>
                          <a:chExt cx="441422" cy="369332"/>
                        </a:xfrm>
                      </p:grpSpPr>
                      <p:sp>
                        <p:nvSpPr>
                          <p:cNvPr id="1006" name="Oval 1005">
                            <a:extLst>
                              <a:ext uri="{FF2B5EF4-FFF2-40B4-BE49-F238E27FC236}">
                                <a16:creationId xmlns:a16="http://schemas.microsoft.com/office/drawing/2014/main" id="{ACDA579A-34FE-EB58-F98D-99BD472AB45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TextBox 1006">
                            <a:extLst>
                              <a:ext uri="{FF2B5EF4-FFF2-40B4-BE49-F238E27FC236}">
                                <a16:creationId xmlns:a16="http://schemas.microsoft.com/office/drawing/2014/main" id="{856AFF11-2E4F-75B0-AAD3-7FCC36483D97}"/>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999" name="Straight Connector 998">
                        <a:extLst>
                          <a:ext uri="{FF2B5EF4-FFF2-40B4-BE49-F238E27FC236}">
                            <a16:creationId xmlns:a16="http://schemas.microsoft.com/office/drawing/2014/main" id="{DACC5BD7-5F45-53F4-8300-FC1646D04373}"/>
                          </a:ext>
                        </a:extLst>
                      </p:cNvPr>
                      <p:cNvCxnSpPr>
                        <a:stCxn id="1046" idx="2"/>
                        <a:endCxn id="1033"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000" name="Straight Connector 999">
                        <a:extLst>
                          <a:ext uri="{FF2B5EF4-FFF2-40B4-BE49-F238E27FC236}">
                            <a16:creationId xmlns:a16="http://schemas.microsoft.com/office/drawing/2014/main" id="{2A33B61D-0569-2E71-9A81-70E97FF121C1}"/>
                          </a:ext>
                        </a:extLst>
                      </p:cNvPr>
                      <p:cNvCxnSpPr/>
                      <p:nvPr/>
                    </p:nvCxnSpPr>
                    <p:spPr bwMode="auto">
                      <a:xfrm>
                        <a:off x="1407477" y="3648621"/>
                        <a:ext cx="1204913" cy="635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001" name="Straight Connector 1000">
                        <a:extLst>
                          <a:ext uri="{FF2B5EF4-FFF2-40B4-BE49-F238E27FC236}">
                            <a16:creationId xmlns:a16="http://schemas.microsoft.com/office/drawing/2014/main" id="{37BCAF80-7E9E-3DAC-2F26-481F7D09AB79}"/>
                          </a:ext>
                        </a:extLst>
                      </p:cNvPr>
                      <p:cNvCxnSpPr>
                        <a:stCxn id="1047"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002" name="Straight Connector 1001">
                        <a:extLst>
                          <a:ext uri="{FF2B5EF4-FFF2-40B4-BE49-F238E27FC236}">
                            <a16:creationId xmlns:a16="http://schemas.microsoft.com/office/drawing/2014/main" id="{1D427AF0-6F49-E2C6-FDB8-9BF2A3301BAA}"/>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003" name="Straight Connector 1002">
                        <a:extLst>
                          <a:ext uri="{FF2B5EF4-FFF2-40B4-BE49-F238E27FC236}">
                            <a16:creationId xmlns:a16="http://schemas.microsoft.com/office/drawing/2014/main" id="{A1C2CCA2-1D75-A79A-A6F7-5BD444E80BC6}"/>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994" name="TextBox 993">
                      <a:extLst>
                        <a:ext uri="{FF2B5EF4-FFF2-40B4-BE49-F238E27FC236}">
                          <a16:creationId xmlns:a16="http://schemas.microsoft.com/office/drawing/2014/main" id="{27851110-D3A3-EB74-453B-D7418DFC9D3F}"/>
                        </a:ext>
                      </a:extLst>
                    </p:cNvPr>
                    <p:cNvSpPr txBox="1"/>
                    <p:nvPr/>
                  </p:nvSpPr>
                  <p:spPr>
                    <a:xfrm>
                      <a:off x="8136838" y="373578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grpSp>
            </p:grpSp>
            <p:grpSp>
              <p:nvGrpSpPr>
                <p:cNvPr id="924" name="Group 923">
                  <a:extLst>
                    <a:ext uri="{FF2B5EF4-FFF2-40B4-BE49-F238E27FC236}">
                      <a16:creationId xmlns:a16="http://schemas.microsoft.com/office/drawing/2014/main" id="{6C41EF3B-6C1F-5A3C-8A59-8EE56FDCA6F1}"/>
                    </a:ext>
                  </a:extLst>
                </p:cNvPr>
                <p:cNvGrpSpPr/>
                <p:nvPr/>
              </p:nvGrpSpPr>
              <p:grpSpPr>
                <a:xfrm>
                  <a:off x="1426553" y="4136253"/>
                  <a:ext cx="3452487" cy="1719017"/>
                  <a:chOff x="1426553" y="4136253"/>
                  <a:chExt cx="3452487" cy="1719017"/>
                </a:xfrm>
              </p:grpSpPr>
              <p:grpSp>
                <p:nvGrpSpPr>
                  <p:cNvPr id="926" name="Group 925">
                    <a:extLst>
                      <a:ext uri="{FF2B5EF4-FFF2-40B4-BE49-F238E27FC236}">
                        <a16:creationId xmlns:a16="http://schemas.microsoft.com/office/drawing/2014/main" id="{9AB362F7-DEDA-D963-6924-E07EDE68AF2E}"/>
                      </a:ext>
                    </a:extLst>
                  </p:cNvPr>
                  <p:cNvGrpSpPr/>
                  <p:nvPr/>
                </p:nvGrpSpPr>
                <p:grpSpPr>
                  <a:xfrm>
                    <a:off x="1426553" y="4136253"/>
                    <a:ext cx="2557336" cy="1719017"/>
                    <a:chOff x="-2170772" y="2784954"/>
                    <a:chExt cx="2712783" cy="1853712"/>
                  </a:xfrm>
                </p:grpSpPr>
                <p:sp>
                  <p:nvSpPr>
                    <p:cNvPr id="929" name="Freeform 2">
                      <a:extLst>
                        <a:ext uri="{FF2B5EF4-FFF2-40B4-BE49-F238E27FC236}">
                          <a16:creationId xmlns:a16="http://schemas.microsoft.com/office/drawing/2014/main" id="{D22945F1-BE40-C826-5F9B-7679268C8A4B}"/>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30" name="Group 929">
                      <a:extLst>
                        <a:ext uri="{FF2B5EF4-FFF2-40B4-BE49-F238E27FC236}">
                          <a16:creationId xmlns:a16="http://schemas.microsoft.com/office/drawing/2014/main" id="{88D0A4B0-1021-F1B5-4B5D-F23EE74A9ECC}"/>
                        </a:ext>
                      </a:extLst>
                    </p:cNvPr>
                    <p:cNvGrpSpPr/>
                    <p:nvPr/>
                  </p:nvGrpSpPr>
                  <p:grpSpPr>
                    <a:xfrm>
                      <a:off x="-1935370" y="2935816"/>
                      <a:ext cx="2333625" cy="1590649"/>
                      <a:chOff x="833331" y="2873352"/>
                      <a:chExt cx="2333625" cy="1590649"/>
                    </a:xfrm>
                  </p:grpSpPr>
                  <p:grpSp>
                    <p:nvGrpSpPr>
                      <p:cNvPr id="931" name="Group 930">
                        <a:extLst>
                          <a:ext uri="{FF2B5EF4-FFF2-40B4-BE49-F238E27FC236}">
                            <a16:creationId xmlns:a16="http://schemas.microsoft.com/office/drawing/2014/main" id="{0D259818-A358-1822-0AB4-5791F756B984}"/>
                          </a:ext>
                        </a:extLst>
                      </p:cNvPr>
                      <p:cNvGrpSpPr/>
                      <p:nvPr/>
                    </p:nvGrpSpPr>
                    <p:grpSpPr>
                      <a:xfrm>
                        <a:off x="1736090" y="2873352"/>
                        <a:ext cx="565150" cy="369332"/>
                        <a:chOff x="1736090" y="2873352"/>
                        <a:chExt cx="565150" cy="369332"/>
                      </a:xfrm>
                    </p:grpSpPr>
                    <p:grpSp>
                      <p:nvGrpSpPr>
                        <p:cNvPr id="978" name="Group 327">
                          <a:extLst>
                            <a:ext uri="{FF2B5EF4-FFF2-40B4-BE49-F238E27FC236}">
                              <a16:creationId xmlns:a16="http://schemas.microsoft.com/office/drawing/2014/main" id="{3BC5A6D7-4BFA-BB8E-92E0-0A90FC9DD88F}"/>
                            </a:ext>
                          </a:extLst>
                        </p:cNvPr>
                        <p:cNvGrpSpPr>
                          <a:grpSpLocks/>
                        </p:cNvGrpSpPr>
                        <p:nvPr/>
                      </p:nvGrpSpPr>
                      <p:grpSpPr bwMode="auto">
                        <a:xfrm>
                          <a:off x="1736090" y="2893762"/>
                          <a:ext cx="565150" cy="292100"/>
                          <a:chOff x="1871277" y="1576300"/>
                          <a:chExt cx="1128371" cy="437861"/>
                        </a:xfrm>
                      </p:grpSpPr>
                      <p:sp>
                        <p:nvSpPr>
                          <p:cNvPr id="982" name="Oval 981">
                            <a:extLst>
                              <a:ext uri="{FF2B5EF4-FFF2-40B4-BE49-F238E27FC236}">
                                <a16:creationId xmlns:a16="http://schemas.microsoft.com/office/drawing/2014/main" id="{7D6EEE68-CB48-26C6-0960-A408B25E900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3" name="Rectangle 982">
                            <a:extLst>
                              <a:ext uri="{FF2B5EF4-FFF2-40B4-BE49-F238E27FC236}">
                                <a16:creationId xmlns:a16="http://schemas.microsoft.com/office/drawing/2014/main" id="{3EC80FB1-A075-E7A8-7394-5F177FE6896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4" name="Oval 983">
                            <a:extLst>
                              <a:ext uri="{FF2B5EF4-FFF2-40B4-BE49-F238E27FC236}">
                                <a16:creationId xmlns:a16="http://schemas.microsoft.com/office/drawing/2014/main" id="{FD566836-DD57-8BBB-A423-8000021257B7}"/>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5" name="Freeform 792">
                            <a:extLst>
                              <a:ext uri="{FF2B5EF4-FFF2-40B4-BE49-F238E27FC236}">
                                <a16:creationId xmlns:a16="http://schemas.microsoft.com/office/drawing/2014/main" id="{FDA5E35B-AAEF-75E6-C324-A9584DD3248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6" name="Freeform 793">
                            <a:extLst>
                              <a:ext uri="{FF2B5EF4-FFF2-40B4-BE49-F238E27FC236}">
                                <a16:creationId xmlns:a16="http://schemas.microsoft.com/office/drawing/2014/main" id="{80D2719C-7FDF-B23E-ABCB-BEE5E09A027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794">
                            <a:extLst>
                              <a:ext uri="{FF2B5EF4-FFF2-40B4-BE49-F238E27FC236}">
                                <a16:creationId xmlns:a16="http://schemas.microsoft.com/office/drawing/2014/main" id="{8E1D4306-68E5-C08A-8AEE-7E143A04836D}"/>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8" name="Freeform 795">
                            <a:extLst>
                              <a:ext uri="{FF2B5EF4-FFF2-40B4-BE49-F238E27FC236}">
                                <a16:creationId xmlns:a16="http://schemas.microsoft.com/office/drawing/2014/main" id="{C5463BA3-1ACC-49E7-71B0-8A79493E781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9" name="Straight Connector 988">
                            <a:extLst>
                              <a:ext uri="{FF2B5EF4-FFF2-40B4-BE49-F238E27FC236}">
                                <a16:creationId xmlns:a16="http://schemas.microsoft.com/office/drawing/2014/main" id="{C722AD25-7452-49A5-45C9-675A5513848C}"/>
                              </a:ext>
                            </a:extLst>
                          </p:cNvPr>
                          <p:cNvCxnSpPr>
                            <a:endCxn id="98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90" name="Straight Connector 989">
                            <a:extLst>
                              <a:ext uri="{FF2B5EF4-FFF2-40B4-BE49-F238E27FC236}">
                                <a16:creationId xmlns:a16="http://schemas.microsoft.com/office/drawing/2014/main" id="{881E3990-30FD-6FCB-B335-5EB54D5D13C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79" name="Group 978">
                          <a:extLst>
                            <a:ext uri="{FF2B5EF4-FFF2-40B4-BE49-F238E27FC236}">
                              <a16:creationId xmlns:a16="http://schemas.microsoft.com/office/drawing/2014/main" id="{F299E7F9-C79C-49E2-287F-8C42E1179384}"/>
                            </a:ext>
                          </a:extLst>
                        </p:cNvPr>
                        <p:cNvGrpSpPr/>
                        <p:nvPr/>
                      </p:nvGrpSpPr>
                      <p:grpSpPr>
                        <a:xfrm>
                          <a:off x="1770362" y="2873352"/>
                          <a:ext cx="441422" cy="369332"/>
                          <a:chOff x="667045" y="1708643"/>
                          <a:chExt cx="441422" cy="369332"/>
                        </a:xfrm>
                      </p:grpSpPr>
                      <p:sp>
                        <p:nvSpPr>
                          <p:cNvPr id="980" name="Oval 979">
                            <a:extLst>
                              <a:ext uri="{FF2B5EF4-FFF2-40B4-BE49-F238E27FC236}">
                                <a16:creationId xmlns:a16="http://schemas.microsoft.com/office/drawing/2014/main" id="{8E52AF61-0C77-D251-A9B3-59D1EEF9C3F0}"/>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1" name="TextBox 980">
                            <a:extLst>
                              <a:ext uri="{FF2B5EF4-FFF2-40B4-BE49-F238E27FC236}">
                                <a16:creationId xmlns:a16="http://schemas.microsoft.com/office/drawing/2014/main" id="{7E96D422-5723-6A6B-A188-122FBE99D410}"/>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932" name="Group 931">
                        <a:extLst>
                          <a:ext uri="{FF2B5EF4-FFF2-40B4-BE49-F238E27FC236}">
                            <a16:creationId xmlns:a16="http://schemas.microsoft.com/office/drawing/2014/main" id="{F62AC256-F724-EE8B-3EE1-B489D09E51B2}"/>
                          </a:ext>
                        </a:extLst>
                      </p:cNvPr>
                      <p:cNvGrpSpPr/>
                      <p:nvPr/>
                    </p:nvGrpSpPr>
                    <p:grpSpPr>
                      <a:xfrm>
                        <a:off x="1740320" y="4094669"/>
                        <a:ext cx="565150" cy="369332"/>
                        <a:chOff x="1736090" y="2873352"/>
                        <a:chExt cx="565150" cy="369332"/>
                      </a:xfrm>
                    </p:grpSpPr>
                    <p:grpSp>
                      <p:nvGrpSpPr>
                        <p:cNvPr id="965" name="Group 327">
                          <a:extLst>
                            <a:ext uri="{FF2B5EF4-FFF2-40B4-BE49-F238E27FC236}">
                              <a16:creationId xmlns:a16="http://schemas.microsoft.com/office/drawing/2014/main" id="{BF653CDF-8E71-1601-D3C5-670A72CC90DF}"/>
                            </a:ext>
                          </a:extLst>
                        </p:cNvPr>
                        <p:cNvGrpSpPr>
                          <a:grpSpLocks/>
                        </p:cNvGrpSpPr>
                        <p:nvPr/>
                      </p:nvGrpSpPr>
                      <p:grpSpPr bwMode="auto">
                        <a:xfrm>
                          <a:off x="1736090" y="2893762"/>
                          <a:ext cx="565150" cy="292100"/>
                          <a:chOff x="1871277" y="1576300"/>
                          <a:chExt cx="1128371" cy="437861"/>
                        </a:xfrm>
                      </p:grpSpPr>
                      <p:sp>
                        <p:nvSpPr>
                          <p:cNvPr id="969" name="Oval 968">
                            <a:extLst>
                              <a:ext uri="{FF2B5EF4-FFF2-40B4-BE49-F238E27FC236}">
                                <a16:creationId xmlns:a16="http://schemas.microsoft.com/office/drawing/2014/main" id="{D2BBA316-8458-5832-3303-99D080BB5513}"/>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70" name="Rectangle 969">
                            <a:extLst>
                              <a:ext uri="{FF2B5EF4-FFF2-40B4-BE49-F238E27FC236}">
                                <a16:creationId xmlns:a16="http://schemas.microsoft.com/office/drawing/2014/main" id="{066B01D7-3C4A-20B6-400D-F5A9397CF73F}"/>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1" name="Oval 970">
                            <a:extLst>
                              <a:ext uri="{FF2B5EF4-FFF2-40B4-BE49-F238E27FC236}">
                                <a16:creationId xmlns:a16="http://schemas.microsoft.com/office/drawing/2014/main" id="{FD29645C-A81D-DD09-2DCC-1CA7E802A8F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72" name="Freeform 779">
                            <a:extLst>
                              <a:ext uri="{FF2B5EF4-FFF2-40B4-BE49-F238E27FC236}">
                                <a16:creationId xmlns:a16="http://schemas.microsoft.com/office/drawing/2014/main" id="{EEBA9D6F-6268-B18D-167E-ECE73273E3C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Freeform 780">
                            <a:extLst>
                              <a:ext uri="{FF2B5EF4-FFF2-40B4-BE49-F238E27FC236}">
                                <a16:creationId xmlns:a16="http://schemas.microsoft.com/office/drawing/2014/main" id="{5FDC688E-70AC-90D9-4FB1-15E382B8BD9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Freeform 781">
                            <a:extLst>
                              <a:ext uri="{FF2B5EF4-FFF2-40B4-BE49-F238E27FC236}">
                                <a16:creationId xmlns:a16="http://schemas.microsoft.com/office/drawing/2014/main" id="{98AAF449-7C74-1553-6E26-0EDC6DB9655C}"/>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5" name="Freeform 782">
                            <a:extLst>
                              <a:ext uri="{FF2B5EF4-FFF2-40B4-BE49-F238E27FC236}">
                                <a16:creationId xmlns:a16="http://schemas.microsoft.com/office/drawing/2014/main" id="{36F65327-FAA6-2DE7-7F49-1CD46C50340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6" name="Straight Connector 975">
                            <a:extLst>
                              <a:ext uri="{FF2B5EF4-FFF2-40B4-BE49-F238E27FC236}">
                                <a16:creationId xmlns:a16="http://schemas.microsoft.com/office/drawing/2014/main" id="{EF9A2DB8-1ADD-0C74-7B89-0F754C64F644}"/>
                              </a:ext>
                            </a:extLst>
                          </p:cNvPr>
                          <p:cNvCxnSpPr>
                            <a:endCxn id="97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77" name="Straight Connector 976">
                            <a:extLst>
                              <a:ext uri="{FF2B5EF4-FFF2-40B4-BE49-F238E27FC236}">
                                <a16:creationId xmlns:a16="http://schemas.microsoft.com/office/drawing/2014/main" id="{53F2E62F-4AB8-F8CB-F72E-4B19A62B1E6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66" name="Group 965">
                          <a:extLst>
                            <a:ext uri="{FF2B5EF4-FFF2-40B4-BE49-F238E27FC236}">
                              <a16:creationId xmlns:a16="http://schemas.microsoft.com/office/drawing/2014/main" id="{3583E8E8-37A0-1AEE-3CFF-C8D68754565A}"/>
                            </a:ext>
                          </a:extLst>
                        </p:cNvPr>
                        <p:cNvGrpSpPr/>
                        <p:nvPr/>
                      </p:nvGrpSpPr>
                      <p:grpSpPr>
                        <a:xfrm>
                          <a:off x="1770362" y="2873352"/>
                          <a:ext cx="441422" cy="369332"/>
                          <a:chOff x="667045" y="1708643"/>
                          <a:chExt cx="441422" cy="369332"/>
                        </a:xfrm>
                      </p:grpSpPr>
                      <p:sp>
                        <p:nvSpPr>
                          <p:cNvPr id="967" name="Oval 966">
                            <a:extLst>
                              <a:ext uri="{FF2B5EF4-FFF2-40B4-BE49-F238E27FC236}">
                                <a16:creationId xmlns:a16="http://schemas.microsoft.com/office/drawing/2014/main" id="{1743873D-1398-0232-74EC-4D5DC2B4C63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8" name="TextBox 967">
                            <a:extLst>
                              <a:ext uri="{FF2B5EF4-FFF2-40B4-BE49-F238E27FC236}">
                                <a16:creationId xmlns:a16="http://schemas.microsoft.com/office/drawing/2014/main" id="{A5D67C8E-D716-C2CE-A7F7-852CBD716FFC}"/>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933" name="Group 932">
                        <a:extLst>
                          <a:ext uri="{FF2B5EF4-FFF2-40B4-BE49-F238E27FC236}">
                            <a16:creationId xmlns:a16="http://schemas.microsoft.com/office/drawing/2014/main" id="{4ABB885A-6D66-C2A7-19A9-19EC0EB13567}"/>
                          </a:ext>
                        </a:extLst>
                      </p:cNvPr>
                      <p:cNvGrpSpPr/>
                      <p:nvPr/>
                    </p:nvGrpSpPr>
                    <p:grpSpPr>
                      <a:xfrm>
                        <a:off x="2601806" y="3485072"/>
                        <a:ext cx="565150" cy="369332"/>
                        <a:chOff x="1736090" y="2873352"/>
                        <a:chExt cx="565150" cy="369332"/>
                      </a:xfrm>
                    </p:grpSpPr>
                    <p:grpSp>
                      <p:nvGrpSpPr>
                        <p:cNvPr id="952" name="Group 327">
                          <a:extLst>
                            <a:ext uri="{FF2B5EF4-FFF2-40B4-BE49-F238E27FC236}">
                              <a16:creationId xmlns:a16="http://schemas.microsoft.com/office/drawing/2014/main" id="{61B9F3CA-4CB4-B3F4-923F-2E265ECA8617}"/>
                            </a:ext>
                          </a:extLst>
                        </p:cNvPr>
                        <p:cNvGrpSpPr>
                          <a:grpSpLocks/>
                        </p:cNvGrpSpPr>
                        <p:nvPr/>
                      </p:nvGrpSpPr>
                      <p:grpSpPr bwMode="auto">
                        <a:xfrm>
                          <a:off x="1736090" y="2893762"/>
                          <a:ext cx="565150" cy="292100"/>
                          <a:chOff x="1871277" y="1576300"/>
                          <a:chExt cx="1128371" cy="437861"/>
                        </a:xfrm>
                      </p:grpSpPr>
                      <p:sp>
                        <p:nvSpPr>
                          <p:cNvPr id="956" name="Oval 955">
                            <a:extLst>
                              <a:ext uri="{FF2B5EF4-FFF2-40B4-BE49-F238E27FC236}">
                                <a16:creationId xmlns:a16="http://schemas.microsoft.com/office/drawing/2014/main" id="{CC5DBCD2-002F-CD9D-3152-087BADE518D5}"/>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CA312DB2-E65F-576E-5A6E-E7A1A7882F6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8" name="Oval 957">
                            <a:extLst>
                              <a:ext uri="{FF2B5EF4-FFF2-40B4-BE49-F238E27FC236}">
                                <a16:creationId xmlns:a16="http://schemas.microsoft.com/office/drawing/2014/main" id="{465730B4-4397-04AA-9FC6-8548CB2B811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9" name="Freeform 766">
                            <a:extLst>
                              <a:ext uri="{FF2B5EF4-FFF2-40B4-BE49-F238E27FC236}">
                                <a16:creationId xmlns:a16="http://schemas.microsoft.com/office/drawing/2014/main" id="{0D4DBFDD-8074-C903-DE20-91A5DEF9340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0" name="Freeform 767">
                            <a:extLst>
                              <a:ext uri="{FF2B5EF4-FFF2-40B4-BE49-F238E27FC236}">
                                <a16:creationId xmlns:a16="http://schemas.microsoft.com/office/drawing/2014/main" id="{C578C558-62E0-BBAC-B364-DE42460ED71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1" name="Freeform 768">
                            <a:extLst>
                              <a:ext uri="{FF2B5EF4-FFF2-40B4-BE49-F238E27FC236}">
                                <a16:creationId xmlns:a16="http://schemas.microsoft.com/office/drawing/2014/main" id="{3C28A39D-57DB-6EE1-9242-075396FBFD2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2" name="Freeform 769">
                            <a:extLst>
                              <a:ext uri="{FF2B5EF4-FFF2-40B4-BE49-F238E27FC236}">
                                <a16:creationId xmlns:a16="http://schemas.microsoft.com/office/drawing/2014/main" id="{E0707566-AF94-D9CA-945A-07DB4F2228A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3" name="Straight Connector 962">
                            <a:extLst>
                              <a:ext uri="{FF2B5EF4-FFF2-40B4-BE49-F238E27FC236}">
                                <a16:creationId xmlns:a16="http://schemas.microsoft.com/office/drawing/2014/main" id="{BBFCF32D-FFBB-431F-A416-DA33BC0ADBCC}"/>
                              </a:ext>
                            </a:extLst>
                          </p:cNvPr>
                          <p:cNvCxnSpPr>
                            <a:endCxn id="95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64" name="Straight Connector 963">
                            <a:extLst>
                              <a:ext uri="{FF2B5EF4-FFF2-40B4-BE49-F238E27FC236}">
                                <a16:creationId xmlns:a16="http://schemas.microsoft.com/office/drawing/2014/main" id="{7F72E315-81D1-FFFA-8579-40AB16A9650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53" name="Group 952">
                          <a:extLst>
                            <a:ext uri="{FF2B5EF4-FFF2-40B4-BE49-F238E27FC236}">
                              <a16:creationId xmlns:a16="http://schemas.microsoft.com/office/drawing/2014/main" id="{21E830F4-1B1E-1140-E9EA-4AE1A91BACE1}"/>
                            </a:ext>
                          </a:extLst>
                        </p:cNvPr>
                        <p:cNvGrpSpPr/>
                        <p:nvPr/>
                      </p:nvGrpSpPr>
                      <p:grpSpPr>
                        <a:xfrm>
                          <a:off x="1770362" y="2873352"/>
                          <a:ext cx="428460" cy="369332"/>
                          <a:chOff x="667045" y="1708643"/>
                          <a:chExt cx="428460" cy="369332"/>
                        </a:xfrm>
                      </p:grpSpPr>
                      <p:sp>
                        <p:nvSpPr>
                          <p:cNvPr id="954" name="Oval 953">
                            <a:extLst>
                              <a:ext uri="{FF2B5EF4-FFF2-40B4-BE49-F238E27FC236}">
                                <a16:creationId xmlns:a16="http://schemas.microsoft.com/office/drawing/2014/main" id="{96BC8F41-2BE2-CB3E-77F0-E056D8B4E0ED}"/>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5" name="TextBox 954">
                            <a:extLst>
                              <a:ext uri="{FF2B5EF4-FFF2-40B4-BE49-F238E27FC236}">
                                <a16:creationId xmlns:a16="http://schemas.microsoft.com/office/drawing/2014/main" id="{754C8419-800D-41DA-E5EA-D9A2172A6971}"/>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934" name="Group 933">
                        <a:extLst>
                          <a:ext uri="{FF2B5EF4-FFF2-40B4-BE49-F238E27FC236}">
                            <a16:creationId xmlns:a16="http://schemas.microsoft.com/office/drawing/2014/main" id="{B8E25935-648C-7CDC-3A25-13B470D4ECD1}"/>
                          </a:ext>
                        </a:extLst>
                      </p:cNvPr>
                      <p:cNvGrpSpPr/>
                      <p:nvPr/>
                    </p:nvGrpSpPr>
                    <p:grpSpPr>
                      <a:xfrm>
                        <a:off x="833331" y="3478719"/>
                        <a:ext cx="565150" cy="369332"/>
                        <a:chOff x="1736090" y="2873352"/>
                        <a:chExt cx="565150" cy="369332"/>
                      </a:xfrm>
                    </p:grpSpPr>
                    <p:grpSp>
                      <p:nvGrpSpPr>
                        <p:cNvPr id="939" name="Group 327">
                          <a:extLst>
                            <a:ext uri="{FF2B5EF4-FFF2-40B4-BE49-F238E27FC236}">
                              <a16:creationId xmlns:a16="http://schemas.microsoft.com/office/drawing/2014/main" id="{5A9BBFC6-A4D7-47E1-6F1D-11A655AEC317}"/>
                            </a:ext>
                          </a:extLst>
                        </p:cNvPr>
                        <p:cNvGrpSpPr>
                          <a:grpSpLocks/>
                        </p:cNvGrpSpPr>
                        <p:nvPr/>
                      </p:nvGrpSpPr>
                      <p:grpSpPr bwMode="auto">
                        <a:xfrm>
                          <a:off x="1736090" y="2893762"/>
                          <a:ext cx="565150" cy="292100"/>
                          <a:chOff x="1871277" y="1576300"/>
                          <a:chExt cx="1128371" cy="437861"/>
                        </a:xfrm>
                      </p:grpSpPr>
                      <p:sp>
                        <p:nvSpPr>
                          <p:cNvPr id="943" name="Oval 942">
                            <a:extLst>
                              <a:ext uri="{FF2B5EF4-FFF2-40B4-BE49-F238E27FC236}">
                                <a16:creationId xmlns:a16="http://schemas.microsoft.com/office/drawing/2014/main" id="{090D1E96-8C2B-A2D7-0449-D4FF32241A4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0E33388F-60DC-7E8D-7F0A-CB3F5E32179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D7CBAD3C-9245-BF76-EB10-89D8A5044AC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6" name="Freeform 753">
                            <a:extLst>
                              <a:ext uri="{FF2B5EF4-FFF2-40B4-BE49-F238E27FC236}">
                                <a16:creationId xmlns:a16="http://schemas.microsoft.com/office/drawing/2014/main" id="{1A1D63B0-052B-74D2-92E9-9E7488F6C14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754">
                            <a:extLst>
                              <a:ext uri="{FF2B5EF4-FFF2-40B4-BE49-F238E27FC236}">
                                <a16:creationId xmlns:a16="http://schemas.microsoft.com/office/drawing/2014/main" id="{F908C9F7-ABC7-7E62-483D-ECB9EA3859E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8" name="Freeform 755">
                            <a:extLst>
                              <a:ext uri="{FF2B5EF4-FFF2-40B4-BE49-F238E27FC236}">
                                <a16:creationId xmlns:a16="http://schemas.microsoft.com/office/drawing/2014/main" id="{B1D9915B-BB98-2F2F-D4F8-7B9339A9482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9" name="Freeform 756">
                            <a:extLst>
                              <a:ext uri="{FF2B5EF4-FFF2-40B4-BE49-F238E27FC236}">
                                <a16:creationId xmlns:a16="http://schemas.microsoft.com/office/drawing/2014/main" id="{1B55806C-BA75-06A7-0C05-BB49D6AC1C9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0" name="Straight Connector 949">
                            <a:extLst>
                              <a:ext uri="{FF2B5EF4-FFF2-40B4-BE49-F238E27FC236}">
                                <a16:creationId xmlns:a16="http://schemas.microsoft.com/office/drawing/2014/main" id="{5967DADE-D9AA-3CB7-4524-441CA29763BD}"/>
                              </a:ext>
                            </a:extLst>
                          </p:cNvPr>
                          <p:cNvCxnSpPr>
                            <a:endCxn id="94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51" name="Straight Connector 950">
                            <a:extLst>
                              <a:ext uri="{FF2B5EF4-FFF2-40B4-BE49-F238E27FC236}">
                                <a16:creationId xmlns:a16="http://schemas.microsoft.com/office/drawing/2014/main" id="{B5E71E68-0E76-65C0-442E-C49174DA65F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40" name="Group 939">
                          <a:extLst>
                            <a:ext uri="{FF2B5EF4-FFF2-40B4-BE49-F238E27FC236}">
                              <a16:creationId xmlns:a16="http://schemas.microsoft.com/office/drawing/2014/main" id="{7522CDDF-64CD-73D0-B629-9E59B4F297E8}"/>
                            </a:ext>
                          </a:extLst>
                        </p:cNvPr>
                        <p:cNvGrpSpPr/>
                        <p:nvPr/>
                      </p:nvGrpSpPr>
                      <p:grpSpPr>
                        <a:xfrm>
                          <a:off x="1770362" y="2873352"/>
                          <a:ext cx="441422" cy="369332"/>
                          <a:chOff x="667045" y="1708643"/>
                          <a:chExt cx="441422" cy="369332"/>
                        </a:xfrm>
                      </p:grpSpPr>
                      <p:sp>
                        <p:nvSpPr>
                          <p:cNvPr id="941" name="Oval 940">
                            <a:extLst>
                              <a:ext uri="{FF2B5EF4-FFF2-40B4-BE49-F238E27FC236}">
                                <a16:creationId xmlns:a16="http://schemas.microsoft.com/office/drawing/2014/main" id="{8677E242-56B6-3255-4700-53BCE7203748}"/>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2" name="TextBox 941">
                            <a:extLst>
                              <a:ext uri="{FF2B5EF4-FFF2-40B4-BE49-F238E27FC236}">
                                <a16:creationId xmlns:a16="http://schemas.microsoft.com/office/drawing/2014/main" id="{AA4AB984-F2C6-FAC0-C772-85FA660C8290}"/>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935" name="Straight Connector 934">
                        <a:extLst>
                          <a:ext uri="{FF2B5EF4-FFF2-40B4-BE49-F238E27FC236}">
                            <a16:creationId xmlns:a16="http://schemas.microsoft.com/office/drawing/2014/main" id="{D3F0E6EB-D84D-5638-CDB4-6D20B635CBE7}"/>
                          </a:ext>
                        </a:extLst>
                      </p:cNvPr>
                      <p:cNvCxnSpPr>
                        <a:stCxn id="982"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936" name="Straight Connector 935">
                        <a:extLst>
                          <a:ext uri="{FF2B5EF4-FFF2-40B4-BE49-F238E27FC236}">
                            <a16:creationId xmlns:a16="http://schemas.microsoft.com/office/drawing/2014/main" id="{735E3A81-E387-28B4-2877-8AEFFBFABBBF}"/>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937" name="Straight Connector 936">
                        <a:extLst>
                          <a:ext uri="{FF2B5EF4-FFF2-40B4-BE49-F238E27FC236}">
                            <a16:creationId xmlns:a16="http://schemas.microsoft.com/office/drawing/2014/main" id="{53B6DF88-836E-9F5C-53CE-699982E85087}"/>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938" name="Straight Connector 937">
                        <a:extLst>
                          <a:ext uri="{FF2B5EF4-FFF2-40B4-BE49-F238E27FC236}">
                            <a16:creationId xmlns:a16="http://schemas.microsoft.com/office/drawing/2014/main" id="{D770160C-B3FF-8160-EFB7-9BA3A49ED18D}"/>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927" name="TextBox 926">
                    <a:extLst>
                      <a:ext uri="{FF2B5EF4-FFF2-40B4-BE49-F238E27FC236}">
                        <a16:creationId xmlns:a16="http://schemas.microsoft.com/office/drawing/2014/main" id="{53C7640A-73C9-350F-F654-16DA17221592}"/>
                      </a:ext>
                    </a:extLst>
                  </p:cNvPr>
                  <p:cNvSpPr txBox="1"/>
                  <p:nvPr/>
                </p:nvSpPr>
                <p:spPr>
                  <a:xfrm>
                    <a:off x="1430686" y="4247082"/>
                    <a:ext cx="753532" cy="400110"/>
                  </a:xfrm>
                  <a:prstGeom prst="rect">
                    <a:avLst/>
                  </a:prstGeom>
                  <a:noFill/>
                </p:spPr>
                <p:txBody>
                  <a:bodyPr wrap="squar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cxnSp>
                <p:nvCxnSpPr>
                  <p:cNvPr id="928" name="Straight Connector 927">
                    <a:extLst>
                      <a:ext uri="{FF2B5EF4-FFF2-40B4-BE49-F238E27FC236}">
                        <a16:creationId xmlns:a16="http://schemas.microsoft.com/office/drawing/2014/main" id="{11AC88BD-2136-9DB6-692D-1E2D5591EC7D}"/>
                      </a:ext>
                    </a:extLst>
                  </p:cNvPr>
                  <p:cNvCxnSpPr>
                    <a:cxnSpLocks/>
                    <a:stCxn id="1070" idx="1"/>
                  </p:cNvCxnSpPr>
                  <p:nvPr/>
                </p:nvCxnSpPr>
                <p:spPr bwMode="auto">
                  <a:xfrm flipH="1" flipV="1">
                    <a:off x="3848374" y="5024787"/>
                    <a:ext cx="1030666" cy="698992"/>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cxnSp>
              <p:nvCxnSpPr>
                <p:cNvPr id="925" name="Straight Connector 924">
                  <a:extLst>
                    <a:ext uri="{FF2B5EF4-FFF2-40B4-BE49-F238E27FC236}">
                      <a16:creationId xmlns:a16="http://schemas.microsoft.com/office/drawing/2014/main" id="{60813CF6-BE29-E72A-45DE-04E318DB796B}"/>
                    </a:ext>
                  </a:extLst>
                </p:cNvPr>
                <p:cNvCxnSpPr>
                  <a:cxnSpLocks/>
                  <a:stCxn id="1086" idx="5"/>
                  <a:endCxn id="1007" idx="1"/>
                </p:cNvCxnSpPr>
                <p:nvPr/>
              </p:nvCxnSpPr>
              <p:spPr bwMode="auto">
                <a:xfrm flipV="1">
                  <a:off x="6957825" y="4543468"/>
                  <a:ext cx="1398778" cy="1062884"/>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905" name="Group 904">
                <a:extLst>
                  <a:ext uri="{FF2B5EF4-FFF2-40B4-BE49-F238E27FC236}">
                    <a16:creationId xmlns:a16="http://schemas.microsoft.com/office/drawing/2014/main" id="{E438ACC2-9793-44CA-8BFF-815544D37A9F}"/>
                  </a:ext>
                </a:extLst>
              </p:cNvPr>
              <p:cNvGrpSpPr/>
              <p:nvPr/>
            </p:nvGrpSpPr>
            <p:grpSpPr>
              <a:xfrm>
                <a:off x="9525929" y="4809915"/>
                <a:ext cx="1701734" cy="616172"/>
                <a:chOff x="6935906" y="5482318"/>
                <a:chExt cx="1701734" cy="616172"/>
              </a:xfrm>
            </p:grpSpPr>
            <p:grpSp>
              <p:nvGrpSpPr>
                <p:cNvPr id="906" name="Group 905">
                  <a:extLst>
                    <a:ext uri="{FF2B5EF4-FFF2-40B4-BE49-F238E27FC236}">
                      <a16:creationId xmlns:a16="http://schemas.microsoft.com/office/drawing/2014/main" id="{182469E5-025F-9F9B-8745-FABB5328A9FE}"/>
                    </a:ext>
                  </a:extLst>
                </p:cNvPr>
                <p:cNvGrpSpPr/>
                <p:nvPr/>
              </p:nvGrpSpPr>
              <p:grpSpPr>
                <a:xfrm>
                  <a:off x="6935906" y="5482318"/>
                  <a:ext cx="1701734" cy="616172"/>
                  <a:chOff x="6808463" y="5108795"/>
                  <a:chExt cx="1701734" cy="616172"/>
                </a:xfrm>
              </p:grpSpPr>
              <p:sp>
                <p:nvSpPr>
                  <p:cNvPr id="908" name="Freeform 2">
                    <a:extLst>
                      <a:ext uri="{FF2B5EF4-FFF2-40B4-BE49-F238E27FC236}">
                        <a16:creationId xmlns:a16="http://schemas.microsoft.com/office/drawing/2014/main" id="{46B9F8EC-3698-35DA-427D-CB86F33D3992}"/>
                      </a:ext>
                    </a:extLst>
                  </p:cNvPr>
                  <p:cNvSpPr>
                    <a:spLocks/>
                  </p:cNvSpPr>
                  <p:nvPr/>
                </p:nvSpPr>
                <p:spPr bwMode="auto">
                  <a:xfrm>
                    <a:off x="6808463" y="5108795"/>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09" name="Group 327">
                    <a:extLst>
                      <a:ext uri="{FF2B5EF4-FFF2-40B4-BE49-F238E27FC236}">
                        <a16:creationId xmlns:a16="http://schemas.microsoft.com/office/drawing/2014/main" id="{62188FF9-CFCB-F78E-5073-EFF09B210E66}"/>
                      </a:ext>
                    </a:extLst>
                  </p:cNvPr>
                  <p:cNvGrpSpPr>
                    <a:grpSpLocks/>
                  </p:cNvGrpSpPr>
                  <p:nvPr/>
                </p:nvGrpSpPr>
                <p:grpSpPr bwMode="auto">
                  <a:xfrm>
                    <a:off x="7908175" y="5241780"/>
                    <a:ext cx="536554" cy="263548"/>
                    <a:chOff x="1871277" y="1576300"/>
                    <a:chExt cx="1128371" cy="437861"/>
                  </a:xfrm>
                </p:grpSpPr>
                <p:sp>
                  <p:nvSpPr>
                    <p:cNvPr id="913" name="Oval 912">
                      <a:extLst>
                        <a:ext uri="{FF2B5EF4-FFF2-40B4-BE49-F238E27FC236}">
                          <a16:creationId xmlns:a16="http://schemas.microsoft.com/office/drawing/2014/main" id="{7C230041-2FE0-DF02-A2E5-7F9EBAB8E558}"/>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14" name="Rectangle 913">
                      <a:extLst>
                        <a:ext uri="{FF2B5EF4-FFF2-40B4-BE49-F238E27FC236}">
                          <a16:creationId xmlns:a16="http://schemas.microsoft.com/office/drawing/2014/main" id="{5CEF048A-409C-5067-B66C-B61152E85E1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15" name="Oval 914">
                      <a:extLst>
                        <a:ext uri="{FF2B5EF4-FFF2-40B4-BE49-F238E27FC236}">
                          <a16:creationId xmlns:a16="http://schemas.microsoft.com/office/drawing/2014/main" id="{B228D025-AC99-C355-1178-B8C6566FAF3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16" name="Freeform 723">
                      <a:extLst>
                        <a:ext uri="{FF2B5EF4-FFF2-40B4-BE49-F238E27FC236}">
                          <a16:creationId xmlns:a16="http://schemas.microsoft.com/office/drawing/2014/main" id="{D9AEB7BB-1B5A-453E-2254-9570006AEE1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17" name="Freeform 724">
                      <a:extLst>
                        <a:ext uri="{FF2B5EF4-FFF2-40B4-BE49-F238E27FC236}">
                          <a16:creationId xmlns:a16="http://schemas.microsoft.com/office/drawing/2014/main" id="{B6BA699F-E217-14B0-15DC-76A783F1C15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18" name="Freeform 725">
                      <a:extLst>
                        <a:ext uri="{FF2B5EF4-FFF2-40B4-BE49-F238E27FC236}">
                          <a16:creationId xmlns:a16="http://schemas.microsoft.com/office/drawing/2014/main" id="{E5ECEB0F-3542-0621-1AAF-1C3C55BFA4AE}"/>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19" name="Freeform 726">
                      <a:extLst>
                        <a:ext uri="{FF2B5EF4-FFF2-40B4-BE49-F238E27FC236}">
                          <a16:creationId xmlns:a16="http://schemas.microsoft.com/office/drawing/2014/main" id="{4B0795AA-3C0C-FA9E-3D56-9A2E2EC708B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0" name="Straight Connector 919">
                      <a:extLst>
                        <a:ext uri="{FF2B5EF4-FFF2-40B4-BE49-F238E27FC236}">
                          <a16:creationId xmlns:a16="http://schemas.microsoft.com/office/drawing/2014/main" id="{EA82C620-21F1-1764-3D43-7A7AA0CA4192}"/>
                        </a:ext>
                      </a:extLst>
                    </p:cNvPr>
                    <p:cNvCxnSpPr>
                      <a:endCxn id="91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21" name="Straight Connector 920">
                      <a:extLst>
                        <a:ext uri="{FF2B5EF4-FFF2-40B4-BE49-F238E27FC236}">
                          <a16:creationId xmlns:a16="http://schemas.microsoft.com/office/drawing/2014/main" id="{2F0F36C3-1921-5E74-EF5A-9CEAF4FBCC1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10" name="Group 909">
                    <a:extLst>
                      <a:ext uri="{FF2B5EF4-FFF2-40B4-BE49-F238E27FC236}">
                        <a16:creationId xmlns:a16="http://schemas.microsoft.com/office/drawing/2014/main" id="{EB576730-12CE-FE81-2368-D98F232A3E8D}"/>
                      </a:ext>
                    </a:extLst>
                  </p:cNvPr>
                  <p:cNvGrpSpPr/>
                  <p:nvPr/>
                </p:nvGrpSpPr>
                <p:grpSpPr>
                  <a:xfrm>
                    <a:off x="7876581" y="5223365"/>
                    <a:ext cx="466894" cy="369332"/>
                    <a:chOff x="599495" y="1708643"/>
                    <a:chExt cx="491778" cy="409344"/>
                  </a:xfrm>
                </p:grpSpPr>
                <p:sp>
                  <p:nvSpPr>
                    <p:cNvPr id="911" name="Oval 910">
                      <a:extLst>
                        <a:ext uri="{FF2B5EF4-FFF2-40B4-BE49-F238E27FC236}">
                          <a16:creationId xmlns:a16="http://schemas.microsoft.com/office/drawing/2014/main" id="{0FC81049-26C8-0011-7937-4A7501963D87}"/>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12" name="TextBox 911">
                      <a:extLst>
                        <a:ext uri="{FF2B5EF4-FFF2-40B4-BE49-F238E27FC236}">
                          <a16:creationId xmlns:a16="http://schemas.microsoft.com/office/drawing/2014/main" id="{A3E5115F-1F82-0345-E1EB-E8C8486140AA}"/>
                        </a:ext>
                      </a:extLst>
                    </p:cNvPr>
                    <p:cNvSpPr txBox="1"/>
                    <p:nvPr/>
                  </p:nvSpPr>
                  <p:spPr>
                    <a:xfrm>
                      <a:off x="599495" y="1708643"/>
                      <a:ext cx="491778" cy="409344"/>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X</a:t>
                      </a:r>
                    </a:p>
                  </p:txBody>
                </p:sp>
              </p:grpSp>
            </p:grpSp>
            <p:cxnSp>
              <p:nvCxnSpPr>
                <p:cNvPr id="907" name="Straight Connector 906">
                  <a:extLst>
                    <a:ext uri="{FF2B5EF4-FFF2-40B4-BE49-F238E27FC236}">
                      <a16:creationId xmlns:a16="http://schemas.microsoft.com/office/drawing/2014/main" id="{CC54BEE5-F6FB-D84E-B814-5B4C07144171}"/>
                    </a:ext>
                  </a:extLst>
                </p:cNvPr>
                <p:cNvCxnSpPr/>
                <p:nvPr/>
              </p:nvCxnSpPr>
              <p:spPr bwMode="auto">
                <a:xfrm flipH="1">
                  <a:off x="7158742" y="5764030"/>
                  <a:ext cx="870024" cy="9999"/>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cxnSp>
          <p:nvCxnSpPr>
            <p:cNvPr id="903" name="Straight Connector 902">
              <a:extLst>
                <a:ext uri="{FF2B5EF4-FFF2-40B4-BE49-F238E27FC236}">
                  <a16:creationId xmlns:a16="http://schemas.microsoft.com/office/drawing/2014/main" id="{A73F92CE-A9E7-9D53-1E92-48E89A4EBAB4}"/>
                </a:ext>
              </a:extLst>
            </p:cNvPr>
            <p:cNvCxnSpPr>
              <a:cxnSpLocks/>
            </p:cNvCxnSpPr>
            <p:nvPr/>
          </p:nvCxnSpPr>
          <p:spPr bwMode="auto">
            <a:xfrm flipV="1">
              <a:off x="3540307" y="1929008"/>
              <a:ext cx="4451299" cy="422665"/>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1121" name="Group 1120">
            <a:extLst>
              <a:ext uri="{FF2B5EF4-FFF2-40B4-BE49-F238E27FC236}">
                <a16:creationId xmlns:a16="http://schemas.microsoft.com/office/drawing/2014/main" id="{EAC6CB25-E369-C93A-9F29-F8E457E45701}"/>
              </a:ext>
            </a:extLst>
          </p:cNvPr>
          <p:cNvGrpSpPr/>
          <p:nvPr/>
        </p:nvGrpSpPr>
        <p:grpSpPr>
          <a:xfrm>
            <a:off x="1643507" y="2125147"/>
            <a:ext cx="344767" cy="806081"/>
            <a:chOff x="1089218" y="2245331"/>
            <a:chExt cx="344767" cy="806081"/>
          </a:xfrm>
        </p:grpSpPr>
        <p:sp>
          <p:nvSpPr>
            <p:cNvPr id="1122" name="TextBox 1121">
              <a:extLst>
                <a:ext uri="{FF2B5EF4-FFF2-40B4-BE49-F238E27FC236}">
                  <a16:creationId xmlns:a16="http://schemas.microsoft.com/office/drawing/2014/main" id="{0B46A3D2-CC69-4C10-E0F6-7C0DB6A66F05}"/>
                </a:ext>
              </a:extLst>
            </p:cNvPr>
            <p:cNvSpPr txBox="1"/>
            <p:nvPr/>
          </p:nvSpPr>
          <p:spPr>
            <a:xfrm>
              <a:off x="1149470" y="2245331"/>
              <a:ext cx="284515" cy="307777"/>
            </a:xfrm>
            <a:prstGeom prst="rect">
              <a:avLst/>
            </a:prstGeom>
            <a:noFill/>
          </p:spPr>
          <p:txBody>
            <a:bodyPr wrap="none" rtlCol="0">
              <a:spAutoFit/>
            </a:bodyPr>
            <a:lstStyle/>
            <a:p>
              <a:pPr eaLnBrk="0" fontAlgn="base" hangingPunct="0">
                <a:spcBef>
                  <a:spcPct val="0"/>
                </a:spcBef>
                <a:spcAft>
                  <a:spcPct val="0"/>
                </a:spcAft>
              </a:pPr>
              <a:r>
                <a:rPr lang="en-US" sz="1400" dirty="0">
                  <a:solidFill>
                    <a:srgbClr val="000000"/>
                  </a:solidFill>
                  <a:latin typeface="Arial" charset="0"/>
                  <a:ea typeface="ＭＳ Ｐゴシック" charset="0"/>
                </a:rPr>
                <a:t>1</a:t>
              </a:r>
            </a:p>
          </p:txBody>
        </p:sp>
        <p:sp>
          <p:nvSpPr>
            <p:cNvPr id="1123" name="TextBox 1122">
              <a:extLst>
                <a:ext uri="{FF2B5EF4-FFF2-40B4-BE49-F238E27FC236}">
                  <a16:creationId xmlns:a16="http://schemas.microsoft.com/office/drawing/2014/main" id="{096AF54C-7BA9-2A8F-BBB3-428310DD83E8}"/>
                </a:ext>
              </a:extLst>
            </p:cNvPr>
            <p:cNvSpPr txBox="1"/>
            <p:nvPr/>
          </p:nvSpPr>
          <p:spPr>
            <a:xfrm>
              <a:off x="1089218" y="2743635"/>
              <a:ext cx="284515" cy="307777"/>
            </a:xfrm>
            <a:prstGeom prst="rect">
              <a:avLst/>
            </a:prstGeom>
            <a:noFill/>
          </p:spPr>
          <p:txBody>
            <a:bodyPr wrap="none" rtlCol="0">
              <a:spAutoFit/>
            </a:bodyPr>
            <a:lstStyle/>
            <a:p>
              <a:pPr eaLnBrk="0" fontAlgn="base" hangingPunct="0">
                <a:spcBef>
                  <a:spcPct val="0"/>
                </a:spcBef>
                <a:spcAft>
                  <a:spcPct val="0"/>
                </a:spcAft>
              </a:pPr>
              <a:r>
                <a:rPr lang="en-US" sz="1400" dirty="0">
                  <a:solidFill>
                    <a:srgbClr val="000000"/>
                  </a:solidFill>
                  <a:latin typeface="Arial" charset="0"/>
                  <a:ea typeface="ＭＳ Ｐゴシック" charset="0"/>
                </a:rPr>
                <a:t>2</a:t>
              </a:r>
            </a:p>
          </p:txBody>
        </p:sp>
      </p:grpSp>
      <p:grpSp>
        <p:nvGrpSpPr>
          <p:cNvPr id="1125" name="Group 1124">
            <a:extLst>
              <a:ext uri="{FF2B5EF4-FFF2-40B4-BE49-F238E27FC236}">
                <a16:creationId xmlns:a16="http://schemas.microsoft.com/office/drawing/2014/main" id="{21EF3FC6-0AF3-C3E1-0BBD-021E62B764F7}"/>
              </a:ext>
            </a:extLst>
          </p:cNvPr>
          <p:cNvGrpSpPr/>
          <p:nvPr/>
        </p:nvGrpSpPr>
        <p:grpSpPr>
          <a:xfrm>
            <a:off x="399867" y="2673778"/>
            <a:ext cx="1694528" cy="3623629"/>
            <a:chOff x="399867" y="2483278"/>
            <a:chExt cx="1694528" cy="3623629"/>
          </a:xfrm>
        </p:grpSpPr>
        <p:sp>
          <p:nvSpPr>
            <p:cNvPr id="1126" name="Freeform 372">
              <a:extLst>
                <a:ext uri="{FF2B5EF4-FFF2-40B4-BE49-F238E27FC236}">
                  <a16:creationId xmlns:a16="http://schemas.microsoft.com/office/drawing/2014/main" id="{6AEE47A5-C27B-C712-DD8A-DB9D32D306C9}"/>
                </a:ext>
              </a:extLst>
            </p:cNvPr>
            <p:cNvSpPr/>
            <p:nvPr/>
          </p:nvSpPr>
          <p:spPr>
            <a:xfrm rot="10326036" flipH="1">
              <a:off x="668516" y="2483278"/>
              <a:ext cx="1196288" cy="137828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06934 w 1167285"/>
                <a:gd name="connsiteY0" fmla="*/ 967578 h 967578"/>
                <a:gd name="connsiteX1" fmla="*/ 0 w 1167285"/>
                <a:gd name="connsiteY1" fmla="*/ 0 h 967578"/>
                <a:gd name="connsiteX2" fmla="*/ 1005993 w 1167285"/>
                <a:gd name="connsiteY2" fmla="*/ 46284 h 967578"/>
                <a:gd name="connsiteX3" fmla="*/ 1167285 w 1167285"/>
                <a:gd name="connsiteY3" fmla="*/ 895852 h 967578"/>
                <a:gd name="connsiteX4" fmla="*/ 1006934 w 1167285"/>
                <a:gd name="connsiteY4" fmla="*/ 967578 h 967578"/>
                <a:gd name="connsiteX0" fmla="*/ 1006934 w 1167285"/>
                <a:gd name="connsiteY0" fmla="*/ 1132232 h 1132232"/>
                <a:gd name="connsiteX1" fmla="*/ 0 w 1167285"/>
                <a:gd name="connsiteY1" fmla="*/ 164654 h 1132232"/>
                <a:gd name="connsiteX2" fmla="*/ 991394 w 1167285"/>
                <a:gd name="connsiteY2" fmla="*/ 130 h 1132232"/>
                <a:gd name="connsiteX3" fmla="*/ 1167285 w 1167285"/>
                <a:gd name="connsiteY3" fmla="*/ 1060506 h 1132232"/>
                <a:gd name="connsiteX4" fmla="*/ 1006934 w 1167285"/>
                <a:gd name="connsiteY4" fmla="*/ 1132232 h 1132232"/>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332977"/>
                <a:gd name="connsiteY0" fmla="*/ 1088164 h 1088164"/>
                <a:gd name="connsiteX1" fmla="*/ 0 w 1332977"/>
                <a:gd name="connsiteY1" fmla="*/ 164654 h 1088164"/>
                <a:gd name="connsiteX2" fmla="*/ 991394 w 1332977"/>
                <a:gd name="connsiteY2" fmla="*/ 130 h 1088164"/>
                <a:gd name="connsiteX3" fmla="*/ 1332977 w 1332977"/>
                <a:gd name="connsiteY3" fmla="*/ 1045574 h 1088164"/>
                <a:gd name="connsiteX4" fmla="*/ 986900 w 1332977"/>
                <a:gd name="connsiteY4" fmla="*/ 1088164 h 108816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302061 w 1332977"/>
                <a:gd name="connsiteY0" fmla="*/ 1951097 h 1951096"/>
                <a:gd name="connsiteX1" fmla="*/ 0 w 1332977"/>
                <a:gd name="connsiteY1" fmla="*/ 164654 h 1951096"/>
                <a:gd name="connsiteX2" fmla="*/ 991394 w 1332977"/>
                <a:gd name="connsiteY2" fmla="*/ 130 h 1951096"/>
                <a:gd name="connsiteX3" fmla="*/ 1332977 w 1332977"/>
                <a:gd name="connsiteY3" fmla="*/ 1045574 h 1951096"/>
                <a:gd name="connsiteX4" fmla="*/ 302061 w 1332977"/>
                <a:gd name="connsiteY4" fmla="*/ 1951097 h 1951096"/>
                <a:gd name="connsiteX0" fmla="*/ 302061 w 1008228"/>
                <a:gd name="connsiteY0" fmla="*/ 1951097 h 1951097"/>
                <a:gd name="connsiteX1" fmla="*/ 0 w 1008228"/>
                <a:gd name="connsiteY1" fmla="*/ 164654 h 1951097"/>
                <a:gd name="connsiteX2" fmla="*/ 991394 w 1008228"/>
                <a:gd name="connsiteY2" fmla="*/ 130 h 1951097"/>
                <a:gd name="connsiteX3" fmla="*/ 628320 w 1008228"/>
                <a:gd name="connsiteY3" fmla="*/ 1842100 h 1951097"/>
                <a:gd name="connsiteX4" fmla="*/ 302061 w 1008228"/>
                <a:gd name="connsiteY4" fmla="*/ 1951097 h 1951097"/>
                <a:gd name="connsiteX0" fmla="*/ 302061 w 1020405"/>
                <a:gd name="connsiteY0" fmla="*/ 1951097 h 1951097"/>
                <a:gd name="connsiteX1" fmla="*/ 0 w 1020405"/>
                <a:gd name="connsiteY1" fmla="*/ 164654 h 1951097"/>
                <a:gd name="connsiteX2" fmla="*/ 991394 w 1020405"/>
                <a:gd name="connsiteY2" fmla="*/ 130 h 1951097"/>
                <a:gd name="connsiteX3" fmla="*/ 628320 w 1020405"/>
                <a:gd name="connsiteY3" fmla="*/ 1842100 h 1951097"/>
                <a:gd name="connsiteX4" fmla="*/ 302061 w 1020405"/>
                <a:gd name="connsiteY4" fmla="*/ 1951097 h 1951097"/>
                <a:gd name="connsiteX0" fmla="*/ 302061 w 991394"/>
                <a:gd name="connsiteY0" fmla="*/ 1951097 h 1951097"/>
                <a:gd name="connsiteX1" fmla="*/ 0 w 991394"/>
                <a:gd name="connsiteY1" fmla="*/ 164654 h 1951097"/>
                <a:gd name="connsiteX2" fmla="*/ 991394 w 991394"/>
                <a:gd name="connsiteY2" fmla="*/ 130 h 1951097"/>
                <a:gd name="connsiteX3" fmla="*/ 628320 w 991394"/>
                <a:gd name="connsiteY3" fmla="*/ 1842100 h 1951097"/>
                <a:gd name="connsiteX4" fmla="*/ 302061 w 991394"/>
                <a:gd name="connsiteY4" fmla="*/ 1951097 h 1951097"/>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 name="connsiteX0" fmla="*/ 271973 w 1196137"/>
                <a:gd name="connsiteY0" fmla="*/ 1956074 h 1956074"/>
                <a:gd name="connsiteX1" fmla="*/ 0 w 1196137"/>
                <a:gd name="connsiteY1" fmla="*/ 164654 h 1956074"/>
                <a:gd name="connsiteX2" fmla="*/ 991394 w 1196137"/>
                <a:gd name="connsiteY2" fmla="*/ 130 h 1956074"/>
                <a:gd name="connsiteX3" fmla="*/ 1173102 w 1196137"/>
                <a:gd name="connsiteY3" fmla="*/ 1525907 h 1956074"/>
                <a:gd name="connsiteX4" fmla="*/ 271973 w 1196137"/>
                <a:gd name="connsiteY4" fmla="*/ 1956074 h 1956074"/>
                <a:gd name="connsiteX0" fmla="*/ 271973 w 1173102"/>
                <a:gd name="connsiteY0" fmla="*/ 1956074 h 1956074"/>
                <a:gd name="connsiteX1" fmla="*/ 0 w 1173102"/>
                <a:gd name="connsiteY1" fmla="*/ 164654 h 1956074"/>
                <a:gd name="connsiteX2" fmla="*/ 991394 w 1173102"/>
                <a:gd name="connsiteY2" fmla="*/ 130 h 1956074"/>
                <a:gd name="connsiteX3" fmla="*/ 1173102 w 1173102"/>
                <a:gd name="connsiteY3" fmla="*/ 1525907 h 1956074"/>
                <a:gd name="connsiteX4" fmla="*/ 271973 w 1173102"/>
                <a:gd name="connsiteY4" fmla="*/ 1956074 h 1956074"/>
                <a:gd name="connsiteX0" fmla="*/ 873615 w 1173102"/>
                <a:gd name="connsiteY0" fmla="*/ 1585260 h 1585259"/>
                <a:gd name="connsiteX1" fmla="*/ 0 w 1173102"/>
                <a:gd name="connsiteY1" fmla="*/ 164654 h 1585259"/>
                <a:gd name="connsiteX2" fmla="*/ 991394 w 1173102"/>
                <a:gd name="connsiteY2" fmla="*/ 130 h 1585259"/>
                <a:gd name="connsiteX3" fmla="*/ 1173102 w 1173102"/>
                <a:gd name="connsiteY3" fmla="*/ 1525907 h 1585259"/>
                <a:gd name="connsiteX4" fmla="*/ 873615 w 1173102"/>
                <a:gd name="connsiteY4" fmla="*/ 1585260 h 1585259"/>
                <a:gd name="connsiteX0" fmla="*/ 873615 w 1173102"/>
                <a:gd name="connsiteY0" fmla="*/ 1585260 h 1585260"/>
                <a:gd name="connsiteX1" fmla="*/ 0 w 1173102"/>
                <a:gd name="connsiteY1" fmla="*/ 164654 h 1585260"/>
                <a:gd name="connsiteX2" fmla="*/ 991394 w 1173102"/>
                <a:gd name="connsiteY2" fmla="*/ 130 h 1585260"/>
                <a:gd name="connsiteX3" fmla="*/ 1173102 w 1173102"/>
                <a:gd name="connsiteY3" fmla="*/ 1525907 h 1585260"/>
                <a:gd name="connsiteX4" fmla="*/ 873615 w 1173102"/>
                <a:gd name="connsiteY4" fmla="*/ 1585260 h 1585260"/>
                <a:gd name="connsiteX0" fmla="*/ 873615 w 1173102"/>
                <a:gd name="connsiteY0" fmla="*/ 1585260 h 1585260"/>
                <a:gd name="connsiteX1" fmla="*/ 0 w 1173102"/>
                <a:gd name="connsiteY1" fmla="*/ 164654 h 1585260"/>
                <a:gd name="connsiteX2" fmla="*/ 991394 w 1173102"/>
                <a:gd name="connsiteY2" fmla="*/ 130 h 1585260"/>
                <a:gd name="connsiteX3" fmla="*/ 1173102 w 1173102"/>
                <a:gd name="connsiteY3" fmla="*/ 1525907 h 1585260"/>
                <a:gd name="connsiteX4" fmla="*/ 873615 w 1173102"/>
                <a:gd name="connsiteY4" fmla="*/ 1585260 h 1585260"/>
                <a:gd name="connsiteX0" fmla="*/ 873615 w 1196017"/>
                <a:gd name="connsiteY0" fmla="*/ 1585260 h 1585260"/>
                <a:gd name="connsiteX1" fmla="*/ 0 w 1196017"/>
                <a:gd name="connsiteY1" fmla="*/ 164654 h 1585260"/>
                <a:gd name="connsiteX2" fmla="*/ 991394 w 1196017"/>
                <a:gd name="connsiteY2" fmla="*/ 130 h 1585260"/>
                <a:gd name="connsiteX3" fmla="*/ 1196017 w 1196017"/>
                <a:gd name="connsiteY3" fmla="*/ 1546568 h 1585260"/>
                <a:gd name="connsiteX4" fmla="*/ 873615 w 1196017"/>
                <a:gd name="connsiteY4" fmla="*/ 1585260 h 1585260"/>
                <a:gd name="connsiteX0" fmla="*/ 851586 w 1196017"/>
                <a:gd name="connsiteY0" fmla="*/ 1642695 h 1642695"/>
                <a:gd name="connsiteX1" fmla="*/ 0 w 1196017"/>
                <a:gd name="connsiteY1" fmla="*/ 164654 h 1642695"/>
                <a:gd name="connsiteX2" fmla="*/ 991394 w 1196017"/>
                <a:gd name="connsiteY2" fmla="*/ 130 h 1642695"/>
                <a:gd name="connsiteX3" fmla="*/ 1196017 w 1196017"/>
                <a:gd name="connsiteY3" fmla="*/ 1546568 h 1642695"/>
                <a:gd name="connsiteX4" fmla="*/ 851586 w 1196017"/>
                <a:gd name="connsiteY4" fmla="*/ 1642695 h 1642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017" h="1642695">
                  <a:moveTo>
                    <a:pt x="851586" y="1642695"/>
                  </a:moveTo>
                  <a:cubicBezTo>
                    <a:pt x="351624" y="596424"/>
                    <a:pt x="519034" y="861914"/>
                    <a:pt x="0" y="164654"/>
                  </a:cubicBezTo>
                  <a:cubicBezTo>
                    <a:pt x="346878" y="170249"/>
                    <a:pt x="644516" y="-5465"/>
                    <a:pt x="991394" y="130"/>
                  </a:cubicBezTo>
                  <a:cubicBezTo>
                    <a:pt x="818067" y="853650"/>
                    <a:pt x="952595" y="541133"/>
                    <a:pt x="1196017" y="1546568"/>
                  </a:cubicBezTo>
                  <a:cubicBezTo>
                    <a:pt x="1046703" y="1529995"/>
                    <a:pt x="1015898" y="1558953"/>
                    <a:pt x="851586" y="1642695"/>
                  </a:cubicBezTo>
                  <a:close/>
                </a:path>
              </a:pathLst>
            </a:custGeom>
            <a:gradFill rotWithShape="1">
              <a:gsLst>
                <a:gs pos="0">
                  <a:srgbClr val="FFFFFF">
                    <a:lumMod val="9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Rectangle 1126">
              <a:extLst>
                <a:ext uri="{FF2B5EF4-FFF2-40B4-BE49-F238E27FC236}">
                  <a16:creationId xmlns:a16="http://schemas.microsoft.com/office/drawing/2014/main" id="{A129AF65-78D0-620D-1C1D-6966513D34B4}"/>
                </a:ext>
              </a:extLst>
            </p:cNvPr>
            <p:cNvSpPr/>
            <p:nvPr/>
          </p:nvSpPr>
          <p:spPr bwMode="auto">
            <a:xfrm rot="10800000">
              <a:off x="734144" y="3768921"/>
              <a:ext cx="1027112" cy="1145749"/>
            </a:xfrm>
            <a:prstGeom prst="rect">
              <a:avLst/>
            </a:prstGeom>
            <a:gradFill rotWithShape="1">
              <a:gsLst>
                <a:gs pos="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128" name="Group 104">
              <a:extLst>
                <a:ext uri="{FF2B5EF4-FFF2-40B4-BE49-F238E27FC236}">
                  <a16:creationId xmlns:a16="http://schemas.microsoft.com/office/drawing/2014/main" id="{A89192C6-081D-B770-9DF7-4B19E8ACF402}"/>
                </a:ext>
              </a:extLst>
            </p:cNvPr>
            <p:cNvGrpSpPr>
              <a:grpSpLocks/>
            </p:cNvGrpSpPr>
            <p:nvPr/>
          </p:nvGrpSpPr>
          <p:grpSpPr bwMode="auto">
            <a:xfrm>
              <a:off x="737614" y="5695204"/>
              <a:ext cx="1034710" cy="411703"/>
              <a:chOff x="4128636" y="3606589"/>
              <a:chExt cx="568145" cy="338667"/>
            </a:xfrm>
          </p:grpSpPr>
          <p:sp>
            <p:nvSpPr>
              <p:cNvPr id="1154" name="Oval 1153">
                <a:extLst>
                  <a:ext uri="{FF2B5EF4-FFF2-40B4-BE49-F238E27FC236}">
                    <a16:creationId xmlns:a16="http://schemas.microsoft.com/office/drawing/2014/main" id="{90102831-3053-060B-4C24-B6E2443F960C}"/>
                  </a:ext>
                </a:extLst>
              </p:cNvPr>
              <p:cNvSpPr/>
              <p:nvPr/>
            </p:nvSpPr>
            <p:spPr>
              <a:xfrm>
                <a:off x="4128649" y="3720080"/>
                <a:ext cx="568332" cy="225176"/>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5" name="Rectangle 1154">
                <a:extLst>
                  <a:ext uri="{FF2B5EF4-FFF2-40B4-BE49-F238E27FC236}">
                    <a16:creationId xmlns:a16="http://schemas.microsoft.com/office/drawing/2014/main" id="{EA4578EC-B1B6-FE38-F500-152228B9FF84}"/>
                  </a:ext>
                </a:extLst>
              </p:cNvPr>
              <p:cNvSpPr/>
              <p:nvPr/>
            </p:nvSpPr>
            <p:spPr>
              <a:xfrm>
                <a:off x="4128649" y="3720080"/>
                <a:ext cx="568332" cy="111898"/>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6" name="Oval 1155">
                <a:extLst>
                  <a:ext uri="{FF2B5EF4-FFF2-40B4-BE49-F238E27FC236}">
                    <a16:creationId xmlns:a16="http://schemas.microsoft.com/office/drawing/2014/main" id="{EBFDB40A-26E9-7027-1DD4-009D82FB5C5A}"/>
                  </a:ext>
                </a:extLst>
              </p:cNvPr>
              <p:cNvSpPr/>
              <p:nvPr/>
            </p:nvSpPr>
            <p:spPr>
              <a:xfrm>
                <a:off x="4128649" y="3606801"/>
                <a:ext cx="568332" cy="225176"/>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57" name="Straight Connector 1156">
                <a:extLst>
                  <a:ext uri="{FF2B5EF4-FFF2-40B4-BE49-F238E27FC236}">
                    <a16:creationId xmlns:a16="http://schemas.microsoft.com/office/drawing/2014/main" id="{F289BF7B-DF98-FABF-3D6B-7664983073F7}"/>
                  </a:ext>
                </a:extLst>
              </p:cNvPr>
              <p:cNvCxnSpPr/>
              <p:nvPr/>
            </p:nvCxnSpPr>
            <p:spPr>
              <a:xfrm>
                <a:off x="4696981" y="3720080"/>
                <a:ext cx="0" cy="111898"/>
              </a:xfrm>
              <a:prstGeom prst="line">
                <a:avLst/>
              </a:prstGeom>
              <a:noFill/>
              <a:ln w="6350" cap="flat" cmpd="sng" algn="ctr">
                <a:solidFill>
                  <a:srgbClr val="000000"/>
                </a:solidFill>
                <a:prstDash val="solid"/>
              </a:ln>
              <a:effectLst/>
            </p:spPr>
          </p:cxnSp>
          <p:cxnSp>
            <p:nvCxnSpPr>
              <p:cNvPr id="1158" name="Straight Connector 1157">
                <a:extLst>
                  <a:ext uri="{FF2B5EF4-FFF2-40B4-BE49-F238E27FC236}">
                    <a16:creationId xmlns:a16="http://schemas.microsoft.com/office/drawing/2014/main" id="{E6B2ACE3-6423-6951-D28C-D0D86EA6F6FB}"/>
                  </a:ext>
                </a:extLst>
              </p:cNvPr>
              <p:cNvCxnSpPr/>
              <p:nvPr/>
            </p:nvCxnSpPr>
            <p:spPr>
              <a:xfrm>
                <a:off x="4128649" y="3720080"/>
                <a:ext cx="0" cy="111898"/>
              </a:xfrm>
              <a:prstGeom prst="line">
                <a:avLst/>
              </a:prstGeom>
              <a:noFill/>
              <a:ln w="6350" cap="flat" cmpd="sng" algn="ctr">
                <a:solidFill>
                  <a:srgbClr val="000000"/>
                </a:solidFill>
                <a:prstDash val="solid"/>
              </a:ln>
              <a:effectLst/>
            </p:spPr>
          </p:cxnSp>
        </p:grpSp>
        <p:sp>
          <p:nvSpPr>
            <p:cNvPr id="1129" name="Rectangle 1128">
              <a:extLst>
                <a:ext uri="{FF2B5EF4-FFF2-40B4-BE49-F238E27FC236}">
                  <a16:creationId xmlns:a16="http://schemas.microsoft.com/office/drawing/2014/main" id="{3D4AB691-0316-370B-EE32-E80D4ED21C91}"/>
                </a:ext>
              </a:extLst>
            </p:cNvPr>
            <p:cNvSpPr/>
            <p:nvPr/>
          </p:nvSpPr>
          <p:spPr bwMode="auto">
            <a:xfrm>
              <a:off x="741922" y="4854846"/>
              <a:ext cx="1027112" cy="991402"/>
            </a:xfrm>
            <a:prstGeom prst="rect">
              <a:avLst/>
            </a:prstGeom>
            <a:gradFill rotWithShape="1">
              <a:gsLst>
                <a:gs pos="0">
                  <a:srgbClr val="3333CC">
                    <a:lumMod val="60000"/>
                    <a:lumOff val="40000"/>
                    <a:alpha val="62000"/>
                  </a:srgbClr>
                </a:gs>
                <a:gs pos="5400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30" name="Straight Connector 1129">
              <a:extLst>
                <a:ext uri="{FF2B5EF4-FFF2-40B4-BE49-F238E27FC236}">
                  <a16:creationId xmlns:a16="http://schemas.microsoft.com/office/drawing/2014/main" id="{683C3238-8E13-C401-5981-A8285608DA44}"/>
                </a:ext>
              </a:extLst>
            </p:cNvPr>
            <p:cNvCxnSpPr>
              <a:endCxn id="1155" idx="1"/>
            </p:cNvCxnSpPr>
            <p:nvPr/>
          </p:nvCxnSpPr>
          <p:spPr bwMode="auto">
            <a:xfrm>
              <a:off x="726206" y="4006134"/>
              <a:ext cx="11432" cy="1895052"/>
            </a:xfrm>
            <a:prstGeom prst="line">
              <a:avLst/>
            </a:prstGeom>
            <a:noFill/>
            <a:ln w="3175" cap="flat" cmpd="sng" algn="ctr">
              <a:solidFill>
                <a:srgbClr val="000000"/>
              </a:solidFill>
              <a:prstDash val="sysDash"/>
            </a:ln>
            <a:effectLst/>
          </p:spPr>
        </p:cxnSp>
        <p:cxnSp>
          <p:nvCxnSpPr>
            <p:cNvPr id="1131" name="Straight Connector 1130">
              <a:extLst>
                <a:ext uri="{FF2B5EF4-FFF2-40B4-BE49-F238E27FC236}">
                  <a16:creationId xmlns:a16="http://schemas.microsoft.com/office/drawing/2014/main" id="{80CD00B3-B0F4-7DF8-61E1-ECEFC7F8EF0C}"/>
                </a:ext>
              </a:extLst>
            </p:cNvPr>
            <p:cNvCxnSpPr>
              <a:endCxn id="1155" idx="3"/>
            </p:cNvCxnSpPr>
            <p:nvPr/>
          </p:nvCxnSpPr>
          <p:spPr bwMode="auto">
            <a:xfrm>
              <a:off x="1767606" y="4006134"/>
              <a:ext cx="5083" cy="1895052"/>
            </a:xfrm>
            <a:prstGeom prst="line">
              <a:avLst/>
            </a:prstGeom>
            <a:noFill/>
            <a:ln w="3175" cap="flat" cmpd="sng" algn="ctr">
              <a:solidFill>
                <a:srgbClr val="000000"/>
              </a:solidFill>
              <a:prstDash val="sysDash"/>
            </a:ln>
            <a:effectLst/>
          </p:spPr>
        </p:cxnSp>
        <p:grpSp>
          <p:nvGrpSpPr>
            <p:cNvPr id="1132" name="Group 9">
              <a:extLst>
                <a:ext uri="{FF2B5EF4-FFF2-40B4-BE49-F238E27FC236}">
                  <a16:creationId xmlns:a16="http://schemas.microsoft.com/office/drawing/2014/main" id="{99382418-D0D6-36E8-3D2B-A885FF9F3429}"/>
                </a:ext>
              </a:extLst>
            </p:cNvPr>
            <p:cNvGrpSpPr>
              <a:grpSpLocks/>
            </p:cNvGrpSpPr>
            <p:nvPr/>
          </p:nvGrpSpPr>
          <p:grpSpPr bwMode="auto">
            <a:xfrm>
              <a:off x="702836" y="3663421"/>
              <a:ext cx="1079500" cy="455109"/>
              <a:chOff x="2183302" y="1574638"/>
              <a:chExt cx="1200154" cy="430181"/>
            </a:xfrm>
          </p:grpSpPr>
          <p:sp>
            <p:nvSpPr>
              <p:cNvPr id="1145" name="Oval 1144">
                <a:extLst>
                  <a:ext uri="{FF2B5EF4-FFF2-40B4-BE49-F238E27FC236}">
                    <a16:creationId xmlns:a16="http://schemas.microsoft.com/office/drawing/2014/main" id="{12DBCAC8-3A06-A70A-2A38-50601CFFE233}"/>
                  </a:ext>
                </a:extLst>
              </p:cNvPr>
              <p:cNvSpPr/>
              <p:nvPr/>
            </p:nvSpPr>
            <p:spPr bwMode="auto">
              <a:xfrm flipV="1">
                <a:off x="2186832" y="1690517"/>
                <a:ext cx="1194859" cy="31430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46" name="Rectangle 1145">
                <a:extLst>
                  <a:ext uri="{FF2B5EF4-FFF2-40B4-BE49-F238E27FC236}">
                    <a16:creationId xmlns:a16="http://schemas.microsoft.com/office/drawing/2014/main" id="{50E071C4-6CED-04DD-FB76-C0DAD607C356}"/>
                  </a:ext>
                </a:extLst>
              </p:cNvPr>
              <p:cNvSpPr/>
              <p:nvPr/>
            </p:nvSpPr>
            <p:spPr bwMode="auto">
              <a:xfrm>
                <a:off x="2183302" y="1734964"/>
                <a:ext cx="1198389" cy="112704"/>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7" name="Oval 1146">
                <a:extLst>
                  <a:ext uri="{FF2B5EF4-FFF2-40B4-BE49-F238E27FC236}">
                    <a16:creationId xmlns:a16="http://schemas.microsoft.com/office/drawing/2014/main" id="{21EDFBDE-CC65-7E74-E994-99EC50031FC1}"/>
                  </a:ext>
                </a:extLst>
              </p:cNvPr>
              <p:cNvSpPr/>
              <p:nvPr/>
            </p:nvSpPr>
            <p:spPr bwMode="auto">
              <a:xfrm flipV="1">
                <a:off x="2183302" y="1574638"/>
                <a:ext cx="1196624" cy="314302"/>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48" name="Freeform 469">
                <a:extLst>
                  <a:ext uri="{FF2B5EF4-FFF2-40B4-BE49-F238E27FC236}">
                    <a16:creationId xmlns:a16="http://schemas.microsoft.com/office/drawing/2014/main" id="{129A0965-5F0D-B390-26BD-8E668256839A}"/>
                  </a:ext>
                </a:extLst>
              </p:cNvPr>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Freeform 470">
                <a:extLst>
                  <a:ext uri="{FF2B5EF4-FFF2-40B4-BE49-F238E27FC236}">
                    <a16:creationId xmlns:a16="http://schemas.microsoft.com/office/drawing/2014/main" id="{656C1FB5-3EE0-D4F8-EC9B-394173CFD6D8}"/>
                  </a:ext>
                </a:extLst>
              </p:cNvPr>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0" name="Freeform 471">
                <a:extLst>
                  <a:ext uri="{FF2B5EF4-FFF2-40B4-BE49-F238E27FC236}">
                    <a16:creationId xmlns:a16="http://schemas.microsoft.com/office/drawing/2014/main" id="{D37E176D-98FD-6F8E-4B77-006E92C6CE6F}"/>
                  </a:ext>
                </a:extLst>
              </p:cNvPr>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472">
                <a:extLst>
                  <a:ext uri="{FF2B5EF4-FFF2-40B4-BE49-F238E27FC236}">
                    <a16:creationId xmlns:a16="http://schemas.microsoft.com/office/drawing/2014/main" id="{A7506089-8B9C-29C1-0ED6-3EEC5EC77359}"/>
                  </a:ext>
                </a:extLst>
              </p:cNvPr>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52" name="Straight Connector 1151">
                <a:extLst>
                  <a:ext uri="{FF2B5EF4-FFF2-40B4-BE49-F238E27FC236}">
                    <a16:creationId xmlns:a16="http://schemas.microsoft.com/office/drawing/2014/main" id="{741093FF-0CD9-F013-43D0-639387ECCDD4}"/>
                  </a:ext>
                </a:extLst>
              </p:cNvPr>
              <p:cNvCxnSpPr>
                <a:endCxn id="1147" idx="2"/>
              </p:cNvCxnSpPr>
              <p:nvPr/>
            </p:nvCxnSpPr>
            <p:spPr bwMode="auto">
              <a:xfrm flipH="1" flipV="1">
                <a:off x="2183302" y="1731787"/>
                <a:ext cx="3530" cy="122228"/>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153" name="Straight Connector 1152">
                <a:extLst>
                  <a:ext uri="{FF2B5EF4-FFF2-40B4-BE49-F238E27FC236}">
                    <a16:creationId xmlns:a16="http://schemas.microsoft.com/office/drawing/2014/main" id="{B3CB3445-AAF3-E8B9-E68E-E30600428EB4}"/>
                  </a:ext>
                </a:extLst>
              </p:cNvPr>
              <p:cNvCxnSpPr/>
              <p:nvPr/>
            </p:nvCxnSpPr>
            <p:spPr bwMode="auto">
              <a:xfrm flipH="1" flipV="1">
                <a:off x="3379926" y="1728615"/>
                <a:ext cx="3530" cy="122228"/>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sp>
          <p:nvSpPr>
            <p:cNvPr id="1133" name="Rectangle 1132">
              <a:extLst>
                <a:ext uri="{FF2B5EF4-FFF2-40B4-BE49-F238E27FC236}">
                  <a16:creationId xmlns:a16="http://schemas.microsoft.com/office/drawing/2014/main" id="{845472B0-E6C6-F47E-43C3-B19ACC5736BC}"/>
                </a:ext>
              </a:extLst>
            </p:cNvPr>
            <p:cNvSpPr/>
            <p:nvPr/>
          </p:nvSpPr>
          <p:spPr bwMode="auto">
            <a:xfrm>
              <a:off x="408366" y="4245849"/>
              <a:ext cx="1670709" cy="1502121"/>
            </a:xfrm>
            <a:prstGeom prst="rect">
              <a:avLst/>
            </a:prstGeom>
            <a:solidFill>
              <a:srgbClr val="FFFFFF"/>
            </a:solidFill>
            <a:ln w="9525" cap="flat" cmpd="sng" algn="ctr">
              <a:solidFill>
                <a:srgbClr val="00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1133">
              <a:extLst>
                <a:ext uri="{FF2B5EF4-FFF2-40B4-BE49-F238E27FC236}">
                  <a16:creationId xmlns:a16="http://schemas.microsoft.com/office/drawing/2014/main" id="{7A6A6135-D90E-6349-468D-C8E779920047}"/>
                </a:ext>
              </a:extLst>
            </p:cNvPr>
            <p:cNvSpPr txBox="1"/>
            <p:nvPr/>
          </p:nvSpPr>
          <p:spPr>
            <a:xfrm>
              <a:off x="402603" y="4240253"/>
              <a:ext cx="620971" cy="35852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dest</a:t>
              </a:r>
            </a:p>
          </p:txBody>
        </p:sp>
        <p:sp>
          <p:nvSpPr>
            <p:cNvPr id="1135" name="TextBox 1134">
              <a:extLst>
                <a:ext uri="{FF2B5EF4-FFF2-40B4-BE49-F238E27FC236}">
                  <a16:creationId xmlns:a16="http://schemas.microsoft.com/office/drawing/2014/main" id="{A800133E-A267-50DB-AAEA-532B229A87CA}"/>
                </a:ext>
              </a:extLst>
            </p:cNvPr>
            <p:cNvSpPr txBox="1"/>
            <p:nvPr/>
          </p:nvSpPr>
          <p:spPr>
            <a:xfrm>
              <a:off x="1024383" y="4245636"/>
              <a:ext cx="1070012" cy="358527"/>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interface</a:t>
              </a:r>
            </a:p>
          </p:txBody>
        </p:sp>
        <p:cxnSp>
          <p:nvCxnSpPr>
            <p:cNvPr id="1136" name="Straight Connector 1135">
              <a:extLst>
                <a:ext uri="{FF2B5EF4-FFF2-40B4-BE49-F238E27FC236}">
                  <a16:creationId xmlns:a16="http://schemas.microsoft.com/office/drawing/2014/main" id="{D561EDF3-7958-0D42-8140-B6CD999EA695}"/>
                </a:ext>
              </a:extLst>
            </p:cNvPr>
            <p:cNvCxnSpPr/>
            <p:nvPr/>
          </p:nvCxnSpPr>
          <p:spPr bwMode="auto">
            <a:xfrm>
              <a:off x="1016396" y="4251999"/>
              <a:ext cx="1345" cy="1490301"/>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137" name="Straight Connector 1136">
              <a:extLst>
                <a:ext uri="{FF2B5EF4-FFF2-40B4-BE49-F238E27FC236}">
                  <a16:creationId xmlns:a16="http://schemas.microsoft.com/office/drawing/2014/main" id="{20C84D8A-D85B-FAB8-94E6-2C5FF68E95A3}"/>
                </a:ext>
              </a:extLst>
            </p:cNvPr>
            <p:cNvCxnSpPr/>
            <p:nvPr/>
          </p:nvCxnSpPr>
          <p:spPr bwMode="auto">
            <a:xfrm flipH="1">
              <a:off x="399867" y="4618007"/>
              <a:ext cx="1679208"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138" name="TextBox 1137">
              <a:extLst>
                <a:ext uri="{FF2B5EF4-FFF2-40B4-BE49-F238E27FC236}">
                  <a16:creationId xmlns:a16="http://schemas.microsoft.com/office/drawing/2014/main" id="{C8E5B43A-D9EA-0420-75DB-3DF4315488B9}"/>
                </a:ext>
              </a:extLst>
            </p:cNvPr>
            <p:cNvSpPr txBox="1"/>
            <p:nvPr/>
          </p:nvSpPr>
          <p:spPr>
            <a:xfrm>
              <a:off x="1084937" y="4540875"/>
              <a:ext cx="415498"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1139" name="TextBox 1138">
              <a:extLst>
                <a:ext uri="{FF2B5EF4-FFF2-40B4-BE49-F238E27FC236}">
                  <a16:creationId xmlns:a16="http://schemas.microsoft.com/office/drawing/2014/main" id="{7CC90E02-16EE-FB3D-1178-426F66B991F6}"/>
                </a:ext>
              </a:extLst>
            </p:cNvPr>
            <p:cNvSpPr txBox="1"/>
            <p:nvPr/>
          </p:nvSpPr>
          <p:spPr>
            <a:xfrm>
              <a:off x="1080238" y="5382097"/>
              <a:ext cx="415498"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1140" name="TextBox 1139">
              <a:extLst>
                <a:ext uri="{FF2B5EF4-FFF2-40B4-BE49-F238E27FC236}">
                  <a16:creationId xmlns:a16="http://schemas.microsoft.com/office/drawing/2014/main" id="{53FF7FC8-3AE3-4140-02C2-B01EAF25ABB1}"/>
                </a:ext>
              </a:extLst>
            </p:cNvPr>
            <p:cNvSpPr txBox="1"/>
            <p:nvPr/>
          </p:nvSpPr>
          <p:spPr>
            <a:xfrm>
              <a:off x="508233" y="4540203"/>
              <a:ext cx="415498"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1141" name="TextBox 1140">
              <a:extLst>
                <a:ext uri="{FF2B5EF4-FFF2-40B4-BE49-F238E27FC236}">
                  <a16:creationId xmlns:a16="http://schemas.microsoft.com/office/drawing/2014/main" id="{61912A37-A34B-BE45-81F9-AB56CB3E1CD8}"/>
                </a:ext>
              </a:extLst>
            </p:cNvPr>
            <p:cNvSpPr txBox="1"/>
            <p:nvPr/>
          </p:nvSpPr>
          <p:spPr>
            <a:xfrm>
              <a:off x="531730" y="5381424"/>
              <a:ext cx="415498"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grpSp>
          <p:nvGrpSpPr>
            <p:cNvPr id="1142" name="Group 1141">
              <a:extLst>
                <a:ext uri="{FF2B5EF4-FFF2-40B4-BE49-F238E27FC236}">
                  <a16:creationId xmlns:a16="http://schemas.microsoft.com/office/drawing/2014/main" id="{5A167BC0-DB6F-6778-90B6-9EDA6EF9FF06}"/>
                </a:ext>
              </a:extLst>
            </p:cNvPr>
            <p:cNvGrpSpPr/>
            <p:nvPr/>
          </p:nvGrpSpPr>
          <p:grpSpPr>
            <a:xfrm>
              <a:off x="521789" y="4827919"/>
              <a:ext cx="917328" cy="370003"/>
              <a:chOff x="1260825" y="5090966"/>
              <a:chExt cx="917328" cy="370003"/>
            </a:xfrm>
          </p:grpSpPr>
          <p:sp>
            <p:nvSpPr>
              <p:cNvPr id="1143" name="TextBox 1142">
                <a:extLst>
                  <a:ext uri="{FF2B5EF4-FFF2-40B4-BE49-F238E27FC236}">
                    <a16:creationId xmlns:a16="http://schemas.microsoft.com/office/drawing/2014/main" id="{801549D6-8BBA-E096-E6A8-6ACCED62677C}"/>
                  </a:ext>
                </a:extLst>
              </p:cNvPr>
              <p:cNvSpPr txBox="1"/>
              <p:nvPr/>
            </p:nvSpPr>
            <p:spPr>
              <a:xfrm>
                <a:off x="1260825" y="5091637"/>
                <a:ext cx="399468" cy="369332"/>
              </a:xfrm>
              <a:prstGeom prst="rect">
                <a:avLst/>
              </a:prstGeom>
              <a:noFill/>
            </p:spPr>
            <p:txBody>
              <a:bodyPr wrap="none" rtlCol="0">
                <a:spAutoFit/>
              </a:bodyPr>
              <a:lstStyle/>
              <a:p>
                <a:r>
                  <a:rPr lang="en-US" dirty="0"/>
                  <a:t>1c</a:t>
                </a:r>
              </a:p>
            </p:txBody>
          </p:sp>
          <p:sp>
            <p:nvSpPr>
              <p:cNvPr id="1144" name="TextBox 1143">
                <a:extLst>
                  <a:ext uri="{FF2B5EF4-FFF2-40B4-BE49-F238E27FC236}">
                    <a16:creationId xmlns:a16="http://schemas.microsoft.com/office/drawing/2014/main" id="{025005D7-255D-370B-A97F-D0D4D34699A1}"/>
                  </a:ext>
                </a:extLst>
              </p:cNvPr>
              <p:cNvSpPr txBox="1"/>
              <p:nvPr/>
            </p:nvSpPr>
            <p:spPr>
              <a:xfrm>
                <a:off x="1876467" y="5090966"/>
                <a:ext cx="301686" cy="369332"/>
              </a:xfrm>
              <a:prstGeom prst="rect">
                <a:avLst/>
              </a:prstGeom>
              <a:noFill/>
            </p:spPr>
            <p:txBody>
              <a:bodyPr wrap="none" rtlCol="0">
                <a:spAutoFit/>
              </a:bodyPr>
              <a:lstStyle/>
              <a:p>
                <a:r>
                  <a:rPr lang="en-US" dirty="0"/>
                  <a:t>2</a:t>
                </a:r>
              </a:p>
            </p:txBody>
          </p:sp>
        </p:grpSp>
      </p:grpSp>
      <p:grpSp>
        <p:nvGrpSpPr>
          <p:cNvPr id="1159" name="Group 1158">
            <a:extLst>
              <a:ext uri="{FF2B5EF4-FFF2-40B4-BE49-F238E27FC236}">
                <a16:creationId xmlns:a16="http://schemas.microsoft.com/office/drawing/2014/main" id="{77C6829C-A6AC-0014-0DB2-A9F59A04AE2D}"/>
              </a:ext>
            </a:extLst>
          </p:cNvPr>
          <p:cNvGrpSpPr/>
          <p:nvPr/>
        </p:nvGrpSpPr>
        <p:grpSpPr>
          <a:xfrm>
            <a:off x="582650" y="5348052"/>
            <a:ext cx="864960" cy="372689"/>
            <a:chOff x="2013978" y="7112291"/>
            <a:chExt cx="864960" cy="372689"/>
          </a:xfrm>
        </p:grpSpPr>
        <p:sp>
          <p:nvSpPr>
            <p:cNvPr id="1160" name="TextBox 1159">
              <a:extLst>
                <a:ext uri="{FF2B5EF4-FFF2-40B4-BE49-F238E27FC236}">
                  <a16:creationId xmlns:a16="http://schemas.microsoft.com/office/drawing/2014/main" id="{A6BED091-4A3A-FB1A-5320-1C80D1C204FB}"/>
                </a:ext>
              </a:extLst>
            </p:cNvPr>
            <p:cNvSpPr txBox="1"/>
            <p:nvPr/>
          </p:nvSpPr>
          <p:spPr>
            <a:xfrm>
              <a:off x="2013978" y="7112291"/>
              <a:ext cx="304892" cy="369332"/>
            </a:xfrm>
            <a:prstGeom prst="rect">
              <a:avLst/>
            </a:prstGeom>
            <a:noFill/>
          </p:spPr>
          <p:txBody>
            <a:bodyPr wrap="none" rtlCol="0">
              <a:spAutoFit/>
            </a:bodyPr>
            <a:lstStyle/>
            <a:p>
              <a:r>
                <a:rPr lang="en-US" dirty="0">
                  <a:solidFill>
                    <a:srgbClr val="C00000"/>
                  </a:solidFill>
                </a:rPr>
                <a:t>X</a:t>
              </a:r>
            </a:p>
          </p:txBody>
        </p:sp>
        <p:sp>
          <p:nvSpPr>
            <p:cNvPr id="1161" name="TextBox 1160">
              <a:extLst>
                <a:ext uri="{FF2B5EF4-FFF2-40B4-BE49-F238E27FC236}">
                  <a16:creationId xmlns:a16="http://schemas.microsoft.com/office/drawing/2014/main" id="{E19027FA-3644-BC2E-1459-4AE8568AAE42}"/>
                </a:ext>
              </a:extLst>
            </p:cNvPr>
            <p:cNvSpPr txBox="1"/>
            <p:nvPr/>
          </p:nvSpPr>
          <p:spPr>
            <a:xfrm>
              <a:off x="2577252" y="7115648"/>
              <a:ext cx="301686" cy="369332"/>
            </a:xfrm>
            <a:prstGeom prst="rect">
              <a:avLst/>
            </a:prstGeom>
            <a:noFill/>
          </p:spPr>
          <p:txBody>
            <a:bodyPr wrap="none" rtlCol="0">
              <a:spAutoFit/>
            </a:bodyPr>
            <a:lstStyle/>
            <a:p>
              <a:r>
                <a:rPr lang="en-US" dirty="0">
                  <a:solidFill>
                    <a:srgbClr val="C00000"/>
                  </a:solidFill>
                </a:rPr>
                <a:t>2</a:t>
              </a:r>
            </a:p>
          </p:txBody>
        </p:sp>
      </p:grpSp>
      <p:sp>
        <p:nvSpPr>
          <p:cNvPr id="1164" name="Rectangle 4">
            <a:extLst>
              <a:ext uri="{FF2B5EF4-FFF2-40B4-BE49-F238E27FC236}">
                <a16:creationId xmlns:a16="http://schemas.microsoft.com/office/drawing/2014/main" id="{F7FF6FDF-08C8-06FD-0F4A-9EE29CBFA269}"/>
              </a:ext>
            </a:extLst>
          </p:cNvPr>
          <p:cNvSpPr txBox="1">
            <a:spLocks noChangeArrowheads="1"/>
          </p:cNvSpPr>
          <p:nvPr/>
        </p:nvSpPr>
        <p:spPr bwMode="auto">
          <a:xfrm>
            <a:off x="2026046" y="4392408"/>
            <a:ext cx="8943583" cy="55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kern="0" dirty="0">
                <a:latin typeface="IRANSans(FaNum)" panose="02040503050201020203" pitchFamily="18" charset="-78"/>
                <a:cs typeface="IRANSans(FaNum)" panose="02040503050201020203" pitchFamily="18" charset="-78"/>
              </a:rPr>
              <a:t>یادآوری: </a:t>
            </a:r>
            <a:r>
              <a:rPr lang="fa-IR" sz="1600" b="1" dirty="0">
                <a:latin typeface="IRANSans(FaNum)" panose="02040503050201020203" pitchFamily="18" charset="-78"/>
                <a:cs typeface="IRANSans(FaNum)" panose="02040503050201020203" pitchFamily="18" charset="-78"/>
              </a:rPr>
              <a:t>مسیریاب‌های </a:t>
            </a:r>
            <a:r>
              <a:rPr lang="en-US" sz="1600" b="1" dirty="0" err="1">
                <a:latin typeface="Arial" panose="020B0604020202020204" pitchFamily="34" charset="0"/>
                <a:cs typeface="Arial" panose="020B0604020202020204" pitchFamily="34" charset="0"/>
              </a:rPr>
              <a:t>1a</a:t>
            </a:r>
            <a:r>
              <a:rPr lang="fa-IR" sz="1600" b="1" kern="0" dirty="0">
                <a:latin typeface="IRANSans(FaNum)" panose="02040503050201020203" pitchFamily="18" charset="-78"/>
                <a:cs typeface="IRANSans(FaNum)" panose="02040503050201020203" pitchFamily="18" charset="-78"/>
              </a:rPr>
              <a:t>، </a:t>
            </a:r>
            <a:r>
              <a:rPr lang="en-US" sz="1600" b="1" dirty="0" err="1">
                <a:latin typeface="Arial" panose="020B0604020202020204" pitchFamily="34" charset="0"/>
                <a:cs typeface="Arial" panose="020B0604020202020204" pitchFamily="34" charset="0"/>
              </a:rPr>
              <a:t>1b</a:t>
            </a:r>
            <a:r>
              <a:rPr lang="fa-IR" sz="1600" b="1" kern="0" dirty="0">
                <a:latin typeface="IRANSans(FaNum)" panose="02040503050201020203" pitchFamily="18" charset="-78"/>
                <a:cs typeface="IRANSans(FaNum)" panose="02040503050201020203" pitchFamily="18" charset="-78"/>
              </a:rPr>
              <a:t> و </a:t>
            </a:r>
            <a:r>
              <a:rPr lang="en-US" sz="1600" b="1" dirty="0" err="1">
                <a:latin typeface="Arial" panose="020B0604020202020204" pitchFamily="34" charset="0"/>
                <a:cs typeface="Arial" panose="020B0604020202020204" pitchFamily="34" charset="0"/>
              </a:rPr>
              <a:t>1d</a:t>
            </a:r>
            <a:r>
              <a:rPr lang="fa-IR" sz="1600" b="1" dirty="0">
                <a:latin typeface="Arial" panose="020B0604020202020204" pitchFamily="34" charset="0"/>
                <a:cs typeface="Arial" panose="020B0604020202020204" pitchFamily="34" charset="0"/>
              </a:rPr>
              <a:t> </a:t>
            </a:r>
            <a:r>
              <a:rPr lang="fa-IR" sz="1600" b="1" kern="0" dirty="0">
                <a:latin typeface="IRANSans(FaNum)" panose="02040503050201020203" pitchFamily="18" charset="-78"/>
                <a:cs typeface="IRANSans(FaNum)" panose="02040503050201020203" pitchFamily="18" charset="-78"/>
              </a:rPr>
              <a:t>از طریق </a:t>
            </a:r>
            <a:r>
              <a:rPr lang="en-US" sz="1600" b="1" kern="0" dirty="0">
                <a:latin typeface="IRANSans(FaNum)" panose="02040503050201020203" pitchFamily="18" charset="-78"/>
                <a:cs typeface="IRANSans(FaNum)" panose="02040503050201020203" pitchFamily="18" charset="-78"/>
              </a:rPr>
              <a:t>iBGP</a:t>
            </a:r>
            <a:r>
              <a:rPr lang="fa-IR" sz="1600" b="1" kern="0" dirty="0">
                <a:latin typeface="IRANSans(FaNum)" panose="02040503050201020203" pitchFamily="18" charset="-78"/>
                <a:cs typeface="IRANSans(FaNum)" panose="02040503050201020203" pitchFamily="18" charset="-78"/>
              </a:rPr>
              <a:t> از </a:t>
            </a:r>
            <a:r>
              <a:rPr lang="en-US" sz="1600" b="1" dirty="0" err="1">
                <a:latin typeface="Arial" panose="020B0604020202020204" pitchFamily="34" charset="0"/>
                <a:cs typeface="Arial" panose="020B0604020202020204" pitchFamily="34" charset="0"/>
              </a:rPr>
              <a:t>1c</a:t>
            </a:r>
            <a:r>
              <a:rPr lang="fa-IR" sz="1600" b="1" kern="0" dirty="0">
                <a:latin typeface="IRANSans(FaNum)" panose="02040503050201020203" pitchFamily="18" charset="-78"/>
                <a:cs typeface="IRANSans(FaNum)" panose="02040503050201020203" pitchFamily="18" charset="-78"/>
              </a:rPr>
              <a:t> : "مسیر </a:t>
            </a:r>
            <a:r>
              <a:rPr lang="en-US" sz="1600" b="1" kern="0" dirty="0">
                <a:latin typeface="IRANSans(FaNum)" panose="02040503050201020203" pitchFamily="18" charset="-78"/>
                <a:cs typeface="IRANSans(FaNum)" panose="02040503050201020203" pitchFamily="18" charset="-78"/>
              </a:rPr>
              <a:t>X</a:t>
            </a:r>
            <a:r>
              <a:rPr lang="fa-IR" sz="1600" b="1" kern="0" dirty="0">
                <a:latin typeface="IRANSans(FaNum)" panose="02040503050201020203" pitchFamily="18" charset="-78"/>
                <a:cs typeface="IRANSans(FaNum)" panose="02040503050201020203" pitchFamily="18" charset="-78"/>
              </a:rPr>
              <a:t> از طریق مسیریاب </a:t>
            </a:r>
            <a:r>
              <a:rPr lang="en-US" sz="1600" b="1" dirty="0" err="1">
                <a:latin typeface="Arial" panose="020B0604020202020204" pitchFamily="34" charset="0"/>
                <a:cs typeface="Arial" panose="020B0604020202020204" pitchFamily="34" charset="0"/>
              </a:rPr>
              <a:t>1c</a:t>
            </a:r>
            <a:r>
              <a:rPr lang="fa-IR" sz="1600" b="1" kern="0" dirty="0">
                <a:latin typeface="IRANSans(FaNum)" panose="02040503050201020203" pitchFamily="18" charset="-78"/>
                <a:cs typeface="IRANSans(FaNum)" panose="02040503050201020203" pitchFamily="18" charset="-78"/>
              </a:rPr>
              <a:t>“</a:t>
            </a:r>
            <a:r>
              <a:rPr lang="en-US" sz="1600" b="1" kern="0" dirty="0">
                <a:latin typeface="IRANSans(FaNum)" panose="02040503050201020203" pitchFamily="18" charset="-78"/>
                <a:cs typeface="IRANSans(FaNum)" panose="02040503050201020203" pitchFamily="18" charset="-78"/>
              </a:rPr>
              <a:t> </a:t>
            </a:r>
          </a:p>
        </p:txBody>
      </p:sp>
      <p:sp>
        <p:nvSpPr>
          <p:cNvPr id="1165" name="Rectangle 4">
            <a:extLst>
              <a:ext uri="{FF2B5EF4-FFF2-40B4-BE49-F238E27FC236}">
                <a16:creationId xmlns:a16="http://schemas.microsoft.com/office/drawing/2014/main" id="{1E23C396-C778-83A0-9998-122EB4E1D244}"/>
              </a:ext>
            </a:extLst>
          </p:cNvPr>
          <p:cNvSpPr txBox="1">
            <a:spLocks noChangeArrowheads="1"/>
          </p:cNvSpPr>
          <p:nvPr/>
        </p:nvSpPr>
        <p:spPr bwMode="auto">
          <a:xfrm>
            <a:off x="2708671" y="4734593"/>
            <a:ext cx="8270914" cy="5108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dirty="0">
                <a:solidFill>
                  <a:srgbClr val="000000"/>
                </a:solidFill>
                <a:latin typeface="IRANSans(FaNum)" panose="02040503050201020203" pitchFamily="18" charset="-78"/>
                <a:cs typeface="IRANSans(FaNum)" panose="02040503050201020203" pitchFamily="18" charset="-78"/>
              </a:rPr>
              <a:t>در مسیریاب </a:t>
            </a:r>
            <a:r>
              <a:rPr lang="en-US" sz="1600" b="1" dirty="0" err="1">
                <a:latin typeface="Arial" panose="020B0604020202020204" pitchFamily="34" charset="0"/>
                <a:cs typeface="Arial" panose="020B0604020202020204" pitchFamily="34" charset="0"/>
              </a:rPr>
              <a:t>1d</a:t>
            </a:r>
            <a:r>
              <a:rPr lang="fa-IR" sz="1600" b="1" dirty="0">
                <a:solidFill>
                  <a:srgbClr val="000000"/>
                </a:solidFill>
                <a:latin typeface="IRANSans(FaNum)" panose="02040503050201020203" pitchFamily="18" charset="-78"/>
                <a:cs typeface="IRANSans(FaNum)" panose="02040503050201020203" pitchFamily="18" charset="-78"/>
              </a:rPr>
              <a:t>: مسیریابی داخل دامنه </a:t>
            </a:r>
            <a:r>
              <a:rPr lang="en-US" sz="1600" b="1" dirty="0">
                <a:solidFill>
                  <a:srgbClr val="000000"/>
                </a:solidFill>
                <a:latin typeface="IRANSans(FaNum)" panose="02040503050201020203" pitchFamily="18" charset="-78"/>
                <a:cs typeface="IRANSans(FaNum)" panose="02040503050201020203" pitchFamily="18" charset="-78"/>
              </a:rPr>
              <a:t>OSPF</a:t>
            </a:r>
            <a:r>
              <a:rPr lang="fa-IR" sz="1600" b="1" dirty="0">
                <a:solidFill>
                  <a:srgbClr val="000000"/>
                </a:solidFill>
                <a:latin typeface="IRANSans(FaNum)" panose="02040503050201020203" pitchFamily="18" charset="-78"/>
                <a:cs typeface="IRANSans(FaNum)" panose="02040503050201020203" pitchFamily="18" charset="-78"/>
              </a:rPr>
              <a:t>: برای رسیدن به مسیریاب </a:t>
            </a:r>
            <a:r>
              <a:rPr lang="en-US" sz="1600" b="1" dirty="0" err="1">
                <a:latin typeface="Arial" panose="020B0604020202020204" pitchFamily="34" charset="0"/>
                <a:cs typeface="Arial" panose="020B0604020202020204" pitchFamily="34" charset="0"/>
              </a:rPr>
              <a:t>1c</a:t>
            </a:r>
            <a:r>
              <a:rPr lang="fa-IR" sz="1600" b="1" dirty="0">
                <a:solidFill>
                  <a:srgbClr val="000000"/>
                </a:solidFill>
                <a:latin typeface="IRANSans(FaNum)" panose="02040503050201020203" pitchFamily="18" charset="-78"/>
                <a:cs typeface="IRANSans(FaNum)" panose="02040503050201020203" pitchFamily="18" charset="-78"/>
              </a:rPr>
              <a:t> استفاده از  واسط شبکه </a:t>
            </a:r>
            <a:r>
              <a:rPr lang="en-US" sz="1600" b="1" dirty="0">
                <a:latin typeface="Arial" panose="020B0604020202020204" pitchFamily="34" charset="0"/>
                <a:cs typeface="Arial" panose="020B0604020202020204" pitchFamily="34" charset="0"/>
              </a:rPr>
              <a:t>1</a:t>
            </a:r>
            <a:endParaRPr lang="en-US" sz="1600" b="1" dirty="0">
              <a:solidFill>
                <a:srgbClr val="000000"/>
              </a:solidFill>
              <a:latin typeface="IRANSans(FaNum)" panose="02040503050201020203" pitchFamily="18" charset="-78"/>
              <a:cs typeface="IRANSans(FaNum)" panose="02040503050201020203" pitchFamily="18" charset="-78"/>
            </a:endParaRPr>
          </a:p>
        </p:txBody>
      </p:sp>
      <p:sp>
        <p:nvSpPr>
          <p:cNvPr id="1166" name="Rectangle 4">
            <a:extLst>
              <a:ext uri="{FF2B5EF4-FFF2-40B4-BE49-F238E27FC236}">
                <a16:creationId xmlns:a16="http://schemas.microsoft.com/office/drawing/2014/main" id="{B7915225-6E10-75E4-CEEF-5C7ED490A339}"/>
              </a:ext>
            </a:extLst>
          </p:cNvPr>
          <p:cNvSpPr txBox="1">
            <a:spLocks noChangeArrowheads="1"/>
          </p:cNvSpPr>
          <p:nvPr/>
        </p:nvSpPr>
        <p:spPr bwMode="auto">
          <a:xfrm>
            <a:off x="2710759" y="5061140"/>
            <a:ext cx="8270914" cy="5108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dirty="0">
                <a:solidFill>
                  <a:srgbClr val="000000"/>
                </a:solidFill>
                <a:latin typeface="IRANSans(FaNum)" panose="02040503050201020203" pitchFamily="18" charset="-78"/>
                <a:cs typeface="IRANSans(FaNum)" panose="02040503050201020203" pitchFamily="18" charset="-78"/>
              </a:rPr>
              <a:t>در مسیریاب </a:t>
            </a:r>
            <a:r>
              <a:rPr lang="en-US" sz="1600" b="1" dirty="0" err="1">
                <a:latin typeface="Arial" panose="020B0604020202020204" pitchFamily="34" charset="0"/>
                <a:cs typeface="Arial" panose="020B0604020202020204" pitchFamily="34" charset="0"/>
              </a:rPr>
              <a:t>1d</a:t>
            </a:r>
            <a:r>
              <a:rPr lang="fa-IR" sz="1600" b="1" dirty="0">
                <a:solidFill>
                  <a:srgbClr val="000000"/>
                </a:solidFill>
                <a:latin typeface="IRANSans(FaNum)" panose="02040503050201020203" pitchFamily="18" charset="-78"/>
                <a:cs typeface="IRANSans(FaNum)" panose="02040503050201020203" pitchFamily="18" charset="-78"/>
              </a:rPr>
              <a:t>: برای رسیدن به مقصد </a:t>
            </a:r>
            <a:r>
              <a:rPr lang="en-US" sz="1600" b="1" dirty="0">
                <a:solidFill>
                  <a:srgbClr val="000000"/>
                </a:solidFill>
                <a:latin typeface="IRANSans(FaNum)" panose="02040503050201020203" pitchFamily="18" charset="-78"/>
                <a:cs typeface="IRANSans(FaNum)" panose="02040503050201020203" pitchFamily="18" charset="-78"/>
              </a:rPr>
              <a:t>X</a:t>
            </a:r>
            <a:r>
              <a:rPr lang="fa-IR" sz="1600" b="1" dirty="0">
                <a:solidFill>
                  <a:srgbClr val="000000"/>
                </a:solidFill>
                <a:latin typeface="IRANSans(FaNum)" panose="02040503050201020203" pitchFamily="18" charset="-78"/>
                <a:cs typeface="IRANSans(FaNum)" panose="02040503050201020203" pitchFamily="18" charset="-78"/>
              </a:rPr>
              <a:t> استفاده از  واسط شبکه </a:t>
            </a:r>
            <a:r>
              <a:rPr lang="en-US" sz="1600" b="1" dirty="0">
                <a:latin typeface="Arial" panose="020B0604020202020204" pitchFamily="34" charset="0"/>
                <a:cs typeface="Arial" panose="020B0604020202020204" pitchFamily="34" charset="0"/>
              </a:rPr>
              <a:t>1</a:t>
            </a:r>
            <a:endParaRPr lang="en-US" sz="1600" b="1" dirty="0">
              <a:solidFill>
                <a:srgbClr val="000000"/>
              </a:solidFill>
              <a:latin typeface="IRANSans(FaNum)" panose="02040503050201020203" pitchFamily="18" charset="-78"/>
              <a:cs typeface="IRANSans(FaNum)" panose="02040503050201020203" pitchFamily="18" charset="-78"/>
            </a:endParaRPr>
          </a:p>
        </p:txBody>
      </p:sp>
      <p:sp>
        <p:nvSpPr>
          <p:cNvPr id="1167" name="Rectangle 4">
            <a:extLst>
              <a:ext uri="{FF2B5EF4-FFF2-40B4-BE49-F238E27FC236}">
                <a16:creationId xmlns:a16="http://schemas.microsoft.com/office/drawing/2014/main" id="{E29AE84F-73CF-6B5B-9720-5F2491C0CDA4}"/>
              </a:ext>
            </a:extLst>
          </p:cNvPr>
          <p:cNvSpPr txBox="1">
            <a:spLocks noChangeArrowheads="1"/>
          </p:cNvSpPr>
          <p:nvPr/>
        </p:nvSpPr>
        <p:spPr bwMode="auto">
          <a:xfrm>
            <a:off x="2695971" y="5458493"/>
            <a:ext cx="8270914" cy="5108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dirty="0">
                <a:solidFill>
                  <a:srgbClr val="000000"/>
                </a:solidFill>
                <a:latin typeface="IRANSans(FaNum)" panose="02040503050201020203" pitchFamily="18" charset="-78"/>
                <a:cs typeface="IRANSans(FaNum)" panose="02040503050201020203" pitchFamily="18" charset="-78"/>
              </a:rPr>
              <a:t>در مسیریاب </a:t>
            </a:r>
            <a:r>
              <a:rPr lang="en-US" sz="1600" b="1" dirty="0" err="1">
                <a:latin typeface="Arial" panose="020B0604020202020204" pitchFamily="34" charset="0"/>
                <a:cs typeface="Arial" panose="020B0604020202020204" pitchFamily="34" charset="0"/>
              </a:rPr>
              <a:t>1a</a:t>
            </a:r>
            <a:r>
              <a:rPr lang="fa-IR" sz="1600" b="1" dirty="0">
                <a:solidFill>
                  <a:srgbClr val="000000"/>
                </a:solidFill>
                <a:latin typeface="IRANSans(FaNum)" panose="02040503050201020203" pitchFamily="18" charset="-78"/>
                <a:cs typeface="IRANSans(FaNum)" panose="02040503050201020203" pitchFamily="18" charset="-78"/>
              </a:rPr>
              <a:t>: مسیریابی داخل دامنه </a:t>
            </a:r>
            <a:r>
              <a:rPr lang="en-US" sz="1600" b="1" dirty="0">
                <a:solidFill>
                  <a:srgbClr val="000000"/>
                </a:solidFill>
                <a:latin typeface="IRANSans(FaNum)" panose="02040503050201020203" pitchFamily="18" charset="-78"/>
                <a:cs typeface="IRANSans(FaNum)" panose="02040503050201020203" pitchFamily="18" charset="-78"/>
              </a:rPr>
              <a:t>OSPF</a:t>
            </a:r>
            <a:r>
              <a:rPr lang="fa-IR" sz="1600" b="1" dirty="0">
                <a:solidFill>
                  <a:srgbClr val="000000"/>
                </a:solidFill>
                <a:latin typeface="IRANSans(FaNum)" panose="02040503050201020203" pitchFamily="18" charset="-78"/>
                <a:cs typeface="IRANSans(FaNum)" panose="02040503050201020203" pitchFamily="18" charset="-78"/>
              </a:rPr>
              <a:t>: برای رسیدن به مسیریاب </a:t>
            </a:r>
            <a:r>
              <a:rPr lang="en-US" sz="1600" b="1" dirty="0" err="1">
                <a:latin typeface="Arial" panose="020B0604020202020204" pitchFamily="34" charset="0"/>
                <a:cs typeface="Arial" panose="020B0604020202020204" pitchFamily="34" charset="0"/>
              </a:rPr>
              <a:t>1c</a:t>
            </a:r>
            <a:r>
              <a:rPr lang="fa-IR" sz="1600" b="1" dirty="0">
                <a:solidFill>
                  <a:srgbClr val="000000"/>
                </a:solidFill>
                <a:latin typeface="IRANSans(FaNum)" panose="02040503050201020203" pitchFamily="18" charset="-78"/>
                <a:cs typeface="IRANSans(FaNum)" panose="02040503050201020203" pitchFamily="18" charset="-78"/>
              </a:rPr>
              <a:t> استفاده از  واسط شبکه </a:t>
            </a:r>
            <a:r>
              <a:rPr lang="en-US" sz="1600" b="1" dirty="0">
                <a:latin typeface="Arial" panose="020B0604020202020204" pitchFamily="34" charset="0"/>
                <a:cs typeface="Arial" panose="020B0604020202020204" pitchFamily="34" charset="0"/>
              </a:rPr>
              <a:t>2</a:t>
            </a:r>
            <a:endParaRPr lang="en-US" sz="1600" b="1" dirty="0">
              <a:solidFill>
                <a:srgbClr val="000000"/>
              </a:solidFill>
              <a:latin typeface="IRANSans(FaNum)" panose="02040503050201020203" pitchFamily="18" charset="-78"/>
              <a:cs typeface="IRANSans(FaNum)" panose="02040503050201020203" pitchFamily="18" charset="-78"/>
            </a:endParaRPr>
          </a:p>
        </p:txBody>
      </p:sp>
      <p:sp>
        <p:nvSpPr>
          <p:cNvPr id="1168" name="Rectangle 4">
            <a:extLst>
              <a:ext uri="{FF2B5EF4-FFF2-40B4-BE49-F238E27FC236}">
                <a16:creationId xmlns:a16="http://schemas.microsoft.com/office/drawing/2014/main" id="{7A930E98-2662-96BF-5C87-2937151CCFB2}"/>
              </a:ext>
            </a:extLst>
          </p:cNvPr>
          <p:cNvSpPr txBox="1">
            <a:spLocks noChangeArrowheads="1"/>
          </p:cNvSpPr>
          <p:nvPr/>
        </p:nvSpPr>
        <p:spPr bwMode="auto">
          <a:xfrm>
            <a:off x="2698059" y="5835840"/>
            <a:ext cx="8270914" cy="5108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indent="-144000" algn="r" rtl="1">
              <a:lnSpc>
                <a:spcPct val="130000"/>
              </a:lnSpc>
              <a:spcBef>
                <a:spcPts val="0"/>
              </a:spcBef>
              <a:buFont typeface="Arial" panose="020B0604020202020204" pitchFamily="34" charset="0"/>
              <a:buChar char="•"/>
            </a:pPr>
            <a:r>
              <a:rPr lang="fa-IR" sz="1600" b="1" dirty="0">
                <a:solidFill>
                  <a:srgbClr val="000000"/>
                </a:solidFill>
                <a:latin typeface="IRANSans(FaNum)" panose="02040503050201020203" pitchFamily="18" charset="-78"/>
                <a:cs typeface="IRANSans(FaNum)" panose="02040503050201020203" pitchFamily="18" charset="-78"/>
              </a:rPr>
              <a:t>در مسیریاب </a:t>
            </a:r>
            <a:r>
              <a:rPr lang="en-US" sz="1600" b="1" dirty="0" err="1">
                <a:latin typeface="Arial" panose="020B0604020202020204" pitchFamily="34" charset="0"/>
                <a:cs typeface="Arial" panose="020B0604020202020204" pitchFamily="34" charset="0"/>
              </a:rPr>
              <a:t>1a</a:t>
            </a:r>
            <a:r>
              <a:rPr lang="fa-IR" sz="1600" b="1" dirty="0">
                <a:solidFill>
                  <a:srgbClr val="000000"/>
                </a:solidFill>
                <a:latin typeface="IRANSans(FaNum)" panose="02040503050201020203" pitchFamily="18" charset="-78"/>
                <a:cs typeface="IRANSans(FaNum)" panose="02040503050201020203" pitchFamily="18" charset="-78"/>
              </a:rPr>
              <a:t>: برای رسیدن به مقصد </a:t>
            </a:r>
            <a:r>
              <a:rPr lang="en-US" sz="1600" b="1" dirty="0">
                <a:solidFill>
                  <a:srgbClr val="000000"/>
                </a:solidFill>
                <a:latin typeface="IRANSans(FaNum)" panose="02040503050201020203" pitchFamily="18" charset="-78"/>
                <a:cs typeface="IRANSans(FaNum)" panose="02040503050201020203" pitchFamily="18" charset="-78"/>
              </a:rPr>
              <a:t>X</a:t>
            </a:r>
            <a:r>
              <a:rPr lang="fa-IR" sz="1600" b="1" dirty="0">
                <a:solidFill>
                  <a:srgbClr val="000000"/>
                </a:solidFill>
                <a:latin typeface="IRANSans(FaNum)" panose="02040503050201020203" pitchFamily="18" charset="-78"/>
                <a:cs typeface="IRANSans(FaNum)" panose="02040503050201020203" pitchFamily="18" charset="-78"/>
              </a:rPr>
              <a:t> استفاده از  واسط شبکه </a:t>
            </a:r>
            <a:r>
              <a:rPr lang="en-US" sz="1600" b="1" dirty="0">
                <a:latin typeface="Arial" panose="020B0604020202020204" pitchFamily="34" charset="0"/>
                <a:cs typeface="Arial" panose="020B0604020202020204" pitchFamily="34" charset="0"/>
              </a:rPr>
              <a:t>2</a:t>
            </a:r>
            <a:endParaRPr lang="en-US" sz="1600" b="1" dirty="0">
              <a:solidFill>
                <a:srgbClr val="000000"/>
              </a:solidFill>
              <a:latin typeface="IRANSans(FaNum)" panose="02040503050201020203" pitchFamily="18" charset="-78"/>
              <a:cs typeface="IRANSans(FaNum)" panose="02040503050201020203" pitchFamily="18" charset="-78"/>
            </a:endParaRPr>
          </a:p>
        </p:txBody>
      </p:sp>
    </p:spTree>
    <p:extLst>
      <p:ext uri="{BB962C8B-B14F-4D97-AF65-F5344CB8AC3E}">
        <p14:creationId xmlns:p14="http://schemas.microsoft.com/office/powerpoint/2010/main" val="3402521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59">
                                            <p:txEl>
                                              <p:pRg st="0" end="0"/>
                                            </p:txEl>
                                          </p:spTgt>
                                        </p:tgtEl>
                                        <p:attrNameLst>
                                          <p:attrName>style.visibility</p:attrName>
                                        </p:attrNameLst>
                                      </p:cBhvr>
                                      <p:to>
                                        <p:strVal val="visible"/>
                                      </p:to>
                                    </p:set>
                                    <p:animEffect transition="in" filter="fade">
                                      <p:cBhvr>
                                        <p:cTn id="13" dur="1000"/>
                                        <p:tgtEl>
                                          <p:spTgt spid="59">
                                            <p:txEl>
                                              <p:pRg st="0" end="0"/>
                                            </p:txEl>
                                          </p:spTgt>
                                        </p:tgtEl>
                                      </p:cBhvr>
                                    </p:animEffect>
                                    <p:anim calcmode="lin" valueType="num">
                                      <p:cBhvr>
                                        <p:cTn id="14"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9" presetClass="entr" presetSubtype="0" fill="hold" nodeType="afterEffect">
                                  <p:stCondLst>
                                    <p:cond delay="0"/>
                                  </p:stCondLst>
                                  <p:childTnLst>
                                    <p:set>
                                      <p:cBhvr>
                                        <p:cTn id="18" dur="1" fill="hold">
                                          <p:stCondLst>
                                            <p:cond delay="0"/>
                                          </p:stCondLst>
                                        </p:cTn>
                                        <p:tgtEl>
                                          <p:spTgt spid="1125"/>
                                        </p:tgtEl>
                                        <p:attrNameLst>
                                          <p:attrName>style.visibility</p:attrName>
                                        </p:attrNameLst>
                                      </p:cBhvr>
                                      <p:to>
                                        <p:strVal val="visible"/>
                                      </p:to>
                                    </p:set>
                                    <p:animEffect transition="in" filter="dissolve">
                                      <p:cBhvr>
                                        <p:cTn id="19" dur="500"/>
                                        <p:tgtEl>
                                          <p:spTgt spid="1125"/>
                                        </p:tgtEl>
                                      </p:cBhvr>
                                    </p:animEffect>
                                  </p:childTnLst>
                                </p:cTn>
                              </p:par>
                              <p:par>
                                <p:cTn id="20" presetID="9" presetClass="entr" presetSubtype="0" fill="hold" nodeType="withEffect">
                                  <p:stCondLst>
                                    <p:cond delay="0"/>
                                  </p:stCondLst>
                                  <p:childTnLst>
                                    <p:set>
                                      <p:cBhvr>
                                        <p:cTn id="21" dur="1" fill="hold">
                                          <p:stCondLst>
                                            <p:cond delay="0"/>
                                          </p:stCondLst>
                                        </p:cTn>
                                        <p:tgtEl>
                                          <p:spTgt spid="1159"/>
                                        </p:tgtEl>
                                        <p:attrNameLst>
                                          <p:attrName>style.visibility</p:attrName>
                                        </p:attrNameLst>
                                      </p:cBhvr>
                                      <p:to>
                                        <p:strVal val="visible"/>
                                      </p:to>
                                    </p:set>
                                    <p:animEffect transition="in" filter="dissolve">
                                      <p:cBhvr>
                                        <p:cTn id="22" dur="500"/>
                                        <p:tgtEl>
                                          <p:spTgt spid="1159"/>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165"/>
                                        </p:tgtEl>
                                        <p:attrNameLst>
                                          <p:attrName>style.visibility</p:attrName>
                                        </p:attrNameLst>
                                      </p:cBhvr>
                                      <p:to>
                                        <p:strVal val="visible"/>
                                      </p:to>
                                    </p:set>
                                    <p:animEffect transition="in" filter="dissolve">
                                      <p:cBhvr>
                                        <p:cTn id="25" dur="500"/>
                                        <p:tgtEl>
                                          <p:spTgt spid="1165"/>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166"/>
                                        </p:tgtEl>
                                        <p:attrNameLst>
                                          <p:attrName>style.visibility</p:attrName>
                                        </p:attrNameLst>
                                      </p:cBhvr>
                                      <p:to>
                                        <p:strVal val="visible"/>
                                      </p:to>
                                    </p:set>
                                    <p:animEffect transition="in" filter="dissolve">
                                      <p:cBhvr>
                                        <p:cTn id="28" dur="500"/>
                                        <p:tgtEl>
                                          <p:spTgt spid="1166"/>
                                        </p:tgtEl>
                                      </p:cBhvr>
                                    </p:animEffect>
                                  </p:childTnLst>
                                </p:cTn>
                              </p:par>
                            </p:childTnLst>
                          </p:cTn>
                        </p:par>
                        <p:par>
                          <p:cTn id="29" fill="hold">
                            <p:stCondLst>
                              <p:cond delay="2500"/>
                            </p:stCondLst>
                            <p:childTnLst>
                              <p:par>
                                <p:cTn id="30" presetID="9" presetClass="entr" presetSubtype="0" fill="hold" grpId="0" nodeType="afterEffect">
                                  <p:stCondLst>
                                    <p:cond delay="0"/>
                                  </p:stCondLst>
                                  <p:childTnLst>
                                    <p:set>
                                      <p:cBhvr>
                                        <p:cTn id="31" dur="1" fill="hold">
                                          <p:stCondLst>
                                            <p:cond delay="0"/>
                                          </p:stCondLst>
                                        </p:cTn>
                                        <p:tgtEl>
                                          <p:spTgt spid="1167"/>
                                        </p:tgtEl>
                                        <p:attrNameLst>
                                          <p:attrName>style.visibility</p:attrName>
                                        </p:attrNameLst>
                                      </p:cBhvr>
                                      <p:to>
                                        <p:strVal val="visible"/>
                                      </p:to>
                                    </p:set>
                                    <p:animEffect transition="in" filter="dissolve">
                                      <p:cBhvr>
                                        <p:cTn id="32" dur="500"/>
                                        <p:tgtEl>
                                          <p:spTgt spid="1167"/>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168"/>
                                        </p:tgtEl>
                                        <p:attrNameLst>
                                          <p:attrName>style.visibility</p:attrName>
                                        </p:attrNameLst>
                                      </p:cBhvr>
                                      <p:to>
                                        <p:strVal val="visible"/>
                                      </p:to>
                                    </p:set>
                                    <p:animEffect transition="in" filter="dissolve">
                                      <p:cBhvr>
                                        <p:cTn id="35" dur="500"/>
                                        <p:tgtEl>
                                          <p:spTgt spid="1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5" grpId="0"/>
      <p:bldP spid="1166" grpId="0"/>
      <p:bldP spid="1167" grpId="0"/>
      <p:bldP spid="1168"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8"/>
            <a:ext cx="10872871" cy="4818451"/>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تفاوت‌های پروتکل‌های مسیریابی بین‌دامنه‌ای و داخل دامنه</a:t>
            </a:r>
          </a:p>
          <a:p>
            <a:pPr marL="432000" lvl="2" indent="-144000">
              <a:lnSpc>
                <a:spcPct val="125000"/>
              </a:lnSpc>
              <a:spcBef>
                <a:spcPts val="0"/>
              </a:spcBef>
              <a:spcAft>
                <a:spcPts val="600"/>
              </a:spcAft>
            </a:pPr>
            <a:r>
              <a:rPr lang="fa-IR" sz="1800" b="1" dirty="0">
                <a:solidFill>
                  <a:srgbClr val="C00000"/>
                </a:solidFill>
                <a:latin typeface="IRANSans(FaNum)" panose="02040503050201020203" pitchFamily="18" charset="-78"/>
              </a:rPr>
              <a:t>خطمشی (</a:t>
            </a:r>
            <a:r>
              <a:rPr lang="en-US" sz="1800" b="1" dirty="0">
                <a:solidFill>
                  <a:srgbClr val="C00000"/>
                </a:solidFill>
                <a:latin typeface="IRANSans(FaNum)" panose="02040503050201020203" pitchFamily="18" charset="-78"/>
              </a:rPr>
              <a:t>policy</a:t>
            </a:r>
            <a:r>
              <a:rPr lang="fa-IR" sz="1800" b="1" dirty="0">
                <a:solidFill>
                  <a:srgbClr val="C00000"/>
                </a:solidFill>
                <a:latin typeface="IRANSans(FaNum)" panose="02040503050201020203" pitchFamily="18" charset="-78"/>
              </a:rPr>
              <a:t>):</a:t>
            </a:r>
            <a:endParaRPr lang="fa-IR" b="1" dirty="0">
              <a:solidFill>
                <a:srgbClr val="C00000"/>
              </a:solidFill>
              <a:latin typeface="IRANSans(FaNum)" panose="02040503050201020203" pitchFamily="18" charset="-78"/>
            </a:endParaRPr>
          </a:p>
          <a:p>
            <a:pPr marL="864000" lvl="3" indent="-144000">
              <a:lnSpc>
                <a:spcPct val="125000"/>
              </a:lnSpc>
              <a:spcBef>
                <a:spcPts val="0"/>
              </a:spcBef>
              <a:spcAft>
                <a:spcPts val="1200"/>
              </a:spcAft>
            </a:pPr>
            <a:r>
              <a:rPr lang="fa-IR" sz="1600" b="1" dirty="0">
                <a:solidFill>
                  <a:srgbClr val="1F1FFF"/>
                </a:solidFill>
                <a:latin typeface="IRANSans(FaNum)" panose="02040503050201020203" pitchFamily="18" charset="-78"/>
              </a:rPr>
              <a:t>پروتکل مسیریابی بین‌دامنه‌ای: مدیر شبکه می‌خواهد چگونگی مسیریابی ترافیک و عبور مسیرها از شبکه خودش را کنترل کند.</a:t>
            </a:r>
          </a:p>
          <a:p>
            <a:pPr marL="864000" lvl="3" indent="-144000">
              <a:lnSpc>
                <a:spcPct val="125000"/>
              </a:lnSpc>
              <a:spcBef>
                <a:spcPts val="0"/>
              </a:spcBef>
              <a:spcAft>
                <a:spcPts val="1200"/>
              </a:spcAft>
            </a:pPr>
            <a:r>
              <a:rPr lang="fa-IR" sz="1600" b="1" dirty="0">
                <a:solidFill>
                  <a:srgbClr val="1F1FFF"/>
                </a:solidFill>
                <a:latin typeface="IRANSans(FaNum)" panose="02040503050201020203" pitchFamily="18" charset="-78"/>
              </a:rPr>
              <a:t>پروتکل مسیریابی داخل‌دامنه‌ای: خط‌مشی‌ها کمتر مورد توجه مدیر شبکه است.</a:t>
            </a:r>
            <a:endParaRPr lang="fa-IR" sz="1800" b="1" dirty="0">
              <a:solidFill>
                <a:srgbClr val="1F1FFF"/>
              </a:solidFill>
              <a:latin typeface="IRANSans(FaNum)" panose="02040503050201020203" pitchFamily="18" charset="-78"/>
            </a:endParaRPr>
          </a:p>
          <a:p>
            <a:pPr marL="432000" lvl="2" indent="-144000">
              <a:lnSpc>
                <a:spcPct val="125000"/>
              </a:lnSpc>
              <a:spcBef>
                <a:spcPts val="0"/>
              </a:spcBef>
              <a:spcAft>
                <a:spcPts val="600"/>
              </a:spcAft>
            </a:pPr>
            <a:r>
              <a:rPr lang="fa-IR" sz="1800" b="1" dirty="0">
                <a:solidFill>
                  <a:srgbClr val="C00000"/>
                </a:solidFill>
                <a:latin typeface="IRANSans(FaNum)" panose="02040503050201020203" pitchFamily="18" charset="-78"/>
              </a:rPr>
              <a:t>مقیاس (</a:t>
            </a:r>
            <a:r>
              <a:rPr lang="en-US" sz="1800" b="1" dirty="0">
                <a:solidFill>
                  <a:srgbClr val="C00000"/>
                </a:solidFill>
                <a:latin typeface="IRANSans(FaNum)" panose="02040503050201020203" pitchFamily="18" charset="-78"/>
              </a:rPr>
              <a:t>scale</a:t>
            </a:r>
            <a:r>
              <a:rPr lang="fa-IR" sz="1800" b="1" dirty="0">
                <a:solidFill>
                  <a:srgbClr val="C00000"/>
                </a:solidFill>
                <a:latin typeface="IRANSans(FaNum)" panose="02040503050201020203" pitchFamily="18" charset="-78"/>
              </a:rPr>
              <a:t>):</a:t>
            </a:r>
            <a:endParaRPr lang="fa-IR" b="1" dirty="0">
              <a:solidFill>
                <a:srgbClr val="C00000"/>
              </a:solidFill>
              <a:latin typeface="IRANSans(FaNum)" panose="02040503050201020203" pitchFamily="18" charset="-78"/>
            </a:endParaRPr>
          </a:p>
          <a:p>
            <a:pPr marL="864000" lvl="3" indent="-144000">
              <a:lnSpc>
                <a:spcPct val="125000"/>
              </a:lnSpc>
              <a:spcBef>
                <a:spcPts val="0"/>
              </a:spcBef>
              <a:spcAft>
                <a:spcPts val="1200"/>
              </a:spcAft>
            </a:pPr>
            <a:r>
              <a:rPr lang="fa-IR" sz="1600" b="1" dirty="0">
                <a:solidFill>
                  <a:srgbClr val="1F1FFF"/>
                </a:solidFill>
                <a:latin typeface="IRANSans(FaNum)" panose="02040503050201020203" pitchFamily="18" charset="-78"/>
              </a:rPr>
              <a:t>مسیریابی سلسه‌مراتبی اندازه جدول جلورانی و همچنین ترافیک پیام‌های به روز رسانی را کاهش می‌دهد (محدود می‌کند).</a:t>
            </a:r>
          </a:p>
          <a:p>
            <a:pPr marL="432000" lvl="2" indent="-144000">
              <a:lnSpc>
                <a:spcPct val="125000"/>
              </a:lnSpc>
              <a:spcBef>
                <a:spcPts val="0"/>
              </a:spcBef>
              <a:spcAft>
                <a:spcPts val="600"/>
              </a:spcAft>
            </a:pPr>
            <a:r>
              <a:rPr lang="fa-IR" sz="1800" b="1" dirty="0">
                <a:solidFill>
                  <a:srgbClr val="C00000"/>
                </a:solidFill>
                <a:latin typeface="IRANSans(FaNum)" panose="02040503050201020203" pitchFamily="18" charset="-78"/>
              </a:rPr>
              <a:t>کارآیی (</a:t>
            </a:r>
            <a:r>
              <a:rPr lang="en-US" sz="1800" b="1" dirty="0">
                <a:solidFill>
                  <a:srgbClr val="C00000"/>
                </a:solidFill>
                <a:latin typeface="IRANSans(FaNum)" panose="02040503050201020203" pitchFamily="18" charset="-78"/>
              </a:rPr>
              <a:t>performance</a:t>
            </a:r>
            <a:r>
              <a:rPr lang="fa-IR" sz="1800" b="1" dirty="0">
                <a:solidFill>
                  <a:srgbClr val="C00000"/>
                </a:solidFill>
                <a:latin typeface="IRANSans(FaNum)" panose="02040503050201020203" pitchFamily="18" charset="-78"/>
              </a:rPr>
              <a:t>):</a:t>
            </a:r>
            <a:endParaRPr lang="fa-IR" b="1" dirty="0">
              <a:solidFill>
                <a:srgbClr val="C00000"/>
              </a:solidFill>
              <a:latin typeface="IRANSans(FaNum)" panose="02040503050201020203" pitchFamily="18" charset="-78"/>
            </a:endParaRPr>
          </a:p>
          <a:p>
            <a:pPr marL="864000" lvl="3" indent="-144000">
              <a:lnSpc>
                <a:spcPct val="125000"/>
              </a:lnSpc>
              <a:spcBef>
                <a:spcPts val="0"/>
              </a:spcBef>
              <a:spcAft>
                <a:spcPts val="1200"/>
              </a:spcAft>
            </a:pPr>
            <a:r>
              <a:rPr lang="fa-IR" sz="1600" b="1" dirty="0">
                <a:solidFill>
                  <a:srgbClr val="1F1FFF"/>
                </a:solidFill>
                <a:latin typeface="IRANSans(FaNum)" panose="02040503050201020203" pitchFamily="18" charset="-78"/>
              </a:rPr>
              <a:t>پروتکل مسیریابی داخل‌دامنه‌ای: می‌تواند بر روی کارآیی تمرکز دارد.</a:t>
            </a:r>
          </a:p>
          <a:p>
            <a:pPr marL="864000" lvl="3" indent="-144000">
              <a:lnSpc>
                <a:spcPct val="125000"/>
              </a:lnSpc>
              <a:spcBef>
                <a:spcPts val="0"/>
              </a:spcBef>
              <a:spcAft>
                <a:spcPts val="1200"/>
              </a:spcAft>
            </a:pPr>
            <a:r>
              <a:rPr lang="fa-IR" sz="1600" b="1" dirty="0">
                <a:solidFill>
                  <a:srgbClr val="1F1FFF"/>
                </a:solidFill>
                <a:latin typeface="IRANSans(FaNum)" panose="02040503050201020203" pitchFamily="18" charset="-78"/>
              </a:rPr>
              <a:t>پروتکل مسیریابی بین‌دامنه‌ای: خط‌مشی بر کارآیی غلیه دارد.</a:t>
            </a:r>
            <a:endParaRPr lang="en-US" sz="16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3865313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9">
                                            <p:txEl>
                                              <p:pRg st="0" end="0"/>
                                            </p:txEl>
                                          </p:spTgt>
                                        </p:tgtEl>
                                        <p:attrNameLst>
                                          <p:attrName>style.visibility</p:attrName>
                                        </p:attrNameLst>
                                      </p:cBhvr>
                                      <p:to>
                                        <p:strVal val="visible"/>
                                      </p:to>
                                    </p:set>
                                    <p:animEffect transition="in" filter="fade">
                                      <p:cBhvr>
                                        <p:cTn id="14" dur="1000"/>
                                        <p:tgtEl>
                                          <p:spTgt spid="59">
                                            <p:txEl>
                                              <p:pRg st="0" end="0"/>
                                            </p:txEl>
                                          </p:spTgt>
                                        </p:tgtEl>
                                      </p:cBhvr>
                                    </p:animEffect>
                                    <p:anim calcmode="lin" valueType="num">
                                      <p:cBhvr>
                                        <p:cTn id="15"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42" presetClass="entr" presetSubtype="0" fill="hold" nodeType="afterEffect">
                                  <p:stCondLst>
                                    <p:cond delay="0"/>
                                  </p:stCondLst>
                                  <p:childTnLst>
                                    <p:set>
                                      <p:cBhvr>
                                        <p:cTn id="19" dur="1" fill="hold">
                                          <p:stCondLst>
                                            <p:cond delay="0"/>
                                          </p:stCondLst>
                                        </p:cTn>
                                        <p:tgtEl>
                                          <p:spTgt spid="59">
                                            <p:txEl>
                                              <p:pRg st="1" end="1"/>
                                            </p:txEl>
                                          </p:spTgt>
                                        </p:tgtEl>
                                        <p:attrNameLst>
                                          <p:attrName>style.visibility</p:attrName>
                                        </p:attrNameLst>
                                      </p:cBhvr>
                                      <p:to>
                                        <p:strVal val="visible"/>
                                      </p:to>
                                    </p:set>
                                    <p:animEffect transition="in" filter="fade">
                                      <p:cBhvr>
                                        <p:cTn id="20" dur="1000"/>
                                        <p:tgtEl>
                                          <p:spTgt spid="59">
                                            <p:txEl>
                                              <p:pRg st="1" end="1"/>
                                            </p:txEl>
                                          </p:spTgt>
                                        </p:tgtEl>
                                      </p:cBhvr>
                                    </p:animEffect>
                                    <p:anim calcmode="lin" valueType="num">
                                      <p:cBhvr>
                                        <p:cTn id="21"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59">
                                            <p:txEl>
                                              <p:pRg st="1" end="1"/>
                                            </p:txEl>
                                          </p:spTgt>
                                        </p:tgtEl>
                                        <p:attrNameLst>
                                          <p:attrName>ppt_y</p:attrName>
                                        </p:attrNameLst>
                                      </p:cBhvr>
                                      <p:tavLst>
                                        <p:tav tm="0">
                                          <p:val>
                                            <p:strVal val="#ppt_y+.1"/>
                                          </p:val>
                                        </p:tav>
                                        <p:tav tm="100000">
                                          <p:val>
                                            <p:strVal val="#ppt_y"/>
                                          </p:val>
                                        </p:tav>
                                      </p:tavLst>
                                    </p:anim>
                                  </p:childTnLst>
                                </p:cTn>
                              </p:par>
                              <p:par>
                                <p:cTn id="23" presetID="42" presetClass="entr" presetSubtype="0" fill="hold" nodeType="with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par>
                                <p:cTn id="28" presetID="42" presetClass="entr" presetSubtype="0" fill="hold" nodeType="withEffect">
                                  <p:stCondLst>
                                    <p:cond delay="0"/>
                                  </p:stCondLst>
                                  <p:childTnLst>
                                    <p:set>
                                      <p:cBhvr>
                                        <p:cTn id="29" dur="1" fill="hold">
                                          <p:stCondLst>
                                            <p:cond delay="0"/>
                                          </p:stCondLst>
                                        </p:cTn>
                                        <p:tgtEl>
                                          <p:spTgt spid="59">
                                            <p:txEl>
                                              <p:pRg st="3" end="3"/>
                                            </p:txEl>
                                          </p:spTgt>
                                        </p:tgtEl>
                                        <p:attrNameLst>
                                          <p:attrName>style.visibility</p:attrName>
                                        </p:attrNameLst>
                                      </p:cBhvr>
                                      <p:to>
                                        <p:strVal val="visible"/>
                                      </p:to>
                                    </p:set>
                                    <p:animEffect transition="in" filter="fade">
                                      <p:cBhvr>
                                        <p:cTn id="30" dur="1000"/>
                                        <p:tgtEl>
                                          <p:spTgt spid="59">
                                            <p:txEl>
                                              <p:pRg st="3" end="3"/>
                                            </p:txEl>
                                          </p:spTgt>
                                        </p:tgtEl>
                                      </p:cBhvr>
                                    </p:animEffect>
                                    <p:anim calcmode="lin" valueType="num">
                                      <p:cBhvr>
                                        <p:cTn id="31"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2" dur="1000" fill="hold"/>
                                        <p:tgtEl>
                                          <p:spTgt spid="59">
                                            <p:txEl>
                                              <p:pRg st="3" end="3"/>
                                            </p:txEl>
                                          </p:spTgt>
                                        </p:tgtEl>
                                        <p:attrNameLst>
                                          <p:attrName>ppt_y</p:attrName>
                                        </p:attrNameLst>
                                      </p:cBhvr>
                                      <p:tavLst>
                                        <p:tav tm="0">
                                          <p:val>
                                            <p:strVal val="#ppt_y+.1"/>
                                          </p:val>
                                        </p:tav>
                                        <p:tav tm="100000">
                                          <p:val>
                                            <p:strVal val="#ppt_y"/>
                                          </p:val>
                                        </p:tav>
                                      </p:tavLst>
                                    </p:anim>
                                  </p:childTnLst>
                                </p:cTn>
                              </p:par>
                            </p:childTnLst>
                          </p:cTn>
                        </p:par>
                        <p:par>
                          <p:cTn id="33" fill="hold">
                            <p:stCondLst>
                              <p:cond delay="2000"/>
                            </p:stCondLst>
                            <p:childTnLst>
                              <p:par>
                                <p:cTn id="34" presetID="42" presetClass="entr" presetSubtype="0" fill="hold" nodeType="afterEffect">
                                  <p:stCondLst>
                                    <p:cond delay="0"/>
                                  </p:stCondLst>
                                  <p:childTnLst>
                                    <p:set>
                                      <p:cBhvr>
                                        <p:cTn id="35" dur="1" fill="hold">
                                          <p:stCondLst>
                                            <p:cond delay="0"/>
                                          </p:stCondLst>
                                        </p:cTn>
                                        <p:tgtEl>
                                          <p:spTgt spid="59">
                                            <p:txEl>
                                              <p:pRg st="4" end="4"/>
                                            </p:txEl>
                                          </p:spTgt>
                                        </p:tgtEl>
                                        <p:attrNameLst>
                                          <p:attrName>style.visibility</p:attrName>
                                        </p:attrNameLst>
                                      </p:cBhvr>
                                      <p:to>
                                        <p:strVal val="visible"/>
                                      </p:to>
                                    </p:set>
                                    <p:animEffect transition="in" filter="fade">
                                      <p:cBhvr>
                                        <p:cTn id="36" dur="1000"/>
                                        <p:tgtEl>
                                          <p:spTgt spid="59">
                                            <p:txEl>
                                              <p:pRg st="4" end="4"/>
                                            </p:txEl>
                                          </p:spTgt>
                                        </p:tgtEl>
                                      </p:cBhvr>
                                    </p:animEffect>
                                    <p:anim calcmode="lin" valueType="num">
                                      <p:cBhvr>
                                        <p:cTn id="37" dur="1000" fill="hold"/>
                                        <p:tgtEl>
                                          <p:spTgt spid="59">
                                            <p:txEl>
                                              <p:pRg st="4" end="4"/>
                                            </p:txEl>
                                          </p:spTgt>
                                        </p:tgtEl>
                                        <p:attrNameLst>
                                          <p:attrName>ppt_x</p:attrName>
                                        </p:attrNameLst>
                                      </p:cBhvr>
                                      <p:tavLst>
                                        <p:tav tm="0">
                                          <p:val>
                                            <p:strVal val="#ppt_x"/>
                                          </p:val>
                                        </p:tav>
                                        <p:tav tm="100000">
                                          <p:val>
                                            <p:strVal val="#ppt_x"/>
                                          </p:val>
                                        </p:tav>
                                      </p:tavLst>
                                    </p:anim>
                                    <p:anim calcmode="lin" valueType="num">
                                      <p:cBhvr>
                                        <p:cTn id="38" dur="1000" fill="hold"/>
                                        <p:tgtEl>
                                          <p:spTgt spid="59">
                                            <p:txEl>
                                              <p:pRg st="4" end="4"/>
                                            </p:txEl>
                                          </p:spTgt>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59">
                                            <p:txEl>
                                              <p:pRg st="5" end="5"/>
                                            </p:txEl>
                                          </p:spTgt>
                                        </p:tgtEl>
                                        <p:attrNameLst>
                                          <p:attrName>style.visibility</p:attrName>
                                        </p:attrNameLst>
                                      </p:cBhvr>
                                      <p:to>
                                        <p:strVal val="visible"/>
                                      </p:to>
                                    </p:set>
                                    <p:animEffect transition="in" filter="fade">
                                      <p:cBhvr>
                                        <p:cTn id="41" dur="1000"/>
                                        <p:tgtEl>
                                          <p:spTgt spid="59">
                                            <p:txEl>
                                              <p:pRg st="5" end="5"/>
                                            </p:txEl>
                                          </p:spTgt>
                                        </p:tgtEl>
                                      </p:cBhvr>
                                    </p:animEffect>
                                    <p:anim calcmode="lin" valueType="num">
                                      <p:cBhvr>
                                        <p:cTn id="42" dur="1000" fill="hold"/>
                                        <p:tgtEl>
                                          <p:spTgt spid="59">
                                            <p:txEl>
                                              <p:pRg st="5" end="5"/>
                                            </p:txEl>
                                          </p:spTgt>
                                        </p:tgtEl>
                                        <p:attrNameLst>
                                          <p:attrName>ppt_x</p:attrName>
                                        </p:attrNameLst>
                                      </p:cBhvr>
                                      <p:tavLst>
                                        <p:tav tm="0">
                                          <p:val>
                                            <p:strVal val="#ppt_x"/>
                                          </p:val>
                                        </p:tav>
                                        <p:tav tm="100000">
                                          <p:val>
                                            <p:strVal val="#ppt_x"/>
                                          </p:val>
                                        </p:tav>
                                      </p:tavLst>
                                    </p:anim>
                                    <p:anim calcmode="lin" valueType="num">
                                      <p:cBhvr>
                                        <p:cTn id="43" dur="1000" fill="hold"/>
                                        <p:tgtEl>
                                          <p:spTgt spid="59">
                                            <p:txEl>
                                              <p:pRg st="5" end="5"/>
                                            </p:txEl>
                                          </p:spTgt>
                                        </p:tgtEl>
                                        <p:attrNameLst>
                                          <p:attrName>ppt_y</p:attrName>
                                        </p:attrNameLst>
                                      </p:cBhvr>
                                      <p:tavLst>
                                        <p:tav tm="0">
                                          <p:val>
                                            <p:strVal val="#ppt_y+.1"/>
                                          </p:val>
                                        </p:tav>
                                        <p:tav tm="100000">
                                          <p:val>
                                            <p:strVal val="#ppt_y"/>
                                          </p:val>
                                        </p:tav>
                                      </p:tavLst>
                                    </p:anim>
                                  </p:childTnLst>
                                </p:cTn>
                              </p:par>
                            </p:childTnLst>
                          </p:cTn>
                        </p:par>
                        <p:par>
                          <p:cTn id="44" fill="hold">
                            <p:stCondLst>
                              <p:cond delay="3000"/>
                            </p:stCondLst>
                            <p:childTnLst>
                              <p:par>
                                <p:cTn id="45" presetID="42" presetClass="entr" presetSubtype="0" fill="hold" nodeType="afterEffect">
                                  <p:stCondLst>
                                    <p:cond delay="0"/>
                                  </p:stCondLst>
                                  <p:childTnLst>
                                    <p:set>
                                      <p:cBhvr>
                                        <p:cTn id="46" dur="1" fill="hold">
                                          <p:stCondLst>
                                            <p:cond delay="0"/>
                                          </p:stCondLst>
                                        </p:cTn>
                                        <p:tgtEl>
                                          <p:spTgt spid="59">
                                            <p:txEl>
                                              <p:pRg st="6" end="6"/>
                                            </p:txEl>
                                          </p:spTgt>
                                        </p:tgtEl>
                                        <p:attrNameLst>
                                          <p:attrName>style.visibility</p:attrName>
                                        </p:attrNameLst>
                                      </p:cBhvr>
                                      <p:to>
                                        <p:strVal val="visible"/>
                                      </p:to>
                                    </p:set>
                                    <p:animEffect transition="in" filter="fade">
                                      <p:cBhvr>
                                        <p:cTn id="47" dur="1000"/>
                                        <p:tgtEl>
                                          <p:spTgt spid="59">
                                            <p:txEl>
                                              <p:pRg st="6" end="6"/>
                                            </p:txEl>
                                          </p:spTgt>
                                        </p:tgtEl>
                                      </p:cBhvr>
                                    </p:animEffect>
                                    <p:anim calcmode="lin" valueType="num">
                                      <p:cBhvr>
                                        <p:cTn id="48" dur="1000" fill="hold"/>
                                        <p:tgtEl>
                                          <p:spTgt spid="59">
                                            <p:txEl>
                                              <p:pRg st="6" end="6"/>
                                            </p:txEl>
                                          </p:spTgt>
                                        </p:tgtEl>
                                        <p:attrNameLst>
                                          <p:attrName>ppt_x</p:attrName>
                                        </p:attrNameLst>
                                      </p:cBhvr>
                                      <p:tavLst>
                                        <p:tav tm="0">
                                          <p:val>
                                            <p:strVal val="#ppt_x"/>
                                          </p:val>
                                        </p:tav>
                                        <p:tav tm="100000">
                                          <p:val>
                                            <p:strVal val="#ppt_x"/>
                                          </p:val>
                                        </p:tav>
                                      </p:tavLst>
                                    </p:anim>
                                    <p:anim calcmode="lin" valueType="num">
                                      <p:cBhvr>
                                        <p:cTn id="49" dur="1000" fill="hold"/>
                                        <p:tgtEl>
                                          <p:spTgt spid="59">
                                            <p:txEl>
                                              <p:pRg st="6" end="6"/>
                                            </p:txEl>
                                          </p:spTgt>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59">
                                            <p:txEl>
                                              <p:pRg st="7" end="7"/>
                                            </p:txEl>
                                          </p:spTgt>
                                        </p:tgtEl>
                                        <p:attrNameLst>
                                          <p:attrName>style.visibility</p:attrName>
                                        </p:attrNameLst>
                                      </p:cBhvr>
                                      <p:to>
                                        <p:strVal val="visible"/>
                                      </p:to>
                                    </p:set>
                                    <p:animEffect transition="in" filter="fade">
                                      <p:cBhvr>
                                        <p:cTn id="52" dur="1000"/>
                                        <p:tgtEl>
                                          <p:spTgt spid="59">
                                            <p:txEl>
                                              <p:pRg st="7" end="7"/>
                                            </p:txEl>
                                          </p:spTgt>
                                        </p:tgtEl>
                                      </p:cBhvr>
                                    </p:animEffect>
                                    <p:anim calcmode="lin" valueType="num">
                                      <p:cBhvr>
                                        <p:cTn id="53" dur="1000" fill="hold"/>
                                        <p:tgtEl>
                                          <p:spTgt spid="59">
                                            <p:txEl>
                                              <p:pRg st="7" end="7"/>
                                            </p:txEl>
                                          </p:spTgt>
                                        </p:tgtEl>
                                        <p:attrNameLst>
                                          <p:attrName>ppt_x</p:attrName>
                                        </p:attrNameLst>
                                      </p:cBhvr>
                                      <p:tavLst>
                                        <p:tav tm="0">
                                          <p:val>
                                            <p:strVal val="#ppt_x"/>
                                          </p:val>
                                        </p:tav>
                                        <p:tav tm="100000">
                                          <p:val>
                                            <p:strVal val="#ppt_x"/>
                                          </p:val>
                                        </p:tav>
                                      </p:tavLst>
                                    </p:anim>
                                    <p:anim calcmode="lin" valueType="num">
                                      <p:cBhvr>
                                        <p:cTn id="54" dur="1000" fill="hold"/>
                                        <p:tgtEl>
                                          <p:spTgt spid="59">
                                            <p:txEl>
                                              <p:pRg st="7" end="7"/>
                                            </p:txEl>
                                          </p:spTgt>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59">
                                            <p:txEl>
                                              <p:pRg st="8" end="8"/>
                                            </p:txEl>
                                          </p:spTgt>
                                        </p:tgtEl>
                                        <p:attrNameLst>
                                          <p:attrName>style.visibility</p:attrName>
                                        </p:attrNameLst>
                                      </p:cBhvr>
                                      <p:to>
                                        <p:strVal val="visible"/>
                                      </p:to>
                                    </p:set>
                                    <p:animEffect transition="in" filter="fade">
                                      <p:cBhvr>
                                        <p:cTn id="57" dur="1000"/>
                                        <p:tgtEl>
                                          <p:spTgt spid="59">
                                            <p:txEl>
                                              <p:pRg st="8" end="8"/>
                                            </p:txEl>
                                          </p:spTgt>
                                        </p:tgtEl>
                                      </p:cBhvr>
                                    </p:animEffect>
                                    <p:anim calcmode="lin" valueType="num">
                                      <p:cBhvr>
                                        <p:cTn id="58" dur="1000" fill="hold"/>
                                        <p:tgtEl>
                                          <p:spTgt spid="59">
                                            <p:txEl>
                                              <p:pRg st="8" end="8"/>
                                            </p:txEl>
                                          </p:spTgt>
                                        </p:tgtEl>
                                        <p:attrNameLst>
                                          <p:attrName>ppt_x</p:attrName>
                                        </p:attrNameLst>
                                      </p:cBhvr>
                                      <p:tavLst>
                                        <p:tav tm="0">
                                          <p:val>
                                            <p:strVal val="#ppt_x"/>
                                          </p:val>
                                        </p:tav>
                                        <p:tav tm="100000">
                                          <p:val>
                                            <p:strVal val="#ppt_x"/>
                                          </p:val>
                                        </p:tav>
                                      </p:tavLst>
                                    </p:anim>
                                    <p:anim calcmode="lin" valueType="num">
                                      <p:cBhvr>
                                        <p:cTn id="59" dur="1000" fill="hold"/>
                                        <p:tgtEl>
                                          <p:spTgt spid="59">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8" name="Content Placeholder 2">
            <a:extLst>
              <a:ext uri="{FF2B5EF4-FFF2-40B4-BE49-F238E27FC236}">
                <a16:creationId xmlns:a16="http://schemas.microsoft.com/office/drawing/2014/main" id="{0F7CA0EC-1DFD-465B-3AAD-B785F3017FA4}"/>
              </a:ext>
            </a:extLst>
          </p:cNvPr>
          <p:cNvSpPr txBox="1">
            <a:spLocks/>
          </p:cNvSpPr>
          <p:nvPr/>
        </p:nvSpPr>
        <p:spPr>
          <a:xfrm>
            <a:off x="1134794" y="1215799"/>
            <a:ext cx="10872871"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مسیریابی سیب‌زمینی داغ (</a:t>
            </a:r>
            <a:r>
              <a:rPr lang="en-US" sz="2000" b="1" dirty="0">
                <a:solidFill>
                  <a:srgbClr val="1F1FFF"/>
                </a:solidFill>
                <a:latin typeface="IRANSans(FaNum)" panose="02040503050201020203" pitchFamily="18" charset="-78"/>
              </a:rPr>
              <a:t>Hot potato routing</a:t>
            </a:r>
            <a:r>
              <a:rPr lang="fa-IR" sz="2000" b="1" dirty="0">
                <a:solidFill>
                  <a:srgbClr val="1F1FFF"/>
                </a:solidFill>
                <a:latin typeface="IRANSans(FaNum)" panose="02040503050201020203" pitchFamily="18" charset="-78"/>
              </a:rPr>
              <a:t>)</a:t>
            </a:r>
          </a:p>
        </p:txBody>
      </p:sp>
      <p:grpSp>
        <p:nvGrpSpPr>
          <p:cNvPr id="9" name="Group 8">
            <a:extLst>
              <a:ext uri="{FF2B5EF4-FFF2-40B4-BE49-F238E27FC236}">
                <a16:creationId xmlns:a16="http://schemas.microsoft.com/office/drawing/2014/main" id="{03E757E0-6520-F50C-EA99-91C009E07FE1}"/>
              </a:ext>
            </a:extLst>
          </p:cNvPr>
          <p:cNvGrpSpPr/>
          <p:nvPr/>
        </p:nvGrpSpPr>
        <p:grpSpPr>
          <a:xfrm>
            <a:off x="1163507" y="1699076"/>
            <a:ext cx="9801110" cy="2876474"/>
            <a:chOff x="1113403" y="1064076"/>
            <a:chExt cx="9801110" cy="2876474"/>
          </a:xfrm>
        </p:grpSpPr>
        <p:grpSp>
          <p:nvGrpSpPr>
            <p:cNvPr id="11" name="Group 10">
              <a:extLst>
                <a:ext uri="{FF2B5EF4-FFF2-40B4-BE49-F238E27FC236}">
                  <a16:creationId xmlns:a16="http://schemas.microsoft.com/office/drawing/2014/main" id="{334014C3-E1BA-60BD-F67E-7722BD115CEF}"/>
                </a:ext>
              </a:extLst>
            </p:cNvPr>
            <p:cNvGrpSpPr/>
            <p:nvPr/>
          </p:nvGrpSpPr>
          <p:grpSpPr>
            <a:xfrm>
              <a:off x="1113403" y="1064076"/>
              <a:ext cx="9801110" cy="2876474"/>
              <a:chOff x="1426553" y="3694542"/>
              <a:chExt cx="9801110" cy="2876474"/>
            </a:xfrm>
          </p:grpSpPr>
          <p:grpSp>
            <p:nvGrpSpPr>
              <p:cNvPr id="13" name="Group 12">
                <a:extLst>
                  <a:ext uri="{FF2B5EF4-FFF2-40B4-BE49-F238E27FC236}">
                    <a16:creationId xmlns:a16="http://schemas.microsoft.com/office/drawing/2014/main" id="{47D2D861-3547-A231-9494-032FDB680094}"/>
                  </a:ext>
                </a:extLst>
              </p:cNvPr>
              <p:cNvGrpSpPr/>
              <p:nvPr/>
            </p:nvGrpSpPr>
            <p:grpSpPr>
              <a:xfrm>
                <a:off x="1426553" y="3694542"/>
                <a:ext cx="9249542" cy="2876474"/>
                <a:chOff x="1426553" y="3694542"/>
                <a:chExt cx="9249542" cy="2876474"/>
              </a:xfrm>
            </p:grpSpPr>
            <p:grpSp>
              <p:nvGrpSpPr>
                <p:cNvPr id="31" name="Group 30">
                  <a:extLst>
                    <a:ext uri="{FF2B5EF4-FFF2-40B4-BE49-F238E27FC236}">
                      <a16:creationId xmlns:a16="http://schemas.microsoft.com/office/drawing/2014/main" id="{C36AF780-20F5-812A-BF25-F6B5C12842F7}"/>
                    </a:ext>
                  </a:extLst>
                </p:cNvPr>
                <p:cNvGrpSpPr/>
                <p:nvPr/>
              </p:nvGrpSpPr>
              <p:grpSpPr>
                <a:xfrm>
                  <a:off x="4625977" y="4850481"/>
                  <a:ext cx="2545688" cy="1720535"/>
                  <a:chOff x="4625977" y="4850481"/>
                  <a:chExt cx="2545688" cy="1720535"/>
                </a:xfrm>
              </p:grpSpPr>
              <p:grpSp>
                <p:nvGrpSpPr>
                  <p:cNvPr id="1198" name="Group 1197">
                    <a:extLst>
                      <a:ext uri="{FF2B5EF4-FFF2-40B4-BE49-F238E27FC236}">
                        <a16:creationId xmlns:a16="http://schemas.microsoft.com/office/drawing/2014/main" id="{CCE3B99A-54DD-1ECD-B3C2-F4E110D410B9}"/>
                      </a:ext>
                    </a:extLst>
                  </p:cNvPr>
                  <p:cNvGrpSpPr/>
                  <p:nvPr/>
                </p:nvGrpSpPr>
                <p:grpSpPr>
                  <a:xfrm>
                    <a:off x="4625977" y="4850481"/>
                    <a:ext cx="2545688" cy="1720535"/>
                    <a:chOff x="-2170772" y="2784954"/>
                    <a:chExt cx="2712783" cy="1853712"/>
                  </a:xfrm>
                </p:grpSpPr>
                <p:sp>
                  <p:nvSpPr>
                    <p:cNvPr id="1200" name="Freeform 2">
                      <a:extLst>
                        <a:ext uri="{FF2B5EF4-FFF2-40B4-BE49-F238E27FC236}">
                          <a16:creationId xmlns:a16="http://schemas.microsoft.com/office/drawing/2014/main" id="{FC0693A5-C4C5-74A2-D8C7-DB3717650174}"/>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201" name="Group 1200">
                      <a:extLst>
                        <a:ext uri="{FF2B5EF4-FFF2-40B4-BE49-F238E27FC236}">
                          <a16:creationId xmlns:a16="http://schemas.microsoft.com/office/drawing/2014/main" id="{A24AF003-67DA-BBE7-3F2D-19436EE8B3E2}"/>
                        </a:ext>
                      </a:extLst>
                    </p:cNvPr>
                    <p:cNvGrpSpPr/>
                    <p:nvPr/>
                  </p:nvGrpSpPr>
                  <p:grpSpPr>
                    <a:xfrm>
                      <a:off x="-1935370" y="2935816"/>
                      <a:ext cx="2333625" cy="1590649"/>
                      <a:chOff x="833331" y="2873352"/>
                      <a:chExt cx="2333625" cy="1590649"/>
                    </a:xfrm>
                  </p:grpSpPr>
                  <p:grpSp>
                    <p:nvGrpSpPr>
                      <p:cNvPr id="1202" name="Group 1201">
                        <a:extLst>
                          <a:ext uri="{FF2B5EF4-FFF2-40B4-BE49-F238E27FC236}">
                            <a16:creationId xmlns:a16="http://schemas.microsoft.com/office/drawing/2014/main" id="{4D63903D-3BF6-9B1C-D698-8AC603BC9E8A}"/>
                          </a:ext>
                        </a:extLst>
                      </p:cNvPr>
                      <p:cNvGrpSpPr/>
                      <p:nvPr/>
                    </p:nvGrpSpPr>
                    <p:grpSpPr>
                      <a:xfrm>
                        <a:off x="1736090" y="2873352"/>
                        <a:ext cx="565150" cy="369332"/>
                        <a:chOff x="1736090" y="2873352"/>
                        <a:chExt cx="565150" cy="369332"/>
                      </a:xfrm>
                    </p:grpSpPr>
                    <p:grpSp>
                      <p:nvGrpSpPr>
                        <p:cNvPr id="1248" name="Group 327">
                          <a:extLst>
                            <a:ext uri="{FF2B5EF4-FFF2-40B4-BE49-F238E27FC236}">
                              <a16:creationId xmlns:a16="http://schemas.microsoft.com/office/drawing/2014/main" id="{91E87F93-FF0D-78E2-96C5-925F0F3BCE84}"/>
                            </a:ext>
                          </a:extLst>
                        </p:cNvPr>
                        <p:cNvGrpSpPr>
                          <a:grpSpLocks/>
                        </p:cNvGrpSpPr>
                        <p:nvPr/>
                      </p:nvGrpSpPr>
                      <p:grpSpPr bwMode="auto">
                        <a:xfrm>
                          <a:off x="1736090" y="2893762"/>
                          <a:ext cx="565150" cy="292100"/>
                          <a:chOff x="1871277" y="1576300"/>
                          <a:chExt cx="1128371" cy="437861"/>
                        </a:xfrm>
                      </p:grpSpPr>
                      <p:sp>
                        <p:nvSpPr>
                          <p:cNvPr id="1252" name="Oval 1251">
                            <a:extLst>
                              <a:ext uri="{FF2B5EF4-FFF2-40B4-BE49-F238E27FC236}">
                                <a16:creationId xmlns:a16="http://schemas.microsoft.com/office/drawing/2014/main" id="{72F01930-9C8E-80B9-3294-FC2D6CCB2D2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53" name="Rectangle 1252">
                            <a:extLst>
                              <a:ext uri="{FF2B5EF4-FFF2-40B4-BE49-F238E27FC236}">
                                <a16:creationId xmlns:a16="http://schemas.microsoft.com/office/drawing/2014/main" id="{609E381E-94ED-8C48-75CB-8A9795061D9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54" name="Oval 1253">
                            <a:extLst>
                              <a:ext uri="{FF2B5EF4-FFF2-40B4-BE49-F238E27FC236}">
                                <a16:creationId xmlns:a16="http://schemas.microsoft.com/office/drawing/2014/main" id="{7B14739C-B0A8-5A7A-EC1B-139AF0DBF046}"/>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55" name="Freeform 920">
                            <a:extLst>
                              <a:ext uri="{FF2B5EF4-FFF2-40B4-BE49-F238E27FC236}">
                                <a16:creationId xmlns:a16="http://schemas.microsoft.com/office/drawing/2014/main" id="{383AB29E-5A4E-F02F-B969-DCB0187D214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56" name="Freeform 921">
                            <a:extLst>
                              <a:ext uri="{FF2B5EF4-FFF2-40B4-BE49-F238E27FC236}">
                                <a16:creationId xmlns:a16="http://schemas.microsoft.com/office/drawing/2014/main" id="{83FEA666-044D-240C-D16C-464DC57216B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57" name="Freeform 922">
                            <a:extLst>
                              <a:ext uri="{FF2B5EF4-FFF2-40B4-BE49-F238E27FC236}">
                                <a16:creationId xmlns:a16="http://schemas.microsoft.com/office/drawing/2014/main" id="{15131A69-9F95-BE72-876E-A570A24BAA6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58" name="Freeform 923">
                            <a:extLst>
                              <a:ext uri="{FF2B5EF4-FFF2-40B4-BE49-F238E27FC236}">
                                <a16:creationId xmlns:a16="http://schemas.microsoft.com/office/drawing/2014/main" id="{E832777F-BA7B-30E7-7DFF-DF3553E8738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259" name="Straight Connector 1258">
                            <a:extLst>
                              <a:ext uri="{FF2B5EF4-FFF2-40B4-BE49-F238E27FC236}">
                                <a16:creationId xmlns:a16="http://schemas.microsoft.com/office/drawing/2014/main" id="{7D845757-FCA0-4C98-840E-23E4041708CB}"/>
                              </a:ext>
                            </a:extLst>
                          </p:cNvPr>
                          <p:cNvCxnSpPr>
                            <a:endCxn id="125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260" name="Straight Connector 1259">
                            <a:extLst>
                              <a:ext uri="{FF2B5EF4-FFF2-40B4-BE49-F238E27FC236}">
                                <a16:creationId xmlns:a16="http://schemas.microsoft.com/office/drawing/2014/main" id="{80D94C8D-4BFB-DFEA-4013-D168E4F4EC2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249" name="Group 1248">
                          <a:extLst>
                            <a:ext uri="{FF2B5EF4-FFF2-40B4-BE49-F238E27FC236}">
                              <a16:creationId xmlns:a16="http://schemas.microsoft.com/office/drawing/2014/main" id="{54D0CA20-E2F3-5409-CCD5-13B751D8A5F3}"/>
                            </a:ext>
                          </a:extLst>
                        </p:cNvPr>
                        <p:cNvGrpSpPr/>
                        <p:nvPr/>
                      </p:nvGrpSpPr>
                      <p:grpSpPr>
                        <a:xfrm>
                          <a:off x="1770362" y="2873352"/>
                          <a:ext cx="441422" cy="369332"/>
                          <a:chOff x="667045" y="1708643"/>
                          <a:chExt cx="441422" cy="369332"/>
                        </a:xfrm>
                      </p:grpSpPr>
                      <p:sp>
                        <p:nvSpPr>
                          <p:cNvPr id="1250" name="Oval 1249">
                            <a:extLst>
                              <a:ext uri="{FF2B5EF4-FFF2-40B4-BE49-F238E27FC236}">
                                <a16:creationId xmlns:a16="http://schemas.microsoft.com/office/drawing/2014/main" id="{A40765FA-14A4-2C43-C98B-706C28AE1A70}"/>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51" name="TextBox 1250">
                            <a:extLst>
                              <a:ext uri="{FF2B5EF4-FFF2-40B4-BE49-F238E27FC236}">
                                <a16:creationId xmlns:a16="http://schemas.microsoft.com/office/drawing/2014/main" id="{93626A40-9E43-4A59-C08F-48BE5975B44F}"/>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1203" name="Group 1202">
                        <a:extLst>
                          <a:ext uri="{FF2B5EF4-FFF2-40B4-BE49-F238E27FC236}">
                            <a16:creationId xmlns:a16="http://schemas.microsoft.com/office/drawing/2014/main" id="{A98B5A3B-4F10-BB5D-D76D-9105720ECA8A}"/>
                          </a:ext>
                        </a:extLst>
                      </p:cNvPr>
                      <p:cNvGrpSpPr/>
                      <p:nvPr/>
                    </p:nvGrpSpPr>
                    <p:grpSpPr>
                      <a:xfrm>
                        <a:off x="1740320" y="4094669"/>
                        <a:ext cx="565150" cy="369332"/>
                        <a:chOff x="1736090" y="2873352"/>
                        <a:chExt cx="565150" cy="369332"/>
                      </a:xfrm>
                    </p:grpSpPr>
                    <p:grpSp>
                      <p:nvGrpSpPr>
                        <p:cNvPr id="1235" name="Group 327">
                          <a:extLst>
                            <a:ext uri="{FF2B5EF4-FFF2-40B4-BE49-F238E27FC236}">
                              <a16:creationId xmlns:a16="http://schemas.microsoft.com/office/drawing/2014/main" id="{C43FFA2B-525C-74CE-6C9C-F167282A1A57}"/>
                            </a:ext>
                          </a:extLst>
                        </p:cNvPr>
                        <p:cNvGrpSpPr>
                          <a:grpSpLocks/>
                        </p:cNvGrpSpPr>
                        <p:nvPr/>
                      </p:nvGrpSpPr>
                      <p:grpSpPr bwMode="auto">
                        <a:xfrm>
                          <a:off x="1736090" y="2893762"/>
                          <a:ext cx="565150" cy="292100"/>
                          <a:chOff x="1871277" y="1576300"/>
                          <a:chExt cx="1128371" cy="437861"/>
                        </a:xfrm>
                      </p:grpSpPr>
                      <p:sp>
                        <p:nvSpPr>
                          <p:cNvPr id="1239" name="Oval 1238">
                            <a:extLst>
                              <a:ext uri="{FF2B5EF4-FFF2-40B4-BE49-F238E27FC236}">
                                <a16:creationId xmlns:a16="http://schemas.microsoft.com/office/drawing/2014/main" id="{4EEA9A2D-A4F3-EB3E-E23F-68AB26670E4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40" name="Rectangle 1239">
                            <a:extLst>
                              <a:ext uri="{FF2B5EF4-FFF2-40B4-BE49-F238E27FC236}">
                                <a16:creationId xmlns:a16="http://schemas.microsoft.com/office/drawing/2014/main" id="{5A4F7E59-CEC8-C15C-5374-FE0F8A4CC55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41" name="Oval 1240">
                            <a:extLst>
                              <a:ext uri="{FF2B5EF4-FFF2-40B4-BE49-F238E27FC236}">
                                <a16:creationId xmlns:a16="http://schemas.microsoft.com/office/drawing/2014/main" id="{3D863F37-DC95-5794-540B-6F8D21B13D2D}"/>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42" name="Freeform 907">
                            <a:extLst>
                              <a:ext uri="{FF2B5EF4-FFF2-40B4-BE49-F238E27FC236}">
                                <a16:creationId xmlns:a16="http://schemas.microsoft.com/office/drawing/2014/main" id="{75CACE3D-2985-4DC0-9FF6-A899DEF7636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43" name="Freeform 908">
                            <a:extLst>
                              <a:ext uri="{FF2B5EF4-FFF2-40B4-BE49-F238E27FC236}">
                                <a16:creationId xmlns:a16="http://schemas.microsoft.com/office/drawing/2014/main" id="{B3E1C075-BC0E-5345-F5A1-F104734DD24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44" name="Freeform 909">
                            <a:extLst>
                              <a:ext uri="{FF2B5EF4-FFF2-40B4-BE49-F238E27FC236}">
                                <a16:creationId xmlns:a16="http://schemas.microsoft.com/office/drawing/2014/main" id="{012E95AF-8808-2D96-E734-AD673FDA4F2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45" name="Freeform 910">
                            <a:extLst>
                              <a:ext uri="{FF2B5EF4-FFF2-40B4-BE49-F238E27FC236}">
                                <a16:creationId xmlns:a16="http://schemas.microsoft.com/office/drawing/2014/main" id="{49B1727D-EC9B-396E-5E71-60BA83456F9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246" name="Straight Connector 1245">
                            <a:extLst>
                              <a:ext uri="{FF2B5EF4-FFF2-40B4-BE49-F238E27FC236}">
                                <a16:creationId xmlns:a16="http://schemas.microsoft.com/office/drawing/2014/main" id="{3FA0EFF0-7A2B-6F6E-97A2-E70212BFA4F4}"/>
                              </a:ext>
                            </a:extLst>
                          </p:cNvPr>
                          <p:cNvCxnSpPr>
                            <a:endCxn id="124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247" name="Straight Connector 1246">
                            <a:extLst>
                              <a:ext uri="{FF2B5EF4-FFF2-40B4-BE49-F238E27FC236}">
                                <a16:creationId xmlns:a16="http://schemas.microsoft.com/office/drawing/2014/main" id="{0FC7C671-DD2C-05B5-C3EC-D9FF359ECF9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236" name="Group 1235">
                          <a:extLst>
                            <a:ext uri="{FF2B5EF4-FFF2-40B4-BE49-F238E27FC236}">
                              <a16:creationId xmlns:a16="http://schemas.microsoft.com/office/drawing/2014/main" id="{3F790AE7-BBD0-4A3C-BB26-864857B4046B}"/>
                            </a:ext>
                          </a:extLst>
                        </p:cNvPr>
                        <p:cNvGrpSpPr/>
                        <p:nvPr/>
                      </p:nvGrpSpPr>
                      <p:grpSpPr>
                        <a:xfrm>
                          <a:off x="1770362" y="2873352"/>
                          <a:ext cx="441422" cy="369332"/>
                          <a:chOff x="667045" y="1708643"/>
                          <a:chExt cx="441422" cy="369332"/>
                        </a:xfrm>
                      </p:grpSpPr>
                      <p:sp>
                        <p:nvSpPr>
                          <p:cNvPr id="1237" name="Oval 1236">
                            <a:extLst>
                              <a:ext uri="{FF2B5EF4-FFF2-40B4-BE49-F238E27FC236}">
                                <a16:creationId xmlns:a16="http://schemas.microsoft.com/office/drawing/2014/main" id="{1ECE18D6-36B3-DD59-B0A3-99C50E67338A}"/>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38" name="TextBox 1237">
                            <a:extLst>
                              <a:ext uri="{FF2B5EF4-FFF2-40B4-BE49-F238E27FC236}">
                                <a16:creationId xmlns:a16="http://schemas.microsoft.com/office/drawing/2014/main" id="{2EC28B1D-9A02-B05C-88F8-CF454E141406}"/>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1204" name="Group 1203">
                        <a:extLst>
                          <a:ext uri="{FF2B5EF4-FFF2-40B4-BE49-F238E27FC236}">
                            <a16:creationId xmlns:a16="http://schemas.microsoft.com/office/drawing/2014/main" id="{0F7E6BAB-3E1B-51EC-7E87-59EE7457A5B7}"/>
                          </a:ext>
                        </a:extLst>
                      </p:cNvPr>
                      <p:cNvGrpSpPr/>
                      <p:nvPr/>
                    </p:nvGrpSpPr>
                    <p:grpSpPr>
                      <a:xfrm>
                        <a:off x="2601806" y="3485072"/>
                        <a:ext cx="565150" cy="369332"/>
                        <a:chOff x="1736090" y="2873352"/>
                        <a:chExt cx="565150" cy="369332"/>
                      </a:xfrm>
                    </p:grpSpPr>
                    <p:grpSp>
                      <p:nvGrpSpPr>
                        <p:cNvPr id="1222" name="Group 327">
                          <a:extLst>
                            <a:ext uri="{FF2B5EF4-FFF2-40B4-BE49-F238E27FC236}">
                              <a16:creationId xmlns:a16="http://schemas.microsoft.com/office/drawing/2014/main" id="{58AD7F34-B690-F9BC-0C81-62732E730098}"/>
                            </a:ext>
                          </a:extLst>
                        </p:cNvPr>
                        <p:cNvGrpSpPr>
                          <a:grpSpLocks/>
                        </p:cNvGrpSpPr>
                        <p:nvPr/>
                      </p:nvGrpSpPr>
                      <p:grpSpPr bwMode="auto">
                        <a:xfrm>
                          <a:off x="1736090" y="2893762"/>
                          <a:ext cx="565150" cy="292100"/>
                          <a:chOff x="1871277" y="1576300"/>
                          <a:chExt cx="1128371" cy="437861"/>
                        </a:xfrm>
                      </p:grpSpPr>
                      <p:sp>
                        <p:nvSpPr>
                          <p:cNvPr id="1226" name="Oval 1225">
                            <a:extLst>
                              <a:ext uri="{FF2B5EF4-FFF2-40B4-BE49-F238E27FC236}">
                                <a16:creationId xmlns:a16="http://schemas.microsoft.com/office/drawing/2014/main" id="{2F442905-2524-DD81-3C4D-41D481D5D72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27" name="Rectangle 1226">
                            <a:extLst>
                              <a:ext uri="{FF2B5EF4-FFF2-40B4-BE49-F238E27FC236}">
                                <a16:creationId xmlns:a16="http://schemas.microsoft.com/office/drawing/2014/main" id="{713E76FA-0522-9026-313A-35ACB0F6492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28" name="Oval 1227">
                            <a:extLst>
                              <a:ext uri="{FF2B5EF4-FFF2-40B4-BE49-F238E27FC236}">
                                <a16:creationId xmlns:a16="http://schemas.microsoft.com/office/drawing/2014/main" id="{80542B52-2A14-B828-F79A-5BF78EAAF50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29" name="Freeform 894">
                            <a:extLst>
                              <a:ext uri="{FF2B5EF4-FFF2-40B4-BE49-F238E27FC236}">
                                <a16:creationId xmlns:a16="http://schemas.microsoft.com/office/drawing/2014/main" id="{E9627354-305B-02DF-20F0-C0DBC430809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30" name="Freeform 895">
                            <a:extLst>
                              <a:ext uri="{FF2B5EF4-FFF2-40B4-BE49-F238E27FC236}">
                                <a16:creationId xmlns:a16="http://schemas.microsoft.com/office/drawing/2014/main" id="{8B0C4A3A-1C2A-8074-F967-CCA99BABA20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31" name="Freeform 896">
                            <a:extLst>
                              <a:ext uri="{FF2B5EF4-FFF2-40B4-BE49-F238E27FC236}">
                                <a16:creationId xmlns:a16="http://schemas.microsoft.com/office/drawing/2014/main" id="{7FE46439-BDE5-6D74-1DCF-4849AB8932B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32" name="Freeform 897">
                            <a:extLst>
                              <a:ext uri="{FF2B5EF4-FFF2-40B4-BE49-F238E27FC236}">
                                <a16:creationId xmlns:a16="http://schemas.microsoft.com/office/drawing/2014/main" id="{212481D4-DAFC-5B52-DF59-FE3CC889B7D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233" name="Straight Connector 1232">
                            <a:extLst>
                              <a:ext uri="{FF2B5EF4-FFF2-40B4-BE49-F238E27FC236}">
                                <a16:creationId xmlns:a16="http://schemas.microsoft.com/office/drawing/2014/main" id="{06134FE1-2BFC-764F-AA5F-759127E543B1}"/>
                              </a:ext>
                            </a:extLst>
                          </p:cNvPr>
                          <p:cNvCxnSpPr>
                            <a:endCxn id="122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234" name="Straight Connector 1233">
                            <a:extLst>
                              <a:ext uri="{FF2B5EF4-FFF2-40B4-BE49-F238E27FC236}">
                                <a16:creationId xmlns:a16="http://schemas.microsoft.com/office/drawing/2014/main" id="{A769D89C-F92C-FF09-7C70-4E73522A3473}"/>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223" name="Group 1222">
                          <a:extLst>
                            <a:ext uri="{FF2B5EF4-FFF2-40B4-BE49-F238E27FC236}">
                              <a16:creationId xmlns:a16="http://schemas.microsoft.com/office/drawing/2014/main" id="{AF23DEDF-9518-5D8A-B035-7AA6BD8DD34E}"/>
                            </a:ext>
                          </a:extLst>
                        </p:cNvPr>
                        <p:cNvGrpSpPr/>
                        <p:nvPr/>
                      </p:nvGrpSpPr>
                      <p:grpSpPr>
                        <a:xfrm>
                          <a:off x="1770362" y="2873352"/>
                          <a:ext cx="428460" cy="369332"/>
                          <a:chOff x="667045" y="1708643"/>
                          <a:chExt cx="428460" cy="369332"/>
                        </a:xfrm>
                      </p:grpSpPr>
                      <p:sp>
                        <p:nvSpPr>
                          <p:cNvPr id="1224" name="Oval 1223">
                            <a:extLst>
                              <a:ext uri="{FF2B5EF4-FFF2-40B4-BE49-F238E27FC236}">
                                <a16:creationId xmlns:a16="http://schemas.microsoft.com/office/drawing/2014/main" id="{7F375377-943D-5C70-26CD-1856DB99251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25" name="TextBox 1224">
                            <a:extLst>
                              <a:ext uri="{FF2B5EF4-FFF2-40B4-BE49-F238E27FC236}">
                                <a16:creationId xmlns:a16="http://schemas.microsoft.com/office/drawing/2014/main" id="{7EB554DF-AF89-9D09-E0B3-BC865CCE43DD}"/>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1205" name="Group 1204">
                        <a:extLst>
                          <a:ext uri="{FF2B5EF4-FFF2-40B4-BE49-F238E27FC236}">
                            <a16:creationId xmlns:a16="http://schemas.microsoft.com/office/drawing/2014/main" id="{CC09DF44-8972-9BE2-F902-1D57E19F02DE}"/>
                          </a:ext>
                        </a:extLst>
                      </p:cNvPr>
                      <p:cNvGrpSpPr/>
                      <p:nvPr/>
                    </p:nvGrpSpPr>
                    <p:grpSpPr>
                      <a:xfrm>
                        <a:off x="833331" y="3478719"/>
                        <a:ext cx="565150" cy="369332"/>
                        <a:chOff x="1736090" y="2873352"/>
                        <a:chExt cx="565150" cy="369332"/>
                      </a:xfrm>
                    </p:grpSpPr>
                    <p:grpSp>
                      <p:nvGrpSpPr>
                        <p:cNvPr id="1209" name="Group 327">
                          <a:extLst>
                            <a:ext uri="{FF2B5EF4-FFF2-40B4-BE49-F238E27FC236}">
                              <a16:creationId xmlns:a16="http://schemas.microsoft.com/office/drawing/2014/main" id="{64A02AF5-E9B9-1F6B-4B55-BA2DE2B52653}"/>
                            </a:ext>
                          </a:extLst>
                        </p:cNvPr>
                        <p:cNvGrpSpPr>
                          <a:grpSpLocks/>
                        </p:cNvGrpSpPr>
                        <p:nvPr/>
                      </p:nvGrpSpPr>
                      <p:grpSpPr bwMode="auto">
                        <a:xfrm>
                          <a:off x="1736090" y="2893762"/>
                          <a:ext cx="565150" cy="292100"/>
                          <a:chOff x="1871277" y="1576300"/>
                          <a:chExt cx="1128371" cy="437861"/>
                        </a:xfrm>
                      </p:grpSpPr>
                      <p:sp>
                        <p:nvSpPr>
                          <p:cNvPr id="1213" name="Oval 1212">
                            <a:extLst>
                              <a:ext uri="{FF2B5EF4-FFF2-40B4-BE49-F238E27FC236}">
                                <a16:creationId xmlns:a16="http://schemas.microsoft.com/office/drawing/2014/main" id="{E4F2F077-35ED-8D13-0627-54BC4FEAA29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14" name="Rectangle 1213">
                            <a:extLst>
                              <a:ext uri="{FF2B5EF4-FFF2-40B4-BE49-F238E27FC236}">
                                <a16:creationId xmlns:a16="http://schemas.microsoft.com/office/drawing/2014/main" id="{E6860425-7758-BCBF-80C1-6A9B874D237F}"/>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15" name="Oval 1214">
                            <a:extLst>
                              <a:ext uri="{FF2B5EF4-FFF2-40B4-BE49-F238E27FC236}">
                                <a16:creationId xmlns:a16="http://schemas.microsoft.com/office/drawing/2014/main" id="{EB323D81-5089-03B5-CB9C-F0EB6DCF4CD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216" name="Freeform 881">
                            <a:extLst>
                              <a:ext uri="{FF2B5EF4-FFF2-40B4-BE49-F238E27FC236}">
                                <a16:creationId xmlns:a16="http://schemas.microsoft.com/office/drawing/2014/main" id="{D2D39626-B7B5-DA66-D778-357A673AE74D}"/>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17" name="Freeform 882">
                            <a:extLst>
                              <a:ext uri="{FF2B5EF4-FFF2-40B4-BE49-F238E27FC236}">
                                <a16:creationId xmlns:a16="http://schemas.microsoft.com/office/drawing/2014/main" id="{C3E64D06-FE6A-8A63-FE3D-DFB1E0867F3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18" name="Freeform 883">
                            <a:extLst>
                              <a:ext uri="{FF2B5EF4-FFF2-40B4-BE49-F238E27FC236}">
                                <a16:creationId xmlns:a16="http://schemas.microsoft.com/office/drawing/2014/main" id="{55FFC5AC-C7A0-B761-3C6F-D8F52E0CF35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19" name="Freeform 884">
                            <a:extLst>
                              <a:ext uri="{FF2B5EF4-FFF2-40B4-BE49-F238E27FC236}">
                                <a16:creationId xmlns:a16="http://schemas.microsoft.com/office/drawing/2014/main" id="{29BE4DF3-C145-4219-50ED-E17EDB1B0CC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220" name="Straight Connector 1219">
                            <a:extLst>
                              <a:ext uri="{FF2B5EF4-FFF2-40B4-BE49-F238E27FC236}">
                                <a16:creationId xmlns:a16="http://schemas.microsoft.com/office/drawing/2014/main" id="{A0E55FCE-CBCA-4447-9F4F-EF446E891EFE}"/>
                              </a:ext>
                            </a:extLst>
                          </p:cNvPr>
                          <p:cNvCxnSpPr>
                            <a:endCxn id="121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221" name="Straight Connector 1220">
                            <a:extLst>
                              <a:ext uri="{FF2B5EF4-FFF2-40B4-BE49-F238E27FC236}">
                                <a16:creationId xmlns:a16="http://schemas.microsoft.com/office/drawing/2014/main" id="{B2F67F57-63BD-FA51-D981-D8EA84ACFDF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210" name="Group 1209">
                          <a:extLst>
                            <a:ext uri="{FF2B5EF4-FFF2-40B4-BE49-F238E27FC236}">
                              <a16:creationId xmlns:a16="http://schemas.microsoft.com/office/drawing/2014/main" id="{0398765F-C7FE-3E08-0F70-0AA2883FCC2A}"/>
                            </a:ext>
                          </a:extLst>
                        </p:cNvPr>
                        <p:cNvGrpSpPr/>
                        <p:nvPr/>
                      </p:nvGrpSpPr>
                      <p:grpSpPr>
                        <a:xfrm>
                          <a:off x="1770362" y="2873352"/>
                          <a:ext cx="441422" cy="369332"/>
                          <a:chOff x="667045" y="1708643"/>
                          <a:chExt cx="441422" cy="369332"/>
                        </a:xfrm>
                      </p:grpSpPr>
                      <p:sp>
                        <p:nvSpPr>
                          <p:cNvPr id="1211" name="Oval 1210">
                            <a:extLst>
                              <a:ext uri="{FF2B5EF4-FFF2-40B4-BE49-F238E27FC236}">
                                <a16:creationId xmlns:a16="http://schemas.microsoft.com/office/drawing/2014/main" id="{1B4363B1-32A5-A85F-38F5-C4E1AE2CBDE7}"/>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12" name="TextBox 1211">
                            <a:extLst>
                              <a:ext uri="{FF2B5EF4-FFF2-40B4-BE49-F238E27FC236}">
                                <a16:creationId xmlns:a16="http://schemas.microsoft.com/office/drawing/2014/main" id="{F95B9496-C169-56C5-AAFB-3CA54EF8E844}"/>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1206" name="Straight Connector 1205">
                        <a:extLst>
                          <a:ext uri="{FF2B5EF4-FFF2-40B4-BE49-F238E27FC236}">
                            <a16:creationId xmlns:a16="http://schemas.microsoft.com/office/drawing/2014/main" id="{81D80EEF-44CF-BDDE-915D-7379D80210B7}"/>
                          </a:ext>
                        </a:extLst>
                      </p:cNvPr>
                      <p:cNvCxnSpPr>
                        <a:stCxn id="1252"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207" name="Straight Connector 1206">
                        <a:extLst>
                          <a:ext uri="{FF2B5EF4-FFF2-40B4-BE49-F238E27FC236}">
                            <a16:creationId xmlns:a16="http://schemas.microsoft.com/office/drawing/2014/main" id="{D780D087-C5BB-66E0-7C35-F98FEE9C76ED}"/>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208" name="Straight Connector 1207">
                        <a:extLst>
                          <a:ext uri="{FF2B5EF4-FFF2-40B4-BE49-F238E27FC236}">
                            <a16:creationId xmlns:a16="http://schemas.microsoft.com/office/drawing/2014/main" id="{AE51901E-D981-E6B6-4DFA-A2C45D1801DA}"/>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1199" name="TextBox 1198">
                    <a:extLst>
                      <a:ext uri="{FF2B5EF4-FFF2-40B4-BE49-F238E27FC236}">
                        <a16:creationId xmlns:a16="http://schemas.microsoft.com/office/drawing/2014/main" id="{04D261E4-F236-7726-9EA8-368D6670605F}"/>
                      </a:ext>
                    </a:extLst>
                  </p:cNvPr>
                  <p:cNvSpPr txBox="1"/>
                  <p:nvPr/>
                </p:nvSpPr>
                <p:spPr>
                  <a:xfrm>
                    <a:off x="4833576" y="4910165"/>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grpSp>
            <p:grpSp>
              <p:nvGrpSpPr>
                <p:cNvPr id="32" name="Group 31">
                  <a:extLst>
                    <a:ext uri="{FF2B5EF4-FFF2-40B4-BE49-F238E27FC236}">
                      <a16:creationId xmlns:a16="http://schemas.microsoft.com/office/drawing/2014/main" id="{59C007BE-E106-2149-8D41-662A9EB5F1D3}"/>
                    </a:ext>
                  </a:extLst>
                </p:cNvPr>
                <p:cNvGrpSpPr/>
                <p:nvPr/>
              </p:nvGrpSpPr>
              <p:grpSpPr>
                <a:xfrm>
                  <a:off x="8100574" y="3694542"/>
                  <a:ext cx="2575521" cy="1672516"/>
                  <a:chOff x="8100574" y="3694542"/>
                  <a:chExt cx="2575521" cy="1672516"/>
                </a:xfrm>
              </p:grpSpPr>
              <p:sp>
                <p:nvSpPr>
                  <p:cNvPr id="480" name="Freeform 2">
                    <a:extLst>
                      <a:ext uri="{FF2B5EF4-FFF2-40B4-BE49-F238E27FC236}">
                        <a16:creationId xmlns:a16="http://schemas.microsoft.com/office/drawing/2014/main" id="{F16A4EF5-F813-0BE8-7DE0-AB60063E6427}"/>
                      </a:ext>
                    </a:extLst>
                  </p:cNvPr>
                  <p:cNvSpPr>
                    <a:spLocks/>
                  </p:cNvSpPr>
                  <p:nvPr/>
                </p:nvSpPr>
                <p:spPr bwMode="auto">
                  <a:xfrm>
                    <a:off x="8100574" y="3694542"/>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81" name="Group 480">
                    <a:extLst>
                      <a:ext uri="{FF2B5EF4-FFF2-40B4-BE49-F238E27FC236}">
                        <a16:creationId xmlns:a16="http://schemas.microsoft.com/office/drawing/2014/main" id="{C783D418-21BD-F523-CDDF-ADECBD07FA41}"/>
                      </a:ext>
                    </a:extLst>
                  </p:cNvPr>
                  <p:cNvGrpSpPr/>
                  <p:nvPr/>
                </p:nvGrpSpPr>
                <p:grpSpPr>
                  <a:xfrm>
                    <a:off x="8136838" y="3735782"/>
                    <a:ext cx="2402775" cy="1530043"/>
                    <a:chOff x="8136838" y="3735782"/>
                    <a:chExt cx="2402775" cy="1530043"/>
                  </a:xfrm>
                </p:grpSpPr>
                <p:grpSp>
                  <p:nvGrpSpPr>
                    <p:cNvPr id="482" name="Group 481">
                      <a:extLst>
                        <a:ext uri="{FF2B5EF4-FFF2-40B4-BE49-F238E27FC236}">
                          <a16:creationId xmlns:a16="http://schemas.microsoft.com/office/drawing/2014/main" id="{1D5021F3-CD2F-F5AE-234D-4E9B80BF4697}"/>
                        </a:ext>
                      </a:extLst>
                    </p:cNvPr>
                    <p:cNvGrpSpPr/>
                    <p:nvPr/>
                  </p:nvGrpSpPr>
                  <p:grpSpPr>
                    <a:xfrm>
                      <a:off x="8324065" y="3830658"/>
                      <a:ext cx="2215548" cy="1435167"/>
                      <a:chOff x="833331" y="2873352"/>
                      <a:chExt cx="2333625" cy="1590649"/>
                    </a:xfrm>
                  </p:grpSpPr>
                  <p:grpSp>
                    <p:nvGrpSpPr>
                      <p:cNvPr id="484" name="Group 483">
                        <a:extLst>
                          <a:ext uri="{FF2B5EF4-FFF2-40B4-BE49-F238E27FC236}">
                            <a16:creationId xmlns:a16="http://schemas.microsoft.com/office/drawing/2014/main" id="{6DBD827B-9ABB-AE58-8C19-2A0F732BE440}"/>
                          </a:ext>
                        </a:extLst>
                      </p:cNvPr>
                      <p:cNvGrpSpPr/>
                      <p:nvPr/>
                    </p:nvGrpSpPr>
                    <p:grpSpPr>
                      <a:xfrm>
                        <a:off x="1736090" y="2873352"/>
                        <a:ext cx="565150" cy="369332"/>
                        <a:chOff x="1736090" y="2873352"/>
                        <a:chExt cx="565150" cy="369332"/>
                      </a:xfrm>
                    </p:grpSpPr>
                    <p:grpSp>
                      <p:nvGrpSpPr>
                        <p:cNvPr id="1185" name="Group 327">
                          <a:extLst>
                            <a:ext uri="{FF2B5EF4-FFF2-40B4-BE49-F238E27FC236}">
                              <a16:creationId xmlns:a16="http://schemas.microsoft.com/office/drawing/2014/main" id="{3BB4B59B-AD5E-2906-2F15-7F0E579A24CA}"/>
                            </a:ext>
                          </a:extLst>
                        </p:cNvPr>
                        <p:cNvGrpSpPr>
                          <a:grpSpLocks/>
                        </p:cNvGrpSpPr>
                        <p:nvPr/>
                      </p:nvGrpSpPr>
                      <p:grpSpPr bwMode="auto">
                        <a:xfrm>
                          <a:off x="1736090" y="2893762"/>
                          <a:ext cx="565150" cy="292100"/>
                          <a:chOff x="1871277" y="1576300"/>
                          <a:chExt cx="1128371" cy="437861"/>
                        </a:xfrm>
                      </p:grpSpPr>
                      <p:sp>
                        <p:nvSpPr>
                          <p:cNvPr id="1189" name="Oval 1188">
                            <a:extLst>
                              <a:ext uri="{FF2B5EF4-FFF2-40B4-BE49-F238E27FC236}">
                                <a16:creationId xmlns:a16="http://schemas.microsoft.com/office/drawing/2014/main" id="{C9310307-2478-4F4A-7DAA-8BB6FADAC206}"/>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90" name="Rectangle 1189">
                            <a:extLst>
                              <a:ext uri="{FF2B5EF4-FFF2-40B4-BE49-F238E27FC236}">
                                <a16:creationId xmlns:a16="http://schemas.microsoft.com/office/drawing/2014/main" id="{2A4F5937-02CD-9E06-FD31-45E17660326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91" name="Oval 1190">
                            <a:extLst>
                              <a:ext uri="{FF2B5EF4-FFF2-40B4-BE49-F238E27FC236}">
                                <a16:creationId xmlns:a16="http://schemas.microsoft.com/office/drawing/2014/main" id="{FFC04DBE-B1EA-0C5E-E04B-373CE112F9D5}"/>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92" name="Freeform 857">
                            <a:extLst>
                              <a:ext uri="{FF2B5EF4-FFF2-40B4-BE49-F238E27FC236}">
                                <a16:creationId xmlns:a16="http://schemas.microsoft.com/office/drawing/2014/main" id="{408ADF2D-C5FD-BF62-4530-76A6A3F7B12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93" name="Freeform 858">
                            <a:extLst>
                              <a:ext uri="{FF2B5EF4-FFF2-40B4-BE49-F238E27FC236}">
                                <a16:creationId xmlns:a16="http://schemas.microsoft.com/office/drawing/2014/main" id="{A541C3AA-7063-C3AF-0CCC-07C46B13587F}"/>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94" name="Freeform 859">
                            <a:extLst>
                              <a:ext uri="{FF2B5EF4-FFF2-40B4-BE49-F238E27FC236}">
                                <a16:creationId xmlns:a16="http://schemas.microsoft.com/office/drawing/2014/main" id="{8C89B0AA-3BBF-3AE2-DCA7-A99F30BB1EE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95" name="Freeform 860">
                            <a:extLst>
                              <a:ext uri="{FF2B5EF4-FFF2-40B4-BE49-F238E27FC236}">
                                <a16:creationId xmlns:a16="http://schemas.microsoft.com/office/drawing/2014/main" id="{DD7B402E-0D00-F785-9D83-BB0060AABA3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96" name="Straight Connector 1195">
                            <a:extLst>
                              <a:ext uri="{FF2B5EF4-FFF2-40B4-BE49-F238E27FC236}">
                                <a16:creationId xmlns:a16="http://schemas.microsoft.com/office/drawing/2014/main" id="{0333AEC5-829D-57B1-2ED4-8AB3243F4B6B}"/>
                              </a:ext>
                            </a:extLst>
                          </p:cNvPr>
                          <p:cNvCxnSpPr>
                            <a:endCxn id="119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197" name="Straight Connector 1196">
                            <a:extLst>
                              <a:ext uri="{FF2B5EF4-FFF2-40B4-BE49-F238E27FC236}">
                                <a16:creationId xmlns:a16="http://schemas.microsoft.com/office/drawing/2014/main" id="{F9682053-7E14-90FD-7322-367866B94A4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186" name="Group 1185">
                          <a:extLst>
                            <a:ext uri="{FF2B5EF4-FFF2-40B4-BE49-F238E27FC236}">
                              <a16:creationId xmlns:a16="http://schemas.microsoft.com/office/drawing/2014/main" id="{92790900-6474-4EDF-7F4F-2275F7D217B4}"/>
                            </a:ext>
                          </a:extLst>
                        </p:cNvPr>
                        <p:cNvGrpSpPr/>
                        <p:nvPr/>
                      </p:nvGrpSpPr>
                      <p:grpSpPr>
                        <a:xfrm>
                          <a:off x="1770362" y="2873352"/>
                          <a:ext cx="441422" cy="369332"/>
                          <a:chOff x="667045" y="1708643"/>
                          <a:chExt cx="441422" cy="369332"/>
                        </a:xfrm>
                      </p:grpSpPr>
                      <p:sp>
                        <p:nvSpPr>
                          <p:cNvPr id="1187" name="Oval 1186">
                            <a:extLst>
                              <a:ext uri="{FF2B5EF4-FFF2-40B4-BE49-F238E27FC236}">
                                <a16:creationId xmlns:a16="http://schemas.microsoft.com/office/drawing/2014/main" id="{CDD89474-6E2B-B70B-AAE5-D094043206D7}"/>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88" name="TextBox 1187">
                            <a:extLst>
                              <a:ext uri="{FF2B5EF4-FFF2-40B4-BE49-F238E27FC236}">
                                <a16:creationId xmlns:a16="http://schemas.microsoft.com/office/drawing/2014/main" id="{2FF1682A-22CC-1B62-BE7C-A39DC2568E90}"/>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485" name="Group 484">
                        <a:extLst>
                          <a:ext uri="{FF2B5EF4-FFF2-40B4-BE49-F238E27FC236}">
                            <a16:creationId xmlns:a16="http://schemas.microsoft.com/office/drawing/2014/main" id="{1DA6EC77-31E4-5AE5-B993-317168305597}"/>
                          </a:ext>
                        </a:extLst>
                      </p:cNvPr>
                      <p:cNvGrpSpPr/>
                      <p:nvPr/>
                    </p:nvGrpSpPr>
                    <p:grpSpPr>
                      <a:xfrm>
                        <a:off x="1740320" y="4094669"/>
                        <a:ext cx="565150" cy="369332"/>
                        <a:chOff x="1736090" y="2873352"/>
                        <a:chExt cx="565150" cy="369332"/>
                      </a:xfrm>
                    </p:grpSpPr>
                    <p:grpSp>
                      <p:nvGrpSpPr>
                        <p:cNvPr id="1172" name="Group 327">
                          <a:extLst>
                            <a:ext uri="{FF2B5EF4-FFF2-40B4-BE49-F238E27FC236}">
                              <a16:creationId xmlns:a16="http://schemas.microsoft.com/office/drawing/2014/main" id="{6BB2B6BF-5101-02AE-3537-1324F4560726}"/>
                            </a:ext>
                          </a:extLst>
                        </p:cNvPr>
                        <p:cNvGrpSpPr>
                          <a:grpSpLocks/>
                        </p:cNvGrpSpPr>
                        <p:nvPr/>
                      </p:nvGrpSpPr>
                      <p:grpSpPr bwMode="auto">
                        <a:xfrm>
                          <a:off x="1736090" y="2893762"/>
                          <a:ext cx="565150" cy="292100"/>
                          <a:chOff x="1871277" y="1576300"/>
                          <a:chExt cx="1128371" cy="437861"/>
                        </a:xfrm>
                      </p:grpSpPr>
                      <p:sp>
                        <p:nvSpPr>
                          <p:cNvPr id="1176" name="Oval 1175">
                            <a:extLst>
                              <a:ext uri="{FF2B5EF4-FFF2-40B4-BE49-F238E27FC236}">
                                <a16:creationId xmlns:a16="http://schemas.microsoft.com/office/drawing/2014/main" id="{2DF493DA-91AD-1C6D-9ADA-D292267F529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77" name="Rectangle 1176">
                            <a:extLst>
                              <a:ext uri="{FF2B5EF4-FFF2-40B4-BE49-F238E27FC236}">
                                <a16:creationId xmlns:a16="http://schemas.microsoft.com/office/drawing/2014/main" id="{19AC266C-EFFF-75DF-C1FB-51466EB152E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78" name="Oval 1177">
                            <a:extLst>
                              <a:ext uri="{FF2B5EF4-FFF2-40B4-BE49-F238E27FC236}">
                                <a16:creationId xmlns:a16="http://schemas.microsoft.com/office/drawing/2014/main" id="{0B0AA1C6-69FC-42D7-3D4E-BCD4142C5BE7}"/>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79" name="Freeform 844">
                            <a:extLst>
                              <a:ext uri="{FF2B5EF4-FFF2-40B4-BE49-F238E27FC236}">
                                <a16:creationId xmlns:a16="http://schemas.microsoft.com/office/drawing/2014/main" id="{3764AA52-24A3-9288-A544-D2798E2DE75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80" name="Freeform 845">
                            <a:extLst>
                              <a:ext uri="{FF2B5EF4-FFF2-40B4-BE49-F238E27FC236}">
                                <a16:creationId xmlns:a16="http://schemas.microsoft.com/office/drawing/2014/main" id="{DB5D91D8-0D25-5531-341F-A8692516E1F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81" name="Freeform 846">
                            <a:extLst>
                              <a:ext uri="{FF2B5EF4-FFF2-40B4-BE49-F238E27FC236}">
                                <a16:creationId xmlns:a16="http://schemas.microsoft.com/office/drawing/2014/main" id="{31E3AB17-E93A-FD60-8A50-2E50ADAA6EFE}"/>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82" name="Freeform 847">
                            <a:extLst>
                              <a:ext uri="{FF2B5EF4-FFF2-40B4-BE49-F238E27FC236}">
                                <a16:creationId xmlns:a16="http://schemas.microsoft.com/office/drawing/2014/main" id="{44E3E7A3-D160-612C-B924-770819E9E53F}"/>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83" name="Straight Connector 1182">
                            <a:extLst>
                              <a:ext uri="{FF2B5EF4-FFF2-40B4-BE49-F238E27FC236}">
                                <a16:creationId xmlns:a16="http://schemas.microsoft.com/office/drawing/2014/main" id="{3C2DC54E-2593-2F42-67DB-DFFC46A49905}"/>
                              </a:ext>
                            </a:extLst>
                          </p:cNvPr>
                          <p:cNvCxnSpPr>
                            <a:endCxn id="117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184" name="Straight Connector 1183">
                            <a:extLst>
                              <a:ext uri="{FF2B5EF4-FFF2-40B4-BE49-F238E27FC236}">
                                <a16:creationId xmlns:a16="http://schemas.microsoft.com/office/drawing/2014/main" id="{42B68E43-C4EA-0246-D4E3-28EFE4069B9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173" name="Group 1172">
                          <a:extLst>
                            <a:ext uri="{FF2B5EF4-FFF2-40B4-BE49-F238E27FC236}">
                              <a16:creationId xmlns:a16="http://schemas.microsoft.com/office/drawing/2014/main" id="{38A4358E-B54A-EDBC-7800-8E9DA2E78F61}"/>
                            </a:ext>
                          </a:extLst>
                        </p:cNvPr>
                        <p:cNvGrpSpPr/>
                        <p:nvPr/>
                      </p:nvGrpSpPr>
                      <p:grpSpPr>
                        <a:xfrm>
                          <a:off x="1770362" y="2873352"/>
                          <a:ext cx="441422" cy="369332"/>
                          <a:chOff x="667045" y="1708643"/>
                          <a:chExt cx="441422" cy="369332"/>
                        </a:xfrm>
                      </p:grpSpPr>
                      <p:sp>
                        <p:nvSpPr>
                          <p:cNvPr id="1174" name="Oval 1173">
                            <a:extLst>
                              <a:ext uri="{FF2B5EF4-FFF2-40B4-BE49-F238E27FC236}">
                                <a16:creationId xmlns:a16="http://schemas.microsoft.com/office/drawing/2014/main" id="{1ED408B8-A3E6-863E-B844-15335FB14602}"/>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75" name="TextBox 1174">
                            <a:extLst>
                              <a:ext uri="{FF2B5EF4-FFF2-40B4-BE49-F238E27FC236}">
                                <a16:creationId xmlns:a16="http://schemas.microsoft.com/office/drawing/2014/main" id="{4CC478BA-8FE0-BCCA-3F46-8E04770AA80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486" name="Group 485">
                        <a:extLst>
                          <a:ext uri="{FF2B5EF4-FFF2-40B4-BE49-F238E27FC236}">
                            <a16:creationId xmlns:a16="http://schemas.microsoft.com/office/drawing/2014/main" id="{337FA6D9-5101-9657-82D0-24F3E6783512}"/>
                          </a:ext>
                        </a:extLst>
                      </p:cNvPr>
                      <p:cNvGrpSpPr/>
                      <p:nvPr/>
                    </p:nvGrpSpPr>
                    <p:grpSpPr>
                      <a:xfrm>
                        <a:off x="2601806" y="3485072"/>
                        <a:ext cx="565150" cy="369332"/>
                        <a:chOff x="1736090" y="2873352"/>
                        <a:chExt cx="565150" cy="369332"/>
                      </a:xfrm>
                    </p:grpSpPr>
                    <p:grpSp>
                      <p:nvGrpSpPr>
                        <p:cNvPr id="506" name="Group 327">
                          <a:extLst>
                            <a:ext uri="{FF2B5EF4-FFF2-40B4-BE49-F238E27FC236}">
                              <a16:creationId xmlns:a16="http://schemas.microsoft.com/office/drawing/2014/main" id="{D0B66E0D-DB82-7376-CFDE-F7464A7AF45A}"/>
                            </a:ext>
                          </a:extLst>
                        </p:cNvPr>
                        <p:cNvGrpSpPr>
                          <a:grpSpLocks/>
                        </p:cNvGrpSpPr>
                        <p:nvPr/>
                      </p:nvGrpSpPr>
                      <p:grpSpPr bwMode="auto">
                        <a:xfrm>
                          <a:off x="1736090" y="2893762"/>
                          <a:ext cx="565150" cy="292100"/>
                          <a:chOff x="1871277" y="1576300"/>
                          <a:chExt cx="1128371" cy="437861"/>
                        </a:xfrm>
                      </p:grpSpPr>
                      <p:sp>
                        <p:nvSpPr>
                          <p:cNvPr id="511" name="Oval 510">
                            <a:extLst>
                              <a:ext uri="{FF2B5EF4-FFF2-40B4-BE49-F238E27FC236}">
                                <a16:creationId xmlns:a16="http://schemas.microsoft.com/office/drawing/2014/main" id="{81E0C50A-50EB-5616-FDD0-5984CDC38AB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19" name="Rectangle 1118">
                            <a:extLst>
                              <a:ext uri="{FF2B5EF4-FFF2-40B4-BE49-F238E27FC236}">
                                <a16:creationId xmlns:a16="http://schemas.microsoft.com/office/drawing/2014/main" id="{365144D3-764F-45E4-8695-0948A26A8A59}"/>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0" name="Oval 1119">
                            <a:extLst>
                              <a:ext uri="{FF2B5EF4-FFF2-40B4-BE49-F238E27FC236}">
                                <a16:creationId xmlns:a16="http://schemas.microsoft.com/office/drawing/2014/main" id="{B84F2E62-85FE-3727-3809-5FCF5B6882F7}"/>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124" name="Freeform 831">
                            <a:extLst>
                              <a:ext uri="{FF2B5EF4-FFF2-40B4-BE49-F238E27FC236}">
                                <a16:creationId xmlns:a16="http://schemas.microsoft.com/office/drawing/2014/main" id="{9B5CA3C6-9324-0523-4409-F35B818962F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62" name="Freeform 832">
                            <a:extLst>
                              <a:ext uri="{FF2B5EF4-FFF2-40B4-BE49-F238E27FC236}">
                                <a16:creationId xmlns:a16="http://schemas.microsoft.com/office/drawing/2014/main" id="{9A42B299-C381-65B3-681D-30C9DD07293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63" name="Freeform 833">
                            <a:extLst>
                              <a:ext uri="{FF2B5EF4-FFF2-40B4-BE49-F238E27FC236}">
                                <a16:creationId xmlns:a16="http://schemas.microsoft.com/office/drawing/2014/main" id="{1C4D1983-613D-B51F-BF57-4771DEE3217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69" name="Freeform 834">
                            <a:extLst>
                              <a:ext uri="{FF2B5EF4-FFF2-40B4-BE49-F238E27FC236}">
                                <a16:creationId xmlns:a16="http://schemas.microsoft.com/office/drawing/2014/main" id="{25530549-248E-6A5A-7D6B-FDF967797596}"/>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170" name="Straight Connector 1169">
                            <a:extLst>
                              <a:ext uri="{FF2B5EF4-FFF2-40B4-BE49-F238E27FC236}">
                                <a16:creationId xmlns:a16="http://schemas.microsoft.com/office/drawing/2014/main" id="{8478E046-DD11-7860-022B-1F451126E31F}"/>
                              </a:ext>
                            </a:extLst>
                          </p:cNvPr>
                          <p:cNvCxnSpPr>
                            <a:endCxn id="112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1171" name="Straight Connector 1170">
                            <a:extLst>
                              <a:ext uri="{FF2B5EF4-FFF2-40B4-BE49-F238E27FC236}">
                                <a16:creationId xmlns:a16="http://schemas.microsoft.com/office/drawing/2014/main" id="{DD9DC6D5-2105-69DC-7EF9-A4F18AD062E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507" name="Group 506">
                          <a:extLst>
                            <a:ext uri="{FF2B5EF4-FFF2-40B4-BE49-F238E27FC236}">
                              <a16:creationId xmlns:a16="http://schemas.microsoft.com/office/drawing/2014/main" id="{C32F17E3-E8F2-E7F8-0B55-43FD9847F078}"/>
                            </a:ext>
                          </a:extLst>
                        </p:cNvPr>
                        <p:cNvGrpSpPr/>
                        <p:nvPr/>
                      </p:nvGrpSpPr>
                      <p:grpSpPr>
                        <a:xfrm>
                          <a:off x="1770362" y="2873352"/>
                          <a:ext cx="428460" cy="369332"/>
                          <a:chOff x="667045" y="1708643"/>
                          <a:chExt cx="428460" cy="369332"/>
                        </a:xfrm>
                      </p:grpSpPr>
                      <p:sp>
                        <p:nvSpPr>
                          <p:cNvPr id="508" name="Oval 507">
                            <a:extLst>
                              <a:ext uri="{FF2B5EF4-FFF2-40B4-BE49-F238E27FC236}">
                                <a16:creationId xmlns:a16="http://schemas.microsoft.com/office/drawing/2014/main" id="{0228FB9C-0AE2-DAC1-141E-B8D19FD29A4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0" name="TextBox 509">
                            <a:extLst>
                              <a:ext uri="{FF2B5EF4-FFF2-40B4-BE49-F238E27FC236}">
                                <a16:creationId xmlns:a16="http://schemas.microsoft.com/office/drawing/2014/main" id="{28231AF5-C110-DA40-12A3-D103ADE9E7A6}"/>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487" name="Group 486">
                        <a:extLst>
                          <a:ext uri="{FF2B5EF4-FFF2-40B4-BE49-F238E27FC236}">
                            <a16:creationId xmlns:a16="http://schemas.microsoft.com/office/drawing/2014/main" id="{1729ABF6-4217-DAAB-1777-797532FCBD62}"/>
                          </a:ext>
                        </a:extLst>
                      </p:cNvPr>
                      <p:cNvGrpSpPr/>
                      <p:nvPr/>
                    </p:nvGrpSpPr>
                    <p:grpSpPr>
                      <a:xfrm>
                        <a:off x="833331" y="3478719"/>
                        <a:ext cx="565150" cy="369332"/>
                        <a:chOff x="1736090" y="2873352"/>
                        <a:chExt cx="565150" cy="369332"/>
                      </a:xfrm>
                    </p:grpSpPr>
                    <p:grpSp>
                      <p:nvGrpSpPr>
                        <p:cNvPr id="493" name="Group 327">
                          <a:extLst>
                            <a:ext uri="{FF2B5EF4-FFF2-40B4-BE49-F238E27FC236}">
                              <a16:creationId xmlns:a16="http://schemas.microsoft.com/office/drawing/2014/main" id="{879C1475-789F-FECD-7444-44748AD250CA}"/>
                            </a:ext>
                          </a:extLst>
                        </p:cNvPr>
                        <p:cNvGrpSpPr>
                          <a:grpSpLocks/>
                        </p:cNvGrpSpPr>
                        <p:nvPr/>
                      </p:nvGrpSpPr>
                      <p:grpSpPr bwMode="auto">
                        <a:xfrm>
                          <a:off x="1736090" y="2893762"/>
                          <a:ext cx="565150" cy="292100"/>
                          <a:chOff x="1871277" y="1576300"/>
                          <a:chExt cx="1128371" cy="437861"/>
                        </a:xfrm>
                      </p:grpSpPr>
                      <p:sp>
                        <p:nvSpPr>
                          <p:cNvPr id="497" name="Oval 496">
                            <a:extLst>
                              <a:ext uri="{FF2B5EF4-FFF2-40B4-BE49-F238E27FC236}">
                                <a16:creationId xmlns:a16="http://schemas.microsoft.com/office/drawing/2014/main" id="{2FCEAC5C-8E11-CEA3-232B-6BF0227A2B8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8" name="Rectangle 497">
                            <a:extLst>
                              <a:ext uri="{FF2B5EF4-FFF2-40B4-BE49-F238E27FC236}">
                                <a16:creationId xmlns:a16="http://schemas.microsoft.com/office/drawing/2014/main" id="{1EF63CC4-2FD0-D0A7-B88B-13C8138DD6A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9" name="Oval 498">
                            <a:extLst>
                              <a:ext uri="{FF2B5EF4-FFF2-40B4-BE49-F238E27FC236}">
                                <a16:creationId xmlns:a16="http://schemas.microsoft.com/office/drawing/2014/main" id="{A7015203-03A6-6F64-CC61-91B774BB80DF}"/>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00" name="Freeform 818">
                            <a:extLst>
                              <a:ext uri="{FF2B5EF4-FFF2-40B4-BE49-F238E27FC236}">
                                <a16:creationId xmlns:a16="http://schemas.microsoft.com/office/drawing/2014/main" id="{C9A3DEE0-80BF-4099-D8BF-F4D59A9234ED}"/>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1" name="Freeform 819">
                            <a:extLst>
                              <a:ext uri="{FF2B5EF4-FFF2-40B4-BE49-F238E27FC236}">
                                <a16:creationId xmlns:a16="http://schemas.microsoft.com/office/drawing/2014/main" id="{874E515B-764D-95EC-9F55-0566A9CAE6A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2" name="Freeform 820">
                            <a:extLst>
                              <a:ext uri="{FF2B5EF4-FFF2-40B4-BE49-F238E27FC236}">
                                <a16:creationId xmlns:a16="http://schemas.microsoft.com/office/drawing/2014/main" id="{BB7472BB-258E-CC5C-E74A-B4CC016ED9C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3" name="Freeform 821">
                            <a:extLst>
                              <a:ext uri="{FF2B5EF4-FFF2-40B4-BE49-F238E27FC236}">
                                <a16:creationId xmlns:a16="http://schemas.microsoft.com/office/drawing/2014/main" id="{DD59469C-4FCE-8947-70A3-C6CCB46653FF}"/>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04" name="Straight Connector 503">
                            <a:extLst>
                              <a:ext uri="{FF2B5EF4-FFF2-40B4-BE49-F238E27FC236}">
                                <a16:creationId xmlns:a16="http://schemas.microsoft.com/office/drawing/2014/main" id="{90FD5B16-823B-E95D-9404-FA9EBDEAB485}"/>
                              </a:ext>
                            </a:extLst>
                          </p:cNvPr>
                          <p:cNvCxnSpPr>
                            <a:endCxn id="49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05" name="Straight Connector 504">
                            <a:extLst>
                              <a:ext uri="{FF2B5EF4-FFF2-40B4-BE49-F238E27FC236}">
                                <a16:creationId xmlns:a16="http://schemas.microsoft.com/office/drawing/2014/main" id="{4BF2F289-E331-CB1E-F5F0-39326526DF0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94" name="Group 493">
                          <a:extLst>
                            <a:ext uri="{FF2B5EF4-FFF2-40B4-BE49-F238E27FC236}">
                              <a16:creationId xmlns:a16="http://schemas.microsoft.com/office/drawing/2014/main" id="{462B47BC-29CD-D360-44F0-35E86DAC473F}"/>
                            </a:ext>
                          </a:extLst>
                        </p:cNvPr>
                        <p:cNvGrpSpPr/>
                        <p:nvPr/>
                      </p:nvGrpSpPr>
                      <p:grpSpPr>
                        <a:xfrm>
                          <a:off x="1770362" y="2873352"/>
                          <a:ext cx="441422" cy="369332"/>
                          <a:chOff x="667045" y="1708643"/>
                          <a:chExt cx="441422" cy="369332"/>
                        </a:xfrm>
                      </p:grpSpPr>
                      <p:sp>
                        <p:nvSpPr>
                          <p:cNvPr id="495" name="Oval 494">
                            <a:extLst>
                              <a:ext uri="{FF2B5EF4-FFF2-40B4-BE49-F238E27FC236}">
                                <a16:creationId xmlns:a16="http://schemas.microsoft.com/office/drawing/2014/main" id="{99B4C3EB-59DD-8F9A-C993-CD79F227D6A3}"/>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6" name="TextBox 495">
                            <a:extLst>
                              <a:ext uri="{FF2B5EF4-FFF2-40B4-BE49-F238E27FC236}">
                                <a16:creationId xmlns:a16="http://schemas.microsoft.com/office/drawing/2014/main" id="{DF818C05-618F-8D12-9BCE-F5F2ACD55F3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488" name="Straight Connector 487">
                        <a:extLst>
                          <a:ext uri="{FF2B5EF4-FFF2-40B4-BE49-F238E27FC236}">
                            <a16:creationId xmlns:a16="http://schemas.microsoft.com/office/drawing/2014/main" id="{2EB8702A-864D-499D-89ED-29AD661B2893}"/>
                          </a:ext>
                        </a:extLst>
                      </p:cNvPr>
                      <p:cNvCxnSpPr>
                        <a:stCxn id="1188" idx="2"/>
                        <a:endCxn id="1175"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89" name="Straight Connector 488">
                        <a:extLst>
                          <a:ext uri="{FF2B5EF4-FFF2-40B4-BE49-F238E27FC236}">
                            <a16:creationId xmlns:a16="http://schemas.microsoft.com/office/drawing/2014/main" id="{161DFDA4-6CC5-0EC6-F42B-2E038DB3E369}"/>
                          </a:ext>
                        </a:extLst>
                      </p:cNvPr>
                      <p:cNvCxnSpPr/>
                      <p:nvPr/>
                    </p:nvCxnSpPr>
                    <p:spPr bwMode="auto">
                      <a:xfrm>
                        <a:off x="1407477" y="3648621"/>
                        <a:ext cx="1204913" cy="635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0" name="Straight Connector 489">
                        <a:extLst>
                          <a:ext uri="{FF2B5EF4-FFF2-40B4-BE49-F238E27FC236}">
                            <a16:creationId xmlns:a16="http://schemas.microsoft.com/office/drawing/2014/main" id="{9BF1D1E3-93B7-1F5A-C2FE-F8A2C193144E}"/>
                          </a:ext>
                        </a:extLst>
                      </p:cNvPr>
                      <p:cNvCxnSpPr>
                        <a:stCxn id="1189"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1" name="Straight Connector 490">
                        <a:extLst>
                          <a:ext uri="{FF2B5EF4-FFF2-40B4-BE49-F238E27FC236}">
                            <a16:creationId xmlns:a16="http://schemas.microsoft.com/office/drawing/2014/main" id="{688740F4-1F0F-F50B-8533-5B800BBEB586}"/>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92" name="Straight Connector 491">
                        <a:extLst>
                          <a:ext uri="{FF2B5EF4-FFF2-40B4-BE49-F238E27FC236}">
                            <a16:creationId xmlns:a16="http://schemas.microsoft.com/office/drawing/2014/main" id="{CF645322-37DD-E10A-5136-91F918FC95E1}"/>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483" name="TextBox 482">
                      <a:extLst>
                        <a:ext uri="{FF2B5EF4-FFF2-40B4-BE49-F238E27FC236}">
                          <a16:creationId xmlns:a16="http://schemas.microsoft.com/office/drawing/2014/main" id="{96E23F26-F2A8-C277-0CD8-2991082DBEBB}"/>
                        </a:ext>
                      </a:extLst>
                    </p:cNvPr>
                    <p:cNvSpPr txBox="1"/>
                    <p:nvPr/>
                  </p:nvSpPr>
                  <p:spPr>
                    <a:xfrm>
                      <a:off x="8136838" y="373578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grpSp>
            </p:grpSp>
            <p:grpSp>
              <p:nvGrpSpPr>
                <p:cNvPr id="33" name="Group 32">
                  <a:extLst>
                    <a:ext uri="{FF2B5EF4-FFF2-40B4-BE49-F238E27FC236}">
                      <a16:creationId xmlns:a16="http://schemas.microsoft.com/office/drawing/2014/main" id="{1814C569-20DE-11B6-6DB8-186C0E7C2F45}"/>
                    </a:ext>
                  </a:extLst>
                </p:cNvPr>
                <p:cNvGrpSpPr/>
                <p:nvPr/>
              </p:nvGrpSpPr>
              <p:grpSpPr>
                <a:xfrm>
                  <a:off x="1426553" y="4136253"/>
                  <a:ext cx="3452487" cy="1719017"/>
                  <a:chOff x="1426553" y="4136253"/>
                  <a:chExt cx="3452487" cy="1719017"/>
                </a:xfrm>
              </p:grpSpPr>
              <p:grpSp>
                <p:nvGrpSpPr>
                  <p:cNvPr id="35" name="Group 34">
                    <a:extLst>
                      <a:ext uri="{FF2B5EF4-FFF2-40B4-BE49-F238E27FC236}">
                        <a16:creationId xmlns:a16="http://schemas.microsoft.com/office/drawing/2014/main" id="{EAA8AC06-359C-6DF6-F5BD-8DF374B3AE25}"/>
                      </a:ext>
                    </a:extLst>
                  </p:cNvPr>
                  <p:cNvGrpSpPr/>
                  <p:nvPr/>
                </p:nvGrpSpPr>
                <p:grpSpPr>
                  <a:xfrm>
                    <a:off x="1426553" y="4136253"/>
                    <a:ext cx="2557336" cy="1719017"/>
                    <a:chOff x="-2170772" y="2784954"/>
                    <a:chExt cx="2712783" cy="1853712"/>
                  </a:xfrm>
                </p:grpSpPr>
                <p:sp>
                  <p:nvSpPr>
                    <p:cNvPr id="38" name="Freeform 2">
                      <a:extLst>
                        <a:ext uri="{FF2B5EF4-FFF2-40B4-BE49-F238E27FC236}">
                          <a16:creationId xmlns:a16="http://schemas.microsoft.com/office/drawing/2014/main" id="{B8A1988A-6CC1-5E9A-AAE4-B17E3D53FD02}"/>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9" name="Group 38">
                      <a:extLst>
                        <a:ext uri="{FF2B5EF4-FFF2-40B4-BE49-F238E27FC236}">
                          <a16:creationId xmlns:a16="http://schemas.microsoft.com/office/drawing/2014/main" id="{8A98EF95-3C5B-BB71-1E1D-37C5733A93A7}"/>
                        </a:ext>
                      </a:extLst>
                    </p:cNvPr>
                    <p:cNvGrpSpPr/>
                    <p:nvPr/>
                  </p:nvGrpSpPr>
                  <p:grpSpPr>
                    <a:xfrm>
                      <a:off x="-1935370" y="2935816"/>
                      <a:ext cx="2333625" cy="1590649"/>
                      <a:chOff x="833331" y="2873352"/>
                      <a:chExt cx="2333625" cy="1590649"/>
                    </a:xfrm>
                  </p:grpSpPr>
                  <p:grpSp>
                    <p:nvGrpSpPr>
                      <p:cNvPr id="40" name="Group 39">
                        <a:extLst>
                          <a:ext uri="{FF2B5EF4-FFF2-40B4-BE49-F238E27FC236}">
                            <a16:creationId xmlns:a16="http://schemas.microsoft.com/office/drawing/2014/main" id="{8A40F144-B832-1451-59E8-FFFB14867BC6}"/>
                          </a:ext>
                        </a:extLst>
                      </p:cNvPr>
                      <p:cNvGrpSpPr/>
                      <p:nvPr/>
                    </p:nvGrpSpPr>
                    <p:grpSpPr>
                      <a:xfrm>
                        <a:off x="1736090" y="2873352"/>
                        <a:ext cx="565150" cy="369332"/>
                        <a:chOff x="1736090" y="2873352"/>
                        <a:chExt cx="565150" cy="369332"/>
                      </a:xfrm>
                    </p:grpSpPr>
                    <p:grpSp>
                      <p:nvGrpSpPr>
                        <p:cNvPr id="467" name="Group 327">
                          <a:extLst>
                            <a:ext uri="{FF2B5EF4-FFF2-40B4-BE49-F238E27FC236}">
                              <a16:creationId xmlns:a16="http://schemas.microsoft.com/office/drawing/2014/main" id="{319F31E8-ECE3-C885-5145-522EFC35A1E6}"/>
                            </a:ext>
                          </a:extLst>
                        </p:cNvPr>
                        <p:cNvGrpSpPr>
                          <a:grpSpLocks/>
                        </p:cNvGrpSpPr>
                        <p:nvPr/>
                      </p:nvGrpSpPr>
                      <p:grpSpPr bwMode="auto">
                        <a:xfrm>
                          <a:off x="1736090" y="2893762"/>
                          <a:ext cx="565150" cy="292100"/>
                          <a:chOff x="1871277" y="1576300"/>
                          <a:chExt cx="1128371" cy="437861"/>
                        </a:xfrm>
                      </p:grpSpPr>
                      <p:sp>
                        <p:nvSpPr>
                          <p:cNvPr id="471" name="Oval 470">
                            <a:extLst>
                              <a:ext uri="{FF2B5EF4-FFF2-40B4-BE49-F238E27FC236}">
                                <a16:creationId xmlns:a16="http://schemas.microsoft.com/office/drawing/2014/main" id="{6DAE32B7-B4F5-9852-64AF-59A6DAAB0A2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2" name="Rectangle 471">
                            <a:extLst>
                              <a:ext uri="{FF2B5EF4-FFF2-40B4-BE49-F238E27FC236}">
                                <a16:creationId xmlns:a16="http://schemas.microsoft.com/office/drawing/2014/main" id="{E4A10051-B026-4D3E-6E9C-FB0E39D60B67}"/>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3" name="Oval 472">
                            <a:extLst>
                              <a:ext uri="{FF2B5EF4-FFF2-40B4-BE49-F238E27FC236}">
                                <a16:creationId xmlns:a16="http://schemas.microsoft.com/office/drawing/2014/main" id="{B0DEF18C-3FB8-7A10-6FF8-610322EFC49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4" name="Freeform 792">
                            <a:extLst>
                              <a:ext uri="{FF2B5EF4-FFF2-40B4-BE49-F238E27FC236}">
                                <a16:creationId xmlns:a16="http://schemas.microsoft.com/office/drawing/2014/main" id="{2EFD6B0F-A5CE-0A08-D2BF-EEE990D9EFD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5" name="Freeform 793">
                            <a:extLst>
                              <a:ext uri="{FF2B5EF4-FFF2-40B4-BE49-F238E27FC236}">
                                <a16:creationId xmlns:a16="http://schemas.microsoft.com/office/drawing/2014/main" id="{FAF822C6-48BA-4215-C1A7-DA10B6A9D36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6" name="Freeform 794">
                            <a:extLst>
                              <a:ext uri="{FF2B5EF4-FFF2-40B4-BE49-F238E27FC236}">
                                <a16:creationId xmlns:a16="http://schemas.microsoft.com/office/drawing/2014/main" id="{0935C97D-ABE9-D300-6355-EDB06CACBFE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7" name="Freeform 795">
                            <a:extLst>
                              <a:ext uri="{FF2B5EF4-FFF2-40B4-BE49-F238E27FC236}">
                                <a16:creationId xmlns:a16="http://schemas.microsoft.com/office/drawing/2014/main" id="{2E0DC53E-5800-080F-5D04-E317438C6D7C}"/>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78" name="Straight Connector 477">
                            <a:extLst>
                              <a:ext uri="{FF2B5EF4-FFF2-40B4-BE49-F238E27FC236}">
                                <a16:creationId xmlns:a16="http://schemas.microsoft.com/office/drawing/2014/main" id="{81843B90-886A-A317-A7EF-5E56FAAE4709}"/>
                              </a:ext>
                            </a:extLst>
                          </p:cNvPr>
                          <p:cNvCxnSpPr>
                            <a:endCxn id="47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79" name="Straight Connector 478">
                            <a:extLst>
                              <a:ext uri="{FF2B5EF4-FFF2-40B4-BE49-F238E27FC236}">
                                <a16:creationId xmlns:a16="http://schemas.microsoft.com/office/drawing/2014/main" id="{B81CECD0-1676-48CB-91C9-A09EFFF7DB3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68" name="Group 467">
                          <a:extLst>
                            <a:ext uri="{FF2B5EF4-FFF2-40B4-BE49-F238E27FC236}">
                              <a16:creationId xmlns:a16="http://schemas.microsoft.com/office/drawing/2014/main" id="{62CD7CC4-8305-E4FD-DE98-21308816DB6B}"/>
                            </a:ext>
                          </a:extLst>
                        </p:cNvPr>
                        <p:cNvGrpSpPr/>
                        <p:nvPr/>
                      </p:nvGrpSpPr>
                      <p:grpSpPr>
                        <a:xfrm>
                          <a:off x="1770362" y="2873352"/>
                          <a:ext cx="441422" cy="369332"/>
                          <a:chOff x="667045" y="1708643"/>
                          <a:chExt cx="441422" cy="369332"/>
                        </a:xfrm>
                      </p:grpSpPr>
                      <p:sp>
                        <p:nvSpPr>
                          <p:cNvPr id="469" name="Oval 468">
                            <a:extLst>
                              <a:ext uri="{FF2B5EF4-FFF2-40B4-BE49-F238E27FC236}">
                                <a16:creationId xmlns:a16="http://schemas.microsoft.com/office/drawing/2014/main" id="{676E249E-3DF9-0846-CFF1-093802172BF6}"/>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0" name="TextBox 469">
                            <a:extLst>
                              <a:ext uri="{FF2B5EF4-FFF2-40B4-BE49-F238E27FC236}">
                                <a16:creationId xmlns:a16="http://schemas.microsoft.com/office/drawing/2014/main" id="{EA41D881-CCBB-0D65-C446-1AC35E6147A4}"/>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41" name="Group 40">
                        <a:extLst>
                          <a:ext uri="{FF2B5EF4-FFF2-40B4-BE49-F238E27FC236}">
                            <a16:creationId xmlns:a16="http://schemas.microsoft.com/office/drawing/2014/main" id="{4304873E-5874-3FC0-79A6-0249FFE33A6F}"/>
                          </a:ext>
                        </a:extLst>
                      </p:cNvPr>
                      <p:cNvGrpSpPr/>
                      <p:nvPr/>
                    </p:nvGrpSpPr>
                    <p:grpSpPr>
                      <a:xfrm>
                        <a:off x="1740320" y="4094669"/>
                        <a:ext cx="565150" cy="369332"/>
                        <a:chOff x="1736090" y="2873352"/>
                        <a:chExt cx="565150" cy="369332"/>
                      </a:xfrm>
                    </p:grpSpPr>
                    <p:grpSp>
                      <p:nvGrpSpPr>
                        <p:cNvPr id="454" name="Group 327">
                          <a:extLst>
                            <a:ext uri="{FF2B5EF4-FFF2-40B4-BE49-F238E27FC236}">
                              <a16:creationId xmlns:a16="http://schemas.microsoft.com/office/drawing/2014/main" id="{F571FDB6-0F3B-6146-89B5-EC4C41D52BDF}"/>
                            </a:ext>
                          </a:extLst>
                        </p:cNvPr>
                        <p:cNvGrpSpPr>
                          <a:grpSpLocks/>
                        </p:cNvGrpSpPr>
                        <p:nvPr/>
                      </p:nvGrpSpPr>
                      <p:grpSpPr bwMode="auto">
                        <a:xfrm>
                          <a:off x="1736090" y="2893762"/>
                          <a:ext cx="565150" cy="292100"/>
                          <a:chOff x="1871277" y="1576300"/>
                          <a:chExt cx="1128371" cy="437861"/>
                        </a:xfrm>
                      </p:grpSpPr>
                      <p:sp>
                        <p:nvSpPr>
                          <p:cNvPr id="458" name="Oval 457">
                            <a:extLst>
                              <a:ext uri="{FF2B5EF4-FFF2-40B4-BE49-F238E27FC236}">
                                <a16:creationId xmlns:a16="http://schemas.microsoft.com/office/drawing/2014/main" id="{D87B65E4-7C4E-613D-1708-81088FADED7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9" name="Rectangle 458">
                            <a:extLst>
                              <a:ext uri="{FF2B5EF4-FFF2-40B4-BE49-F238E27FC236}">
                                <a16:creationId xmlns:a16="http://schemas.microsoft.com/office/drawing/2014/main" id="{EF6C9A71-D9B8-C5D7-4D01-424F66F4C2D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0" name="Oval 459">
                            <a:extLst>
                              <a:ext uri="{FF2B5EF4-FFF2-40B4-BE49-F238E27FC236}">
                                <a16:creationId xmlns:a16="http://schemas.microsoft.com/office/drawing/2014/main" id="{F63FB33B-A092-14D4-E9FE-D1B1EA8680D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1" name="Freeform 779">
                            <a:extLst>
                              <a:ext uri="{FF2B5EF4-FFF2-40B4-BE49-F238E27FC236}">
                                <a16:creationId xmlns:a16="http://schemas.microsoft.com/office/drawing/2014/main" id="{EB08EF51-45C3-997B-5DCC-600D04D484D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Freeform 780">
                            <a:extLst>
                              <a:ext uri="{FF2B5EF4-FFF2-40B4-BE49-F238E27FC236}">
                                <a16:creationId xmlns:a16="http://schemas.microsoft.com/office/drawing/2014/main" id="{591E2182-DD26-B3E7-37F8-DE8F9F2CB24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3" name="Freeform 781">
                            <a:extLst>
                              <a:ext uri="{FF2B5EF4-FFF2-40B4-BE49-F238E27FC236}">
                                <a16:creationId xmlns:a16="http://schemas.microsoft.com/office/drawing/2014/main" id="{56311F63-11B5-ADAF-211B-D3177750C03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782">
                            <a:extLst>
                              <a:ext uri="{FF2B5EF4-FFF2-40B4-BE49-F238E27FC236}">
                                <a16:creationId xmlns:a16="http://schemas.microsoft.com/office/drawing/2014/main" id="{CA9AAD65-B980-570E-EC5B-208CCEAAB2E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65" name="Straight Connector 464">
                            <a:extLst>
                              <a:ext uri="{FF2B5EF4-FFF2-40B4-BE49-F238E27FC236}">
                                <a16:creationId xmlns:a16="http://schemas.microsoft.com/office/drawing/2014/main" id="{0B5F6FC2-E31A-7F97-44BE-82C5C6839EC6}"/>
                              </a:ext>
                            </a:extLst>
                          </p:cNvPr>
                          <p:cNvCxnSpPr>
                            <a:endCxn id="46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66" name="Straight Connector 465">
                            <a:extLst>
                              <a:ext uri="{FF2B5EF4-FFF2-40B4-BE49-F238E27FC236}">
                                <a16:creationId xmlns:a16="http://schemas.microsoft.com/office/drawing/2014/main" id="{CCD9F93D-FFBA-B8FF-A6BD-06ABF81165C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55" name="Group 454">
                          <a:extLst>
                            <a:ext uri="{FF2B5EF4-FFF2-40B4-BE49-F238E27FC236}">
                              <a16:creationId xmlns:a16="http://schemas.microsoft.com/office/drawing/2014/main" id="{1AED2CE4-0E51-6FE6-74F9-385A063DC768}"/>
                            </a:ext>
                          </a:extLst>
                        </p:cNvPr>
                        <p:cNvGrpSpPr/>
                        <p:nvPr/>
                      </p:nvGrpSpPr>
                      <p:grpSpPr>
                        <a:xfrm>
                          <a:off x="1770362" y="2873352"/>
                          <a:ext cx="441422" cy="369332"/>
                          <a:chOff x="667045" y="1708643"/>
                          <a:chExt cx="441422" cy="369332"/>
                        </a:xfrm>
                      </p:grpSpPr>
                      <p:sp>
                        <p:nvSpPr>
                          <p:cNvPr id="456" name="Oval 455">
                            <a:extLst>
                              <a:ext uri="{FF2B5EF4-FFF2-40B4-BE49-F238E27FC236}">
                                <a16:creationId xmlns:a16="http://schemas.microsoft.com/office/drawing/2014/main" id="{B77FB8C5-7785-BF58-DB04-075B317C3A58}"/>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7" name="TextBox 456">
                            <a:extLst>
                              <a:ext uri="{FF2B5EF4-FFF2-40B4-BE49-F238E27FC236}">
                                <a16:creationId xmlns:a16="http://schemas.microsoft.com/office/drawing/2014/main" id="{2890FE39-EF63-267B-D85A-46386D4B69F8}"/>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42" name="Group 41">
                        <a:extLst>
                          <a:ext uri="{FF2B5EF4-FFF2-40B4-BE49-F238E27FC236}">
                            <a16:creationId xmlns:a16="http://schemas.microsoft.com/office/drawing/2014/main" id="{C853BCE0-E973-76AA-D209-BCBBA9DF994B}"/>
                          </a:ext>
                        </a:extLst>
                      </p:cNvPr>
                      <p:cNvGrpSpPr/>
                      <p:nvPr/>
                    </p:nvGrpSpPr>
                    <p:grpSpPr>
                      <a:xfrm>
                        <a:off x="2601806" y="3485072"/>
                        <a:ext cx="565150" cy="369332"/>
                        <a:chOff x="1736090" y="2873352"/>
                        <a:chExt cx="565150" cy="369332"/>
                      </a:xfrm>
                    </p:grpSpPr>
                    <p:grpSp>
                      <p:nvGrpSpPr>
                        <p:cNvPr id="62" name="Group 327">
                          <a:extLst>
                            <a:ext uri="{FF2B5EF4-FFF2-40B4-BE49-F238E27FC236}">
                              <a16:creationId xmlns:a16="http://schemas.microsoft.com/office/drawing/2014/main" id="{ECCBCB0C-1B92-D43D-9D97-0A6153A42D17}"/>
                            </a:ext>
                          </a:extLst>
                        </p:cNvPr>
                        <p:cNvGrpSpPr>
                          <a:grpSpLocks/>
                        </p:cNvGrpSpPr>
                        <p:nvPr/>
                      </p:nvGrpSpPr>
                      <p:grpSpPr bwMode="auto">
                        <a:xfrm>
                          <a:off x="1736090" y="2893762"/>
                          <a:ext cx="565150" cy="292100"/>
                          <a:chOff x="1871277" y="1576300"/>
                          <a:chExt cx="1128371" cy="437861"/>
                        </a:xfrm>
                      </p:grpSpPr>
                      <p:sp>
                        <p:nvSpPr>
                          <p:cNvPr id="898" name="Oval 897">
                            <a:extLst>
                              <a:ext uri="{FF2B5EF4-FFF2-40B4-BE49-F238E27FC236}">
                                <a16:creationId xmlns:a16="http://schemas.microsoft.com/office/drawing/2014/main" id="{BE8A147D-15DF-B926-FBE4-B8A6AF12D83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899" name="Rectangle 898">
                            <a:extLst>
                              <a:ext uri="{FF2B5EF4-FFF2-40B4-BE49-F238E27FC236}">
                                <a16:creationId xmlns:a16="http://schemas.microsoft.com/office/drawing/2014/main" id="{D0842922-7339-EF52-59C8-85182C15709B}"/>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00" name="Oval 899">
                            <a:extLst>
                              <a:ext uri="{FF2B5EF4-FFF2-40B4-BE49-F238E27FC236}">
                                <a16:creationId xmlns:a16="http://schemas.microsoft.com/office/drawing/2014/main" id="{E7067D8E-1BEA-E770-678F-DA0A2DC6FD21}"/>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48" name="Freeform 766">
                            <a:extLst>
                              <a:ext uri="{FF2B5EF4-FFF2-40B4-BE49-F238E27FC236}">
                                <a16:creationId xmlns:a16="http://schemas.microsoft.com/office/drawing/2014/main" id="{1BC7ACEE-F2CE-28F3-9BD4-23812FEFEDB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9" name="Freeform 767">
                            <a:extLst>
                              <a:ext uri="{FF2B5EF4-FFF2-40B4-BE49-F238E27FC236}">
                                <a16:creationId xmlns:a16="http://schemas.microsoft.com/office/drawing/2014/main" id="{53C6E587-C264-201D-08BF-9DAC863CBE8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0" name="Freeform 768">
                            <a:extLst>
                              <a:ext uri="{FF2B5EF4-FFF2-40B4-BE49-F238E27FC236}">
                                <a16:creationId xmlns:a16="http://schemas.microsoft.com/office/drawing/2014/main" id="{AD134AE3-0479-D5E8-F99F-4604C4BCBA7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1" name="Freeform 769">
                            <a:extLst>
                              <a:ext uri="{FF2B5EF4-FFF2-40B4-BE49-F238E27FC236}">
                                <a16:creationId xmlns:a16="http://schemas.microsoft.com/office/drawing/2014/main" id="{F5E5910A-21DC-50BD-4385-059EFBA2401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52" name="Straight Connector 451">
                            <a:extLst>
                              <a:ext uri="{FF2B5EF4-FFF2-40B4-BE49-F238E27FC236}">
                                <a16:creationId xmlns:a16="http://schemas.microsoft.com/office/drawing/2014/main" id="{BF2EC3B4-BE8A-833E-19AA-8D8BC41CD9D6}"/>
                              </a:ext>
                            </a:extLst>
                          </p:cNvPr>
                          <p:cNvCxnSpPr>
                            <a:endCxn id="90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3" name="Straight Connector 452">
                            <a:extLst>
                              <a:ext uri="{FF2B5EF4-FFF2-40B4-BE49-F238E27FC236}">
                                <a16:creationId xmlns:a16="http://schemas.microsoft.com/office/drawing/2014/main" id="{43CA599F-D037-4D77-599F-9EE3FECB42E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63" name="Group 62">
                          <a:extLst>
                            <a:ext uri="{FF2B5EF4-FFF2-40B4-BE49-F238E27FC236}">
                              <a16:creationId xmlns:a16="http://schemas.microsoft.com/office/drawing/2014/main" id="{FBF6D7B2-BE88-46BD-9718-3870BAB7866B}"/>
                            </a:ext>
                          </a:extLst>
                        </p:cNvPr>
                        <p:cNvGrpSpPr/>
                        <p:nvPr/>
                      </p:nvGrpSpPr>
                      <p:grpSpPr>
                        <a:xfrm>
                          <a:off x="1770362" y="2873352"/>
                          <a:ext cx="428460" cy="369332"/>
                          <a:chOff x="667045" y="1708643"/>
                          <a:chExt cx="428460" cy="369332"/>
                        </a:xfrm>
                      </p:grpSpPr>
                      <p:sp>
                        <p:nvSpPr>
                          <p:cNvPr id="896" name="Oval 895">
                            <a:extLst>
                              <a:ext uri="{FF2B5EF4-FFF2-40B4-BE49-F238E27FC236}">
                                <a16:creationId xmlns:a16="http://schemas.microsoft.com/office/drawing/2014/main" id="{7F0A2DA7-B8B4-0BCA-51D1-CAA7CCF9F5D5}"/>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97" name="TextBox 896">
                            <a:extLst>
                              <a:ext uri="{FF2B5EF4-FFF2-40B4-BE49-F238E27FC236}">
                                <a16:creationId xmlns:a16="http://schemas.microsoft.com/office/drawing/2014/main" id="{9B6F31CE-9D70-91CC-CC1A-076C68937106}"/>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43" name="Group 42">
                        <a:extLst>
                          <a:ext uri="{FF2B5EF4-FFF2-40B4-BE49-F238E27FC236}">
                            <a16:creationId xmlns:a16="http://schemas.microsoft.com/office/drawing/2014/main" id="{C4BBC142-A4DB-9660-C058-A853431DE0A6}"/>
                          </a:ext>
                        </a:extLst>
                      </p:cNvPr>
                      <p:cNvGrpSpPr/>
                      <p:nvPr/>
                    </p:nvGrpSpPr>
                    <p:grpSpPr>
                      <a:xfrm>
                        <a:off x="833331" y="3478719"/>
                        <a:ext cx="565150" cy="369332"/>
                        <a:chOff x="1736090" y="2873352"/>
                        <a:chExt cx="565150" cy="369332"/>
                      </a:xfrm>
                    </p:grpSpPr>
                    <p:grpSp>
                      <p:nvGrpSpPr>
                        <p:cNvPr id="48" name="Group 327">
                          <a:extLst>
                            <a:ext uri="{FF2B5EF4-FFF2-40B4-BE49-F238E27FC236}">
                              <a16:creationId xmlns:a16="http://schemas.microsoft.com/office/drawing/2014/main" id="{39D683D7-EDCA-8F77-8DFE-71B67BD963FE}"/>
                            </a:ext>
                          </a:extLst>
                        </p:cNvPr>
                        <p:cNvGrpSpPr>
                          <a:grpSpLocks/>
                        </p:cNvGrpSpPr>
                        <p:nvPr/>
                      </p:nvGrpSpPr>
                      <p:grpSpPr bwMode="auto">
                        <a:xfrm>
                          <a:off x="1736090" y="2893762"/>
                          <a:ext cx="565150" cy="292100"/>
                          <a:chOff x="1871277" y="1576300"/>
                          <a:chExt cx="1128371" cy="437861"/>
                        </a:xfrm>
                      </p:grpSpPr>
                      <p:sp>
                        <p:nvSpPr>
                          <p:cNvPr id="52" name="Oval 51">
                            <a:extLst>
                              <a:ext uri="{FF2B5EF4-FFF2-40B4-BE49-F238E27FC236}">
                                <a16:creationId xmlns:a16="http://schemas.microsoft.com/office/drawing/2014/main" id="{B6F71A25-C19C-68BA-02A2-BED9E0224203}"/>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3" name="Rectangle 52">
                            <a:extLst>
                              <a:ext uri="{FF2B5EF4-FFF2-40B4-BE49-F238E27FC236}">
                                <a16:creationId xmlns:a16="http://schemas.microsoft.com/office/drawing/2014/main" id="{E1EC8853-3002-66ED-390D-1F6220B4399D}"/>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 name="Oval 53">
                            <a:extLst>
                              <a:ext uri="{FF2B5EF4-FFF2-40B4-BE49-F238E27FC236}">
                                <a16:creationId xmlns:a16="http://schemas.microsoft.com/office/drawing/2014/main" id="{5F7DB695-3AF3-5ACC-6BA9-6D95AC6BB17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5" name="Freeform 753">
                            <a:extLst>
                              <a:ext uri="{FF2B5EF4-FFF2-40B4-BE49-F238E27FC236}">
                                <a16:creationId xmlns:a16="http://schemas.microsoft.com/office/drawing/2014/main" id="{17A10324-9F22-A0BD-0C8B-1E4A99CBDAE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 name="Freeform 754">
                            <a:extLst>
                              <a:ext uri="{FF2B5EF4-FFF2-40B4-BE49-F238E27FC236}">
                                <a16:creationId xmlns:a16="http://schemas.microsoft.com/office/drawing/2014/main" id="{E857B86F-4AEF-0339-F497-16163498DF5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 name="Freeform 755">
                            <a:extLst>
                              <a:ext uri="{FF2B5EF4-FFF2-40B4-BE49-F238E27FC236}">
                                <a16:creationId xmlns:a16="http://schemas.microsoft.com/office/drawing/2014/main" id="{3CCBAA64-C7E1-ABA5-FD99-235DC42B974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 name="Freeform 756">
                            <a:extLst>
                              <a:ext uri="{FF2B5EF4-FFF2-40B4-BE49-F238E27FC236}">
                                <a16:creationId xmlns:a16="http://schemas.microsoft.com/office/drawing/2014/main" id="{EA334930-5BFE-3F6E-BE34-C3197F49BAD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0" name="Straight Connector 59">
                            <a:extLst>
                              <a:ext uri="{FF2B5EF4-FFF2-40B4-BE49-F238E27FC236}">
                                <a16:creationId xmlns:a16="http://schemas.microsoft.com/office/drawing/2014/main" id="{41A02208-CAF8-D0F1-A09D-CE2AA0E59CC3}"/>
                              </a:ext>
                            </a:extLst>
                          </p:cNvPr>
                          <p:cNvCxnSpPr>
                            <a:endCxn id="5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1" name="Straight Connector 60">
                            <a:extLst>
                              <a:ext uri="{FF2B5EF4-FFF2-40B4-BE49-F238E27FC236}">
                                <a16:creationId xmlns:a16="http://schemas.microsoft.com/office/drawing/2014/main" id="{56FD559D-184B-AD4B-C369-6AF59284FF6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9" name="Group 48">
                          <a:extLst>
                            <a:ext uri="{FF2B5EF4-FFF2-40B4-BE49-F238E27FC236}">
                              <a16:creationId xmlns:a16="http://schemas.microsoft.com/office/drawing/2014/main" id="{B810F36D-5139-E6FD-CCC2-444FD2546AA5}"/>
                            </a:ext>
                          </a:extLst>
                        </p:cNvPr>
                        <p:cNvGrpSpPr/>
                        <p:nvPr/>
                      </p:nvGrpSpPr>
                      <p:grpSpPr>
                        <a:xfrm>
                          <a:off x="1770362" y="2873352"/>
                          <a:ext cx="441422" cy="369332"/>
                          <a:chOff x="667045" y="1708643"/>
                          <a:chExt cx="441422" cy="369332"/>
                        </a:xfrm>
                      </p:grpSpPr>
                      <p:sp>
                        <p:nvSpPr>
                          <p:cNvPr id="50" name="Oval 49">
                            <a:extLst>
                              <a:ext uri="{FF2B5EF4-FFF2-40B4-BE49-F238E27FC236}">
                                <a16:creationId xmlns:a16="http://schemas.microsoft.com/office/drawing/2014/main" id="{8F883D1E-7AA4-7B11-A501-04203F746E8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TextBox 50">
                            <a:extLst>
                              <a:ext uri="{FF2B5EF4-FFF2-40B4-BE49-F238E27FC236}">
                                <a16:creationId xmlns:a16="http://schemas.microsoft.com/office/drawing/2014/main" id="{0B5450DD-C683-B476-90B5-8CAA23FA9B0E}"/>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44" name="Straight Connector 43">
                        <a:extLst>
                          <a:ext uri="{FF2B5EF4-FFF2-40B4-BE49-F238E27FC236}">
                            <a16:creationId xmlns:a16="http://schemas.microsoft.com/office/drawing/2014/main" id="{EDCF7BFD-CC13-2138-191A-FA8D5665A25A}"/>
                          </a:ext>
                        </a:extLst>
                      </p:cNvPr>
                      <p:cNvCxnSpPr>
                        <a:stCxn id="471" idx="7"/>
                      </p:cNvCxnSpPr>
                      <p:nvPr/>
                    </p:nvCxnSpPr>
                    <p:spPr bwMode="auto">
                      <a:xfrm>
                        <a:off x="2218708" y="3154477"/>
                        <a:ext cx="480042" cy="369773"/>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B0D160F-8742-2B79-007A-B059AFEE0744}"/>
                          </a:ext>
                        </a:extLst>
                      </p:cNvPr>
                      <p:cNvCxnSpPr/>
                      <p:nvPr/>
                    </p:nvCxnSpPr>
                    <p:spPr bwMode="auto">
                      <a:xfrm>
                        <a:off x="1300073" y="3786304"/>
                        <a:ext cx="477927" cy="357071"/>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0A0197F2-1D2C-72A2-B3A6-7672C38101A8}"/>
                          </a:ext>
                        </a:extLst>
                      </p:cNvPr>
                      <p:cNvCxnSpPr/>
                      <p:nvPr/>
                    </p:nvCxnSpPr>
                    <p:spPr bwMode="auto">
                      <a:xfrm flipH="1">
                        <a:off x="2196042" y="3783542"/>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0DA16B95-AAB8-414C-71AC-2543058DD76B}"/>
                          </a:ext>
                        </a:extLst>
                      </p:cNvPr>
                      <p:cNvCxnSpPr/>
                      <p:nvPr/>
                    </p:nvCxnSpPr>
                    <p:spPr bwMode="auto">
                      <a:xfrm flipH="1">
                        <a:off x="1287553" y="3166946"/>
                        <a:ext cx="508002" cy="349250"/>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sp>
                <p:nvSpPr>
                  <p:cNvPr id="36" name="TextBox 35">
                    <a:extLst>
                      <a:ext uri="{FF2B5EF4-FFF2-40B4-BE49-F238E27FC236}">
                        <a16:creationId xmlns:a16="http://schemas.microsoft.com/office/drawing/2014/main" id="{510EAAC4-A2A0-1B1E-1088-1ADE5670D5EB}"/>
                      </a:ext>
                    </a:extLst>
                  </p:cNvPr>
                  <p:cNvSpPr txBox="1"/>
                  <p:nvPr/>
                </p:nvSpPr>
                <p:spPr>
                  <a:xfrm>
                    <a:off x="1430686" y="4247082"/>
                    <a:ext cx="753532" cy="400110"/>
                  </a:xfrm>
                  <a:prstGeom prst="rect">
                    <a:avLst/>
                  </a:prstGeom>
                  <a:noFill/>
                </p:spPr>
                <p:txBody>
                  <a:bodyPr wrap="squar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cxnSp>
                <p:nvCxnSpPr>
                  <p:cNvPr id="37" name="Straight Connector 36">
                    <a:extLst>
                      <a:ext uri="{FF2B5EF4-FFF2-40B4-BE49-F238E27FC236}">
                        <a16:creationId xmlns:a16="http://schemas.microsoft.com/office/drawing/2014/main" id="{583BE1DB-F97A-ECCE-DD36-B3C92269F136}"/>
                      </a:ext>
                    </a:extLst>
                  </p:cNvPr>
                  <p:cNvCxnSpPr>
                    <a:cxnSpLocks/>
                    <a:stCxn id="1212" idx="1"/>
                  </p:cNvCxnSpPr>
                  <p:nvPr/>
                </p:nvCxnSpPr>
                <p:spPr bwMode="auto">
                  <a:xfrm flipH="1" flipV="1">
                    <a:off x="3848374" y="5024787"/>
                    <a:ext cx="1030666" cy="698992"/>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cxnSp>
              <p:nvCxnSpPr>
                <p:cNvPr id="34" name="Straight Connector 33">
                  <a:extLst>
                    <a:ext uri="{FF2B5EF4-FFF2-40B4-BE49-F238E27FC236}">
                      <a16:creationId xmlns:a16="http://schemas.microsoft.com/office/drawing/2014/main" id="{BD92C3BE-4E5C-7B40-4A1C-0A09DE4DD1E5}"/>
                    </a:ext>
                  </a:extLst>
                </p:cNvPr>
                <p:cNvCxnSpPr>
                  <a:cxnSpLocks/>
                  <a:stCxn id="1228" idx="5"/>
                  <a:endCxn id="496" idx="1"/>
                </p:cNvCxnSpPr>
                <p:nvPr/>
              </p:nvCxnSpPr>
              <p:spPr bwMode="auto">
                <a:xfrm flipV="1">
                  <a:off x="6957825" y="4543468"/>
                  <a:ext cx="1398778" cy="1062884"/>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14" name="Group 13">
                <a:extLst>
                  <a:ext uri="{FF2B5EF4-FFF2-40B4-BE49-F238E27FC236}">
                    <a16:creationId xmlns:a16="http://schemas.microsoft.com/office/drawing/2014/main" id="{222CED80-9671-C2DD-EB4A-D49DFA479305}"/>
                  </a:ext>
                </a:extLst>
              </p:cNvPr>
              <p:cNvGrpSpPr/>
              <p:nvPr/>
            </p:nvGrpSpPr>
            <p:grpSpPr>
              <a:xfrm>
                <a:off x="9525929" y="4809915"/>
                <a:ext cx="1701734" cy="616172"/>
                <a:chOff x="6935906" y="5482318"/>
                <a:chExt cx="1701734" cy="616172"/>
              </a:xfrm>
            </p:grpSpPr>
            <p:grpSp>
              <p:nvGrpSpPr>
                <p:cNvPr id="15" name="Group 14">
                  <a:extLst>
                    <a:ext uri="{FF2B5EF4-FFF2-40B4-BE49-F238E27FC236}">
                      <a16:creationId xmlns:a16="http://schemas.microsoft.com/office/drawing/2014/main" id="{9475B83F-07CA-3019-5CE5-04F84CD177D2}"/>
                    </a:ext>
                  </a:extLst>
                </p:cNvPr>
                <p:cNvGrpSpPr/>
                <p:nvPr/>
              </p:nvGrpSpPr>
              <p:grpSpPr>
                <a:xfrm>
                  <a:off x="6935906" y="5482318"/>
                  <a:ext cx="1701734" cy="616172"/>
                  <a:chOff x="6808463" y="5108795"/>
                  <a:chExt cx="1701734" cy="616172"/>
                </a:xfrm>
              </p:grpSpPr>
              <p:sp>
                <p:nvSpPr>
                  <p:cNvPr id="17" name="Freeform 2">
                    <a:extLst>
                      <a:ext uri="{FF2B5EF4-FFF2-40B4-BE49-F238E27FC236}">
                        <a16:creationId xmlns:a16="http://schemas.microsoft.com/office/drawing/2014/main" id="{3D193BA9-6301-2350-EB11-AFF64041F420}"/>
                      </a:ext>
                    </a:extLst>
                  </p:cNvPr>
                  <p:cNvSpPr>
                    <a:spLocks/>
                  </p:cNvSpPr>
                  <p:nvPr/>
                </p:nvSpPr>
                <p:spPr bwMode="auto">
                  <a:xfrm>
                    <a:off x="6808463" y="5108795"/>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327">
                    <a:extLst>
                      <a:ext uri="{FF2B5EF4-FFF2-40B4-BE49-F238E27FC236}">
                        <a16:creationId xmlns:a16="http://schemas.microsoft.com/office/drawing/2014/main" id="{2A0793FC-B1B3-926A-DD29-A2EF8EBA7015}"/>
                      </a:ext>
                    </a:extLst>
                  </p:cNvPr>
                  <p:cNvGrpSpPr>
                    <a:grpSpLocks/>
                  </p:cNvGrpSpPr>
                  <p:nvPr/>
                </p:nvGrpSpPr>
                <p:grpSpPr bwMode="auto">
                  <a:xfrm>
                    <a:off x="7908175" y="5241780"/>
                    <a:ext cx="536554" cy="263548"/>
                    <a:chOff x="1871277" y="1576300"/>
                    <a:chExt cx="1128371" cy="437861"/>
                  </a:xfrm>
                </p:grpSpPr>
                <p:sp>
                  <p:nvSpPr>
                    <p:cNvPr id="22" name="Oval 21">
                      <a:extLst>
                        <a:ext uri="{FF2B5EF4-FFF2-40B4-BE49-F238E27FC236}">
                          <a16:creationId xmlns:a16="http://schemas.microsoft.com/office/drawing/2014/main" id="{F3FA03D8-D576-18B4-608E-D43A939907C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3" name="Rectangle 22">
                      <a:extLst>
                        <a:ext uri="{FF2B5EF4-FFF2-40B4-BE49-F238E27FC236}">
                          <a16:creationId xmlns:a16="http://schemas.microsoft.com/office/drawing/2014/main" id="{76894591-7A5B-28E1-D177-DF4C885A6971}"/>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 name="Oval 23">
                      <a:extLst>
                        <a:ext uri="{FF2B5EF4-FFF2-40B4-BE49-F238E27FC236}">
                          <a16:creationId xmlns:a16="http://schemas.microsoft.com/office/drawing/2014/main" id="{078A9404-89F6-2DCA-ABB4-70AE1213541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5" name="Freeform 723">
                      <a:extLst>
                        <a:ext uri="{FF2B5EF4-FFF2-40B4-BE49-F238E27FC236}">
                          <a16:creationId xmlns:a16="http://schemas.microsoft.com/office/drawing/2014/main" id="{F93E22EA-979A-0F11-A819-A72222163D9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 name="Freeform 724">
                      <a:extLst>
                        <a:ext uri="{FF2B5EF4-FFF2-40B4-BE49-F238E27FC236}">
                          <a16:creationId xmlns:a16="http://schemas.microsoft.com/office/drawing/2014/main" id="{4ED5F841-BE7A-3219-370B-0208CFF672A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 name="Freeform 725">
                      <a:extLst>
                        <a:ext uri="{FF2B5EF4-FFF2-40B4-BE49-F238E27FC236}">
                          <a16:creationId xmlns:a16="http://schemas.microsoft.com/office/drawing/2014/main" id="{3C2234A5-FE02-DE27-734A-E05D357B415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 name="Freeform 726">
                      <a:extLst>
                        <a:ext uri="{FF2B5EF4-FFF2-40B4-BE49-F238E27FC236}">
                          <a16:creationId xmlns:a16="http://schemas.microsoft.com/office/drawing/2014/main" id="{8758746C-F334-55E2-7A84-CBDA12F490B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 name="Straight Connector 28">
                      <a:extLst>
                        <a:ext uri="{FF2B5EF4-FFF2-40B4-BE49-F238E27FC236}">
                          <a16:creationId xmlns:a16="http://schemas.microsoft.com/office/drawing/2014/main" id="{F589E759-3996-A559-A7A1-00E636262C39}"/>
                        </a:ext>
                      </a:extLst>
                    </p:cNvPr>
                    <p:cNvCxnSpPr>
                      <a:endCxn id="2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0" name="Straight Connector 29">
                      <a:extLst>
                        <a:ext uri="{FF2B5EF4-FFF2-40B4-BE49-F238E27FC236}">
                          <a16:creationId xmlns:a16="http://schemas.microsoft.com/office/drawing/2014/main" id="{0EE012E2-07FA-B436-8C8F-32B4D1C18C4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19" name="Group 18">
                    <a:extLst>
                      <a:ext uri="{FF2B5EF4-FFF2-40B4-BE49-F238E27FC236}">
                        <a16:creationId xmlns:a16="http://schemas.microsoft.com/office/drawing/2014/main" id="{48111D20-25EC-FE91-0AA4-3B3C42417271}"/>
                      </a:ext>
                    </a:extLst>
                  </p:cNvPr>
                  <p:cNvGrpSpPr/>
                  <p:nvPr/>
                </p:nvGrpSpPr>
                <p:grpSpPr>
                  <a:xfrm>
                    <a:off x="7876581" y="5223365"/>
                    <a:ext cx="466894" cy="369332"/>
                    <a:chOff x="599495" y="1708643"/>
                    <a:chExt cx="491778" cy="409344"/>
                  </a:xfrm>
                </p:grpSpPr>
                <p:sp>
                  <p:nvSpPr>
                    <p:cNvPr id="20" name="Oval 19">
                      <a:extLst>
                        <a:ext uri="{FF2B5EF4-FFF2-40B4-BE49-F238E27FC236}">
                          <a16:creationId xmlns:a16="http://schemas.microsoft.com/office/drawing/2014/main" id="{82EF036A-97BD-1D91-6AD1-092F659B824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1" name="TextBox 20">
                      <a:extLst>
                        <a:ext uri="{FF2B5EF4-FFF2-40B4-BE49-F238E27FC236}">
                          <a16:creationId xmlns:a16="http://schemas.microsoft.com/office/drawing/2014/main" id="{848B047B-B0FB-4781-475A-0C2F7DDA4D46}"/>
                        </a:ext>
                      </a:extLst>
                    </p:cNvPr>
                    <p:cNvSpPr txBox="1"/>
                    <p:nvPr/>
                  </p:nvSpPr>
                  <p:spPr>
                    <a:xfrm>
                      <a:off x="599495" y="1708643"/>
                      <a:ext cx="491778" cy="409344"/>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X</a:t>
                      </a:r>
                    </a:p>
                  </p:txBody>
                </p:sp>
              </p:grpSp>
            </p:grpSp>
            <p:cxnSp>
              <p:nvCxnSpPr>
                <p:cNvPr id="16" name="Straight Connector 15">
                  <a:extLst>
                    <a:ext uri="{FF2B5EF4-FFF2-40B4-BE49-F238E27FC236}">
                      <a16:creationId xmlns:a16="http://schemas.microsoft.com/office/drawing/2014/main" id="{571791BC-12AD-E110-DC65-787319ACED51}"/>
                    </a:ext>
                  </a:extLst>
                </p:cNvPr>
                <p:cNvCxnSpPr/>
                <p:nvPr/>
              </p:nvCxnSpPr>
              <p:spPr bwMode="auto">
                <a:xfrm flipH="1">
                  <a:off x="7158742" y="5764030"/>
                  <a:ext cx="870024" cy="9999"/>
                </a:xfrm>
                <a:prstGeom prst="line">
                  <a:avLst/>
                </a:prstGeom>
                <a:solidFill>
                  <a:srgbClr val="00CC99"/>
                </a:solidFill>
                <a:ln w="1905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cxnSp>
          <p:nvCxnSpPr>
            <p:cNvPr id="12" name="Straight Connector 11">
              <a:extLst>
                <a:ext uri="{FF2B5EF4-FFF2-40B4-BE49-F238E27FC236}">
                  <a16:creationId xmlns:a16="http://schemas.microsoft.com/office/drawing/2014/main" id="{DFFAA4BC-BFB1-A4C7-EBC2-7AC06E6A9B5F}"/>
                </a:ext>
              </a:extLst>
            </p:cNvPr>
            <p:cNvCxnSpPr>
              <a:cxnSpLocks/>
            </p:cNvCxnSpPr>
            <p:nvPr/>
          </p:nvCxnSpPr>
          <p:spPr bwMode="auto">
            <a:xfrm flipV="1">
              <a:off x="3540307" y="1929008"/>
              <a:ext cx="4451299" cy="422665"/>
            </a:xfrm>
            <a:prstGeom prst="line">
              <a:avLst/>
            </a:prstGeom>
            <a:solidFill>
              <a:srgbClr val="00CC99"/>
            </a:solidFill>
            <a:ln w="38100"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1261" name="Content Placeholder 39">
            <a:extLst>
              <a:ext uri="{FF2B5EF4-FFF2-40B4-BE49-F238E27FC236}">
                <a16:creationId xmlns:a16="http://schemas.microsoft.com/office/drawing/2014/main" id="{D6C7832D-7C3E-8D80-E30E-D7079B72F3F8}"/>
              </a:ext>
            </a:extLst>
          </p:cNvPr>
          <p:cNvSpPr txBox="1">
            <a:spLocks/>
          </p:cNvSpPr>
          <p:nvPr/>
        </p:nvSpPr>
        <p:spPr bwMode="auto">
          <a:xfrm>
            <a:off x="708590" y="4812178"/>
            <a:ext cx="10809962" cy="132372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44000" marR="0" lvl="0" indent="-144000" algn="r" defTabSz="914400" rtl="1" eaLnBrk="0" fontAlgn="base" latinLnBrk="0" hangingPunct="0">
              <a:lnSpc>
                <a:spcPct val="130000"/>
              </a:lnSpc>
              <a:spcBef>
                <a:spcPts val="600"/>
              </a:spcBef>
              <a:spcAft>
                <a:spcPct val="0"/>
              </a:spcAft>
              <a:buClr>
                <a:srgbClr val="000099"/>
              </a:buClr>
              <a:buSzPct val="100000"/>
              <a:buFont typeface="Arial" panose="020B0604020202020204" pitchFamily="34" charset="0"/>
              <a:buChar char="•"/>
              <a:tabLst/>
              <a:defRPr/>
            </a:pPr>
            <a:r>
              <a:rPr kumimoji="0" lang="fa-IR" sz="1800" b="1" i="0" u="none" strike="noStrike" kern="0" cap="none" spc="0" normalizeH="0" baseline="0" noProof="0" dirty="0">
                <a:ln>
                  <a:noFill/>
                </a:ln>
                <a:solidFill>
                  <a:srgbClr val="000000"/>
                </a:solidFill>
                <a:effectLst/>
                <a:uLnTx/>
                <a:uFillTx/>
                <a:latin typeface="IRANSans(FaNum)" panose="02040503050201020203" pitchFamily="18" charset="-78"/>
                <a:cs typeface="IRANSans(FaNum)" panose="02040503050201020203" pitchFamily="18" charset="-78"/>
              </a:rPr>
              <a:t>مسیریاب </a:t>
            </a:r>
            <a:r>
              <a:rPr kumimoji="0" lang="en-US"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2d</a:t>
            </a:r>
            <a:r>
              <a:rPr kumimoji="0" lang="fa-IR" sz="1800" b="1" i="0" u="none" strike="noStrike" kern="0" cap="none" spc="0" normalizeH="0" baseline="0" noProof="0" dirty="0">
                <a:ln>
                  <a:noFill/>
                </a:ln>
                <a:solidFill>
                  <a:srgbClr val="000000"/>
                </a:solidFill>
                <a:effectLst/>
                <a:uLnTx/>
                <a:uFillTx/>
                <a:latin typeface="IRANSans(FaNum)" panose="02040503050201020203" pitchFamily="18" charset="-78"/>
                <a:cs typeface="IRANSans(FaNum)" panose="02040503050201020203" pitchFamily="18" charset="-78"/>
              </a:rPr>
              <a:t> (از</a:t>
            </a:r>
            <a:r>
              <a:rPr kumimoji="0" lang="fa-IR" sz="1800" b="1" i="0" u="none" strike="noStrike" kern="0" cap="none" spc="0" normalizeH="0" noProof="0" dirty="0">
                <a:ln>
                  <a:noFill/>
                </a:ln>
                <a:solidFill>
                  <a:srgbClr val="000000"/>
                </a:solidFill>
                <a:effectLst/>
                <a:uLnTx/>
                <a:uFillTx/>
                <a:latin typeface="IRANSans(FaNum)" panose="02040503050201020203" pitchFamily="18" charset="-78"/>
                <a:cs typeface="IRANSans(FaNum)" panose="02040503050201020203" pitchFamily="18" charset="-78"/>
              </a:rPr>
              <a:t> طریق </a:t>
            </a:r>
            <a:r>
              <a:rPr kumimoji="0" lang="en-US" sz="1800" b="1" i="0" u="none" strike="noStrike" kern="0" cap="none" spc="0" normalizeH="0" noProof="0" dirty="0">
                <a:ln>
                  <a:noFill/>
                </a:ln>
                <a:solidFill>
                  <a:srgbClr val="000000"/>
                </a:solidFill>
                <a:effectLst/>
                <a:uLnTx/>
                <a:uFillTx/>
                <a:latin typeface="IRANSans(FaNum)" panose="02040503050201020203" pitchFamily="18" charset="-78"/>
                <a:cs typeface="IRANSans(FaNum)" panose="02040503050201020203" pitchFamily="18" charset="-78"/>
              </a:rPr>
              <a:t>iBGP</a:t>
            </a:r>
            <a:r>
              <a:rPr kumimoji="0" lang="fa-IR" sz="1800" b="1" i="0" u="none" strike="noStrike" kern="0" cap="none" spc="0" normalizeH="0" noProof="0" dirty="0">
                <a:ln>
                  <a:noFill/>
                </a:ln>
                <a:solidFill>
                  <a:srgbClr val="000000"/>
                </a:solidFill>
                <a:effectLst/>
                <a:uLnTx/>
                <a:uFillTx/>
                <a:latin typeface="IRANSans(FaNum)" panose="02040503050201020203" pitchFamily="18" charset="-78"/>
                <a:cs typeface="IRANSans(FaNum)" panose="02040503050201020203" pitchFamily="18" charset="-78"/>
              </a:rPr>
              <a:t>) در می‌یابد که به مقصد </a:t>
            </a:r>
            <a:r>
              <a:rPr kumimoji="0" lang="en-US" sz="1800" b="1" i="0" u="none" strike="noStrike" kern="0" cap="none" spc="0" normalizeH="0" noProof="0" dirty="0">
                <a:ln>
                  <a:noFill/>
                </a:ln>
                <a:solidFill>
                  <a:srgbClr val="000000"/>
                </a:solidFill>
                <a:effectLst/>
                <a:uLnTx/>
                <a:uFillTx/>
                <a:latin typeface="IRANSans(FaNum)" panose="02040503050201020203" pitchFamily="18" charset="-78"/>
                <a:cs typeface="IRANSans(FaNum)" panose="02040503050201020203" pitchFamily="18" charset="-78"/>
              </a:rPr>
              <a:t>X</a:t>
            </a:r>
            <a:r>
              <a:rPr kumimoji="0" lang="fa-IR" sz="1800" b="1" i="0" u="none" strike="noStrike" kern="0" cap="none" spc="0" normalizeH="0" noProof="0" dirty="0">
                <a:ln>
                  <a:noFill/>
                </a:ln>
                <a:solidFill>
                  <a:srgbClr val="000000"/>
                </a:solidFill>
                <a:effectLst/>
                <a:uLnTx/>
                <a:uFillTx/>
                <a:latin typeface="IRANSans(FaNum)" panose="02040503050201020203" pitchFamily="18" charset="-78"/>
                <a:cs typeface="IRANSans(FaNum)" panose="02040503050201020203" pitchFamily="18" charset="-78"/>
              </a:rPr>
              <a:t> از طریق </a:t>
            </a:r>
            <a:r>
              <a:rPr kumimoji="0" lang="en-US" sz="1800" b="1" i="0" u="none" strike="noStrike" kern="0" cap="none" spc="0" normalizeH="0" noProof="0" dirty="0" err="1">
                <a:ln>
                  <a:noFill/>
                </a:ln>
                <a:solidFill>
                  <a:srgbClr val="000000"/>
                </a:solidFill>
                <a:effectLst/>
                <a:uLnTx/>
                <a:uFillTx/>
                <a:latin typeface="Arial" panose="020B0604020202020204" pitchFamily="34" charset="0"/>
                <a:cs typeface="Arial" panose="020B0604020202020204" pitchFamily="34" charset="0"/>
              </a:rPr>
              <a:t>2a</a:t>
            </a:r>
            <a:r>
              <a:rPr kumimoji="0" lang="fa-IR" sz="1800" b="1" i="0" u="none" strike="noStrike" kern="0" cap="none" spc="0" normalizeH="0" noProof="0" dirty="0">
                <a:ln>
                  <a:noFill/>
                </a:ln>
                <a:solidFill>
                  <a:srgbClr val="000000"/>
                </a:solidFill>
                <a:effectLst/>
                <a:uLnTx/>
                <a:uFillTx/>
                <a:latin typeface="IRANSans(FaNum)" panose="02040503050201020203" pitchFamily="18" charset="-78"/>
                <a:cs typeface="IRANSans(FaNum)" panose="02040503050201020203" pitchFamily="18" charset="-78"/>
              </a:rPr>
              <a:t> و </a:t>
            </a:r>
            <a:r>
              <a:rPr kumimoji="0" lang="en-US" sz="1800" b="1" i="0" u="none" strike="noStrike" kern="0" cap="none" spc="0" normalizeH="0" noProof="0" dirty="0" err="1">
                <a:ln>
                  <a:noFill/>
                </a:ln>
                <a:solidFill>
                  <a:srgbClr val="000000"/>
                </a:solidFill>
                <a:effectLst/>
                <a:uLnTx/>
                <a:uFillTx/>
                <a:latin typeface="Arial" panose="020B0604020202020204" pitchFamily="34" charset="0"/>
                <a:cs typeface="Arial" panose="020B0604020202020204" pitchFamily="34" charset="0"/>
              </a:rPr>
              <a:t>2c</a:t>
            </a:r>
            <a:r>
              <a:rPr kumimoji="0" lang="fa-IR" sz="1800" b="1" i="0" u="none" strike="noStrike" kern="0" cap="none" spc="0" normalizeH="0" noProof="0" dirty="0">
                <a:ln>
                  <a:noFill/>
                </a:ln>
                <a:solidFill>
                  <a:srgbClr val="000000"/>
                </a:solidFill>
                <a:effectLst/>
                <a:uLnTx/>
                <a:uFillTx/>
                <a:latin typeface="IRANSans(FaNum)" panose="02040503050201020203" pitchFamily="18" charset="-78"/>
                <a:cs typeface="IRANSans(FaNum)" panose="02040503050201020203" pitchFamily="18" charset="-78"/>
              </a:rPr>
              <a:t> می‌تواند مسیر داشته باشد.</a:t>
            </a:r>
          </a:p>
          <a:p>
            <a:pPr marL="144000" lvl="0" indent="-144000" algn="r" rtl="1">
              <a:lnSpc>
                <a:spcPct val="130000"/>
              </a:lnSpc>
              <a:spcBef>
                <a:spcPts val="1200"/>
              </a:spcBef>
              <a:buFont typeface="Arial" panose="020B0604020202020204" pitchFamily="34" charset="0"/>
              <a:buChar char="•"/>
              <a:defRPr/>
            </a:pPr>
            <a:r>
              <a:rPr lang="fa-IR" sz="1800" b="1" kern="0" baseline="0" dirty="0">
                <a:solidFill>
                  <a:srgbClr val="C00000"/>
                </a:solidFill>
                <a:latin typeface="IRANSans(FaNum)" panose="02040503050201020203" pitchFamily="18" charset="-78"/>
                <a:cs typeface="IRANSans(FaNum)" panose="02040503050201020203" pitchFamily="18" charset="-78"/>
              </a:rPr>
              <a:t>مسیریابی</a:t>
            </a:r>
            <a:r>
              <a:rPr lang="fa-IR" sz="1800" b="1" kern="0" dirty="0">
                <a:solidFill>
                  <a:srgbClr val="C00000"/>
                </a:solidFill>
                <a:latin typeface="IRANSans(FaNum)" panose="02040503050201020203" pitchFamily="18" charset="-78"/>
                <a:cs typeface="IRANSans(FaNum)" panose="02040503050201020203" pitchFamily="18" charset="-78"/>
              </a:rPr>
              <a:t> سیب‌زمینی داغ:</a:t>
            </a:r>
            <a:r>
              <a:rPr lang="fa-IR" sz="1800" b="1" kern="0" dirty="0">
                <a:solidFill>
                  <a:srgbClr val="000000"/>
                </a:solidFill>
                <a:latin typeface="IRANSans(FaNum)" panose="02040503050201020203" pitchFamily="18" charset="-78"/>
                <a:cs typeface="IRANSans(FaNum)" panose="02040503050201020203" pitchFamily="18" charset="-78"/>
              </a:rPr>
              <a:t> انتخاب دروازه محلی داخل دامنه با کم‌ترین هزینه (یعنی انتخاب دروازه </a:t>
            </a:r>
            <a:r>
              <a:rPr lang="en-US" sz="1800" b="1" kern="0" dirty="0" err="1">
                <a:solidFill>
                  <a:srgbClr val="000000"/>
                </a:solidFill>
                <a:latin typeface="Arial" panose="020B0604020202020204" pitchFamily="34" charset="0"/>
                <a:cs typeface="Arial" panose="020B0604020202020204" pitchFamily="34" charset="0"/>
              </a:rPr>
              <a:t>2a</a:t>
            </a:r>
            <a:r>
              <a:rPr lang="fa-IR" sz="1800" b="1" kern="0" dirty="0">
                <a:solidFill>
                  <a:srgbClr val="000000"/>
                </a:solidFill>
                <a:latin typeface="IRANSans(FaNum)" panose="02040503050201020203" pitchFamily="18" charset="-78"/>
                <a:cs typeface="IRANSans(FaNum)" panose="02040503050201020203" pitchFamily="18" charset="-78"/>
              </a:rPr>
              <a:t> توسط مسیریاب </a:t>
            </a:r>
            <a:r>
              <a:rPr lang="en-US" sz="1800" b="1" kern="0" dirty="0" err="1">
                <a:solidFill>
                  <a:srgbClr val="000000"/>
                </a:solidFill>
                <a:latin typeface="Arial" panose="020B0604020202020204" pitchFamily="34" charset="0"/>
                <a:cs typeface="Arial" panose="020B0604020202020204" pitchFamily="34" charset="0"/>
              </a:rPr>
              <a:t>2d</a:t>
            </a:r>
            <a:r>
              <a:rPr lang="fa-IR" sz="1800" b="1" kern="0" dirty="0">
                <a:solidFill>
                  <a:srgbClr val="000000"/>
                </a:solidFill>
                <a:latin typeface="IRANSans(FaNum)" panose="02040503050201020203" pitchFamily="18" charset="-78"/>
                <a:cs typeface="IRANSans(FaNum)" panose="02040503050201020203" pitchFamily="18" charset="-78"/>
              </a:rPr>
              <a:t> حتی با وجود اینکه </a:t>
            </a:r>
            <a:r>
              <a:rPr lang="en-US" sz="1800" b="1" kern="0" dirty="0">
                <a:solidFill>
                  <a:srgbClr val="000000"/>
                </a:solidFill>
                <a:latin typeface="IRANSans(FaNum)" panose="02040503050201020203" pitchFamily="18" charset="-78"/>
                <a:cs typeface="IRANSans(FaNum)" panose="02040503050201020203" pitchFamily="18" charset="-78"/>
              </a:rPr>
              <a:t>As</a:t>
            </a:r>
            <a:r>
              <a:rPr lang="fa-IR" sz="1800" b="1" kern="0" dirty="0">
                <a:solidFill>
                  <a:srgbClr val="000000"/>
                </a:solidFill>
                <a:latin typeface="IRANSans(FaNum)" panose="02040503050201020203" pitchFamily="18" charset="-78"/>
                <a:cs typeface="IRANSans(FaNum)" panose="02040503050201020203" pitchFamily="18" charset="-78"/>
              </a:rPr>
              <a:t>های بیشتری نسبت به دروازه </a:t>
            </a:r>
            <a:r>
              <a:rPr lang="en-US" sz="1800" b="1" kern="0" dirty="0" err="1">
                <a:solidFill>
                  <a:srgbClr val="000000"/>
                </a:solidFill>
                <a:latin typeface="Arial" panose="020B0604020202020204" pitchFamily="34" charset="0"/>
                <a:cs typeface="Arial" panose="020B0604020202020204" pitchFamily="34" charset="0"/>
              </a:rPr>
              <a:t>2c</a:t>
            </a:r>
            <a:r>
              <a:rPr lang="fa-IR" sz="1800" b="1" kern="0" dirty="0">
                <a:solidFill>
                  <a:srgbClr val="000000"/>
                </a:solidFill>
                <a:latin typeface="IRANSans(FaNum)" panose="02040503050201020203" pitchFamily="18" charset="-78"/>
                <a:cs typeface="IRANSans(FaNum)" panose="02040503050201020203" pitchFamily="18" charset="-78"/>
              </a:rPr>
              <a:t> به مقصد </a:t>
            </a:r>
            <a:r>
              <a:rPr lang="en-US" sz="1800" b="1" kern="0" dirty="0">
                <a:solidFill>
                  <a:srgbClr val="000000"/>
                </a:solidFill>
                <a:latin typeface="IRANSans(FaNum)" panose="02040503050201020203" pitchFamily="18" charset="-78"/>
                <a:cs typeface="IRANSans(FaNum)" panose="02040503050201020203" pitchFamily="18" charset="-78"/>
              </a:rPr>
              <a:t>X</a:t>
            </a:r>
            <a:r>
              <a:rPr lang="fa-IR" sz="1800" b="1" kern="0" dirty="0">
                <a:solidFill>
                  <a:srgbClr val="000000"/>
                </a:solidFill>
                <a:latin typeface="IRANSans(FaNum)" panose="02040503050201020203" pitchFamily="18" charset="-78"/>
                <a:cs typeface="IRANSans(FaNum)" panose="02040503050201020203" pitchFamily="18" charset="-78"/>
              </a:rPr>
              <a:t> دارد).</a:t>
            </a:r>
            <a:endParaRPr kumimoji="0" lang="en-US" sz="1800" b="1" i="0" u="none" strike="noStrike" kern="0" cap="none" spc="0" normalizeH="0" baseline="0" noProof="0" dirty="0">
              <a:ln>
                <a:noFill/>
              </a:ln>
              <a:solidFill>
                <a:srgbClr val="2D2DB9">
                  <a:lumMod val="75000"/>
                </a:srgbClr>
              </a:solidFill>
              <a:effectLst/>
              <a:uLnTx/>
              <a:uFillTx/>
              <a:latin typeface="IRANSans(FaNum)" panose="02040503050201020203" pitchFamily="18" charset="-78"/>
              <a:cs typeface="IRANSans(FaNum)" panose="02040503050201020203" pitchFamily="18" charset="-78"/>
            </a:endParaRPr>
          </a:p>
        </p:txBody>
      </p:sp>
      <p:cxnSp>
        <p:nvCxnSpPr>
          <p:cNvPr id="1262" name="Straight Connector 1261">
            <a:extLst>
              <a:ext uri="{FF2B5EF4-FFF2-40B4-BE49-F238E27FC236}">
                <a16:creationId xmlns:a16="http://schemas.microsoft.com/office/drawing/2014/main" id="{DDA93DBD-4785-FD63-7AC8-2701F2194C2E}"/>
              </a:ext>
            </a:extLst>
          </p:cNvPr>
          <p:cNvCxnSpPr>
            <a:cxnSpLocks/>
          </p:cNvCxnSpPr>
          <p:nvPr/>
        </p:nvCxnSpPr>
        <p:spPr bwMode="auto">
          <a:xfrm flipH="1" flipV="1">
            <a:off x="6000873" y="3963637"/>
            <a:ext cx="424979" cy="441697"/>
          </a:xfrm>
          <a:prstGeom prst="line">
            <a:avLst/>
          </a:prstGeom>
          <a:solidFill>
            <a:srgbClr val="00CC99"/>
          </a:solidFill>
          <a:ln w="6350" cap="flat" cmpd="sng" algn="ctr">
            <a:solidFill>
              <a:srgbClr val="0000A8"/>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1263" name="Group 1262">
            <a:extLst>
              <a:ext uri="{FF2B5EF4-FFF2-40B4-BE49-F238E27FC236}">
                <a16:creationId xmlns:a16="http://schemas.microsoft.com/office/drawing/2014/main" id="{3D927024-EC46-B9D3-8174-91109AC491A7}"/>
              </a:ext>
            </a:extLst>
          </p:cNvPr>
          <p:cNvGrpSpPr/>
          <p:nvPr/>
        </p:nvGrpSpPr>
        <p:grpSpPr>
          <a:xfrm>
            <a:off x="7095765" y="3118791"/>
            <a:ext cx="880227" cy="680442"/>
            <a:chOff x="5705376" y="2487543"/>
            <a:chExt cx="880227" cy="680442"/>
          </a:xfrm>
        </p:grpSpPr>
        <p:sp>
          <p:nvSpPr>
            <p:cNvPr id="1264" name="AutoShape 118">
              <a:extLst>
                <a:ext uri="{FF2B5EF4-FFF2-40B4-BE49-F238E27FC236}">
                  <a16:creationId xmlns:a16="http://schemas.microsoft.com/office/drawing/2014/main" id="{33FBE306-E0D3-375B-BEF6-B6CDC88257FF}"/>
                </a:ext>
              </a:extLst>
            </p:cNvPr>
            <p:cNvSpPr>
              <a:spLocks noChangeArrowheads="1"/>
            </p:cNvSpPr>
            <p:nvPr/>
          </p:nvSpPr>
          <p:spPr bwMode="auto">
            <a:xfrm rot="19229657">
              <a:off x="5705376" y="2487543"/>
              <a:ext cx="768350" cy="276226"/>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65" name="Text Box 119">
              <a:extLst>
                <a:ext uri="{FF2B5EF4-FFF2-40B4-BE49-F238E27FC236}">
                  <a16:creationId xmlns:a16="http://schemas.microsoft.com/office/drawing/2014/main" id="{DF6E602A-53CD-FDF5-790B-1027D06A3D72}"/>
                </a:ext>
              </a:extLst>
            </p:cNvPr>
            <p:cNvSpPr txBox="1">
              <a:spLocks noChangeArrowheads="1"/>
            </p:cNvSpPr>
            <p:nvPr/>
          </p:nvSpPr>
          <p:spPr bwMode="auto">
            <a:xfrm>
              <a:off x="5848435" y="2887139"/>
              <a:ext cx="737168" cy="2808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CC0000"/>
                  </a:solidFill>
                  <a:effectLst/>
                  <a:uLnTx/>
                  <a:uFillTx/>
                  <a:latin typeface="Arial" charset="0"/>
                  <a:ea typeface="ＭＳ Ｐゴシック" charset="0"/>
                </a:rPr>
                <a:t>AS3,X </a:t>
              </a:r>
            </a:p>
          </p:txBody>
        </p:sp>
      </p:grpSp>
      <p:grpSp>
        <p:nvGrpSpPr>
          <p:cNvPr id="1266" name="Group 1265">
            <a:extLst>
              <a:ext uri="{FF2B5EF4-FFF2-40B4-BE49-F238E27FC236}">
                <a16:creationId xmlns:a16="http://schemas.microsoft.com/office/drawing/2014/main" id="{FD72B1E3-132C-FDE0-A9EC-ECCE384BE4FA}"/>
              </a:ext>
            </a:extLst>
          </p:cNvPr>
          <p:cNvGrpSpPr/>
          <p:nvPr/>
        </p:nvGrpSpPr>
        <p:grpSpPr>
          <a:xfrm>
            <a:off x="2970239" y="3328439"/>
            <a:ext cx="1359693" cy="525314"/>
            <a:chOff x="2143521" y="2684666"/>
            <a:chExt cx="1359693" cy="525314"/>
          </a:xfrm>
        </p:grpSpPr>
        <p:sp>
          <p:nvSpPr>
            <p:cNvPr id="1267" name="Text Box 119">
              <a:extLst>
                <a:ext uri="{FF2B5EF4-FFF2-40B4-BE49-F238E27FC236}">
                  <a16:creationId xmlns:a16="http://schemas.microsoft.com/office/drawing/2014/main" id="{C0BCE61C-E099-22C7-4CA6-E45E6CBA0EFF}"/>
                </a:ext>
              </a:extLst>
            </p:cNvPr>
            <p:cNvSpPr txBox="1">
              <a:spLocks noChangeArrowheads="1"/>
            </p:cNvSpPr>
            <p:nvPr/>
          </p:nvSpPr>
          <p:spPr bwMode="auto">
            <a:xfrm>
              <a:off x="2143521" y="2929134"/>
              <a:ext cx="1126397" cy="2808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CC0000"/>
                  </a:solidFill>
                  <a:effectLst/>
                  <a:uLnTx/>
                  <a:uFillTx/>
                  <a:latin typeface="Arial" charset="0"/>
                  <a:ea typeface="ＭＳ Ｐゴシック" charset="0"/>
                </a:rPr>
                <a:t>AS1,AS3,X </a:t>
              </a:r>
            </a:p>
          </p:txBody>
        </p:sp>
        <p:sp>
          <p:nvSpPr>
            <p:cNvPr id="1268" name="AutoShape 118">
              <a:extLst>
                <a:ext uri="{FF2B5EF4-FFF2-40B4-BE49-F238E27FC236}">
                  <a16:creationId xmlns:a16="http://schemas.microsoft.com/office/drawing/2014/main" id="{19F6BE01-7580-67DE-75EF-AD5CAF103F52}"/>
                </a:ext>
              </a:extLst>
            </p:cNvPr>
            <p:cNvSpPr>
              <a:spLocks noChangeArrowheads="1"/>
            </p:cNvSpPr>
            <p:nvPr/>
          </p:nvSpPr>
          <p:spPr bwMode="auto">
            <a:xfrm rot="12975073">
              <a:off x="2734864" y="2684666"/>
              <a:ext cx="768350" cy="276225"/>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269" name="TextBox 1268">
            <a:extLst>
              <a:ext uri="{FF2B5EF4-FFF2-40B4-BE49-F238E27FC236}">
                <a16:creationId xmlns:a16="http://schemas.microsoft.com/office/drawing/2014/main" id="{AA42E505-89E2-81BF-E6D1-D4B46240147E}"/>
              </a:ext>
            </a:extLst>
          </p:cNvPr>
          <p:cNvSpPr txBox="1"/>
          <p:nvPr/>
        </p:nvSpPr>
        <p:spPr>
          <a:xfrm>
            <a:off x="6375649" y="4277958"/>
            <a:ext cx="1860906" cy="338554"/>
          </a:xfrm>
          <a:prstGeom prst="rect">
            <a:avLst/>
          </a:prstGeom>
          <a:noFill/>
        </p:spPr>
        <p:txBody>
          <a:bodyPr wrap="none" rtlCol="0">
            <a:spAutoFit/>
          </a:bodyPr>
          <a:lstStyle/>
          <a:p>
            <a:pPr eaLnBrk="0" fontAlgn="base" hangingPunct="0">
              <a:spcBef>
                <a:spcPct val="0"/>
              </a:spcBef>
              <a:spcAft>
                <a:spcPct val="0"/>
              </a:spcAft>
            </a:pPr>
            <a:r>
              <a:rPr lang="en-US" sz="1600" dirty="0">
                <a:latin typeface="Arial" charset="0"/>
                <a:ea typeface="ＭＳ Ｐゴシック" charset="0"/>
              </a:rPr>
              <a:t>OSPF link weights</a:t>
            </a:r>
          </a:p>
        </p:txBody>
      </p:sp>
      <p:sp>
        <p:nvSpPr>
          <p:cNvPr id="1270" name="TextBox 1269">
            <a:extLst>
              <a:ext uri="{FF2B5EF4-FFF2-40B4-BE49-F238E27FC236}">
                <a16:creationId xmlns:a16="http://schemas.microsoft.com/office/drawing/2014/main" id="{94026BAE-CC11-A565-3237-FF24EBB14D7E}"/>
              </a:ext>
            </a:extLst>
          </p:cNvPr>
          <p:cNvSpPr txBox="1"/>
          <p:nvPr/>
        </p:nvSpPr>
        <p:spPr>
          <a:xfrm>
            <a:off x="5162685" y="3743488"/>
            <a:ext cx="482824" cy="307777"/>
          </a:xfrm>
          <a:prstGeom prst="rect">
            <a:avLst/>
          </a:prstGeom>
          <a:noFill/>
        </p:spPr>
        <p:txBody>
          <a:bodyPr wrap="none" rtlCol="0">
            <a:spAutoFit/>
          </a:bodyPr>
          <a:lstStyle/>
          <a:p>
            <a:pPr eaLnBrk="0" fontAlgn="base" hangingPunct="0">
              <a:spcBef>
                <a:spcPct val="0"/>
              </a:spcBef>
              <a:spcAft>
                <a:spcPct val="0"/>
              </a:spcAft>
            </a:pPr>
            <a:r>
              <a:rPr lang="en-US" sz="1400" i="1" dirty="0">
                <a:latin typeface="Arial" charset="0"/>
                <a:ea typeface="ＭＳ Ｐゴシック" charset="0"/>
              </a:rPr>
              <a:t>201</a:t>
            </a:r>
            <a:endParaRPr lang="en-US" i="1" dirty="0">
              <a:latin typeface="Arial" charset="0"/>
              <a:ea typeface="ＭＳ Ｐゴシック" charset="0"/>
            </a:endParaRPr>
          </a:p>
        </p:txBody>
      </p:sp>
      <p:sp>
        <p:nvSpPr>
          <p:cNvPr id="1271" name="TextBox 1270">
            <a:extLst>
              <a:ext uri="{FF2B5EF4-FFF2-40B4-BE49-F238E27FC236}">
                <a16:creationId xmlns:a16="http://schemas.microsoft.com/office/drawing/2014/main" id="{F0CD7418-0278-B349-8C12-C19CDCE4595E}"/>
              </a:ext>
            </a:extLst>
          </p:cNvPr>
          <p:cNvSpPr txBox="1"/>
          <p:nvPr/>
        </p:nvSpPr>
        <p:spPr>
          <a:xfrm>
            <a:off x="5952201" y="3137930"/>
            <a:ext cx="469487" cy="307777"/>
          </a:xfrm>
          <a:prstGeom prst="rect">
            <a:avLst/>
          </a:prstGeom>
          <a:noFill/>
        </p:spPr>
        <p:txBody>
          <a:bodyPr wrap="none" rtlCol="0">
            <a:spAutoFit/>
          </a:bodyPr>
          <a:lstStyle/>
          <a:p>
            <a:pPr eaLnBrk="0" fontAlgn="base" hangingPunct="0">
              <a:spcBef>
                <a:spcPct val="0"/>
              </a:spcBef>
              <a:spcAft>
                <a:spcPct val="0"/>
              </a:spcAft>
            </a:pPr>
            <a:r>
              <a:rPr lang="en-US" sz="1400" i="1" dirty="0">
                <a:latin typeface="Arial" charset="0"/>
                <a:ea typeface="ＭＳ Ｐゴシック" charset="0"/>
              </a:rPr>
              <a:t>112</a:t>
            </a:r>
            <a:endParaRPr lang="en-US" i="1" dirty="0">
              <a:latin typeface="Arial" charset="0"/>
              <a:ea typeface="ＭＳ Ｐゴシック" charset="0"/>
            </a:endParaRPr>
          </a:p>
        </p:txBody>
      </p:sp>
      <p:sp>
        <p:nvSpPr>
          <p:cNvPr id="1272" name="TextBox 1271">
            <a:extLst>
              <a:ext uri="{FF2B5EF4-FFF2-40B4-BE49-F238E27FC236}">
                <a16:creationId xmlns:a16="http://schemas.microsoft.com/office/drawing/2014/main" id="{AF6154F8-83D9-9AC6-DFF3-072437B195BE}"/>
              </a:ext>
            </a:extLst>
          </p:cNvPr>
          <p:cNvSpPr txBox="1"/>
          <p:nvPr/>
        </p:nvSpPr>
        <p:spPr>
          <a:xfrm>
            <a:off x="5702048" y="3730306"/>
            <a:ext cx="482824" cy="307777"/>
          </a:xfrm>
          <a:prstGeom prst="rect">
            <a:avLst/>
          </a:prstGeom>
          <a:noFill/>
        </p:spPr>
        <p:txBody>
          <a:bodyPr wrap="none" rtlCol="0">
            <a:spAutoFit/>
          </a:bodyPr>
          <a:lstStyle/>
          <a:p>
            <a:pPr eaLnBrk="0" fontAlgn="base" hangingPunct="0">
              <a:spcBef>
                <a:spcPct val="0"/>
              </a:spcBef>
              <a:spcAft>
                <a:spcPct val="0"/>
              </a:spcAft>
            </a:pPr>
            <a:r>
              <a:rPr lang="en-US" sz="1400" i="1" dirty="0">
                <a:latin typeface="Arial" charset="0"/>
                <a:ea typeface="ＭＳ Ｐゴシック" charset="0"/>
              </a:rPr>
              <a:t>263</a:t>
            </a:r>
            <a:endParaRPr lang="en-US" i="1" dirty="0">
              <a:latin typeface="Arial" charset="0"/>
              <a:ea typeface="ＭＳ Ｐゴシック" charset="0"/>
            </a:endParaRPr>
          </a:p>
        </p:txBody>
      </p:sp>
      <p:sp>
        <p:nvSpPr>
          <p:cNvPr id="1273" name="Oval 1272">
            <a:extLst>
              <a:ext uri="{FF2B5EF4-FFF2-40B4-BE49-F238E27FC236}">
                <a16:creationId xmlns:a16="http://schemas.microsoft.com/office/drawing/2014/main" id="{31D8C4BC-A13D-B6C2-CE37-BB211E6E5DAE}"/>
              </a:ext>
            </a:extLst>
          </p:cNvPr>
          <p:cNvSpPr/>
          <p:nvPr/>
        </p:nvSpPr>
        <p:spPr>
          <a:xfrm>
            <a:off x="5334000" y="3987800"/>
            <a:ext cx="720436" cy="678873"/>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55652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263"/>
                                        </p:tgtEl>
                                        <p:attrNameLst>
                                          <p:attrName>style.visibility</p:attrName>
                                        </p:attrNameLst>
                                      </p:cBhvr>
                                      <p:to>
                                        <p:strVal val="visible"/>
                                      </p:to>
                                    </p:set>
                                    <p:animEffect transition="in" filter="wipe(up)">
                                      <p:cBhvr>
                                        <p:cTn id="20" dur="1000"/>
                                        <p:tgtEl>
                                          <p:spTgt spid="1263"/>
                                        </p:tgtEl>
                                      </p:cBhvr>
                                    </p:animEffect>
                                  </p:childTnLst>
                                </p:cTn>
                              </p:par>
                            </p:childTnLst>
                          </p:cTn>
                        </p:par>
                        <p:par>
                          <p:cTn id="21" fill="hold">
                            <p:stCondLst>
                              <p:cond delay="1000"/>
                            </p:stCondLst>
                            <p:childTnLst>
                              <p:par>
                                <p:cTn id="22" presetID="22" presetClass="entr" presetSubtype="1" fill="hold" nodeType="afterEffect">
                                  <p:stCondLst>
                                    <p:cond delay="0"/>
                                  </p:stCondLst>
                                  <p:childTnLst>
                                    <p:set>
                                      <p:cBhvr>
                                        <p:cTn id="23" dur="1" fill="hold">
                                          <p:stCondLst>
                                            <p:cond delay="0"/>
                                          </p:stCondLst>
                                        </p:cTn>
                                        <p:tgtEl>
                                          <p:spTgt spid="1266"/>
                                        </p:tgtEl>
                                        <p:attrNameLst>
                                          <p:attrName>style.visibility</p:attrName>
                                        </p:attrNameLst>
                                      </p:cBhvr>
                                      <p:to>
                                        <p:strVal val="visible"/>
                                      </p:to>
                                    </p:set>
                                    <p:animEffect transition="in" filter="wipe(up)">
                                      <p:cBhvr>
                                        <p:cTn id="24" dur="1000"/>
                                        <p:tgtEl>
                                          <p:spTgt spid="1266"/>
                                        </p:tgtEl>
                                      </p:cBhvr>
                                    </p:animEffect>
                                  </p:childTnLst>
                                </p:cTn>
                              </p:par>
                            </p:childTnLst>
                          </p:cTn>
                        </p:par>
                        <p:par>
                          <p:cTn id="25" fill="hold">
                            <p:stCondLst>
                              <p:cond delay="2000"/>
                            </p:stCondLst>
                            <p:childTnLst>
                              <p:par>
                                <p:cTn id="26" presetID="9" presetClass="entr" presetSubtype="0" fill="hold" grpId="0" nodeType="afterEffect">
                                  <p:stCondLst>
                                    <p:cond delay="0"/>
                                  </p:stCondLst>
                                  <p:childTnLst>
                                    <p:set>
                                      <p:cBhvr>
                                        <p:cTn id="27" dur="1" fill="hold">
                                          <p:stCondLst>
                                            <p:cond delay="0"/>
                                          </p:stCondLst>
                                        </p:cTn>
                                        <p:tgtEl>
                                          <p:spTgt spid="1261">
                                            <p:txEl>
                                              <p:pRg st="0" end="0"/>
                                            </p:txEl>
                                          </p:spTgt>
                                        </p:tgtEl>
                                        <p:attrNameLst>
                                          <p:attrName>style.visibility</p:attrName>
                                        </p:attrNameLst>
                                      </p:cBhvr>
                                      <p:to>
                                        <p:strVal val="visible"/>
                                      </p:to>
                                    </p:set>
                                    <p:animEffect transition="in" filter="dissolve">
                                      <p:cBhvr>
                                        <p:cTn id="28" dur="500"/>
                                        <p:tgtEl>
                                          <p:spTgt spid="1261">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61">
                                            <p:txEl>
                                              <p:pRg st="1" end="1"/>
                                            </p:txEl>
                                          </p:spTgt>
                                        </p:tgtEl>
                                        <p:attrNameLst>
                                          <p:attrName>style.visibility</p:attrName>
                                        </p:attrNameLst>
                                      </p:cBhvr>
                                      <p:to>
                                        <p:strVal val="visible"/>
                                      </p:to>
                                    </p:set>
                                    <p:animEffect transition="in" filter="dissolve">
                                      <p:cBhvr>
                                        <p:cTn id="33" dur="500"/>
                                        <p:tgtEl>
                                          <p:spTgt spid="1261">
                                            <p:txEl>
                                              <p:pRg st="1" end="1"/>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73"/>
                                        </p:tgtEl>
                                        <p:attrNameLst>
                                          <p:attrName>style.visibility</p:attrName>
                                        </p:attrNameLst>
                                      </p:cBhvr>
                                      <p:to>
                                        <p:strVal val="visible"/>
                                      </p:to>
                                    </p:set>
                                    <p:animEffect transition="in" filter="dissolve">
                                      <p:cBhvr>
                                        <p:cTn id="36" dur="500"/>
                                        <p:tgtEl>
                                          <p:spTgt spid="1273"/>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xit" presetSubtype="0" fill="hold" nodeType="clickEffect">
                                  <p:stCondLst>
                                    <p:cond delay="0"/>
                                  </p:stCondLst>
                                  <p:childTnLst>
                                    <p:animEffect transition="out" filter="dissolve">
                                      <p:cBhvr>
                                        <p:cTn id="40" dur="500"/>
                                        <p:tgtEl>
                                          <p:spTgt spid="1263"/>
                                        </p:tgtEl>
                                      </p:cBhvr>
                                    </p:animEffect>
                                    <p:set>
                                      <p:cBhvr>
                                        <p:cTn id="41" dur="1" fill="hold">
                                          <p:stCondLst>
                                            <p:cond delay="499"/>
                                          </p:stCondLst>
                                        </p:cTn>
                                        <p:tgtEl>
                                          <p:spTgt spid="1263"/>
                                        </p:tgtEl>
                                        <p:attrNameLst>
                                          <p:attrName>style.visibility</p:attrName>
                                        </p:attrNameLst>
                                      </p:cBhvr>
                                      <p:to>
                                        <p:strVal val="hidden"/>
                                      </p:to>
                                    </p:set>
                                  </p:childTnLst>
                                </p:cTn>
                              </p:par>
                              <p:par>
                                <p:cTn id="42" presetID="9" presetClass="exit" presetSubtype="0" fill="hold" nodeType="withEffect">
                                  <p:stCondLst>
                                    <p:cond delay="0"/>
                                  </p:stCondLst>
                                  <p:childTnLst>
                                    <p:animEffect transition="out" filter="dissolve">
                                      <p:cBhvr>
                                        <p:cTn id="43" dur="500"/>
                                        <p:tgtEl>
                                          <p:spTgt spid="1266"/>
                                        </p:tgtEl>
                                      </p:cBhvr>
                                    </p:animEffect>
                                    <p:set>
                                      <p:cBhvr>
                                        <p:cTn id="44" dur="1" fill="hold">
                                          <p:stCondLst>
                                            <p:cond delay="499"/>
                                          </p:stCondLst>
                                        </p:cTn>
                                        <p:tgtEl>
                                          <p:spTgt spid="1266"/>
                                        </p:tgtEl>
                                        <p:attrNameLst>
                                          <p:attrName>style.visibility</p:attrName>
                                        </p:attrNameLst>
                                      </p:cBhvr>
                                      <p:to>
                                        <p:strVal val="hidden"/>
                                      </p:to>
                                    </p:set>
                                  </p:childTnLst>
                                </p:cTn>
                              </p:par>
                              <p:par>
                                <p:cTn id="45" presetID="9" presetClass="exit" presetSubtype="0" fill="hold" grpId="1" nodeType="withEffect">
                                  <p:stCondLst>
                                    <p:cond delay="0"/>
                                  </p:stCondLst>
                                  <p:childTnLst>
                                    <p:animEffect transition="out" filter="dissolve">
                                      <p:cBhvr>
                                        <p:cTn id="46" dur="500"/>
                                        <p:tgtEl>
                                          <p:spTgt spid="1273"/>
                                        </p:tgtEl>
                                      </p:cBhvr>
                                    </p:animEffect>
                                    <p:set>
                                      <p:cBhvr>
                                        <p:cTn id="47" dur="1" fill="hold">
                                          <p:stCondLst>
                                            <p:cond delay="499"/>
                                          </p:stCondLst>
                                        </p:cTn>
                                        <p:tgtEl>
                                          <p:spTgt spid="127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1" grpId="0" uiExpand="1" build="p"/>
      <p:bldP spid="1273" grpId="0" animBg="1"/>
      <p:bldP spid="1273" grpId="1"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 name="TextBox 924">
            <a:extLst>
              <a:ext uri="{FF2B5EF4-FFF2-40B4-BE49-F238E27FC236}">
                <a16:creationId xmlns:a16="http://schemas.microsoft.com/office/drawing/2014/main" id="{479990F5-5509-2430-79C7-1BE8FF1B87BF}"/>
              </a:ext>
            </a:extLst>
          </p:cNvPr>
          <p:cNvSpPr txBox="1"/>
          <p:nvPr/>
        </p:nvSpPr>
        <p:spPr>
          <a:xfrm>
            <a:off x="655786" y="3638442"/>
            <a:ext cx="11073610" cy="784830"/>
          </a:xfrm>
          <a:prstGeom prst="rect">
            <a:avLst/>
          </a:prstGeom>
          <a:noFill/>
        </p:spPr>
        <p:txBody>
          <a:bodyPr wrap="square" rtlCol="0">
            <a:spAutoFit/>
          </a:bodyPr>
          <a:lstStyle/>
          <a:p>
            <a:pPr algn="r" rtl="1">
              <a:lnSpc>
                <a:spcPct val="125000"/>
              </a:lnSpc>
            </a:pPr>
            <a:r>
              <a:rPr lang="en-US" b="1" dirty="0">
                <a:latin typeface="IRANSans(FaNum)" panose="02040503050201020203" pitchFamily="18" charset="-78"/>
                <a:cs typeface="IRANSans(FaNum)" panose="02040503050201020203" pitchFamily="18" charset="-78"/>
              </a:rPr>
              <a:t>ISP</a:t>
            </a:r>
            <a:r>
              <a:rPr lang="fa-IR" b="1" dirty="0">
                <a:latin typeface="IRANSans(FaNum)" panose="02040503050201020203" pitchFamily="18" charset="-78"/>
                <a:cs typeface="IRANSans(FaNum)" panose="02040503050201020203" pitchFamily="18" charset="-78"/>
              </a:rPr>
              <a:t> فقط می‌خواهد ترافیک وارد شده به یا خارج شده از شبکه‌های مشتریان خودش را مسیریابی کند. (نمی‌خواهد ترافیک بین </a:t>
            </a:r>
            <a:r>
              <a:rPr lang="en-US" b="1" dirty="0">
                <a:latin typeface="IRANSans(FaNum)" panose="02040503050201020203" pitchFamily="18" charset="-78"/>
                <a:cs typeface="IRANSans(FaNum)" panose="02040503050201020203" pitchFamily="18" charset="-78"/>
              </a:rPr>
              <a:t>ISP</a:t>
            </a:r>
            <a:r>
              <a:rPr lang="fa-IR" b="1" dirty="0">
                <a:latin typeface="IRANSans(FaNum)" panose="02040503050201020203" pitchFamily="18" charset="-78"/>
                <a:cs typeface="IRANSans(FaNum)" panose="02040503050201020203" pitchFamily="18" charset="-78"/>
              </a:rPr>
              <a:t>های دیگر را ترانزیت کند - یک خط‌مشی متعارف در "دنیای واقعی")</a:t>
            </a:r>
            <a:endParaRPr lang="en-US" b="1" dirty="0">
              <a:latin typeface="IRANSans(FaNum)" panose="02040503050201020203" pitchFamily="18" charset="-78"/>
              <a:cs typeface="IRANSans(FaNum)" panose="02040503050201020203" pitchFamily="18" charset="-78"/>
            </a:endParaRPr>
          </a:p>
        </p:txBody>
      </p:sp>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8" name="Content Placeholder 2">
            <a:extLst>
              <a:ext uri="{FF2B5EF4-FFF2-40B4-BE49-F238E27FC236}">
                <a16:creationId xmlns:a16="http://schemas.microsoft.com/office/drawing/2014/main" id="{0F7CA0EC-1DFD-465B-3AAD-B785F3017FA4}"/>
              </a:ext>
            </a:extLst>
          </p:cNvPr>
          <p:cNvSpPr txBox="1">
            <a:spLocks/>
          </p:cNvSpPr>
          <p:nvPr/>
        </p:nvSpPr>
        <p:spPr>
          <a:xfrm>
            <a:off x="1134794" y="1215799"/>
            <a:ext cx="10872871"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دستیابی به خط‌مشی از طریق اعلان‌ها</a:t>
            </a:r>
          </a:p>
        </p:txBody>
      </p:sp>
      <p:grpSp>
        <p:nvGrpSpPr>
          <p:cNvPr id="59" name="Group 58">
            <a:extLst>
              <a:ext uri="{FF2B5EF4-FFF2-40B4-BE49-F238E27FC236}">
                <a16:creationId xmlns:a16="http://schemas.microsoft.com/office/drawing/2014/main" id="{443E544F-5949-287B-ADE6-6481BC40EE86}"/>
              </a:ext>
            </a:extLst>
          </p:cNvPr>
          <p:cNvGrpSpPr/>
          <p:nvPr/>
        </p:nvGrpSpPr>
        <p:grpSpPr>
          <a:xfrm>
            <a:off x="3983668" y="1682207"/>
            <a:ext cx="893763" cy="577850"/>
            <a:chOff x="3983668" y="1440907"/>
            <a:chExt cx="893763" cy="577850"/>
          </a:xfrm>
        </p:grpSpPr>
        <p:sp>
          <p:nvSpPr>
            <p:cNvPr id="901" name="Freeform 7">
              <a:extLst>
                <a:ext uri="{FF2B5EF4-FFF2-40B4-BE49-F238E27FC236}">
                  <a16:creationId xmlns:a16="http://schemas.microsoft.com/office/drawing/2014/main" id="{D0A1786D-FEE3-C9FF-BDF8-372FA82EA21E}"/>
                </a:ext>
              </a:extLst>
            </p:cNvPr>
            <p:cNvSpPr>
              <a:spLocks/>
            </p:cNvSpPr>
            <p:nvPr/>
          </p:nvSpPr>
          <p:spPr bwMode="auto">
            <a:xfrm>
              <a:off x="3983668" y="1440907"/>
              <a:ext cx="893763" cy="577850"/>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902" name="Rectangle 10">
              <a:extLst>
                <a:ext uri="{FF2B5EF4-FFF2-40B4-BE49-F238E27FC236}">
                  <a16:creationId xmlns:a16="http://schemas.microsoft.com/office/drawing/2014/main" id="{219A8AEF-D37E-7910-4CD5-CC5986BC3334}"/>
                </a:ext>
              </a:extLst>
            </p:cNvPr>
            <p:cNvSpPr>
              <a:spLocks noChangeArrowheads="1"/>
            </p:cNvSpPr>
            <p:nvPr/>
          </p:nvSpPr>
          <p:spPr bwMode="auto">
            <a:xfrm>
              <a:off x="4346086" y="1490773"/>
              <a:ext cx="222818" cy="4924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3200" dirty="0">
                  <a:solidFill>
                    <a:schemeClr val="bg1"/>
                  </a:solidFill>
                </a:rPr>
                <a:t>B</a:t>
              </a:r>
            </a:p>
          </p:txBody>
        </p:sp>
      </p:grpSp>
      <p:sp>
        <p:nvSpPr>
          <p:cNvPr id="903" name="Line 22">
            <a:extLst>
              <a:ext uri="{FF2B5EF4-FFF2-40B4-BE49-F238E27FC236}">
                <a16:creationId xmlns:a16="http://schemas.microsoft.com/office/drawing/2014/main" id="{94E89D9C-C543-5B05-09CE-00D03D9A7DAA}"/>
              </a:ext>
            </a:extLst>
          </p:cNvPr>
          <p:cNvSpPr>
            <a:spLocks noChangeShapeType="1"/>
          </p:cNvSpPr>
          <p:nvPr/>
        </p:nvSpPr>
        <p:spPr bwMode="auto">
          <a:xfrm>
            <a:off x="4877431" y="1975894"/>
            <a:ext cx="665163" cy="276225"/>
          </a:xfrm>
          <a:prstGeom prst="line">
            <a:avLst/>
          </a:prstGeom>
          <a:noFill/>
          <a:ln w="174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904" name="Line 23">
            <a:extLst>
              <a:ext uri="{FF2B5EF4-FFF2-40B4-BE49-F238E27FC236}">
                <a16:creationId xmlns:a16="http://schemas.microsoft.com/office/drawing/2014/main" id="{10FE3EC8-5DA8-DEBF-95C2-B1DD8B53DF1F}"/>
              </a:ext>
            </a:extLst>
          </p:cNvPr>
          <p:cNvSpPr>
            <a:spLocks noChangeShapeType="1"/>
          </p:cNvSpPr>
          <p:nvPr/>
        </p:nvSpPr>
        <p:spPr bwMode="auto">
          <a:xfrm flipV="1">
            <a:off x="4920293" y="2358482"/>
            <a:ext cx="669925" cy="566738"/>
          </a:xfrm>
          <a:prstGeom prst="line">
            <a:avLst/>
          </a:prstGeom>
          <a:noFill/>
          <a:ln w="174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905" name="Line 25">
            <a:extLst>
              <a:ext uri="{FF2B5EF4-FFF2-40B4-BE49-F238E27FC236}">
                <a16:creationId xmlns:a16="http://schemas.microsoft.com/office/drawing/2014/main" id="{A6EF6DED-461A-F69A-645D-32241D4ECFBE}"/>
              </a:ext>
            </a:extLst>
          </p:cNvPr>
          <p:cNvSpPr>
            <a:spLocks noChangeShapeType="1"/>
          </p:cNvSpPr>
          <p:nvPr/>
        </p:nvSpPr>
        <p:spPr bwMode="auto">
          <a:xfrm flipV="1">
            <a:off x="3791581" y="2115594"/>
            <a:ext cx="290513" cy="234950"/>
          </a:xfrm>
          <a:prstGeom prst="line">
            <a:avLst/>
          </a:prstGeom>
          <a:noFill/>
          <a:ln w="555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906" name="Line 26">
            <a:extLst>
              <a:ext uri="{FF2B5EF4-FFF2-40B4-BE49-F238E27FC236}">
                <a16:creationId xmlns:a16="http://schemas.microsoft.com/office/drawing/2014/main" id="{63734E33-FC05-1948-8E63-08BDE1BA8FE4}"/>
              </a:ext>
            </a:extLst>
          </p:cNvPr>
          <p:cNvSpPr>
            <a:spLocks noChangeShapeType="1"/>
          </p:cNvSpPr>
          <p:nvPr/>
        </p:nvSpPr>
        <p:spPr bwMode="auto">
          <a:xfrm flipH="1" flipV="1">
            <a:off x="4664705" y="2244182"/>
            <a:ext cx="1423" cy="538612"/>
          </a:xfrm>
          <a:prstGeom prst="line">
            <a:avLst/>
          </a:prstGeom>
          <a:noFill/>
          <a:ln w="555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907" name="Line 27">
            <a:extLst>
              <a:ext uri="{FF2B5EF4-FFF2-40B4-BE49-F238E27FC236}">
                <a16:creationId xmlns:a16="http://schemas.microsoft.com/office/drawing/2014/main" id="{52A89FD3-022F-6223-088E-8CA0BB9E4B2E}"/>
              </a:ext>
            </a:extLst>
          </p:cNvPr>
          <p:cNvSpPr>
            <a:spLocks noChangeShapeType="1"/>
          </p:cNvSpPr>
          <p:nvPr/>
        </p:nvSpPr>
        <p:spPr bwMode="auto">
          <a:xfrm>
            <a:off x="3816981" y="2669632"/>
            <a:ext cx="265113" cy="165100"/>
          </a:xfrm>
          <a:prstGeom prst="line">
            <a:avLst/>
          </a:prstGeom>
          <a:noFill/>
          <a:ln w="555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grpSp>
        <p:nvGrpSpPr>
          <p:cNvPr id="908" name="Group 907">
            <a:extLst>
              <a:ext uri="{FF2B5EF4-FFF2-40B4-BE49-F238E27FC236}">
                <a16:creationId xmlns:a16="http://schemas.microsoft.com/office/drawing/2014/main" id="{D57AD3A6-D631-B977-1EF8-204EC7ACE02D}"/>
              </a:ext>
            </a:extLst>
          </p:cNvPr>
          <p:cNvGrpSpPr/>
          <p:nvPr/>
        </p:nvGrpSpPr>
        <p:grpSpPr>
          <a:xfrm>
            <a:off x="6757320" y="1864339"/>
            <a:ext cx="2687349" cy="1685925"/>
            <a:chOff x="6757320" y="1623039"/>
            <a:chExt cx="2687349" cy="1685925"/>
          </a:xfrm>
        </p:grpSpPr>
        <p:sp>
          <p:nvSpPr>
            <p:cNvPr id="910" name="Rectangle 29">
              <a:extLst>
                <a:ext uri="{FF2B5EF4-FFF2-40B4-BE49-F238E27FC236}">
                  <a16:creationId xmlns:a16="http://schemas.microsoft.com/office/drawing/2014/main" id="{EAFCCAFB-BD0B-B0EF-6C11-2DADEF893D13}"/>
                </a:ext>
              </a:extLst>
            </p:cNvPr>
            <p:cNvSpPr>
              <a:spLocks noChangeArrowheads="1"/>
            </p:cNvSpPr>
            <p:nvPr/>
          </p:nvSpPr>
          <p:spPr bwMode="auto">
            <a:xfrm>
              <a:off x="6757320" y="2261646"/>
              <a:ext cx="83502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legend</a:t>
              </a:r>
              <a:r>
                <a:rPr lang="en-US" sz="1700" b="1" dirty="0">
                  <a:solidFill>
                    <a:srgbClr val="000000"/>
                  </a:solidFill>
                </a:rPr>
                <a:t>:</a:t>
              </a:r>
              <a:endParaRPr lang="en-US" dirty="0"/>
            </a:p>
          </p:txBody>
        </p:sp>
        <p:sp>
          <p:nvSpPr>
            <p:cNvPr id="911" name="Rectangle 30">
              <a:extLst>
                <a:ext uri="{FF2B5EF4-FFF2-40B4-BE49-F238E27FC236}">
                  <a16:creationId xmlns:a16="http://schemas.microsoft.com/office/drawing/2014/main" id="{10214957-78D5-37BC-C355-110354DDB2F8}"/>
                </a:ext>
              </a:extLst>
            </p:cNvPr>
            <p:cNvSpPr>
              <a:spLocks noChangeArrowheads="1"/>
            </p:cNvSpPr>
            <p:nvPr/>
          </p:nvSpPr>
          <p:spPr bwMode="auto">
            <a:xfrm>
              <a:off x="7072943" y="1669076"/>
              <a:ext cx="60325" cy="2587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1700" dirty="0">
                  <a:solidFill>
                    <a:srgbClr val="000000"/>
                  </a:solidFill>
                </a:rPr>
                <a:t> </a:t>
              </a:r>
              <a:endParaRPr lang="en-US" dirty="0"/>
            </a:p>
          </p:txBody>
        </p:sp>
        <p:sp>
          <p:nvSpPr>
            <p:cNvPr id="912" name="Rectangle 31">
              <a:extLst>
                <a:ext uri="{FF2B5EF4-FFF2-40B4-BE49-F238E27FC236}">
                  <a16:creationId xmlns:a16="http://schemas.microsoft.com/office/drawing/2014/main" id="{9D369DE5-19AC-CB1B-0EE4-70572F664261}"/>
                </a:ext>
              </a:extLst>
            </p:cNvPr>
            <p:cNvSpPr>
              <a:spLocks noChangeArrowheads="1"/>
            </p:cNvSpPr>
            <p:nvPr/>
          </p:nvSpPr>
          <p:spPr bwMode="auto">
            <a:xfrm>
              <a:off x="8204831" y="2516801"/>
              <a:ext cx="1160463" cy="792163"/>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dirty="0"/>
            </a:p>
          </p:txBody>
        </p:sp>
        <p:sp>
          <p:nvSpPr>
            <p:cNvPr id="913" name="Rectangle 32">
              <a:extLst>
                <a:ext uri="{FF2B5EF4-FFF2-40B4-BE49-F238E27FC236}">
                  <a16:creationId xmlns:a16="http://schemas.microsoft.com/office/drawing/2014/main" id="{CCED9A3B-DA72-D018-00D5-621BBE869E0E}"/>
                </a:ext>
              </a:extLst>
            </p:cNvPr>
            <p:cNvSpPr>
              <a:spLocks noChangeArrowheads="1"/>
            </p:cNvSpPr>
            <p:nvPr/>
          </p:nvSpPr>
          <p:spPr bwMode="auto">
            <a:xfrm>
              <a:off x="8331831" y="2580301"/>
              <a:ext cx="1112838"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customer </a:t>
              </a:r>
              <a:endParaRPr lang="en-US" sz="2000" dirty="0"/>
            </a:p>
          </p:txBody>
        </p:sp>
        <p:sp>
          <p:nvSpPr>
            <p:cNvPr id="914" name="Rectangle 33">
              <a:extLst>
                <a:ext uri="{FF2B5EF4-FFF2-40B4-BE49-F238E27FC236}">
                  <a16:creationId xmlns:a16="http://schemas.microsoft.com/office/drawing/2014/main" id="{2D8F1A4F-E2F2-FC48-B962-BEBDCED710B1}"/>
                </a:ext>
              </a:extLst>
            </p:cNvPr>
            <p:cNvSpPr>
              <a:spLocks noChangeArrowheads="1"/>
            </p:cNvSpPr>
            <p:nvPr/>
          </p:nvSpPr>
          <p:spPr bwMode="auto">
            <a:xfrm>
              <a:off x="8331831" y="2831126"/>
              <a:ext cx="958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network:</a:t>
              </a:r>
              <a:endParaRPr lang="en-US" sz="2000" dirty="0"/>
            </a:p>
          </p:txBody>
        </p:sp>
        <p:sp>
          <p:nvSpPr>
            <p:cNvPr id="915" name="Rectangle 34">
              <a:extLst>
                <a:ext uri="{FF2B5EF4-FFF2-40B4-BE49-F238E27FC236}">
                  <a16:creationId xmlns:a16="http://schemas.microsoft.com/office/drawing/2014/main" id="{1A11E432-2789-E322-F168-6E0C6852CFF5}"/>
                </a:ext>
              </a:extLst>
            </p:cNvPr>
            <p:cNvSpPr>
              <a:spLocks noChangeArrowheads="1"/>
            </p:cNvSpPr>
            <p:nvPr/>
          </p:nvSpPr>
          <p:spPr bwMode="auto">
            <a:xfrm>
              <a:off x="9097006" y="2831126"/>
              <a:ext cx="69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 </a:t>
              </a:r>
              <a:endParaRPr lang="en-US" sz="2000" dirty="0"/>
            </a:p>
          </p:txBody>
        </p:sp>
        <p:sp>
          <p:nvSpPr>
            <p:cNvPr id="916" name="Rectangle 35">
              <a:extLst>
                <a:ext uri="{FF2B5EF4-FFF2-40B4-BE49-F238E27FC236}">
                  <a16:creationId xmlns:a16="http://schemas.microsoft.com/office/drawing/2014/main" id="{9136194F-3828-7A93-9DC9-01E00E2D2BA1}"/>
                </a:ext>
              </a:extLst>
            </p:cNvPr>
            <p:cNvSpPr>
              <a:spLocks noChangeArrowheads="1"/>
            </p:cNvSpPr>
            <p:nvPr/>
          </p:nvSpPr>
          <p:spPr bwMode="auto">
            <a:xfrm>
              <a:off x="8204831" y="1623039"/>
              <a:ext cx="1106488" cy="673100"/>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dirty="0"/>
            </a:p>
          </p:txBody>
        </p:sp>
        <p:sp>
          <p:nvSpPr>
            <p:cNvPr id="917" name="Rectangle 36">
              <a:extLst>
                <a:ext uri="{FF2B5EF4-FFF2-40B4-BE49-F238E27FC236}">
                  <a16:creationId xmlns:a16="http://schemas.microsoft.com/office/drawing/2014/main" id="{2F1280EF-2BB4-9DCF-72CA-E5BFBF07193A}"/>
                </a:ext>
              </a:extLst>
            </p:cNvPr>
            <p:cNvSpPr>
              <a:spLocks noChangeArrowheads="1"/>
            </p:cNvSpPr>
            <p:nvPr/>
          </p:nvSpPr>
          <p:spPr bwMode="auto">
            <a:xfrm>
              <a:off x="8331831" y="1686539"/>
              <a:ext cx="91757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provider</a:t>
              </a:r>
              <a:endParaRPr lang="en-US" sz="2000" dirty="0"/>
            </a:p>
          </p:txBody>
        </p:sp>
        <p:sp>
          <p:nvSpPr>
            <p:cNvPr id="918" name="Rectangle 37">
              <a:extLst>
                <a:ext uri="{FF2B5EF4-FFF2-40B4-BE49-F238E27FC236}">
                  <a16:creationId xmlns:a16="http://schemas.microsoft.com/office/drawing/2014/main" id="{4110023C-6801-AA5C-0D88-754B632AB9F8}"/>
                </a:ext>
              </a:extLst>
            </p:cNvPr>
            <p:cNvSpPr>
              <a:spLocks noChangeArrowheads="1"/>
            </p:cNvSpPr>
            <p:nvPr/>
          </p:nvSpPr>
          <p:spPr bwMode="auto">
            <a:xfrm>
              <a:off x="9054143" y="1686539"/>
              <a:ext cx="69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 </a:t>
              </a:r>
              <a:endParaRPr lang="en-US" sz="2000" dirty="0"/>
            </a:p>
          </p:txBody>
        </p:sp>
        <p:sp>
          <p:nvSpPr>
            <p:cNvPr id="919" name="Rectangle 38">
              <a:extLst>
                <a:ext uri="{FF2B5EF4-FFF2-40B4-BE49-F238E27FC236}">
                  <a16:creationId xmlns:a16="http://schemas.microsoft.com/office/drawing/2014/main" id="{F7B91D39-019B-E064-5DE8-49FE15323302}"/>
                </a:ext>
              </a:extLst>
            </p:cNvPr>
            <p:cNvSpPr>
              <a:spLocks noChangeArrowheads="1"/>
            </p:cNvSpPr>
            <p:nvPr/>
          </p:nvSpPr>
          <p:spPr bwMode="auto">
            <a:xfrm>
              <a:off x="8331831" y="1932601"/>
              <a:ext cx="88900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network</a:t>
              </a:r>
              <a:endParaRPr lang="en-US" sz="2000" dirty="0"/>
            </a:p>
          </p:txBody>
        </p:sp>
        <p:sp>
          <p:nvSpPr>
            <p:cNvPr id="920" name="Rectangle 39">
              <a:extLst>
                <a:ext uri="{FF2B5EF4-FFF2-40B4-BE49-F238E27FC236}">
                  <a16:creationId xmlns:a16="http://schemas.microsoft.com/office/drawing/2014/main" id="{2610EE4F-9DF1-CD44-0A39-A7B826672494}"/>
                </a:ext>
              </a:extLst>
            </p:cNvPr>
            <p:cNvSpPr>
              <a:spLocks noChangeArrowheads="1"/>
            </p:cNvSpPr>
            <p:nvPr/>
          </p:nvSpPr>
          <p:spPr bwMode="auto">
            <a:xfrm>
              <a:off x="9036681" y="1932601"/>
              <a:ext cx="69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 </a:t>
              </a:r>
              <a:endParaRPr lang="en-US" sz="2000" dirty="0"/>
            </a:p>
          </p:txBody>
        </p:sp>
        <p:sp>
          <p:nvSpPr>
            <p:cNvPr id="921" name="Freeform 40">
              <a:extLst>
                <a:ext uri="{FF2B5EF4-FFF2-40B4-BE49-F238E27FC236}">
                  <a16:creationId xmlns:a16="http://schemas.microsoft.com/office/drawing/2014/main" id="{50A81608-60A5-C436-128C-379FE0BBAFF4}"/>
                </a:ext>
              </a:extLst>
            </p:cNvPr>
            <p:cNvSpPr>
              <a:spLocks/>
            </p:cNvSpPr>
            <p:nvPr/>
          </p:nvSpPr>
          <p:spPr bwMode="auto">
            <a:xfrm>
              <a:off x="7392031" y="1673839"/>
              <a:ext cx="893763" cy="574675"/>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922" name="Freeform 41">
              <a:extLst>
                <a:ext uri="{FF2B5EF4-FFF2-40B4-BE49-F238E27FC236}">
                  <a16:creationId xmlns:a16="http://schemas.microsoft.com/office/drawing/2014/main" id="{9CF96764-783E-5E2C-B457-B7290365CC1C}"/>
                </a:ext>
              </a:extLst>
            </p:cNvPr>
            <p:cNvSpPr>
              <a:spLocks/>
            </p:cNvSpPr>
            <p:nvPr/>
          </p:nvSpPr>
          <p:spPr bwMode="auto">
            <a:xfrm>
              <a:off x="7892093" y="2631101"/>
              <a:ext cx="346075" cy="336550"/>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grpSp>
      <p:sp>
        <p:nvSpPr>
          <p:cNvPr id="924" name="Rectangle 4">
            <a:extLst>
              <a:ext uri="{FF2B5EF4-FFF2-40B4-BE49-F238E27FC236}">
                <a16:creationId xmlns:a16="http://schemas.microsoft.com/office/drawing/2014/main" id="{38AB365E-6FDD-4242-9C24-47517096F986}"/>
              </a:ext>
            </a:extLst>
          </p:cNvPr>
          <p:cNvSpPr>
            <a:spLocks noChangeArrowheads="1"/>
          </p:cNvSpPr>
          <p:nvPr/>
        </p:nvSpPr>
        <p:spPr bwMode="auto">
          <a:xfrm>
            <a:off x="714229" y="4409594"/>
            <a:ext cx="10802636" cy="205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144000" indent="-144000" algn="r" rtl="1">
              <a:lnSpc>
                <a:spcPct val="120000"/>
              </a:lnSpc>
              <a:spcAft>
                <a:spcPts val="600"/>
              </a:spcAft>
              <a:buClr>
                <a:srgbClr val="000099"/>
              </a:buClr>
              <a:buSzPct val="100000"/>
              <a:buFont typeface="Arial" panose="020B0604020202020204" pitchFamily="34" charset="0"/>
              <a:buChar char="•"/>
            </a:pPr>
            <a:r>
              <a:rPr lang="en-US" sz="1600" b="1" dirty="0">
                <a:latin typeface="IRANSans(FaNum)" panose="02040503050201020203" pitchFamily="18" charset="-78"/>
                <a:cs typeface="IRANSans(FaNum)" panose="02040503050201020203" pitchFamily="18" charset="-78"/>
              </a:rPr>
              <a:t>A</a:t>
            </a:r>
            <a:r>
              <a:rPr lang="fa-IR" sz="1600" b="1" dirty="0">
                <a:latin typeface="IRANSans(FaNum)" panose="02040503050201020203" pitchFamily="18" charset="-78"/>
                <a:cs typeface="IRANSans(FaNum)" panose="02040503050201020203" pitchFamily="18" charset="-78"/>
              </a:rPr>
              <a:t> مسیر </a:t>
            </a:r>
            <a:r>
              <a:rPr lang="en-US" sz="1600" b="1" dirty="0">
                <a:latin typeface="IRANSans(FaNum)" panose="02040503050201020203" pitchFamily="18" charset="-78"/>
                <a:cs typeface="IRANSans(FaNum)" panose="02040503050201020203" pitchFamily="18" charset="-78"/>
              </a:rPr>
              <a:t>Aw</a:t>
            </a:r>
            <a:r>
              <a:rPr lang="fa-IR" sz="1600" b="1" dirty="0">
                <a:latin typeface="IRANSans(FaNum)" panose="02040503050201020203" pitchFamily="18" charset="-78"/>
                <a:cs typeface="IRANSans(FaNum)" panose="02040503050201020203" pitchFamily="18" charset="-78"/>
              </a:rPr>
              <a:t> را به </a:t>
            </a: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و </a:t>
            </a:r>
            <a:r>
              <a:rPr lang="en-US" sz="1600" b="1" dirty="0">
                <a:latin typeface="IRANSans(FaNum)" panose="02040503050201020203" pitchFamily="18" charset="-78"/>
                <a:cs typeface="IRANSans(FaNum)" panose="02040503050201020203" pitchFamily="18" charset="-78"/>
              </a:rPr>
              <a:t>C</a:t>
            </a:r>
            <a:r>
              <a:rPr lang="fa-IR" sz="1600" b="1" dirty="0">
                <a:latin typeface="IRANSans(FaNum)" panose="02040503050201020203" pitchFamily="18" charset="-78"/>
                <a:cs typeface="IRANSans(FaNum)" panose="02040503050201020203" pitchFamily="18" charset="-78"/>
              </a:rPr>
              <a:t> اعلان می‌کند.</a:t>
            </a:r>
            <a:endParaRPr lang="en-US" sz="1600" b="1" dirty="0">
              <a:latin typeface="IRANSans(FaNum)" panose="02040503050201020203" pitchFamily="18" charset="-78"/>
              <a:cs typeface="IRANSans(FaNum)" panose="02040503050201020203" pitchFamily="18" charset="-78"/>
            </a:endParaRPr>
          </a:p>
          <a:p>
            <a:pPr marL="144000" indent="-144000" algn="r" rtl="1">
              <a:lnSpc>
                <a:spcPct val="120000"/>
              </a:lnSpc>
              <a:spcAft>
                <a:spcPts val="600"/>
              </a:spcAft>
              <a:buClr>
                <a:srgbClr val="000099"/>
              </a:buClr>
              <a:buSzPct val="100000"/>
              <a:buFont typeface="Arial" panose="020B0604020202020204" pitchFamily="34" charset="0"/>
              <a:buChar char="•"/>
            </a:pP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مسیر </a:t>
            </a:r>
            <a:r>
              <a:rPr lang="en-US" sz="1600" b="1" dirty="0">
                <a:latin typeface="IRANSans(FaNum)" panose="02040503050201020203" pitchFamily="18" charset="-78"/>
                <a:cs typeface="IRANSans(FaNum)" panose="02040503050201020203" pitchFamily="18" charset="-78"/>
              </a:rPr>
              <a:t>Baw</a:t>
            </a:r>
            <a:r>
              <a:rPr lang="fa-IR" sz="1600" b="1" dirty="0">
                <a:latin typeface="IRANSans(FaNum)" panose="02040503050201020203" pitchFamily="18" charset="-78"/>
                <a:cs typeface="IRANSans(FaNum)" panose="02040503050201020203" pitchFamily="18" charset="-78"/>
              </a:rPr>
              <a:t> را به </a:t>
            </a:r>
            <a:r>
              <a:rPr lang="en-US" sz="1600" b="1" dirty="0">
                <a:latin typeface="IRANSans(FaNum)" panose="02040503050201020203" pitchFamily="18" charset="-78"/>
                <a:cs typeface="IRANSans(FaNum)" panose="02040503050201020203" pitchFamily="18" charset="-78"/>
              </a:rPr>
              <a:t>C</a:t>
            </a:r>
            <a:r>
              <a:rPr lang="fa-IR" sz="1600" b="1" dirty="0">
                <a:latin typeface="IRANSans(FaNum)" panose="02040503050201020203" pitchFamily="18" charset="-78"/>
                <a:cs typeface="IRANSans(FaNum)" panose="02040503050201020203" pitchFamily="18" charset="-78"/>
              </a:rPr>
              <a:t> </a:t>
            </a:r>
            <a:r>
              <a:rPr lang="fa-IR" sz="1600" b="1" dirty="0">
                <a:solidFill>
                  <a:srgbClr val="C00000"/>
                </a:solidFill>
                <a:latin typeface="IRANSans(FaNum)" panose="02040503050201020203" pitchFamily="18" charset="-78"/>
                <a:cs typeface="IRANSans(FaNum)" panose="02040503050201020203" pitchFamily="18" charset="-78"/>
              </a:rPr>
              <a:t>اعلان نمی‌کند.</a:t>
            </a:r>
            <a:endParaRPr lang="en-US" sz="1600" b="1" dirty="0">
              <a:solidFill>
                <a:srgbClr val="C00000"/>
              </a:solidFill>
              <a:latin typeface="IRANSans(FaNum)" panose="02040503050201020203" pitchFamily="18" charset="-78"/>
              <a:cs typeface="IRANSans(FaNum)" panose="02040503050201020203" pitchFamily="18" charset="-78"/>
            </a:endParaRPr>
          </a:p>
          <a:p>
            <a:pPr marL="432000" lvl="1" indent="-144000" algn="r" rtl="1">
              <a:lnSpc>
                <a:spcPct val="120000"/>
              </a:lnSpc>
              <a:spcAft>
                <a:spcPts val="600"/>
              </a:spcAft>
              <a:buClr>
                <a:srgbClr val="000099"/>
              </a:buClr>
              <a:buSzPct val="100000"/>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بدلیل اینکه هیچ‌کدام از شبکه‌های </a:t>
            </a:r>
            <a:r>
              <a:rPr lang="en-US" sz="1600" b="1" dirty="0">
                <a:latin typeface="IRANSans(FaNum)" panose="02040503050201020203" pitchFamily="18" charset="-78"/>
                <a:cs typeface="IRANSans(FaNum)" panose="02040503050201020203" pitchFamily="18" charset="-78"/>
              </a:rPr>
              <a:t>C</a:t>
            </a:r>
            <a:r>
              <a:rPr lang="fa-IR" sz="1600" b="1" dirty="0">
                <a:latin typeface="IRANSans(FaNum)" panose="02040503050201020203" pitchFamily="18" charset="-78"/>
                <a:cs typeface="IRANSans(FaNum)" panose="02040503050201020203" pitchFamily="18" charset="-78"/>
              </a:rPr>
              <a:t>، </a:t>
            </a:r>
            <a:r>
              <a:rPr lang="en-US" sz="1600" b="1" dirty="0">
                <a:latin typeface="IRANSans(FaNum)" panose="02040503050201020203" pitchFamily="18" charset="-78"/>
                <a:cs typeface="IRANSans(FaNum)" panose="02040503050201020203" pitchFamily="18" charset="-78"/>
              </a:rPr>
              <a:t>A</a:t>
            </a:r>
            <a:r>
              <a:rPr lang="fa-IR" sz="1600" b="1" dirty="0">
                <a:latin typeface="IRANSans(FaNum)" panose="02040503050201020203" pitchFamily="18" charset="-78"/>
                <a:cs typeface="IRANSans(FaNum)" panose="02040503050201020203" pitchFamily="18" charset="-78"/>
              </a:rPr>
              <a:t> و </a:t>
            </a:r>
            <a:r>
              <a:rPr lang="en-US" sz="1600" b="1" dirty="0">
                <a:latin typeface="IRANSans(FaNum)" panose="02040503050201020203" pitchFamily="18" charset="-78"/>
                <a:cs typeface="IRANSans(FaNum)" panose="02040503050201020203" pitchFamily="18" charset="-78"/>
              </a:rPr>
              <a:t>w</a:t>
            </a:r>
            <a:r>
              <a:rPr lang="fa-IR" sz="1600" b="1" dirty="0">
                <a:latin typeface="IRANSans(FaNum)" panose="02040503050201020203" pitchFamily="18" charset="-78"/>
                <a:cs typeface="IRANSans(FaNum)" panose="02040503050201020203" pitchFamily="18" charset="-78"/>
              </a:rPr>
              <a:t> مشتریان </a:t>
            </a: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نیستند. </a:t>
            </a: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هیچ درآمدی از مسیریابی </a:t>
            </a:r>
            <a:r>
              <a:rPr lang="en-US" sz="1600" b="1" dirty="0" err="1">
                <a:latin typeface="IRANSans(FaNum)" panose="02040503050201020203" pitchFamily="18" charset="-78"/>
                <a:cs typeface="IRANSans(FaNum)" panose="02040503050201020203" pitchFamily="18" charset="-78"/>
              </a:rPr>
              <a:t>CBAw</a:t>
            </a:r>
            <a:r>
              <a:rPr lang="fa-IR" sz="1600" b="1" dirty="0">
                <a:latin typeface="IRANSans(FaNum)" panose="02040503050201020203" pitchFamily="18" charset="-78"/>
                <a:cs typeface="IRANSans(FaNum)" panose="02040503050201020203" pitchFamily="18" charset="-78"/>
              </a:rPr>
              <a:t> بدست نمی‌آورد.</a:t>
            </a:r>
            <a:endParaRPr lang="en-US" altLang="ja-JP" sz="1600" b="1" dirty="0">
              <a:latin typeface="IRANSans(FaNum)" panose="02040503050201020203" pitchFamily="18" charset="-78"/>
              <a:cs typeface="IRANSans(FaNum)" panose="02040503050201020203" pitchFamily="18" charset="-78"/>
            </a:endParaRPr>
          </a:p>
          <a:p>
            <a:pPr marL="432000" lvl="1" indent="-144000" algn="r" rtl="1">
              <a:lnSpc>
                <a:spcPct val="120000"/>
              </a:lnSpc>
              <a:spcAft>
                <a:spcPts val="600"/>
              </a:spcAft>
              <a:buClr>
                <a:srgbClr val="000099"/>
              </a:buClr>
              <a:buSzPct val="100000"/>
              <a:buFont typeface="Arial" panose="020B0604020202020204" pitchFamily="34" charset="0"/>
              <a:buChar char="•"/>
            </a:pPr>
            <a:r>
              <a:rPr lang="en-US" altLang="ja-JP" sz="1600" b="1" dirty="0">
                <a:latin typeface="IRANSans(FaNum)" panose="02040503050201020203" pitchFamily="18" charset="-78"/>
                <a:cs typeface="IRANSans(FaNum)" panose="02040503050201020203" pitchFamily="18" charset="-78"/>
              </a:rPr>
              <a:t>C</a:t>
            </a:r>
            <a:r>
              <a:rPr lang="fa-IR" altLang="ja-JP" sz="1600" b="1" dirty="0">
                <a:latin typeface="IRANSans(FaNum)" panose="02040503050201020203" pitchFamily="18" charset="-78"/>
                <a:cs typeface="IRANSans(FaNum)" panose="02040503050201020203" pitchFamily="18" charset="-78"/>
              </a:rPr>
              <a:t> مسیر </a:t>
            </a:r>
            <a:r>
              <a:rPr lang="en-US" altLang="ja-JP" sz="1600" b="1" dirty="0" err="1">
                <a:latin typeface="IRANSans(FaNum)" panose="02040503050201020203" pitchFamily="18" charset="-78"/>
                <a:cs typeface="IRANSans(FaNum)" panose="02040503050201020203" pitchFamily="18" charset="-78"/>
              </a:rPr>
              <a:t>CBAw</a:t>
            </a:r>
            <a:r>
              <a:rPr lang="fa-IR" altLang="ja-JP" sz="1600" b="1" dirty="0">
                <a:latin typeface="IRANSans(FaNum)" panose="02040503050201020203" pitchFamily="18" charset="-78"/>
                <a:cs typeface="IRANSans(FaNum)" panose="02040503050201020203" pitchFamily="18" charset="-78"/>
              </a:rPr>
              <a:t> را نمی‌فهمد.</a:t>
            </a:r>
            <a:endParaRPr lang="en-US" altLang="ja-JP" sz="1600" b="1" dirty="0">
              <a:latin typeface="IRANSans(FaNum)" panose="02040503050201020203" pitchFamily="18" charset="-78"/>
              <a:cs typeface="IRANSans(FaNum)" panose="02040503050201020203" pitchFamily="18" charset="-78"/>
            </a:endParaRPr>
          </a:p>
          <a:p>
            <a:pPr marL="144000" indent="-144000" algn="r" rtl="1">
              <a:lnSpc>
                <a:spcPct val="120000"/>
              </a:lnSpc>
              <a:spcAft>
                <a:spcPts val="600"/>
              </a:spcAft>
              <a:buClr>
                <a:srgbClr val="000099"/>
              </a:buClr>
              <a:buSzPct val="100000"/>
              <a:buFont typeface="Arial" panose="020B0604020202020204" pitchFamily="34" charset="0"/>
              <a:buChar char="•"/>
            </a:pPr>
            <a:r>
              <a:rPr lang="en-US" sz="1600" b="1" dirty="0">
                <a:latin typeface="IRANSans(FaNum)" panose="02040503050201020203" pitchFamily="18" charset="-78"/>
                <a:cs typeface="IRANSans(FaNum)" panose="02040503050201020203" pitchFamily="18" charset="-78"/>
              </a:rPr>
              <a:t>C</a:t>
            </a:r>
            <a:r>
              <a:rPr lang="fa-IR" sz="1600" b="1" dirty="0">
                <a:latin typeface="IRANSans(FaNum)" panose="02040503050201020203" pitchFamily="18" charset="-78"/>
                <a:cs typeface="IRANSans(FaNum)" panose="02040503050201020203" pitchFamily="18" charset="-78"/>
              </a:rPr>
              <a:t> برای رسیدن به </a:t>
            </a:r>
            <a:r>
              <a:rPr lang="en-US" sz="1600" b="1" dirty="0">
                <a:latin typeface="IRANSans(FaNum)" panose="02040503050201020203" pitchFamily="18" charset="-78"/>
                <a:cs typeface="IRANSans(FaNum)" panose="02040503050201020203" pitchFamily="18" charset="-78"/>
              </a:rPr>
              <a:t>w</a:t>
            </a:r>
            <a:r>
              <a:rPr lang="fa-IR" sz="1600" b="1" dirty="0">
                <a:latin typeface="IRANSans(FaNum)" panose="02040503050201020203" pitchFamily="18" charset="-78"/>
                <a:cs typeface="IRANSans(FaNum)" panose="02040503050201020203" pitchFamily="18" charset="-78"/>
              </a:rPr>
              <a:t> مسیر </a:t>
            </a:r>
            <a:r>
              <a:rPr lang="en-US" sz="1600" b="1" dirty="0">
                <a:latin typeface="IRANSans(FaNum)" panose="02040503050201020203" pitchFamily="18" charset="-78"/>
                <a:cs typeface="IRANSans(FaNum)" panose="02040503050201020203" pitchFamily="18" charset="-78"/>
              </a:rPr>
              <a:t>Caw</a:t>
            </a:r>
            <a:r>
              <a:rPr lang="fa-IR" sz="1600" b="1" dirty="0">
                <a:latin typeface="IRANSans(FaNum)" panose="02040503050201020203" pitchFamily="18" charset="-78"/>
                <a:cs typeface="IRANSans(FaNum)" panose="02040503050201020203" pitchFamily="18" charset="-78"/>
              </a:rPr>
              <a:t> (بدون استفاده از </a:t>
            </a: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را خواهد فهمید.</a:t>
            </a:r>
            <a:endParaRPr lang="en-US" sz="1600" b="1" dirty="0">
              <a:latin typeface="IRANSans(FaNum)" panose="02040503050201020203" pitchFamily="18" charset="-78"/>
              <a:cs typeface="IRANSans(FaNum)" panose="02040503050201020203" pitchFamily="18" charset="-78"/>
            </a:endParaRPr>
          </a:p>
        </p:txBody>
      </p:sp>
      <p:cxnSp>
        <p:nvCxnSpPr>
          <p:cNvPr id="926" name="Straight Connector 925">
            <a:extLst>
              <a:ext uri="{FF2B5EF4-FFF2-40B4-BE49-F238E27FC236}">
                <a16:creationId xmlns:a16="http://schemas.microsoft.com/office/drawing/2014/main" id="{1C942059-2ED9-E2EF-05B1-DADA3C186E3E}"/>
              </a:ext>
            </a:extLst>
          </p:cNvPr>
          <p:cNvCxnSpPr/>
          <p:nvPr/>
        </p:nvCxnSpPr>
        <p:spPr>
          <a:xfrm flipH="1">
            <a:off x="2407023" y="2473512"/>
            <a:ext cx="6185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27" name="Freeform 14">
            <a:extLst>
              <a:ext uri="{FF2B5EF4-FFF2-40B4-BE49-F238E27FC236}">
                <a16:creationId xmlns:a16="http://schemas.microsoft.com/office/drawing/2014/main" id="{4EFFED00-AA73-F44A-70A4-6E3212366014}"/>
              </a:ext>
            </a:extLst>
          </p:cNvPr>
          <p:cNvSpPr>
            <a:spLocks/>
          </p:cNvSpPr>
          <p:nvPr/>
        </p:nvSpPr>
        <p:spPr bwMode="auto">
          <a:xfrm>
            <a:off x="2143756" y="2285457"/>
            <a:ext cx="346075"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928" name="Rectangle 15">
            <a:extLst>
              <a:ext uri="{FF2B5EF4-FFF2-40B4-BE49-F238E27FC236}">
                <a16:creationId xmlns:a16="http://schemas.microsoft.com/office/drawing/2014/main" id="{42271BFC-8A3D-BE9A-1BB5-D6EBB321F8C6}"/>
              </a:ext>
            </a:extLst>
          </p:cNvPr>
          <p:cNvSpPr>
            <a:spLocks noChangeArrowheads="1"/>
          </p:cNvSpPr>
          <p:nvPr/>
        </p:nvSpPr>
        <p:spPr bwMode="auto">
          <a:xfrm>
            <a:off x="2196237" y="2250624"/>
            <a:ext cx="22923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400" b="1" dirty="0">
                <a:solidFill>
                  <a:schemeClr val="bg1"/>
                </a:solidFill>
              </a:rPr>
              <a:t>w</a:t>
            </a:r>
            <a:endParaRPr lang="en-US" sz="2000" b="1" dirty="0">
              <a:solidFill>
                <a:schemeClr val="bg1"/>
              </a:solidFill>
            </a:endParaRPr>
          </a:p>
        </p:txBody>
      </p:sp>
      <p:sp>
        <p:nvSpPr>
          <p:cNvPr id="929" name="Rectangle 16">
            <a:extLst>
              <a:ext uri="{FF2B5EF4-FFF2-40B4-BE49-F238E27FC236}">
                <a16:creationId xmlns:a16="http://schemas.microsoft.com/office/drawing/2014/main" id="{C520E07F-A262-0D06-3F85-DF6F5B4606EC}"/>
              </a:ext>
            </a:extLst>
          </p:cNvPr>
          <p:cNvSpPr>
            <a:spLocks noChangeArrowheads="1"/>
          </p:cNvSpPr>
          <p:nvPr/>
        </p:nvSpPr>
        <p:spPr bwMode="auto">
          <a:xfrm>
            <a:off x="2419981" y="2325144"/>
            <a:ext cx="49213" cy="2127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1400" dirty="0">
                <a:solidFill>
                  <a:srgbClr val="000000"/>
                </a:solidFill>
              </a:rPr>
              <a:t> </a:t>
            </a:r>
            <a:endParaRPr lang="en-US" dirty="0"/>
          </a:p>
        </p:txBody>
      </p:sp>
      <p:grpSp>
        <p:nvGrpSpPr>
          <p:cNvPr id="930" name="Group 929">
            <a:extLst>
              <a:ext uri="{FF2B5EF4-FFF2-40B4-BE49-F238E27FC236}">
                <a16:creationId xmlns:a16="http://schemas.microsoft.com/office/drawing/2014/main" id="{8E9A0073-E547-4837-F444-3953CB9B45C3}"/>
              </a:ext>
            </a:extLst>
          </p:cNvPr>
          <p:cNvGrpSpPr/>
          <p:nvPr/>
        </p:nvGrpSpPr>
        <p:grpSpPr>
          <a:xfrm>
            <a:off x="2950206" y="2231948"/>
            <a:ext cx="892175" cy="579438"/>
            <a:chOff x="2950206" y="1990648"/>
            <a:chExt cx="892175" cy="579438"/>
          </a:xfrm>
        </p:grpSpPr>
        <p:sp>
          <p:nvSpPr>
            <p:cNvPr id="931" name="Freeform 8">
              <a:extLst>
                <a:ext uri="{FF2B5EF4-FFF2-40B4-BE49-F238E27FC236}">
                  <a16:creationId xmlns:a16="http://schemas.microsoft.com/office/drawing/2014/main" id="{416DBC04-DD36-6722-D6F1-5B1A5A7A4DA0}"/>
                </a:ext>
              </a:extLst>
            </p:cNvPr>
            <p:cNvSpPr>
              <a:spLocks/>
            </p:cNvSpPr>
            <p:nvPr/>
          </p:nvSpPr>
          <p:spPr bwMode="auto">
            <a:xfrm>
              <a:off x="2950206" y="1990648"/>
              <a:ext cx="892175"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932" name="Rectangle 9">
              <a:extLst>
                <a:ext uri="{FF2B5EF4-FFF2-40B4-BE49-F238E27FC236}">
                  <a16:creationId xmlns:a16="http://schemas.microsoft.com/office/drawing/2014/main" id="{AB33B23B-C7F9-712A-7257-5851412E539A}"/>
                </a:ext>
              </a:extLst>
            </p:cNvPr>
            <p:cNvSpPr>
              <a:spLocks noChangeArrowheads="1"/>
            </p:cNvSpPr>
            <p:nvPr/>
          </p:nvSpPr>
          <p:spPr bwMode="auto">
            <a:xfrm flipH="1">
              <a:off x="3314700" y="2056297"/>
              <a:ext cx="333025"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0" tIns="0" rIns="0" bIns="0">
              <a:spAutoFit/>
            </a:bodyPr>
            <a:lstStyle/>
            <a:p>
              <a:r>
                <a:rPr lang="en-US" sz="2800" b="1" dirty="0">
                  <a:solidFill>
                    <a:schemeClr val="bg1"/>
                  </a:solidFill>
                </a:rPr>
                <a:t>A</a:t>
              </a:r>
            </a:p>
          </p:txBody>
        </p:sp>
      </p:grpSp>
      <p:cxnSp>
        <p:nvCxnSpPr>
          <p:cNvPr id="933" name="Straight Connector 932">
            <a:extLst>
              <a:ext uri="{FF2B5EF4-FFF2-40B4-BE49-F238E27FC236}">
                <a16:creationId xmlns:a16="http://schemas.microsoft.com/office/drawing/2014/main" id="{B3F4B721-FF26-94DE-2949-4C30ECF56EBB}"/>
              </a:ext>
            </a:extLst>
          </p:cNvPr>
          <p:cNvCxnSpPr/>
          <p:nvPr/>
        </p:nvCxnSpPr>
        <p:spPr>
          <a:xfrm flipH="1">
            <a:off x="4921623" y="3083112"/>
            <a:ext cx="6185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34" name="Freeform 19">
            <a:extLst>
              <a:ext uri="{FF2B5EF4-FFF2-40B4-BE49-F238E27FC236}">
                <a16:creationId xmlns:a16="http://schemas.microsoft.com/office/drawing/2014/main" id="{FC9965B5-5967-255D-15FD-7329FD3817DA}"/>
              </a:ext>
            </a:extLst>
          </p:cNvPr>
          <p:cNvSpPr>
            <a:spLocks/>
          </p:cNvSpPr>
          <p:nvPr/>
        </p:nvSpPr>
        <p:spPr bwMode="auto">
          <a:xfrm>
            <a:off x="5503279" y="2906356"/>
            <a:ext cx="346075" cy="336550"/>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935" name="Rectangle 20">
            <a:extLst>
              <a:ext uri="{FF2B5EF4-FFF2-40B4-BE49-F238E27FC236}">
                <a16:creationId xmlns:a16="http://schemas.microsoft.com/office/drawing/2014/main" id="{21AF9EAE-A787-7F2D-F191-64CF2F88EC6D}"/>
              </a:ext>
            </a:extLst>
          </p:cNvPr>
          <p:cNvSpPr>
            <a:spLocks noChangeArrowheads="1"/>
          </p:cNvSpPr>
          <p:nvPr/>
        </p:nvSpPr>
        <p:spPr bwMode="auto">
          <a:xfrm>
            <a:off x="5611789" y="2856957"/>
            <a:ext cx="1458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400" b="1" dirty="0">
                <a:solidFill>
                  <a:schemeClr val="bg1"/>
                </a:solidFill>
              </a:rPr>
              <a:t>y</a:t>
            </a:r>
            <a:endParaRPr lang="en-US" sz="1600" b="1" dirty="0">
              <a:solidFill>
                <a:schemeClr val="bg1"/>
              </a:solidFill>
            </a:endParaRPr>
          </a:p>
        </p:txBody>
      </p:sp>
      <p:grpSp>
        <p:nvGrpSpPr>
          <p:cNvPr id="936" name="Group 935">
            <a:extLst>
              <a:ext uri="{FF2B5EF4-FFF2-40B4-BE49-F238E27FC236}">
                <a16:creationId xmlns:a16="http://schemas.microsoft.com/office/drawing/2014/main" id="{496AC38A-0F0B-64F3-E928-93C6837F0806}"/>
              </a:ext>
            </a:extLst>
          </p:cNvPr>
          <p:cNvGrpSpPr/>
          <p:nvPr/>
        </p:nvGrpSpPr>
        <p:grpSpPr>
          <a:xfrm>
            <a:off x="4043993" y="2677569"/>
            <a:ext cx="896938" cy="574675"/>
            <a:chOff x="4043993" y="2436269"/>
            <a:chExt cx="896938" cy="574675"/>
          </a:xfrm>
        </p:grpSpPr>
        <p:sp>
          <p:nvSpPr>
            <p:cNvPr id="937" name="Freeform 11">
              <a:extLst>
                <a:ext uri="{FF2B5EF4-FFF2-40B4-BE49-F238E27FC236}">
                  <a16:creationId xmlns:a16="http://schemas.microsoft.com/office/drawing/2014/main" id="{45605115-E92A-6D7D-BC62-06E1766E6164}"/>
                </a:ext>
              </a:extLst>
            </p:cNvPr>
            <p:cNvSpPr>
              <a:spLocks/>
            </p:cNvSpPr>
            <p:nvPr/>
          </p:nvSpPr>
          <p:spPr bwMode="auto">
            <a:xfrm>
              <a:off x="4043993" y="2436269"/>
              <a:ext cx="896938" cy="574675"/>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938" name="Rectangle 12">
              <a:extLst>
                <a:ext uri="{FF2B5EF4-FFF2-40B4-BE49-F238E27FC236}">
                  <a16:creationId xmlns:a16="http://schemas.microsoft.com/office/drawing/2014/main" id="{55E4F161-CDFF-31B7-7E00-12CCE4C6AC15}"/>
                </a:ext>
              </a:extLst>
            </p:cNvPr>
            <p:cNvSpPr>
              <a:spLocks noChangeArrowheads="1"/>
            </p:cNvSpPr>
            <p:nvPr/>
          </p:nvSpPr>
          <p:spPr bwMode="auto">
            <a:xfrm>
              <a:off x="4378675" y="2470168"/>
              <a:ext cx="218008" cy="4924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3200" b="1" dirty="0">
                  <a:solidFill>
                    <a:schemeClr val="bg1"/>
                  </a:solidFill>
                </a:rPr>
                <a:t>C</a:t>
              </a:r>
            </a:p>
          </p:txBody>
        </p:sp>
        <p:sp>
          <p:nvSpPr>
            <p:cNvPr id="939" name="Rectangle 13">
              <a:extLst>
                <a:ext uri="{FF2B5EF4-FFF2-40B4-BE49-F238E27FC236}">
                  <a16:creationId xmlns:a16="http://schemas.microsoft.com/office/drawing/2014/main" id="{55513FDA-709B-590E-9D42-745A5F4DAE21}"/>
                </a:ext>
              </a:extLst>
            </p:cNvPr>
            <p:cNvSpPr>
              <a:spLocks noChangeArrowheads="1"/>
            </p:cNvSpPr>
            <p:nvPr/>
          </p:nvSpPr>
          <p:spPr bwMode="auto">
            <a:xfrm>
              <a:off x="4556756" y="2555332"/>
              <a:ext cx="49213" cy="2127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1400" dirty="0">
                  <a:solidFill>
                    <a:srgbClr val="000000"/>
                  </a:solidFill>
                </a:rPr>
                <a:t> </a:t>
              </a:r>
              <a:endParaRPr lang="en-US" dirty="0"/>
            </a:p>
          </p:txBody>
        </p:sp>
      </p:grpSp>
      <p:grpSp>
        <p:nvGrpSpPr>
          <p:cNvPr id="940" name="Group 939">
            <a:extLst>
              <a:ext uri="{FF2B5EF4-FFF2-40B4-BE49-F238E27FC236}">
                <a16:creationId xmlns:a16="http://schemas.microsoft.com/office/drawing/2014/main" id="{E4624B22-DD60-5575-D246-1A9362577D1B}"/>
              </a:ext>
            </a:extLst>
          </p:cNvPr>
          <p:cNvGrpSpPr/>
          <p:nvPr/>
        </p:nvGrpSpPr>
        <p:grpSpPr>
          <a:xfrm>
            <a:off x="5542593" y="2061992"/>
            <a:ext cx="346075" cy="377452"/>
            <a:chOff x="5542593" y="1820692"/>
            <a:chExt cx="346075" cy="377452"/>
          </a:xfrm>
        </p:grpSpPr>
        <p:sp>
          <p:nvSpPr>
            <p:cNvPr id="941" name="Freeform 17">
              <a:extLst>
                <a:ext uri="{FF2B5EF4-FFF2-40B4-BE49-F238E27FC236}">
                  <a16:creationId xmlns:a16="http://schemas.microsoft.com/office/drawing/2014/main" id="{AE28E6D7-468F-47AA-4507-3D2D9F4228C6}"/>
                </a:ext>
              </a:extLst>
            </p:cNvPr>
            <p:cNvSpPr>
              <a:spLocks/>
            </p:cNvSpPr>
            <p:nvPr/>
          </p:nvSpPr>
          <p:spPr bwMode="auto">
            <a:xfrm>
              <a:off x="5542593" y="1861594"/>
              <a:ext cx="346075" cy="336550"/>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942" name="Rectangle 18">
              <a:extLst>
                <a:ext uri="{FF2B5EF4-FFF2-40B4-BE49-F238E27FC236}">
                  <a16:creationId xmlns:a16="http://schemas.microsoft.com/office/drawing/2014/main" id="{99486BC6-92AF-9EFC-C8C4-35C4C5480867}"/>
                </a:ext>
              </a:extLst>
            </p:cNvPr>
            <p:cNvSpPr>
              <a:spLocks noChangeArrowheads="1"/>
            </p:cNvSpPr>
            <p:nvPr/>
          </p:nvSpPr>
          <p:spPr bwMode="auto">
            <a:xfrm>
              <a:off x="5651010" y="1820692"/>
              <a:ext cx="1410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400" b="1" dirty="0">
                  <a:solidFill>
                    <a:schemeClr val="bg1"/>
                  </a:solidFill>
                </a:rPr>
                <a:t>x</a:t>
              </a:r>
            </a:p>
          </p:txBody>
        </p:sp>
      </p:grpSp>
      <p:grpSp>
        <p:nvGrpSpPr>
          <p:cNvPr id="943" name="Group 942">
            <a:extLst>
              <a:ext uri="{FF2B5EF4-FFF2-40B4-BE49-F238E27FC236}">
                <a16:creationId xmlns:a16="http://schemas.microsoft.com/office/drawing/2014/main" id="{80D8451E-3079-478C-36E5-85CB464AEE92}"/>
              </a:ext>
            </a:extLst>
          </p:cNvPr>
          <p:cNvGrpSpPr/>
          <p:nvPr/>
        </p:nvGrpSpPr>
        <p:grpSpPr>
          <a:xfrm>
            <a:off x="3351904" y="2870787"/>
            <a:ext cx="728450" cy="371714"/>
            <a:chOff x="2552896" y="2786969"/>
            <a:chExt cx="728450" cy="371714"/>
          </a:xfrm>
        </p:grpSpPr>
        <p:sp>
          <p:nvSpPr>
            <p:cNvPr id="944" name="Text Box 119">
              <a:extLst>
                <a:ext uri="{FF2B5EF4-FFF2-40B4-BE49-F238E27FC236}">
                  <a16:creationId xmlns:a16="http://schemas.microsoft.com/office/drawing/2014/main" id="{2D4F694F-6E4B-1806-4DBB-EF0BA46A148D}"/>
                </a:ext>
              </a:extLst>
            </p:cNvPr>
            <p:cNvSpPr txBox="1">
              <a:spLocks noChangeArrowheads="1"/>
            </p:cNvSpPr>
            <p:nvPr/>
          </p:nvSpPr>
          <p:spPr bwMode="auto">
            <a:xfrm>
              <a:off x="2552896" y="2883223"/>
              <a:ext cx="484428"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400" b="0" i="1" u="none" strike="noStrike" kern="0" cap="none" spc="0" normalizeH="0" baseline="0" noProof="0" dirty="0" err="1">
                  <a:ln>
                    <a:noFill/>
                  </a:ln>
                  <a:solidFill>
                    <a:srgbClr val="CC0000"/>
                  </a:solidFill>
                  <a:effectLst/>
                  <a:uLnTx/>
                  <a:uFillTx/>
                  <a:latin typeface="Arial" charset="0"/>
                  <a:ea typeface="ＭＳ Ｐゴシック" charset="0"/>
                </a:rPr>
                <a:t>A,w</a:t>
              </a:r>
              <a:endParaRPr kumimoji="0" lang="en-US" sz="1400" b="0" i="1" u="none" strike="noStrike" kern="0" cap="none" spc="0" normalizeH="0" baseline="0" noProof="0" dirty="0">
                <a:ln>
                  <a:noFill/>
                </a:ln>
                <a:solidFill>
                  <a:srgbClr val="CC0000"/>
                </a:solidFill>
                <a:effectLst/>
                <a:uLnTx/>
                <a:uFillTx/>
                <a:latin typeface="Arial" charset="0"/>
                <a:ea typeface="ＭＳ Ｐゴシック" charset="0"/>
              </a:endParaRPr>
            </a:p>
          </p:txBody>
        </p:sp>
        <p:sp>
          <p:nvSpPr>
            <p:cNvPr id="945" name="AutoShape 118">
              <a:extLst>
                <a:ext uri="{FF2B5EF4-FFF2-40B4-BE49-F238E27FC236}">
                  <a16:creationId xmlns:a16="http://schemas.microsoft.com/office/drawing/2014/main" id="{8D689392-516B-9462-B4AB-9B08AED00F9D}"/>
                </a:ext>
              </a:extLst>
            </p:cNvPr>
            <p:cNvSpPr>
              <a:spLocks noChangeArrowheads="1"/>
            </p:cNvSpPr>
            <p:nvPr/>
          </p:nvSpPr>
          <p:spPr bwMode="auto">
            <a:xfrm rot="12975073">
              <a:off x="2824952" y="2786969"/>
              <a:ext cx="456394" cy="197302"/>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46" name="Group 945">
            <a:extLst>
              <a:ext uri="{FF2B5EF4-FFF2-40B4-BE49-F238E27FC236}">
                <a16:creationId xmlns:a16="http://schemas.microsoft.com/office/drawing/2014/main" id="{9C91CB91-6C39-DC48-D07C-B72B94A23539}"/>
              </a:ext>
            </a:extLst>
          </p:cNvPr>
          <p:cNvGrpSpPr/>
          <p:nvPr/>
        </p:nvGrpSpPr>
        <p:grpSpPr>
          <a:xfrm>
            <a:off x="3297703" y="1837752"/>
            <a:ext cx="728451" cy="307647"/>
            <a:chOff x="2656196" y="2871746"/>
            <a:chExt cx="728451" cy="307647"/>
          </a:xfrm>
        </p:grpSpPr>
        <p:sp>
          <p:nvSpPr>
            <p:cNvPr id="947" name="Text Box 119">
              <a:extLst>
                <a:ext uri="{FF2B5EF4-FFF2-40B4-BE49-F238E27FC236}">
                  <a16:creationId xmlns:a16="http://schemas.microsoft.com/office/drawing/2014/main" id="{D819CEAD-1C53-6E4D-8BD4-FF7CAB0C90EC}"/>
                </a:ext>
              </a:extLst>
            </p:cNvPr>
            <p:cNvSpPr txBox="1">
              <a:spLocks noChangeArrowheads="1"/>
            </p:cNvSpPr>
            <p:nvPr/>
          </p:nvSpPr>
          <p:spPr bwMode="auto">
            <a:xfrm>
              <a:off x="2656196" y="2871746"/>
              <a:ext cx="484428"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85000"/>
                </a:lnSpc>
                <a:spcBef>
                  <a:spcPct val="0"/>
                </a:spcBef>
                <a:spcAft>
                  <a:spcPct val="0"/>
                </a:spcAft>
                <a:buClrTx/>
                <a:buSzTx/>
                <a:buFontTx/>
                <a:buNone/>
                <a:tabLst/>
                <a:defRPr/>
              </a:pPr>
              <a:r>
                <a:rPr kumimoji="0" lang="en-US" sz="1400" b="0" i="1" u="none" strike="noStrike" kern="0" cap="none" spc="0" normalizeH="0" baseline="0" noProof="0" dirty="0" err="1">
                  <a:ln>
                    <a:noFill/>
                  </a:ln>
                  <a:solidFill>
                    <a:srgbClr val="CC0000"/>
                  </a:solidFill>
                  <a:effectLst/>
                  <a:uLnTx/>
                  <a:uFillTx/>
                  <a:latin typeface="Arial" charset="0"/>
                  <a:ea typeface="ＭＳ Ｐゴシック" charset="0"/>
                </a:rPr>
                <a:t>A,w</a:t>
              </a:r>
              <a:endParaRPr kumimoji="0" lang="en-US" sz="1400" b="0" i="1" u="none" strike="noStrike" kern="0" cap="none" spc="0" normalizeH="0" baseline="0" noProof="0" dirty="0">
                <a:ln>
                  <a:noFill/>
                </a:ln>
                <a:solidFill>
                  <a:srgbClr val="CC0000"/>
                </a:solidFill>
                <a:effectLst/>
                <a:uLnTx/>
                <a:uFillTx/>
                <a:latin typeface="Arial" charset="0"/>
                <a:ea typeface="ＭＳ Ｐゴシック" charset="0"/>
              </a:endParaRPr>
            </a:p>
          </p:txBody>
        </p:sp>
        <p:sp>
          <p:nvSpPr>
            <p:cNvPr id="948" name="AutoShape 118">
              <a:extLst>
                <a:ext uri="{FF2B5EF4-FFF2-40B4-BE49-F238E27FC236}">
                  <a16:creationId xmlns:a16="http://schemas.microsoft.com/office/drawing/2014/main" id="{92FC0098-F2ED-3F08-CB25-6F9E10657DB3}"/>
                </a:ext>
              </a:extLst>
            </p:cNvPr>
            <p:cNvSpPr>
              <a:spLocks noChangeArrowheads="1"/>
            </p:cNvSpPr>
            <p:nvPr/>
          </p:nvSpPr>
          <p:spPr bwMode="auto">
            <a:xfrm rot="8256763">
              <a:off x="2928253" y="2982091"/>
              <a:ext cx="456394" cy="197302"/>
            </a:xfrm>
            <a:prstGeom prst="leftArrow">
              <a:avLst>
                <a:gd name="adj1" fmla="val 50000"/>
                <a:gd name="adj2" fmla="val 69540"/>
              </a:avLst>
            </a:prstGeom>
            <a:gradFill rotWithShape="1">
              <a:gsLst>
                <a:gs pos="0">
                  <a:srgbClr val="C00000"/>
                </a:gs>
                <a:gs pos="100000">
                  <a:srgbClr val="FFFFFF"/>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57439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24">
                                            <p:txEl>
                                              <p:pRg st="0" end="0"/>
                                            </p:txEl>
                                          </p:spTgt>
                                        </p:tgtEl>
                                        <p:attrNameLst>
                                          <p:attrName>style.visibility</p:attrName>
                                        </p:attrNameLst>
                                      </p:cBhvr>
                                      <p:to>
                                        <p:strVal val="visible"/>
                                      </p:to>
                                    </p:set>
                                    <p:animEffect transition="in" filter="dissolve">
                                      <p:cBhvr>
                                        <p:cTn id="20" dur="500"/>
                                        <p:tgtEl>
                                          <p:spTgt spid="924">
                                            <p:txEl>
                                              <p:pRg st="0" end="0"/>
                                            </p:txEl>
                                          </p:spTgt>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943"/>
                                        </p:tgtEl>
                                        <p:attrNameLst>
                                          <p:attrName>style.visibility</p:attrName>
                                        </p:attrNameLst>
                                      </p:cBhvr>
                                      <p:to>
                                        <p:strVal val="visible"/>
                                      </p:to>
                                    </p:set>
                                    <p:animEffect transition="in" filter="wipe(left)">
                                      <p:cBhvr>
                                        <p:cTn id="24" dur="1000"/>
                                        <p:tgtEl>
                                          <p:spTgt spid="943"/>
                                        </p:tgtEl>
                                      </p:cBhvr>
                                    </p:animEffect>
                                  </p:childTnLst>
                                </p:cTn>
                              </p:par>
                              <p:par>
                                <p:cTn id="25" presetID="22" presetClass="entr" presetSubtype="8" fill="hold" nodeType="withEffect">
                                  <p:stCondLst>
                                    <p:cond delay="0"/>
                                  </p:stCondLst>
                                  <p:childTnLst>
                                    <p:set>
                                      <p:cBhvr>
                                        <p:cTn id="26" dur="1" fill="hold">
                                          <p:stCondLst>
                                            <p:cond delay="0"/>
                                          </p:stCondLst>
                                        </p:cTn>
                                        <p:tgtEl>
                                          <p:spTgt spid="946"/>
                                        </p:tgtEl>
                                        <p:attrNameLst>
                                          <p:attrName>style.visibility</p:attrName>
                                        </p:attrNameLst>
                                      </p:cBhvr>
                                      <p:to>
                                        <p:strVal val="visible"/>
                                      </p:to>
                                    </p:set>
                                    <p:animEffect transition="in" filter="wipe(left)">
                                      <p:cBhvr>
                                        <p:cTn id="27" dur="1000"/>
                                        <p:tgtEl>
                                          <p:spTgt spid="94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924">
                                            <p:txEl>
                                              <p:pRg st="1" end="1"/>
                                            </p:txEl>
                                          </p:spTgt>
                                        </p:tgtEl>
                                        <p:attrNameLst>
                                          <p:attrName>style.visibility</p:attrName>
                                        </p:attrNameLst>
                                      </p:cBhvr>
                                      <p:to>
                                        <p:strVal val="visible"/>
                                      </p:to>
                                    </p:set>
                                    <p:animEffect transition="in" filter="dissolve">
                                      <p:cBhvr>
                                        <p:cTn id="32" dur="500"/>
                                        <p:tgtEl>
                                          <p:spTgt spid="924">
                                            <p:txEl>
                                              <p:pRg st="1" end="1"/>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924">
                                            <p:txEl>
                                              <p:pRg st="2" end="2"/>
                                            </p:txEl>
                                          </p:spTgt>
                                        </p:tgtEl>
                                        <p:attrNameLst>
                                          <p:attrName>style.visibility</p:attrName>
                                        </p:attrNameLst>
                                      </p:cBhvr>
                                      <p:to>
                                        <p:strVal val="visible"/>
                                      </p:to>
                                    </p:set>
                                    <p:animEffect transition="in" filter="dissolve">
                                      <p:cBhvr>
                                        <p:cTn id="35" dur="500"/>
                                        <p:tgtEl>
                                          <p:spTgt spid="924">
                                            <p:txEl>
                                              <p:pRg st="2" end="2"/>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924">
                                            <p:txEl>
                                              <p:pRg st="3" end="3"/>
                                            </p:txEl>
                                          </p:spTgt>
                                        </p:tgtEl>
                                        <p:attrNameLst>
                                          <p:attrName>style.visibility</p:attrName>
                                        </p:attrNameLst>
                                      </p:cBhvr>
                                      <p:to>
                                        <p:strVal val="visible"/>
                                      </p:to>
                                    </p:set>
                                    <p:animEffect transition="in" filter="dissolve">
                                      <p:cBhvr>
                                        <p:cTn id="38" dur="500"/>
                                        <p:tgtEl>
                                          <p:spTgt spid="924">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924">
                                            <p:txEl>
                                              <p:pRg st="4" end="4"/>
                                            </p:txEl>
                                          </p:spTgt>
                                        </p:tgtEl>
                                        <p:attrNameLst>
                                          <p:attrName>style.visibility</p:attrName>
                                        </p:attrNameLst>
                                      </p:cBhvr>
                                      <p:to>
                                        <p:strVal val="visible"/>
                                      </p:to>
                                    </p:set>
                                    <p:animEffect transition="in" filter="dissolve">
                                      <p:cBhvr>
                                        <p:cTn id="43" dur="500"/>
                                        <p:tgtEl>
                                          <p:spTgt spid="92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 name="TextBox 924">
            <a:extLst>
              <a:ext uri="{FF2B5EF4-FFF2-40B4-BE49-F238E27FC236}">
                <a16:creationId xmlns:a16="http://schemas.microsoft.com/office/drawing/2014/main" id="{479990F5-5509-2430-79C7-1BE8FF1B87BF}"/>
              </a:ext>
            </a:extLst>
          </p:cNvPr>
          <p:cNvSpPr txBox="1"/>
          <p:nvPr/>
        </p:nvSpPr>
        <p:spPr>
          <a:xfrm>
            <a:off x="655786" y="3638442"/>
            <a:ext cx="11073610" cy="784830"/>
          </a:xfrm>
          <a:prstGeom prst="rect">
            <a:avLst/>
          </a:prstGeom>
          <a:noFill/>
        </p:spPr>
        <p:txBody>
          <a:bodyPr wrap="square" rtlCol="0">
            <a:spAutoFit/>
          </a:bodyPr>
          <a:lstStyle/>
          <a:p>
            <a:pPr algn="r" rtl="1">
              <a:lnSpc>
                <a:spcPct val="125000"/>
              </a:lnSpc>
            </a:pPr>
            <a:r>
              <a:rPr lang="en-US" b="1" dirty="0">
                <a:latin typeface="IRANSans(FaNum)" panose="02040503050201020203" pitchFamily="18" charset="-78"/>
                <a:cs typeface="IRANSans(FaNum)" panose="02040503050201020203" pitchFamily="18" charset="-78"/>
              </a:rPr>
              <a:t>ISP</a:t>
            </a:r>
            <a:r>
              <a:rPr lang="fa-IR" b="1" dirty="0">
                <a:latin typeface="IRANSans(FaNum)" panose="02040503050201020203" pitchFamily="18" charset="-78"/>
                <a:cs typeface="IRANSans(FaNum)" panose="02040503050201020203" pitchFamily="18" charset="-78"/>
              </a:rPr>
              <a:t> فقط می‌خواهد ترافیک وارد شده به یا خارج شده از شبکه‌های مشتریان خودش را مسیریابی کند. (نمی‌خواهد ترافیک بین </a:t>
            </a:r>
            <a:r>
              <a:rPr lang="en-US" b="1" dirty="0">
                <a:latin typeface="IRANSans(FaNum)" panose="02040503050201020203" pitchFamily="18" charset="-78"/>
                <a:cs typeface="IRANSans(FaNum)" panose="02040503050201020203" pitchFamily="18" charset="-78"/>
              </a:rPr>
              <a:t>ISP</a:t>
            </a:r>
            <a:r>
              <a:rPr lang="fa-IR" b="1" dirty="0">
                <a:latin typeface="IRANSans(FaNum)" panose="02040503050201020203" pitchFamily="18" charset="-78"/>
                <a:cs typeface="IRANSans(FaNum)" panose="02040503050201020203" pitchFamily="18" charset="-78"/>
              </a:rPr>
              <a:t>های دیگر را ترانزیت کند - یک خط‌مشی متعارف در "دنیای واقعی")</a:t>
            </a:r>
            <a:endParaRPr lang="en-US" b="1" dirty="0">
              <a:latin typeface="IRANSans(FaNum)" panose="02040503050201020203" pitchFamily="18" charset="-78"/>
              <a:cs typeface="IRANSans(FaNum)" panose="02040503050201020203" pitchFamily="18" charset="-78"/>
            </a:endParaRPr>
          </a:p>
        </p:txBody>
      </p:sp>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8" name="Content Placeholder 2">
            <a:extLst>
              <a:ext uri="{FF2B5EF4-FFF2-40B4-BE49-F238E27FC236}">
                <a16:creationId xmlns:a16="http://schemas.microsoft.com/office/drawing/2014/main" id="{0F7CA0EC-1DFD-465B-3AAD-B785F3017FA4}"/>
              </a:ext>
            </a:extLst>
          </p:cNvPr>
          <p:cNvSpPr txBox="1">
            <a:spLocks/>
          </p:cNvSpPr>
          <p:nvPr/>
        </p:nvSpPr>
        <p:spPr>
          <a:xfrm>
            <a:off x="1134794" y="1215799"/>
            <a:ext cx="10872871"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دستیابی به خط‌مشی از طریق اعلان‌ها</a:t>
            </a:r>
          </a:p>
        </p:txBody>
      </p:sp>
      <p:sp>
        <p:nvSpPr>
          <p:cNvPr id="924" name="Rectangle 4">
            <a:extLst>
              <a:ext uri="{FF2B5EF4-FFF2-40B4-BE49-F238E27FC236}">
                <a16:creationId xmlns:a16="http://schemas.microsoft.com/office/drawing/2014/main" id="{38AB365E-6FDD-4242-9C24-47517096F986}"/>
              </a:ext>
            </a:extLst>
          </p:cNvPr>
          <p:cNvSpPr>
            <a:spLocks noChangeArrowheads="1"/>
          </p:cNvSpPr>
          <p:nvPr/>
        </p:nvSpPr>
        <p:spPr bwMode="auto">
          <a:xfrm>
            <a:off x="714229" y="4409594"/>
            <a:ext cx="10802636" cy="21004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144000" indent="-144000" algn="r" rtl="1">
              <a:lnSpc>
                <a:spcPct val="120000"/>
              </a:lnSpc>
              <a:spcAft>
                <a:spcPts val="600"/>
              </a:spcAft>
              <a:buClr>
                <a:srgbClr val="000099"/>
              </a:buClr>
              <a:buSzPct val="100000"/>
              <a:buFont typeface="Arial" panose="020B0604020202020204" pitchFamily="34" charset="0"/>
              <a:buChar char="•"/>
            </a:pPr>
            <a:r>
              <a:rPr lang="en-US" sz="1600" b="1" dirty="0">
                <a:latin typeface="IRANSans(FaNum)" panose="02040503050201020203" pitchFamily="18" charset="-78"/>
                <a:cs typeface="IRANSans(FaNum)" panose="02040503050201020203" pitchFamily="18" charset="-78"/>
              </a:rPr>
              <a:t>A</a:t>
            </a:r>
            <a:r>
              <a:rPr lang="fa-IR" sz="1600" b="1" dirty="0">
                <a:latin typeface="IRANSans(FaNum)" panose="02040503050201020203" pitchFamily="18" charset="-78"/>
                <a:cs typeface="IRANSans(FaNum)" panose="02040503050201020203" pitchFamily="18" charset="-78"/>
              </a:rPr>
              <a:t>، </a:t>
            </a: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و </a:t>
            </a:r>
            <a:r>
              <a:rPr lang="en-US" sz="1600" b="1" dirty="0">
                <a:latin typeface="IRANSans(FaNum)" panose="02040503050201020203" pitchFamily="18" charset="-78"/>
                <a:cs typeface="IRANSans(FaNum)" panose="02040503050201020203" pitchFamily="18" charset="-78"/>
              </a:rPr>
              <a:t>C</a:t>
            </a:r>
            <a:r>
              <a:rPr lang="fa-IR" sz="1600" b="1" dirty="0">
                <a:latin typeface="IRANSans(FaNum)" panose="02040503050201020203" pitchFamily="18" charset="-78"/>
                <a:cs typeface="IRANSans(FaNum)" panose="02040503050201020203" pitchFamily="18" charset="-78"/>
              </a:rPr>
              <a:t> تأمین‌کننده‌های شبکه هستند.</a:t>
            </a:r>
          </a:p>
          <a:p>
            <a:pPr marL="144000" indent="-144000" algn="r" rtl="1">
              <a:lnSpc>
                <a:spcPct val="120000"/>
              </a:lnSpc>
              <a:spcAft>
                <a:spcPts val="600"/>
              </a:spcAft>
              <a:buClr>
                <a:srgbClr val="000099"/>
              </a:buClr>
              <a:buSzPct val="100000"/>
              <a:buFont typeface="Arial" panose="020B0604020202020204" pitchFamily="34" charset="0"/>
              <a:buChar char="•"/>
            </a:pPr>
            <a:r>
              <a:rPr lang="en-US" sz="1600" b="1" dirty="0">
                <a:latin typeface="IRANSans(FaNum)" panose="02040503050201020203" pitchFamily="18" charset="-78"/>
                <a:cs typeface="IRANSans(FaNum)" panose="02040503050201020203" pitchFamily="18" charset="-78"/>
              </a:rPr>
              <a:t>x</a:t>
            </a:r>
            <a:r>
              <a:rPr lang="fa-IR" sz="1600" b="1" dirty="0">
                <a:latin typeface="IRANSans(FaNum)" panose="02040503050201020203" pitchFamily="18" charset="-78"/>
                <a:cs typeface="IRANSans(FaNum)" panose="02040503050201020203" pitchFamily="18" charset="-78"/>
              </a:rPr>
              <a:t>، </a:t>
            </a:r>
            <a:r>
              <a:rPr lang="en-US" sz="1600" b="1" dirty="0">
                <a:latin typeface="IRANSans(FaNum)" panose="02040503050201020203" pitchFamily="18" charset="-78"/>
                <a:cs typeface="IRANSans(FaNum)" panose="02040503050201020203" pitchFamily="18" charset="-78"/>
              </a:rPr>
              <a:t>y</a:t>
            </a:r>
            <a:r>
              <a:rPr lang="fa-IR" sz="1600" b="1" dirty="0">
                <a:latin typeface="IRANSans(FaNum)" panose="02040503050201020203" pitchFamily="18" charset="-78"/>
                <a:cs typeface="IRANSans(FaNum)" panose="02040503050201020203" pitchFamily="18" charset="-78"/>
              </a:rPr>
              <a:t> و </a:t>
            </a:r>
            <a:r>
              <a:rPr lang="en-US" sz="1600" b="1" dirty="0">
                <a:latin typeface="IRANSans(FaNum)" panose="02040503050201020203" pitchFamily="18" charset="-78"/>
                <a:cs typeface="IRANSans(FaNum)" panose="02040503050201020203" pitchFamily="18" charset="-78"/>
              </a:rPr>
              <a:t>y</a:t>
            </a:r>
            <a:r>
              <a:rPr lang="fa-IR" sz="1600" b="1" dirty="0">
                <a:latin typeface="IRANSans(FaNum)" panose="02040503050201020203" pitchFamily="18" charset="-78"/>
                <a:cs typeface="IRANSans(FaNum)" panose="02040503050201020203" pitchFamily="18" charset="-78"/>
              </a:rPr>
              <a:t> مشتریان (تأمین‌کننده‌های شبکه) هستند.</a:t>
            </a:r>
          </a:p>
          <a:p>
            <a:pPr marL="144000" indent="-144000" algn="r" rtl="1">
              <a:lnSpc>
                <a:spcPct val="120000"/>
              </a:lnSpc>
              <a:spcAft>
                <a:spcPts val="600"/>
              </a:spcAft>
              <a:buClr>
                <a:srgbClr val="000099"/>
              </a:buClr>
              <a:buSzPct val="100000"/>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 </a:t>
            </a:r>
            <a:r>
              <a:rPr lang="en-US" sz="1600" b="1" dirty="0">
                <a:latin typeface="IRANSans(FaNum)" panose="02040503050201020203" pitchFamily="18" charset="-78"/>
                <a:cs typeface="IRANSans(FaNum)" panose="02040503050201020203" pitchFamily="18" charset="-78"/>
              </a:rPr>
              <a:t>x</a:t>
            </a:r>
            <a:r>
              <a:rPr lang="fa-IR" sz="1600" b="1" dirty="0">
                <a:latin typeface="IRANSans(FaNum)" panose="02040503050201020203" pitchFamily="18" charset="-78"/>
                <a:cs typeface="IRANSans(FaNum)" panose="02040503050201020203" pitchFamily="18" charset="-78"/>
              </a:rPr>
              <a:t> یک مشتری با دو تأمین‌کننده (</a:t>
            </a:r>
            <a:r>
              <a:rPr lang="en-US" sz="1600" b="1" dirty="0">
                <a:latin typeface="IRANSans(FaNum)" panose="02040503050201020203" pitchFamily="18" charset="-78"/>
                <a:cs typeface="IRANSans(FaNum)" panose="02040503050201020203" pitchFamily="18" charset="-78"/>
              </a:rPr>
              <a:t>dual-homed</a:t>
            </a:r>
            <a:r>
              <a:rPr lang="fa-IR" sz="1600" b="1" dirty="0">
                <a:latin typeface="IRANSans(FaNum)" panose="02040503050201020203" pitchFamily="18" charset="-78"/>
                <a:cs typeface="IRANSans(FaNum)" panose="02040503050201020203" pitchFamily="18" charset="-78"/>
              </a:rPr>
              <a:t>) است: به دو شبکه تعلق وصل شده است.</a:t>
            </a:r>
          </a:p>
          <a:p>
            <a:pPr marL="144000" indent="-144000" algn="r" rtl="1">
              <a:lnSpc>
                <a:spcPct val="120000"/>
              </a:lnSpc>
              <a:spcAft>
                <a:spcPts val="600"/>
              </a:spcAft>
              <a:buClr>
                <a:srgbClr val="000099"/>
              </a:buClr>
              <a:buSzPct val="100000"/>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خط‌مشی که باید انجام ‌شود (</a:t>
            </a:r>
            <a:r>
              <a:rPr lang="en-US" sz="1600" b="1" dirty="0">
                <a:solidFill>
                  <a:srgbClr val="C00000"/>
                </a:solidFill>
                <a:latin typeface="IRANSans(FaNum)" panose="02040503050201020203" pitchFamily="18" charset="-78"/>
                <a:cs typeface="IRANSans(FaNum)" panose="02040503050201020203" pitchFamily="18" charset="-78"/>
              </a:rPr>
              <a:t>policy to enforce</a:t>
            </a:r>
            <a:r>
              <a:rPr lang="fa-IR" sz="1600" b="1" dirty="0">
                <a:solidFill>
                  <a:srgbClr val="C00000"/>
                </a:solidFill>
                <a:latin typeface="IRANSans(FaNum)" panose="02040503050201020203" pitchFamily="18" charset="-78"/>
                <a:cs typeface="IRANSans(FaNum)" panose="02040503050201020203" pitchFamily="18" charset="-78"/>
              </a:rPr>
              <a:t>): </a:t>
            </a:r>
            <a:r>
              <a:rPr lang="en-US" sz="1600" b="1" dirty="0">
                <a:latin typeface="IRANSans(FaNum)" panose="02040503050201020203" pitchFamily="18" charset="-78"/>
                <a:cs typeface="IRANSans(FaNum)" panose="02040503050201020203" pitchFamily="18" charset="-78"/>
              </a:rPr>
              <a:t>x</a:t>
            </a:r>
            <a:r>
              <a:rPr lang="fa-IR" sz="1600" b="1" dirty="0">
                <a:latin typeface="IRANSans(FaNum)" panose="02040503050201020203" pitchFamily="18" charset="-78"/>
                <a:cs typeface="IRANSans(FaNum)" panose="02040503050201020203" pitchFamily="18" charset="-78"/>
              </a:rPr>
              <a:t> نمی‌خواهد مسیری از </a:t>
            </a: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به </a:t>
            </a:r>
            <a:r>
              <a:rPr lang="en-US" sz="1600" b="1" dirty="0">
                <a:latin typeface="IRANSans(FaNum)" panose="02040503050201020203" pitchFamily="18" charset="-78"/>
                <a:cs typeface="IRANSans(FaNum)" panose="02040503050201020203" pitchFamily="18" charset="-78"/>
              </a:rPr>
              <a:t>C</a:t>
            </a:r>
            <a:r>
              <a:rPr lang="fa-IR" sz="1600" b="1" dirty="0">
                <a:latin typeface="IRANSans(FaNum)" panose="02040503050201020203" pitchFamily="18" charset="-78"/>
                <a:cs typeface="IRANSans(FaNum)" panose="02040503050201020203" pitchFamily="18" charset="-78"/>
              </a:rPr>
              <a:t> از طریق </a:t>
            </a:r>
            <a:r>
              <a:rPr lang="en-US" sz="1600" b="1" dirty="0">
                <a:latin typeface="IRANSans(FaNum)" panose="02040503050201020203" pitchFamily="18" charset="-78"/>
                <a:cs typeface="IRANSans(FaNum)" panose="02040503050201020203" pitchFamily="18" charset="-78"/>
              </a:rPr>
              <a:t>x</a:t>
            </a:r>
            <a:r>
              <a:rPr lang="fa-IR" sz="1600" b="1" dirty="0">
                <a:latin typeface="IRANSans(FaNum)" panose="02040503050201020203" pitchFamily="18" charset="-78"/>
                <a:cs typeface="IRANSans(FaNum)" panose="02040503050201020203" pitchFamily="18" charset="-78"/>
              </a:rPr>
              <a:t> وجود داشته باشد.</a:t>
            </a:r>
          </a:p>
          <a:p>
            <a:pPr marL="432000" lvl="1" indent="-144000" algn="r" rtl="1">
              <a:lnSpc>
                <a:spcPct val="120000"/>
              </a:lnSpc>
              <a:spcAft>
                <a:spcPts val="600"/>
              </a:spcAft>
              <a:buClr>
                <a:srgbClr val="000099"/>
              </a:buClr>
              <a:buSzPct val="100000"/>
              <a:buFont typeface="Arial" panose="020B0604020202020204" pitchFamily="34" charset="0"/>
              <a:buChar char="•"/>
            </a:pPr>
            <a:r>
              <a:rPr lang="fa-IR" sz="1600" b="1" dirty="0">
                <a:latin typeface="IRANSans(FaNum)" panose="02040503050201020203" pitchFamily="18" charset="-78"/>
                <a:cs typeface="IRANSans(FaNum)" panose="02040503050201020203" pitchFamily="18" charset="-78"/>
              </a:rPr>
              <a:t>... بنابراین </a:t>
            </a:r>
            <a:r>
              <a:rPr lang="en-US" sz="1600" b="1" dirty="0">
                <a:latin typeface="IRANSans(FaNum)" panose="02040503050201020203" pitchFamily="18" charset="-78"/>
                <a:cs typeface="IRANSans(FaNum)" panose="02040503050201020203" pitchFamily="18" charset="-78"/>
              </a:rPr>
              <a:t>x</a:t>
            </a:r>
            <a:r>
              <a:rPr lang="fa-IR" sz="1600" b="1" dirty="0">
                <a:latin typeface="IRANSans(FaNum)" panose="02040503050201020203" pitchFamily="18" charset="-78"/>
                <a:cs typeface="IRANSans(FaNum)" panose="02040503050201020203" pitchFamily="18" charset="-78"/>
              </a:rPr>
              <a:t> مسیر به </a:t>
            </a:r>
            <a:r>
              <a:rPr lang="en-US" sz="1600" b="1" dirty="0">
                <a:latin typeface="IRANSans(FaNum)" panose="02040503050201020203" pitchFamily="18" charset="-78"/>
                <a:cs typeface="IRANSans(FaNum)" panose="02040503050201020203" pitchFamily="18" charset="-78"/>
              </a:rPr>
              <a:t>C</a:t>
            </a:r>
            <a:r>
              <a:rPr lang="fa-IR" sz="1600" b="1" dirty="0">
                <a:latin typeface="IRANSans(FaNum)" panose="02040503050201020203" pitchFamily="18" charset="-78"/>
                <a:cs typeface="IRANSans(FaNum)" panose="02040503050201020203" pitchFamily="18" charset="-78"/>
              </a:rPr>
              <a:t> را به </a:t>
            </a:r>
            <a:r>
              <a:rPr lang="en-US" sz="1600" b="1" dirty="0">
                <a:latin typeface="IRANSans(FaNum)" panose="02040503050201020203" pitchFamily="18" charset="-78"/>
                <a:cs typeface="IRANSans(FaNum)" panose="02040503050201020203" pitchFamily="18" charset="-78"/>
              </a:rPr>
              <a:t>B</a:t>
            </a:r>
            <a:r>
              <a:rPr lang="fa-IR" sz="1600" b="1" dirty="0">
                <a:latin typeface="IRANSans(FaNum)" panose="02040503050201020203" pitchFamily="18" charset="-78"/>
                <a:cs typeface="IRANSans(FaNum)" panose="02040503050201020203" pitchFamily="18" charset="-78"/>
              </a:rPr>
              <a:t> اعلان نخواهد کرد.</a:t>
            </a:r>
            <a:endParaRPr lang="en-US" sz="1600" b="1" dirty="0">
              <a:latin typeface="IRANSans(FaNum)" panose="02040503050201020203" pitchFamily="18" charset="-78"/>
              <a:cs typeface="IRANSans(FaNum)" panose="02040503050201020203" pitchFamily="18" charset="-78"/>
            </a:endParaRPr>
          </a:p>
        </p:txBody>
      </p:sp>
      <p:grpSp>
        <p:nvGrpSpPr>
          <p:cNvPr id="9" name="Group 8">
            <a:extLst>
              <a:ext uri="{FF2B5EF4-FFF2-40B4-BE49-F238E27FC236}">
                <a16:creationId xmlns:a16="http://schemas.microsoft.com/office/drawing/2014/main" id="{2F456D95-93A1-29DD-3AE9-D39C57092B4D}"/>
              </a:ext>
            </a:extLst>
          </p:cNvPr>
          <p:cNvGrpSpPr/>
          <p:nvPr/>
        </p:nvGrpSpPr>
        <p:grpSpPr>
          <a:xfrm>
            <a:off x="3983668" y="1669507"/>
            <a:ext cx="893763" cy="577850"/>
            <a:chOff x="3983668" y="1440907"/>
            <a:chExt cx="893763" cy="577850"/>
          </a:xfrm>
        </p:grpSpPr>
        <p:sp>
          <p:nvSpPr>
            <p:cNvPr id="11" name="Freeform 7">
              <a:extLst>
                <a:ext uri="{FF2B5EF4-FFF2-40B4-BE49-F238E27FC236}">
                  <a16:creationId xmlns:a16="http://schemas.microsoft.com/office/drawing/2014/main" id="{FEDB598D-BCEB-985F-FE2E-7723166A088C}"/>
                </a:ext>
              </a:extLst>
            </p:cNvPr>
            <p:cNvSpPr>
              <a:spLocks/>
            </p:cNvSpPr>
            <p:nvPr/>
          </p:nvSpPr>
          <p:spPr bwMode="auto">
            <a:xfrm>
              <a:off x="3983668" y="1440907"/>
              <a:ext cx="893763" cy="577850"/>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12" name="Rectangle 10">
              <a:extLst>
                <a:ext uri="{FF2B5EF4-FFF2-40B4-BE49-F238E27FC236}">
                  <a16:creationId xmlns:a16="http://schemas.microsoft.com/office/drawing/2014/main" id="{8A40DC41-C867-7BE3-79D8-BF3753DFC2AC}"/>
                </a:ext>
              </a:extLst>
            </p:cNvPr>
            <p:cNvSpPr>
              <a:spLocks noChangeArrowheads="1"/>
            </p:cNvSpPr>
            <p:nvPr/>
          </p:nvSpPr>
          <p:spPr bwMode="auto">
            <a:xfrm>
              <a:off x="4346086" y="1490773"/>
              <a:ext cx="222818" cy="4924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3200" dirty="0">
                  <a:solidFill>
                    <a:schemeClr val="bg1"/>
                  </a:solidFill>
                </a:rPr>
                <a:t>B</a:t>
              </a:r>
            </a:p>
          </p:txBody>
        </p:sp>
      </p:grpSp>
      <p:sp>
        <p:nvSpPr>
          <p:cNvPr id="13" name="Line 22">
            <a:extLst>
              <a:ext uri="{FF2B5EF4-FFF2-40B4-BE49-F238E27FC236}">
                <a16:creationId xmlns:a16="http://schemas.microsoft.com/office/drawing/2014/main" id="{3276C0C5-3D8B-114F-A3B7-84FECBB6C878}"/>
              </a:ext>
            </a:extLst>
          </p:cNvPr>
          <p:cNvSpPr>
            <a:spLocks noChangeShapeType="1"/>
          </p:cNvSpPr>
          <p:nvPr/>
        </p:nvSpPr>
        <p:spPr bwMode="auto">
          <a:xfrm>
            <a:off x="4877431" y="1963194"/>
            <a:ext cx="665163" cy="276225"/>
          </a:xfrm>
          <a:prstGeom prst="line">
            <a:avLst/>
          </a:prstGeom>
          <a:noFill/>
          <a:ln w="174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14" name="Line 23">
            <a:extLst>
              <a:ext uri="{FF2B5EF4-FFF2-40B4-BE49-F238E27FC236}">
                <a16:creationId xmlns:a16="http://schemas.microsoft.com/office/drawing/2014/main" id="{CE50DFC2-718C-3BD6-1C17-C523B339482F}"/>
              </a:ext>
            </a:extLst>
          </p:cNvPr>
          <p:cNvSpPr>
            <a:spLocks noChangeShapeType="1"/>
          </p:cNvSpPr>
          <p:nvPr/>
        </p:nvSpPr>
        <p:spPr bwMode="auto">
          <a:xfrm flipV="1">
            <a:off x="4920293" y="2345782"/>
            <a:ext cx="669925" cy="566738"/>
          </a:xfrm>
          <a:prstGeom prst="line">
            <a:avLst/>
          </a:prstGeom>
          <a:noFill/>
          <a:ln w="174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15" name="Line 25">
            <a:extLst>
              <a:ext uri="{FF2B5EF4-FFF2-40B4-BE49-F238E27FC236}">
                <a16:creationId xmlns:a16="http://schemas.microsoft.com/office/drawing/2014/main" id="{56999836-C7FA-CEA9-4707-644FFA0D08C6}"/>
              </a:ext>
            </a:extLst>
          </p:cNvPr>
          <p:cNvSpPr>
            <a:spLocks noChangeShapeType="1"/>
          </p:cNvSpPr>
          <p:nvPr/>
        </p:nvSpPr>
        <p:spPr bwMode="auto">
          <a:xfrm flipV="1">
            <a:off x="3791581" y="2102894"/>
            <a:ext cx="290513" cy="234950"/>
          </a:xfrm>
          <a:prstGeom prst="line">
            <a:avLst/>
          </a:prstGeom>
          <a:noFill/>
          <a:ln w="555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16" name="Line 26">
            <a:extLst>
              <a:ext uri="{FF2B5EF4-FFF2-40B4-BE49-F238E27FC236}">
                <a16:creationId xmlns:a16="http://schemas.microsoft.com/office/drawing/2014/main" id="{47B68CAC-E5B6-C4FA-4106-02C95E45438E}"/>
              </a:ext>
            </a:extLst>
          </p:cNvPr>
          <p:cNvSpPr>
            <a:spLocks noChangeShapeType="1"/>
          </p:cNvSpPr>
          <p:nvPr/>
        </p:nvSpPr>
        <p:spPr bwMode="auto">
          <a:xfrm flipH="1" flipV="1">
            <a:off x="4664705" y="2231482"/>
            <a:ext cx="1423" cy="538612"/>
          </a:xfrm>
          <a:prstGeom prst="line">
            <a:avLst/>
          </a:prstGeom>
          <a:noFill/>
          <a:ln w="555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sp>
        <p:nvSpPr>
          <p:cNvPr id="17" name="Line 27">
            <a:extLst>
              <a:ext uri="{FF2B5EF4-FFF2-40B4-BE49-F238E27FC236}">
                <a16:creationId xmlns:a16="http://schemas.microsoft.com/office/drawing/2014/main" id="{EA139128-086C-1A93-D2E6-C778D58FA889}"/>
              </a:ext>
            </a:extLst>
          </p:cNvPr>
          <p:cNvSpPr>
            <a:spLocks noChangeShapeType="1"/>
          </p:cNvSpPr>
          <p:nvPr/>
        </p:nvSpPr>
        <p:spPr bwMode="auto">
          <a:xfrm>
            <a:off x="3816981" y="2656932"/>
            <a:ext cx="265113" cy="165100"/>
          </a:xfrm>
          <a:prstGeom prst="line">
            <a:avLst/>
          </a:prstGeom>
          <a:noFill/>
          <a:ln w="55563">
            <a:solidFill>
              <a:srgbClr val="000000"/>
            </a:solidFill>
            <a:round/>
            <a:headEnd/>
            <a:tailEnd/>
          </a:ln>
          <a:extLst>
            <a:ext uri="{909E8E84-426E-40dd-AFC4-6F175D3DCCD1}">
              <a14:hiddenFill xmlns="" xmlns:a14="http://schemas.microsoft.com/office/drawing/2010/main">
                <a:noFill/>
              </a14:hiddenFill>
            </a:ext>
          </a:extLst>
        </p:spPr>
        <p:txBody>
          <a:bodyPr/>
          <a:lstStyle/>
          <a:p>
            <a:endParaRPr lang="en-US" dirty="0"/>
          </a:p>
        </p:txBody>
      </p:sp>
      <p:cxnSp>
        <p:nvCxnSpPr>
          <p:cNvPr id="18" name="Straight Connector 17">
            <a:extLst>
              <a:ext uri="{FF2B5EF4-FFF2-40B4-BE49-F238E27FC236}">
                <a16:creationId xmlns:a16="http://schemas.microsoft.com/office/drawing/2014/main" id="{DE0317DD-C17B-D1B8-4BD7-FA9A3CB312D3}"/>
              </a:ext>
            </a:extLst>
          </p:cNvPr>
          <p:cNvCxnSpPr/>
          <p:nvPr/>
        </p:nvCxnSpPr>
        <p:spPr>
          <a:xfrm flipH="1">
            <a:off x="2407023" y="2460812"/>
            <a:ext cx="6185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Freeform 14">
            <a:extLst>
              <a:ext uri="{FF2B5EF4-FFF2-40B4-BE49-F238E27FC236}">
                <a16:creationId xmlns:a16="http://schemas.microsoft.com/office/drawing/2014/main" id="{DE34C0FF-98F1-C023-A209-CD00299248F7}"/>
              </a:ext>
            </a:extLst>
          </p:cNvPr>
          <p:cNvSpPr>
            <a:spLocks/>
          </p:cNvSpPr>
          <p:nvPr/>
        </p:nvSpPr>
        <p:spPr bwMode="auto">
          <a:xfrm>
            <a:off x="2143756" y="2272757"/>
            <a:ext cx="346075" cy="341313"/>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0" name="Rectangle 15">
            <a:extLst>
              <a:ext uri="{FF2B5EF4-FFF2-40B4-BE49-F238E27FC236}">
                <a16:creationId xmlns:a16="http://schemas.microsoft.com/office/drawing/2014/main" id="{C1F0F502-997A-3490-3142-17C2D5C2D78F}"/>
              </a:ext>
            </a:extLst>
          </p:cNvPr>
          <p:cNvSpPr>
            <a:spLocks noChangeArrowheads="1"/>
          </p:cNvSpPr>
          <p:nvPr/>
        </p:nvSpPr>
        <p:spPr bwMode="auto">
          <a:xfrm>
            <a:off x="2196237" y="2237924"/>
            <a:ext cx="22923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400" b="1" dirty="0">
                <a:solidFill>
                  <a:schemeClr val="bg1"/>
                </a:solidFill>
              </a:rPr>
              <a:t>w</a:t>
            </a:r>
            <a:endParaRPr lang="en-US" sz="2000" b="1" dirty="0">
              <a:solidFill>
                <a:schemeClr val="bg1"/>
              </a:solidFill>
            </a:endParaRPr>
          </a:p>
        </p:txBody>
      </p:sp>
      <p:sp>
        <p:nvSpPr>
          <p:cNvPr id="21" name="Rectangle 16">
            <a:extLst>
              <a:ext uri="{FF2B5EF4-FFF2-40B4-BE49-F238E27FC236}">
                <a16:creationId xmlns:a16="http://schemas.microsoft.com/office/drawing/2014/main" id="{927D2866-57BC-8D88-F227-AFD5855B3BC1}"/>
              </a:ext>
            </a:extLst>
          </p:cNvPr>
          <p:cNvSpPr>
            <a:spLocks noChangeArrowheads="1"/>
          </p:cNvSpPr>
          <p:nvPr/>
        </p:nvSpPr>
        <p:spPr bwMode="auto">
          <a:xfrm>
            <a:off x="2419981" y="2312444"/>
            <a:ext cx="49213" cy="2127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1400" dirty="0">
                <a:solidFill>
                  <a:srgbClr val="000000"/>
                </a:solidFill>
              </a:rPr>
              <a:t> </a:t>
            </a:r>
            <a:endParaRPr lang="en-US" dirty="0"/>
          </a:p>
        </p:txBody>
      </p:sp>
      <p:grpSp>
        <p:nvGrpSpPr>
          <p:cNvPr id="22" name="Group 21">
            <a:extLst>
              <a:ext uri="{FF2B5EF4-FFF2-40B4-BE49-F238E27FC236}">
                <a16:creationId xmlns:a16="http://schemas.microsoft.com/office/drawing/2014/main" id="{29FF7CBD-FC90-278D-68A6-7E8CB7B5F5FE}"/>
              </a:ext>
            </a:extLst>
          </p:cNvPr>
          <p:cNvGrpSpPr/>
          <p:nvPr/>
        </p:nvGrpSpPr>
        <p:grpSpPr>
          <a:xfrm>
            <a:off x="2950206" y="2219248"/>
            <a:ext cx="892175" cy="579438"/>
            <a:chOff x="2950206" y="1990648"/>
            <a:chExt cx="892175" cy="579438"/>
          </a:xfrm>
        </p:grpSpPr>
        <p:sp>
          <p:nvSpPr>
            <p:cNvPr id="23" name="Freeform 8">
              <a:extLst>
                <a:ext uri="{FF2B5EF4-FFF2-40B4-BE49-F238E27FC236}">
                  <a16:creationId xmlns:a16="http://schemas.microsoft.com/office/drawing/2014/main" id="{2FF8E457-6671-4770-FB6F-E12107A4601A}"/>
                </a:ext>
              </a:extLst>
            </p:cNvPr>
            <p:cNvSpPr>
              <a:spLocks/>
            </p:cNvSpPr>
            <p:nvPr/>
          </p:nvSpPr>
          <p:spPr bwMode="auto">
            <a:xfrm>
              <a:off x="2950206" y="1990648"/>
              <a:ext cx="892175" cy="579438"/>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4" name="Rectangle 9">
              <a:extLst>
                <a:ext uri="{FF2B5EF4-FFF2-40B4-BE49-F238E27FC236}">
                  <a16:creationId xmlns:a16="http://schemas.microsoft.com/office/drawing/2014/main" id="{9B562669-1688-360D-0156-3D9FF36C242F}"/>
                </a:ext>
              </a:extLst>
            </p:cNvPr>
            <p:cNvSpPr>
              <a:spLocks noChangeArrowheads="1"/>
            </p:cNvSpPr>
            <p:nvPr/>
          </p:nvSpPr>
          <p:spPr bwMode="auto">
            <a:xfrm flipH="1">
              <a:off x="3314700" y="2056297"/>
              <a:ext cx="333025"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0" tIns="0" rIns="0" bIns="0">
              <a:spAutoFit/>
            </a:bodyPr>
            <a:lstStyle/>
            <a:p>
              <a:r>
                <a:rPr lang="en-US" sz="2800" b="1" dirty="0">
                  <a:solidFill>
                    <a:schemeClr val="bg1"/>
                  </a:solidFill>
                </a:rPr>
                <a:t>A</a:t>
              </a:r>
            </a:p>
          </p:txBody>
        </p:sp>
      </p:grpSp>
      <p:cxnSp>
        <p:nvCxnSpPr>
          <p:cNvPr id="25" name="Straight Connector 24">
            <a:extLst>
              <a:ext uri="{FF2B5EF4-FFF2-40B4-BE49-F238E27FC236}">
                <a16:creationId xmlns:a16="http://schemas.microsoft.com/office/drawing/2014/main" id="{68A2D3F4-4FF1-DFB9-B980-3A8E169ECF85}"/>
              </a:ext>
            </a:extLst>
          </p:cNvPr>
          <p:cNvCxnSpPr/>
          <p:nvPr/>
        </p:nvCxnSpPr>
        <p:spPr>
          <a:xfrm flipH="1">
            <a:off x="4921623" y="3070412"/>
            <a:ext cx="6185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reeform 19">
            <a:extLst>
              <a:ext uri="{FF2B5EF4-FFF2-40B4-BE49-F238E27FC236}">
                <a16:creationId xmlns:a16="http://schemas.microsoft.com/office/drawing/2014/main" id="{D7DE3DC0-5EC9-BAA3-5F85-AA0A3A6136C8}"/>
              </a:ext>
            </a:extLst>
          </p:cNvPr>
          <p:cNvSpPr>
            <a:spLocks/>
          </p:cNvSpPr>
          <p:nvPr/>
        </p:nvSpPr>
        <p:spPr bwMode="auto">
          <a:xfrm>
            <a:off x="5503279" y="2893656"/>
            <a:ext cx="346075" cy="336550"/>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7" name="Rectangle 20">
            <a:extLst>
              <a:ext uri="{FF2B5EF4-FFF2-40B4-BE49-F238E27FC236}">
                <a16:creationId xmlns:a16="http://schemas.microsoft.com/office/drawing/2014/main" id="{7BAC0398-39EF-CFFA-59DC-10A9FD11F8E6}"/>
              </a:ext>
            </a:extLst>
          </p:cNvPr>
          <p:cNvSpPr>
            <a:spLocks noChangeArrowheads="1"/>
          </p:cNvSpPr>
          <p:nvPr/>
        </p:nvSpPr>
        <p:spPr bwMode="auto">
          <a:xfrm>
            <a:off x="5611789" y="2844257"/>
            <a:ext cx="1458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400" b="1" dirty="0">
                <a:solidFill>
                  <a:schemeClr val="bg1"/>
                </a:solidFill>
              </a:rPr>
              <a:t>y</a:t>
            </a:r>
            <a:endParaRPr lang="en-US" sz="1600" b="1" dirty="0">
              <a:solidFill>
                <a:schemeClr val="bg1"/>
              </a:solidFill>
            </a:endParaRPr>
          </a:p>
        </p:txBody>
      </p:sp>
      <p:grpSp>
        <p:nvGrpSpPr>
          <p:cNvPr id="28" name="Group 27">
            <a:extLst>
              <a:ext uri="{FF2B5EF4-FFF2-40B4-BE49-F238E27FC236}">
                <a16:creationId xmlns:a16="http://schemas.microsoft.com/office/drawing/2014/main" id="{969F5421-9D33-E774-9DDD-8D8B770E2234}"/>
              </a:ext>
            </a:extLst>
          </p:cNvPr>
          <p:cNvGrpSpPr/>
          <p:nvPr/>
        </p:nvGrpSpPr>
        <p:grpSpPr>
          <a:xfrm>
            <a:off x="4043993" y="2664869"/>
            <a:ext cx="896938" cy="574675"/>
            <a:chOff x="4043993" y="2436269"/>
            <a:chExt cx="896938" cy="574675"/>
          </a:xfrm>
        </p:grpSpPr>
        <p:sp>
          <p:nvSpPr>
            <p:cNvPr id="29" name="Freeform 11">
              <a:extLst>
                <a:ext uri="{FF2B5EF4-FFF2-40B4-BE49-F238E27FC236}">
                  <a16:creationId xmlns:a16="http://schemas.microsoft.com/office/drawing/2014/main" id="{48ABBE77-58EB-4016-F1CF-455E6810DDC3}"/>
                </a:ext>
              </a:extLst>
            </p:cNvPr>
            <p:cNvSpPr>
              <a:spLocks/>
            </p:cNvSpPr>
            <p:nvPr/>
          </p:nvSpPr>
          <p:spPr bwMode="auto">
            <a:xfrm>
              <a:off x="4043993" y="2436269"/>
              <a:ext cx="896938" cy="574675"/>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30" name="Rectangle 12">
              <a:extLst>
                <a:ext uri="{FF2B5EF4-FFF2-40B4-BE49-F238E27FC236}">
                  <a16:creationId xmlns:a16="http://schemas.microsoft.com/office/drawing/2014/main" id="{87FAB90F-2C6C-9195-A0BB-C5605A18FF36}"/>
                </a:ext>
              </a:extLst>
            </p:cNvPr>
            <p:cNvSpPr>
              <a:spLocks noChangeArrowheads="1"/>
            </p:cNvSpPr>
            <p:nvPr/>
          </p:nvSpPr>
          <p:spPr bwMode="auto">
            <a:xfrm>
              <a:off x="4378675" y="2470168"/>
              <a:ext cx="218008" cy="4924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3200" b="1" dirty="0">
                  <a:solidFill>
                    <a:schemeClr val="bg1"/>
                  </a:solidFill>
                </a:rPr>
                <a:t>C</a:t>
              </a:r>
            </a:p>
          </p:txBody>
        </p:sp>
        <p:sp>
          <p:nvSpPr>
            <p:cNvPr id="31" name="Rectangle 13">
              <a:extLst>
                <a:ext uri="{FF2B5EF4-FFF2-40B4-BE49-F238E27FC236}">
                  <a16:creationId xmlns:a16="http://schemas.microsoft.com/office/drawing/2014/main" id="{1B54AE9D-F1DD-11AA-D117-B4C48485DB5D}"/>
                </a:ext>
              </a:extLst>
            </p:cNvPr>
            <p:cNvSpPr>
              <a:spLocks noChangeArrowheads="1"/>
            </p:cNvSpPr>
            <p:nvPr/>
          </p:nvSpPr>
          <p:spPr bwMode="auto">
            <a:xfrm>
              <a:off x="4556756" y="2555332"/>
              <a:ext cx="49213" cy="2127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1400" dirty="0">
                  <a:solidFill>
                    <a:srgbClr val="000000"/>
                  </a:solidFill>
                </a:rPr>
                <a:t> </a:t>
              </a:r>
              <a:endParaRPr lang="en-US" dirty="0"/>
            </a:p>
          </p:txBody>
        </p:sp>
      </p:grpSp>
      <p:grpSp>
        <p:nvGrpSpPr>
          <p:cNvPr id="32" name="Group 31">
            <a:extLst>
              <a:ext uri="{FF2B5EF4-FFF2-40B4-BE49-F238E27FC236}">
                <a16:creationId xmlns:a16="http://schemas.microsoft.com/office/drawing/2014/main" id="{8FB505CA-FE55-B805-FBA7-3EB2F4B89204}"/>
              </a:ext>
            </a:extLst>
          </p:cNvPr>
          <p:cNvGrpSpPr/>
          <p:nvPr/>
        </p:nvGrpSpPr>
        <p:grpSpPr>
          <a:xfrm>
            <a:off x="5542593" y="2049292"/>
            <a:ext cx="346075" cy="377452"/>
            <a:chOff x="5542593" y="1820692"/>
            <a:chExt cx="346075" cy="377452"/>
          </a:xfrm>
        </p:grpSpPr>
        <p:sp>
          <p:nvSpPr>
            <p:cNvPr id="33" name="Freeform 17">
              <a:extLst>
                <a:ext uri="{FF2B5EF4-FFF2-40B4-BE49-F238E27FC236}">
                  <a16:creationId xmlns:a16="http://schemas.microsoft.com/office/drawing/2014/main" id="{F76E6A91-647B-712F-1FEA-40FD9738CA51}"/>
                </a:ext>
              </a:extLst>
            </p:cNvPr>
            <p:cNvSpPr>
              <a:spLocks/>
            </p:cNvSpPr>
            <p:nvPr/>
          </p:nvSpPr>
          <p:spPr bwMode="auto">
            <a:xfrm>
              <a:off x="5542593" y="1861594"/>
              <a:ext cx="346075" cy="336550"/>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34" name="Rectangle 18">
              <a:extLst>
                <a:ext uri="{FF2B5EF4-FFF2-40B4-BE49-F238E27FC236}">
                  <a16:creationId xmlns:a16="http://schemas.microsoft.com/office/drawing/2014/main" id="{2052D3B1-388A-9C2D-7F2A-D9BCBAEE7747}"/>
                </a:ext>
              </a:extLst>
            </p:cNvPr>
            <p:cNvSpPr>
              <a:spLocks noChangeArrowheads="1"/>
            </p:cNvSpPr>
            <p:nvPr/>
          </p:nvSpPr>
          <p:spPr bwMode="auto">
            <a:xfrm>
              <a:off x="5651010" y="1820692"/>
              <a:ext cx="1410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400" b="1" dirty="0">
                  <a:solidFill>
                    <a:schemeClr val="bg1"/>
                  </a:solidFill>
                </a:rPr>
                <a:t>x</a:t>
              </a:r>
            </a:p>
          </p:txBody>
        </p:sp>
      </p:grpSp>
      <p:grpSp>
        <p:nvGrpSpPr>
          <p:cNvPr id="35" name="Group 34">
            <a:extLst>
              <a:ext uri="{FF2B5EF4-FFF2-40B4-BE49-F238E27FC236}">
                <a16:creationId xmlns:a16="http://schemas.microsoft.com/office/drawing/2014/main" id="{FCCFBE9E-4716-D314-BB48-9055DDD4C432}"/>
              </a:ext>
            </a:extLst>
          </p:cNvPr>
          <p:cNvGrpSpPr/>
          <p:nvPr/>
        </p:nvGrpSpPr>
        <p:grpSpPr>
          <a:xfrm>
            <a:off x="6282368" y="1826239"/>
            <a:ext cx="3162301" cy="1711325"/>
            <a:chOff x="6282368" y="1597639"/>
            <a:chExt cx="3162301" cy="1711325"/>
          </a:xfrm>
        </p:grpSpPr>
        <p:sp>
          <p:nvSpPr>
            <p:cNvPr id="36" name="Rectangle 28">
              <a:extLst>
                <a:ext uri="{FF2B5EF4-FFF2-40B4-BE49-F238E27FC236}">
                  <a16:creationId xmlns:a16="http://schemas.microsoft.com/office/drawing/2014/main" id="{C1DCC27C-0B46-6F49-B25A-7B2D3D0ACDEA}"/>
                </a:ext>
              </a:extLst>
            </p:cNvPr>
            <p:cNvSpPr>
              <a:spLocks noChangeArrowheads="1"/>
            </p:cNvSpPr>
            <p:nvPr/>
          </p:nvSpPr>
          <p:spPr bwMode="auto">
            <a:xfrm>
              <a:off x="6282368" y="1597639"/>
              <a:ext cx="965200" cy="450850"/>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dirty="0"/>
            </a:p>
          </p:txBody>
        </p:sp>
        <p:sp>
          <p:nvSpPr>
            <p:cNvPr id="37" name="Rectangle 29">
              <a:extLst>
                <a:ext uri="{FF2B5EF4-FFF2-40B4-BE49-F238E27FC236}">
                  <a16:creationId xmlns:a16="http://schemas.microsoft.com/office/drawing/2014/main" id="{A270299F-2A4E-C508-14EE-84F569AC5774}"/>
                </a:ext>
              </a:extLst>
            </p:cNvPr>
            <p:cNvSpPr>
              <a:spLocks noChangeArrowheads="1"/>
            </p:cNvSpPr>
            <p:nvPr/>
          </p:nvSpPr>
          <p:spPr bwMode="auto">
            <a:xfrm>
              <a:off x="6757320" y="2261646"/>
              <a:ext cx="83502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legend</a:t>
              </a:r>
              <a:r>
                <a:rPr lang="en-US" sz="1700" b="1" dirty="0">
                  <a:solidFill>
                    <a:srgbClr val="000000"/>
                  </a:solidFill>
                </a:rPr>
                <a:t>:</a:t>
              </a:r>
              <a:endParaRPr lang="en-US" dirty="0"/>
            </a:p>
          </p:txBody>
        </p:sp>
        <p:sp>
          <p:nvSpPr>
            <p:cNvPr id="38" name="Rectangle 30">
              <a:extLst>
                <a:ext uri="{FF2B5EF4-FFF2-40B4-BE49-F238E27FC236}">
                  <a16:creationId xmlns:a16="http://schemas.microsoft.com/office/drawing/2014/main" id="{4C62E4FA-C059-1C48-B891-16032CD200A8}"/>
                </a:ext>
              </a:extLst>
            </p:cNvPr>
            <p:cNvSpPr>
              <a:spLocks noChangeArrowheads="1"/>
            </p:cNvSpPr>
            <p:nvPr/>
          </p:nvSpPr>
          <p:spPr bwMode="auto">
            <a:xfrm>
              <a:off x="7072943" y="1669076"/>
              <a:ext cx="60325" cy="2587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1700" dirty="0">
                  <a:solidFill>
                    <a:srgbClr val="000000"/>
                  </a:solidFill>
                </a:rPr>
                <a:t> </a:t>
              </a:r>
              <a:endParaRPr lang="en-US" dirty="0"/>
            </a:p>
          </p:txBody>
        </p:sp>
        <p:sp>
          <p:nvSpPr>
            <p:cNvPr id="39" name="Rectangle 31">
              <a:extLst>
                <a:ext uri="{FF2B5EF4-FFF2-40B4-BE49-F238E27FC236}">
                  <a16:creationId xmlns:a16="http://schemas.microsoft.com/office/drawing/2014/main" id="{E721CF72-0734-DBF3-2017-4817EFC80AEB}"/>
                </a:ext>
              </a:extLst>
            </p:cNvPr>
            <p:cNvSpPr>
              <a:spLocks noChangeArrowheads="1"/>
            </p:cNvSpPr>
            <p:nvPr/>
          </p:nvSpPr>
          <p:spPr bwMode="auto">
            <a:xfrm>
              <a:off x="8204831" y="2516801"/>
              <a:ext cx="1160463" cy="792163"/>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dirty="0"/>
            </a:p>
          </p:txBody>
        </p:sp>
        <p:sp>
          <p:nvSpPr>
            <p:cNvPr id="40" name="Rectangle 32">
              <a:extLst>
                <a:ext uri="{FF2B5EF4-FFF2-40B4-BE49-F238E27FC236}">
                  <a16:creationId xmlns:a16="http://schemas.microsoft.com/office/drawing/2014/main" id="{DDC1CF30-6FEF-52E8-7F4D-28FD64A1B0C8}"/>
                </a:ext>
              </a:extLst>
            </p:cNvPr>
            <p:cNvSpPr>
              <a:spLocks noChangeArrowheads="1"/>
            </p:cNvSpPr>
            <p:nvPr/>
          </p:nvSpPr>
          <p:spPr bwMode="auto">
            <a:xfrm>
              <a:off x="8331831" y="2580301"/>
              <a:ext cx="1112838"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customer </a:t>
              </a:r>
              <a:endParaRPr lang="en-US" sz="2000" dirty="0"/>
            </a:p>
          </p:txBody>
        </p:sp>
        <p:sp>
          <p:nvSpPr>
            <p:cNvPr id="41" name="Rectangle 33">
              <a:extLst>
                <a:ext uri="{FF2B5EF4-FFF2-40B4-BE49-F238E27FC236}">
                  <a16:creationId xmlns:a16="http://schemas.microsoft.com/office/drawing/2014/main" id="{67B891B7-7F86-CF78-B3E9-E6E865204678}"/>
                </a:ext>
              </a:extLst>
            </p:cNvPr>
            <p:cNvSpPr>
              <a:spLocks noChangeArrowheads="1"/>
            </p:cNvSpPr>
            <p:nvPr/>
          </p:nvSpPr>
          <p:spPr bwMode="auto">
            <a:xfrm>
              <a:off x="8331831" y="2831126"/>
              <a:ext cx="958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network:</a:t>
              </a:r>
              <a:endParaRPr lang="en-US" sz="2000" dirty="0"/>
            </a:p>
          </p:txBody>
        </p:sp>
        <p:sp>
          <p:nvSpPr>
            <p:cNvPr id="42" name="Rectangle 34">
              <a:extLst>
                <a:ext uri="{FF2B5EF4-FFF2-40B4-BE49-F238E27FC236}">
                  <a16:creationId xmlns:a16="http://schemas.microsoft.com/office/drawing/2014/main" id="{BC57538D-C2FD-3A1B-C4A6-923A87D5D36C}"/>
                </a:ext>
              </a:extLst>
            </p:cNvPr>
            <p:cNvSpPr>
              <a:spLocks noChangeArrowheads="1"/>
            </p:cNvSpPr>
            <p:nvPr/>
          </p:nvSpPr>
          <p:spPr bwMode="auto">
            <a:xfrm>
              <a:off x="9097006" y="2831126"/>
              <a:ext cx="69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 </a:t>
              </a:r>
              <a:endParaRPr lang="en-US" sz="2000" dirty="0"/>
            </a:p>
          </p:txBody>
        </p:sp>
        <p:sp>
          <p:nvSpPr>
            <p:cNvPr id="43" name="Rectangle 35">
              <a:extLst>
                <a:ext uri="{FF2B5EF4-FFF2-40B4-BE49-F238E27FC236}">
                  <a16:creationId xmlns:a16="http://schemas.microsoft.com/office/drawing/2014/main" id="{DD545F3D-1E92-D94B-D8D3-2DECFFF79B3F}"/>
                </a:ext>
              </a:extLst>
            </p:cNvPr>
            <p:cNvSpPr>
              <a:spLocks noChangeArrowheads="1"/>
            </p:cNvSpPr>
            <p:nvPr/>
          </p:nvSpPr>
          <p:spPr bwMode="auto">
            <a:xfrm>
              <a:off x="8204831" y="1623039"/>
              <a:ext cx="1106488" cy="673100"/>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dirty="0"/>
            </a:p>
          </p:txBody>
        </p:sp>
        <p:sp>
          <p:nvSpPr>
            <p:cNvPr id="44" name="Rectangle 36">
              <a:extLst>
                <a:ext uri="{FF2B5EF4-FFF2-40B4-BE49-F238E27FC236}">
                  <a16:creationId xmlns:a16="http://schemas.microsoft.com/office/drawing/2014/main" id="{62B7C988-7EDB-2150-356D-9C9CBC947E05}"/>
                </a:ext>
              </a:extLst>
            </p:cNvPr>
            <p:cNvSpPr>
              <a:spLocks noChangeArrowheads="1"/>
            </p:cNvSpPr>
            <p:nvPr/>
          </p:nvSpPr>
          <p:spPr bwMode="auto">
            <a:xfrm>
              <a:off x="8331831" y="1686539"/>
              <a:ext cx="917575"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provider</a:t>
              </a:r>
              <a:endParaRPr lang="en-US" sz="2000" dirty="0"/>
            </a:p>
          </p:txBody>
        </p:sp>
        <p:sp>
          <p:nvSpPr>
            <p:cNvPr id="45" name="Rectangle 37">
              <a:extLst>
                <a:ext uri="{FF2B5EF4-FFF2-40B4-BE49-F238E27FC236}">
                  <a16:creationId xmlns:a16="http://schemas.microsoft.com/office/drawing/2014/main" id="{F297EA5A-158A-AE92-4A3E-0CA84E951A20}"/>
                </a:ext>
              </a:extLst>
            </p:cNvPr>
            <p:cNvSpPr>
              <a:spLocks noChangeArrowheads="1"/>
            </p:cNvSpPr>
            <p:nvPr/>
          </p:nvSpPr>
          <p:spPr bwMode="auto">
            <a:xfrm>
              <a:off x="9054143" y="1686539"/>
              <a:ext cx="69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 </a:t>
              </a:r>
              <a:endParaRPr lang="en-US" sz="2000" dirty="0"/>
            </a:p>
          </p:txBody>
        </p:sp>
        <p:sp>
          <p:nvSpPr>
            <p:cNvPr id="46" name="Rectangle 38">
              <a:extLst>
                <a:ext uri="{FF2B5EF4-FFF2-40B4-BE49-F238E27FC236}">
                  <a16:creationId xmlns:a16="http://schemas.microsoft.com/office/drawing/2014/main" id="{4BDBCC26-9E5C-8F18-8D24-D81971826A24}"/>
                </a:ext>
              </a:extLst>
            </p:cNvPr>
            <p:cNvSpPr>
              <a:spLocks noChangeArrowheads="1"/>
            </p:cNvSpPr>
            <p:nvPr/>
          </p:nvSpPr>
          <p:spPr bwMode="auto">
            <a:xfrm>
              <a:off x="8331831" y="1932601"/>
              <a:ext cx="88900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network</a:t>
              </a:r>
              <a:endParaRPr lang="en-US" sz="2000" dirty="0"/>
            </a:p>
          </p:txBody>
        </p:sp>
        <p:sp>
          <p:nvSpPr>
            <p:cNvPr id="47" name="Rectangle 39">
              <a:extLst>
                <a:ext uri="{FF2B5EF4-FFF2-40B4-BE49-F238E27FC236}">
                  <a16:creationId xmlns:a16="http://schemas.microsoft.com/office/drawing/2014/main" id="{20018CCA-4580-271E-4200-4C2555FB71E1}"/>
                </a:ext>
              </a:extLst>
            </p:cNvPr>
            <p:cNvSpPr>
              <a:spLocks noChangeArrowheads="1"/>
            </p:cNvSpPr>
            <p:nvPr/>
          </p:nvSpPr>
          <p:spPr bwMode="auto">
            <a:xfrm>
              <a:off x="9036681" y="1932601"/>
              <a:ext cx="6985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en-US" sz="2000" dirty="0">
                  <a:solidFill>
                    <a:srgbClr val="000000"/>
                  </a:solidFill>
                </a:rPr>
                <a:t> </a:t>
              </a:r>
              <a:endParaRPr lang="en-US" sz="2000" dirty="0"/>
            </a:p>
          </p:txBody>
        </p:sp>
        <p:sp>
          <p:nvSpPr>
            <p:cNvPr id="48" name="Freeform 40">
              <a:extLst>
                <a:ext uri="{FF2B5EF4-FFF2-40B4-BE49-F238E27FC236}">
                  <a16:creationId xmlns:a16="http://schemas.microsoft.com/office/drawing/2014/main" id="{80B0C420-42AE-EAF3-DB63-6B78BECCEF03}"/>
                </a:ext>
              </a:extLst>
            </p:cNvPr>
            <p:cNvSpPr>
              <a:spLocks/>
            </p:cNvSpPr>
            <p:nvPr/>
          </p:nvSpPr>
          <p:spPr bwMode="auto">
            <a:xfrm>
              <a:off x="7392031" y="1673839"/>
              <a:ext cx="893763" cy="574675"/>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49" name="Freeform 41">
              <a:extLst>
                <a:ext uri="{FF2B5EF4-FFF2-40B4-BE49-F238E27FC236}">
                  <a16:creationId xmlns:a16="http://schemas.microsoft.com/office/drawing/2014/main" id="{1F13BABE-394C-0493-343A-A139721FBFB0}"/>
                </a:ext>
              </a:extLst>
            </p:cNvPr>
            <p:cNvSpPr>
              <a:spLocks/>
            </p:cNvSpPr>
            <p:nvPr/>
          </p:nvSpPr>
          <p:spPr bwMode="auto">
            <a:xfrm>
              <a:off x="7892093" y="2631101"/>
              <a:ext cx="346075" cy="336550"/>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grpSp>
      <p:sp>
        <p:nvSpPr>
          <p:cNvPr id="50" name="Oval 49">
            <a:extLst>
              <a:ext uri="{FF2B5EF4-FFF2-40B4-BE49-F238E27FC236}">
                <a16:creationId xmlns:a16="http://schemas.microsoft.com/office/drawing/2014/main" id="{1AFD3FD8-ED3E-D582-8D56-7A7F1FF6D6AB}"/>
              </a:ext>
            </a:extLst>
          </p:cNvPr>
          <p:cNvSpPr/>
          <p:nvPr/>
        </p:nvSpPr>
        <p:spPr>
          <a:xfrm>
            <a:off x="5361709" y="1932709"/>
            <a:ext cx="720436" cy="678873"/>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38288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Effect transition="in" filter="fade">
                                      <p:cBhvr>
                                        <p:cTn id="13" dur="1000"/>
                                        <p:tgtEl>
                                          <p:spTgt spid="8">
                                            <p:txEl>
                                              <p:pRg st="0" end="0"/>
                                            </p:txEl>
                                          </p:spTgt>
                                        </p:tgtEl>
                                      </p:cBhvr>
                                    </p:animEffect>
                                    <p:anim calcmode="lin" valueType="num">
                                      <p:cBhvr>
                                        <p:cTn id="1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24">
                                            <p:txEl>
                                              <p:pRg st="0" end="0"/>
                                            </p:txEl>
                                          </p:spTgt>
                                        </p:tgtEl>
                                        <p:attrNameLst>
                                          <p:attrName>style.visibility</p:attrName>
                                        </p:attrNameLst>
                                      </p:cBhvr>
                                      <p:to>
                                        <p:strVal val="visible"/>
                                      </p:to>
                                    </p:set>
                                    <p:animEffect transition="in" filter="dissolve">
                                      <p:cBhvr>
                                        <p:cTn id="20" dur="500"/>
                                        <p:tgtEl>
                                          <p:spTgt spid="924">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924">
                                            <p:txEl>
                                              <p:pRg st="1" end="1"/>
                                            </p:txEl>
                                          </p:spTgt>
                                        </p:tgtEl>
                                        <p:attrNameLst>
                                          <p:attrName>style.visibility</p:attrName>
                                        </p:attrNameLst>
                                      </p:cBhvr>
                                      <p:to>
                                        <p:strVal val="visible"/>
                                      </p:to>
                                    </p:set>
                                    <p:animEffect transition="in" filter="dissolve">
                                      <p:cBhvr>
                                        <p:cTn id="25" dur="500"/>
                                        <p:tgtEl>
                                          <p:spTgt spid="924">
                                            <p:txEl>
                                              <p:pRg st="1" end="1"/>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24">
                                            <p:txEl>
                                              <p:pRg st="2" end="2"/>
                                            </p:txEl>
                                          </p:spTgt>
                                        </p:tgtEl>
                                        <p:attrNameLst>
                                          <p:attrName>style.visibility</p:attrName>
                                        </p:attrNameLst>
                                      </p:cBhvr>
                                      <p:to>
                                        <p:strVal val="visible"/>
                                      </p:to>
                                    </p:set>
                                    <p:animEffect transition="in" filter="dissolve">
                                      <p:cBhvr>
                                        <p:cTn id="30" dur="500"/>
                                        <p:tgtEl>
                                          <p:spTgt spid="924">
                                            <p:txEl>
                                              <p:pRg st="2" end="2"/>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924">
                                            <p:txEl>
                                              <p:pRg st="3" end="3"/>
                                            </p:txEl>
                                          </p:spTgt>
                                        </p:tgtEl>
                                        <p:attrNameLst>
                                          <p:attrName>style.visibility</p:attrName>
                                        </p:attrNameLst>
                                      </p:cBhvr>
                                      <p:to>
                                        <p:strVal val="visible"/>
                                      </p:to>
                                    </p:set>
                                    <p:animEffect transition="in" filter="dissolve">
                                      <p:cBhvr>
                                        <p:cTn id="35" dur="500"/>
                                        <p:tgtEl>
                                          <p:spTgt spid="924">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924">
                                            <p:txEl>
                                              <p:pRg st="4" end="4"/>
                                            </p:txEl>
                                          </p:spTgt>
                                        </p:tgtEl>
                                        <p:attrNameLst>
                                          <p:attrName>style.visibility</p:attrName>
                                        </p:attrNameLst>
                                      </p:cBhvr>
                                      <p:to>
                                        <p:strVal val="visible"/>
                                      </p:to>
                                    </p:set>
                                    <p:animEffect transition="in" filter="dissolve">
                                      <p:cBhvr>
                                        <p:cTn id="40" dur="500"/>
                                        <p:tgtEl>
                                          <p:spTgt spid="924">
                                            <p:txEl>
                                              <p:pRg st="4" end="4"/>
                                            </p:txEl>
                                          </p:spTgt>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50"/>
                                        </p:tgtEl>
                                        <p:attrNameLst>
                                          <p:attrName>style.visibility</p:attrName>
                                        </p:attrNameLst>
                                      </p:cBhvr>
                                      <p:to>
                                        <p:strVal val="visible"/>
                                      </p:to>
                                    </p:set>
                                    <p:animEffect transition="in" filter="dissolve">
                                      <p:cBhvr>
                                        <p:cTn id="43"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مسیریابی شبکه اینترنت: پروتکل مسیریابی بین‌دامنه‌ای </a:t>
            </a:r>
            <a:r>
              <a:rPr lang="en-US" b="1" dirty="0">
                <a:solidFill>
                  <a:srgbClr val="C00000"/>
                </a:solidFill>
                <a:latin typeface="IRANSans(FaNum)" panose="02040503050201020203" pitchFamily="18" charset="-78"/>
              </a:rPr>
              <a:t>BGP</a:t>
            </a:r>
            <a:endParaRPr lang="fa-IR" sz="3600" b="1" dirty="0">
              <a:solidFill>
                <a:srgbClr val="0000FF"/>
              </a:solidFill>
              <a:latin typeface="IRANSans(FaNum)" panose="02040503050201020203" pitchFamily="18" charset="-78"/>
            </a:endParaRPr>
          </a:p>
        </p:txBody>
      </p:sp>
      <p:sp>
        <p:nvSpPr>
          <p:cNvPr id="59" name="Content Placeholder 2">
            <a:extLst>
              <a:ext uri="{FF2B5EF4-FFF2-40B4-BE49-F238E27FC236}">
                <a16:creationId xmlns:a16="http://schemas.microsoft.com/office/drawing/2014/main" id="{81ACCE34-A3EF-0B65-E21D-46A0F8475F18}"/>
              </a:ext>
            </a:extLst>
          </p:cNvPr>
          <p:cNvSpPr txBox="1">
            <a:spLocks/>
          </p:cNvSpPr>
          <p:nvPr/>
        </p:nvSpPr>
        <p:spPr>
          <a:xfrm>
            <a:off x="814754" y="1233448"/>
            <a:ext cx="10872871" cy="4818451"/>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1" indent="0">
              <a:lnSpc>
                <a:spcPct val="125000"/>
              </a:lnSpc>
              <a:spcBef>
                <a:spcPts val="600"/>
              </a:spcBef>
              <a:spcAft>
                <a:spcPts val="600"/>
              </a:spcAft>
              <a:buNone/>
            </a:pPr>
            <a:r>
              <a:rPr lang="fa-IR" sz="2000" b="1" dirty="0">
                <a:solidFill>
                  <a:srgbClr val="1F1FFF"/>
                </a:solidFill>
                <a:latin typeface="IRANSans(FaNum)" panose="02040503050201020203" pitchFamily="18" charset="-78"/>
              </a:rPr>
              <a:t>انتخاب مسیر توسط </a:t>
            </a:r>
            <a:r>
              <a:rPr lang="en-US" sz="2000" b="1" dirty="0">
                <a:solidFill>
                  <a:srgbClr val="1F1FFF"/>
                </a:solidFill>
                <a:latin typeface="IRANSans(FaNum)" panose="02040503050201020203" pitchFamily="18" charset="-78"/>
              </a:rPr>
              <a:t>BGP</a:t>
            </a:r>
            <a:endParaRPr lang="fa-IR" sz="2000" b="1" dirty="0">
              <a:solidFill>
                <a:srgbClr val="1F1FFF"/>
              </a:solidFill>
              <a:latin typeface="IRANSans(FaNum)" panose="02040503050201020203" pitchFamily="18" charset="-78"/>
            </a:endParaRPr>
          </a:p>
          <a:p>
            <a:pPr marL="432000" lvl="2" indent="-144000">
              <a:lnSpc>
                <a:spcPct val="125000"/>
              </a:lnSpc>
              <a:spcBef>
                <a:spcPts val="0"/>
              </a:spcBef>
              <a:spcAft>
                <a:spcPts val="600"/>
              </a:spcAft>
            </a:pPr>
            <a:r>
              <a:rPr lang="fa-IR" sz="1800" b="1" dirty="0">
                <a:solidFill>
                  <a:srgbClr val="C00000"/>
                </a:solidFill>
                <a:latin typeface="IRANSans(FaNum)" panose="02040503050201020203" pitchFamily="18" charset="-78"/>
              </a:rPr>
              <a:t>مسیریابی که بیش از یک مسیر به یک مقصد را می‌فهمد، انتخاب مسیر بر اساس:</a:t>
            </a:r>
            <a:endParaRPr lang="fa-IR" b="1" dirty="0">
              <a:solidFill>
                <a:srgbClr val="C00000"/>
              </a:solidFill>
              <a:latin typeface="IRANSans(FaNum)" panose="02040503050201020203" pitchFamily="18" charset="-78"/>
            </a:endParaRPr>
          </a:p>
          <a:p>
            <a:pPr marL="972000" lvl="3" indent="-252000">
              <a:lnSpc>
                <a:spcPct val="125000"/>
              </a:lnSpc>
              <a:spcBef>
                <a:spcPts val="0"/>
              </a:spcBef>
              <a:spcAft>
                <a:spcPts val="1200"/>
              </a:spcAft>
              <a:buFont typeface="+mj-lt"/>
              <a:buAutoNum type="arabicPeriod"/>
            </a:pPr>
            <a:r>
              <a:rPr lang="fa-IR" sz="1600" b="1" dirty="0">
                <a:solidFill>
                  <a:srgbClr val="1F1FFF"/>
                </a:solidFill>
                <a:latin typeface="IRANSans(FaNum)" panose="02040503050201020203" pitchFamily="18" charset="-78"/>
              </a:rPr>
              <a:t>ویژگی مقدار ترجیح محلی: تصمیم‌گیری مدیریتی</a:t>
            </a:r>
          </a:p>
          <a:p>
            <a:pPr marL="972000" lvl="3" indent="-252000">
              <a:lnSpc>
                <a:spcPct val="125000"/>
              </a:lnSpc>
              <a:spcBef>
                <a:spcPts val="0"/>
              </a:spcBef>
              <a:spcAft>
                <a:spcPts val="1200"/>
              </a:spcAft>
              <a:buFont typeface="+mj-lt"/>
              <a:buAutoNum type="arabicPeriod"/>
            </a:pPr>
            <a:r>
              <a:rPr lang="fa-IR" sz="1600" b="1" dirty="0">
                <a:solidFill>
                  <a:srgbClr val="1F1FFF"/>
                </a:solidFill>
                <a:latin typeface="IRANSans(FaNum)" panose="02040503050201020203" pitchFamily="18" charset="-78"/>
              </a:rPr>
              <a:t>کوتاه‌ترین مسیر </a:t>
            </a:r>
            <a:r>
              <a:rPr lang="en-US" sz="1600" b="1" dirty="0">
                <a:solidFill>
                  <a:srgbClr val="1F1FFF"/>
                </a:solidFill>
                <a:latin typeface="IRANSans(FaNum)" panose="02040503050201020203" pitchFamily="18" charset="-78"/>
              </a:rPr>
              <a:t>AS-PATH</a:t>
            </a:r>
            <a:endParaRPr lang="fa-IR" sz="1600" b="1" dirty="0">
              <a:solidFill>
                <a:srgbClr val="1F1FFF"/>
              </a:solidFill>
              <a:latin typeface="IRANSans(FaNum)" panose="02040503050201020203" pitchFamily="18" charset="-78"/>
            </a:endParaRPr>
          </a:p>
          <a:p>
            <a:pPr marL="972000" lvl="3" indent="-252000">
              <a:lnSpc>
                <a:spcPct val="125000"/>
              </a:lnSpc>
              <a:spcBef>
                <a:spcPts val="0"/>
              </a:spcBef>
              <a:spcAft>
                <a:spcPts val="1200"/>
              </a:spcAft>
              <a:buFont typeface="+mj-lt"/>
              <a:buAutoNum type="arabicPeriod"/>
            </a:pPr>
            <a:r>
              <a:rPr lang="fa-IR" sz="1600" b="1" dirty="0">
                <a:solidFill>
                  <a:srgbClr val="1F1FFF"/>
                </a:solidFill>
                <a:latin typeface="IRANSans(FaNum)" panose="02040503050201020203" pitchFamily="18" charset="-78"/>
              </a:rPr>
              <a:t>نزدیک‌ترین مسیریاب </a:t>
            </a:r>
            <a:r>
              <a:rPr lang="en-US" sz="1600" b="1" dirty="0">
                <a:solidFill>
                  <a:srgbClr val="1F1FFF"/>
                </a:solidFill>
                <a:latin typeface="IRANSans(FaNum)" panose="02040503050201020203" pitchFamily="18" charset="-78"/>
              </a:rPr>
              <a:t>NEXT-HOP</a:t>
            </a:r>
            <a:r>
              <a:rPr lang="fa-IR" sz="1600" b="1" dirty="0">
                <a:solidFill>
                  <a:srgbClr val="1F1FFF"/>
                </a:solidFill>
                <a:latin typeface="IRANSans(FaNum)" panose="02040503050201020203" pitchFamily="18" charset="-78"/>
              </a:rPr>
              <a:t>: مسیریابی سیب‌زمینی داغ</a:t>
            </a:r>
          </a:p>
          <a:p>
            <a:pPr marL="972000" lvl="3" indent="-252000">
              <a:lnSpc>
                <a:spcPct val="125000"/>
              </a:lnSpc>
              <a:spcBef>
                <a:spcPts val="0"/>
              </a:spcBef>
              <a:spcAft>
                <a:spcPts val="1200"/>
              </a:spcAft>
              <a:buFont typeface="+mj-lt"/>
              <a:buAutoNum type="arabicPeriod"/>
            </a:pPr>
            <a:r>
              <a:rPr lang="fa-IR" sz="1600" b="1" dirty="0">
                <a:solidFill>
                  <a:srgbClr val="1F1FFF"/>
                </a:solidFill>
                <a:latin typeface="IRANSans(FaNum)" panose="02040503050201020203" pitchFamily="18" charset="-78"/>
              </a:rPr>
              <a:t>معیارهای دیگر</a:t>
            </a:r>
            <a:endParaRPr lang="fa-IR" sz="1800" b="1" dirty="0">
              <a:solidFill>
                <a:srgbClr val="1F1FFF"/>
              </a:solidFill>
              <a:latin typeface="IRANSans(FaNum)" panose="02040503050201020203" pitchFamily="18" charset="-78"/>
            </a:endParaRPr>
          </a:p>
        </p:txBody>
      </p:sp>
    </p:spTree>
    <p:extLst>
      <p:ext uri="{BB962C8B-B14F-4D97-AF65-F5344CB8AC3E}">
        <p14:creationId xmlns:p14="http://schemas.microsoft.com/office/powerpoint/2010/main" val="3321298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9">
                                            <p:txEl>
                                              <p:pRg st="0" end="0"/>
                                            </p:txEl>
                                          </p:spTgt>
                                        </p:tgtEl>
                                        <p:attrNameLst>
                                          <p:attrName>style.visibility</p:attrName>
                                        </p:attrNameLst>
                                      </p:cBhvr>
                                      <p:to>
                                        <p:strVal val="visible"/>
                                      </p:to>
                                    </p:set>
                                    <p:animEffect transition="in" filter="fade">
                                      <p:cBhvr>
                                        <p:cTn id="14" dur="1000"/>
                                        <p:tgtEl>
                                          <p:spTgt spid="59">
                                            <p:txEl>
                                              <p:pRg st="0" end="0"/>
                                            </p:txEl>
                                          </p:spTgt>
                                        </p:tgtEl>
                                      </p:cBhvr>
                                    </p:animEffect>
                                    <p:anim calcmode="lin" valueType="num">
                                      <p:cBhvr>
                                        <p:cTn id="15"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42" presetClass="entr" presetSubtype="0" fill="hold" nodeType="afterEffect">
                                  <p:stCondLst>
                                    <p:cond delay="0"/>
                                  </p:stCondLst>
                                  <p:childTnLst>
                                    <p:set>
                                      <p:cBhvr>
                                        <p:cTn id="19" dur="1" fill="hold">
                                          <p:stCondLst>
                                            <p:cond delay="0"/>
                                          </p:stCondLst>
                                        </p:cTn>
                                        <p:tgtEl>
                                          <p:spTgt spid="59">
                                            <p:txEl>
                                              <p:pRg st="1" end="1"/>
                                            </p:txEl>
                                          </p:spTgt>
                                        </p:tgtEl>
                                        <p:attrNameLst>
                                          <p:attrName>style.visibility</p:attrName>
                                        </p:attrNameLst>
                                      </p:cBhvr>
                                      <p:to>
                                        <p:strVal val="visible"/>
                                      </p:to>
                                    </p:set>
                                    <p:animEffect transition="in" filter="fade">
                                      <p:cBhvr>
                                        <p:cTn id="20" dur="1000"/>
                                        <p:tgtEl>
                                          <p:spTgt spid="59">
                                            <p:txEl>
                                              <p:pRg st="1" end="1"/>
                                            </p:txEl>
                                          </p:spTgt>
                                        </p:tgtEl>
                                      </p:cBhvr>
                                    </p:animEffect>
                                    <p:anim calcmode="lin" valueType="num">
                                      <p:cBhvr>
                                        <p:cTn id="21" dur="1000" fill="hold"/>
                                        <p:tgtEl>
                                          <p:spTgt spid="59">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59">
                                            <p:txEl>
                                              <p:pRg st="1" end="1"/>
                                            </p:txEl>
                                          </p:spTgt>
                                        </p:tgtEl>
                                        <p:attrNameLst>
                                          <p:attrName>ppt_y</p:attrName>
                                        </p:attrNameLst>
                                      </p:cBhvr>
                                      <p:tavLst>
                                        <p:tav tm="0">
                                          <p:val>
                                            <p:strVal val="#ppt_y+.1"/>
                                          </p:val>
                                        </p:tav>
                                        <p:tav tm="100000">
                                          <p:val>
                                            <p:strVal val="#ppt_y"/>
                                          </p:val>
                                        </p:tav>
                                      </p:tavLst>
                                    </p:anim>
                                  </p:childTnLst>
                                </p:cTn>
                              </p:par>
                              <p:par>
                                <p:cTn id="23" presetID="42" presetClass="entr" presetSubtype="0" fill="hold" nodeType="withEffect">
                                  <p:stCondLst>
                                    <p:cond delay="0"/>
                                  </p:stCondLst>
                                  <p:childTnLst>
                                    <p:set>
                                      <p:cBhvr>
                                        <p:cTn id="24" dur="1" fill="hold">
                                          <p:stCondLst>
                                            <p:cond delay="0"/>
                                          </p:stCondLst>
                                        </p:cTn>
                                        <p:tgtEl>
                                          <p:spTgt spid="59">
                                            <p:txEl>
                                              <p:pRg st="2" end="2"/>
                                            </p:txEl>
                                          </p:spTgt>
                                        </p:tgtEl>
                                        <p:attrNameLst>
                                          <p:attrName>style.visibility</p:attrName>
                                        </p:attrNameLst>
                                      </p:cBhvr>
                                      <p:to>
                                        <p:strVal val="visible"/>
                                      </p:to>
                                    </p:set>
                                    <p:animEffect transition="in" filter="fade">
                                      <p:cBhvr>
                                        <p:cTn id="25" dur="1000"/>
                                        <p:tgtEl>
                                          <p:spTgt spid="59">
                                            <p:txEl>
                                              <p:pRg st="2" end="2"/>
                                            </p:txEl>
                                          </p:spTgt>
                                        </p:tgtEl>
                                      </p:cBhvr>
                                    </p:animEffect>
                                    <p:anim calcmode="lin" valueType="num">
                                      <p:cBhvr>
                                        <p:cTn id="26" dur="1000" fill="hold"/>
                                        <p:tgtEl>
                                          <p:spTgt spid="59">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59">
                                            <p:txEl>
                                              <p:pRg st="2" end="2"/>
                                            </p:txEl>
                                          </p:spTgt>
                                        </p:tgtEl>
                                        <p:attrNameLst>
                                          <p:attrName>ppt_y</p:attrName>
                                        </p:attrNameLst>
                                      </p:cBhvr>
                                      <p:tavLst>
                                        <p:tav tm="0">
                                          <p:val>
                                            <p:strVal val="#ppt_y+.1"/>
                                          </p:val>
                                        </p:tav>
                                        <p:tav tm="100000">
                                          <p:val>
                                            <p:strVal val="#ppt_y"/>
                                          </p:val>
                                        </p:tav>
                                      </p:tavLst>
                                    </p:anim>
                                  </p:childTnLst>
                                </p:cTn>
                              </p:par>
                              <p:par>
                                <p:cTn id="28" presetID="42" presetClass="entr" presetSubtype="0" fill="hold" nodeType="withEffect">
                                  <p:stCondLst>
                                    <p:cond delay="0"/>
                                  </p:stCondLst>
                                  <p:childTnLst>
                                    <p:set>
                                      <p:cBhvr>
                                        <p:cTn id="29" dur="1" fill="hold">
                                          <p:stCondLst>
                                            <p:cond delay="0"/>
                                          </p:stCondLst>
                                        </p:cTn>
                                        <p:tgtEl>
                                          <p:spTgt spid="59">
                                            <p:txEl>
                                              <p:pRg st="3" end="3"/>
                                            </p:txEl>
                                          </p:spTgt>
                                        </p:tgtEl>
                                        <p:attrNameLst>
                                          <p:attrName>style.visibility</p:attrName>
                                        </p:attrNameLst>
                                      </p:cBhvr>
                                      <p:to>
                                        <p:strVal val="visible"/>
                                      </p:to>
                                    </p:set>
                                    <p:animEffect transition="in" filter="fade">
                                      <p:cBhvr>
                                        <p:cTn id="30" dur="1000"/>
                                        <p:tgtEl>
                                          <p:spTgt spid="59">
                                            <p:txEl>
                                              <p:pRg st="3" end="3"/>
                                            </p:txEl>
                                          </p:spTgt>
                                        </p:tgtEl>
                                      </p:cBhvr>
                                    </p:animEffect>
                                    <p:anim calcmode="lin" valueType="num">
                                      <p:cBhvr>
                                        <p:cTn id="31" dur="1000" fill="hold"/>
                                        <p:tgtEl>
                                          <p:spTgt spid="59">
                                            <p:txEl>
                                              <p:pRg st="3" end="3"/>
                                            </p:txEl>
                                          </p:spTgt>
                                        </p:tgtEl>
                                        <p:attrNameLst>
                                          <p:attrName>ppt_x</p:attrName>
                                        </p:attrNameLst>
                                      </p:cBhvr>
                                      <p:tavLst>
                                        <p:tav tm="0">
                                          <p:val>
                                            <p:strVal val="#ppt_x"/>
                                          </p:val>
                                        </p:tav>
                                        <p:tav tm="100000">
                                          <p:val>
                                            <p:strVal val="#ppt_x"/>
                                          </p:val>
                                        </p:tav>
                                      </p:tavLst>
                                    </p:anim>
                                    <p:anim calcmode="lin" valueType="num">
                                      <p:cBhvr>
                                        <p:cTn id="32" dur="1000" fill="hold"/>
                                        <p:tgtEl>
                                          <p:spTgt spid="59">
                                            <p:txEl>
                                              <p:pRg st="3" end="3"/>
                                            </p:txEl>
                                          </p:spTgt>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59">
                                            <p:txEl>
                                              <p:pRg st="4" end="4"/>
                                            </p:txEl>
                                          </p:spTgt>
                                        </p:tgtEl>
                                        <p:attrNameLst>
                                          <p:attrName>style.visibility</p:attrName>
                                        </p:attrNameLst>
                                      </p:cBhvr>
                                      <p:to>
                                        <p:strVal val="visible"/>
                                      </p:to>
                                    </p:set>
                                    <p:animEffect transition="in" filter="fade">
                                      <p:cBhvr>
                                        <p:cTn id="35" dur="1000"/>
                                        <p:tgtEl>
                                          <p:spTgt spid="59">
                                            <p:txEl>
                                              <p:pRg st="4" end="4"/>
                                            </p:txEl>
                                          </p:spTgt>
                                        </p:tgtEl>
                                      </p:cBhvr>
                                    </p:animEffect>
                                    <p:anim calcmode="lin" valueType="num">
                                      <p:cBhvr>
                                        <p:cTn id="36" dur="1000" fill="hold"/>
                                        <p:tgtEl>
                                          <p:spTgt spid="59">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59">
                                            <p:txEl>
                                              <p:pRg st="4" end="4"/>
                                            </p:txEl>
                                          </p:spTgt>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59">
                                            <p:txEl>
                                              <p:pRg st="5" end="5"/>
                                            </p:txEl>
                                          </p:spTgt>
                                        </p:tgtEl>
                                        <p:attrNameLst>
                                          <p:attrName>style.visibility</p:attrName>
                                        </p:attrNameLst>
                                      </p:cBhvr>
                                      <p:to>
                                        <p:strVal val="visible"/>
                                      </p:to>
                                    </p:set>
                                    <p:animEffect transition="in" filter="fade">
                                      <p:cBhvr>
                                        <p:cTn id="40" dur="1000"/>
                                        <p:tgtEl>
                                          <p:spTgt spid="59">
                                            <p:txEl>
                                              <p:pRg st="5" end="5"/>
                                            </p:txEl>
                                          </p:spTgt>
                                        </p:tgtEl>
                                      </p:cBhvr>
                                    </p:animEffect>
                                    <p:anim calcmode="lin" valueType="num">
                                      <p:cBhvr>
                                        <p:cTn id="41" dur="1000" fill="hold"/>
                                        <p:tgtEl>
                                          <p:spTgt spid="59">
                                            <p:txEl>
                                              <p:pRg st="5" end="5"/>
                                            </p:txEl>
                                          </p:spTgt>
                                        </p:tgtEl>
                                        <p:attrNameLst>
                                          <p:attrName>ppt_x</p:attrName>
                                        </p:attrNameLst>
                                      </p:cBhvr>
                                      <p:tavLst>
                                        <p:tav tm="0">
                                          <p:val>
                                            <p:strVal val="#ppt_x"/>
                                          </p:val>
                                        </p:tav>
                                        <p:tav tm="100000">
                                          <p:val>
                                            <p:strVal val="#ppt_x"/>
                                          </p:val>
                                        </p:tav>
                                      </p:tavLst>
                                    </p:anim>
                                    <p:anim calcmode="lin" valueType="num">
                                      <p:cBhvr>
                                        <p:cTn id="42" dur="1000" fill="hold"/>
                                        <p:tgtEl>
                                          <p:spTgt spid="59">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b="1" dirty="0">
                <a:solidFill>
                  <a:srgbClr val="C00000"/>
                </a:solidFill>
                <a:latin typeface="IRANSans(FaNum)" panose="02040503050201020203" pitchFamily="18" charset="-78"/>
              </a:rPr>
              <a:t>ICMP</a:t>
            </a:r>
            <a:r>
              <a:rPr lang="fa-IR" b="1" dirty="0">
                <a:solidFill>
                  <a:srgbClr val="C00000"/>
                </a:solidFill>
                <a:latin typeface="IRANSans(FaNum)" panose="02040503050201020203" pitchFamily="18" charset="-78"/>
              </a:rPr>
              <a:t>: پروتکل مدیریت لایه شبکه</a:t>
            </a:r>
            <a:endParaRPr lang="fa-IR" sz="3600" b="1" dirty="0">
              <a:solidFill>
                <a:srgbClr val="0000FF"/>
              </a:solidFill>
            </a:endParaRPr>
          </a:p>
        </p:txBody>
      </p:sp>
      <p:sp>
        <p:nvSpPr>
          <p:cNvPr id="8" name="Content Placeholder 2">
            <a:extLst>
              <a:ext uri="{FF2B5EF4-FFF2-40B4-BE49-F238E27FC236}">
                <a16:creationId xmlns:a16="http://schemas.microsoft.com/office/drawing/2014/main" id="{B18BBA5D-BC8A-25B7-3963-C3C6FB636705}"/>
              </a:ext>
            </a:extLst>
          </p:cNvPr>
          <p:cNvSpPr txBox="1">
            <a:spLocks/>
          </p:cNvSpPr>
          <p:nvPr/>
        </p:nvSpPr>
        <p:spPr>
          <a:xfrm>
            <a:off x="629588" y="1644664"/>
            <a:ext cx="11103758" cy="4719422"/>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4000" indent="-144000">
              <a:lnSpc>
                <a:spcPct val="125000"/>
              </a:lnSpc>
              <a:spcBef>
                <a:spcPts val="0"/>
              </a:spcBef>
              <a:spcAft>
                <a:spcPts val="600"/>
              </a:spcAft>
            </a:pPr>
            <a:r>
              <a:rPr lang="fa-IR" sz="1600" b="1" dirty="0">
                <a:solidFill>
                  <a:srgbClr val="C00000"/>
                </a:solidFill>
                <a:latin typeface="IRANSans(FaNum)" panose="02040503050201020203" pitchFamily="18" charset="-78"/>
              </a:rPr>
              <a:t>هر لایه ممکن است در انجام وظایف خود با استثناهایی (خطاهایی) روبرو شود.</a:t>
            </a:r>
          </a:p>
          <a:p>
            <a:pPr marL="144000" indent="-144000">
              <a:lnSpc>
                <a:spcPct val="125000"/>
              </a:lnSpc>
              <a:spcBef>
                <a:spcPts val="0"/>
              </a:spcBef>
              <a:spcAft>
                <a:spcPts val="600"/>
              </a:spcAft>
            </a:pPr>
            <a:r>
              <a:rPr lang="fa-IR" sz="1600" b="1" dirty="0">
                <a:solidFill>
                  <a:srgbClr val="C00000"/>
                </a:solidFill>
                <a:latin typeface="IRANSans(FaNum)" panose="02040503050201020203" pitchFamily="18" charset="-78"/>
              </a:rPr>
              <a:t>خطاها پیش آمده در هر لایه توسطمدیریت لایه رسیدگی و رفع می‌شوند.</a:t>
            </a:r>
          </a:p>
          <a:p>
            <a:pPr marL="144000" indent="-144000">
              <a:lnSpc>
                <a:spcPct val="125000"/>
              </a:lnSpc>
              <a:spcBef>
                <a:spcPts val="0"/>
              </a:spcBef>
              <a:spcAft>
                <a:spcPts val="600"/>
              </a:spcAft>
            </a:pPr>
            <a:r>
              <a:rPr lang="fa-IR" sz="1600" b="1" dirty="0">
                <a:solidFill>
                  <a:srgbClr val="C00000"/>
                </a:solidFill>
                <a:latin typeface="IRANSans(FaNum)" panose="02040503050201020203" pitchFamily="18" charset="-78"/>
              </a:rPr>
              <a:t>اگر منشاء خطا خارج از کنترل یک لایه باشد و توسط مدیریت لایه قابل رسیدگی و رفع نباشد، خطای پیش آمده توسط مدیریت سیستم یا  مدیریت شبکه رسیدگی و رفع می‌شود.</a:t>
            </a:r>
          </a:p>
          <a:p>
            <a:pPr marL="144000" indent="-144000">
              <a:lnSpc>
                <a:spcPct val="125000"/>
              </a:lnSpc>
              <a:spcBef>
                <a:spcPts val="0"/>
              </a:spcBef>
              <a:spcAft>
                <a:spcPts val="600"/>
              </a:spcAft>
            </a:pPr>
            <a:r>
              <a:rPr lang="fa-IR" sz="1600" b="1" dirty="0">
                <a:solidFill>
                  <a:srgbClr val="C00000"/>
                </a:solidFill>
                <a:latin typeface="IRANSans(FaNum)" panose="02040503050201020203" pitchFamily="18" charset="-78"/>
              </a:rPr>
              <a:t>پروتکل </a:t>
            </a:r>
            <a:r>
              <a:rPr lang="en-US" sz="1600" b="1" dirty="0">
                <a:solidFill>
                  <a:srgbClr val="C00000"/>
                </a:solidFill>
                <a:latin typeface="IRANSans(FaNum)" panose="02040503050201020203" pitchFamily="18" charset="-78"/>
              </a:rPr>
              <a:t>ICMP</a:t>
            </a:r>
            <a:r>
              <a:rPr lang="fa-IR" sz="1600" b="1" dirty="0">
                <a:solidFill>
                  <a:srgbClr val="C00000"/>
                </a:solidFill>
                <a:latin typeface="IRANSans(FaNum)" panose="02040503050201020203" pitchFamily="18" charset="-78"/>
              </a:rPr>
              <a:t> پروتکل مدیریتی لایه شبکه است:</a:t>
            </a:r>
          </a:p>
          <a:p>
            <a:pPr marL="360000" lvl="1" indent="-144000">
              <a:lnSpc>
                <a:spcPct val="125000"/>
              </a:lnSpc>
              <a:spcBef>
                <a:spcPts val="0"/>
              </a:spcBef>
              <a:spcAft>
                <a:spcPts val="600"/>
              </a:spcAft>
            </a:pPr>
            <a:r>
              <a:rPr lang="fa-IR" sz="1600" b="1" dirty="0">
                <a:solidFill>
                  <a:srgbClr val="0000FF"/>
                </a:solidFill>
                <a:latin typeface="IRANSans(FaNum)" panose="02040503050201020203" pitchFamily="18" charset="-78"/>
              </a:rPr>
              <a:t>ارسال گزارش خطاهای عملکرد لایه اینترنت:</a:t>
            </a:r>
          </a:p>
          <a:p>
            <a:pPr marL="720000" lvl="2" indent="-144000">
              <a:lnSpc>
                <a:spcPct val="125000"/>
              </a:lnSpc>
              <a:spcBef>
                <a:spcPts val="0"/>
              </a:spcBef>
              <a:spcAft>
                <a:spcPts val="1200"/>
              </a:spcAft>
            </a:pPr>
            <a:r>
              <a:rPr lang="fa-IR" sz="1400" b="1" dirty="0">
                <a:solidFill>
                  <a:schemeClr val="accent2">
                    <a:lumMod val="50000"/>
                  </a:schemeClr>
                </a:solidFill>
                <a:latin typeface="IRANSans(FaNum)" panose="02040503050201020203" pitchFamily="18" charset="-78"/>
              </a:rPr>
              <a:t>اگر بسته دریافتی توسط یک گره (مسیریاب یا میزبان) قابل ارسال به گره بعدی یا تحویل به مقصد بسته نباشد. پیام گزارش خطای غیرقابل رسیدن به مقصد، میزبان، پروتکل و پورت توسط پروتکل </a:t>
            </a:r>
            <a:r>
              <a:rPr lang="en-US" sz="1400" b="1" dirty="0">
                <a:solidFill>
                  <a:schemeClr val="accent2">
                    <a:lumMod val="50000"/>
                  </a:schemeClr>
                </a:solidFill>
                <a:latin typeface="IRANSans(FaNum)" panose="02040503050201020203" pitchFamily="18" charset="-78"/>
              </a:rPr>
              <a:t>ICMP</a:t>
            </a:r>
            <a:r>
              <a:rPr lang="fa-IR" sz="1400" b="1" dirty="0">
                <a:solidFill>
                  <a:schemeClr val="accent2">
                    <a:lumMod val="50000"/>
                  </a:schemeClr>
                </a:solidFill>
                <a:latin typeface="IRANSans(FaNum)" panose="02040503050201020203" pitchFamily="18" charset="-78"/>
              </a:rPr>
              <a:t> به گره مبدأ ارسال می‌شود.</a:t>
            </a:r>
          </a:p>
          <a:p>
            <a:pPr marL="360000" lvl="1" indent="-144000">
              <a:lnSpc>
                <a:spcPct val="125000"/>
              </a:lnSpc>
              <a:spcBef>
                <a:spcPts val="0"/>
              </a:spcBef>
              <a:spcAft>
                <a:spcPts val="600"/>
              </a:spcAft>
            </a:pPr>
            <a:r>
              <a:rPr lang="fa-IR" sz="1600" b="1" dirty="0">
                <a:solidFill>
                  <a:srgbClr val="0000FF"/>
                </a:solidFill>
                <a:latin typeface="IRANSans(FaNum)" panose="02040503050201020203" pitchFamily="18" charset="-78"/>
              </a:rPr>
              <a:t>ارسال پیام‌های کنترلی (سیگنالینگ)</a:t>
            </a:r>
          </a:p>
          <a:p>
            <a:pPr marL="817200" lvl="2" indent="-144000">
              <a:lnSpc>
                <a:spcPct val="125000"/>
              </a:lnSpc>
              <a:spcBef>
                <a:spcPts val="0"/>
              </a:spcBef>
              <a:spcAft>
                <a:spcPts val="600"/>
              </a:spcAft>
            </a:pPr>
            <a:r>
              <a:rPr lang="fa-IR" sz="1400" b="1" dirty="0">
                <a:solidFill>
                  <a:schemeClr val="accent2">
                    <a:lumMod val="50000"/>
                  </a:schemeClr>
                </a:solidFill>
                <a:latin typeface="IRANSans(FaNum)" panose="02040503050201020203" pitchFamily="18" charset="-78"/>
              </a:rPr>
              <a:t>استفاده از پیام‌های</a:t>
            </a:r>
            <a:r>
              <a:rPr lang="en-US" sz="1400" b="1" dirty="0">
                <a:solidFill>
                  <a:schemeClr val="accent2">
                    <a:lumMod val="50000"/>
                  </a:schemeClr>
                </a:solidFill>
                <a:latin typeface="IRANSans(FaNum)" panose="02040503050201020203" pitchFamily="18" charset="-78"/>
              </a:rPr>
              <a:t> echo request</a:t>
            </a:r>
            <a:r>
              <a:rPr lang="fa-IR" sz="1400" b="1" dirty="0">
                <a:solidFill>
                  <a:schemeClr val="accent2">
                    <a:lumMod val="50000"/>
                  </a:schemeClr>
                </a:solidFill>
                <a:latin typeface="IRANSans(FaNum)" panose="02040503050201020203" pitchFamily="18" charset="-78"/>
              </a:rPr>
              <a:t> و </a:t>
            </a:r>
            <a:r>
              <a:rPr lang="en-US" sz="1400" b="1" dirty="0">
                <a:solidFill>
                  <a:schemeClr val="accent2">
                    <a:lumMod val="50000"/>
                  </a:schemeClr>
                </a:solidFill>
                <a:latin typeface="IRANSans(FaNum)" panose="02040503050201020203" pitchFamily="18" charset="-78"/>
              </a:rPr>
              <a:t>echo response</a:t>
            </a:r>
            <a:r>
              <a:rPr lang="fa-IR" sz="1400" b="1" dirty="0">
                <a:solidFill>
                  <a:schemeClr val="accent2">
                    <a:lumMod val="50000"/>
                  </a:schemeClr>
                </a:solidFill>
                <a:latin typeface="IRANSans(FaNum)" panose="02040503050201020203" pitchFamily="18" charset="-78"/>
              </a:rPr>
              <a:t> برای اشکال‌یابی</a:t>
            </a:r>
          </a:p>
          <a:p>
            <a:pPr marL="817200" lvl="2" indent="-144000">
              <a:lnSpc>
                <a:spcPct val="125000"/>
              </a:lnSpc>
              <a:spcBef>
                <a:spcPts val="0"/>
              </a:spcBef>
              <a:spcAft>
                <a:spcPts val="600"/>
              </a:spcAft>
            </a:pPr>
            <a:r>
              <a:rPr lang="fa-IR" sz="1400" b="1" dirty="0">
                <a:solidFill>
                  <a:schemeClr val="accent2">
                    <a:lumMod val="50000"/>
                  </a:schemeClr>
                </a:solidFill>
                <a:latin typeface="IRANSans(FaNum)" panose="02040503050201020203" pitchFamily="18" charset="-78"/>
              </a:rPr>
              <a:t>بررسی اتصال تا یک گره مقصد (</a:t>
            </a:r>
            <a:r>
              <a:rPr lang="en-US" sz="1400" b="1" dirty="0">
                <a:solidFill>
                  <a:schemeClr val="accent2">
                    <a:lumMod val="50000"/>
                  </a:schemeClr>
                </a:solidFill>
                <a:latin typeface="IRANSans(FaNum)" panose="02040503050201020203" pitchFamily="18" charset="-78"/>
              </a:rPr>
              <a:t>ping</a:t>
            </a:r>
            <a:r>
              <a:rPr lang="fa-IR" sz="1400" b="1" dirty="0">
                <a:solidFill>
                  <a:schemeClr val="accent2">
                    <a:lumMod val="50000"/>
                  </a:schemeClr>
                </a:solidFill>
                <a:latin typeface="IRANSans(FaNum)" panose="02040503050201020203" pitchFamily="18" charset="-78"/>
              </a:rPr>
              <a:t>)</a:t>
            </a:r>
          </a:p>
          <a:p>
            <a:pPr marL="817200" lvl="2" indent="-144000">
              <a:lnSpc>
                <a:spcPct val="125000"/>
              </a:lnSpc>
              <a:spcBef>
                <a:spcPts val="0"/>
              </a:spcBef>
              <a:spcAft>
                <a:spcPts val="600"/>
              </a:spcAft>
            </a:pPr>
            <a:r>
              <a:rPr lang="fa-IR" sz="1400" b="1" dirty="0">
                <a:solidFill>
                  <a:schemeClr val="accent2">
                    <a:lumMod val="50000"/>
                  </a:schemeClr>
                </a:solidFill>
                <a:latin typeface="IRANSans(FaNum)" panose="02040503050201020203" pitchFamily="18" charset="-78"/>
              </a:rPr>
              <a:t>شناسایی گره‌های مسیر از مبدأ تا مقصد (</a:t>
            </a:r>
            <a:r>
              <a:rPr lang="en-US" sz="1400" b="1" dirty="0">
                <a:solidFill>
                  <a:schemeClr val="accent2">
                    <a:lumMod val="50000"/>
                  </a:schemeClr>
                </a:solidFill>
                <a:latin typeface="IRANSans(FaNum)" panose="02040503050201020203" pitchFamily="18" charset="-78"/>
              </a:rPr>
              <a:t>trace route</a:t>
            </a:r>
            <a:r>
              <a:rPr lang="fa-IR" sz="1400" b="1" dirty="0">
                <a:solidFill>
                  <a:schemeClr val="accent2">
                    <a:lumMod val="50000"/>
                  </a:schemeClr>
                </a:solidFill>
                <a:latin typeface="IRANSans(FaNum)" panose="02040503050201020203" pitchFamily="18" charset="-78"/>
              </a:rPr>
              <a:t>)</a:t>
            </a:r>
          </a:p>
          <a:p>
            <a:pPr marL="817200" lvl="2" indent="-144000">
              <a:lnSpc>
                <a:spcPct val="125000"/>
              </a:lnSpc>
              <a:spcBef>
                <a:spcPts val="0"/>
              </a:spcBef>
              <a:spcAft>
                <a:spcPts val="1200"/>
              </a:spcAft>
            </a:pPr>
            <a:r>
              <a:rPr lang="fa-IR" sz="1400" b="1" dirty="0">
                <a:solidFill>
                  <a:schemeClr val="accent2">
                    <a:lumMod val="50000"/>
                  </a:schemeClr>
                </a:solidFill>
                <a:latin typeface="IRANSans(FaNum)" panose="02040503050201020203" pitchFamily="18" charset="-78"/>
              </a:rPr>
              <a:t>...</a:t>
            </a:r>
          </a:p>
        </p:txBody>
      </p:sp>
      <p:sp>
        <p:nvSpPr>
          <p:cNvPr id="518" name="TextBox 517">
            <a:extLst>
              <a:ext uri="{FF2B5EF4-FFF2-40B4-BE49-F238E27FC236}">
                <a16:creationId xmlns:a16="http://schemas.microsoft.com/office/drawing/2014/main" id="{1888763C-8AEE-F178-BA16-2508775F1C0C}"/>
              </a:ext>
            </a:extLst>
          </p:cNvPr>
          <p:cNvSpPr txBox="1"/>
          <p:nvPr/>
        </p:nvSpPr>
        <p:spPr>
          <a:xfrm>
            <a:off x="2325208" y="1255123"/>
            <a:ext cx="9625781" cy="452432"/>
          </a:xfrm>
          <a:prstGeom prst="rect">
            <a:avLst/>
          </a:prstGeom>
          <a:noFill/>
        </p:spPr>
        <p:txBody>
          <a:bodyPr wrap="square">
            <a:spAutoFit/>
          </a:bodyPr>
          <a:lstStyle/>
          <a:p>
            <a:pPr marL="0" indent="0" algn="r" rtl="1">
              <a:lnSpc>
                <a:spcPct val="130000"/>
              </a:lnSpc>
              <a:spcBef>
                <a:spcPts val="0"/>
              </a:spcBef>
              <a:buNone/>
            </a:pPr>
            <a:r>
              <a:rPr lang="fa-IR" sz="1800" b="1" dirty="0">
                <a:solidFill>
                  <a:srgbClr val="0000FF"/>
                </a:solidFill>
                <a:latin typeface="IRANSans(FaNum)" panose="02040503050201020203" pitchFamily="18" charset="-78"/>
                <a:cs typeface="IRANSans(FaNum)" panose="02040503050201020203" pitchFamily="18" charset="-78"/>
              </a:rPr>
              <a:t>پروتکل </a:t>
            </a:r>
            <a:r>
              <a:rPr lang="en-US" sz="1800" b="1" dirty="0">
                <a:solidFill>
                  <a:srgbClr val="0000FF"/>
                </a:solidFill>
                <a:latin typeface="IRANSans(FaNum)" panose="02040503050201020203" pitchFamily="18" charset="-78"/>
                <a:cs typeface="IRANSans(FaNum)" panose="02040503050201020203" pitchFamily="18" charset="-78"/>
              </a:rPr>
              <a:t>ICMP</a:t>
            </a:r>
            <a:r>
              <a:rPr lang="fa-IR" sz="1800" b="1" dirty="0">
                <a:solidFill>
                  <a:srgbClr val="0000FF"/>
                </a:solidFill>
                <a:latin typeface="IRANSans(FaNum)" panose="02040503050201020203" pitchFamily="18" charset="-78"/>
                <a:cs typeface="IRANSans(FaNum)" panose="02040503050201020203" pitchFamily="18" charset="-78"/>
              </a:rPr>
              <a:t> (</a:t>
            </a:r>
            <a:r>
              <a:rPr lang="en-US" sz="1800" b="1" dirty="0">
                <a:solidFill>
                  <a:srgbClr val="0000FF"/>
                </a:solidFill>
                <a:latin typeface="IRANSans(FaNum)" panose="02040503050201020203" pitchFamily="18" charset="-78"/>
                <a:cs typeface="IRANSans(FaNum)" panose="02040503050201020203" pitchFamily="18" charset="-78"/>
              </a:rPr>
              <a:t>Internet Control Message Protocol</a:t>
            </a:r>
            <a:r>
              <a:rPr lang="fa-IR" sz="1800" b="1" dirty="0">
                <a:solidFill>
                  <a:srgbClr val="0000FF"/>
                </a:solidFill>
                <a:latin typeface="IRANSans(FaNum)" panose="02040503050201020203" pitchFamily="18" charset="-78"/>
                <a:cs typeface="IRANSans(FaNum)" panose="02040503050201020203" pitchFamily="18" charset="-78"/>
              </a:rPr>
              <a:t>) پروتکل مدیریتی لایه شبکه است.</a:t>
            </a:r>
          </a:p>
        </p:txBody>
      </p:sp>
    </p:spTree>
    <p:extLst>
      <p:ext uri="{BB962C8B-B14F-4D97-AF65-F5344CB8AC3E}">
        <p14:creationId xmlns:p14="http://schemas.microsoft.com/office/powerpoint/2010/main" val="3259210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518"/>
                                        </p:tgtEl>
                                        <p:attrNameLst>
                                          <p:attrName>style.visibility</p:attrName>
                                        </p:attrNameLst>
                                      </p:cBhvr>
                                      <p:to>
                                        <p:strVal val="visible"/>
                                      </p:to>
                                    </p:set>
                                    <p:animEffect transition="in" filter="fade">
                                      <p:cBhvr>
                                        <p:cTn id="13" dur="1000"/>
                                        <p:tgtEl>
                                          <p:spTgt spid="518"/>
                                        </p:tgtEl>
                                      </p:cBhvr>
                                    </p:animEffect>
                                    <p:anim calcmode="lin" valueType="num">
                                      <p:cBhvr>
                                        <p:cTn id="14" dur="1000" fill="hold"/>
                                        <p:tgtEl>
                                          <p:spTgt spid="518"/>
                                        </p:tgtEl>
                                        <p:attrNameLst>
                                          <p:attrName>ppt_x</p:attrName>
                                        </p:attrNameLst>
                                      </p:cBhvr>
                                      <p:tavLst>
                                        <p:tav tm="0">
                                          <p:val>
                                            <p:strVal val="#ppt_x"/>
                                          </p:val>
                                        </p:tav>
                                        <p:tav tm="100000">
                                          <p:val>
                                            <p:strVal val="#ppt_x"/>
                                          </p:val>
                                        </p:tav>
                                      </p:tavLst>
                                    </p:anim>
                                    <p:anim calcmode="lin" valueType="num">
                                      <p:cBhvr>
                                        <p:cTn id="15" dur="1000" fill="hold"/>
                                        <p:tgtEl>
                                          <p:spTgt spid="518"/>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Effect transition="in" filter="fade">
                                      <p:cBhvr>
                                        <p:cTn id="19" dur="1000"/>
                                        <p:tgtEl>
                                          <p:spTgt spid="8">
                                            <p:txEl>
                                              <p:pRg st="0" end="0"/>
                                            </p:txEl>
                                          </p:spTgt>
                                        </p:tgtEl>
                                      </p:cBhvr>
                                    </p:animEffect>
                                    <p:anim calcmode="lin" valueType="num">
                                      <p:cBhvr>
                                        <p:cTn id="20"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8">
                                            <p:txEl>
                                              <p:pRg st="1" end="1"/>
                                            </p:txEl>
                                          </p:spTgt>
                                        </p:tgtEl>
                                        <p:attrNameLst>
                                          <p:attrName>style.visibility</p:attrName>
                                        </p:attrNameLst>
                                      </p:cBhvr>
                                      <p:to>
                                        <p:strVal val="visible"/>
                                      </p:to>
                                    </p:set>
                                    <p:animEffect transition="in" filter="fade">
                                      <p:cBhvr>
                                        <p:cTn id="25" dur="1000"/>
                                        <p:tgtEl>
                                          <p:spTgt spid="8">
                                            <p:txEl>
                                              <p:pRg st="1" end="1"/>
                                            </p:txEl>
                                          </p:spTgt>
                                        </p:tgtEl>
                                      </p:cBhvr>
                                    </p:animEffect>
                                    <p:anim calcmode="lin" valueType="num">
                                      <p:cBhvr>
                                        <p:cTn id="26"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27"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8">
                                            <p:txEl>
                                              <p:pRg st="2" end="2"/>
                                            </p:txEl>
                                          </p:spTgt>
                                        </p:tgtEl>
                                        <p:attrNameLst>
                                          <p:attrName>style.visibility</p:attrName>
                                        </p:attrNameLst>
                                      </p:cBhvr>
                                      <p:to>
                                        <p:strVal val="visible"/>
                                      </p:to>
                                    </p:set>
                                    <p:animEffect transition="in" filter="fade">
                                      <p:cBhvr>
                                        <p:cTn id="31" dur="1000"/>
                                        <p:tgtEl>
                                          <p:spTgt spid="8">
                                            <p:txEl>
                                              <p:pRg st="2" end="2"/>
                                            </p:txEl>
                                          </p:spTgt>
                                        </p:tgtEl>
                                      </p:cBhvr>
                                    </p:animEffect>
                                    <p:anim calcmode="lin" valueType="num">
                                      <p:cBhvr>
                                        <p:cTn id="32"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33"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fade">
                                      <p:cBhvr>
                                        <p:cTn id="37" dur="1000"/>
                                        <p:tgtEl>
                                          <p:spTgt spid="8">
                                            <p:txEl>
                                              <p:pRg st="3" end="3"/>
                                            </p:txEl>
                                          </p:spTgt>
                                        </p:tgtEl>
                                      </p:cBhvr>
                                    </p:animEffect>
                                    <p:anim calcmode="lin" valueType="num">
                                      <p:cBhvr>
                                        <p:cTn id="38"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39"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par>
                          <p:cTn id="40" fill="hold">
                            <p:stCondLst>
                              <p:cond delay="6000"/>
                            </p:stCondLst>
                            <p:childTnLst>
                              <p:par>
                                <p:cTn id="41" presetID="42" presetClass="entr" presetSubtype="0" fill="hold" nodeType="afterEffect">
                                  <p:stCondLst>
                                    <p:cond delay="0"/>
                                  </p:stCondLst>
                                  <p:childTnLst>
                                    <p:set>
                                      <p:cBhvr>
                                        <p:cTn id="42" dur="1" fill="hold">
                                          <p:stCondLst>
                                            <p:cond delay="0"/>
                                          </p:stCondLst>
                                        </p:cTn>
                                        <p:tgtEl>
                                          <p:spTgt spid="8">
                                            <p:txEl>
                                              <p:pRg st="4" end="4"/>
                                            </p:txEl>
                                          </p:spTgt>
                                        </p:tgtEl>
                                        <p:attrNameLst>
                                          <p:attrName>style.visibility</p:attrName>
                                        </p:attrNameLst>
                                      </p:cBhvr>
                                      <p:to>
                                        <p:strVal val="visible"/>
                                      </p:to>
                                    </p:set>
                                    <p:animEffect transition="in" filter="fade">
                                      <p:cBhvr>
                                        <p:cTn id="43" dur="1000"/>
                                        <p:tgtEl>
                                          <p:spTgt spid="8">
                                            <p:txEl>
                                              <p:pRg st="4" end="4"/>
                                            </p:txEl>
                                          </p:spTgt>
                                        </p:tgtEl>
                                      </p:cBhvr>
                                    </p:animEffect>
                                    <p:anim calcmode="lin" valueType="num">
                                      <p:cBhvr>
                                        <p:cTn id="44"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45" dur="1000" fill="hold"/>
                                        <p:tgtEl>
                                          <p:spTgt spid="8">
                                            <p:txEl>
                                              <p:pRg st="4" end="4"/>
                                            </p:txEl>
                                          </p:spTgt>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8">
                                            <p:txEl>
                                              <p:pRg st="5" end="5"/>
                                            </p:txEl>
                                          </p:spTgt>
                                        </p:tgtEl>
                                        <p:attrNameLst>
                                          <p:attrName>style.visibility</p:attrName>
                                        </p:attrNameLst>
                                      </p:cBhvr>
                                      <p:to>
                                        <p:strVal val="visible"/>
                                      </p:to>
                                    </p:set>
                                    <p:animEffect transition="in" filter="fade">
                                      <p:cBhvr>
                                        <p:cTn id="48" dur="1000"/>
                                        <p:tgtEl>
                                          <p:spTgt spid="8">
                                            <p:txEl>
                                              <p:pRg st="5" end="5"/>
                                            </p:txEl>
                                          </p:spTgt>
                                        </p:tgtEl>
                                      </p:cBhvr>
                                    </p:animEffect>
                                    <p:anim calcmode="lin" valueType="num">
                                      <p:cBhvr>
                                        <p:cTn id="49" dur="1000" fill="hold"/>
                                        <p:tgtEl>
                                          <p:spTgt spid="8">
                                            <p:txEl>
                                              <p:pRg st="5" end="5"/>
                                            </p:txEl>
                                          </p:spTgt>
                                        </p:tgtEl>
                                        <p:attrNameLst>
                                          <p:attrName>ppt_x</p:attrName>
                                        </p:attrNameLst>
                                      </p:cBhvr>
                                      <p:tavLst>
                                        <p:tav tm="0">
                                          <p:val>
                                            <p:strVal val="#ppt_x"/>
                                          </p:val>
                                        </p:tav>
                                        <p:tav tm="100000">
                                          <p:val>
                                            <p:strVal val="#ppt_x"/>
                                          </p:val>
                                        </p:tav>
                                      </p:tavLst>
                                    </p:anim>
                                    <p:anim calcmode="lin" valueType="num">
                                      <p:cBhvr>
                                        <p:cTn id="50" dur="1000" fill="hold"/>
                                        <p:tgtEl>
                                          <p:spTgt spid="8">
                                            <p:txEl>
                                              <p:pRg st="5" end="5"/>
                                            </p:txEl>
                                          </p:spTgt>
                                        </p:tgtEl>
                                        <p:attrNameLst>
                                          <p:attrName>ppt_y</p:attrName>
                                        </p:attrNameLst>
                                      </p:cBhvr>
                                      <p:tavLst>
                                        <p:tav tm="0">
                                          <p:val>
                                            <p:strVal val="#ppt_y+.1"/>
                                          </p:val>
                                        </p:tav>
                                        <p:tav tm="100000">
                                          <p:val>
                                            <p:strVal val="#ppt_y"/>
                                          </p:val>
                                        </p:tav>
                                      </p:tavLst>
                                    </p:anim>
                                  </p:childTnLst>
                                </p:cTn>
                              </p:par>
                            </p:childTnLst>
                          </p:cTn>
                        </p:par>
                        <p:par>
                          <p:cTn id="51" fill="hold">
                            <p:stCondLst>
                              <p:cond delay="7000"/>
                            </p:stCondLst>
                            <p:childTnLst>
                              <p:par>
                                <p:cTn id="52" presetID="42" presetClass="entr" presetSubtype="0" fill="hold" nodeType="afterEffect">
                                  <p:stCondLst>
                                    <p:cond delay="0"/>
                                  </p:stCondLst>
                                  <p:childTnLst>
                                    <p:set>
                                      <p:cBhvr>
                                        <p:cTn id="53" dur="1" fill="hold">
                                          <p:stCondLst>
                                            <p:cond delay="0"/>
                                          </p:stCondLst>
                                        </p:cTn>
                                        <p:tgtEl>
                                          <p:spTgt spid="8">
                                            <p:txEl>
                                              <p:pRg st="6" end="6"/>
                                            </p:txEl>
                                          </p:spTgt>
                                        </p:tgtEl>
                                        <p:attrNameLst>
                                          <p:attrName>style.visibility</p:attrName>
                                        </p:attrNameLst>
                                      </p:cBhvr>
                                      <p:to>
                                        <p:strVal val="visible"/>
                                      </p:to>
                                    </p:set>
                                    <p:animEffect transition="in" filter="fade">
                                      <p:cBhvr>
                                        <p:cTn id="54" dur="1000"/>
                                        <p:tgtEl>
                                          <p:spTgt spid="8">
                                            <p:txEl>
                                              <p:pRg st="6" end="6"/>
                                            </p:txEl>
                                          </p:spTgt>
                                        </p:tgtEl>
                                      </p:cBhvr>
                                    </p:animEffect>
                                    <p:anim calcmode="lin" valueType="num">
                                      <p:cBhvr>
                                        <p:cTn id="55" dur="1000" fill="hold"/>
                                        <p:tgtEl>
                                          <p:spTgt spid="8">
                                            <p:txEl>
                                              <p:pRg st="6" end="6"/>
                                            </p:txEl>
                                          </p:spTgt>
                                        </p:tgtEl>
                                        <p:attrNameLst>
                                          <p:attrName>ppt_x</p:attrName>
                                        </p:attrNameLst>
                                      </p:cBhvr>
                                      <p:tavLst>
                                        <p:tav tm="0">
                                          <p:val>
                                            <p:strVal val="#ppt_x"/>
                                          </p:val>
                                        </p:tav>
                                        <p:tav tm="100000">
                                          <p:val>
                                            <p:strVal val="#ppt_x"/>
                                          </p:val>
                                        </p:tav>
                                      </p:tavLst>
                                    </p:anim>
                                    <p:anim calcmode="lin" valueType="num">
                                      <p:cBhvr>
                                        <p:cTn id="56" dur="1000" fill="hold"/>
                                        <p:tgtEl>
                                          <p:spTgt spid="8">
                                            <p:txEl>
                                              <p:pRg st="6" end="6"/>
                                            </p:txEl>
                                          </p:spTgt>
                                        </p:tgtEl>
                                        <p:attrNameLst>
                                          <p:attrName>ppt_y</p:attrName>
                                        </p:attrNameLst>
                                      </p:cBhvr>
                                      <p:tavLst>
                                        <p:tav tm="0">
                                          <p:val>
                                            <p:strVal val="#ppt_y+.1"/>
                                          </p:val>
                                        </p:tav>
                                        <p:tav tm="100000">
                                          <p:val>
                                            <p:strVal val="#ppt_y"/>
                                          </p:val>
                                        </p:tav>
                                      </p:tavLst>
                                    </p:anim>
                                  </p:childTnLst>
                                </p:cTn>
                              </p:par>
                              <p:par>
                                <p:cTn id="57" presetID="42" presetClass="entr" presetSubtype="0" fill="hold" nodeType="withEffect">
                                  <p:stCondLst>
                                    <p:cond delay="0"/>
                                  </p:stCondLst>
                                  <p:childTnLst>
                                    <p:set>
                                      <p:cBhvr>
                                        <p:cTn id="58" dur="1" fill="hold">
                                          <p:stCondLst>
                                            <p:cond delay="0"/>
                                          </p:stCondLst>
                                        </p:cTn>
                                        <p:tgtEl>
                                          <p:spTgt spid="8">
                                            <p:txEl>
                                              <p:pRg st="7" end="7"/>
                                            </p:txEl>
                                          </p:spTgt>
                                        </p:tgtEl>
                                        <p:attrNameLst>
                                          <p:attrName>style.visibility</p:attrName>
                                        </p:attrNameLst>
                                      </p:cBhvr>
                                      <p:to>
                                        <p:strVal val="visible"/>
                                      </p:to>
                                    </p:set>
                                    <p:animEffect transition="in" filter="fade">
                                      <p:cBhvr>
                                        <p:cTn id="59" dur="1000"/>
                                        <p:tgtEl>
                                          <p:spTgt spid="8">
                                            <p:txEl>
                                              <p:pRg st="7" end="7"/>
                                            </p:txEl>
                                          </p:spTgt>
                                        </p:tgtEl>
                                      </p:cBhvr>
                                    </p:animEffect>
                                    <p:anim calcmode="lin" valueType="num">
                                      <p:cBhvr>
                                        <p:cTn id="60" dur="1000" fill="hold"/>
                                        <p:tgtEl>
                                          <p:spTgt spid="8">
                                            <p:txEl>
                                              <p:pRg st="7" end="7"/>
                                            </p:txEl>
                                          </p:spTgt>
                                        </p:tgtEl>
                                        <p:attrNameLst>
                                          <p:attrName>ppt_x</p:attrName>
                                        </p:attrNameLst>
                                      </p:cBhvr>
                                      <p:tavLst>
                                        <p:tav tm="0">
                                          <p:val>
                                            <p:strVal val="#ppt_x"/>
                                          </p:val>
                                        </p:tav>
                                        <p:tav tm="100000">
                                          <p:val>
                                            <p:strVal val="#ppt_x"/>
                                          </p:val>
                                        </p:tav>
                                      </p:tavLst>
                                    </p:anim>
                                    <p:anim calcmode="lin" valueType="num">
                                      <p:cBhvr>
                                        <p:cTn id="61" dur="1000" fill="hold"/>
                                        <p:tgtEl>
                                          <p:spTgt spid="8">
                                            <p:txEl>
                                              <p:pRg st="7" end="7"/>
                                            </p:txEl>
                                          </p:spTgt>
                                        </p:tgtEl>
                                        <p:attrNameLst>
                                          <p:attrName>ppt_y</p:attrName>
                                        </p:attrNameLst>
                                      </p:cBhvr>
                                      <p:tavLst>
                                        <p:tav tm="0">
                                          <p:val>
                                            <p:strVal val="#ppt_y+.1"/>
                                          </p:val>
                                        </p:tav>
                                        <p:tav tm="100000">
                                          <p:val>
                                            <p:strVal val="#ppt_y"/>
                                          </p:val>
                                        </p:tav>
                                      </p:tavLst>
                                    </p:anim>
                                  </p:childTnLst>
                                </p:cTn>
                              </p:par>
                              <p:par>
                                <p:cTn id="62" presetID="42" presetClass="entr" presetSubtype="0" fill="hold" nodeType="withEffect">
                                  <p:stCondLst>
                                    <p:cond delay="0"/>
                                  </p:stCondLst>
                                  <p:childTnLst>
                                    <p:set>
                                      <p:cBhvr>
                                        <p:cTn id="63" dur="1" fill="hold">
                                          <p:stCondLst>
                                            <p:cond delay="0"/>
                                          </p:stCondLst>
                                        </p:cTn>
                                        <p:tgtEl>
                                          <p:spTgt spid="8">
                                            <p:txEl>
                                              <p:pRg st="8" end="8"/>
                                            </p:txEl>
                                          </p:spTgt>
                                        </p:tgtEl>
                                        <p:attrNameLst>
                                          <p:attrName>style.visibility</p:attrName>
                                        </p:attrNameLst>
                                      </p:cBhvr>
                                      <p:to>
                                        <p:strVal val="visible"/>
                                      </p:to>
                                    </p:set>
                                    <p:animEffect transition="in" filter="fade">
                                      <p:cBhvr>
                                        <p:cTn id="64" dur="1000"/>
                                        <p:tgtEl>
                                          <p:spTgt spid="8">
                                            <p:txEl>
                                              <p:pRg st="8" end="8"/>
                                            </p:txEl>
                                          </p:spTgt>
                                        </p:tgtEl>
                                      </p:cBhvr>
                                    </p:animEffect>
                                    <p:anim calcmode="lin" valueType="num">
                                      <p:cBhvr>
                                        <p:cTn id="65" dur="1000" fill="hold"/>
                                        <p:tgtEl>
                                          <p:spTgt spid="8">
                                            <p:txEl>
                                              <p:pRg st="8" end="8"/>
                                            </p:txEl>
                                          </p:spTgt>
                                        </p:tgtEl>
                                        <p:attrNameLst>
                                          <p:attrName>ppt_x</p:attrName>
                                        </p:attrNameLst>
                                      </p:cBhvr>
                                      <p:tavLst>
                                        <p:tav tm="0">
                                          <p:val>
                                            <p:strVal val="#ppt_x"/>
                                          </p:val>
                                        </p:tav>
                                        <p:tav tm="100000">
                                          <p:val>
                                            <p:strVal val="#ppt_x"/>
                                          </p:val>
                                        </p:tav>
                                      </p:tavLst>
                                    </p:anim>
                                    <p:anim calcmode="lin" valueType="num">
                                      <p:cBhvr>
                                        <p:cTn id="66" dur="1000" fill="hold"/>
                                        <p:tgtEl>
                                          <p:spTgt spid="8">
                                            <p:txEl>
                                              <p:pRg st="8" end="8"/>
                                            </p:txEl>
                                          </p:spTgt>
                                        </p:tgtEl>
                                        <p:attrNameLst>
                                          <p:attrName>ppt_y</p:attrName>
                                        </p:attrNameLst>
                                      </p:cBhvr>
                                      <p:tavLst>
                                        <p:tav tm="0">
                                          <p:val>
                                            <p:strVal val="#ppt_y+.1"/>
                                          </p:val>
                                        </p:tav>
                                        <p:tav tm="100000">
                                          <p:val>
                                            <p:strVal val="#ppt_y"/>
                                          </p:val>
                                        </p:tav>
                                      </p:tavLst>
                                    </p:anim>
                                  </p:childTnLst>
                                </p:cTn>
                              </p:par>
                              <p:par>
                                <p:cTn id="67" presetID="42" presetClass="entr" presetSubtype="0" fill="hold" nodeType="withEffect">
                                  <p:stCondLst>
                                    <p:cond delay="0"/>
                                  </p:stCondLst>
                                  <p:childTnLst>
                                    <p:set>
                                      <p:cBhvr>
                                        <p:cTn id="68" dur="1" fill="hold">
                                          <p:stCondLst>
                                            <p:cond delay="0"/>
                                          </p:stCondLst>
                                        </p:cTn>
                                        <p:tgtEl>
                                          <p:spTgt spid="8">
                                            <p:txEl>
                                              <p:pRg st="9" end="9"/>
                                            </p:txEl>
                                          </p:spTgt>
                                        </p:tgtEl>
                                        <p:attrNameLst>
                                          <p:attrName>style.visibility</p:attrName>
                                        </p:attrNameLst>
                                      </p:cBhvr>
                                      <p:to>
                                        <p:strVal val="visible"/>
                                      </p:to>
                                    </p:set>
                                    <p:animEffect transition="in" filter="fade">
                                      <p:cBhvr>
                                        <p:cTn id="69" dur="1000"/>
                                        <p:tgtEl>
                                          <p:spTgt spid="8">
                                            <p:txEl>
                                              <p:pRg st="9" end="9"/>
                                            </p:txEl>
                                          </p:spTgt>
                                        </p:tgtEl>
                                      </p:cBhvr>
                                    </p:animEffect>
                                    <p:anim calcmode="lin" valueType="num">
                                      <p:cBhvr>
                                        <p:cTn id="70" dur="1000" fill="hold"/>
                                        <p:tgtEl>
                                          <p:spTgt spid="8">
                                            <p:txEl>
                                              <p:pRg st="9" end="9"/>
                                            </p:txEl>
                                          </p:spTgt>
                                        </p:tgtEl>
                                        <p:attrNameLst>
                                          <p:attrName>ppt_x</p:attrName>
                                        </p:attrNameLst>
                                      </p:cBhvr>
                                      <p:tavLst>
                                        <p:tav tm="0">
                                          <p:val>
                                            <p:strVal val="#ppt_x"/>
                                          </p:val>
                                        </p:tav>
                                        <p:tav tm="100000">
                                          <p:val>
                                            <p:strVal val="#ppt_x"/>
                                          </p:val>
                                        </p:tav>
                                      </p:tavLst>
                                    </p:anim>
                                    <p:anim calcmode="lin" valueType="num">
                                      <p:cBhvr>
                                        <p:cTn id="71" dur="1000" fill="hold"/>
                                        <p:tgtEl>
                                          <p:spTgt spid="8">
                                            <p:txEl>
                                              <p:pRg st="9" end="9"/>
                                            </p:txEl>
                                          </p:spTgt>
                                        </p:tgtEl>
                                        <p:attrNameLst>
                                          <p:attrName>ppt_y</p:attrName>
                                        </p:attrNameLst>
                                      </p:cBhvr>
                                      <p:tavLst>
                                        <p:tav tm="0">
                                          <p:val>
                                            <p:strVal val="#ppt_y+.1"/>
                                          </p:val>
                                        </p:tav>
                                        <p:tav tm="100000">
                                          <p:val>
                                            <p:strVal val="#ppt_y"/>
                                          </p:val>
                                        </p:tav>
                                      </p:tavLst>
                                    </p:anim>
                                  </p:childTnLst>
                                </p:cTn>
                              </p:par>
                            </p:childTnLst>
                          </p:cTn>
                        </p:par>
                        <p:par>
                          <p:cTn id="72" fill="hold">
                            <p:stCondLst>
                              <p:cond delay="8000"/>
                            </p:stCondLst>
                            <p:childTnLst>
                              <p:par>
                                <p:cTn id="73" presetID="42" presetClass="entr" presetSubtype="0" fill="hold" nodeType="afterEffect">
                                  <p:stCondLst>
                                    <p:cond delay="0"/>
                                  </p:stCondLst>
                                  <p:childTnLst>
                                    <p:set>
                                      <p:cBhvr>
                                        <p:cTn id="74" dur="1" fill="hold">
                                          <p:stCondLst>
                                            <p:cond delay="0"/>
                                          </p:stCondLst>
                                        </p:cTn>
                                        <p:tgtEl>
                                          <p:spTgt spid="8">
                                            <p:txEl>
                                              <p:pRg st="10" end="10"/>
                                            </p:txEl>
                                          </p:spTgt>
                                        </p:tgtEl>
                                        <p:attrNameLst>
                                          <p:attrName>style.visibility</p:attrName>
                                        </p:attrNameLst>
                                      </p:cBhvr>
                                      <p:to>
                                        <p:strVal val="visible"/>
                                      </p:to>
                                    </p:set>
                                    <p:animEffect transition="in" filter="fade">
                                      <p:cBhvr>
                                        <p:cTn id="75" dur="1000"/>
                                        <p:tgtEl>
                                          <p:spTgt spid="8">
                                            <p:txEl>
                                              <p:pRg st="10" end="10"/>
                                            </p:txEl>
                                          </p:spTgt>
                                        </p:tgtEl>
                                      </p:cBhvr>
                                    </p:animEffect>
                                    <p:anim calcmode="lin" valueType="num">
                                      <p:cBhvr>
                                        <p:cTn id="76" dur="1000" fill="hold"/>
                                        <p:tgtEl>
                                          <p:spTgt spid="8">
                                            <p:txEl>
                                              <p:pRg st="10" end="10"/>
                                            </p:txEl>
                                          </p:spTgt>
                                        </p:tgtEl>
                                        <p:attrNameLst>
                                          <p:attrName>ppt_x</p:attrName>
                                        </p:attrNameLst>
                                      </p:cBhvr>
                                      <p:tavLst>
                                        <p:tav tm="0">
                                          <p:val>
                                            <p:strVal val="#ppt_x"/>
                                          </p:val>
                                        </p:tav>
                                        <p:tav tm="100000">
                                          <p:val>
                                            <p:strVal val="#ppt_x"/>
                                          </p:val>
                                        </p:tav>
                                      </p:tavLst>
                                    </p:anim>
                                    <p:anim calcmode="lin" valueType="num">
                                      <p:cBhvr>
                                        <p:cTn id="77" dur="1000" fill="hold"/>
                                        <p:tgtEl>
                                          <p:spTgt spid="8">
                                            <p:txEl>
                                              <p:pRg st="10" end="1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b="1" dirty="0">
                <a:solidFill>
                  <a:srgbClr val="C00000"/>
                </a:solidFill>
                <a:latin typeface="IRANSans(FaNum)" panose="02040503050201020203" pitchFamily="18" charset="-78"/>
              </a:rPr>
              <a:t>ICMP</a:t>
            </a:r>
            <a:r>
              <a:rPr lang="fa-IR" b="1" dirty="0">
                <a:solidFill>
                  <a:srgbClr val="C00000"/>
                </a:solidFill>
                <a:latin typeface="IRANSans(FaNum)" panose="02040503050201020203" pitchFamily="18" charset="-78"/>
              </a:rPr>
              <a:t>: پروتکل مدیریت لایه شبکه</a:t>
            </a:r>
            <a:endParaRPr lang="fa-IR" sz="3600" b="1" dirty="0">
              <a:solidFill>
                <a:srgbClr val="0000FF"/>
              </a:solidFill>
            </a:endParaRPr>
          </a:p>
        </p:txBody>
      </p:sp>
      <p:sp>
        <p:nvSpPr>
          <p:cNvPr id="518" name="TextBox 517">
            <a:extLst>
              <a:ext uri="{FF2B5EF4-FFF2-40B4-BE49-F238E27FC236}">
                <a16:creationId xmlns:a16="http://schemas.microsoft.com/office/drawing/2014/main" id="{1888763C-8AEE-F178-BA16-2508775F1C0C}"/>
              </a:ext>
            </a:extLst>
          </p:cNvPr>
          <p:cNvSpPr txBox="1"/>
          <p:nvPr/>
        </p:nvSpPr>
        <p:spPr>
          <a:xfrm>
            <a:off x="3112168" y="1255123"/>
            <a:ext cx="8838821" cy="809452"/>
          </a:xfrm>
          <a:prstGeom prst="rect">
            <a:avLst/>
          </a:prstGeom>
          <a:noFill/>
        </p:spPr>
        <p:txBody>
          <a:bodyPr wrap="square">
            <a:spAutoFit/>
          </a:bodyPr>
          <a:lstStyle/>
          <a:p>
            <a:pPr marL="144000" indent="-144000" algn="r" rtl="1">
              <a:lnSpc>
                <a:spcPct val="130000"/>
              </a:lnSpc>
              <a:spcBef>
                <a:spcPts val="0"/>
              </a:spcBef>
              <a:spcAft>
                <a:spcPts val="6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پیام‌های </a:t>
            </a:r>
            <a:r>
              <a:rPr lang="en-US" sz="1600" b="1" dirty="0">
                <a:solidFill>
                  <a:srgbClr val="0000FF"/>
                </a:solidFill>
                <a:latin typeface="IRANSans(FaNum)" panose="02040503050201020203" pitchFamily="18" charset="-78"/>
                <a:cs typeface="IRANSans(FaNum)" panose="02040503050201020203" pitchFamily="18" charset="-78"/>
              </a:rPr>
              <a:t>ICMP</a:t>
            </a:r>
            <a:r>
              <a:rPr lang="fa-IR" sz="1600" b="1" dirty="0">
                <a:solidFill>
                  <a:srgbClr val="0000FF"/>
                </a:solidFill>
                <a:latin typeface="IRANSans(FaNum)" panose="02040503050201020203" pitchFamily="18" charset="-78"/>
                <a:cs typeface="IRANSans(FaNum)" panose="02040503050201020203" pitchFamily="18" charset="-78"/>
              </a:rPr>
              <a:t> توسط بسته‌های </a:t>
            </a:r>
            <a:r>
              <a:rPr lang="en-US" sz="1600" b="1" dirty="0">
                <a:solidFill>
                  <a:srgbClr val="0000FF"/>
                </a:solidFill>
                <a:latin typeface="IRANSans(FaNum)" panose="02040503050201020203" pitchFamily="18" charset="-78"/>
                <a:cs typeface="IRANSans(FaNum)" panose="02040503050201020203" pitchFamily="18" charset="-78"/>
              </a:rPr>
              <a:t>IP</a:t>
            </a:r>
            <a:r>
              <a:rPr lang="fa-IR" sz="1600" b="1" dirty="0">
                <a:solidFill>
                  <a:srgbClr val="0000FF"/>
                </a:solidFill>
                <a:latin typeface="IRANSans(FaNum)" panose="02040503050201020203" pitchFamily="18" charset="-78"/>
                <a:cs typeface="IRANSans(FaNum)" panose="02040503050201020203" pitchFamily="18" charset="-78"/>
              </a:rPr>
              <a:t> ارسال می‌شوند (</a:t>
            </a:r>
            <a:r>
              <a:rPr lang="en-US" sz="1600" b="1" dirty="0">
                <a:solidFill>
                  <a:srgbClr val="0000FF"/>
                </a:solidFill>
                <a:latin typeface="IRANSans(FaNum)" panose="02040503050201020203" pitchFamily="18" charset="-78"/>
                <a:cs typeface="IRANSans(FaNum)" panose="02040503050201020203" pitchFamily="18" charset="-78"/>
              </a:rPr>
              <a:t>protocol ID = </a:t>
            </a:r>
            <a:r>
              <a:rPr lang="en-US" sz="1600" b="1" dirty="0">
                <a:solidFill>
                  <a:srgbClr val="0000FF"/>
                </a:solidFill>
                <a:latin typeface="Arial" panose="020B0604020202020204" pitchFamily="34" charset="0"/>
                <a:cs typeface="Arial" panose="020B0604020202020204" pitchFamily="34" charset="0"/>
              </a:rPr>
              <a:t>1</a:t>
            </a:r>
            <a:r>
              <a:rPr lang="fa-IR" sz="1600" b="1" dirty="0">
                <a:solidFill>
                  <a:srgbClr val="0000FF"/>
                </a:solidFill>
                <a:latin typeface="IRANSans(FaNum)" panose="02040503050201020203" pitchFamily="18" charset="-78"/>
                <a:cs typeface="IRANSans(FaNum)" panose="02040503050201020203" pitchFamily="18" charset="-78"/>
              </a:rPr>
              <a:t>)</a:t>
            </a:r>
            <a:endParaRPr lang="en-US" sz="1600" b="1" dirty="0">
              <a:solidFill>
                <a:srgbClr val="0000FF"/>
              </a:solidFill>
              <a:latin typeface="IRANSans(FaNum)" panose="02040503050201020203" pitchFamily="18" charset="-78"/>
              <a:cs typeface="IRANSans(FaNum)" panose="02040503050201020203" pitchFamily="18" charset="-78"/>
            </a:endParaRPr>
          </a:p>
          <a:p>
            <a:pPr marL="144000" indent="-144000" algn="r" rtl="1">
              <a:lnSpc>
                <a:spcPct val="130000"/>
              </a:lnSpc>
              <a:spcBef>
                <a:spcPts val="0"/>
              </a:spcBef>
              <a:spcAft>
                <a:spcPts val="6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سرآیند و 8 بایت اول بسته ایجاد کننده خطا در پیام گزارش خطا </a:t>
            </a:r>
            <a:r>
              <a:rPr lang="en-US" sz="1600" b="1" dirty="0">
                <a:solidFill>
                  <a:srgbClr val="0000FF"/>
                </a:solidFill>
                <a:latin typeface="IRANSans(FaNum)" panose="02040503050201020203" pitchFamily="18" charset="-78"/>
                <a:cs typeface="IRANSans(FaNum)" panose="02040503050201020203" pitchFamily="18" charset="-78"/>
              </a:rPr>
              <a:t>ICMP</a:t>
            </a:r>
            <a:r>
              <a:rPr lang="fa-IR" sz="1600" b="1" dirty="0">
                <a:solidFill>
                  <a:srgbClr val="0000FF"/>
                </a:solidFill>
                <a:latin typeface="IRANSans(FaNum)" panose="02040503050201020203" pitchFamily="18" charset="-78"/>
                <a:cs typeface="IRANSans(FaNum)" panose="02040503050201020203" pitchFamily="18" charset="-78"/>
              </a:rPr>
              <a:t> ارسال می‌شود.</a:t>
            </a:r>
            <a:endParaRPr lang="fa-IR" sz="1200" b="1" dirty="0">
              <a:solidFill>
                <a:srgbClr val="C00000"/>
              </a:solidFill>
              <a:latin typeface="IRANSans(FaNum)" panose="02040503050201020203" pitchFamily="18" charset="-78"/>
              <a:cs typeface="IRANSans(FaNum)" panose="02040503050201020203" pitchFamily="18" charset="-78"/>
            </a:endParaRPr>
          </a:p>
        </p:txBody>
      </p:sp>
      <p:grpSp>
        <p:nvGrpSpPr>
          <p:cNvPr id="30" name="Group 29">
            <a:extLst>
              <a:ext uri="{FF2B5EF4-FFF2-40B4-BE49-F238E27FC236}">
                <a16:creationId xmlns:a16="http://schemas.microsoft.com/office/drawing/2014/main" id="{985A2508-BCA9-E190-A26D-C333FABBBDA3}"/>
              </a:ext>
            </a:extLst>
          </p:cNvPr>
          <p:cNvGrpSpPr/>
          <p:nvPr/>
        </p:nvGrpSpPr>
        <p:grpSpPr>
          <a:xfrm>
            <a:off x="510333" y="2310132"/>
            <a:ext cx="5203669" cy="1657158"/>
            <a:chOff x="6248400" y="1811812"/>
            <a:chExt cx="5203669" cy="1657158"/>
          </a:xfrm>
        </p:grpSpPr>
        <p:grpSp>
          <p:nvGrpSpPr>
            <p:cNvPr id="26" name="Group 25">
              <a:extLst>
                <a:ext uri="{FF2B5EF4-FFF2-40B4-BE49-F238E27FC236}">
                  <a16:creationId xmlns:a16="http://schemas.microsoft.com/office/drawing/2014/main" id="{75DDDB28-288D-EB74-5E2A-82519DFD8F26}"/>
                </a:ext>
              </a:extLst>
            </p:cNvPr>
            <p:cNvGrpSpPr/>
            <p:nvPr/>
          </p:nvGrpSpPr>
          <p:grpSpPr>
            <a:xfrm>
              <a:off x="6248400" y="1811812"/>
              <a:ext cx="5203669" cy="1657158"/>
              <a:chOff x="3490682" y="1884532"/>
              <a:chExt cx="5203669" cy="1657158"/>
            </a:xfrm>
          </p:grpSpPr>
          <p:grpSp>
            <p:nvGrpSpPr>
              <p:cNvPr id="24" name="Group 23">
                <a:extLst>
                  <a:ext uri="{FF2B5EF4-FFF2-40B4-BE49-F238E27FC236}">
                    <a16:creationId xmlns:a16="http://schemas.microsoft.com/office/drawing/2014/main" id="{4F68F87F-AFAE-77C3-57B7-B318262833B5}"/>
                  </a:ext>
                </a:extLst>
              </p:cNvPr>
              <p:cNvGrpSpPr/>
              <p:nvPr/>
            </p:nvGrpSpPr>
            <p:grpSpPr>
              <a:xfrm>
                <a:off x="3575844" y="2139729"/>
                <a:ext cx="5040311" cy="1401961"/>
                <a:chOff x="4246902" y="2033707"/>
                <a:chExt cx="5040311" cy="1401961"/>
              </a:xfrm>
            </p:grpSpPr>
            <p:grpSp>
              <p:nvGrpSpPr>
                <p:cNvPr id="20" name="Group 19">
                  <a:extLst>
                    <a:ext uri="{FF2B5EF4-FFF2-40B4-BE49-F238E27FC236}">
                      <a16:creationId xmlns:a16="http://schemas.microsoft.com/office/drawing/2014/main" id="{C8032007-4EEB-1EEF-C901-43BE1CFED4B4}"/>
                    </a:ext>
                  </a:extLst>
                </p:cNvPr>
                <p:cNvGrpSpPr/>
                <p:nvPr/>
              </p:nvGrpSpPr>
              <p:grpSpPr>
                <a:xfrm>
                  <a:off x="4247213" y="2034692"/>
                  <a:ext cx="5040000" cy="467277"/>
                  <a:chOff x="4247213" y="2034692"/>
                  <a:chExt cx="5061679" cy="467277"/>
                </a:xfrm>
              </p:grpSpPr>
              <p:sp>
                <p:nvSpPr>
                  <p:cNvPr id="9" name="Rectangle 8">
                    <a:extLst>
                      <a:ext uri="{FF2B5EF4-FFF2-40B4-BE49-F238E27FC236}">
                        <a16:creationId xmlns:a16="http://schemas.microsoft.com/office/drawing/2014/main" id="{C74AE5BD-37F4-550D-A7A7-739CD5448E8B}"/>
                      </a:ext>
                    </a:extLst>
                  </p:cNvPr>
                  <p:cNvSpPr/>
                  <p:nvPr/>
                </p:nvSpPr>
                <p:spPr>
                  <a:xfrm>
                    <a:off x="4247213" y="2034692"/>
                    <a:ext cx="5061679" cy="467277"/>
                  </a:xfrm>
                  <a:prstGeom prst="rect">
                    <a:avLst/>
                  </a:prstGeom>
                  <a:noFill/>
                  <a:ln w="254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 name="Straight Connector 11">
                    <a:extLst>
                      <a:ext uri="{FF2B5EF4-FFF2-40B4-BE49-F238E27FC236}">
                        <a16:creationId xmlns:a16="http://schemas.microsoft.com/office/drawing/2014/main" id="{2012BB70-FB6D-3C61-B141-1874D347B38F}"/>
                      </a:ext>
                    </a:extLst>
                  </p:cNvPr>
                  <p:cNvCxnSpPr>
                    <a:cxnSpLocks/>
                    <a:stCxn id="9" idx="0"/>
                    <a:endCxn id="9" idx="2"/>
                  </p:cNvCxnSpPr>
                  <p:nvPr/>
                </p:nvCxnSpPr>
                <p:spPr>
                  <a:xfrm>
                    <a:off x="6778053" y="2034692"/>
                    <a:ext cx="0" cy="467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 name="Rectangle 17">
                  <a:extLst>
                    <a:ext uri="{FF2B5EF4-FFF2-40B4-BE49-F238E27FC236}">
                      <a16:creationId xmlns:a16="http://schemas.microsoft.com/office/drawing/2014/main" id="{06F054E9-A46E-6518-ED1C-E06B3D081557}"/>
                    </a:ext>
                  </a:extLst>
                </p:cNvPr>
                <p:cNvSpPr/>
                <p:nvPr/>
              </p:nvSpPr>
              <p:spPr>
                <a:xfrm>
                  <a:off x="4247212" y="2502641"/>
                  <a:ext cx="5040000" cy="467277"/>
                </a:xfrm>
                <a:prstGeom prst="rect">
                  <a:avLst/>
                </a:prstGeom>
                <a:noFill/>
                <a:ln w="254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7B841243-E374-CFC1-AC93-2A956F78F026}"/>
                    </a:ext>
                  </a:extLst>
                </p:cNvPr>
                <p:cNvSpPr/>
                <p:nvPr/>
              </p:nvSpPr>
              <p:spPr>
                <a:xfrm>
                  <a:off x="4247211" y="2968391"/>
                  <a:ext cx="5040000" cy="467277"/>
                </a:xfrm>
                <a:prstGeom prst="rect">
                  <a:avLst/>
                </a:prstGeom>
                <a:noFill/>
                <a:ln w="254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06B2D641-A846-BE5C-EDB5-8673F651D57E}"/>
                    </a:ext>
                  </a:extLst>
                </p:cNvPr>
                <p:cNvGrpSpPr/>
                <p:nvPr/>
              </p:nvGrpSpPr>
              <p:grpSpPr>
                <a:xfrm>
                  <a:off x="4246902" y="2033707"/>
                  <a:ext cx="2520000" cy="467277"/>
                  <a:chOff x="4247213" y="2034692"/>
                  <a:chExt cx="5061679" cy="467277"/>
                </a:xfrm>
              </p:grpSpPr>
              <p:sp>
                <p:nvSpPr>
                  <p:cNvPr id="22" name="Rectangle 21">
                    <a:extLst>
                      <a:ext uri="{FF2B5EF4-FFF2-40B4-BE49-F238E27FC236}">
                        <a16:creationId xmlns:a16="http://schemas.microsoft.com/office/drawing/2014/main" id="{BC9D049A-C9A6-7DB6-834D-62A9F16C267C}"/>
                      </a:ext>
                    </a:extLst>
                  </p:cNvPr>
                  <p:cNvSpPr/>
                  <p:nvPr/>
                </p:nvSpPr>
                <p:spPr>
                  <a:xfrm>
                    <a:off x="4247213" y="2034692"/>
                    <a:ext cx="5061679" cy="467277"/>
                  </a:xfrm>
                  <a:prstGeom prst="rect">
                    <a:avLst/>
                  </a:prstGeom>
                  <a:noFill/>
                  <a:ln w="254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a:extLst>
                      <a:ext uri="{FF2B5EF4-FFF2-40B4-BE49-F238E27FC236}">
                        <a16:creationId xmlns:a16="http://schemas.microsoft.com/office/drawing/2014/main" id="{475FB14B-A2CE-A5C7-F21C-9C9F44BDEC23}"/>
                      </a:ext>
                    </a:extLst>
                  </p:cNvPr>
                  <p:cNvCxnSpPr>
                    <a:cxnSpLocks/>
                    <a:stCxn id="22" idx="0"/>
                    <a:endCxn id="22" idx="2"/>
                  </p:cNvCxnSpPr>
                  <p:nvPr/>
                </p:nvCxnSpPr>
                <p:spPr>
                  <a:xfrm>
                    <a:off x="6778053" y="2034692"/>
                    <a:ext cx="0" cy="46727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5" name="TextBox 24">
                <a:extLst>
                  <a:ext uri="{FF2B5EF4-FFF2-40B4-BE49-F238E27FC236}">
                    <a16:creationId xmlns:a16="http://schemas.microsoft.com/office/drawing/2014/main" id="{D5758EBF-9348-434F-1B4A-5C07FD2F859A}"/>
                  </a:ext>
                </a:extLst>
              </p:cNvPr>
              <p:cNvSpPr txBox="1"/>
              <p:nvPr/>
            </p:nvSpPr>
            <p:spPr>
              <a:xfrm>
                <a:off x="3490682" y="1884532"/>
                <a:ext cx="5203669" cy="276999"/>
              </a:xfrm>
              <a:prstGeom prst="rect">
                <a:avLst/>
              </a:prstGeom>
              <a:noFill/>
            </p:spPr>
            <p:txBody>
              <a:bodyPr wrap="none" rtlCol="0">
                <a:spAutoFit/>
              </a:bodyPr>
              <a:lstStyle/>
              <a:p>
                <a:r>
                  <a:rPr lang="en-US" sz="1200" b="1" dirty="0">
                    <a:latin typeface="Arial" panose="020B0604020202020204" pitchFamily="34" charset="0"/>
                    <a:cs typeface="Arial" panose="020B0604020202020204" pitchFamily="34" charset="0"/>
                  </a:rPr>
                  <a:t>0</a:t>
                </a:r>
                <a:r>
                  <a:rPr lang="en-US" sz="1050" b="1" dirty="0">
                    <a:latin typeface="Arial" panose="020B0604020202020204" pitchFamily="34" charset="0"/>
                    <a:cs typeface="Arial" panose="020B0604020202020204" pitchFamily="34" charset="0"/>
                  </a:rPr>
                  <a:t>                                </a:t>
                </a:r>
                <a:r>
                  <a:rPr lang="en-US" sz="1200" b="1" dirty="0">
                    <a:latin typeface="Arial" panose="020B0604020202020204" pitchFamily="34" charset="0"/>
                    <a:cs typeface="Arial" panose="020B0604020202020204" pitchFamily="34" charset="0"/>
                  </a:rPr>
                  <a:t>8</a:t>
                </a:r>
                <a:r>
                  <a:rPr lang="en-US" sz="1050" b="1" dirty="0">
                    <a:latin typeface="Arial" panose="020B0604020202020204" pitchFamily="34" charset="0"/>
                    <a:cs typeface="Arial" panose="020B0604020202020204" pitchFamily="34" charset="0"/>
                  </a:rPr>
                  <a:t>                               </a:t>
                </a:r>
                <a:r>
                  <a:rPr lang="en-US" sz="1200" b="1" dirty="0">
                    <a:latin typeface="Arial" panose="020B0604020202020204" pitchFamily="34" charset="0"/>
                    <a:cs typeface="Arial" panose="020B0604020202020204" pitchFamily="34" charset="0"/>
                  </a:rPr>
                  <a:t>16</a:t>
                </a:r>
                <a:r>
                  <a:rPr lang="en-US" sz="1000" b="1" dirty="0">
                    <a:latin typeface="Arial" panose="020B0604020202020204" pitchFamily="34" charset="0"/>
                    <a:cs typeface="Arial" panose="020B0604020202020204" pitchFamily="34" charset="0"/>
                  </a:rPr>
                  <a:t>                                                               </a:t>
                </a:r>
                <a:r>
                  <a:rPr lang="en-US" sz="1200" b="1" dirty="0">
                    <a:latin typeface="Arial" panose="020B0604020202020204" pitchFamily="34" charset="0"/>
                    <a:cs typeface="Arial" panose="020B0604020202020204" pitchFamily="34" charset="0"/>
                  </a:rPr>
                  <a:t>31</a:t>
                </a:r>
              </a:p>
            </p:txBody>
          </p:sp>
        </p:grpSp>
        <p:sp>
          <p:nvSpPr>
            <p:cNvPr id="27" name="TextBox 26">
              <a:extLst>
                <a:ext uri="{FF2B5EF4-FFF2-40B4-BE49-F238E27FC236}">
                  <a16:creationId xmlns:a16="http://schemas.microsoft.com/office/drawing/2014/main" id="{5583F0F2-1511-5D1B-6039-DC5C414D98E1}"/>
                </a:ext>
              </a:extLst>
            </p:cNvPr>
            <p:cNvSpPr txBox="1"/>
            <p:nvPr/>
          </p:nvSpPr>
          <p:spPr>
            <a:xfrm>
              <a:off x="6694806" y="2141150"/>
              <a:ext cx="4563367" cy="307777"/>
            </a:xfrm>
            <a:prstGeom prst="rect">
              <a:avLst/>
            </a:prstGeom>
            <a:noFill/>
          </p:spPr>
          <p:txBody>
            <a:bodyPr wrap="square" rtlCol="0">
              <a:spAutoFit/>
            </a:bodyPr>
            <a:lstStyle/>
            <a:p>
              <a:r>
                <a:rPr lang="en-US" sz="1400" b="1" dirty="0">
                  <a:latin typeface="Arial" panose="020B0604020202020204" pitchFamily="34" charset="0"/>
                  <a:cs typeface="Arial" panose="020B0604020202020204" pitchFamily="34" charset="0"/>
                </a:rPr>
                <a:t>type                 code                        checksum</a:t>
              </a:r>
            </a:p>
          </p:txBody>
        </p:sp>
        <p:sp>
          <p:nvSpPr>
            <p:cNvPr id="28" name="TextBox 27">
              <a:extLst>
                <a:ext uri="{FF2B5EF4-FFF2-40B4-BE49-F238E27FC236}">
                  <a16:creationId xmlns:a16="http://schemas.microsoft.com/office/drawing/2014/main" id="{E70FF59C-0D09-6198-4EEE-81DB5AC61386}"/>
                </a:ext>
              </a:extLst>
            </p:cNvPr>
            <p:cNvSpPr txBox="1"/>
            <p:nvPr/>
          </p:nvSpPr>
          <p:spPr>
            <a:xfrm>
              <a:off x="8437595" y="2612124"/>
              <a:ext cx="819456" cy="307777"/>
            </a:xfrm>
            <a:prstGeom prst="rect">
              <a:avLst/>
            </a:prstGeom>
            <a:noFill/>
          </p:spPr>
          <p:txBody>
            <a:bodyPr wrap="none" rtlCol="0">
              <a:spAutoFit/>
            </a:bodyPr>
            <a:lstStyle/>
            <a:p>
              <a:pPr algn="ctr"/>
              <a:r>
                <a:rPr lang="en-US" sz="1400" b="1" dirty="0">
                  <a:latin typeface="Arial" panose="020B0604020202020204" pitchFamily="34" charset="0"/>
                  <a:cs typeface="Arial" panose="020B0604020202020204" pitchFamily="34" charset="0"/>
                </a:rPr>
                <a:t>unused</a:t>
              </a:r>
            </a:p>
          </p:txBody>
        </p:sp>
        <p:sp>
          <p:nvSpPr>
            <p:cNvPr id="29" name="TextBox 28">
              <a:extLst>
                <a:ext uri="{FF2B5EF4-FFF2-40B4-BE49-F238E27FC236}">
                  <a16:creationId xmlns:a16="http://schemas.microsoft.com/office/drawing/2014/main" id="{F98D40E4-48BF-3053-A5B9-9E28D0E708FF}"/>
                </a:ext>
              </a:extLst>
            </p:cNvPr>
            <p:cNvSpPr txBox="1"/>
            <p:nvPr/>
          </p:nvSpPr>
          <p:spPr>
            <a:xfrm>
              <a:off x="7092254" y="3084122"/>
              <a:ext cx="3499612" cy="307777"/>
            </a:xfrm>
            <a:prstGeom prst="rect">
              <a:avLst/>
            </a:prstGeom>
            <a:noFill/>
          </p:spPr>
          <p:txBody>
            <a:bodyPr wrap="none" rtlCol="0">
              <a:spAutoFit/>
            </a:bodyPr>
            <a:lstStyle/>
            <a:p>
              <a:r>
                <a:rPr lang="en-US" sz="1400" b="1" dirty="0">
                  <a:latin typeface="Arial" panose="020B0604020202020204" pitchFamily="34" charset="0"/>
                  <a:cs typeface="Arial" panose="020B0604020202020204" pitchFamily="34" charset="0"/>
                </a:rPr>
                <a:t>IP header and 64 bits of original packet</a:t>
              </a:r>
            </a:p>
          </p:txBody>
        </p:sp>
      </p:grpSp>
      <p:sp>
        <p:nvSpPr>
          <p:cNvPr id="32" name="Text Box 4">
            <a:extLst>
              <a:ext uri="{FF2B5EF4-FFF2-40B4-BE49-F238E27FC236}">
                <a16:creationId xmlns:a16="http://schemas.microsoft.com/office/drawing/2014/main" id="{7EE91EB5-5000-F85E-6A6B-683CB814677E}"/>
              </a:ext>
            </a:extLst>
          </p:cNvPr>
          <p:cNvSpPr txBox="1">
            <a:spLocks noChangeArrowheads="1"/>
          </p:cNvSpPr>
          <p:nvPr/>
        </p:nvSpPr>
        <p:spPr bwMode="auto">
          <a:xfrm>
            <a:off x="6394501" y="2292584"/>
            <a:ext cx="4211859" cy="40318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en-US" altLang="en-US" sz="1600" b="1" u="sng" dirty="0"/>
              <a:t>Type</a:t>
            </a:r>
            <a:r>
              <a:rPr lang="en-US" altLang="en-US" sz="1600" b="1" dirty="0"/>
              <a:t>  </a:t>
            </a:r>
            <a:r>
              <a:rPr lang="en-US" altLang="en-US" sz="1600" b="1" u="sng" dirty="0"/>
              <a:t>Code</a:t>
            </a:r>
            <a:r>
              <a:rPr lang="en-US" altLang="en-US" sz="1600" b="1" dirty="0"/>
              <a:t>  </a:t>
            </a:r>
            <a:r>
              <a:rPr lang="en-US" altLang="en-US" sz="1600" b="1" u="sng" dirty="0"/>
              <a:t>description</a:t>
            </a:r>
            <a:endParaRPr lang="en-US" altLang="en-US" sz="1600" b="1" dirty="0"/>
          </a:p>
          <a:p>
            <a:r>
              <a:rPr lang="en-US" altLang="en-US" sz="1600" b="1" dirty="0"/>
              <a:t>0        0         echo reply (ping)</a:t>
            </a:r>
          </a:p>
          <a:p>
            <a:r>
              <a:rPr lang="en-US" altLang="en-US" sz="1600" b="1" dirty="0"/>
              <a:t>3        0         </a:t>
            </a:r>
            <a:r>
              <a:rPr lang="en-US" altLang="en-US" sz="1600" b="1" dirty="0" err="1"/>
              <a:t>dest</a:t>
            </a:r>
            <a:r>
              <a:rPr lang="en-US" altLang="en-US" sz="1600" b="1" dirty="0"/>
              <a:t>. network unreachable</a:t>
            </a:r>
          </a:p>
          <a:p>
            <a:r>
              <a:rPr lang="en-US" altLang="en-US" sz="1600" b="1" dirty="0"/>
              <a:t>3        1         </a:t>
            </a:r>
            <a:r>
              <a:rPr lang="en-US" altLang="en-US" sz="1600" b="1" dirty="0" err="1"/>
              <a:t>dest</a:t>
            </a:r>
            <a:r>
              <a:rPr lang="en-US" altLang="en-US" sz="1600" b="1" dirty="0"/>
              <a:t> host unreachable</a:t>
            </a:r>
          </a:p>
          <a:p>
            <a:r>
              <a:rPr lang="en-US" altLang="en-US" sz="1600" b="1" dirty="0"/>
              <a:t>3        2         </a:t>
            </a:r>
            <a:r>
              <a:rPr lang="en-US" altLang="en-US" sz="1600" b="1" dirty="0" err="1"/>
              <a:t>dest</a:t>
            </a:r>
            <a:r>
              <a:rPr lang="en-US" altLang="en-US" sz="1600" b="1" dirty="0"/>
              <a:t> protocol unreachable</a:t>
            </a:r>
          </a:p>
          <a:p>
            <a:r>
              <a:rPr lang="en-US" altLang="en-US" sz="1600" b="1" dirty="0"/>
              <a:t>3        3         </a:t>
            </a:r>
            <a:r>
              <a:rPr lang="en-US" altLang="en-US" sz="1600" b="1" dirty="0" err="1"/>
              <a:t>dest</a:t>
            </a:r>
            <a:r>
              <a:rPr lang="en-US" altLang="en-US" sz="1600" b="1" dirty="0"/>
              <a:t> port unreachable</a:t>
            </a:r>
          </a:p>
          <a:p>
            <a:r>
              <a:rPr lang="en-US" altLang="en-US" sz="1600" b="1" dirty="0"/>
              <a:t>3        6         </a:t>
            </a:r>
            <a:r>
              <a:rPr lang="en-US" altLang="en-US" sz="1600" b="1" dirty="0" err="1"/>
              <a:t>dest</a:t>
            </a:r>
            <a:r>
              <a:rPr lang="en-US" altLang="en-US" sz="1600" b="1" dirty="0"/>
              <a:t> network unknown</a:t>
            </a:r>
          </a:p>
          <a:p>
            <a:r>
              <a:rPr lang="en-US" altLang="en-US" sz="1600" b="1" dirty="0"/>
              <a:t>3        7         </a:t>
            </a:r>
            <a:r>
              <a:rPr lang="en-US" altLang="en-US" sz="1600" b="1" dirty="0" err="1"/>
              <a:t>dest</a:t>
            </a:r>
            <a:r>
              <a:rPr lang="en-US" altLang="en-US" sz="1600" b="1" dirty="0"/>
              <a:t> host unknown</a:t>
            </a:r>
          </a:p>
          <a:p>
            <a:r>
              <a:rPr lang="en-US" altLang="en-US" sz="1600" b="1" dirty="0"/>
              <a:t>4        0         source quench (congestion</a:t>
            </a:r>
          </a:p>
          <a:p>
            <a:r>
              <a:rPr lang="en-US" altLang="en-US" sz="1600" b="1" dirty="0"/>
              <a:t>                     control - not used)</a:t>
            </a:r>
          </a:p>
          <a:p>
            <a:r>
              <a:rPr lang="en-US" altLang="en-US" sz="1600" b="1" dirty="0"/>
              <a:t>8        0         echo request (ping)</a:t>
            </a:r>
          </a:p>
          <a:p>
            <a:r>
              <a:rPr lang="en-US" altLang="en-US" sz="1600" b="1" dirty="0"/>
              <a:t>9        0         route advertisement</a:t>
            </a:r>
          </a:p>
          <a:p>
            <a:r>
              <a:rPr lang="en-US" altLang="en-US" sz="1600" b="1" dirty="0"/>
              <a:t>10      0         router discovery</a:t>
            </a:r>
          </a:p>
          <a:p>
            <a:r>
              <a:rPr lang="en-US" altLang="en-US" sz="1600" b="1" dirty="0"/>
              <a:t>11      0         TTL expired (Time-exceeded)</a:t>
            </a:r>
          </a:p>
          <a:p>
            <a:r>
              <a:rPr lang="en-US" altLang="en-US" sz="1600" b="1" dirty="0"/>
              <a:t>12      0         bad IP header</a:t>
            </a:r>
          </a:p>
          <a:p>
            <a:endParaRPr lang="en-US" altLang="en-US" sz="1600" b="1" dirty="0"/>
          </a:p>
        </p:txBody>
      </p:sp>
    </p:spTree>
    <p:extLst>
      <p:ext uri="{BB962C8B-B14F-4D97-AF65-F5344CB8AC3E}">
        <p14:creationId xmlns:p14="http://schemas.microsoft.com/office/powerpoint/2010/main" val="2755185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518"/>
                                        </p:tgtEl>
                                        <p:attrNameLst>
                                          <p:attrName>style.visibility</p:attrName>
                                        </p:attrNameLst>
                                      </p:cBhvr>
                                      <p:to>
                                        <p:strVal val="visible"/>
                                      </p:to>
                                    </p:set>
                                    <p:animEffect transition="in" filter="fade">
                                      <p:cBhvr>
                                        <p:cTn id="13" dur="1000"/>
                                        <p:tgtEl>
                                          <p:spTgt spid="518"/>
                                        </p:tgtEl>
                                      </p:cBhvr>
                                    </p:animEffect>
                                    <p:anim calcmode="lin" valueType="num">
                                      <p:cBhvr>
                                        <p:cTn id="14" dur="1000" fill="hold"/>
                                        <p:tgtEl>
                                          <p:spTgt spid="518"/>
                                        </p:tgtEl>
                                        <p:attrNameLst>
                                          <p:attrName>ppt_x</p:attrName>
                                        </p:attrNameLst>
                                      </p:cBhvr>
                                      <p:tavLst>
                                        <p:tav tm="0">
                                          <p:val>
                                            <p:strVal val="#ppt_x"/>
                                          </p:val>
                                        </p:tav>
                                        <p:tav tm="100000">
                                          <p:val>
                                            <p:strVal val="#ppt_x"/>
                                          </p:val>
                                        </p:tav>
                                      </p:tavLst>
                                    </p:anim>
                                    <p:anim calcmode="lin" valueType="num">
                                      <p:cBhvr>
                                        <p:cTn id="15" dur="1000" fill="hold"/>
                                        <p:tgtEl>
                                          <p:spTgt spid="518"/>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9" presetClass="entr" presetSubtype="0" fill="hold"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dissolve">
                                      <p:cBhvr>
                                        <p:cTn id="19" dur="500"/>
                                        <p:tgtEl>
                                          <p:spTgt spid="30"/>
                                        </p:tgtEl>
                                      </p:cBhvr>
                                    </p:animEffect>
                                  </p:childTnLst>
                                </p:cTn>
                              </p:par>
                            </p:childTnLst>
                          </p:cTn>
                        </p:par>
                        <p:par>
                          <p:cTn id="20" fill="hold">
                            <p:stCondLst>
                              <p:cond delay="2500"/>
                            </p:stCondLst>
                            <p:childTnLst>
                              <p:par>
                                <p:cTn id="21" presetID="9" presetClass="entr" presetSubtype="0" fill="hold" grpId="0" nodeType="after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 grpId="0"/>
      <p:bldP spid="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b="1" dirty="0">
                <a:solidFill>
                  <a:srgbClr val="C00000"/>
                </a:solidFill>
                <a:latin typeface="IRANSans(FaNum)" panose="02040503050201020203" pitchFamily="18" charset="-78"/>
              </a:rPr>
              <a:t>ICMP</a:t>
            </a:r>
            <a:r>
              <a:rPr lang="fa-IR" b="1" dirty="0">
                <a:solidFill>
                  <a:srgbClr val="C00000"/>
                </a:solidFill>
                <a:latin typeface="IRANSans(FaNum)" panose="02040503050201020203" pitchFamily="18" charset="-78"/>
              </a:rPr>
              <a:t>: پروتکل مدیریت لایه شبکه</a:t>
            </a:r>
            <a:endParaRPr lang="fa-IR" sz="3600" b="1" dirty="0">
              <a:solidFill>
                <a:srgbClr val="0000FF"/>
              </a:solidFill>
            </a:endParaRPr>
          </a:p>
        </p:txBody>
      </p:sp>
      <p:sp>
        <p:nvSpPr>
          <p:cNvPr id="518" name="TextBox 517">
            <a:extLst>
              <a:ext uri="{FF2B5EF4-FFF2-40B4-BE49-F238E27FC236}">
                <a16:creationId xmlns:a16="http://schemas.microsoft.com/office/drawing/2014/main" id="{1888763C-8AEE-F178-BA16-2508775F1C0C}"/>
              </a:ext>
            </a:extLst>
          </p:cNvPr>
          <p:cNvSpPr txBox="1"/>
          <p:nvPr/>
        </p:nvSpPr>
        <p:spPr>
          <a:xfrm>
            <a:off x="6561348" y="1212603"/>
            <a:ext cx="5384136" cy="1714315"/>
          </a:xfrm>
          <a:prstGeom prst="rect">
            <a:avLst/>
          </a:prstGeom>
          <a:noFill/>
        </p:spPr>
        <p:txBody>
          <a:bodyPr wrap="square">
            <a:spAutoFit/>
          </a:bodyPr>
          <a:lstStyle/>
          <a:p>
            <a:pPr algn="r" rtl="1">
              <a:lnSpc>
                <a:spcPct val="130000"/>
              </a:lnSpc>
              <a:spcBef>
                <a:spcPts val="0"/>
              </a:spcBef>
              <a:spcAft>
                <a:spcPts val="1200"/>
              </a:spcAft>
            </a:pPr>
            <a:r>
              <a:rPr lang="fa-IR" sz="1600" b="1" dirty="0">
                <a:solidFill>
                  <a:srgbClr val="0000FF"/>
                </a:solidFill>
                <a:latin typeface="IRANSans(FaNum)" panose="02040503050201020203" pitchFamily="18" charset="-78"/>
                <a:cs typeface="IRANSans(FaNum)" panose="02040503050201020203" pitchFamily="18" charset="-78"/>
              </a:rPr>
              <a:t>ابزار مدیریتی </a:t>
            </a:r>
            <a:r>
              <a:rPr lang="en-US" sz="1600" b="1" dirty="0">
                <a:solidFill>
                  <a:srgbClr val="0000FF"/>
                </a:solidFill>
                <a:latin typeface="IRANSans(FaNum)" panose="02040503050201020203" pitchFamily="18" charset="-78"/>
                <a:cs typeface="IRANSans(FaNum)" panose="02040503050201020203" pitchFamily="18" charset="-78"/>
              </a:rPr>
              <a:t>ping</a:t>
            </a:r>
            <a:r>
              <a:rPr lang="fa-IR" sz="1600" b="1" dirty="0">
                <a:solidFill>
                  <a:srgbClr val="0000FF"/>
                </a:solidFill>
                <a:latin typeface="IRANSans(FaNum)" panose="02040503050201020203" pitchFamily="18" charset="-78"/>
                <a:cs typeface="IRANSans(FaNum)" panose="02040503050201020203" pitchFamily="18" charset="-78"/>
              </a:rPr>
              <a:t> برای بررسی اتصال و تأخیر رفت و برگشت</a:t>
            </a:r>
            <a:endParaRPr lang="en-US" sz="1600" b="1" dirty="0">
              <a:solidFill>
                <a:srgbClr val="0000FF"/>
              </a:solidFill>
              <a:latin typeface="IRANSans(FaNum)" panose="02040503050201020203" pitchFamily="18" charset="-78"/>
              <a:cs typeface="IRANSans(FaNum)" panose="02040503050201020203" pitchFamily="18" charset="-78"/>
            </a:endParaRPr>
          </a:p>
          <a:p>
            <a:pPr marL="432000" indent="-144000" algn="r" rtl="1">
              <a:lnSpc>
                <a:spcPct val="130000"/>
              </a:lnSpc>
              <a:spcBef>
                <a:spcPts val="0"/>
              </a:spcBef>
              <a:spcAft>
                <a:spcPts val="1200"/>
              </a:spcAft>
              <a:buFont typeface="Arial" panose="020B0604020202020204" pitchFamily="34" charset="0"/>
              <a:buChar char="•"/>
            </a:pPr>
            <a:r>
              <a:rPr lang="fa-IR" sz="1400" b="1" dirty="0">
                <a:solidFill>
                  <a:srgbClr val="0000FF"/>
                </a:solidFill>
                <a:latin typeface="IRANSans(FaNum)" panose="02040503050201020203" pitchFamily="18" charset="-78"/>
                <a:cs typeface="IRANSans(FaNum)" panose="02040503050201020203" pitchFamily="18" charset="-78"/>
              </a:rPr>
              <a:t>ارسال پیام درخواست </a:t>
            </a:r>
            <a:r>
              <a:rPr lang="en-US" sz="1400" b="1" dirty="0">
                <a:solidFill>
                  <a:srgbClr val="0000FF"/>
                </a:solidFill>
                <a:latin typeface="IRANSans(FaNum)" panose="02040503050201020203" pitchFamily="18" charset="-78"/>
                <a:cs typeface="IRANSans(FaNum)" panose="02040503050201020203" pitchFamily="18" charset="-78"/>
              </a:rPr>
              <a:t>ICMP echo request</a:t>
            </a:r>
            <a:r>
              <a:rPr lang="fa-IR" sz="1400" b="1" dirty="0">
                <a:solidFill>
                  <a:srgbClr val="0000FF"/>
                </a:solidFill>
                <a:latin typeface="IRANSans(FaNum)" panose="02040503050201020203" pitchFamily="18" charset="-78"/>
                <a:cs typeface="IRANSans(FaNum)" panose="02040503050201020203" pitchFamily="18" charset="-78"/>
              </a:rPr>
              <a:t> توسط گره مبدأ</a:t>
            </a:r>
          </a:p>
          <a:p>
            <a:pPr marL="432000" indent="-144000" algn="r" rtl="1">
              <a:lnSpc>
                <a:spcPct val="130000"/>
              </a:lnSpc>
              <a:spcBef>
                <a:spcPts val="0"/>
              </a:spcBef>
              <a:spcAft>
                <a:spcPts val="1200"/>
              </a:spcAft>
              <a:buFont typeface="Arial" panose="020B0604020202020204" pitchFamily="34" charset="0"/>
              <a:buChar char="•"/>
            </a:pPr>
            <a:r>
              <a:rPr lang="fa-IR" sz="1400" b="1" dirty="0">
                <a:solidFill>
                  <a:srgbClr val="0000FF"/>
                </a:solidFill>
                <a:latin typeface="IRANSans(FaNum)" panose="02040503050201020203" pitchFamily="18" charset="-78"/>
                <a:cs typeface="IRANSans(FaNum)" panose="02040503050201020203" pitchFamily="18" charset="-78"/>
              </a:rPr>
              <a:t>ارسال پیام پاسخ </a:t>
            </a:r>
            <a:r>
              <a:rPr lang="en-US" sz="1400" b="1" dirty="0">
                <a:solidFill>
                  <a:srgbClr val="0000FF"/>
                </a:solidFill>
                <a:latin typeface="IRANSans(FaNum)" panose="02040503050201020203" pitchFamily="18" charset="-78"/>
                <a:cs typeface="IRANSans(FaNum)" panose="02040503050201020203" pitchFamily="18" charset="-78"/>
              </a:rPr>
              <a:t>ICMP echo reply</a:t>
            </a:r>
            <a:r>
              <a:rPr lang="fa-IR" sz="1400" b="1" dirty="0">
                <a:solidFill>
                  <a:srgbClr val="0000FF"/>
                </a:solidFill>
                <a:latin typeface="IRANSans(FaNum)" panose="02040503050201020203" pitchFamily="18" charset="-78"/>
                <a:cs typeface="IRANSans(FaNum)" panose="02040503050201020203" pitchFamily="18" charset="-78"/>
              </a:rPr>
              <a:t> توس گره مقصد</a:t>
            </a:r>
          </a:p>
          <a:p>
            <a:pPr marL="432000" indent="-144000" algn="r" rtl="1">
              <a:lnSpc>
                <a:spcPct val="130000"/>
              </a:lnSpc>
              <a:spcBef>
                <a:spcPts val="0"/>
              </a:spcBef>
              <a:spcAft>
                <a:spcPts val="1200"/>
              </a:spcAft>
              <a:buFont typeface="Arial" panose="020B0604020202020204" pitchFamily="34" charset="0"/>
              <a:buChar char="•"/>
            </a:pPr>
            <a:r>
              <a:rPr lang="fa-IR" sz="1400" b="1" dirty="0">
                <a:solidFill>
                  <a:srgbClr val="0000FF"/>
                </a:solidFill>
                <a:latin typeface="IRANSans(FaNum)" panose="02040503050201020203" pitchFamily="18" charset="-78"/>
                <a:cs typeface="IRANSans(FaNum)" panose="02040503050201020203" pitchFamily="18" charset="-78"/>
              </a:rPr>
              <a:t>اندازه‌گیری زمان رفت و برگشت (</a:t>
            </a:r>
            <a:r>
              <a:rPr lang="en-US" sz="1400" b="1" dirty="0">
                <a:solidFill>
                  <a:srgbClr val="0000FF"/>
                </a:solidFill>
                <a:latin typeface="IRANSans(FaNum)" panose="02040503050201020203" pitchFamily="18" charset="-78"/>
                <a:cs typeface="IRANSans(FaNum)" panose="02040503050201020203" pitchFamily="18" charset="-78"/>
              </a:rPr>
              <a:t>ping time</a:t>
            </a:r>
            <a:r>
              <a:rPr lang="fa-IR" sz="1400" b="1" dirty="0">
                <a:solidFill>
                  <a:srgbClr val="0000FF"/>
                </a:solidFill>
                <a:latin typeface="IRANSans(FaNum)" panose="02040503050201020203" pitchFamily="18" charset="-78"/>
                <a:cs typeface="IRANSans(FaNum)" panose="02040503050201020203" pitchFamily="18" charset="-78"/>
              </a:rPr>
              <a:t>)</a:t>
            </a:r>
            <a:endParaRPr lang="fa-IR" sz="1400" b="1" dirty="0">
              <a:solidFill>
                <a:srgbClr val="C00000"/>
              </a:solidFill>
              <a:latin typeface="IRANSans(FaNum)" panose="02040503050201020203" pitchFamily="18" charset="-78"/>
              <a:cs typeface="IRANSans(FaNum)" panose="02040503050201020203" pitchFamily="18" charset="-78"/>
            </a:endParaRPr>
          </a:p>
        </p:txBody>
      </p:sp>
      <p:grpSp>
        <p:nvGrpSpPr>
          <p:cNvPr id="481" name="Group 480">
            <a:extLst>
              <a:ext uri="{FF2B5EF4-FFF2-40B4-BE49-F238E27FC236}">
                <a16:creationId xmlns:a16="http://schemas.microsoft.com/office/drawing/2014/main" id="{876A332D-F886-6439-112C-F44551AA53AB}"/>
              </a:ext>
            </a:extLst>
          </p:cNvPr>
          <p:cNvGrpSpPr/>
          <p:nvPr/>
        </p:nvGrpSpPr>
        <p:grpSpPr>
          <a:xfrm>
            <a:off x="358924" y="1922473"/>
            <a:ext cx="6802438" cy="1252521"/>
            <a:chOff x="754343" y="4022033"/>
            <a:chExt cx="6802438" cy="1252521"/>
          </a:xfrm>
        </p:grpSpPr>
        <p:sp>
          <p:nvSpPr>
            <p:cNvPr id="476" name="Freeform 7">
              <a:extLst>
                <a:ext uri="{FF2B5EF4-FFF2-40B4-BE49-F238E27FC236}">
                  <a16:creationId xmlns:a16="http://schemas.microsoft.com/office/drawing/2014/main" id="{C26CAFEA-B261-F5ED-463D-053C1F95962F}"/>
                </a:ext>
              </a:extLst>
            </p:cNvPr>
            <p:cNvSpPr>
              <a:spLocks/>
            </p:cNvSpPr>
            <p:nvPr/>
          </p:nvSpPr>
          <p:spPr bwMode="auto">
            <a:xfrm>
              <a:off x="1609316" y="4022033"/>
              <a:ext cx="4992014" cy="1252521"/>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 name="connsiteX0" fmla="*/ 3794 w 9768"/>
                <a:gd name="connsiteY0" fmla="*/ 1275 h 9645"/>
                <a:gd name="connsiteX1" fmla="*/ 1699 w 9768"/>
                <a:gd name="connsiteY1" fmla="*/ 11 h 9645"/>
                <a:gd name="connsiteX2" fmla="*/ 356 w 9768"/>
                <a:gd name="connsiteY2" fmla="*/ 886 h 9645"/>
                <a:gd name="connsiteX3" fmla="*/ 7 w 9768"/>
                <a:gd name="connsiteY3" fmla="*/ 4307 h 9645"/>
                <a:gd name="connsiteX4" fmla="*/ 553 w 9768"/>
                <a:gd name="connsiteY4" fmla="*/ 9136 h 9645"/>
                <a:gd name="connsiteX5" fmla="*/ 3902 w 9768"/>
                <a:gd name="connsiteY5" fmla="*/ 9217 h 9645"/>
                <a:gd name="connsiteX6" fmla="*/ 5996 w 9768"/>
                <a:gd name="connsiteY6" fmla="*/ 9638 h 9645"/>
                <a:gd name="connsiteX7" fmla="*/ 8145 w 9768"/>
                <a:gd name="connsiteY7" fmla="*/ 8860 h 9645"/>
                <a:gd name="connsiteX8" fmla="*/ 9703 w 9768"/>
                <a:gd name="connsiteY8" fmla="*/ 5051 h 9645"/>
                <a:gd name="connsiteX9" fmla="*/ 9139 w 9768"/>
                <a:gd name="connsiteY9" fmla="*/ 1940 h 9645"/>
                <a:gd name="connsiteX10" fmla="*/ 6050 w 9768"/>
                <a:gd name="connsiteY10" fmla="*/ 1178 h 9645"/>
                <a:gd name="connsiteX11" fmla="*/ 3794 w 9768"/>
                <a:gd name="connsiteY11" fmla="*/ 1275 h 9645"/>
                <a:gd name="connsiteX0" fmla="*/ 3937 w 10053"/>
                <a:gd name="connsiteY0" fmla="*/ 1322 h 10000"/>
                <a:gd name="connsiteX1" fmla="*/ 1792 w 10053"/>
                <a:gd name="connsiteY1" fmla="*/ 11 h 10000"/>
                <a:gd name="connsiteX2" fmla="*/ 417 w 10053"/>
                <a:gd name="connsiteY2" fmla="*/ 919 h 10000"/>
                <a:gd name="connsiteX3" fmla="*/ 60 w 10053"/>
                <a:gd name="connsiteY3" fmla="*/ 4466 h 10000"/>
                <a:gd name="connsiteX4" fmla="*/ 619 w 10053"/>
                <a:gd name="connsiteY4" fmla="*/ 9472 h 10000"/>
                <a:gd name="connsiteX5" fmla="*/ 4048 w 10053"/>
                <a:gd name="connsiteY5" fmla="*/ 9556 h 10000"/>
                <a:gd name="connsiteX6" fmla="*/ 6191 w 10053"/>
                <a:gd name="connsiteY6" fmla="*/ 9993 h 10000"/>
                <a:gd name="connsiteX7" fmla="*/ 8391 w 10053"/>
                <a:gd name="connsiteY7" fmla="*/ 9186 h 10000"/>
                <a:gd name="connsiteX8" fmla="*/ 9986 w 10053"/>
                <a:gd name="connsiteY8" fmla="*/ 5237 h 10000"/>
                <a:gd name="connsiteX9" fmla="*/ 9409 w 10053"/>
                <a:gd name="connsiteY9" fmla="*/ 2011 h 10000"/>
                <a:gd name="connsiteX10" fmla="*/ 6247 w 10053"/>
                <a:gd name="connsiteY10" fmla="*/ 1221 h 10000"/>
                <a:gd name="connsiteX11" fmla="*/ 3937 w 10053"/>
                <a:gd name="connsiteY11" fmla="*/ 1322 h 10000"/>
                <a:gd name="connsiteX0" fmla="*/ 3903 w 10019"/>
                <a:gd name="connsiteY0" fmla="*/ 1322 h 10000"/>
                <a:gd name="connsiteX1" fmla="*/ 1758 w 10019"/>
                <a:gd name="connsiteY1" fmla="*/ 11 h 10000"/>
                <a:gd name="connsiteX2" fmla="*/ 383 w 10019"/>
                <a:gd name="connsiteY2" fmla="*/ 919 h 10000"/>
                <a:gd name="connsiteX3" fmla="*/ 26 w 10019"/>
                <a:gd name="connsiteY3" fmla="*/ 4466 h 10000"/>
                <a:gd name="connsiteX4" fmla="*/ 585 w 10019"/>
                <a:gd name="connsiteY4" fmla="*/ 9472 h 10000"/>
                <a:gd name="connsiteX5" fmla="*/ 4014 w 10019"/>
                <a:gd name="connsiteY5" fmla="*/ 9556 h 10000"/>
                <a:gd name="connsiteX6" fmla="*/ 6157 w 10019"/>
                <a:gd name="connsiteY6" fmla="*/ 9993 h 10000"/>
                <a:gd name="connsiteX7" fmla="*/ 8357 w 10019"/>
                <a:gd name="connsiteY7" fmla="*/ 9186 h 10000"/>
                <a:gd name="connsiteX8" fmla="*/ 9952 w 10019"/>
                <a:gd name="connsiteY8" fmla="*/ 5237 h 10000"/>
                <a:gd name="connsiteX9" fmla="*/ 9375 w 10019"/>
                <a:gd name="connsiteY9" fmla="*/ 2011 h 10000"/>
                <a:gd name="connsiteX10" fmla="*/ 6213 w 10019"/>
                <a:gd name="connsiteY10" fmla="*/ 1221 h 10000"/>
                <a:gd name="connsiteX11" fmla="*/ 3903 w 10019"/>
                <a:gd name="connsiteY11" fmla="*/ 1322 h 10000"/>
                <a:gd name="connsiteX0" fmla="*/ 3968 w 10084"/>
                <a:gd name="connsiteY0" fmla="*/ 1414 h 10092"/>
                <a:gd name="connsiteX1" fmla="*/ 1823 w 10084"/>
                <a:gd name="connsiteY1" fmla="*/ 103 h 10092"/>
                <a:gd name="connsiteX2" fmla="*/ 91 w 10084"/>
                <a:gd name="connsiteY2" fmla="*/ 4558 h 10092"/>
                <a:gd name="connsiteX3" fmla="*/ 650 w 10084"/>
                <a:gd name="connsiteY3" fmla="*/ 9564 h 10092"/>
                <a:gd name="connsiteX4" fmla="*/ 4079 w 10084"/>
                <a:gd name="connsiteY4" fmla="*/ 9648 h 10092"/>
                <a:gd name="connsiteX5" fmla="*/ 6222 w 10084"/>
                <a:gd name="connsiteY5" fmla="*/ 10085 h 10092"/>
                <a:gd name="connsiteX6" fmla="*/ 8422 w 10084"/>
                <a:gd name="connsiteY6" fmla="*/ 9278 h 10092"/>
                <a:gd name="connsiteX7" fmla="*/ 10017 w 10084"/>
                <a:gd name="connsiteY7" fmla="*/ 5329 h 10092"/>
                <a:gd name="connsiteX8" fmla="*/ 9440 w 10084"/>
                <a:gd name="connsiteY8" fmla="*/ 2103 h 10092"/>
                <a:gd name="connsiteX9" fmla="*/ 6278 w 10084"/>
                <a:gd name="connsiteY9" fmla="*/ 1313 h 10092"/>
                <a:gd name="connsiteX10" fmla="*/ 3968 w 10084"/>
                <a:gd name="connsiteY10" fmla="*/ 1414 h 10092"/>
                <a:gd name="connsiteX0" fmla="*/ 3968 w 10072"/>
                <a:gd name="connsiteY0" fmla="*/ 1414 h 10124"/>
                <a:gd name="connsiteX1" fmla="*/ 1823 w 10072"/>
                <a:gd name="connsiteY1" fmla="*/ 103 h 10124"/>
                <a:gd name="connsiteX2" fmla="*/ 91 w 10072"/>
                <a:gd name="connsiteY2" fmla="*/ 4558 h 10124"/>
                <a:gd name="connsiteX3" fmla="*/ 650 w 10072"/>
                <a:gd name="connsiteY3" fmla="*/ 9564 h 10124"/>
                <a:gd name="connsiteX4" fmla="*/ 4079 w 10072"/>
                <a:gd name="connsiteY4" fmla="*/ 9648 h 10124"/>
                <a:gd name="connsiteX5" fmla="*/ 6222 w 10072"/>
                <a:gd name="connsiteY5" fmla="*/ 10085 h 10124"/>
                <a:gd name="connsiteX6" fmla="*/ 8614 w 10072"/>
                <a:gd name="connsiteY6" fmla="*/ 9567 h 10124"/>
                <a:gd name="connsiteX7" fmla="*/ 10017 w 10072"/>
                <a:gd name="connsiteY7" fmla="*/ 5329 h 10124"/>
                <a:gd name="connsiteX8" fmla="*/ 9440 w 10072"/>
                <a:gd name="connsiteY8" fmla="*/ 2103 h 10124"/>
                <a:gd name="connsiteX9" fmla="*/ 6278 w 10072"/>
                <a:gd name="connsiteY9" fmla="*/ 1313 h 10124"/>
                <a:gd name="connsiteX10" fmla="*/ 3968 w 10072"/>
                <a:gd name="connsiteY10" fmla="*/ 1414 h 10124"/>
                <a:gd name="connsiteX0" fmla="*/ 3916 w 10020"/>
                <a:gd name="connsiteY0" fmla="*/ 1414 h 10124"/>
                <a:gd name="connsiteX1" fmla="*/ 1771 w 10020"/>
                <a:gd name="connsiteY1" fmla="*/ 103 h 10124"/>
                <a:gd name="connsiteX2" fmla="*/ 39 w 10020"/>
                <a:gd name="connsiteY2" fmla="*/ 4558 h 10124"/>
                <a:gd name="connsiteX3" fmla="*/ 598 w 10020"/>
                <a:gd name="connsiteY3" fmla="*/ 9564 h 10124"/>
                <a:gd name="connsiteX4" fmla="*/ 879 w 10020"/>
                <a:gd name="connsiteY4" fmla="*/ 9409 h 10124"/>
                <a:gd name="connsiteX5" fmla="*/ 4027 w 10020"/>
                <a:gd name="connsiteY5" fmla="*/ 9648 h 10124"/>
                <a:gd name="connsiteX6" fmla="*/ 6170 w 10020"/>
                <a:gd name="connsiteY6" fmla="*/ 10085 h 10124"/>
                <a:gd name="connsiteX7" fmla="*/ 8562 w 10020"/>
                <a:gd name="connsiteY7" fmla="*/ 9567 h 10124"/>
                <a:gd name="connsiteX8" fmla="*/ 9965 w 10020"/>
                <a:gd name="connsiteY8" fmla="*/ 5329 h 10124"/>
                <a:gd name="connsiteX9" fmla="*/ 9388 w 10020"/>
                <a:gd name="connsiteY9" fmla="*/ 2103 h 10124"/>
                <a:gd name="connsiteX10" fmla="*/ 6226 w 10020"/>
                <a:gd name="connsiteY10" fmla="*/ 1313 h 10124"/>
                <a:gd name="connsiteX11" fmla="*/ 3916 w 10020"/>
                <a:gd name="connsiteY11" fmla="*/ 1414 h 10124"/>
                <a:gd name="connsiteX0" fmla="*/ 3916 w 10020"/>
                <a:gd name="connsiteY0" fmla="*/ 1414 h 10124"/>
                <a:gd name="connsiteX1" fmla="*/ 1771 w 10020"/>
                <a:gd name="connsiteY1" fmla="*/ 103 h 10124"/>
                <a:gd name="connsiteX2" fmla="*/ 39 w 10020"/>
                <a:gd name="connsiteY2" fmla="*/ 4558 h 10124"/>
                <a:gd name="connsiteX3" fmla="*/ 598 w 10020"/>
                <a:gd name="connsiteY3" fmla="*/ 9564 h 10124"/>
                <a:gd name="connsiteX4" fmla="*/ 879 w 10020"/>
                <a:gd name="connsiteY4" fmla="*/ 9409 h 10124"/>
                <a:gd name="connsiteX5" fmla="*/ 4027 w 10020"/>
                <a:gd name="connsiteY5" fmla="*/ 9648 h 10124"/>
                <a:gd name="connsiteX6" fmla="*/ 6170 w 10020"/>
                <a:gd name="connsiteY6" fmla="*/ 10085 h 10124"/>
                <a:gd name="connsiteX7" fmla="*/ 8562 w 10020"/>
                <a:gd name="connsiteY7" fmla="*/ 9567 h 10124"/>
                <a:gd name="connsiteX8" fmla="*/ 9965 w 10020"/>
                <a:gd name="connsiteY8" fmla="*/ 5329 h 10124"/>
                <a:gd name="connsiteX9" fmla="*/ 9388 w 10020"/>
                <a:gd name="connsiteY9" fmla="*/ 2103 h 10124"/>
                <a:gd name="connsiteX10" fmla="*/ 6226 w 10020"/>
                <a:gd name="connsiteY10" fmla="*/ 1313 h 10124"/>
                <a:gd name="connsiteX11" fmla="*/ 3916 w 10020"/>
                <a:gd name="connsiteY11" fmla="*/ 1414 h 10124"/>
                <a:gd name="connsiteX0" fmla="*/ 3913 w 10017"/>
                <a:gd name="connsiteY0" fmla="*/ 1414 h 10124"/>
                <a:gd name="connsiteX1" fmla="*/ 1768 w 10017"/>
                <a:gd name="connsiteY1" fmla="*/ 103 h 10124"/>
                <a:gd name="connsiteX2" fmla="*/ 36 w 10017"/>
                <a:gd name="connsiteY2" fmla="*/ 4558 h 10124"/>
                <a:gd name="connsiteX3" fmla="*/ 876 w 10017"/>
                <a:gd name="connsiteY3" fmla="*/ 9409 h 10124"/>
                <a:gd name="connsiteX4" fmla="*/ 4024 w 10017"/>
                <a:gd name="connsiteY4" fmla="*/ 9648 h 10124"/>
                <a:gd name="connsiteX5" fmla="*/ 6167 w 10017"/>
                <a:gd name="connsiteY5" fmla="*/ 10085 h 10124"/>
                <a:gd name="connsiteX6" fmla="*/ 8559 w 10017"/>
                <a:gd name="connsiteY6" fmla="*/ 9567 h 10124"/>
                <a:gd name="connsiteX7" fmla="*/ 9962 w 10017"/>
                <a:gd name="connsiteY7" fmla="*/ 5329 h 10124"/>
                <a:gd name="connsiteX8" fmla="*/ 9385 w 10017"/>
                <a:gd name="connsiteY8" fmla="*/ 2103 h 10124"/>
                <a:gd name="connsiteX9" fmla="*/ 6223 w 10017"/>
                <a:gd name="connsiteY9" fmla="*/ 1313 h 10124"/>
                <a:gd name="connsiteX10" fmla="*/ 3913 w 10017"/>
                <a:gd name="connsiteY10" fmla="*/ 1414 h 10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17" h="10124">
                  <a:moveTo>
                    <a:pt x="3913" y="1414"/>
                  </a:moveTo>
                  <a:cubicBezTo>
                    <a:pt x="3171" y="1213"/>
                    <a:pt x="2414" y="-421"/>
                    <a:pt x="1768" y="103"/>
                  </a:cubicBezTo>
                  <a:cubicBezTo>
                    <a:pt x="1122" y="627"/>
                    <a:pt x="185" y="3007"/>
                    <a:pt x="36" y="4558"/>
                  </a:cubicBezTo>
                  <a:cubicBezTo>
                    <a:pt x="-113" y="6109"/>
                    <a:pt x="211" y="8561"/>
                    <a:pt x="876" y="9409"/>
                  </a:cubicBezTo>
                  <a:cubicBezTo>
                    <a:pt x="1541" y="10257"/>
                    <a:pt x="3142" y="9535"/>
                    <a:pt x="4024" y="9648"/>
                  </a:cubicBezTo>
                  <a:cubicBezTo>
                    <a:pt x="4906" y="9761"/>
                    <a:pt x="5411" y="10098"/>
                    <a:pt x="6167" y="10085"/>
                  </a:cubicBezTo>
                  <a:cubicBezTo>
                    <a:pt x="6923" y="10072"/>
                    <a:pt x="7927" y="10357"/>
                    <a:pt x="8559" y="9567"/>
                  </a:cubicBezTo>
                  <a:cubicBezTo>
                    <a:pt x="9192" y="8777"/>
                    <a:pt x="9824" y="6573"/>
                    <a:pt x="9962" y="5329"/>
                  </a:cubicBezTo>
                  <a:cubicBezTo>
                    <a:pt x="10100" y="4085"/>
                    <a:pt x="10009" y="2775"/>
                    <a:pt x="9385" y="2103"/>
                  </a:cubicBezTo>
                  <a:cubicBezTo>
                    <a:pt x="8762" y="1431"/>
                    <a:pt x="7131" y="1431"/>
                    <a:pt x="6223" y="1313"/>
                  </a:cubicBezTo>
                  <a:cubicBezTo>
                    <a:pt x="5316" y="1195"/>
                    <a:pt x="4655" y="1616"/>
                    <a:pt x="3913" y="1414"/>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Line 38">
              <a:extLst>
                <a:ext uri="{FF2B5EF4-FFF2-40B4-BE49-F238E27FC236}">
                  <a16:creationId xmlns:a16="http://schemas.microsoft.com/office/drawing/2014/main" id="{0BF0265D-AD77-4A76-CFF8-990FD737A377}"/>
                </a:ext>
              </a:extLst>
            </p:cNvPr>
            <p:cNvSpPr>
              <a:spLocks noChangeShapeType="1"/>
            </p:cNvSpPr>
            <p:nvPr/>
          </p:nvSpPr>
          <p:spPr bwMode="auto">
            <a:xfrm flipV="1">
              <a:off x="1466338" y="4612021"/>
              <a:ext cx="362461" cy="5439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261">
              <a:extLst>
                <a:ext uri="{FF2B5EF4-FFF2-40B4-BE49-F238E27FC236}">
                  <a16:creationId xmlns:a16="http://schemas.microsoft.com/office/drawing/2014/main" id="{4262A0E7-56E1-9347-A829-A9A653C1D239}"/>
                </a:ext>
              </a:extLst>
            </p:cNvPr>
            <p:cNvSpPr>
              <a:spLocks noChangeShapeType="1"/>
            </p:cNvSpPr>
            <p:nvPr/>
          </p:nvSpPr>
          <p:spPr bwMode="auto">
            <a:xfrm flipH="1">
              <a:off x="6287870" y="4673018"/>
              <a:ext cx="695348" cy="2634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38" name="Group 21">
              <a:extLst>
                <a:ext uri="{FF2B5EF4-FFF2-40B4-BE49-F238E27FC236}">
                  <a16:creationId xmlns:a16="http://schemas.microsoft.com/office/drawing/2014/main" id="{A4925016-6FE8-EB10-4E48-A955D290B2BE}"/>
                </a:ext>
              </a:extLst>
            </p:cNvPr>
            <p:cNvGrpSpPr>
              <a:grpSpLocks/>
            </p:cNvGrpSpPr>
            <p:nvPr/>
          </p:nvGrpSpPr>
          <p:grpSpPr bwMode="auto">
            <a:xfrm>
              <a:off x="754343" y="4176131"/>
              <a:ext cx="820738" cy="688975"/>
              <a:chOff x="-44" y="1473"/>
              <a:chExt cx="981" cy="1105"/>
            </a:xfrm>
          </p:grpSpPr>
          <p:pic>
            <p:nvPicPr>
              <p:cNvPr id="39" name="Picture 22" descr="desktop_computer_stylized_medium">
                <a:extLst>
                  <a:ext uri="{FF2B5EF4-FFF2-40B4-BE49-F238E27FC236}">
                    <a16:creationId xmlns:a16="http://schemas.microsoft.com/office/drawing/2014/main" id="{3E9975B9-3CF6-C7DF-7E68-5BB773AF83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Freeform 23">
                <a:extLst>
                  <a:ext uri="{FF2B5EF4-FFF2-40B4-BE49-F238E27FC236}">
                    <a16:creationId xmlns:a16="http://schemas.microsoft.com/office/drawing/2014/main" id="{EF01172F-1457-96AD-73CF-DC359F03FA2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1" name="Group 24">
              <a:extLst>
                <a:ext uri="{FF2B5EF4-FFF2-40B4-BE49-F238E27FC236}">
                  <a16:creationId xmlns:a16="http://schemas.microsoft.com/office/drawing/2014/main" id="{21E7953C-0E20-941D-03A7-40F1B1B8427A}"/>
                </a:ext>
              </a:extLst>
            </p:cNvPr>
            <p:cNvGrpSpPr>
              <a:grpSpLocks/>
            </p:cNvGrpSpPr>
            <p:nvPr/>
          </p:nvGrpSpPr>
          <p:grpSpPr bwMode="auto">
            <a:xfrm flipH="1">
              <a:off x="6802718" y="4214231"/>
              <a:ext cx="754063" cy="669925"/>
              <a:chOff x="-44" y="1473"/>
              <a:chExt cx="981" cy="1105"/>
            </a:xfrm>
          </p:grpSpPr>
          <p:pic>
            <p:nvPicPr>
              <p:cNvPr id="42" name="Picture 25" descr="desktop_computer_stylized_medium">
                <a:extLst>
                  <a:ext uri="{FF2B5EF4-FFF2-40B4-BE49-F238E27FC236}">
                    <a16:creationId xmlns:a16="http://schemas.microsoft.com/office/drawing/2014/main" id="{6D76A45F-1BA4-62FB-9C89-0421D7EAFB1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Freeform 26">
                <a:extLst>
                  <a:ext uri="{FF2B5EF4-FFF2-40B4-BE49-F238E27FC236}">
                    <a16:creationId xmlns:a16="http://schemas.microsoft.com/office/drawing/2014/main" id="{71EAA7BB-01F7-863F-C13A-238F4C457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4" name="Group 27">
              <a:extLst>
                <a:ext uri="{FF2B5EF4-FFF2-40B4-BE49-F238E27FC236}">
                  <a16:creationId xmlns:a16="http://schemas.microsoft.com/office/drawing/2014/main" id="{B9DFB2A5-C26B-D0FC-DB94-BDDB8D8B7D74}"/>
                </a:ext>
              </a:extLst>
            </p:cNvPr>
            <p:cNvGrpSpPr>
              <a:grpSpLocks/>
            </p:cNvGrpSpPr>
            <p:nvPr/>
          </p:nvGrpSpPr>
          <p:grpSpPr bwMode="auto">
            <a:xfrm>
              <a:off x="5787244" y="4535163"/>
              <a:ext cx="617537" cy="250825"/>
              <a:chOff x="2356" y="1300"/>
              <a:chExt cx="555" cy="194"/>
            </a:xfrm>
          </p:grpSpPr>
          <p:sp>
            <p:nvSpPr>
              <p:cNvPr id="45" name="Oval 407">
                <a:extLst>
                  <a:ext uri="{FF2B5EF4-FFF2-40B4-BE49-F238E27FC236}">
                    <a16:creationId xmlns:a16="http://schemas.microsoft.com/office/drawing/2014/main" id="{3A4370B7-1687-D9C7-0F90-89A99B68674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sp>
            <p:nvSpPr>
              <p:cNvPr id="46" name="Rectangle 410">
                <a:extLst>
                  <a:ext uri="{FF2B5EF4-FFF2-40B4-BE49-F238E27FC236}">
                    <a16:creationId xmlns:a16="http://schemas.microsoft.com/office/drawing/2014/main" id="{0144D981-0C10-1303-8B3A-63B79742146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en-US" altLang="en-US" sz="2400">
                  <a:latin typeface="Times New Roman" panose="02020603050405020304" pitchFamily="18" charset="0"/>
                  <a:cs typeface="Arial" panose="020B0604020202020204" pitchFamily="34" charset="0"/>
                </a:endParaRPr>
              </a:p>
            </p:txBody>
          </p:sp>
          <p:sp>
            <p:nvSpPr>
              <p:cNvPr id="47" name="Oval 411">
                <a:extLst>
                  <a:ext uri="{FF2B5EF4-FFF2-40B4-BE49-F238E27FC236}">
                    <a16:creationId xmlns:a16="http://schemas.microsoft.com/office/drawing/2014/main" id="{F5AF03BA-DD69-E72F-D5F8-2AD9E24345E8}"/>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grpSp>
            <p:nvGrpSpPr>
              <p:cNvPr id="48" name="Group 31">
                <a:extLst>
                  <a:ext uri="{FF2B5EF4-FFF2-40B4-BE49-F238E27FC236}">
                    <a16:creationId xmlns:a16="http://schemas.microsoft.com/office/drawing/2014/main" id="{F8CFE908-B8A2-6714-090F-A1C956390269}"/>
                  </a:ext>
                </a:extLst>
              </p:cNvPr>
              <p:cNvGrpSpPr>
                <a:grpSpLocks/>
              </p:cNvGrpSpPr>
              <p:nvPr/>
            </p:nvGrpSpPr>
            <p:grpSpPr bwMode="auto">
              <a:xfrm>
                <a:off x="2468" y="1332"/>
                <a:ext cx="310" cy="60"/>
                <a:chOff x="2468" y="1332"/>
                <a:chExt cx="310" cy="60"/>
              </a:xfrm>
            </p:grpSpPr>
            <p:sp>
              <p:nvSpPr>
                <p:cNvPr id="51" name="Freeform 32">
                  <a:extLst>
                    <a:ext uri="{FF2B5EF4-FFF2-40B4-BE49-F238E27FC236}">
                      <a16:creationId xmlns:a16="http://schemas.microsoft.com/office/drawing/2014/main" id="{A25B1FAC-A6FC-2963-B6AE-A09BB2790B8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 name="Freeform 33">
                  <a:extLst>
                    <a:ext uri="{FF2B5EF4-FFF2-40B4-BE49-F238E27FC236}">
                      <a16:creationId xmlns:a16="http://schemas.microsoft.com/office/drawing/2014/main" id="{C5183B2D-9F31-217B-1F64-8C217E84652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9" name="Line 34">
                <a:extLst>
                  <a:ext uri="{FF2B5EF4-FFF2-40B4-BE49-F238E27FC236}">
                    <a16:creationId xmlns:a16="http://schemas.microsoft.com/office/drawing/2014/main" id="{EE9F578B-9DFE-CA45-F1B3-26E90BAD6AC3}"/>
                  </a:ext>
                </a:extLst>
              </p:cNvPr>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 name="Line 35">
                <a:extLst>
                  <a:ext uri="{FF2B5EF4-FFF2-40B4-BE49-F238E27FC236}">
                    <a16:creationId xmlns:a16="http://schemas.microsoft.com/office/drawing/2014/main" id="{04C4CE23-B99B-C990-01B1-C07FCDA316AB}"/>
                  </a:ext>
                </a:extLst>
              </p:cNvPr>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64" name="Group 63">
              <a:extLst>
                <a:ext uri="{FF2B5EF4-FFF2-40B4-BE49-F238E27FC236}">
                  <a16:creationId xmlns:a16="http://schemas.microsoft.com/office/drawing/2014/main" id="{13FC17F9-F2E9-F794-5D4B-6F6C2B37951B}"/>
                </a:ext>
              </a:extLst>
            </p:cNvPr>
            <p:cNvGrpSpPr>
              <a:grpSpLocks/>
            </p:cNvGrpSpPr>
            <p:nvPr/>
          </p:nvGrpSpPr>
          <p:grpSpPr bwMode="auto">
            <a:xfrm>
              <a:off x="1762287" y="4467933"/>
              <a:ext cx="617538" cy="250825"/>
              <a:chOff x="2356" y="1300"/>
              <a:chExt cx="555" cy="194"/>
            </a:xfrm>
          </p:grpSpPr>
          <p:sp>
            <p:nvSpPr>
              <p:cNvPr id="465" name="Oval 407">
                <a:extLst>
                  <a:ext uri="{FF2B5EF4-FFF2-40B4-BE49-F238E27FC236}">
                    <a16:creationId xmlns:a16="http://schemas.microsoft.com/office/drawing/2014/main" id="{25FD9314-FBF6-7300-151F-20FB1F06ADC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sp>
            <p:nvSpPr>
              <p:cNvPr id="466" name="Rectangle 410">
                <a:extLst>
                  <a:ext uri="{FF2B5EF4-FFF2-40B4-BE49-F238E27FC236}">
                    <a16:creationId xmlns:a16="http://schemas.microsoft.com/office/drawing/2014/main" id="{58EF4EBF-4202-19F9-4A35-335B0E0C648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en-US" altLang="en-US" sz="2400">
                  <a:latin typeface="Times New Roman" panose="02020603050405020304" pitchFamily="18" charset="0"/>
                  <a:cs typeface="Arial" panose="020B0604020202020204" pitchFamily="34" charset="0"/>
                </a:endParaRPr>
              </a:p>
            </p:txBody>
          </p:sp>
          <p:sp>
            <p:nvSpPr>
              <p:cNvPr id="467" name="Oval 411">
                <a:extLst>
                  <a:ext uri="{FF2B5EF4-FFF2-40B4-BE49-F238E27FC236}">
                    <a16:creationId xmlns:a16="http://schemas.microsoft.com/office/drawing/2014/main" id="{D4178442-F6D4-732F-68BA-848FE99E20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grpSp>
            <p:nvGrpSpPr>
              <p:cNvPr id="468" name="Group 67">
                <a:extLst>
                  <a:ext uri="{FF2B5EF4-FFF2-40B4-BE49-F238E27FC236}">
                    <a16:creationId xmlns:a16="http://schemas.microsoft.com/office/drawing/2014/main" id="{3199ADB8-B838-A3E2-F8F3-3A1B7465EC3A}"/>
                  </a:ext>
                </a:extLst>
              </p:cNvPr>
              <p:cNvGrpSpPr>
                <a:grpSpLocks/>
              </p:cNvGrpSpPr>
              <p:nvPr/>
            </p:nvGrpSpPr>
            <p:grpSpPr bwMode="auto">
              <a:xfrm>
                <a:off x="2468" y="1332"/>
                <a:ext cx="310" cy="60"/>
                <a:chOff x="2468" y="1332"/>
                <a:chExt cx="310" cy="60"/>
              </a:xfrm>
            </p:grpSpPr>
            <p:sp>
              <p:nvSpPr>
                <p:cNvPr id="471" name="Freeform 68">
                  <a:extLst>
                    <a:ext uri="{FF2B5EF4-FFF2-40B4-BE49-F238E27FC236}">
                      <a16:creationId xmlns:a16="http://schemas.microsoft.com/office/drawing/2014/main" id="{220674B6-7F56-40E4-114A-A9DCF37E332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2" name="Freeform 69">
                  <a:extLst>
                    <a:ext uri="{FF2B5EF4-FFF2-40B4-BE49-F238E27FC236}">
                      <a16:creationId xmlns:a16="http://schemas.microsoft.com/office/drawing/2014/main" id="{286A702E-D482-F8E9-1184-9F5345574FE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69" name="Line 70">
                <a:extLst>
                  <a:ext uri="{FF2B5EF4-FFF2-40B4-BE49-F238E27FC236}">
                    <a16:creationId xmlns:a16="http://schemas.microsoft.com/office/drawing/2014/main" id="{8F09C30D-23ED-63C5-085B-882863CA1F56}"/>
                  </a:ext>
                </a:extLst>
              </p:cNvPr>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70" name="Line 71">
                <a:extLst>
                  <a:ext uri="{FF2B5EF4-FFF2-40B4-BE49-F238E27FC236}">
                    <a16:creationId xmlns:a16="http://schemas.microsoft.com/office/drawing/2014/main" id="{D5EBF37C-70BB-A25F-37A7-316F695410E3}"/>
                  </a:ext>
                </a:extLst>
              </p:cNvPr>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477" name="Rectangle 476">
            <a:extLst>
              <a:ext uri="{FF2B5EF4-FFF2-40B4-BE49-F238E27FC236}">
                <a16:creationId xmlns:a16="http://schemas.microsoft.com/office/drawing/2014/main" id="{393A9B67-5918-4542-3F89-B775F2496349}"/>
              </a:ext>
            </a:extLst>
          </p:cNvPr>
          <p:cNvSpPr/>
          <p:nvPr/>
        </p:nvSpPr>
        <p:spPr>
          <a:xfrm>
            <a:off x="244045" y="2267212"/>
            <a:ext cx="1152000" cy="252000"/>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1400" b="1" dirty="0"/>
              <a:t>echo request</a:t>
            </a:r>
          </a:p>
        </p:txBody>
      </p:sp>
      <p:sp>
        <p:nvSpPr>
          <p:cNvPr id="480" name="Rectangle 479">
            <a:extLst>
              <a:ext uri="{FF2B5EF4-FFF2-40B4-BE49-F238E27FC236}">
                <a16:creationId xmlns:a16="http://schemas.microsoft.com/office/drawing/2014/main" id="{329A7156-CD8A-AB7F-072A-56492C322DD2}"/>
              </a:ext>
            </a:extLst>
          </p:cNvPr>
          <p:cNvSpPr/>
          <p:nvPr/>
        </p:nvSpPr>
        <p:spPr>
          <a:xfrm flipH="1">
            <a:off x="6009362" y="2342971"/>
            <a:ext cx="1152000" cy="252000"/>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1400" b="1" dirty="0"/>
              <a:t>echo reply</a:t>
            </a:r>
          </a:p>
        </p:txBody>
      </p:sp>
      <p:grpSp>
        <p:nvGrpSpPr>
          <p:cNvPr id="502" name="Group 501">
            <a:extLst>
              <a:ext uri="{FF2B5EF4-FFF2-40B4-BE49-F238E27FC236}">
                <a16:creationId xmlns:a16="http://schemas.microsoft.com/office/drawing/2014/main" id="{EBBB3798-E37F-2BDB-C4C1-6F5809749373}"/>
              </a:ext>
            </a:extLst>
          </p:cNvPr>
          <p:cNvGrpSpPr/>
          <p:nvPr/>
        </p:nvGrpSpPr>
        <p:grpSpPr>
          <a:xfrm>
            <a:off x="810237" y="3317322"/>
            <a:ext cx="5893644" cy="936000"/>
            <a:chOff x="1205656" y="3708400"/>
            <a:chExt cx="5893644" cy="936000"/>
          </a:xfrm>
        </p:grpSpPr>
        <p:cxnSp>
          <p:nvCxnSpPr>
            <p:cNvPr id="486" name="Straight Arrow Connector 485">
              <a:extLst>
                <a:ext uri="{FF2B5EF4-FFF2-40B4-BE49-F238E27FC236}">
                  <a16:creationId xmlns:a16="http://schemas.microsoft.com/office/drawing/2014/main" id="{0377DD09-9CD9-CB44-906F-C94C00C63FC5}"/>
                </a:ext>
              </a:extLst>
            </p:cNvPr>
            <p:cNvCxnSpPr/>
            <p:nvPr/>
          </p:nvCxnSpPr>
          <p:spPr>
            <a:xfrm>
              <a:off x="1205656" y="3708400"/>
              <a:ext cx="5893644" cy="936000"/>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88" name="TextBox 487">
              <a:extLst>
                <a:ext uri="{FF2B5EF4-FFF2-40B4-BE49-F238E27FC236}">
                  <a16:creationId xmlns:a16="http://schemas.microsoft.com/office/drawing/2014/main" id="{A4C1C18B-5723-58D7-8BFE-99B731237E2B}"/>
                </a:ext>
              </a:extLst>
            </p:cNvPr>
            <p:cNvSpPr txBox="1"/>
            <p:nvPr/>
          </p:nvSpPr>
          <p:spPr>
            <a:xfrm rot="540000">
              <a:off x="2998400" y="3811321"/>
              <a:ext cx="2351926" cy="369332"/>
            </a:xfrm>
            <a:prstGeom prst="rect">
              <a:avLst/>
            </a:prstGeom>
            <a:noFill/>
          </p:spPr>
          <p:txBody>
            <a:bodyPr wrap="none" rtlCol="0">
              <a:spAutoFit/>
            </a:bodyPr>
            <a:lstStyle/>
            <a:p>
              <a:r>
                <a:rPr lang="en-US" b="1" dirty="0">
                  <a:latin typeface="Arial" panose="020B0604020202020204" pitchFamily="34" charset="0"/>
                  <a:cs typeface="Arial" panose="020B0604020202020204" pitchFamily="34" charset="0"/>
                </a:rPr>
                <a:t>ICMP(echo request)</a:t>
              </a:r>
            </a:p>
          </p:txBody>
        </p:sp>
      </p:grpSp>
      <p:grpSp>
        <p:nvGrpSpPr>
          <p:cNvPr id="503" name="Group 502">
            <a:extLst>
              <a:ext uri="{FF2B5EF4-FFF2-40B4-BE49-F238E27FC236}">
                <a16:creationId xmlns:a16="http://schemas.microsoft.com/office/drawing/2014/main" id="{6217050F-AC13-69AB-33B5-7152532648EE}"/>
              </a:ext>
            </a:extLst>
          </p:cNvPr>
          <p:cNvGrpSpPr/>
          <p:nvPr/>
        </p:nvGrpSpPr>
        <p:grpSpPr>
          <a:xfrm>
            <a:off x="804421" y="4485531"/>
            <a:ext cx="5893644" cy="936000"/>
            <a:chOff x="1199840" y="4876609"/>
            <a:chExt cx="5893644" cy="936000"/>
          </a:xfrm>
        </p:grpSpPr>
        <p:cxnSp>
          <p:nvCxnSpPr>
            <p:cNvPr id="487" name="Straight Arrow Connector 486">
              <a:extLst>
                <a:ext uri="{FF2B5EF4-FFF2-40B4-BE49-F238E27FC236}">
                  <a16:creationId xmlns:a16="http://schemas.microsoft.com/office/drawing/2014/main" id="{54538459-EAEA-521E-9194-E0A55741FE13}"/>
                </a:ext>
              </a:extLst>
            </p:cNvPr>
            <p:cNvCxnSpPr>
              <a:cxnSpLocks/>
            </p:cNvCxnSpPr>
            <p:nvPr/>
          </p:nvCxnSpPr>
          <p:spPr>
            <a:xfrm flipH="1">
              <a:off x="1199840" y="4876609"/>
              <a:ext cx="5893644" cy="936000"/>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89" name="TextBox 488">
              <a:extLst>
                <a:ext uri="{FF2B5EF4-FFF2-40B4-BE49-F238E27FC236}">
                  <a16:creationId xmlns:a16="http://schemas.microsoft.com/office/drawing/2014/main" id="{F93F6C8F-21C2-48A4-A201-F5231EB7E890}"/>
                </a:ext>
              </a:extLst>
            </p:cNvPr>
            <p:cNvSpPr txBox="1"/>
            <p:nvPr/>
          </p:nvSpPr>
          <p:spPr>
            <a:xfrm rot="21060000" flipH="1">
              <a:off x="3012093" y="4987894"/>
              <a:ext cx="2146742" cy="369332"/>
            </a:xfrm>
            <a:prstGeom prst="rect">
              <a:avLst/>
            </a:prstGeom>
            <a:noFill/>
          </p:spPr>
          <p:txBody>
            <a:bodyPr wrap="none" rtlCol="0">
              <a:spAutoFit/>
            </a:bodyPr>
            <a:lstStyle/>
            <a:p>
              <a:r>
                <a:rPr lang="en-US" b="1" dirty="0">
                  <a:latin typeface="Arial" panose="020B0604020202020204" pitchFamily="34" charset="0"/>
                  <a:cs typeface="Arial" panose="020B0604020202020204" pitchFamily="34" charset="0"/>
                </a:rPr>
                <a:t>ICMP(echo reply)</a:t>
              </a:r>
            </a:p>
          </p:txBody>
        </p:sp>
      </p:grpSp>
      <p:grpSp>
        <p:nvGrpSpPr>
          <p:cNvPr id="504" name="Group 503">
            <a:extLst>
              <a:ext uri="{FF2B5EF4-FFF2-40B4-BE49-F238E27FC236}">
                <a16:creationId xmlns:a16="http://schemas.microsoft.com/office/drawing/2014/main" id="{44B617DC-C68E-F8AD-311A-6561510D7A63}"/>
              </a:ext>
            </a:extLst>
          </p:cNvPr>
          <p:cNvGrpSpPr/>
          <p:nvPr/>
        </p:nvGrpSpPr>
        <p:grpSpPr>
          <a:xfrm>
            <a:off x="375646" y="3307594"/>
            <a:ext cx="400347" cy="2127656"/>
            <a:chOff x="771065" y="3698672"/>
            <a:chExt cx="400347" cy="2127656"/>
          </a:xfrm>
        </p:grpSpPr>
        <p:cxnSp>
          <p:nvCxnSpPr>
            <p:cNvPr id="491" name="Straight Connector 490">
              <a:extLst>
                <a:ext uri="{FF2B5EF4-FFF2-40B4-BE49-F238E27FC236}">
                  <a16:creationId xmlns:a16="http://schemas.microsoft.com/office/drawing/2014/main" id="{35E026DA-7941-5B82-CC57-7B4EA12069FC}"/>
                </a:ext>
              </a:extLst>
            </p:cNvPr>
            <p:cNvCxnSpPr/>
            <p:nvPr/>
          </p:nvCxnSpPr>
          <p:spPr>
            <a:xfrm>
              <a:off x="991412" y="3698672"/>
              <a:ext cx="180000" cy="0"/>
            </a:xfrm>
            <a:prstGeom prst="line">
              <a:avLst/>
            </a:prstGeom>
            <a:ln w="2540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492" name="Straight Connector 491">
              <a:extLst>
                <a:ext uri="{FF2B5EF4-FFF2-40B4-BE49-F238E27FC236}">
                  <a16:creationId xmlns:a16="http://schemas.microsoft.com/office/drawing/2014/main" id="{D34405B3-44FA-BCBC-F390-7783E74AD1C9}"/>
                </a:ext>
              </a:extLst>
            </p:cNvPr>
            <p:cNvCxnSpPr/>
            <p:nvPr/>
          </p:nvCxnSpPr>
          <p:spPr>
            <a:xfrm>
              <a:off x="988440" y="5826328"/>
              <a:ext cx="180000" cy="0"/>
            </a:xfrm>
            <a:prstGeom prst="line">
              <a:avLst/>
            </a:prstGeom>
            <a:ln w="25400">
              <a:solidFill>
                <a:srgbClr val="FF0000"/>
              </a:solidFill>
            </a:ln>
          </p:spPr>
          <p:style>
            <a:lnRef idx="1">
              <a:schemeClr val="accent2"/>
            </a:lnRef>
            <a:fillRef idx="0">
              <a:schemeClr val="accent2"/>
            </a:fillRef>
            <a:effectRef idx="0">
              <a:schemeClr val="accent2"/>
            </a:effectRef>
            <a:fontRef idx="minor">
              <a:schemeClr val="tx1"/>
            </a:fontRef>
          </p:style>
        </p:cxnSp>
        <p:cxnSp>
          <p:nvCxnSpPr>
            <p:cNvPr id="494" name="Straight Arrow Connector 493">
              <a:extLst>
                <a:ext uri="{FF2B5EF4-FFF2-40B4-BE49-F238E27FC236}">
                  <a16:creationId xmlns:a16="http://schemas.microsoft.com/office/drawing/2014/main" id="{A00EB685-843D-D264-DD8D-F3E54F3AD2F5}"/>
                </a:ext>
              </a:extLst>
            </p:cNvPr>
            <p:cNvCxnSpPr/>
            <p:nvPr/>
          </p:nvCxnSpPr>
          <p:spPr>
            <a:xfrm>
              <a:off x="1081412" y="3698672"/>
              <a:ext cx="0" cy="2124000"/>
            </a:xfrm>
            <a:prstGeom prst="straightConnector1">
              <a:avLst/>
            </a:prstGeom>
            <a:ln w="2540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95" name="TextBox 494">
              <a:extLst>
                <a:ext uri="{FF2B5EF4-FFF2-40B4-BE49-F238E27FC236}">
                  <a16:creationId xmlns:a16="http://schemas.microsoft.com/office/drawing/2014/main" id="{64B6F7EE-D8CB-7440-E720-1E40F02D186B}"/>
                </a:ext>
              </a:extLst>
            </p:cNvPr>
            <p:cNvSpPr txBox="1"/>
            <p:nvPr/>
          </p:nvSpPr>
          <p:spPr>
            <a:xfrm rot="16200000">
              <a:off x="80844" y="4562538"/>
              <a:ext cx="1688219" cy="307777"/>
            </a:xfrm>
            <a:prstGeom prst="rect">
              <a:avLst/>
            </a:prstGeom>
            <a:noFill/>
          </p:spPr>
          <p:txBody>
            <a:bodyPr wrap="none" rtlCol="0">
              <a:spAutoFit/>
            </a:bodyPr>
            <a:lstStyle/>
            <a:p>
              <a:r>
                <a:rPr lang="en-US" sz="1400" b="1" dirty="0">
                  <a:solidFill>
                    <a:srgbClr val="FF0000"/>
                  </a:solidFill>
                  <a:latin typeface="Arial" panose="020B0604020202020204" pitchFamily="34" charset="0"/>
                  <a:cs typeface="Arial" panose="020B0604020202020204" pitchFamily="34" charset="0"/>
                </a:rPr>
                <a:t>ping time (</a:t>
              </a:r>
              <a:r>
                <a:rPr lang="en-US" sz="1400" b="1" dirty="0">
                  <a:solidFill>
                    <a:srgbClr val="FF0000"/>
                  </a:solidFill>
                  <a:latin typeface="Arial" panose="020B0604020202020204" pitchFamily="34" charset="0"/>
                  <a:cs typeface="Arial" panose="020B0604020202020204" pitchFamily="34" charset="0"/>
                  <a:sym typeface="Symbol" panose="05050102010706020507" pitchFamily="18" charset="2"/>
                </a:rPr>
                <a:t> </a:t>
              </a:r>
              <a:r>
                <a:rPr lang="en-US" sz="1400" b="1" i="1" dirty="0">
                  <a:solidFill>
                    <a:srgbClr val="FF0000"/>
                  </a:solidFill>
                  <a:latin typeface="Arial" panose="020B0604020202020204" pitchFamily="34" charset="0"/>
                  <a:cs typeface="Arial" panose="020B0604020202020204" pitchFamily="34" charset="0"/>
                </a:rPr>
                <a:t>RTT</a:t>
              </a:r>
              <a:r>
                <a:rPr lang="en-US" sz="1400" b="1" dirty="0">
                  <a:solidFill>
                    <a:srgbClr val="FF0000"/>
                  </a:solidFill>
                  <a:latin typeface="Arial" panose="020B0604020202020204" pitchFamily="34" charset="0"/>
                  <a:cs typeface="Arial" panose="020B0604020202020204" pitchFamily="34" charset="0"/>
                </a:rPr>
                <a:t>)</a:t>
              </a:r>
            </a:p>
          </p:txBody>
        </p:sp>
      </p:grpSp>
      <p:grpSp>
        <p:nvGrpSpPr>
          <p:cNvPr id="501" name="Group 500">
            <a:extLst>
              <a:ext uri="{FF2B5EF4-FFF2-40B4-BE49-F238E27FC236}">
                <a16:creationId xmlns:a16="http://schemas.microsoft.com/office/drawing/2014/main" id="{345E2AE6-687F-E55B-1535-DCA613CC5586}"/>
              </a:ext>
            </a:extLst>
          </p:cNvPr>
          <p:cNvGrpSpPr/>
          <p:nvPr/>
        </p:nvGrpSpPr>
        <p:grpSpPr>
          <a:xfrm>
            <a:off x="810237" y="3033480"/>
            <a:ext cx="6509468" cy="2758114"/>
            <a:chOff x="1205656" y="3424558"/>
            <a:chExt cx="6509468" cy="2758114"/>
          </a:xfrm>
        </p:grpSpPr>
        <p:cxnSp>
          <p:nvCxnSpPr>
            <p:cNvPr id="483" name="Straight Connector 482">
              <a:extLst>
                <a:ext uri="{FF2B5EF4-FFF2-40B4-BE49-F238E27FC236}">
                  <a16:creationId xmlns:a16="http://schemas.microsoft.com/office/drawing/2014/main" id="{C3EA5DD2-6DF0-4372-6CFF-937FDF6CE6D0}"/>
                </a:ext>
              </a:extLst>
            </p:cNvPr>
            <p:cNvCxnSpPr/>
            <p:nvPr/>
          </p:nvCxnSpPr>
          <p:spPr>
            <a:xfrm>
              <a:off x="1205656" y="3438480"/>
              <a:ext cx="0" cy="270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32915F59-5B81-E74B-5BDC-E280D6478F5A}"/>
                </a:ext>
              </a:extLst>
            </p:cNvPr>
            <p:cNvCxnSpPr/>
            <p:nvPr/>
          </p:nvCxnSpPr>
          <p:spPr>
            <a:xfrm>
              <a:off x="7097948" y="3424558"/>
              <a:ext cx="0" cy="270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1C3DF19C-DAC2-B21F-9644-52CA1AB34A27}"/>
                </a:ext>
              </a:extLst>
            </p:cNvPr>
            <p:cNvCxnSpPr>
              <a:cxnSpLocks/>
            </p:cNvCxnSpPr>
            <p:nvPr/>
          </p:nvCxnSpPr>
          <p:spPr>
            <a:xfrm>
              <a:off x="7235477" y="5822672"/>
              <a:ext cx="0" cy="360000"/>
            </a:xfrm>
            <a:prstGeom prst="line">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98" name="TextBox 497">
              <a:extLst>
                <a:ext uri="{FF2B5EF4-FFF2-40B4-BE49-F238E27FC236}">
                  <a16:creationId xmlns:a16="http://schemas.microsoft.com/office/drawing/2014/main" id="{AE566A8A-3285-356B-A8A9-FCC789C884B4}"/>
                </a:ext>
              </a:extLst>
            </p:cNvPr>
            <p:cNvSpPr txBox="1"/>
            <p:nvPr/>
          </p:nvSpPr>
          <p:spPr>
            <a:xfrm>
              <a:off x="7201842" y="5864172"/>
              <a:ext cx="513282" cy="276999"/>
            </a:xfrm>
            <a:prstGeom prst="rect">
              <a:avLst/>
            </a:prstGeom>
            <a:noFill/>
          </p:spPr>
          <p:txBody>
            <a:bodyPr wrap="none" rtlCol="0">
              <a:spAutoFit/>
            </a:bodyPr>
            <a:lstStyle/>
            <a:p>
              <a:r>
                <a:rPr lang="en-US" sz="1200" b="1" dirty="0">
                  <a:latin typeface="IRANSans(FaNum)" panose="02040503050201020203" pitchFamily="18" charset="-78"/>
                  <a:cs typeface="IRANSans(FaNum)" panose="02040503050201020203" pitchFamily="18" charset="-78"/>
                </a:rPr>
                <a:t>time</a:t>
              </a:r>
            </a:p>
          </p:txBody>
        </p:sp>
      </p:grpSp>
    </p:spTree>
    <p:extLst>
      <p:ext uri="{BB962C8B-B14F-4D97-AF65-F5344CB8AC3E}">
        <p14:creationId xmlns:p14="http://schemas.microsoft.com/office/powerpoint/2010/main" val="239011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518"/>
                                        </p:tgtEl>
                                        <p:attrNameLst>
                                          <p:attrName>style.visibility</p:attrName>
                                        </p:attrNameLst>
                                      </p:cBhvr>
                                      <p:to>
                                        <p:strVal val="visible"/>
                                      </p:to>
                                    </p:set>
                                    <p:animEffect transition="in" filter="fade">
                                      <p:cBhvr>
                                        <p:cTn id="13" dur="1000"/>
                                        <p:tgtEl>
                                          <p:spTgt spid="518"/>
                                        </p:tgtEl>
                                      </p:cBhvr>
                                    </p:animEffect>
                                    <p:anim calcmode="lin" valueType="num">
                                      <p:cBhvr>
                                        <p:cTn id="14" dur="1000" fill="hold"/>
                                        <p:tgtEl>
                                          <p:spTgt spid="518"/>
                                        </p:tgtEl>
                                        <p:attrNameLst>
                                          <p:attrName>ppt_x</p:attrName>
                                        </p:attrNameLst>
                                      </p:cBhvr>
                                      <p:tavLst>
                                        <p:tav tm="0">
                                          <p:val>
                                            <p:strVal val="#ppt_x"/>
                                          </p:val>
                                        </p:tav>
                                        <p:tav tm="100000">
                                          <p:val>
                                            <p:strVal val="#ppt_x"/>
                                          </p:val>
                                        </p:tav>
                                      </p:tavLst>
                                    </p:anim>
                                    <p:anim calcmode="lin" valueType="num">
                                      <p:cBhvr>
                                        <p:cTn id="15" dur="1000" fill="hold"/>
                                        <p:tgtEl>
                                          <p:spTgt spid="518"/>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9" presetClass="entr" presetSubtype="0" fill="hold" nodeType="afterEffect">
                                  <p:stCondLst>
                                    <p:cond delay="0"/>
                                  </p:stCondLst>
                                  <p:childTnLst>
                                    <p:set>
                                      <p:cBhvr>
                                        <p:cTn id="18" dur="1" fill="hold">
                                          <p:stCondLst>
                                            <p:cond delay="0"/>
                                          </p:stCondLst>
                                        </p:cTn>
                                        <p:tgtEl>
                                          <p:spTgt spid="481"/>
                                        </p:tgtEl>
                                        <p:attrNameLst>
                                          <p:attrName>style.visibility</p:attrName>
                                        </p:attrNameLst>
                                      </p:cBhvr>
                                      <p:to>
                                        <p:strVal val="visible"/>
                                      </p:to>
                                    </p:set>
                                    <p:animEffect transition="in" filter="dissolve">
                                      <p:cBhvr>
                                        <p:cTn id="19" dur="500"/>
                                        <p:tgtEl>
                                          <p:spTgt spid="481"/>
                                        </p:tgtEl>
                                      </p:cBhvr>
                                    </p:animEffect>
                                  </p:childTnLst>
                                </p:cTn>
                              </p:par>
                              <p:par>
                                <p:cTn id="20" presetID="9" presetClass="entr" presetSubtype="0" fill="hold" nodeType="withEffect">
                                  <p:stCondLst>
                                    <p:cond delay="0"/>
                                  </p:stCondLst>
                                  <p:childTnLst>
                                    <p:set>
                                      <p:cBhvr>
                                        <p:cTn id="21" dur="1" fill="hold">
                                          <p:stCondLst>
                                            <p:cond delay="0"/>
                                          </p:stCondLst>
                                        </p:cTn>
                                        <p:tgtEl>
                                          <p:spTgt spid="501"/>
                                        </p:tgtEl>
                                        <p:attrNameLst>
                                          <p:attrName>style.visibility</p:attrName>
                                        </p:attrNameLst>
                                      </p:cBhvr>
                                      <p:to>
                                        <p:strVal val="visible"/>
                                      </p:to>
                                    </p:set>
                                    <p:animEffect transition="in" filter="dissolve">
                                      <p:cBhvr>
                                        <p:cTn id="22" dur="500"/>
                                        <p:tgtEl>
                                          <p:spTgt spid="501"/>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477"/>
                                        </p:tgtEl>
                                        <p:attrNameLst>
                                          <p:attrName>style.visibility</p:attrName>
                                        </p:attrNameLst>
                                      </p:cBhvr>
                                      <p:to>
                                        <p:strVal val="visible"/>
                                      </p:to>
                                    </p:set>
                                    <p:anim calcmode="lin" valueType="num">
                                      <p:cBhvr>
                                        <p:cTn id="27" dur="500" fill="hold"/>
                                        <p:tgtEl>
                                          <p:spTgt spid="477"/>
                                        </p:tgtEl>
                                        <p:attrNameLst>
                                          <p:attrName>ppt_w</p:attrName>
                                        </p:attrNameLst>
                                      </p:cBhvr>
                                      <p:tavLst>
                                        <p:tav tm="0">
                                          <p:val>
                                            <p:fltVal val="0"/>
                                          </p:val>
                                        </p:tav>
                                        <p:tav tm="100000">
                                          <p:val>
                                            <p:strVal val="#ppt_w"/>
                                          </p:val>
                                        </p:tav>
                                      </p:tavLst>
                                    </p:anim>
                                    <p:anim calcmode="lin" valueType="num">
                                      <p:cBhvr>
                                        <p:cTn id="28" dur="500" fill="hold"/>
                                        <p:tgtEl>
                                          <p:spTgt spid="477"/>
                                        </p:tgtEl>
                                        <p:attrNameLst>
                                          <p:attrName>ppt_h</p:attrName>
                                        </p:attrNameLst>
                                      </p:cBhvr>
                                      <p:tavLst>
                                        <p:tav tm="0">
                                          <p:val>
                                            <p:fltVal val="0"/>
                                          </p:val>
                                        </p:tav>
                                        <p:tav tm="100000">
                                          <p:val>
                                            <p:strVal val="#ppt_h"/>
                                          </p:val>
                                        </p:tav>
                                      </p:tavLst>
                                    </p:anim>
                                    <p:animEffect transition="in" filter="fade">
                                      <p:cBhvr>
                                        <p:cTn id="29" dur="500"/>
                                        <p:tgtEl>
                                          <p:spTgt spid="477"/>
                                        </p:tgtEl>
                                      </p:cBhvr>
                                    </p:animEffect>
                                  </p:childTnLst>
                                </p:cTn>
                              </p:par>
                            </p:childTnLst>
                          </p:cTn>
                        </p:par>
                        <p:par>
                          <p:cTn id="30" fill="hold">
                            <p:stCondLst>
                              <p:cond delay="500"/>
                            </p:stCondLst>
                            <p:childTnLst>
                              <p:par>
                                <p:cTn id="31" presetID="37" presetClass="path" presetSubtype="0" accel="50000" decel="50000" fill="hold" grpId="1" nodeType="afterEffect">
                                  <p:stCondLst>
                                    <p:cond delay="0"/>
                                  </p:stCondLst>
                                  <p:childTnLst>
                                    <p:animMotion origin="layout" path="M 0.00052 -0.00023 L 0.12812 -0.02986 C 0.15469 -0.03611 0.19453 -0.03889 0.23646 -0.03889 C 0.28411 -0.03889 0.32226 -0.03611 0.34883 -0.02986 L 0.47656 -0.00023 " pathEditMode="relative" rAng="0" ptsTypes="AAAAA">
                                      <p:cBhvr>
                                        <p:cTn id="32" dur="2000" fill="hold"/>
                                        <p:tgtEl>
                                          <p:spTgt spid="477"/>
                                        </p:tgtEl>
                                        <p:attrNameLst>
                                          <p:attrName>ppt_x</p:attrName>
                                          <p:attrName>ppt_y</p:attrName>
                                        </p:attrNameLst>
                                      </p:cBhvr>
                                      <p:rCtr x="23802" y="-1944"/>
                                    </p:animMotion>
                                  </p:childTnLst>
                                </p:cTn>
                              </p:par>
                            </p:childTnLst>
                          </p:cTn>
                        </p:par>
                        <p:par>
                          <p:cTn id="33" fill="hold">
                            <p:stCondLst>
                              <p:cond delay="2500"/>
                            </p:stCondLst>
                            <p:childTnLst>
                              <p:par>
                                <p:cTn id="34" presetID="9" presetClass="exit" presetSubtype="0" fill="hold" grpId="2" nodeType="afterEffect">
                                  <p:stCondLst>
                                    <p:cond delay="0"/>
                                  </p:stCondLst>
                                  <p:childTnLst>
                                    <p:animEffect transition="out" filter="dissolve">
                                      <p:cBhvr>
                                        <p:cTn id="35" dur="500"/>
                                        <p:tgtEl>
                                          <p:spTgt spid="477"/>
                                        </p:tgtEl>
                                      </p:cBhvr>
                                    </p:animEffect>
                                    <p:set>
                                      <p:cBhvr>
                                        <p:cTn id="36" dur="1" fill="hold">
                                          <p:stCondLst>
                                            <p:cond delay="499"/>
                                          </p:stCondLst>
                                        </p:cTn>
                                        <p:tgtEl>
                                          <p:spTgt spid="477"/>
                                        </p:tgtEl>
                                        <p:attrNameLst>
                                          <p:attrName>style.visibility</p:attrName>
                                        </p:attrNameLst>
                                      </p:cBhvr>
                                      <p:to>
                                        <p:strVal val="hidden"/>
                                      </p:to>
                                    </p:set>
                                  </p:childTnLst>
                                </p:cTn>
                              </p:par>
                              <p:par>
                                <p:cTn id="37" presetID="22" presetClass="entr" presetSubtype="8" fill="hold" nodeType="withEffect">
                                  <p:stCondLst>
                                    <p:cond delay="0"/>
                                  </p:stCondLst>
                                  <p:childTnLst>
                                    <p:set>
                                      <p:cBhvr>
                                        <p:cTn id="38" dur="1" fill="hold">
                                          <p:stCondLst>
                                            <p:cond delay="0"/>
                                          </p:stCondLst>
                                        </p:cTn>
                                        <p:tgtEl>
                                          <p:spTgt spid="502"/>
                                        </p:tgtEl>
                                        <p:attrNameLst>
                                          <p:attrName>style.visibility</p:attrName>
                                        </p:attrNameLst>
                                      </p:cBhvr>
                                      <p:to>
                                        <p:strVal val="visible"/>
                                      </p:to>
                                    </p:set>
                                    <p:animEffect transition="in" filter="wipe(left)">
                                      <p:cBhvr>
                                        <p:cTn id="39" dur="500"/>
                                        <p:tgtEl>
                                          <p:spTgt spid="502"/>
                                        </p:tgtEl>
                                      </p:cBhvr>
                                    </p:animEffec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grpId="0" nodeType="clickEffect">
                                  <p:stCondLst>
                                    <p:cond delay="0"/>
                                  </p:stCondLst>
                                  <p:childTnLst>
                                    <p:set>
                                      <p:cBhvr>
                                        <p:cTn id="43" dur="1" fill="hold">
                                          <p:stCondLst>
                                            <p:cond delay="0"/>
                                          </p:stCondLst>
                                        </p:cTn>
                                        <p:tgtEl>
                                          <p:spTgt spid="480"/>
                                        </p:tgtEl>
                                        <p:attrNameLst>
                                          <p:attrName>style.visibility</p:attrName>
                                        </p:attrNameLst>
                                      </p:cBhvr>
                                      <p:to>
                                        <p:strVal val="visible"/>
                                      </p:to>
                                    </p:set>
                                    <p:anim calcmode="lin" valueType="num">
                                      <p:cBhvr>
                                        <p:cTn id="44" dur="500" fill="hold"/>
                                        <p:tgtEl>
                                          <p:spTgt spid="480"/>
                                        </p:tgtEl>
                                        <p:attrNameLst>
                                          <p:attrName>ppt_w</p:attrName>
                                        </p:attrNameLst>
                                      </p:cBhvr>
                                      <p:tavLst>
                                        <p:tav tm="0">
                                          <p:val>
                                            <p:fltVal val="0"/>
                                          </p:val>
                                        </p:tav>
                                        <p:tav tm="100000">
                                          <p:val>
                                            <p:strVal val="#ppt_w"/>
                                          </p:val>
                                        </p:tav>
                                      </p:tavLst>
                                    </p:anim>
                                    <p:anim calcmode="lin" valueType="num">
                                      <p:cBhvr>
                                        <p:cTn id="45" dur="500" fill="hold"/>
                                        <p:tgtEl>
                                          <p:spTgt spid="480"/>
                                        </p:tgtEl>
                                        <p:attrNameLst>
                                          <p:attrName>ppt_h</p:attrName>
                                        </p:attrNameLst>
                                      </p:cBhvr>
                                      <p:tavLst>
                                        <p:tav tm="0">
                                          <p:val>
                                            <p:fltVal val="0"/>
                                          </p:val>
                                        </p:tav>
                                        <p:tav tm="100000">
                                          <p:val>
                                            <p:strVal val="#ppt_h"/>
                                          </p:val>
                                        </p:tav>
                                      </p:tavLst>
                                    </p:anim>
                                    <p:animEffect transition="in" filter="fade">
                                      <p:cBhvr>
                                        <p:cTn id="46" dur="500"/>
                                        <p:tgtEl>
                                          <p:spTgt spid="480"/>
                                        </p:tgtEl>
                                      </p:cBhvr>
                                    </p:animEffect>
                                  </p:childTnLst>
                                </p:cTn>
                              </p:par>
                            </p:childTnLst>
                          </p:cTn>
                        </p:par>
                        <p:par>
                          <p:cTn id="47" fill="hold">
                            <p:stCondLst>
                              <p:cond delay="500"/>
                            </p:stCondLst>
                            <p:childTnLst>
                              <p:par>
                                <p:cTn id="48" presetID="37" presetClass="path" presetSubtype="0" accel="50000" decel="50000" fill="hold" grpId="1" nodeType="afterEffect">
                                  <p:stCondLst>
                                    <p:cond delay="0"/>
                                  </p:stCondLst>
                                  <p:childTnLst>
                                    <p:animMotion origin="layout" path="M 0.00013 -3.7037E-6 L -0.1289 0.07223 C -0.15546 0.08843 -0.19583 0.09468 -0.23776 0.09468 C -0.2858 0.09468 -0.32421 0.08843 -0.35104 0.07223 L -0.47968 -3.7037E-6 " pathEditMode="relative" rAng="0" ptsTypes="AAAAA">
                                      <p:cBhvr>
                                        <p:cTn id="49" dur="2000" fill="hold"/>
                                        <p:tgtEl>
                                          <p:spTgt spid="480"/>
                                        </p:tgtEl>
                                        <p:attrNameLst>
                                          <p:attrName>ppt_x</p:attrName>
                                          <p:attrName>ppt_y</p:attrName>
                                        </p:attrNameLst>
                                      </p:cBhvr>
                                      <p:rCtr x="-23997" y="4722"/>
                                    </p:animMotion>
                                  </p:childTnLst>
                                </p:cTn>
                              </p:par>
                            </p:childTnLst>
                          </p:cTn>
                        </p:par>
                        <p:par>
                          <p:cTn id="50" fill="hold">
                            <p:stCondLst>
                              <p:cond delay="2500"/>
                            </p:stCondLst>
                            <p:childTnLst>
                              <p:par>
                                <p:cTn id="51" presetID="9" presetClass="exit" presetSubtype="0" fill="hold" grpId="2" nodeType="afterEffect">
                                  <p:stCondLst>
                                    <p:cond delay="0"/>
                                  </p:stCondLst>
                                  <p:childTnLst>
                                    <p:animEffect transition="out" filter="dissolve">
                                      <p:cBhvr>
                                        <p:cTn id="52" dur="500"/>
                                        <p:tgtEl>
                                          <p:spTgt spid="480"/>
                                        </p:tgtEl>
                                      </p:cBhvr>
                                    </p:animEffect>
                                    <p:set>
                                      <p:cBhvr>
                                        <p:cTn id="53" dur="1" fill="hold">
                                          <p:stCondLst>
                                            <p:cond delay="499"/>
                                          </p:stCondLst>
                                        </p:cTn>
                                        <p:tgtEl>
                                          <p:spTgt spid="480"/>
                                        </p:tgtEl>
                                        <p:attrNameLst>
                                          <p:attrName>style.visibility</p:attrName>
                                        </p:attrNameLst>
                                      </p:cBhvr>
                                      <p:to>
                                        <p:strVal val="hidden"/>
                                      </p:to>
                                    </p:set>
                                  </p:childTnLst>
                                </p:cTn>
                              </p:par>
                              <p:par>
                                <p:cTn id="54" presetID="22" presetClass="entr" presetSubtype="2" fill="hold" nodeType="withEffect">
                                  <p:stCondLst>
                                    <p:cond delay="0"/>
                                  </p:stCondLst>
                                  <p:childTnLst>
                                    <p:set>
                                      <p:cBhvr>
                                        <p:cTn id="55" dur="1" fill="hold">
                                          <p:stCondLst>
                                            <p:cond delay="0"/>
                                          </p:stCondLst>
                                        </p:cTn>
                                        <p:tgtEl>
                                          <p:spTgt spid="503"/>
                                        </p:tgtEl>
                                        <p:attrNameLst>
                                          <p:attrName>style.visibility</p:attrName>
                                        </p:attrNameLst>
                                      </p:cBhvr>
                                      <p:to>
                                        <p:strVal val="visible"/>
                                      </p:to>
                                    </p:set>
                                    <p:animEffect transition="in" filter="wipe(right)">
                                      <p:cBhvr>
                                        <p:cTn id="56" dur="500"/>
                                        <p:tgtEl>
                                          <p:spTgt spid="503"/>
                                        </p:tgtEl>
                                      </p:cBhvr>
                                    </p:animEffect>
                                  </p:childTnLst>
                                </p:cTn>
                              </p:par>
                            </p:childTnLst>
                          </p:cTn>
                        </p:par>
                        <p:par>
                          <p:cTn id="57" fill="hold">
                            <p:stCondLst>
                              <p:cond delay="3000"/>
                            </p:stCondLst>
                            <p:childTnLst>
                              <p:par>
                                <p:cTn id="58" presetID="22" presetClass="entr" presetSubtype="1" fill="hold" nodeType="afterEffect">
                                  <p:stCondLst>
                                    <p:cond delay="0"/>
                                  </p:stCondLst>
                                  <p:childTnLst>
                                    <p:set>
                                      <p:cBhvr>
                                        <p:cTn id="59" dur="1" fill="hold">
                                          <p:stCondLst>
                                            <p:cond delay="0"/>
                                          </p:stCondLst>
                                        </p:cTn>
                                        <p:tgtEl>
                                          <p:spTgt spid="504"/>
                                        </p:tgtEl>
                                        <p:attrNameLst>
                                          <p:attrName>style.visibility</p:attrName>
                                        </p:attrNameLst>
                                      </p:cBhvr>
                                      <p:to>
                                        <p:strVal val="visible"/>
                                      </p:to>
                                    </p:set>
                                    <p:animEffect transition="in" filter="wipe(up)">
                                      <p:cBhvr>
                                        <p:cTn id="60" dur="500"/>
                                        <p:tgtEl>
                                          <p:spTgt spid="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 grpId="0"/>
      <p:bldP spid="477" grpId="0" animBg="1"/>
      <p:bldP spid="477" grpId="1" animBg="1"/>
      <p:bldP spid="477" grpId="2" animBg="1"/>
      <p:bldP spid="480" grpId="0" animBg="1"/>
      <p:bldP spid="480" grpId="1" animBg="1"/>
      <p:bldP spid="480" grpId="2"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467277"/>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en-US" b="1" dirty="0">
                <a:solidFill>
                  <a:srgbClr val="C00000"/>
                </a:solidFill>
                <a:latin typeface="IRANSans(FaNum)" panose="02040503050201020203" pitchFamily="18" charset="-78"/>
              </a:rPr>
              <a:t>ICMP</a:t>
            </a:r>
            <a:r>
              <a:rPr lang="fa-IR" b="1" dirty="0">
                <a:solidFill>
                  <a:srgbClr val="C00000"/>
                </a:solidFill>
                <a:latin typeface="IRANSans(FaNum)" panose="02040503050201020203" pitchFamily="18" charset="-78"/>
              </a:rPr>
              <a:t>: پروتکل مدیریت لایه شبکه</a:t>
            </a:r>
            <a:endParaRPr lang="fa-IR" sz="3600" b="1" dirty="0">
              <a:solidFill>
                <a:srgbClr val="0000FF"/>
              </a:solidFill>
            </a:endParaRPr>
          </a:p>
        </p:txBody>
      </p:sp>
      <p:sp>
        <p:nvSpPr>
          <p:cNvPr id="518" name="TextBox 517">
            <a:extLst>
              <a:ext uri="{FF2B5EF4-FFF2-40B4-BE49-F238E27FC236}">
                <a16:creationId xmlns:a16="http://schemas.microsoft.com/office/drawing/2014/main" id="{1888763C-8AEE-F178-BA16-2508775F1C0C}"/>
              </a:ext>
            </a:extLst>
          </p:cNvPr>
          <p:cNvSpPr txBox="1"/>
          <p:nvPr/>
        </p:nvSpPr>
        <p:spPr>
          <a:xfrm>
            <a:off x="479687" y="1255123"/>
            <a:ext cx="11471303" cy="3824124"/>
          </a:xfrm>
          <a:prstGeom prst="rect">
            <a:avLst/>
          </a:prstGeom>
          <a:noFill/>
        </p:spPr>
        <p:txBody>
          <a:bodyPr wrap="square">
            <a:spAutoFit/>
          </a:bodyPr>
          <a:lstStyle/>
          <a:p>
            <a:pPr algn="r" rtl="1">
              <a:lnSpc>
                <a:spcPct val="125000"/>
              </a:lnSpc>
              <a:spcBef>
                <a:spcPts val="0"/>
              </a:spcBef>
              <a:spcAft>
                <a:spcPts val="1200"/>
              </a:spcAft>
            </a:pPr>
            <a:r>
              <a:rPr lang="fa-IR" b="1" dirty="0">
                <a:solidFill>
                  <a:srgbClr val="0000FF"/>
                </a:solidFill>
                <a:latin typeface="IRANSans(FaNum)" panose="02040503050201020203" pitchFamily="18" charset="-78"/>
                <a:cs typeface="IRANSans(FaNum)" panose="02040503050201020203" pitchFamily="18" charset="-78"/>
              </a:rPr>
              <a:t>ابزار مدیریتی </a:t>
            </a:r>
            <a:r>
              <a:rPr lang="en-US" b="1" dirty="0">
                <a:solidFill>
                  <a:srgbClr val="0000FF"/>
                </a:solidFill>
                <a:latin typeface="IRANSans(FaNum)" panose="02040503050201020203" pitchFamily="18" charset="-78"/>
                <a:cs typeface="IRANSans(FaNum)" panose="02040503050201020203" pitchFamily="18" charset="-78"/>
              </a:rPr>
              <a:t>trace route</a:t>
            </a:r>
            <a:r>
              <a:rPr lang="fa-IR" b="1" dirty="0">
                <a:solidFill>
                  <a:srgbClr val="0000FF"/>
                </a:solidFill>
                <a:latin typeface="IRANSans(FaNum)" panose="02040503050201020203" pitchFamily="18" charset="-78"/>
                <a:cs typeface="IRANSans(FaNum)" panose="02040503050201020203" pitchFamily="18" charset="-78"/>
              </a:rPr>
              <a:t>:</a:t>
            </a:r>
          </a:p>
          <a:p>
            <a:pPr marL="144000" indent="-144000" algn="r" rtl="1">
              <a:lnSpc>
                <a:spcPct val="125000"/>
              </a:lnSpc>
              <a:spcBef>
                <a:spcPts val="0"/>
              </a:spcBef>
              <a:spcAft>
                <a:spcPts val="12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شناسایی گره‌های مسیر و محاسبه تأخیر هر گره</a:t>
            </a:r>
            <a:endParaRPr lang="en-US" sz="1600" b="1" dirty="0">
              <a:solidFill>
                <a:srgbClr val="0000FF"/>
              </a:solidFill>
              <a:latin typeface="IRANSans(FaNum)" panose="02040503050201020203" pitchFamily="18" charset="-78"/>
              <a:cs typeface="IRANSans(FaNum)" panose="02040503050201020203" pitchFamily="18" charset="-78"/>
            </a:endParaRPr>
          </a:p>
          <a:p>
            <a:pPr marL="144000" indent="-144000" algn="r" rtl="1">
              <a:lnSpc>
                <a:spcPct val="125000"/>
              </a:lnSpc>
              <a:spcBef>
                <a:spcPts val="0"/>
              </a:spcBef>
              <a:spcAft>
                <a:spcPts val="12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گره مبدأ تعدادی سگمنت </a:t>
            </a:r>
            <a:r>
              <a:rPr lang="en-US" sz="1600" b="1" dirty="0">
                <a:solidFill>
                  <a:srgbClr val="0000FF"/>
                </a:solidFill>
                <a:latin typeface="IRANSans(FaNum)" panose="02040503050201020203" pitchFamily="18" charset="-78"/>
                <a:cs typeface="IRANSans(FaNum)" panose="02040503050201020203" pitchFamily="18" charset="-78"/>
              </a:rPr>
              <a:t>UDP</a:t>
            </a:r>
            <a:r>
              <a:rPr lang="fa-IR" sz="1600" b="1" dirty="0">
                <a:solidFill>
                  <a:srgbClr val="0000FF"/>
                </a:solidFill>
                <a:latin typeface="IRANSans(FaNum)" panose="02040503050201020203" pitchFamily="18" charset="-78"/>
                <a:cs typeface="IRANSans(FaNum)" panose="02040503050201020203" pitchFamily="18" charset="-78"/>
              </a:rPr>
              <a:t> به مقصد ارسال می‌کند.</a:t>
            </a:r>
          </a:p>
          <a:p>
            <a:pPr marL="432000" lvl="1" indent="-144000" algn="r" rtl="1">
              <a:lnSpc>
                <a:spcPct val="125000"/>
              </a:lnSpc>
              <a:spcAft>
                <a:spcPts val="12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اولین سری بسته‌ها با </a:t>
            </a:r>
            <a:r>
              <a:rPr lang="en-US" sz="1600" b="1" dirty="0">
                <a:solidFill>
                  <a:srgbClr val="0000FF"/>
                </a:solidFill>
                <a:latin typeface="IRANSans(FaNum)" panose="02040503050201020203" pitchFamily="18" charset="-78"/>
                <a:cs typeface="IRANSans(FaNum)" panose="02040503050201020203" pitchFamily="18" charset="-78"/>
              </a:rPr>
              <a:t>TTL = </a:t>
            </a:r>
            <a:r>
              <a:rPr lang="en-US" sz="1600" b="1" dirty="0">
                <a:solidFill>
                  <a:srgbClr val="0000FF"/>
                </a:solidFill>
                <a:latin typeface="Arial" panose="020B0604020202020204" pitchFamily="34" charset="0"/>
                <a:cs typeface="Arial" panose="020B0604020202020204" pitchFamily="34" charset="0"/>
              </a:rPr>
              <a:t>1</a:t>
            </a:r>
            <a:r>
              <a:rPr lang="fa-IR" sz="1600" b="1" dirty="0">
                <a:solidFill>
                  <a:srgbClr val="0000FF"/>
                </a:solidFill>
                <a:latin typeface="IRANSans(FaNum)" panose="02040503050201020203" pitchFamily="18" charset="-78"/>
                <a:cs typeface="IRANSans(FaNum)" panose="02040503050201020203" pitchFamily="18" charset="-78"/>
              </a:rPr>
              <a:t> ارسال می‌شود (بسته‌ها در اولین مسیریاب حذف شده و مبدأ پیام گزارش خطای </a:t>
            </a:r>
            <a:r>
              <a:rPr lang="en-US" sz="1600" b="1" dirty="0">
                <a:solidFill>
                  <a:srgbClr val="0000FF"/>
                </a:solidFill>
                <a:latin typeface="IRANSans(FaNum)" panose="02040503050201020203" pitchFamily="18" charset="-78"/>
                <a:cs typeface="IRANSans(FaNum)" panose="02040503050201020203" pitchFamily="18" charset="-78"/>
              </a:rPr>
              <a:t>ICMP TTL expired</a:t>
            </a:r>
            <a:r>
              <a:rPr lang="fa-IR" sz="1600" b="1" dirty="0">
                <a:solidFill>
                  <a:srgbClr val="0000FF"/>
                </a:solidFill>
                <a:latin typeface="IRANSans(FaNum)" panose="02040503050201020203" pitchFamily="18" charset="-78"/>
                <a:cs typeface="IRANSans(FaNum)" panose="02040503050201020203" pitchFamily="18" charset="-78"/>
              </a:rPr>
              <a:t> را دریافت کرده و مسیریاب اول شناسایی و تأخیر به آن محاسبه می‌شود).</a:t>
            </a:r>
          </a:p>
          <a:p>
            <a:pPr marL="432000" lvl="1" indent="-144000" algn="r" rtl="1">
              <a:lnSpc>
                <a:spcPct val="125000"/>
              </a:lnSpc>
              <a:spcAft>
                <a:spcPts val="12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دومین سری بسته‌ها با </a:t>
            </a:r>
            <a:r>
              <a:rPr lang="en-US" sz="1600" b="1" dirty="0">
                <a:solidFill>
                  <a:srgbClr val="0000FF"/>
                </a:solidFill>
                <a:latin typeface="IRANSans(FaNum)" panose="02040503050201020203" pitchFamily="18" charset="-78"/>
                <a:cs typeface="IRANSans(FaNum)" panose="02040503050201020203" pitchFamily="18" charset="-78"/>
              </a:rPr>
              <a:t>TTL = </a:t>
            </a:r>
            <a:r>
              <a:rPr lang="en-US" sz="1600" b="1" dirty="0">
                <a:solidFill>
                  <a:srgbClr val="0000FF"/>
                </a:solidFill>
                <a:latin typeface="Arial" panose="020B0604020202020204" pitchFamily="34" charset="0"/>
                <a:cs typeface="Arial" panose="020B0604020202020204" pitchFamily="34" charset="0"/>
              </a:rPr>
              <a:t>2</a:t>
            </a:r>
            <a:r>
              <a:rPr lang="fa-IR" sz="1600" b="1" dirty="0">
                <a:solidFill>
                  <a:srgbClr val="0000FF"/>
                </a:solidFill>
                <a:latin typeface="IRANSans(FaNum)" panose="02040503050201020203" pitchFamily="18" charset="-78"/>
                <a:cs typeface="IRANSans(FaNum)" panose="02040503050201020203" pitchFamily="18" charset="-78"/>
              </a:rPr>
              <a:t> ارسال می‌شوند (شناسایی گره دوم مسیر).</a:t>
            </a:r>
          </a:p>
          <a:p>
            <a:pPr marL="432000" lvl="1" indent="-144000" algn="r" rtl="1">
              <a:lnSpc>
                <a:spcPct val="125000"/>
              </a:lnSpc>
              <a:spcAft>
                <a:spcPts val="12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 (ادامه برای شناسایی بقیه گره‌های مسیر)</a:t>
            </a:r>
          </a:p>
          <a:p>
            <a:pPr marL="432000" lvl="1" indent="-144000" algn="r" rtl="1">
              <a:lnSpc>
                <a:spcPct val="125000"/>
              </a:lnSpc>
              <a:spcAft>
                <a:spcPts val="1200"/>
              </a:spcAft>
              <a:buFont typeface="Arial" panose="020B0604020202020204" pitchFamily="34" charset="0"/>
              <a:buChar char="•"/>
            </a:pPr>
            <a:r>
              <a:rPr lang="fa-IR" sz="1600" b="1" dirty="0">
                <a:solidFill>
                  <a:srgbClr val="0000FF"/>
                </a:solidFill>
                <a:latin typeface="IRANSans(FaNum)" panose="02040503050201020203" pitchFamily="18" charset="-78"/>
                <a:cs typeface="IRANSans(FaNum)" panose="02040503050201020203" pitchFamily="18" charset="-78"/>
              </a:rPr>
              <a:t>نهایتاً آخرین سری از بسته‌ها به مقصد می‌رسد و مقصد پیام گزارش خطای </a:t>
            </a:r>
            <a:r>
              <a:rPr lang="en-US" sz="1600" b="1" dirty="0">
                <a:solidFill>
                  <a:srgbClr val="0000FF"/>
                </a:solidFill>
                <a:latin typeface="IRANSans(FaNum)" panose="02040503050201020203" pitchFamily="18" charset="-78"/>
                <a:cs typeface="IRANSans(FaNum)" panose="02040503050201020203" pitchFamily="18" charset="-78"/>
              </a:rPr>
              <a:t>ICMP port unreachable</a:t>
            </a:r>
            <a:r>
              <a:rPr lang="fa-IR" sz="1600" b="1" dirty="0">
                <a:solidFill>
                  <a:srgbClr val="0000FF"/>
                </a:solidFill>
                <a:latin typeface="IRANSans(FaNum)" panose="02040503050201020203" pitchFamily="18" charset="-78"/>
                <a:cs typeface="IRANSans(FaNum)" panose="02040503050201020203" pitchFamily="18" charset="-78"/>
              </a:rPr>
              <a:t> را به مبدأ می‌دهد و تمام گره‌های روی مسیر شناسایی می‌شوند. </a:t>
            </a:r>
            <a:endParaRPr lang="fa-IR" sz="1200" b="1" dirty="0">
              <a:solidFill>
                <a:srgbClr val="C00000"/>
              </a:solidFill>
              <a:latin typeface="IRANSans(FaNum)" panose="02040503050201020203" pitchFamily="18" charset="-78"/>
              <a:cs typeface="IRANSans(FaNum)" panose="02040503050201020203" pitchFamily="18" charset="-78"/>
            </a:endParaRPr>
          </a:p>
        </p:txBody>
      </p:sp>
      <p:sp>
        <p:nvSpPr>
          <p:cNvPr id="8" name="Line 38">
            <a:extLst>
              <a:ext uri="{FF2B5EF4-FFF2-40B4-BE49-F238E27FC236}">
                <a16:creationId xmlns:a16="http://schemas.microsoft.com/office/drawing/2014/main" id="{2FE9C466-BD9C-3CBA-798C-E216507F3521}"/>
              </a:ext>
            </a:extLst>
          </p:cNvPr>
          <p:cNvSpPr>
            <a:spLocks noChangeShapeType="1"/>
          </p:cNvSpPr>
          <p:nvPr/>
        </p:nvSpPr>
        <p:spPr bwMode="auto">
          <a:xfrm>
            <a:off x="3243011" y="5692535"/>
            <a:ext cx="288925" cy="2651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1" name="Line 105">
            <a:extLst>
              <a:ext uri="{FF2B5EF4-FFF2-40B4-BE49-F238E27FC236}">
                <a16:creationId xmlns:a16="http://schemas.microsoft.com/office/drawing/2014/main" id="{2C7BBFED-3FAD-6848-F4D7-1D4BBF443381}"/>
              </a:ext>
            </a:extLst>
          </p:cNvPr>
          <p:cNvSpPr>
            <a:spLocks noChangeShapeType="1"/>
          </p:cNvSpPr>
          <p:nvPr/>
        </p:nvSpPr>
        <p:spPr bwMode="auto">
          <a:xfrm flipV="1">
            <a:off x="4036761" y="5743335"/>
            <a:ext cx="458788" cy="2079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 name="Line 106">
            <a:extLst>
              <a:ext uri="{FF2B5EF4-FFF2-40B4-BE49-F238E27FC236}">
                <a16:creationId xmlns:a16="http://schemas.microsoft.com/office/drawing/2014/main" id="{811680A3-EBA6-EB3F-8C9E-7D7C64224ED8}"/>
              </a:ext>
            </a:extLst>
          </p:cNvPr>
          <p:cNvSpPr>
            <a:spLocks noChangeShapeType="1"/>
          </p:cNvSpPr>
          <p:nvPr/>
        </p:nvSpPr>
        <p:spPr bwMode="auto">
          <a:xfrm>
            <a:off x="4971799" y="5727460"/>
            <a:ext cx="485775" cy="2079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 name="Line 108">
            <a:extLst>
              <a:ext uri="{FF2B5EF4-FFF2-40B4-BE49-F238E27FC236}">
                <a16:creationId xmlns:a16="http://schemas.microsoft.com/office/drawing/2014/main" id="{8AF5DC35-457A-AB0D-D083-56B1647DEEA1}"/>
              </a:ext>
            </a:extLst>
          </p:cNvPr>
          <p:cNvSpPr>
            <a:spLocks noChangeShapeType="1"/>
          </p:cNvSpPr>
          <p:nvPr/>
        </p:nvSpPr>
        <p:spPr bwMode="auto">
          <a:xfrm flipH="1">
            <a:off x="4733674" y="5459173"/>
            <a:ext cx="349250"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5" name="Line 113">
            <a:extLst>
              <a:ext uri="{FF2B5EF4-FFF2-40B4-BE49-F238E27FC236}">
                <a16:creationId xmlns:a16="http://schemas.microsoft.com/office/drawing/2014/main" id="{E990256B-DE9E-0D03-DBE7-3B30ADEA4CBD}"/>
              </a:ext>
            </a:extLst>
          </p:cNvPr>
          <p:cNvSpPr>
            <a:spLocks noChangeShapeType="1"/>
          </p:cNvSpPr>
          <p:nvPr/>
        </p:nvSpPr>
        <p:spPr bwMode="auto">
          <a:xfrm flipH="1">
            <a:off x="5948111" y="5787785"/>
            <a:ext cx="620713" cy="1444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6" name="Line 260">
            <a:extLst>
              <a:ext uri="{FF2B5EF4-FFF2-40B4-BE49-F238E27FC236}">
                <a16:creationId xmlns:a16="http://schemas.microsoft.com/office/drawing/2014/main" id="{7FC86433-1C8A-C529-6FCE-D6F0C6BF6B3D}"/>
              </a:ext>
            </a:extLst>
          </p:cNvPr>
          <p:cNvSpPr>
            <a:spLocks noChangeShapeType="1"/>
          </p:cNvSpPr>
          <p:nvPr/>
        </p:nvSpPr>
        <p:spPr bwMode="auto">
          <a:xfrm>
            <a:off x="7067299" y="5752860"/>
            <a:ext cx="485775" cy="2079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 name="Line 261">
            <a:extLst>
              <a:ext uri="{FF2B5EF4-FFF2-40B4-BE49-F238E27FC236}">
                <a16:creationId xmlns:a16="http://schemas.microsoft.com/office/drawing/2014/main" id="{36F2FB8A-61F2-C312-7CF0-961F10AA51A5}"/>
              </a:ext>
            </a:extLst>
          </p:cNvPr>
          <p:cNvSpPr>
            <a:spLocks noChangeShapeType="1"/>
          </p:cNvSpPr>
          <p:nvPr/>
        </p:nvSpPr>
        <p:spPr bwMode="auto">
          <a:xfrm flipH="1">
            <a:off x="8005511" y="5698885"/>
            <a:ext cx="557213" cy="2778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1" name="Line 291">
            <a:extLst>
              <a:ext uri="{FF2B5EF4-FFF2-40B4-BE49-F238E27FC236}">
                <a16:creationId xmlns:a16="http://schemas.microsoft.com/office/drawing/2014/main" id="{768C6C91-45C4-AB13-9BC9-61AFC391C8EB}"/>
              </a:ext>
            </a:extLst>
          </p:cNvPr>
          <p:cNvSpPr>
            <a:spLocks noChangeShapeType="1"/>
          </p:cNvSpPr>
          <p:nvPr/>
        </p:nvSpPr>
        <p:spPr bwMode="auto">
          <a:xfrm>
            <a:off x="4701924" y="5859223"/>
            <a:ext cx="228600"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 name="Line 292">
            <a:extLst>
              <a:ext uri="{FF2B5EF4-FFF2-40B4-BE49-F238E27FC236}">
                <a16:creationId xmlns:a16="http://schemas.microsoft.com/office/drawing/2014/main" id="{9F609B9C-5859-23E4-D62F-ACD44FAC34B4}"/>
              </a:ext>
            </a:extLst>
          </p:cNvPr>
          <p:cNvSpPr>
            <a:spLocks noChangeShapeType="1"/>
          </p:cNvSpPr>
          <p:nvPr/>
        </p:nvSpPr>
        <p:spPr bwMode="auto">
          <a:xfrm>
            <a:off x="6625974" y="5446473"/>
            <a:ext cx="228600" cy="3111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4" name="Line 294">
            <a:extLst>
              <a:ext uri="{FF2B5EF4-FFF2-40B4-BE49-F238E27FC236}">
                <a16:creationId xmlns:a16="http://schemas.microsoft.com/office/drawing/2014/main" id="{9EB2FAB0-C831-EB2E-BE2E-697C69D3D5D0}"/>
              </a:ext>
            </a:extLst>
          </p:cNvPr>
          <p:cNvSpPr>
            <a:spLocks noChangeShapeType="1"/>
          </p:cNvSpPr>
          <p:nvPr/>
        </p:nvSpPr>
        <p:spPr bwMode="auto">
          <a:xfrm flipH="1">
            <a:off x="5343274" y="6049723"/>
            <a:ext cx="349250" cy="1524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5" name="Line 295">
            <a:extLst>
              <a:ext uri="{FF2B5EF4-FFF2-40B4-BE49-F238E27FC236}">
                <a16:creationId xmlns:a16="http://schemas.microsoft.com/office/drawing/2014/main" id="{CB7E4FD2-478E-9F15-7A8D-FD238511B317}"/>
              </a:ext>
            </a:extLst>
          </p:cNvPr>
          <p:cNvSpPr>
            <a:spLocks noChangeShapeType="1"/>
          </p:cNvSpPr>
          <p:nvPr/>
        </p:nvSpPr>
        <p:spPr bwMode="auto">
          <a:xfrm>
            <a:off x="5698874" y="5554423"/>
            <a:ext cx="6350" cy="2603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6" name="Text Box 300">
            <a:extLst>
              <a:ext uri="{FF2B5EF4-FFF2-40B4-BE49-F238E27FC236}">
                <a16:creationId xmlns:a16="http://schemas.microsoft.com/office/drawing/2014/main" id="{55775B1D-89F1-46FF-2206-2F1CB7858AB1}"/>
              </a:ext>
            </a:extLst>
          </p:cNvPr>
          <p:cNvSpPr txBox="1">
            <a:spLocks noChangeArrowheads="1"/>
          </p:cNvSpPr>
          <p:nvPr/>
        </p:nvSpPr>
        <p:spPr bwMode="auto">
          <a:xfrm>
            <a:off x="3344611" y="5411548"/>
            <a:ext cx="1073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en-US" altLang="en-US">
                <a:solidFill>
                  <a:srgbClr val="CC0000"/>
                </a:solidFill>
              </a:rPr>
              <a:t>3 probes</a:t>
            </a:r>
          </a:p>
        </p:txBody>
      </p:sp>
      <p:sp>
        <p:nvSpPr>
          <p:cNvPr id="37" name="Text Box 304">
            <a:extLst>
              <a:ext uri="{FF2B5EF4-FFF2-40B4-BE49-F238E27FC236}">
                <a16:creationId xmlns:a16="http://schemas.microsoft.com/office/drawing/2014/main" id="{BDFCF02F-E32F-4F45-BF3E-7BC9B82F07CC}"/>
              </a:ext>
            </a:extLst>
          </p:cNvPr>
          <p:cNvSpPr txBox="1">
            <a:spLocks noChangeArrowheads="1"/>
          </p:cNvSpPr>
          <p:nvPr/>
        </p:nvSpPr>
        <p:spPr bwMode="auto">
          <a:xfrm>
            <a:off x="4982911" y="5386148"/>
            <a:ext cx="1073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en-US" altLang="en-US">
                <a:solidFill>
                  <a:srgbClr val="CC0000"/>
                </a:solidFill>
              </a:rPr>
              <a:t>3 probes</a:t>
            </a:r>
          </a:p>
        </p:txBody>
      </p:sp>
      <p:grpSp>
        <p:nvGrpSpPr>
          <p:cNvPr id="38" name="Group 21">
            <a:extLst>
              <a:ext uri="{FF2B5EF4-FFF2-40B4-BE49-F238E27FC236}">
                <a16:creationId xmlns:a16="http://schemas.microsoft.com/office/drawing/2014/main" id="{B03302F1-F20A-8C69-7A81-55254CD9BD28}"/>
              </a:ext>
            </a:extLst>
          </p:cNvPr>
          <p:cNvGrpSpPr>
            <a:grpSpLocks/>
          </p:cNvGrpSpPr>
          <p:nvPr/>
        </p:nvGrpSpPr>
        <p:grpSpPr bwMode="auto">
          <a:xfrm>
            <a:off x="2474661" y="5348048"/>
            <a:ext cx="820738" cy="688975"/>
            <a:chOff x="-44" y="1473"/>
            <a:chExt cx="981" cy="1105"/>
          </a:xfrm>
        </p:grpSpPr>
        <p:pic>
          <p:nvPicPr>
            <p:cNvPr id="39" name="Picture 22" descr="desktop_computer_stylized_medium">
              <a:extLst>
                <a:ext uri="{FF2B5EF4-FFF2-40B4-BE49-F238E27FC236}">
                  <a16:creationId xmlns:a16="http://schemas.microsoft.com/office/drawing/2014/main" id="{9EAFEF7D-DB1A-0D62-8EE5-C7E34842099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Freeform 23">
              <a:extLst>
                <a:ext uri="{FF2B5EF4-FFF2-40B4-BE49-F238E27FC236}">
                  <a16:creationId xmlns:a16="http://schemas.microsoft.com/office/drawing/2014/main" id="{002D5067-DD2E-314A-11BC-ED19A4C0F7A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1" name="Group 24">
            <a:extLst>
              <a:ext uri="{FF2B5EF4-FFF2-40B4-BE49-F238E27FC236}">
                <a16:creationId xmlns:a16="http://schemas.microsoft.com/office/drawing/2014/main" id="{0897B0E3-9E07-1995-7942-C6201EAF93B7}"/>
              </a:ext>
            </a:extLst>
          </p:cNvPr>
          <p:cNvGrpSpPr>
            <a:grpSpLocks/>
          </p:cNvGrpSpPr>
          <p:nvPr/>
        </p:nvGrpSpPr>
        <p:grpSpPr bwMode="auto">
          <a:xfrm flipH="1">
            <a:off x="8523036" y="5386148"/>
            <a:ext cx="754063" cy="669925"/>
            <a:chOff x="-44" y="1473"/>
            <a:chExt cx="981" cy="1105"/>
          </a:xfrm>
        </p:grpSpPr>
        <p:pic>
          <p:nvPicPr>
            <p:cNvPr id="42" name="Picture 25" descr="desktop_computer_stylized_medium">
              <a:extLst>
                <a:ext uri="{FF2B5EF4-FFF2-40B4-BE49-F238E27FC236}">
                  <a16:creationId xmlns:a16="http://schemas.microsoft.com/office/drawing/2014/main" id="{6C2342C0-9CD1-B234-4973-B5389E65E0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Freeform 26">
              <a:extLst>
                <a:ext uri="{FF2B5EF4-FFF2-40B4-BE49-F238E27FC236}">
                  <a16:creationId xmlns:a16="http://schemas.microsoft.com/office/drawing/2014/main" id="{AB1A88B2-C08F-C5CF-C792-5999757D76D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44" name="Group 27">
            <a:extLst>
              <a:ext uri="{FF2B5EF4-FFF2-40B4-BE49-F238E27FC236}">
                <a16:creationId xmlns:a16="http://schemas.microsoft.com/office/drawing/2014/main" id="{32A4689F-D31D-63BC-1C50-A913ADF64E0F}"/>
              </a:ext>
            </a:extLst>
          </p:cNvPr>
          <p:cNvGrpSpPr>
            <a:grpSpLocks/>
          </p:cNvGrpSpPr>
          <p:nvPr/>
        </p:nvGrpSpPr>
        <p:grpSpPr bwMode="auto">
          <a:xfrm>
            <a:off x="7470524" y="5886210"/>
            <a:ext cx="617537" cy="250825"/>
            <a:chOff x="2356" y="1300"/>
            <a:chExt cx="555" cy="194"/>
          </a:xfrm>
        </p:grpSpPr>
        <p:sp>
          <p:nvSpPr>
            <p:cNvPr id="45" name="Oval 407">
              <a:extLst>
                <a:ext uri="{FF2B5EF4-FFF2-40B4-BE49-F238E27FC236}">
                  <a16:creationId xmlns:a16="http://schemas.microsoft.com/office/drawing/2014/main" id="{C4F42B74-2451-86EA-220A-24573664DD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sp>
          <p:nvSpPr>
            <p:cNvPr id="46" name="Rectangle 410">
              <a:extLst>
                <a:ext uri="{FF2B5EF4-FFF2-40B4-BE49-F238E27FC236}">
                  <a16:creationId xmlns:a16="http://schemas.microsoft.com/office/drawing/2014/main" id="{CE39F660-BABF-E013-A34A-9864547CEC7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en-US" altLang="en-US" sz="2400">
                <a:latin typeface="Times New Roman" panose="02020603050405020304" pitchFamily="18" charset="0"/>
                <a:cs typeface="Arial" panose="020B0604020202020204" pitchFamily="34" charset="0"/>
              </a:endParaRPr>
            </a:p>
          </p:txBody>
        </p:sp>
        <p:sp>
          <p:nvSpPr>
            <p:cNvPr id="47" name="Oval 411">
              <a:extLst>
                <a:ext uri="{FF2B5EF4-FFF2-40B4-BE49-F238E27FC236}">
                  <a16:creationId xmlns:a16="http://schemas.microsoft.com/office/drawing/2014/main" id="{B1F1F438-10EA-7C1D-CEB0-36B4CFC9EF9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grpSp>
          <p:nvGrpSpPr>
            <p:cNvPr id="48" name="Group 31">
              <a:extLst>
                <a:ext uri="{FF2B5EF4-FFF2-40B4-BE49-F238E27FC236}">
                  <a16:creationId xmlns:a16="http://schemas.microsoft.com/office/drawing/2014/main" id="{FA4BC13A-967C-C3D7-A0C0-889186DFE512}"/>
                </a:ext>
              </a:extLst>
            </p:cNvPr>
            <p:cNvGrpSpPr>
              <a:grpSpLocks/>
            </p:cNvGrpSpPr>
            <p:nvPr/>
          </p:nvGrpSpPr>
          <p:grpSpPr bwMode="auto">
            <a:xfrm>
              <a:off x="2468" y="1332"/>
              <a:ext cx="310" cy="60"/>
              <a:chOff x="2468" y="1332"/>
              <a:chExt cx="310" cy="60"/>
            </a:xfrm>
          </p:grpSpPr>
          <p:sp>
            <p:nvSpPr>
              <p:cNvPr id="51" name="Freeform 32">
                <a:extLst>
                  <a:ext uri="{FF2B5EF4-FFF2-40B4-BE49-F238E27FC236}">
                    <a16:creationId xmlns:a16="http://schemas.microsoft.com/office/drawing/2014/main" id="{2A9FFA6D-6237-0DA7-CF30-A0985BDBD56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 name="Freeform 33">
                <a:extLst>
                  <a:ext uri="{FF2B5EF4-FFF2-40B4-BE49-F238E27FC236}">
                    <a16:creationId xmlns:a16="http://schemas.microsoft.com/office/drawing/2014/main" id="{1A3E5787-A123-E6FD-DD65-C8558CB1F13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9" name="Line 34">
              <a:extLst>
                <a:ext uri="{FF2B5EF4-FFF2-40B4-BE49-F238E27FC236}">
                  <a16:creationId xmlns:a16="http://schemas.microsoft.com/office/drawing/2014/main" id="{9A4C12EF-4C75-DB06-FB56-0F4A3976F0DB}"/>
                </a:ext>
              </a:extLst>
            </p:cNvPr>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 name="Line 35">
              <a:extLst>
                <a:ext uri="{FF2B5EF4-FFF2-40B4-BE49-F238E27FC236}">
                  <a16:creationId xmlns:a16="http://schemas.microsoft.com/office/drawing/2014/main" id="{35F191A3-2483-DE7F-08E1-E09E71348CDC}"/>
                </a:ext>
              </a:extLst>
            </p:cNvPr>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 name="Group 36">
            <a:extLst>
              <a:ext uri="{FF2B5EF4-FFF2-40B4-BE49-F238E27FC236}">
                <a16:creationId xmlns:a16="http://schemas.microsoft.com/office/drawing/2014/main" id="{5E86224E-892E-2299-25EC-E02B0C40B9CA}"/>
              </a:ext>
            </a:extLst>
          </p:cNvPr>
          <p:cNvGrpSpPr>
            <a:grpSpLocks/>
          </p:cNvGrpSpPr>
          <p:nvPr/>
        </p:nvGrpSpPr>
        <p:grpSpPr bwMode="auto">
          <a:xfrm>
            <a:off x="6502149" y="5614748"/>
            <a:ext cx="617537" cy="250825"/>
            <a:chOff x="2356" y="1300"/>
            <a:chExt cx="555" cy="194"/>
          </a:xfrm>
        </p:grpSpPr>
        <p:sp>
          <p:nvSpPr>
            <p:cNvPr id="54" name="Oval 407">
              <a:extLst>
                <a:ext uri="{FF2B5EF4-FFF2-40B4-BE49-F238E27FC236}">
                  <a16:creationId xmlns:a16="http://schemas.microsoft.com/office/drawing/2014/main" id="{7BC33EEC-3808-94FA-D210-B53304C9C459}"/>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sp>
          <p:nvSpPr>
            <p:cNvPr id="55" name="Rectangle 410">
              <a:extLst>
                <a:ext uri="{FF2B5EF4-FFF2-40B4-BE49-F238E27FC236}">
                  <a16:creationId xmlns:a16="http://schemas.microsoft.com/office/drawing/2014/main" id="{D1864C90-54EA-F6E2-591A-ECD6E125F91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en-US" altLang="en-US" sz="2400">
                <a:latin typeface="Times New Roman" panose="02020603050405020304" pitchFamily="18" charset="0"/>
                <a:cs typeface="Arial" panose="020B0604020202020204" pitchFamily="34" charset="0"/>
              </a:endParaRPr>
            </a:p>
          </p:txBody>
        </p:sp>
        <p:sp>
          <p:nvSpPr>
            <p:cNvPr id="56" name="Oval 411">
              <a:extLst>
                <a:ext uri="{FF2B5EF4-FFF2-40B4-BE49-F238E27FC236}">
                  <a16:creationId xmlns:a16="http://schemas.microsoft.com/office/drawing/2014/main" id="{A949832B-E25D-C78A-CC2B-6D47A17DBA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grpSp>
          <p:nvGrpSpPr>
            <p:cNvPr id="57" name="Group 40">
              <a:extLst>
                <a:ext uri="{FF2B5EF4-FFF2-40B4-BE49-F238E27FC236}">
                  <a16:creationId xmlns:a16="http://schemas.microsoft.com/office/drawing/2014/main" id="{8F9311BB-5D17-7284-0CAD-5A9EEB447EF8}"/>
                </a:ext>
              </a:extLst>
            </p:cNvPr>
            <p:cNvGrpSpPr>
              <a:grpSpLocks/>
            </p:cNvGrpSpPr>
            <p:nvPr/>
          </p:nvGrpSpPr>
          <p:grpSpPr bwMode="auto">
            <a:xfrm>
              <a:off x="2468" y="1332"/>
              <a:ext cx="310" cy="60"/>
              <a:chOff x="2468" y="1332"/>
              <a:chExt cx="310" cy="60"/>
            </a:xfrm>
          </p:grpSpPr>
          <p:sp>
            <p:nvSpPr>
              <p:cNvPr id="60" name="Freeform 41">
                <a:extLst>
                  <a:ext uri="{FF2B5EF4-FFF2-40B4-BE49-F238E27FC236}">
                    <a16:creationId xmlns:a16="http://schemas.microsoft.com/office/drawing/2014/main" id="{5A23BD31-542D-0E60-41C0-0E304788F7A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 name="Freeform 42">
                <a:extLst>
                  <a:ext uri="{FF2B5EF4-FFF2-40B4-BE49-F238E27FC236}">
                    <a16:creationId xmlns:a16="http://schemas.microsoft.com/office/drawing/2014/main" id="{66C41779-AF69-2C67-3306-3B31F3C42E2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8" name="Line 43">
              <a:extLst>
                <a:ext uri="{FF2B5EF4-FFF2-40B4-BE49-F238E27FC236}">
                  <a16:creationId xmlns:a16="http://schemas.microsoft.com/office/drawing/2014/main" id="{10E81067-77B0-F245-466C-6A478AB6E957}"/>
                </a:ext>
              </a:extLst>
            </p:cNvPr>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 name="Line 44">
              <a:extLst>
                <a:ext uri="{FF2B5EF4-FFF2-40B4-BE49-F238E27FC236}">
                  <a16:creationId xmlns:a16="http://schemas.microsoft.com/office/drawing/2014/main" id="{B8BD2FE3-C2EF-1876-0390-4C8BA80AE05D}"/>
                </a:ext>
              </a:extLst>
            </p:cNvPr>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 name="Group 45">
            <a:extLst>
              <a:ext uri="{FF2B5EF4-FFF2-40B4-BE49-F238E27FC236}">
                <a16:creationId xmlns:a16="http://schemas.microsoft.com/office/drawing/2014/main" id="{1DFDB00A-A025-7F54-8343-A8877EDB800B}"/>
              </a:ext>
            </a:extLst>
          </p:cNvPr>
          <p:cNvGrpSpPr>
            <a:grpSpLocks/>
          </p:cNvGrpSpPr>
          <p:nvPr/>
        </p:nvGrpSpPr>
        <p:grpSpPr bwMode="auto">
          <a:xfrm>
            <a:off x="5351211" y="5824298"/>
            <a:ext cx="617538" cy="250825"/>
            <a:chOff x="2356" y="1300"/>
            <a:chExt cx="555" cy="194"/>
          </a:xfrm>
        </p:grpSpPr>
        <p:sp>
          <p:nvSpPr>
            <p:cNvPr id="63" name="Oval 407">
              <a:extLst>
                <a:ext uri="{FF2B5EF4-FFF2-40B4-BE49-F238E27FC236}">
                  <a16:creationId xmlns:a16="http://schemas.microsoft.com/office/drawing/2014/main" id="{31AEDB03-FDE5-50DF-4461-5A38A3212E8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sp>
          <p:nvSpPr>
            <p:cNvPr id="448" name="Rectangle 410">
              <a:extLst>
                <a:ext uri="{FF2B5EF4-FFF2-40B4-BE49-F238E27FC236}">
                  <a16:creationId xmlns:a16="http://schemas.microsoft.com/office/drawing/2014/main" id="{FA3B2CF8-CBD9-C7BD-E3DE-EB1A1ACFD03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en-US" altLang="en-US" sz="2400">
                <a:latin typeface="Times New Roman" panose="02020603050405020304" pitchFamily="18" charset="0"/>
                <a:cs typeface="Arial" panose="020B0604020202020204" pitchFamily="34" charset="0"/>
              </a:endParaRPr>
            </a:p>
          </p:txBody>
        </p:sp>
        <p:sp>
          <p:nvSpPr>
            <p:cNvPr id="449" name="Oval 411">
              <a:extLst>
                <a:ext uri="{FF2B5EF4-FFF2-40B4-BE49-F238E27FC236}">
                  <a16:creationId xmlns:a16="http://schemas.microsoft.com/office/drawing/2014/main" id="{432FA5A6-49C6-709B-09B0-9AB02891B3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grpSp>
          <p:nvGrpSpPr>
            <p:cNvPr id="450" name="Group 49">
              <a:extLst>
                <a:ext uri="{FF2B5EF4-FFF2-40B4-BE49-F238E27FC236}">
                  <a16:creationId xmlns:a16="http://schemas.microsoft.com/office/drawing/2014/main" id="{F9606439-F140-7628-2571-2FCA63F7F940}"/>
                </a:ext>
              </a:extLst>
            </p:cNvPr>
            <p:cNvGrpSpPr>
              <a:grpSpLocks/>
            </p:cNvGrpSpPr>
            <p:nvPr/>
          </p:nvGrpSpPr>
          <p:grpSpPr bwMode="auto">
            <a:xfrm>
              <a:off x="2468" y="1332"/>
              <a:ext cx="310" cy="60"/>
              <a:chOff x="2468" y="1332"/>
              <a:chExt cx="310" cy="60"/>
            </a:xfrm>
          </p:grpSpPr>
          <p:sp>
            <p:nvSpPr>
              <p:cNvPr id="453" name="Freeform 50">
                <a:extLst>
                  <a:ext uri="{FF2B5EF4-FFF2-40B4-BE49-F238E27FC236}">
                    <a16:creationId xmlns:a16="http://schemas.microsoft.com/office/drawing/2014/main" id="{2BC7DF58-1D81-F548-9968-C8DDA000EB5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4" name="Freeform 51">
                <a:extLst>
                  <a:ext uri="{FF2B5EF4-FFF2-40B4-BE49-F238E27FC236}">
                    <a16:creationId xmlns:a16="http://schemas.microsoft.com/office/drawing/2014/main" id="{F4A31DF2-723A-9F11-321F-3E55D722142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51" name="Line 52">
              <a:extLst>
                <a:ext uri="{FF2B5EF4-FFF2-40B4-BE49-F238E27FC236}">
                  <a16:creationId xmlns:a16="http://schemas.microsoft.com/office/drawing/2014/main" id="{86306951-188D-58CE-5B67-537B5A8E67B1}"/>
                </a:ext>
              </a:extLst>
            </p:cNvPr>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2" name="Line 53">
              <a:extLst>
                <a:ext uri="{FF2B5EF4-FFF2-40B4-BE49-F238E27FC236}">
                  <a16:creationId xmlns:a16="http://schemas.microsoft.com/office/drawing/2014/main" id="{97C66F38-9BA4-AC5A-64C3-B3019F5B3A87}"/>
                </a:ext>
              </a:extLst>
            </p:cNvPr>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55" name="Group 54">
            <a:extLst>
              <a:ext uri="{FF2B5EF4-FFF2-40B4-BE49-F238E27FC236}">
                <a16:creationId xmlns:a16="http://schemas.microsoft.com/office/drawing/2014/main" id="{E9D48A56-8B6D-DB8C-EA54-8134A313D1A4}"/>
              </a:ext>
            </a:extLst>
          </p:cNvPr>
          <p:cNvGrpSpPr>
            <a:grpSpLocks/>
          </p:cNvGrpSpPr>
          <p:nvPr/>
        </p:nvGrpSpPr>
        <p:grpSpPr bwMode="auto">
          <a:xfrm>
            <a:off x="4349499" y="5578235"/>
            <a:ext cx="617537" cy="250825"/>
            <a:chOff x="2356" y="1300"/>
            <a:chExt cx="555" cy="194"/>
          </a:xfrm>
        </p:grpSpPr>
        <p:sp>
          <p:nvSpPr>
            <p:cNvPr id="456" name="Oval 407">
              <a:extLst>
                <a:ext uri="{FF2B5EF4-FFF2-40B4-BE49-F238E27FC236}">
                  <a16:creationId xmlns:a16="http://schemas.microsoft.com/office/drawing/2014/main" id="{4AA9BDF3-EB98-155A-D9DF-DF03314AB5B9}"/>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sp>
          <p:nvSpPr>
            <p:cNvPr id="457" name="Rectangle 410">
              <a:extLst>
                <a:ext uri="{FF2B5EF4-FFF2-40B4-BE49-F238E27FC236}">
                  <a16:creationId xmlns:a16="http://schemas.microsoft.com/office/drawing/2014/main" id="{1A7282B0-CAA9-443F-4724-DB418FE61B1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en-US" altLang="en-US" sz="2400">
                <a:latin typeface="Times New Roman" panose="02020603050405020304" pitchFamily="18" charset="0"/>
                <a:cs typeface="Arial" panose="020B0604020202020204" pitchFamily="34" charset="0"/>
              </a:endParaRPr>
            </a:p>
          </p:txBody>
        </p:sp>
        <p:sp>
          <p:nvSpPr>
            <p:cNvPr id="458" name="Oval 411">
              <a:extLst>
                <a:ext uri="{FF2B5EF4-FFF2-40B4-BE49-F238E27FC236}">
                  <a16:creationId xmlns:a16="http://schemas.microsoft.com/office/drawing/2014/main" id="{2FE03604-A2D4-2717-1685-A15B9C118A58}"/>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grpSp>
          <p:nvGrpSpPr>
            <p:cNvPr id="459" name="Group 58">
              <a:extLst>
                <a:ext uri="{FF2B5EF4-FFF2-40B4-BE49-F238E27FC236}">
                  <a16:creationId xmlns:a16="http://schemas.microsoft.com/office/drawing/2014/main" id="{D172AB51-E7B7-2D17-2EF8-ABC9B78C1B8B}"/>
                </a:ext>
              </a:extLst>
            </p:cNvPr>
            <p:cNvGrpSpPr>
              <a:grpSpLocks/>
            </p:cNvGrpSpPr>
            <p:nvPr/>
          </p:nvGrpSpPr>
          <p:grpSpPr bwMode="auto">
            <a:xfrm>
              <a:off x="2468" y="1332"/>
              <a:ext cx="310" cy="60"/>
              <a:chOff x="2468" y="1332"/>
              <a:chExt cx="310" cy="60"/>
            </a:xfrm>
          </p:grpSpPr>
          <p:sp>
            <p:nvSpPr>
              <p:cNvPr id="462" name="Freeform 59">
                <a:extLst>
                  <a:ext uri="{FF2B5EF4-FFF2-40B4-BE49-F238E27FC236}">
                    <a16:creationId xmlns:a16="http://schemas.microsoft.com/office/drawing/2014/main" id="{A9DAD0DC-D345-B11F-9622-512B72CB4EB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 name="Freeform 60">
                <a:extLst>
                  <a:ext uri="{FF2B5EF4-FFF2-40B4-BE49-F238E27FC236}">
                    <a16:creationId xmlns:a16="http://schemas.microsoft.com/office/drawing/2014/main" id="{C8790EE9-1FE2-5A08-7598-DF0C0566C75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60" name="Line 61">
              <a:extLst>
                <a:ext uri="{FF2B5EF4-FFF2-40B4-BE49-F238E27FC236}">
                  <a16:creationId xmlns:a16="http://schemas.microsoft.com/office/drawing/2014/main" id="{E8FC7C34-24CC-2EBD-2287-2792F19FA4AD}"/>
                </a:ext>
              </a:extLst>
            </p:cNvPr>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 name="Line 62">
              <a:extLst>
                <a:ext uri="{FF2B5EF4-FFF2-40B4-BE49-F238E27FC236}">
                  <a16:creationId xmlns:a16="http://schemas.microsoft.com/office/drawing/2014/main" id="{BE6D6ED8-EB8C-26DA-81CE-7CC7420AF4BE}"/>
                </a:ext>
              </a:extLst>
            </p:cNvPr>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64" name="Group 63">
            <a:extLst>
              <a:ext uri="{FF2B5EF4-FFF2-40B4-BE49-F238E27FC236}">
                <a16:creationId xmlns:a16="http://schemas.microsoft.com/office/drawing/2014/main" id="{873C7F9F-28AE-2CFA-37FF-BF9E6DE6B7EC}"/>
              </a:ext>
            </a:extLst>
          </p:cNvPr>
          <p:cNvGrpSpPr>
            <a:grpSpLocks/>
          </p:cNvGrpSpPr>
          <p:nvPr/>
        </p:nvGrpSpPr>
        <p:grpSpPr bwMode="auto">
          <a:xfrm>
            <a:off x="3474786" y="5844935"/>
            <a:ext cx="617538" cy="250825"/>
            <a:chOff x="2356" y="1300"/>
            <a:chExt cx="555" cy="194"/>
          </a:xfrm>
        </p:grpSpPr>
        <p:sp>
          <p:nvSpPr>
            <p:cNvPr id="465" name="Oval 407">
              <a:extLst>
                <a:ext uri="{FF2B5EF4-FFF2-40B4-BE49-F238E27FC236}">
                  <a16:creationId xmlns:a16="http://schemas.microsoft.com/office/drawing/2014/main" id="{D41DDFE5-70BF-F719-818E-CA5E046186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sp>
          <p:nvSpPr>
            <p:cNvPr id="466" name="Rectangle 410">
              <a:extLst>
                <a:ext uri="{FF2B5EF4-FFF2-40B4-BE49-F238E27FC236}">
                  <a16:creationId xmlns:a16="http://schemas.microsoft.com/office/drawing/2014/main" id="{BD0738D8-16E2-BF0C-0731-875D27AD6EC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en-US" altLang="en-US" sz="2400">
                <a:latin typeface="Times New Roman" panose="02020603050405020304" pitchFamily="18" charset="0"/>
                <a:cs typeface="Arial" panose="020B0604020202020204" pitchFamily="34" charset="0"/>
              </a:endParaRPr>
            </a:p>
          </p:txBody>
        </p:sp>
        <p:sp>
          <p:nvSpPr>
            <p:cNvPr id="467" name="Oval 411">
              <a:extLst>
                <a:ext uri="{FF2B5EF4-FFF2-40B4-BE49-F238E27FC236}">
                  <a16:creationId xmlns:a16="http://schemas.microsoft.com/office/drawing/2014/main" id="{F5657A66-E59A-90C1-BE45-10C6465C6C2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endParaRPr lang="en-US" altLang="en-US" sz="2400">
                <a:latin typeface="Times New Roman" panose="02020603050405020304" pitchFamily="18" charset="0"/>
                <a:cs typeface="Arial" panose="020B0604020202020204" pitchFamily="34" charset="0"/>
              </a:endParaRPr>
            </a:p>
          </p:txBody>
        </p:sp>
        <p:grpSp>
          <p:nvGrpSpPr>
            <p:cNvPr id="468" name="Group 67">
              <a:extLst>
                <a:ext uri="{FF2B5EF4-FFF2-40B4-BE49-F238E27FC236}">
                  <a16:creationId xmlns:a16="http://schemas.microsoft.com/office/drawing/2014/main" id="{76EBD377-6AFD-1098-D4F6-E361DCCF3099}"/>
                </a:ext>
              </a:extLst>
            </p:cNvPr>
            <p:cNvGrpSpPr>
              <a:grpSpLocks/>
            </p:cNvGrpSpPr>
            <p:nvPr/>
          </p:nvGrpSpPr>
          <p:grpSpPr bwMode="auto">
            <a:xfrm>
              <a:off x="2468" y="1332"/>
              <a:ext cx="310" cy="60"/>
              <a:chOff x="2468" y="1332"/>
              <a:chExt cx="310" cy="60"/>
            </a:xfrm>
          </p:grpSpPr>
          <p:sp>
            <p:nvSpPr>
              <p:cNvPr id="471" name="Freeform 68">
                <a:extLst>
                  <a:ext uri="{FF2B5EF4-FFF2-40B4-BE49-F238E27FC236}">
                    <a16:creationId xmlns:a16="http://schemas.microsoft.com/office/drawing/2014/main" id="{08006B2B-FA65-9A5C-5DC1-3D54520D8B5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2" name="Freeform 69">
                <a:extLst>
                  <a:ext uri="{FF2B5EF4-FFF2-40B4-BE49-F238E27FC236}">
                    <a16:creationId xmlns:a16="http://schemas.microsoft.com/office/drawing/2014/main" id="{C0F248AC-6E29-31B5-8D61-F4D6D1964BD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69" name="Line 70">
              <a:extLst>
                <a:ext uri="{FF2B5EF4-FFF2-40B4-BE49-F238E27FC236}">
                  <a16:creationId xmlns:a16="http://schemas.microsoft.com/office/drawing/2014/main" id="{372E86D3-053D-2D2E-70A4-38F48629EF77}"/>
                </a:ext>
              </a:extLst>
            </p:cNvPr>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70" name="Line 71">
              <a:extLst>
                <a:ext uri="{FF2B5EF4-FFF2-40B4-BE49-F238E27FC236}">
                  <a16:creationId xmlns:a16="http://schemas.microsoft.com/office/drawing/2014/main" id="{50F2C050-71AA-06F4-249B-8202F3C5D7D2}"/>
                </a:ext>
              </a:extLst>
            </p:cNvPr>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73" name="Freeform 303">
            <a:extLst>
              <a:ext uri="{FF2B5EF4-FFF2-40B4-BE49-F238E27FC236}">
                <a16:creationId xmlns:a16="http://schemas.microsoft.com/office/drawing/2014/main" id="{B2A65508-AF8F-BD69-A69E-E8F186514564}"/>
              </a:ext>
            </a:extLst>
          </p:cNvPr>
          <p:cNvSpPr>
            <a:spLocks/>
          </p:cNvSpPr>
          <p:nvPr/>
        </p:nvSpPr>
        <p:spPr bwMode="auto">
          <a:xfrm>
            <a:off x="3214436" y="5632210"/>
            <a:ext cx="2247900"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4" name="Freeform 299">
            <a:extLst>
              <a:ext uri="{FF2B5EF4-FFF2-40B4-BE49-F238E27FC236}">
                <a16:creationId xmlns:a16="http://schemas.microsoft.com/office/drawing/2014/main" id="{B596E70E-807C-DA0F-D034-D999E091A5F5}"/>
              </a:ext>
            </a:extLst>
          </p:cNvPr>
          <p:cNvSpPr>
            <a:spLocks/>
          </p:cNvSpPr>
          <p:nvPr/>
        </p:nvSpPr>
        <p:spPr bwMode="auto">
          <a:xfrm>
            <a:off x="3246186" y="5668723"/>
            <a:ext cx="419100"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5" name="Freeform 301">
            <a:extLst>
              <a:ext uri="{FF2B5EF4-FFF2-40B4-BE49-F238E27FC236}">
                <a16:creationId xmlns:a16="http://schemas.microsoft.com/office/drawing/2014/main" id="{35BF17C1-48E5-D314-3DAE-AFBE6CED2052}"/>
              </a:ext>
            </a:extLst>
          </p:cNvPr>
          <p:cNvSpPr>
            <a:spLocks/>
          </p:cNvSpPr>
          <p:nvPr/>
        </p:nvSpPr>
        <p:spPr bwMode="auto">
          <a:xfrm>
            <a:off x="3239836" y="5582998"/>
            <a:ext cx="1346200" cy="474662"/>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Tree>
    <p:extLst>
      <p:ext uri="{BB962C8B-B14F-4D97-AF65-F5344CB8AC3E}">
        <p14:creationId xmlns:p14="http://schemas.microsoft.com/office/powerpoint/2010/main" val="2591407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518"/>
                                        </p:tgtEl>
                                        <p:attrNameLst>
                                          <p:attrName>style.visibility</p:attrName>
                                        </p:attrNameLst>
                                      </p:cBhvr>
                                      <p:to>
                                        <p:strVal val="visible"/>
                                      </p:to>
                                    </p:set>
                                    <p:animEffect transition="in" filter="fade">
                                      <p:cBhvr>
                                        <p:cTn id="13" dur="1000"/>
                                        <p:tgtEl>
                                          <p:spTgt spid="518"/>
                                        </p:tgtEl>
                                      </p:cBhvr>
                                    </p:animEffect>
                                    <p:anim calcmode="lin" valueType="num">
                                      <p:cBhvr>
                                        <p:cTn id="14" dur="1000" fill="hold"/>
                                        <p:tgtEl>
                                          <p:spTgt spid="518"/>
                                        </p:tgtEl>
                                        <p:attrNameLst>
                                          <p:attrName>ppt_x</p:attrName>
                                        </p:attrNameLst>
                                      </p:cBhvr>
                                      <p:tavLst>
                                        <p:tav tm="0">
                                          <p:val>
                                            <p:strVal val="#ppt_x"/>
                                          </p:val>
                                        </p:tav>
                                        <p:tav tm="100000">
                                          <p:val>
                                            <p:strVal val="#ppt_x"/>
                                          </p:val>
                                        </p:tav>
                                      </p:tavLst>
                                    </p:anim>
                                    <p:anim calcmode="lin" valueType="num">
                                      <p:cBhvr>
                                        <p:cTn id="15" dur="1000" fill="hold"/>
                                        <p:tgtEl>
                                          <p:spTgt spid="518"/>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474"/>
                                        </p:tgtEl>
                                        <p:attrNameLst>
                                          <p:attrName>style.visibility</p:attrName>
                                        </p:attrNameLst>
                                      </p:cBhvr>
                                      <p:to>
                                        <p:strVal val="visible"/>
                                      </p:to>
                                    </p:set>
                                  </p:childTnLst>
                                  <p:subTnLst>
                                    <p:set>
                                      <p:cBhvr override="childStyle">
                                        <p:cTn dur="1" fill="hold" display="0" masterRel="nextClick" afterEffect="1"/>
                                        <p:tgtEl>
                                          <p:spTgt spid="474"/>
                                        </p:tgtEl>
                                        <p:attrNameLst>
                                          <p:attrName>style.visibility</p:attrName>
                                        </p:attrNameLst>
                                      </p:cBhvr>
                                      <p:to>
                                        <p:strVal val="hidden"/>
                                      </p:to>
                                    </p:set>
                                  </p:subTnLst>
                                </p:cTn>
                              </p:par>
                              <p:par>
                                <p:cTn id="20" presetID="1" presetClass="entr" presetSubtype="0" fill="hold" nodeType="withEffect">
                                  <p:stCondLst>
                                    <p:cond delay="0"/>
                                  </p:stCondLst>
                                  <p:childTnLst>
                                    <p:set>
                                      <p:cBhvr>
                                        <p:cTn id="21" dur="1" fill="hold">
                                          <p:stCondLst>
                                            <p:cond delay="0"/>
                                          </p:stCondLst>
                                        </p:cTn>
                                        <p:tgtEl>
                                          <p:spTgt spid="36"/>
                                        </p:tgtEl>
                                        <p:attrNameLst>
                                          <p:attrName>style.visibility</p:attrName>
                                        </p:attrNameLst>
                                      </p:cBhvr>
                                      <p:to>
                                        <p:strVal val="visible"/>
                                      </p:to>
                                    </p:set>
                                  </p:childTnLst>
                                  <p:subTnLst>
                                    <p:set>
                                      <p:cBhvr override="childStyle">
                                        <p:cTn dur="1" fill="hold" display="0" masterRel="nextClick" afterEffect="1"/>
                                        <p:tgtEl>
                                          <p:spTgt spid="3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475"/>
                                        </p:tgtEl>
                                        <p:attrNameLst>
                                          <p:attrName>style.visibility</p:attrName>
                                        </p:attrNameLst>
                                      </p:cBhvr>
                                      <p:to>
                                        <p:strVal val="visible"/>
                                      </p:to>
                                    </p:set>
                                  </p:childTnLst>
                                  <p:subTnLst>
                                    <p:set>
                                      <p:cBhvr override="childStyle">
                                        <p:cTn dur="1" fill="hold" display="0" masterRel="nextClick" afterEffect="1"/>
                                        <p:tgtEl>
                                          <p:spTgt spid="475"/>
                                        </p:tgtEl>
                                        <p:attrNameLst>
                                          <p:attrName>style.visibility</p:attrName>
                                        </p:attrNameLst>
                                      </p:cBhvr>
                                      <p:to>
                                        <p:strVal val="hidden"/>
                                      </p:to>
                                    </p:set>
                                  </p:sub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473"/>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 grpId="0"/>
      <p:bldP spid="36" grpId="0"/>
      <p:bldP spid="37"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69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11" name="Rectangle: Rounded Corners 10">
            <a:extLst>
              <a:ext uri="{FF2B5EF4-FFF2-40B4-BE49-F238E27FC236}">
                <a16:creationId xmlns:a16="http://schemas.microsoft.com/office/drawing/2014/main" id="{BAFC59F8-B76B-19F5-BE51-EECB7DDFCFED}"/>
              </a:ext>
            </a:extLst>
          </p:cNvPr>
          <p:cNvSpPr/>
          <p:nvPr/>
        </p:nvSpPr>
        <p:spPr>
          <a:xfrm>
            <a:off x="4289605" y="5217580"/>
            <a:ext cx="3600000" cy="900000"/>
          </a:xfrm>
          <a:prstGeom prst="roundRect">
            <a:avLst/>
          </a:prstGeom>
          <a:solidFill>
            <a:srgbClr val="FF9966"/>
          </a:solidFill>
          <a:ln w="25400">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a-IR" b="1" dirty="0">
                <a:solidFill>
                  <a:schemeClr val="accent2">
                    <a:lumMod val="50000"/>
                  </a:schemeClr>
                </a:solidFill>
                <a:latin typeface="IRANSans(FaNum)" panose="02040503050201020203" pitchFamily="18" charset="-78"/>
                <a:cs typeface="IRANSans(FaNum)" panose="02040503050201020203" pitchFamily="18" charset="-78"/>
              </a:rPr>
              <a:t>سیستم تحت مدیریت</a:t>
            </a:r>
            <a:endParaRPr lang="en-US" b="1" dirty="0">
              <a:solidFill>
                <a:schemeClr val="accent2">
                  <a:lumMod val="50000"/>
                </a:schemeClr>
              </a:solidFill>
              <a:latin typeface="IRANSans(FaNum)" panose="02040503050201020203" pitchFamily="18" charset="-78"/>
              <a:cs typeface="IRANSans(FaNum)" panose="02040503050201020203" pitchFamily="18" charset="-78"/>
            </a:endParaRPr>
          </a:p>
        </p:txBody>
      </p:sp>
      <p:sp>
        <p:nvSpPr>
          <p:cNvPr id="12" name="Rectangle: Rounded Corners 11">
            <a:extLst>
              <a:ext uri="{FF2B5EF4-FFF2-40B4-BE49-F238E27FC236}">
                <a16:creationId xmlns:a16="http://schemas.microsoft.com/office/drawing/2014/main" id="{C48CC909-EF11-1048-2FD3-4ECDC5D611C2}"/>
              </a:ext>
            </a:extLst>
          </p:cNvPr>
          <p:cNvSpPr/>
          <p:nvPr/>
        </p:nvSpPr>
        <p:spPr>
          <a:xfrm>
            <a:off x="4289605" y="2873085"/>
            <a:ext cx="3600000" cy="900000"/>
          </a:xfrm>
          <a:prstGeom prst="roundRect">
            <a:avLst/>
          </a:prstGeom>
          <a:solidFill>
            <a:schemeClr val="accent6">
              <a:lumMod val="40000"/>
              <a:lumOff val="60000"/>
            </a:schemeClr>
          </a:solidFill>
          <a:ln w="25400">
            <a:solidFill>
              <a:schemeClr val="accent6">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a-IR" b="1" dirty="0">
                <a:solidFill>
                  <a:schemeClr val="accent6">
                    <a:lumMod val="50000"/>
                  </a:schemeClr>
                </a:solidFill>
                <a:latin typeface="IRANSans(FaNum)" panose="02040503050201020203" pitchFamily="18" charset="-78"/>
                <a:cs typeface="IRANSans(FaNum)" panose="02040503050201020203" pitchFamily="18" charset="-78"/>
              </a:rPr>
              <a:t>سیستم مدیریت‌کننده</a:t>
            </a:r>
            <a:endParaRPr lang="en-US" b="1" dirty="0">
              <a:solidFill>
                <a:schemeClr val="accent6">
                  <a:lumMod val="50000"/>
                </a:schemeClr>
              </a:solidFill>
              <a:latin typeface="IRANSans(FaNum)" panose="02040503050201020203" pitchFamily="18" charset="-78"/>
              <a:cs typeface="IRANSans(FaNum)" panose="02040503050201020203" pitchFamily="18" charset="-78"/>
            </a:endParaRPr>
          </a:p>
        </p:txBody>
      </p:sp>
      <p:sp>
        <p:nvSpPr>
          <p:cNvPr id="13" name="Arrow: Down 12">
            <a:extLst>
              <a:ext uri="{FF2B5EF4-FFF2-40B4-BE49-F238E27FC236}">
                <a16:creationId xmlns:a16="http://schemas.microsoft.com/office/drawing/2014/main" id="{818F23B3-7E7A-34F9-997F-3C49E68E9E25}"/>
              </a:ext>
            </a:extLst>
          </p:cNvPr>
          <p:cNvSpPr/>
          <p:nvPr/>
        </p:nvSpPr>
        <p:spPr>
          <a:xfrm>
            <a:off x="4958861" y="3761362"/>
            <a:ext cx="257907" cy="1444495"/>
          </a:xfrm>
          <a:prstGeom prst="downArrow">
            <a:avLst/>
          </a:prstGeom>
          <a:solidFill>
            <a:schemeClr val="accent6">
              <a:lumMod val="50000"/>
            </a:schemeClr>
          </a:solidFill>
          <a:ln>
            <a:solidFill>
              <a:schemeClr val="accent6">
                <a:lumMod val="50000"/>
              </a:schemeClr>
            </a:solid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Arrow: Down 13">
            <a:extLst>
              <a:ext uri="{FF2B5EF4-FFF2-40B4-BE49-F238E27FC236}">
                <a16:creationId xmlns:a16="http://schemas.microsoft.com/office/drawing/2014/main" id="{63B35253-0B75-B871-E3D5-FB165586944C}"/>
              </a:ext>
            </a:extLst>
          </p:cNvPr>
          <p:cNvSpPr/>
          <p:nvPr/>
        </p:nvSpPr>
        <p:spPr>
          <a:xfrm flipV="1">
            <a:off x="6975236" y="3767310"/>
            <a:ext cx="257907" cy="1444495"/>
          </a:xfrm>
          <a:prstGeom prst="downArrow">
            <a:avLst/>
          </a:prstGeom>
          <a:solidFill>
            <a:schemeClr val="accent2">
              <a:lumMod val="50000"/>
            </a:schemeClr>
          </a:solidFill>
          <a:ln>
            <a:solidFill>
              <a:schemeClr val="accent2">
                <a:lumMod val="50000"/>
              </a:schemeClr>
            </a:solidFill>
          </a:ln>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D67C9483-CA58-7B19-D002-7679B357188A}"/>
              </a:ext>
            </a:extLst>
          </p:cNvPr>
          <p:cNvSpPr txBox="1"/>
          <p:nvPr/>
        </p:nvSpPr>
        <p:spPr>
          <a:xfrm>
            <a:off x="278352" y="1173039"/>
            <a:ext cx="11622506" cy="1427314"/>
          </a:xfrm>
          <a:prstGeom prst="rect">
            <a:avLst/>
          </a:prstGeom>
          <a:noFill/>
        </p:spPr>
        <p:txBody>
          <a:bodyPr wrap="square">
            <a:spAutoFit/>
          </a:bodyPr>
          <a:lstStyle/>
          <a:p>
            <a:pPr algn="r" rtl="1">
              <a:lnSpc>
                <a:spcPct val="125000"/>
              </a:lnSpc>
              <a:spcBef>
                <a:spcPts val="0"/>
              </a:spcBef>
              <a:spcAft>
                <a:spcPts val="600"/>
              </a:spcAft>
            </a:pPr>
            <a:r>
              <a:rPr lang="fa-IR" sz="2400" b="1" dirty="0">
                <a:solidFill>
                  <a:srgbClr val="C00000"/>
                </a:solidFill>
                <a:latin typeface="IRANSans(FaNum)" panose="02040503050201020203" pitchFamily="18" charset="-78"/>
                <a:cs typeface="IRANSans(FaNum)" panose="02040503050201020203" pitchFamily="18" charset="-78"/>
              </a:rPr>
              <a:t>سیستم مدیریتی:</a:t>
            </a:r>
          </a:p>
          <a:p>
            <a:pPr lvl="1" algn="just" rtl="1">
              <a:lnSpc>
                <a:spcPct val="150000"/>
              </a:lnSpc>
              <a:spcAft>
                <a:spcPts val="600"/>
              </a:spcAft>
            </a:pPr>
            <a:r>
              <a:rPr lang="fa-IR" b="1" dirty="0">
                <a:solidFill>
                  <a:srgbClr val="1F1FFF"/>
                </a:solidFill>
                <a:latin typeface="IRANSans(FaNum)" panose="02040503050201020203" pitchFamily="18" charset="-78"/>
                <a:cs typeface="IRANSans(FaNum)" panose="02040503050201020203" pitchFamily="18" charset="-78"/>
              </a:rPr>
              <a:t>سیستم مدیریت مجموعه‌ای از </a:t>
            </a:r>
            <a:r>
              <a:rPr lang="fa-IR" b="1" dirty="0">
                <a:solidFill>
                  <a:srgbClr val="C00000"/>
                </a:solidFill>
                <a:latin typeface="IRANSans(FaNum)" panose="02040503050201020203" pitchFamily="18" charset="-78"/>
                <a:cs typeface="IRANSans(FaNum)" panose="02040503050201020203" pitchFamily="18" charset="-78"/>
              </a:rPr>
              <a:t>خط مشی‌ها</a:t>
            </a:r>
            <a:r>
              <a:rPr lang="fa-IR" b="1" dirty="0">
                <a:solidFill>
                  <a:srgbClr val="1F1FFF"/>
                </a:solidFill>
                <a:latin typeface="IRANSans(FaNum)" panose="02040503050201020203" pitchFamily="18" charset="-78"/>
                <a:cs typeface="IRANSans(FaNum)" panose="02040503050201020203" pitchFamily="18" charset="-78"/>
              </a:rPr>
              <a:t>، </a:t>
            </a:r>
            <a:r>
              <a:rPr lang="fa-IR" b="1" dirty="0">
                <a:solidFill>
                  <a:srgbClr val="C00000"/>
                </a:solidFill>
                <a:latin typeface="IRANSans(FaNum)" panose="02040503050201020203" pitchFamily="18" charset="-78"/>
                <a:cs typeface="IRANSans(FaNum)" panose="02040503050201020203" pitchFamily="18" charset="-78"/>
              </a:rPr>
              <a:t>فرایندها</a:t>
            </a:r>
            <a:r>
              <a:rPr lang="fa-IR" b="1" dirty="0">
                <a:solidFill>
                  <a:srgbClr val="1F1FFF"/>
                </a:solidFill>
                <a:latin typeface="IRANSans(FaNum)" panose="02040503050201020203" pitchFamily="18" charset="-78"/>
                <a:cs typeface="IRANSans(FaNum)" panose="02040503050201020203" pitchFamily="18" charset="-78"/>
              </a:rPr>
              <a:t> و </a:t>
            </a:r>
            <a:r>
              <a:rPr lang="fa-IR" b="1" dirty="0">
                <a:solidFill>
                  <a:srgbClr val="C00000"/>
                </a:solidFill>
                <a:latin typeface="IRANSans(FaNum)" panose="02040503050201020203" pitchFamily="18" charset="-78"/>
                <a:cs typeface="IRANSans(FaNum)" panose="02040503050201020203" pitchFamily="18" charset="-78"/>
              </a:rPr>
              <a:t>رویه‌هایی</a:t>
            </a:r>
            <a:r>
              <a:rPr lang="fa-IR" b="1" dirty="0">
                <a:solidFill>
                  <a:srgbClr val="1F1FFF"/>
                </a:solidFill>
                <a:latin typeface="IRANSans(FaNum)" panose="02040503050201020203" pitchFamily="18" charset="-78"/>
                <a:cs typeface="IRANSans(FaNum)" panose="02040503050201020203" pitchFamily="18" charset="-78"/>
              </a:rPr>
              <a:t> است که یک سازمان جهت حصول اطمینان از وظایف مورد نیاز برای دستیابی به </a:t>
            </a:r>
            <a:r>
              <a:rPr lang="fa-IR" b="1" dirty="0">
                <a:solidFill>
                  <a:srgbClr val="C00000"/>
                </a:solidFill>
                <a:latin typeface="IRANSans(FaNum)" panose="02040503050201020203" pitchFamily="18" charset="-78"/>
                <a:cs typeface="IRANSans(FaNum)" panose="02040503050201020203" pitchFamily="18" charset="-78"/>
              </a:rPr>
              <a:t>اهداف</a:t>
            </a:r>
            <a:r>
              <a:rPr lang="fa-IR" b="1" dirty="0">
                <a:solidFill>
                  <a:srgbClr val="1F1FFF"/>
                </a:solidFill>
                <a:latin typeface="IRANSans(FaNum)" panose="02040503050201020203" pitchFamily="18" charset="-78"/>
                <a:cs typeface="IRANSans(FaNum)" panose="02040503050201020203" pitchFamily="18" charset="-78"/>
              </a:rPr>
              <a:t> خود می‌تواند بکار گیرد.</a:t>
            </a:r>
          </a:p>
        </p:txBody>
      </p:sp>
      <p:sp>
        <p:nvSpPr>
          <p:cNvPr id="16" name="TextBox 15">
            <a:extLst>
              <a:ext uri="{FF2B5EF4-FFF2-40B4-BE49-F238E27FC236}">
                <a16:creationId xmlns:a16="http://schemas.microsoft.com/office/drawing/2014/main" id="{B4ABFE6D-13BD-57E9-7A64-96518A3CEBC4}"/>
              </a:ext>
            </a:extLst>
          </p:cNvPr>
          <p:cNvSpPr txBox="1"/>
          <p:nvPr/>
        </p:nvSpPr>
        <p:spPr>
          <a:xfrm>
            <a:off x="7902395" y="3666017"/>
            <a:ext cx="3427465" cy="2693045"/>
          </a:xfrm>
          <a:prstGeom prst="rect">
            <a:avLst/>
          </a:prstGeom>
          <a:noFill/>
        </p:spPr>
        <p:txBody>
          <a:bodyPr wrap="square" rtlCol="0">
            <a:spAutoFit/>
          </a:bodyPr>
          <a:lstStyle/>
          <a:p>
            <a:pPr algn="r" rtl="1">
              <a:lnSpc>
                <a:spcPct val="150000"/>
              </a:lnSpc>
            </a:pPr>
            <a:r>
              <a:rPr lang="fa-IR" b="1" dirty="0">
                <a:solidFill>
                  <a:srgbClr val="0000C8"/>
                </a:solidFill>
                <a:latin typeface="IRANSans(FaNum)" panose="02040503050201020203" pitchFamily="18" charset="-78"/>
                <a:cs typeface="IRANSans(FaNum)" panose="02040503050201020203" pitchFamily="18" charset="-78"/>
              </a:rPr>
              <a:t>پایش (مستمر):</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گزارش دوره‌ای از میزان مصرف منابع و کیفیت سرویس ارائه شده</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گزارش اشکالات</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دریافت میزان رضایت‌مندی ذی‌نفعان</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دریافت نیازمندی‌های جدید</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و ...</a:t>
            </a:r>
            <a:endParaRPr lang="en-US" sz="1600" b="1" dirty="0">
              <a:solidFill>
                <a:srgbClr val="C00000"/>
              </a:solidFill>
              <a:latin typeface="IRANSans(FaNum)" panose="02040503050201020203" pitchFamily="18" charset="-78"/>
              <a:cs typeface="IRANSans(FaNum)" panose="02040503050201020203" pitchFamily="18" charset="-78"/>
            </a:endParaRPr>
          </a:p>
        </p:txBody>
      </p:sp>
      <p:sp>
        <p:nvSpPr>
          <p:cNvPr id="17" name="TextBox 16">
            <a:extLst>
              <a:ext uri="{FF2B5EF4-FFF2-40B4-BE49-F238E27FC236}">
                <a16:creationId xmlns:a16="http://schemas.microsoft.com/office/drawing/2014/main" id="{7A5D93A1-F8EB-B4A1-B1A1-51D12B9B0A5C}"/>
              </a:ext>
            </a:extLst>
          </p:cNvPr>
          <p:cNvSpPr txBox="1"/>
          <p:nvPr/>
        </p:nvSpPr>
        <p:spPr>
          <a:xfrm>
            <a:off x="302642" y="3811081"/>
            <a:ext cx="3999757" cy="2277547"/>
          </a:xfrm>
          <a:prstGeom prst="rect">
            <a:avLst/>
          </a:prstGeom>
          <a:noFill/>
        </p:spPr>
        <p:txBody>
          <a:bodyPr wrap="square" rtlCol="0">
            <a:spAutoFit/>
          </a:bodyPr>
          <a:lstStyle/>
          <a:p>
            <a:pPr algn="r" rtl="1">
              <a:lnSpc>
                <a:spcPct val="150000"/>
              </a:lnSpc>
            </a:pPr>
            <a:r>
              <a:rPr lang="fa-IR" b="1" dirty="0">
                <a:solidFill>
                  <a:srgbClr val="0000C8"/>
                </a:solidFill>
                <a:latin typeface="IRANSans(FaNum)" panose="02040503050201020203" pitchFamily="18" charset="-78"/>
                <a:cs typeface="IRANSans(FaNum)" panose="02040503050201020203" pitchFamily="18" charset="-78"/>
              </a:rPr>
              <a:t>کنترل (مستمر):</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اصلاح و تغییر سرویس‌های موجود</a:t>
            </a:r>
          </a:p>
          <a:p>
            <a:pPr marL="576000" lvl="1" indent="-108000" algn="r" rtl="1">
              <a:lnSpc>
                <a:spcPct val="125000"/>
              </a:lnSpc>
              <a:spcAft>
                <a:spcPts val="600"/>
              </a:spcAft>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تغییر پیکربندی سرویس‌ها و تجهیزات</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تعریف سرویس‌های جدید</a:t>
            </a:r>
          </a:p>
          <a:p>
            <a:pPr marL="576000" indent="-108000" algn="r" rtl="1">
              <a:lnSpc>
                <a:spcPct val="125000"/>
              </a:lnSpc>
              <a:spcAft>
                <a:spcPts val="600"/>
              </a:spcAft>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راه‌اندازی و نصب سرویس‌ها و تجهیزات جدید</a:t>
            </a:r>
          </a:p>
          <a:p>
            <a:pPr marL="288000" indent="-144000" algn="r" rtl="1">
              <a:lnSpc>
                <a:spcPct val="125000"/>
              </a:lnSpc>
              <a:spcAft>
                <a:spcPts val="600"/>
              </a:spcAft>
              <a:buFont typeface="Arial" panose="020B0604020202020204" pitchFamily="34" charset="0"/>
              <a:buChar char="•"/>
            </a:pPr>
            <a:r>
              <a:rPr lang="fa-IR" sz="1600" b="1" dirty="0">
                <a:solidFill>
                  <a:srgbClr val="C00000"/>
                </a:solidFill>
                <a:latin typeface="IRANSans(FaNum)" panose="02040503050201020203" pitchFamily="18" charset="-78"/>
                <a:cs typeface="IRANSans(FaNum)" panose="02040503050201020203" pitchFamily="18" charset="-78"/>
              </a:rPr>
              <a:t>...</a:t>
            </a:r>
          </a:p>
        </p:txBody>
      </p:sp>
    </p:spTree>
    <p:extLst>
      <p:ext uri="{BB962C8B-B14F-4D97-AF65-F5344CB8AC3E}">
        <p14:creationId xmlns:p14="http://schemas.microsoft.com/office/powerpoint/2010/main" val="329233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1000"/>
                                        <p:tgtEl>
                                          <p:spTgt spid="15"/>
                                        </p:tgtEl>
                                      </p:cBhvr>
                                    </p:animEffect>
                                    <p:anim calcmode="lin" valueType="num">
                                      <p:cBhvr>
                                        <p:cTn id="14" dur="1000" fill="hold"/>
                                        <p:tgtEl>
                                          <p:spTgt spid="15"/>
                                        </p:tgtEl>
                                        <p:attrNameLst>
                                          <p:attrName>ppt_x</p:attrName>
                                        </p:attrNameLst>
                                      </p:cBhvr>
                                      <p:tavLst>
                                        <p:tav tm="0">
                                          <p:val>
                                            <p:strVal val="#ppt_x"/>
                                          </p:val>
                                        </p:tav>
                                        <p:tav tm="100000">
                                          <p:val>
                                            <p:strVal val="#ppt_x"/>
                                          </p:val>
                                        </p:tav>
                                      </p:tavLst>
                                    </p:anim>
                                    <p:anim calcmode="lin" valueType="num">
                                      <p:cBhvr>
                                        <p:cTn id="15"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1" nodeType="clickEffect">
                                  <p:stCondLst>
                                    <p:cond delay="0"/>
                                  </p:stCondLst>
                                  <p:childTnLst>
                                    <p:set>
                                      <p:cBhvr>
                                        <p:cTn id="19" dur="1" fill="hold">
                                          <p:stCondLst>
                                            <p:cond delay="0"/>
                                          </p:stCondLst>
                                        </p:cTn>
                                        <p:tgtEl>
                                          <p:spTgt spid="11"/>
                                        </p:tgtEl>
                                        <p:attrNameLst>
                                          <p:attrName>style.visibility</p:attrName>
                                        </p:attrNameLst>
                                      </p:cBhvr>
                                      <p:to>
                                        <p:strVal val="visible"/>
                                      </p:to>
                                    </p:set>
                                    <p:anim calcmode="lin" valueType="num">
                                      <p:cBhvr>
                                        <p:cTn id="20" dur="500" fill="hold"/>
                                        <p:tgtEl>
                                          <p:spTgt spid="11"/>
                                        </p:tgtEl>
                                        <p:attrNameLst>
                                          <p:attrName>ppt_w</p:attrName>
                                        </p:attrNameLst>
                                      </p:cBhvr>
                                      <p:tavLst>
                                        <p:tav tm="0">
                                          <p:val>
                                            <p:fltVal val="0"/>
                                          </p:val>
                                        </p:tav>
                                        <p:tav tm="100000">
                                          <p:val>
                                            <p:strVal val="#ppt_w"/>
                                          </p:val>
                                        </p:tav>
                                      </p:tavLst>
                                    </p:anim>
                                    <p:anim calcmode="lin" valueType="num">
                                      <p:cBhvr>
                                        <p:cTn id="21" dur="500" fill="hold"/>
                                        <p:tgtEl>
                                          <p:spTgt spid="11"/>
                                        </p:tgtEl>
                                        <p:attrNameLst>
                                          <p:attrName>ppt_h</p:attrName>
                                        </p:attrNameLst>
                                      </p:cBhvr>
                                      <p:tavLst>
                                        <p:tav tm="0">
                                          <p:val>
                                            <p:fltVal val="0"/>
                                          </p:val>
                                        </p:tav>
                                        <p:tav tm="100000">
                                          <p:val>
                                            <p:strVal val="#ppt_h"/>
                                          </p:val>
                                        </p:tav>
                                      </p:tavLst>
                                    </p:anim>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p:cTn id="27" dur="500" fill="hold"/>
                                        <p:tgtEl>
                                          <p:spTgt spid="12"/>
                                        </p:tgtEl>
                                        <p:attrNameLst>
                                          <p:attrName>ppt_w</p:attrName>
                                        </p:attrNameLst>
                                      </p:cBhvr>
                                      <p:tavLst>
                                        <p:tav tm="0">
                                          <p:val>
                                            <p:fltVal val="0"/>
                                          </p:val>
                                        </p:tav>
                                        <p:tav tm="100000">
                                          <p:val>
                                            <p:strVal val="#ppt_w"/>
                                          </p:val>
                                        </p:tav>
                                      </p:tavLst>
                                    </p:anim>
                                    <p:anim calcmode="lin" valueType="num">
                                      <p:cBhvr>
                                        <p:cTn id="28" dur="500" fill="hold"/>
                                        <p:tgtEl>
                                          <p:spTgt spid="12"/>
                                        </p:tgtEl>
                                        <p:attrNameLst>
                                          <p:attrName>ppt_h</p:attrName>
                                        </p:attrNameLst>
                                      </p:cBhvr>
                                      <p:tavLst>
                                        <p:tav tm="0">
                                          <p:val>
                                            <p:fltVal val="0"/>
                                          </p:val>
                                        </p:tav>
                                        <p:tav tm="100000">
                                          <p:val>
                                            <p:strVal val="#ppt_h"/>
                                          </p:val>
                                        </p:tav>
                                      </p:tavLst>
                                    </p:anim>
                                    <p:animEffect transition="in" filter="fade">
                                      <p:cBhvr>
                                        <p:cTn id="29" dur="500"/>
                                        <p:tgtEl>
                                          <p:spTgt spid="1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wipe(down)">
                                      <p:cBhvr>
                                        <p:cTn id="34" dur="500"/>
                                        <p:tgtEl>
                                          <p:spTgt spid="14"/>
                                        </p:tgtEl>
                                      </p:cBhvr>
                                    </p:animEffect>
                                  </p:childTnLst>
                                </p:cTn>
                              </p:par>
                            </p:childTnLst>
                          </p:cTn>
                        </p:par>
                        <p:par>
                          <p:cTn id="35" fill="hold">
                            <p:stCondLst>
                              <p:cond delay="500"/>
                            </p:stCondLst>
                            <p:childTnLst>
                              <p:par>
                                <p:cTn id="36" presetID="22" presetClass="entr" presetSubtype="1" fill="hold" grpId="0" nodeType="after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wipe(up)">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ipe(up)">
                                      <p:cBhvr>
                                        <p:cTn id="43" dur="500"/>
                                        <p:tgtEl>
                                          <p:spTgt spid="13"/>
                                        </p:tgtEl>
                                      </p:cBhvr>
                                    </p:animEffect>
                                  </p:childTnLst>
                                </p:cTn>
                              </p:par>
                            </p:childTnLst>
                          </p:cTn>
                        </p:par>
                        <p:par>
                          <p:cTn id="44" fill="hold">
                            <p:stCondLst>
                              <p:cond delay="500"/>
                            </p:stCondLst>
                            <p:childTnLst>
                              <p:par>
                                <p:cTn id="45" presetID="22" presetClass="entr" presetSubtype="1" fill="hold" grpId="0" nodeType="after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wipe(up)">
                                      <p:cBhvr>
                                        <p:cTn id="4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1" animBg="1"/>
      <p:bldP spid="12" grpId="0" animBg="1"/>
      <p:bldP spid="13" grpId="0" animBg="1"/>
      <p:bldP spid="14" grpId="0" animBg="1"/>
      <p:bldP spid="15" grpId="0"/>
      <p:bldP spid="16" grpId="0"/>
      <p:bldP spid="17"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518" name="TextBox 517">
            <a:extLst>
              <a:ext uri="{FF2B5EF4-FFF2-40B4-BE49-F238E27FC236}">
                <a16:creationId xmlns:a16="http://schemas.microsoft.com/office/drawing/2014/main" id="{1888763C-8AEE-F178-BA16-2508775F1C0C}"/>
              </a:ext>
            </a:extLst>
          </p:cNvPr>
          <p:cNvSpPr txBox="1"/>
          <p:nvPr/>
        </p:nvSpPr>
        <p:spPr>
          <a:xfrm>
            <a:off x="386862" y="2052676"/>
            <a:ext cx="11165542" cy="3104696"/>
          </a:xfrm>
          <a:prstGeom prst="rect">
            <a:avLst/>
          </a:prstGeom>
          <a:noFill/>
        </p:spPr>
        <p:txBody>
          <a:bodyPr wrap="square">
            <a:spAutoFit/>
          </a:bodyPr>
          <a:lstStyle/>
          <a:p>
            <a:pPr marL="144000" indent="-144000" algn="r" rtl="1">
              <a:lnSpc>
                <a:spcPct val="125000"/>
              </a:lnSpc>
              <a:spcBef>
                <a:spcPts val="0"/>
              </a:spcBef>
              <a:spcAft>
                <a:spcPts val="1200"/>
              </a:spcAft>
              <a:buFont typeface="Arial" panose="020B0604020202020204" pitchFamily="34" charset="0"/>
              <a:buChar char="•"/>
            </a:pPr>
            <a:r>
              <a:rPr lang="fa-IR" sz="2400" b="1" dirty="0">
                <a:solidFill>
                  <a:srgbClr val="C00000"/>
                </a:solidFill>
                <a:latin typeface="IRANSans(FaNum)" panose="02040503050201020203" pitchFamily="18" charset="-78"/>
                <a:cs typeface="IRANSans(FaNum)" panose="02040503050201020203" pitchFamily="18" charset="-78"/>
              </a:rPr>
              <a:t>از نگاه کاربران: </a:t>
            </a:r>
          </a:p>
          <a:p>
            <a:pPr marL="601200" lvl="1" indent="-144000" algn="r" rtl="1">
              <a:lnSpc>
                <a:spcPct val="150000"/>
              </a:lnSpc>
              <a:spcAft>
                <a:spcPts val="600"/>
              </a:spcAft>
              <a:buFont typeface="Arial" panose="020B0604020202020204" pitchFamily="34" charset="0"/>
              <a:buChar char="•"/>
            </a:pPr>
            <a:r>
              <a:rPr lang="fa-IR" b="1" dirty="0">
                <a:solidFill>
                  <a:srgbClr val="1F1FFF"/>
                </a:solidFill>
                <a:latin typeface="IRANSans(FaNum)" panose="02040503050201020203" pitchFamily="18" charset="-78"/>
                <a:cs typeface="IRANSans(FaNum)" panose="02040503050201020203" pitchFamily="18" charset="-78"/>
              </a:rPr>
              <a:t>هدف از مدیریت شبکه ایجاد اطمینان از دریافت سرویس‌ با کیفیت مورد انتظار کاربران است.</a:t>
            </a:r>
          </a:p>
          <a:p>
            <a:pPr marL="601200" lvl="1" indent="-144000" algn="r" rtl="1">
              <a:lnSpc>
                <a:spcPct val="150000"/>
              </a:lnSpc>
              <a:spcAft>
                <a:spcPts val="600"/>
              </a:spcAft>
              <a:buFont typeface="Arial" panose="020B0604020202020204" pitchFamily="34" charset="0"/>
              <a:buChar char="•"/>
            </a:pPr>
            <a:endParaRPr lang="fa-IR" b="1" dirty="0">
              <a:solidFill>
                <a:srgbClr val="1F1FFF"/>
              </a:solidFill>
              <a:latin typeface="IRANSans(FaNum)" panose="02040503050201020203" pitchFamily="18" charset="-78"/>
              <a:cs typeface="IRANSans(FaNum)" panose="02040503050201020203" pitchFamily="18" charset="-78"/>
            </a:endParaRPr>
          </a:p>
          <a:p>
            <a:pPr marL="144000" indent="-144000" algn="r" rtl="1">
              <a:lnSpc>
                <a:spcPct val="125000"/>
              </a:lnSpc>
              <a:spcBef>
                <a:spcPts val="0"/>
              </a:spcBef>
              <a:spcAft>
                <a:spcPts val="1200"/>
              </a:spcAft>
              <a:buFont typeface="Arial" panose="020B0604020202020204" pitchFamily="34" charset="0"/>
              <a:buChar char="•"/>
            </a:pPr>
            <a:r>
              <a:rPr lang="fa-IR" sz="2400" b="1" dirty="0">
                <a:solidFill>
                  <a:srgbClr val="C00000"/>
                </a:solidFill>
                <a:latin typeface="IRANSans(FaNum)" panose="02040503050201020203" pitchFamily="18" charset="-78"/>
                <a:cs typeface="IRANSans(FaNum)" panose="02040503050201020203" pitchFamily="18" charset="-78"/>
              </a:rPr>
              <a:t>از نگاه مدیریت کسب و کار:</a:t>
            </a:r>
          </a:p>
          <a:p>
            <a:pPr marL="601200" lvl="1" indent="-144000" algn="r" rtl="1">
              <a:lnSpc>
                <a:spcPct val="150000"/>
              </a:lnSpc>
              <a:spcAft>
                <a:spcPts val="600"/>
              </a:spcAft>
              <a:buFont typeface="Arial" panose="020B0604020202020204" pitchFamily="34" charset="0"/>
              <a:buChar char="•"/>
            </a:pPr>
            <a:r>
              <a:rPr lang="fa-IR" b="1" dirty="0">
                <a:solidFill>
                  <a:srgbClr val="1F1FFF"/>
                </a:solidFill>
                <a:latin typeface="IRANSans(FaNum)" panose="02040503050201020203" pitchFamily="18" charset="-78"/>
                <a:cs typeface="IRANSans(FaNum)" panose="02040503050201020203" pitchFamily="18" charset="-78"/>
              </a:rPr>
              <a:t>مدیریت شبکه شامل برنامه‌ریزی راهبردی و فنی مهندسی، بهره‌برداری و نگهداری شبکه و سرویس‌های آن برای نیاز‌های حال و آینده با حداقل هزینه کلی است.</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مدیریت شبکه </a:t>
            </a:r>
          </a:p>
        </p:txBody>
      </p:sp>
    </p:spTree>
    <p:extLst>
      <p:ext uri="{BB962C8B-B14F-4D97-AF65-F5344CB8AC3E}">
        <p14:creationId xmlns:p14="http://schemas.microsoft.com/office/powerpoint/2010/main" val="3554344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18">
                                            <p:txEl>
                                              <p:pRg st="0" end="0"/>
                                            </p:txEl>
                                          </p:spTgt>
                                        </p:tgtEl>
                                        <p:attrNameLst>
                                          <p:attrName>style.visibility</p:attrName>
                                        </p:attrNameLst>
                                      </p:cBhvr>
                                      <p:to>
                                        <p:strVal val="visible"/>
                                      </p:to>
                                    </p:set>
                                    <p:animEffect transition="in" filter="fade">
                                      <p:cBhvr>
                                        <p:cTn id="19" dur="1000"/>
                                        <p:tgtEl>
                                          <p:spTgt spid="518">
                                            <p:txEl>
                                              <p:pRg st="0" end="0"/>
                                            </p:txEl>
                                          </p:spTgt>
                                        </p:tgtEl>
                                      </p:cBhvr>
                                    </p:animEffect>
                                    <p:anim calcmode="lin" valueType="num">
                                      <p:cBhvr>
                                        <p:cTn id="20" dur="1000" fill="hold"/>
                                        <p:tgtEl>
                                          <p:spTgt spid="518">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518">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518">
                                            <p:txEl>
                                              <p:pRg st="1" end="1"/>
                                            </p:txEl>
                                          </p:spTgt>
                                        </p:tgtEl>
                                        <p:attrNameLst>
                                          <p:attrName>style.visibility</p:attrName>
                                        </p:attrNameLst>
                                      </p:cBhvr>
                                      <p:to>
                                        <p:strVal val="visible"/>
                                      </p:to>
                                    </p:set>
                                    <p:animEffect transition="in" filter="fade">
                                      <p:cBhvr>
                                        <p:cTn id="25" dur="1000"/>
                                        <p:tgtEl>
                                          <p:spTgt spid="518">
                                            <p:txEl>
                                              <p:pRg st="1" end="1"/>
                                            </p:txEl>
                                          </p:spTgt>
                                        </p:tgtEl>
                                      </p:cBhvr>
                                    </p:animEffect>
                                    <p:anim calcmode="lin" valueType="num">
                                      <p:cBhvr>
                                        <p:cTn id="26" dur="1000" fill="hold"/>
                                        <p:tgtEl>
                                          <p:spTgt spid="518">
                                            <p:txEl>
                                              <p:pRg st="1" end="1"/>
                                            </p:txEl>
                                          </p:spTgt>
                                        </p:tgtEl>
                                        <p:attrNameLst>
                                          <p:attrName>ppt_x</p:attrName>
                                        </p:attrNameLst>
                                      </p:cBhvr>
                                      <p:tavLst>
                                        <p:tav tm="0">
                                          <p:val>
                                            <p:strVal val="#ppt_x"/>
                                          </p:val>
                                        </p:tav>
                                        <p:tav tm="100000">
                                          <p:val>
                                            <p:strVal val="#ppt_x"/>
                                          </p:val>
                                        </p:tav>
                                      </p:tavLst>
                                    </p:anim>
                                    <p:anim calcmode="lin" valueType="num">
                                      <p:cBhvr>
                                        <p:cTn id="27" dur="1000" fill="hold"/>
                                        <p:tgtEl>
                                          <p:spTgt spid="518">
                                            <p:txEl>
                                              <p:pRg st="1" end="1"/>
                                            </p:txEl>
                                          </p:spTgt>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42" presetClass="entr" presetSubtype="0" fill="hold" nodeType="afterEffect">
                                  <p:stCondLst>
                                    <p:cond delay="0"/>
                                  </p:stCondLst>
                                  <p:childTnLst>
                                    <p:set>
                                      <p:cBhvr>
                                        <p:cTn id="30" dur="1" fill="hold">
                                          <p:stCondLst>
                                            <p:cond delay="0"/>
                                          </p:stCondLst>
                                        </p:cTn>
                                        <p:tgtEl>
                                          <p:spTgt spid="518">
                                            <p:txEl>
                                              <p:pRg st="3" end="3"/>
                                            </p:txEl>
                                          </p:spTgt>
                                        </p:tgtEl>
                                        <p:attrNameLst>
                                          <p:attrName>style.visibility</p:attrName>
                                        </p:attrNameLst>
                                      </p:cBhvr>
                                      <p:to>
                                        <p:strVal val="visible"/>
                                      </p:to>
                                    </p:set>
                                    <p:animEffect transition="in" filter="fade">
                                      <p:cBhvr>
                                        <p:cTn id="31" dur="1000"/>
                                        <p:tgtEl>
                                          <p:spTgt spid="518">
                                            <p:txEl>
                                              <p:pRg st="3" end="3"/>
                                            </p:txEl>
                                          </p:spTgt>
                                        </p:tgtEl>
                                      </p:cBhvr>
                                    </p:animEffect>
                                    <p:anim calcmode="lin" valueType="num">
                                      <p:cBhvr>
                                        <p:cTn id="32" dur="1000" fill="hold"/>
                                        <p:tgtEl>
                                          <p:spTgt spid="518">
                                            <p:txEl>
                                              <p:pRg st="3" end="3"/>
                                            </p:txEl>
                                          </p:spTgt>
                                        </p:tgtEl>
                                        <p:attrNameLst>
                                          <p:attrName>ppt_x</p:attrName>
                                        </p:attrNameLst>
                                      </p:cBhvr>
                                      <p:tavLst>
                                        <p:tav tm="0">
                                          <p:val>
                                            <p:strVal val="#ppt_x"/>
                                          </p:val>
                                        </p:tav>
                                        <p:tav tm="100000">
                                          <p:val>
                                            <p:strVal val="#ppt_x"/>
                                          </p:val>
                                        </p:tav>
                                      </p:tavLst>
                                    </p:anim>
                                    <p:anim calcmode="lin" valueType="num">
                                      <p:cBhvr>
                                        <p:cTn id="33" dur="1000" fill="hold"/>
                                        <p:tgtEl>
                                          <p:spTgt spid="518">
                                            <p:txEl>
                                              <p:pRg st="3" end="3"/>
                                            </p:txEl>
                                          </p:spTgt>
                                        </p:tgtEl>
                                        <p:attrNameLst>
                                          <p:attrName>ppt_y</p:attrName>
                                        </p:attrNameLst>
                                      </p:cBhvr>
                                      <p:tavLst>
                                        <p:tav tm="0">
                                          <p:val>
                                            <p:strVal val="#ppt_y+.1"/>
                                          </p:val>
                                        </p:tav>
                                        <p:tav tm="100000">
                                          <p:val>
                                            <p:strVal val="#ppt_y"/>
                                          </p:val>
                                        </p:tav>
                                      </p:tavLst>
                                    </p:anim>
                                  </p:childTnLst>
                                </p:cTn>
                              </p:par>
                            </p:childTnLst>
                          </p:cTn>
                        </p:par>
                        <p:par>
                          <p:cTn id="34" fill="hold">
                            <p:stCondLst>
                              <p:cond delay="5000"/>
                            </p:stCondLst>
                            <p:childTnLst>
                              <p:par>
                                <p:cTn id="35" presetID="42" presetClass="entr" presetSubtype="0" fill="hold" nodeType="afterEffect">
                                  <p:stCondLst>
                                    <p:cond delay="0"/>
                                  </p:stCondLst>
                                  <p:childTnLst>
                                    <p:set>
                                      <p:cBhvr>
                                        <p:cTn id="36" dur="1" fill="hold">
                                          <p:stCondLst>
                                            <p:cond delay="0"/>
                                          </p:stCondLst>
                                        </p:cTn>
                                        <p:tgtEl>
                                          <p:spTgt spid="518">
                                            <p:txEl>
                                              <p:pRg st="4" end="4"/>
                                            </p:txEl>
                                          </p:spTgt>
                                        </p:tgtEl>
                                        <p:attrNameLst>
                                          <p:attrName>style.visibility</p:attrName>
                                        </p:attrNameLst>
                                      </p:cBhvr>
                                      <p:to>
                                        <p:strVal val="visible"/>
                                      </p:to>
                                    </p:set>
                                    <p:animEffect transition="in" filter="fade">
                                      <p:cBhvr>
                                        <p:cTn id="37" dur="1000"/>
                                        <p:tgtEl>
                                          <p:spTgt spid="518">
                                            <p:txEl>
                                              <p:pRg st="4" end="4"/>
                                            </p:txEl>
                                          </p:spTgt>
                                        </p:tgtEl>
                                      </p:cBhvr>
                                    </p:animEffect>
                                    <p:anim calcmode="lin" valueType="num">
                                      <p:cBhvr>
                                        <p:cTn id="38" dur="1000" fill="hold"/>
                                        <p:tgtEl>
                                          <p:spTgt spid="518">
                                            <p:txEl>
                                              <p:pRg st="4" end="4"/>
                                            </p:txEl>
                                          </p:spTgt>
                                        </p:tgtEl>
                                        <p:attrNameLst>
                                          <p:attrName>ppt_x</p:attrName>
                                        </p:attrNameLst>
                                      </p:cBhvr>
                                      <p:tavLst>
                                        <p:tav tm="0">
                                          <p:val>
                                            <p:strVal val="#ppt_x"/>
                                          </p:val>
                                        </p:tav>
                                        <p:tav tm="100000">
                                          <p:val>
                                            <p:strVal val="#ppt_x"/>
                                          </p:val>
                                        </p:tav>
                                      </p:tavLst>
                                    </p:anim>
                                    <p:anim calcmode="lin" valueType="num">
                                      <p:cBhvr>
                                        <p:cTn id="39" dur="1000" fill="hold"/>
                                        <p:tgtEl>
                                          <p:spTgt spid="518">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259808" y="1290004"/>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سطوح و حوزه‌های مدیریتی شبکه </a:t>
            </a:r>
          </a:p>
        </p:txBody>
      </p:sp>
      <p:graphicFrame>
        <p:nvGraphicFramePr>
          <p:cNvPr id="12" name="Diagram 11">
            <a:extLst>
              <a:ext uri="{FF2B5EF4-FFF2-40B4-BE49-F238E27FC236}">
                <a16:creationId xmlns:a16="http://schemas.microsoft.com/office/drawing/2014/main" id="{07CFAD3B-0C7C-3FE1-EAB1-030C91E7B441}"/>
              </a:ext>
            </a:extLst>
          </p:cNvPr>
          <p:cNvGraphicFramePr/>
          <p:nvPr>
            <p:extLst>
              <p:ext uri="{D42A27DB-BD31-4B8C-83A1-F6EECF244321}">
                <p14:modId xmlns:p14="http://schemas.microsoft.com/office/powerpoint/2010/main" val="3157949824"/>
              </p:ext>
            </p:extLst>
          </p:nvPr>
        </p:nvGraphicFramePr>
        <p:xfrm>
          <a:off x="4901703" y="2351419"/>
          <a:ext cx="6543148" cy="360000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pSp>
        <p:nvGrpSpPr>
          <p:cNvPr id="16" name="Group 15">
            <a:extLst>
              <a:ext uri="{FF2B5EF4-FFF2-40B4-BE49-F238E27FC236}">
                <a16:creationId xmlns:a16="http://schemas.microsoft.com/office/drawing/2014/main" id="{EAB0E342-6770-525D-E1CE-72907B20D50E}"/>
              </a:ext>
            </a:extLst>
          </p:cNvPr>
          <p:cNvGrpSpPr/>
          <p:nvPr/>
        </p:nvGrpSpPr>
        <p:grpSpPr>
          <a:xfrm>
            <a:off x="906525" y="2422141"/>
            <a:ext cx="684000" cy="3532942"/>
            <a:chOff x="913947" y="1844307"/>
            <a:chExt cx="684000" cy="3532942"/>
          </a:xfrm>
        </p:grpSpPr>
        <p:sp>
          <p:nvSpPr>
            <p:cNvPr id="14" name="TextBox 13">
              <a:extLst>
                <a:ext uri="{FF2B5EF4-FFF2-40B4-BE49-F238E27FC236}">
                  <a16:creationId xmlns:a16="http://schemas.microsoft.com/office/drawing/2014/main" id="{7BB6012E-3F72-D8B0-BEB8-374960FCCBA1}"/>
                </a:ext>
              </a:extLst>
            </p:cNvPr>
            <p:cNvSpPr txBox="1"/>
            <p:nvPr/>
          </p:nvSpPr>
          <p:spPr>
            <a:xfrm>
              <a:off x="1025115" y="2528541"/>
              <a:ext cx="461665" cy="2848708"/>
            </a:xfrm>
            <a:prstGeom prst="rect">
              <a:avLst/>
            </a:prstGeom>
            <a:solidFill>
              <a:schemeClr val="accent2">
                <a:lumMod val="60000"/>
                <a:lumOff val="40000"/>
              </a:schemeClr>
            </a:solidFill>
            <a:ln w="19050">
              <a:solidFill>
                <a:schemeClr val="accent2">
                  <a:lumMod val="50000"/>
                </a:schemeClr>
              </a:solidFill>
            </a:ln>
          </p:spPr>
          <p:txBody>
            <a:bodyPr vert="vert" wrap="square" rtlCol="0">
              <a:spAutoFit/>
            </a:bodyPr>
            <a:lstStyle/>
            <a:p>
              <a:pPr algn="ctr"/>
              <a:r>
                <a:rPr lang="en-US" b="1" dirty="0"/>
                <a:t>Fault Management</a:t>
              </a:r>
            </a:p>
          </p:txBody>
        </p:sp>
        <p:sp>
          <p:nvSpPr>
            <p:cNvPr id="15" name="TextBox 14">
              <a:extLst>
                <a:ext uri="{FF2B5EF4-FFF2-40B4-BE49-F238E27FC236}">
                  <a16:creationId xmlns:a16="http://schemas.microsoft.com/office/drawing/2014/main" id="{0457D40F-3E4C-EDBB-0C40-38D14B39CB3C}"/>
                </a:ext>
              </a:extLst>
            </p:cNvPr>
            <p:cNvSpPr txBox="1"/>
            <p:nvPr/>
          </p:nvSpPr>
          <p:spPr>
            <a:xfrm>
              <a:off x="913947" y="1844307"/>
              <a:ext cx="684000" cy="684000"/>
            </a:xfrm>
            <a:prstGeom prst="rect">
              <a:avLst/>
            </a:prstGeom>
            <a:solidFill>
              <a:schemeClr val="accent2">
                <a:lumMod val="60000"/>
                <a:lumOff val="40000"/>
              </a:schemeClr>
            </a:solidFill>
            <a:ln w="19050">
              <a:solidFill>
                <a:schemeClr val="accent2">
                  <a:lumMod val="50000"/>
                </a:schemeClr>
              </a:solidFill>
            </a:ln>
          </p:spPr>
          <p:txBody>
            <a:bodyPr vert="horz" wrap="square" tIns="108000" bIns="108000" rtlCol="0" anchor="ctr" anchorCtr="0">
              <a:spAutoFit/>
            </a:bodyPr>
            <a:lstStyle/>
            <a:p>
              <a:pPr algn="ctr"/>
              <a:r>
                <a:rPr lang="en-US" sz="3200" b="1" dirty="0"/>
                <a:t>F</a:t>
              </a:r>
            </a:p>
          </p:txBody>
        </p:sp>
      </p:grpSp>
      <p:grpSp>
        <p:nvGrpSpPr>
          <p:cNvPr id="17" name="Group 16">
            <a:extLst>
              <a:ext uri="{FF2B5EF4-FFF2-40B4-BE49-F238E27FC236}">
                <a16:creationId xmlns:a16="http://schemas.microsoft.com/office/drawing/2014/main" id="{3AC318ED-C389-CA19-DCFB-74C6F6AEC536}"/>
              </a:ext>
            </a:extLst>
          </p:cNvPr>
          <p:cNvGrpSpPr/>
          <p:nvPr/>
        </p:nvGrpSpPr>
        <p:grpSpPr>
          <a:xfrm>
            <a:off x="1634427" y="2421332"/>
            <a:ext cx="684000" cy="3532888"/>
            <a:chOff x="913947" y="1844361"/>
            <a:chExt cx="684000" cy="3532888"/>
          </a:xfrm>
          <a:solidFill>
            <a:schemeClr val="accent4">
              <a:lumMod val="60000"/>
              <a:lumOff val="40000"/>
            </a:schemeClr>
          </a:solidFill>
        </p:grpSpPr>
        <p:sp>
          <p:nvSpPr>
            <p:cNvPr id="18" name="TextBox 17">
              <a:extLst>
                <a:ext uri="{FF2B5EF4-FFF2-40B4-BE49-F238E27FC236}">
                  <a16:creationId xmlns:a16="http://schemas.microsoft.com/office/drawing/2014/main" id="{4DB95949-3F85-3BE4-1855-4D25F8BC746C}"/>
                </a:ext>
              </a:extLst>
            </p:cNvPr>
            <p:cNvSpPr txBox="1"/>
            <p:nvPr/>
          </p:nvSpPr>
          <p:spPr>
            <a:xfrm>
              <a:off x="1025115" y="2528541"/>
              <a:ext cx="461665" cy="2848708"/>
            </a:xfrm>
            <a:prstGeom prst="rect">
              <a:avLst/>
            </a:prstGeom>
            <a:grpFill/>
            <a:ln w="19050">
              <a:solidFill>
                <a:schemeClr val="accent4">
                  <a:lumMod val="50000"/>
                </a:schemeClr>
              </a:solidFill>
            </a:ln>
          </p:spPr>
          <p:txBody>
            <a:bodyPr vert="vert" wrap="square" rtlCol="0">
              <a:spAutoFit/>
            </a:bodyPr>
            <a:lstStyle/>
            <a:p>
              <a:pPr algn="ctr"/>
              <a:r>
                <a:rPr lang="en-US" b="1" dirty="0"/>
                <a:t>Configuration Management</a:t>
              </a:r>
            </a:p>
          </p:txBody>
        </p:sp>
        <p:sp>
          <p:nvSpPr>
            <p:cNvPr id="19" name="TextBox 18">
              <a:extLst>
                <a:ext uri="{FF2B5EF4-FFF2-40B4-BE49-F238E27FC236}">
                  <a16:creationId xmlns:a16="http://schemas.microsoft.com/office/drawing/2014/main" id="{6D3CE206-9BD4-839B-AE75-080FBA3D8E90}"/>
                </a:ext>
              </a:extLst>
            </p:cNvPr>
            <p:cNvSpPr txBox="1"/>
            <p:nvPr/>
          </p:nvSpPr>
          <p:spPr>
            <a:xfrm>
              <a:off x="913947" y="1844361"/>
              <a:ext cx="684000" cy="684000"/>
            </a:xfrm>
            <a:prstGeom prst="rect">
              <a:avLst/>
            </a:prstGeom>
            <a:grpFill/>
            <a:ln w="19050">
              <a:solidFill>
                <a:schemeClr val="accent4">
                  <a:lumMod val="50000"/>
                </a:schemeClr>
              </a:solidFill>
            </a:ln>
          </p:spPr>
          <p:txBody>
            <a:bodyPr vert="horz" wrap="square" tIns="108000" bIns="108000" rtlCol="0" anchor="ctr" anchorCtr="0">
              <a:spAutoFit/>
            </a:bodyPr>
            <a:lstStyle/>
            <a:p>
              <a:pPr algn="ctr"/>
              <a:r>
                <a:rPr lang="en-US" sz="3200" b="1" dirty="0"/>
                <a:t>C</a:t>
              </a:r>
            </a:p>
          </p:txBody>
        </p:sp>
      </p:grpSp>
      <p:grpSp>
        <p:nvGrpSpPr>
          <p:cNvPr id="20" name="Group 19">
            <a:extLst>
              <a:ext uri="{FF2B5EF4-FFF2-40B4-BE49-F238E27FC236}">
                <a16:creationId xmlns:a16="http://schemas.microsoft.com/office/drawing/2014/main" id="{EAE7C030-9167-8CF7-F846-BA8451B53460}"/>
              </a:ext>
            </a:extLst>
          </p:cNvPr>
          <p:cNvGrpSpPr/>
          <p:nvPr/>
        </p:nvGrpSpPr>
        <p:grpSpPr>
          <a:xfrm>
            <a:off x="2364986" y="2420969"/>
            <a:ext cx="684000" cy="3530450"/>
            <a:chOff x="913947" y="1849693"/>
            <a:chExt cx="684000" cy="3530450"/>
          </a:xfrm>
          <a:solidFill>
            <a:schemeClr val="accent6">
              <a:lumMod val="60000"/>
              <a:lumOff val="40000"/>
            </a:schemeClr>
          </a:solidFill>
        </p:grpSpPr>
        <p:sp>
          <p:nvSpPr>
            <p:cNvPr id="21" name="TextBox 20">
              <a:extLst>
                <a:ext uri="{FF2B5EF4-FFF2-40B4-BE49-F238E27FC236}">
                  <a16:creationId xmlns:a16="http://schemas.microsoft.com/office/drawing/2014/main" id="{60C82F54-E942-BA93-C842-E3178A52F132}"/>
                </a:ext>
              </a:extLst>
            </p:cNvPr>
            <p:cNvSpPr txBox="1"/>
            <p:nvPr/>
          </p:nvSpPr>
          <p:spPr>
            <a:xfrm>
              <a:off x="1025115" y="2531435"/>
              <a:ext cx="461665" cy="2848708"/>
            </a:xfrm>
            <a:prstGeom prst="rect">
              <a:avLst/>
            </a:prstGeom>
            <a:grpFill/>
            <a:ln w="19050">
              <a:solidFill>
                <a:schemeClr val="accent6">
                  <a:lumMod val="50000"/>
                </a:schemeClr>
              </a:solidFill>
            </a:ln>
          </p:spPr>
          <p:txBody>
            <a:bodyPr vert="vert" wrap="square" rtlCol="0">
              <a:spAutoFit/>
            </a:bodyPr>
            <a:lstStyle/>
            <a:p>
              <a:pPr algn="ctr"/>
              <a:r>
                <a:rPr lang="en-US" b="1" dirty="0"/>
                <a:t>Accounting Management</a:t>
              </a:r>
            </a:p>
          </p:txBody>
        </p:sp>
        <p:sp>
          <p:nvSpPr>
            <p:cNvPr id="22" name="TextBox 21">
              <a:extLst>
                <a:ext uri="{FF2B5EF4-FFF2-40B4-BE49-F238E27FC236}">
                  <a16:creationId xmlns:a16="http://schemas.microsoft.com/office/drawing/2014/main" id="{540C6949-A5CC-3D69-C44D-D1DB33F3D3F4}"/>
                </a:ext>
              </a:extLst>
            </p:cNvPr>
            <p:cNvSpPr txBox="1"/>
            <p:nvPr/>
          </p:nvSpPr>
          <p:spPr>
            <a:xfrm>
              <a:off x="913947" y="1849693"/>
              <a:ext cx="684000" cy="684000"/>
            </a:xfrm>
            <a:prstGeom prst="rect">
              <a:avLst/>
            </a:prstGeom>
            <a:grpFill/>
            <a:ln w="19050">
              <a:solidFill>
                <a:schemeClr val="accent6">
                  <a:lumMod val="50000"/>
                </a:schemeClr>
              </a:solidFill>
            </a:ln>
          </p:spPr>
          <p:txBody>
            <a:bodyPr vert="horz" wrap="square" tIns="108000" bIns="108000" rtlCol="0" anchor="ctr" anchorCtr="0">
              <a:spAutoFit/>
            </a:bodyPr>
            <a:lstStyle/>
            <a:p>
              <a:pPr algn="ctr"/>
              <a:r>
                <a:rPr lang="en-US" sz="3200" b="1" dirty="0"/>
                <a:t>A</a:t>
              </a:r>
            </a:p>
          </p:txBody>
        </p:sp>
      </p:grpSp>
      <p:grpSp>
        <p:nvGrpSpPr>
          <p:cNvPr id="23" name="Group 22">
            <a:extLst>
              <a:ext uri="{FF2B5EF4-FFF2-40B4-BE49-F238E27FC236}">
                <a16:creationId xmlns:a16="http://schemas.microsoft.com/office/drawing/2014/main" id="{0EA87E90-0AA1-FE33-36C5-724650A40CC4}"/>
              </a:ext>
            </a:extLst>
          </p:cNvPr>
          <p:cNvGrpSpPr/>
          <p:nvPr/>
        </p:nvGrpSpPr>
        <p:grpSpPr>
          <a:xfrm>
            <a:off x="3091121" y="2422195"/>
            <a:ext cx="684000" cy="3532888"/>
            <a:chOff x="913947" y="1844361"/>
            <a:chExt cx="684000" cy="3532888"/>
          </a:xfrm>
          <a:solidFill>
            <a:schemeClr val="accent5">
              <a:lumMod val="60000"/>
              <a:lumOff val="40000"/>
            </a:schemeClr>
          </a:solidFill>
        </p:grpSpPr>
        <p:sp>
          <p:nvSpPr>
            <p:cNvPr id="24" name="TextBox 23">
              <a:extLst>
                <a:ext uri="{FF2B5EF4-FFF2-40B4-BE49-F238E27FC236}">
                  <a16:creationId xmlns:a16="http://schemas.microsoft.com/office/drawing/2014/main" id="{62DAD199-1457-BB03-9473-5A59948AE2BF}"/>
                </a:ext>
              </a:extLst>
            </p:cNvPr>
            <p:cNvSpPr txBox="1"/>
            <p:nvPr/>
          </p:nvSpPr>
          <p:spPr>
            <a:xfrm>
              <a:off x="1025115" y="2528541"/>
              <a:ext cx="461665" cy="2848708"/>
            </a:xfrm>
            <a:prstGeom prst="rect">
              <a:avLst/>
            </a:prstGeom>
            <a:grpFill/>
            <a:ln w="19050">
              <a:solidFill>
                <a:schemeClr val="accent5">
                  <a:lumMod val="50000"/>
                </a:schemeClr>
              </a:solidFill>
            </a:ln>
          </p:spPr>
          <p:txBody>
            <a:bodyPr vert="vert" wrap="square" rtlCol="0">
              <a:spAutoFit/>
            </a:bodyPr>
            <a:lstStyle/>
            <a:p>
              <a:pPr algn="ctr"/>
              <a:r>
                <a:rPr lang="en-US" b="1" dirty="0"/>
                <a:t>Performance Management</a:t>
              </a:r>
            </a:p>
          </p:txBody>
        </p:sp>
        <p:sp>
          <p:nvSpPr>
            <p:cNvPr id="25" name="TextBox 24">
              <a:extLst>
                <a:ext uri="{FF2B5EF4-FFF2-40B4-BE49-F238E27FC236}">
                  <a16:creationId xmlns:a16="http://schemas.microsoft.com/office/drawing/2014/main" id="{29E28146-1B5D-AB62-76F7-210270B133AC}"/>
                </a:ext>
              </a:extLst>
            </p:cNvPr>
            <p:cNvSpPr txBox="1"/>
            <p:nvPr/>
          </p:nvSpPr>
          <p:spPr>
            <a:xfrm>
              <a:off x="913947" y="1844361"/>
              <a:ext cx="684000" cy="684000"/>
            </a:xfrm>
            <a:prstGeom prst="rect">
              <a:avLst/>
            </a:prstGeom>
            <a:grpFill/>
            <a:ln w="19050">
              <a:solidFill>
                <a:schemeClr val="accent5">
                  <a:lumMod val="50000"/>
                </a:schemeClr>
              </a:solidFill>
            </a:ln>
          </p:spPr>
          <p:txBody>
            <a:bodyPr vert="horz" wrap="square" tIns="108000" bIns="108000" rtlCol="0" anchor="ctr" anchorCtr="0">
              <a:spAutoFit/>
            </a:bodyPr>
            <a:lstStyle/>
            <a:p>
              <a:pPr algn="ctr"/>
              <a:r>
                <a:rPr lang="en-US" sz="3200" b="1" dirty="0"/>
                <a:t>P</a:t>
              </a:r>
            </a:p>
          </p:txBody>
        </p:sp>
      </p:grpSp>
      <p:grpSp>
        <p:nvGrpSpPr>
          <p:cNvPr id="26" name="Group 25">
            <a:extLst>
              <a:ext uri="{FF2B5EF4-FFF2-40B4-BE49-F238E27FC236}">
                <a16:creationId xmlns:a16="http://schemas.microsoft.com/office/drawing/2014/main" id="{C6F5E81C-4E2A-428F-FE1A-BBD7F1DAA6AB}"/>
              </a:ext>
            </a:extLst>
          </p:cNvPr>
          <p:cNvGrpSpPr/>
          <p:nvPr/>
        </p:nvGrpSpPr>
        <p:grpSpPr>
          <a:xfrm>
            <a:off x="3824512" y="2421439"/>
            <a:ext cx="684000" cy="3530450"/>
            <a:chOff x="913947" y="1849693"/>
            <a:chExt cx="684000" cy="3530450"/>
          </a:xfrm>
          <a:solidFill>
            <a:schemeClr val="bg2">
              <a:lumMod val="75000"/>
            </a:schemeClr>
          </a:solidFill>
        </p:grpSpPr>
        <p:sp>
          <p:nvSpPr>
            <p:cNvPr id="27" name="TextBox 26">
              <a:extLst>
                <a:ext uri="{FF2B5EF4-FFF2-40B4-BE49-F238E27FC236}">
                  <a16:creationId xmlns:a16="http://schemas.microsoft.com/office/drawing/2014/main" id="{A0B68612-47C2-824B-12D0-7038ECA81B9F}"/>
                </a:ext>
              </a:extLst>
            </p:cNvPr>
            <p:cNvSpPr txBox="1"/>
            <p:nvPr/>
          </p:nvSpPr>
          <p:spPr>
            <a:xfrm>
              <a:off x="1025115" y="2531435"/>
              <a:ext cx="461665" cy="2848708"/>
            </a:xfrm>
            <a:prstGeom prst="rect">
              <a:avLst/>
            </a:prstGeom>
            <a:grpFill/>
            <a:ln w="19050">
              <a:solidFill>
                <a:schemeClr val="tx2">
                  <a:lumMod val="50000"/>
                </a:schemeClr>
              </a:solidFill>
            </a:ln>
          </p:spPr>
          <p:txBody>
            <a:bodyPr vert="vert" wrap="square" rtlCol="0">
              <a:spAutoFit/>
            </a:bodyPr>
            <a:lstStyle/>
            <a:p>
              <a:pPr algn="ctr"/>
              <a:r>
                <a:rPr lang="en-US" b="1" dirty="0"/>
                <a:t>Security Management</a:t>
              </a:r>
            </a:p>
          </p:txBody>
        </p:sp>
        <p:sp>
          <p:nvSpPr>
            <p:cNvPr id="28" name="TextBox 27">
              <a:extLst>
                <a:ext uri="{FF2B5EF4-FFF2-40B4-BE49-F238E27FC236}">
                  <a16:creationId xmlns:a16="http://schemas.microsoft.com/office/drawing/2014/main" id="{DD0D4A11-AECD-A372-E77C-B9B8B06610CC}"/>
                </a:ext>
              </a:extLst>
            </p:cNvPr>
            <p:cNvSpPr txBox="1"/>
            <p:nvPr/>
          </p:nvSpPr>
          <p:spPr>
            <a:xfrm>
              <a:off x="913947" y="1849693"/>
              <a:ext cx="684000" cy="684000"/>
            </a:xfrm>
            <a:prstGeom prst="rect">
              <a:avLst/>
            </a:prstGeom>
            <a:grpFill/>
            <a:ln w="19050">
              <a:solidFill>
                <a:schemeClr val="tx2">
                  <a:lumMod val="50000"/>
                </a:schemeClr>
              </a:solidFill>
            </a:ln>
          </p:spPr>
          <p:txBody>
            <a:bodyPr vert="horz" wrap="square" tIns="108000" bIns="108000" rtlCol="0" anchor="ctr" anchorCtr="0">
              <a:spAutoFit/>
            </a:bodyPr>
            <a:lstStyle/>
            <a:p>
              <a:pPr algn="ctr"/>
              <a:r>
                <a:rPr lang="en-US" sz="3200" b="1" dirty="0"/>
                <a:t>S</a:t>
              </a:r>
            </a:p>
          </p:txBody>
        </p:sp>
      </p:grpSp>
    </p:spTree>
    <p:extLst>
      <p:ext uri="{BB962C8B-B14F-4D97-AF65-F5344CB8AC3E}">
        <p14:creationId xmlns:p14="http://schemas.microsoft.com/office/powerpoint/2010/main" val="137706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22" presetClass="entr" presetSubtype="4"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down)">
                                      <p:cBhvr>
                                        <p:cTn id="19" dur="2000"/>
                                        <p:tgtEl>
                                          <p:spTgt spid="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wipe(left)">
                                      <p:cBhvr>
                                        <p:cTn id="24" dur="1000"/>
                                        <p:tgtEl>
                                          <p:spTgt spid="16"/>
                                        </p:tgtEl>
                                      </p:cBhvr>
                                    </p:animEffect>
                                  </p:childTnLst>
                                </p:cTn>
                              </p:par>
                            </p:childTnLst>
                          </p:cTn>
                        </p:par>
                        <p:par>
                          <p:cTn id="25" fill="hold">
                            <p:stCondLst>
                              <p:cond delay="1000"/>
                            </p:stCondLst>
                            <p:childTnLst>
                              <p:par>
                                <p:cTn id="26" presetID="22" presetClass="entr" presetSubtype="8" fill="hold" nodeType="after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wipe(left)">
                                      <p:cBhvr>
                                        <p:cTn id="28" dur="1000"/>
                                        <p:tgtEl>
                                          <p:spTgt spid="17"/>
                                        </p:tgtEl>
                                      </p:cBhvr>
                                    </p:animEffect>
                                  </p:childTnLst>
                                </p:cTn>
                              </p:par>
                            </p:childTnLst>
                          </p:cTn>
                        </p:par>
                        <p:par>
                          <p:cTn id="29" fill="hold">
                            <p:stCondLst>
                              <p:cond delay="2000"/>
                            </p:stCondLst>
                            <p:childTnLst>
                              <p:par>
                                <p:cTn id="30" presetID="22" presetClass="entr" presetSubtype="8" fill="hold" nodeType="after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wipe(left)">
                                      <p:cBhvr>
                                        <p:cTn id="32" dur="1000"/>
                                        <p:tgtEl>
                                          <p:spTgt spid="20"/>
                                        </p:tgtEl>
                                      </p:cBhvr>
                                    </p:animEffect>
                                  </p:childTnLst>
                                </p:cTn>
                              </p:par>
                            </p:childTnLst>
                          </p:cTn>
                        </p:par>
                        <p:par>
                          <p:cTn id="33" fill="hold">
                            <p:stCondLst>
                              <p:cond delay="3000"/>
                            </p:stCondLst>
                            <p:childTnLst>
                              <p:par>
                                <p:cTn id="34" presetID="22" presetClass="entr" presetSubtype="8" fill="hold" nodeType="after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wipe(left)">
                                      <p:cBhvr>
                                        <p:cTn id="36" dur="1000"/>
                                        <p:tgtEl>
                                          <p:spTgt spid="23"/>
                                        </p:tgtEl>
                                      </p:cBhvr>
                                    </p:animEffect>
                                  </p:childTnLst>
                                </p:cTn>
                              </p:par>
                            </p:childTnLst>
                          </p:cTn>
                        </p:par>
                        <p:par>
                          <p:cTn id="37" fill="hold">
                            <p:stCondLst>
                              <p:cond delay="4000"/>
                            </p:stCondLst>
                            <p:childTnLst>
                              <p:par>
                                <p:cTn id="38" presetID="22" presetClass="entr" presetSubtype="8" fill="hold" nodeType="after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ipe(left)">
                                      <p:cBhvr>
                                        <p:cTn id="40" dur="1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Graphic spid="12" grpId="0">
        <p:bldAsOne/>
      </p:bldGraphic>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518" name="TextBox 517">
            <a:extLst>
              <a:ext uri="{FF2B5EF4-FFF2-40B4-BE49-F238E27FC236}">
                <a16:creationId xmlns:a16="http://schemas.microsoft.com/office/drawing/2014/main" id="{1888763C-8AEE-F178-BA16-2508775F1C0C}"/>
              </a:ext>
            </a:extLst>
          </p:cNvPr>
          <p:cNvSpPr txBox="1"/>
          <p:nvPr/>
        </p:nvSpPr>
        <p:spPr>
          <a:xfrm>
            <a:off x="386862" y="2411987"/>
            <a:ext cx="11165542" cy="4247317"/>
          </a:xfrm>
          <a:prstGeom prst="rect">
            <a:avLst/>
          </a:prstGeom>
          <a:noFill/>
        </p:spPr>
        <p:txBody>
          <a:bodyPr wrap="square">
            <a:spAutoFit/>
          </a:bodyPr>
          <a:lstStyle/>
          <a:p>
            <a:pPr marL="144000" indent="-144000" algn="r" rtl="1">
              <a:lnSpc>
                <a:spcPct val="125000"/>
              </a:lnSpc>
              <a:spcBef>
                <a:spcPts val="1200"/>
              </a:spcBef>
              <a:buFont typeface="Arial" panose="020B0604020202020204" pitchFamily="34" charset="0"/>
              <a:buChar char="•"/>
            </a:pPr>
            <a:r>
              <a:rPr lang="fa-IR" sz="2000" b="1" dirty="0">
                <a:solidFill>
                  <a:srgbClr val="C00000"/>
                </a:solidFill>
                <a:latin typeface="IRANSans(FaNum)" panose="02040503050201020203" pitchFamily="18" charset="-78"/>
                <a:cs typeface="IRANSans(FaNum)" panose="02040503050201020203" pitchFamily="18" charset="-78"/>
              </a:rPr>
              <a:t>عملیات (</a:t>
            </a:r>
            <a:r>
              <a:rPr lang="en-US" altLang="en-US" sz="2000" b="1" dirty="0">
                <a:solidFill>
                  <a:srgbClr val="C00000"/>
                </a:solidFill>
                <a:latin typeface="IRANSans(FaNum)" panose="02040503050201020203" pitchFamily="18" charset="-78"/>
                <a:cs typeface="IRANSans(FaNum)" panose="02040503050201020203" pitchFamily="18" charset="-78"/>
              </a:rPr>
              <a:t>Operation</a:t>
            </a:r>
            <a:r>
              <a:rPr lang="fa-IR" sz="2000" b="1" dirty="0">
                <a:solidFill>
                  <a:srgbClr val="C00000"/>
                </a:solidFill>
                <a:latin typeface="IRANSans(FaNum)" panose="02040503050201020203" pitchFamily="18" charset="-78"/>
                <a:cs typeface="IRANSans(FaNum)" panose="02040503050201020203" pitchFamily="18" charset="-78"/>
              </a:rPr>
              <a:t>): </a:t>
            </a:r>
          </a:p>
          <a:p>
            <a:pPr marL="601200" lvl="1" indent="-144000" algn="r" rtl="1">
              <a:lnSpc>
                <a:spcPct val="125000"/>
              </a:lnSpc>
              <a:buFont typeface="Arial" panose="020B0604020202020204" pitchFamily="34" charset="0"/>
              <a:buChar char="•"/>
            </a:pPr>
            <a:r>
              <a:rPr lang="fa-IR" sz="1600" b="1" dirty="0">
                <a:solidFill>
                  <a:srgbClr val="1F1FFF"/>
                </a:solidFill>
                <a:latin typeface="IRANSans(FaNum)" panose="02040503050201020203" pitchFamily="18" charset="-78"/>
                <a:cs typeface="IRANSans(FaNum)" panose="02040503050201020203" pitchFamily="18" charset="-78"/>
              </a:rPr>
              <a:t>بخش عملیات عهده‌دار انجام عملیات روزانه برای ارائه سرویس است. این بخش به صورت دائمی وضعیت شبکه را پایش نموده و اطلاعات مدیریتی را در اختیار بخش‌های دیگر قرار می‌دهد.</a:t>
            </a:r>
          </a:p>
          <a:p>
            <a:pPr marL="144000" indent="-144000" algn="r" rtl="1">
              <a:lnSpc>
                <a:spcPct val="125000"/>
              </a:lnSpc>
              <a:spcBef>
                <a:spcPts val="1200"/>
              </a:spcBef>
              <a:buFont typeface="Arial" panose="020B0604020202020204" pitchFamily="34" charset="0"/>
              <a:buChar char="•"/>
            </a:pPr>
            <a:r>
              <a:rPr lang="fa-IR" sz="2000" b="1" dirty="0">
                <a:solidFill>
                  <a:srgbClr val="C00000"/>
                </a:solidFill>
                <a:latin typeface="IRANSans(FaNum)" panose="02040503050201020203" pitchFamily="18" charset="-78"/>
                <a:cs typeface="IRANSans(FaNum)" panose="02040503050201020203" pitchFamily="18" charset="-78"/>
              </a:rPr>
              <a:t>اداره‌کردن (</a:t>
            </a:r>
            <a:r>
              <a:rPr lang="en-US" altLang="en-US" sz="2000" b="1" dirty="0">
                <a:solidFill>
                  <a:srgbClr val="C00000"/>
                </a:solidFill>
                <a:latin typeface="IRANSans(FaNum)" panose="02040503050201020203" pitchFamily="18" charset="-78"/>
                <a:cs typeface="IRANSans(FaNum)" panose="02040503050201020203" pitchFamily="18" charset="-78"/>
              </a:rPr>
              <a:t>Administration</a:t>
            </a:r>
            <a:r>
              <a:rPr lang="fa-IR" sz="2000" b="1" dirty="0">
                <a:solidFill>
                  <a:srgbClr val="C00000"/>
                </a:solidFill>
                <a:latin typeface="IRANSans(FaNum)" panose="02040503050201020203" pitchFamily="18" charset="-78"/>
                <a:cs typeface="IRANSans(FaNum)" panose="02040503050201020203" pitchFamily="18" charset="-78"/>
              </a:rPr>
              <a:t>): </a:t>
            </a:r>
          </a:p>
          <a:p>
            <a:pPr marL="601200" lvl="1" indent="-144000" algn="r" rtl="1">
              <a:lnSpc>
                <a:spcPct val="125000"/>
              </a:lnSpc>
              <a:buFont typeface="Arial" panose="020B0604020202020204" pitchFamily="34" charset="0"/>
              <a:buChar char="•"/>
            </a:pPr>
            <a:r>
              <a:rPr lang="fa-IR" sz="1600" b="1" dirty="0">
                <a:solidFill>
                  <a:srgbClr val="1F1FFF"/>
                </a:solidFill>
                <a:latin typeface="IRANSans(FaNum)" panose="02040503050201020203" pitchFamily="18" charset="-78"/>
                <a:cs typeface="IRANSans(FaNum)" panose="02040503050201020203" pitchFamily="18" charset="-78"/>
              </a:rPr>
              <a:t>بخش اداره‌کردن شبکه عهده‌دار تعریف و اداره نمودن اهداف کلان، خط‌مشی‌ها و رویه‌های مدیریتی است.</a:t>
            </a:r>
          </a:p>
          <a:p>
            <a:pPr marL="144000" indent="-144000" algn="r" rtl="1">
              <a:lnSpc>
                <a:spcPct val="125000"/>
              </a:lnSpc>
              <a:spcBef>
                <a:spcPts val="1200"/>
              </a:spcBef>
              <a:buFont typeface="Arial" panose="020B0604020202020204" pitchFamily="34" charset="0"/>
              <a:buChar char="•"/>
            </a:pPr>
            <a:r>
              <a:rPr lang="fa-IR" sz="2000" b="1" dirty="0">
                <a:solidFill>
                  <a:srgbClr val="C00000"/>
                </a:solidFill>
                <a:latin typeface="IRANSans(FaNum)" panose="02040503050201020203" pitchFamily="18" charset="-78"/>
                <a:cs typeface="IRANSans(FaNum)" panose="02040503050201020203" pitchFamily="18" charset="-78"/>
              </a:rPr>
              <a:t>تعمیر و نگهداری (</a:t>
            </a:r>
            <a:r>
              <a:rPr lang="en-US" altLang="en-US" sz="2000" b="1" dirty="0">
                <a:solidFill>
                  <a:srgbClr val="C00000"/>
                </a:solidFill>
                <a:latin typeface="IRANSans(FaNum)" panose="02040503050201020203" pitchFamily="18" charset="-78"/>
                <a:cs typeface="IRANSans(FaNum)" panose="02040503050201020203" pitchFamily="18" charset="-78"/>
              </a:rPr>
              <a:t>Maintenance</a:t>
            </a:r>
            <a:r>
              <a:rPr lang="fa-IR" sz="2000" b="1" dirty="0">
                <a:solidFill>
                  <a:srgbClr val="C00000"/>
                </a:solidFill>
                <a:latin typeface="IRANSans(FaNum)" panose="02040503050201020203" pitchFamily="18" charset="-78"/>
                <a:cs typeface="IRANSans(FaNum)" panose="02040503050201020203" pitchFamily="18" charset="-78"/>
              </a:rPr>
              <a:t>):</a:t>
            </a:r>
          </a:p>
          <a:p>
            <a:pPr marL="601200" lvl="1" indent="-144000" algn="r" rtl="1">
              <a:lnSpc>
                <a:spcPct val="125000"/>
              </a:lnSpc>
              <a:buFont typeface="Arial" panose="020B0604020202020204" pitchFamily="34" charset="0"/>
              <a:buChar char="•"/>
            </a:pPr>
            <a:r>
              <a:rPr lang="fa-IR" sz="1600" b="1" dirty="0">
                <a:solidFill>
                  <a:srgbClr val="1F1FFF"/>
                </a:solidFill>
                <a:latin typeface="IRANSans(FaNum)" panose="02040503050201020203" pitchFamily="18" charset="-78"/>
                <a:cs typeface="IRANSans(FaNum)" panose="02040503050201020203" pitchFamily="18" charset="-78"/>
              </a:rPr>
              <a:t>بخش تعمیر و نگهداری عهده‌دار وظایف عیب‌یابی، تعمیر و همچنین نصب تجهیزات و تأسیسات است. </a:t>
            </a:r>
          </a:p>
          <a:p>
            <a:pPr marL="144000" indent="-144000" algn="r" rtl="1">
              <a:lnSpc>
                <a:spcPct val="125000"/>
              </a:lnSpc>
              <a:spcBef>
                <a:spcPts val="1200"/>
              </a:spcBef>
              <a:buFont typeface="Arial" panose="020B0604020202020204" pitchFamily="34" charset="0"/>
              <a:buChar char="•"/>
            </a:pPr>
            <a:r>
              <a:rPr lang="fa-IR" sz="2000" b="1" dirty="0">
                <a:solidFill>
                  <a:srgbClr val="C00000"/>
                </a:solidFill>
                <a:latin typeface="IRANSans(FaNum)" panose="02040503050201020203" pitchFamily="18" charset="-78"/>
                <a:cs typeface="IRANSans(FaNum)" panose="02040503050201020203" pitchFamily="18" charset="-78"/>
              </a:rPr>
              <a:t>تأمین (</a:t>
            </a:r>
            <a:r>
              <a:rPr lang="en-US" altLang="en-US" sz="2000" b="1" dirty="0">
                <a:solidFill>
                  <a:srgbClr val="C00000"/>
                </a:solidFill>
                <a:latin typeface="IRANSans(FaNum)" panose="02040503050201020203" pitchFamily="18" charset="-78"/>
                <a:cs typeface="IRANSans(FaNum)" panose="02040503050201020203" pitchFamily="18" charset="-78"/>
              </a:rPr>
              <a:t>Provisioning</a:t>
            </a:r>
            <a:r>
              <a:rPr lang="fa-IR" sz="2000" b="1" dirty="0">
                <a:solidFill>
                  <a:srgbClr val="C00000"/>
                </a:solidFill>
                <a:latin typeface="IRANSans(FaNum)" panose="02040503050201020203" pitchFamily="18" charset="-78"/>
                <a:cs typeface="IRANSans(FaNum)" panose="02040503050201020203" pitchFamily="18" charset="-78"/>
              </a:rPr>
              <a:t>): </a:t>
            </a:r>
          </a:p>
          <a:p>
            <a:pPr marL="601200" lvl="1" indent="-144000" algn="r" rtl="1">
              <a:lnSpc>
                <a:spcPct val="125000"/>
              </a:lnSpc>
              <a:buFont typeface="Arial" panose="020B0604020202020204" pitchFamily="34" charset="0"/>
              <a:buChar char="•"/>
            </a:pPr>
            <a:r>
              <a:rPr lang="fa-IR" sz="1600" b="1" dirty="0">
                <a:solidFill>
                  <a:srgbClr val="1F1FFF"/>
                </a:solidFill>
                <a:latin typeface="IRANSans(FaNum)" panose="02040503050201020203" pitchFamily="18" charset="-78"/>
                <a:cs typeface="IRANSans(FaNum)" panose="02040503050201020203" pitchFamily="18" charset="-78"/>
              </a:rPr>
              <a:t>بخش تأمین بر اساس خط‌مشی‌های مدیریتی، نیاز کاربران، اطلاعات مدیریتی پایش سرویس‌ها و شبکه و همچنین بررسی فناوری‌های جدید عهده‌دار اصلاح، تعریف و توسعه سرویس‌های موجود و یا جدید و همچنین تجهیزات شبکه است. </a:t>
            </a:r>
          </a:p>
          <a:p>
            <a:pPr marL="601200" lvl="1" indent="-144000" algn="r" rtl="1">
              <a:lnSpc>
                <a:spcPct val="125000"/>
              </a:lnSpc>
              <a:buFont typeface="Arial" panose="020B0604020202020204" pitchFamily="34" charset="0"/>
              <a:buChar char="•"/>
            </a:pPr>
            <a:endParaRPr lang="fa-IR" sz="1600" b="1" dirty="0">
              <a:solidFill>
                <a:srgbClr val="1F1FFF"/>
              </a:solidFill>
              <a:latin typeface="IRANSans(FaNum)" panose="02040503050201020203" pitchFamily="18" charset="-78"/>
              <a:cs typeface="IRANSans(FaNum)" panose="02040503050201020203" pitchFamily="18" charset="-78"/>
            </a:endParaRPr>
          </a:p>
        </p:txBody>
      </p:sp>
      <p:sp>
        <p:nvSpPr>
          <p:cNvPr id="9" name="TextBox 8">
            <a:extLst>
              <a:ext uri="{FF2B5EF4-FFF2-40B4-BE49-F238E27FC236}">
                <a16:creationId xmlns:a16="http://schemas.microsoft.com/office/drawing/2014/main" id="{82D62D3D-CAA8-81A6-C964-9F83C33993C8}"/>
              </a:ext>
            </a:extLst>
          </p:cNvPr>
          <p:cNvSpPr txBox="1"/>
          <p:nvPr/>
        </p:nvSpPr>
        <p:spPr>
          <a:xfrm>
            <a:off x="313936" y="1335148"/>
            <a:ext cx="11564127" cy="572464"/>
          </a:xfrm>
          <a:prstGeom prst="rect">
            <a:avLst/>
          </a:prstGeom>
          <a:noFill/>
        </p:spPr>
        <p:txBody>
          <a:bodyPr wrap="square">
            <a:spAutoFit/>
          </a:bodyPr>
          <a:lstStyle/>
          <a:p>
            <a:pPr algn="ctr" rtl="1">
              <a:lnSpc>
                <a:spcPct val="130000"/>
              </a:lnSpc>
            </a:pPr>
            <a:r>
              <a:rPr lang="fa-IR" sz="2400" b="1" dirty="0">
                <a:solidFill>
                  <a:srgbClr val="0000FF"/>
                </a:solidFill>
                <a:latin typeface="IRANSans(FaNum)" panose="02040503050201020203" pitchFamily="18" charset="-78"/>
                <a:cs typeface="IRANSans(FaNum)" panose="02040503050201020203" pitchFamily="18" charset="-78"/>
              </a:rPr>
              <a:t>وظایف مدیریت شبکه را می‌توان به چهار بخش‌ </a:t>
            </a:r>
            <a:r>
              <a:rPr lang="en-US" sz="2400" b="1" dirty="0">
                <a:solidFill>
                  <a:srgbClr val="C00000"/>
                </a:solidFill>
                <a:latin typeface="IRANSans(FaNum)" panose="02040503050201020203" pitchFamily="18" charset="-78"/>
                <a:cs typeface="IRANSans(FaNum)" panose="02040503050201020203" pitchFamily="18" charset="-78"/>
              </a:rPr>
              <a:t>OAM&amp;P</a:t>
            </a:r>
            <a:r>
              <a:rPr lang="fa-IR" sz="2400" b="1" dirty="0">
                <a:solidFill>
                  <a:srgbClr val="0000FF"/>
                </a:solidFill>
                <a:latin typeface="IRANSans(FaNum)" panose="02040503050201020203" pitchFamily="18" charset="-78"/>
                <a:cs typeface="IRANSans(FaNum)" panose="02040503050201020203" pitchFamily="18" charset="-78"/>
              </a:rPr>
              <a:t> تقسیم می‌شود.</a:t>
            </a:r>
            <a:endParaRPr lang="en-US" sz="2400" b="1" dirty="0">
              <a:solidFill>
                <a:srgbClr val="0000FF"/>
              </a:solidFill>
              <a:latin typeface="IRANSans(FaNum)" panose="02040503050201020203" pitchFamily="18" charset="-78"/>
              <a:cs typeface="IRANSans(FaNum)" panose="02040503050201020203" pitchFamily="18" charset="-78"/>
            </a:endParaRPr>
          </a:p>
        </p:txBody>
      </p:sp>
      <p:sp>
        <p:nvSpPr>
          <p:cNvPr id="11" name="TextBox 10">
            <a:extLst>
              <a:ext uri="{FF2B5EF4-FFF2-40B4-BE49-F238E27FC236}">
                <a16:creationId xmlns:a16="http://schemas.microsoft.com/office/drawing/2014/main" id="{5DAA5CE9-7E18-4712-BB5D-7FD5B5AA6705}"/>
              </a:ext>
            </a:extLst>
          </p:cNvPr>
          <p:cNvSpPr txBox="1"/>
          <p:nvPr/>
        </p:nvSpPr>
        <p:spPr>
          <a:xfrm>
            <a:off x="307541" y="1966941"/>
            <a:ext cx="11564127" cy="400110"/>
          </a:xfrm>
          <a:prstGeom prst="rect">
            <a:avLst/>
          </a:prstGeom>
          <a:noFill/>
        </p:spPr>
        <p:txBody>
          <a:bodyPr wrap="square">
            <a:spAutoFit/>
          </a:bodyPr>
          <a:lstStyle/>
          <a:p>
            <a:pPr algn="ctr"/>
            <a:r>
              <a:rPr lang="en-US" altLang="en-US" sz="2000" b="1" dirty="0">
                <a:solidFill>
                  <a:srgbClr val="A50021"/>
                </a:solidFill>
                <a:latin typeface="IRANSans(FaNum)" panose="02040503050201020203" pitchFamily="18" charset="-78"/>
                <a:cs typeface="IRANSans(FaNum)" panose="02040503050201020203" pitchFamily="18" charset="-78"/>
              </a:rPr>
              <a:t>OAM&amp;P</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1F1FFF"/>
                </a:solidFill>
                <a:latin typeface="IRANSans(FaNum)" panose="02040503050201020203" pitchFamily="18" charset="-78"/>
                <a:cs typeface="IRANSans(FaNum)" panose="02040503050201020203" pitchFamily="18" charset="-78"/>
              </a:rPr>
              <a:t>:</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A50021"/>
                </a:solidFill>
                <a:latin typeface="IRANSans(FaNum)" panose="02040503050201020203" pitchFamily="18" charset="-78"/>
                <a:cs typeface="IRANSans(FaNum)" panose="02040503050201020203" pitchFamily="18" charset="-78"/>
              </a:rPr>
              <a:t>O</a:t>
            </a:r>
            <a:r>
              <a:rPr lang="en-US" altLang="en-US" sz="2000" b="1" dirty="0">
                <a:solidFill>
                  <a:srgbClr val="1F1FFF"/>
                </a:solidFill>
                <a:latin typeface="IRANSans(FaNum)" panose="02040503050201020203" pitchFamily="18" charset="-78"/>
                <a:cs typeface="IRANSans(FaNum)" panose="02040503050201020203" pitchFamily="18" charset="-78"/>
              </a:rPr>
              <a:t>peration</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A50021"/>
                </a:solidFill>
                <a:latin typeface="IRANSans(FaNum)" panose="02040503050201020203" pitchFamily="18" charset="-78"/>
                <a:cs typeface="IRANSans(FaNum)" panose="02040503050201020203" pitchFamily="18" charset="-78"/>
              </a:rPr>
              <a:t>A</a:t>
            </a:r>
            <a:r>
              <a:rPr lang="en-US" altLang="en-US" sz="2000" b="1" dirty="0">
                <a:solidFill>
                  <a:srgbClr val="1F1FFF"/>
                </a:solidFill>
                <a:latin typeface="IRANSans(FaNum)" panose="02040503050201020203" pitchFamily="18" charset="-78"/>
                <a:cs typeface="IRANSans(FaNum)" panose="02040503050201020203" pitchFamily="18" charset="-78"/>
              </a:rPr>
              <a:t>dministration</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A50021"/>
                </a:solidFill>
                <a:latin typeface="IRANSans(FaNum)" panose="02040503050201020203" pitchFamily="18" charset="-78"/>
                <a:cs typeface="IRANSans(FaNum)" panose="02040503050201020203" pitchFamily="18" charset="-78"/>
              </a:rPr>
              <a:t>M</a:t>
            </a:r>
            <a:r>
              <a:rPr lang="en-US" altLang="en-US" sz="2000" b="1" dirty="0">
                <a:solidFill>
                  <a:srgbClr val="1F1FFF"/>
                </a:solidFill>
                <a:latin typeface="IRANSans(FaNum)" panose="02040503050201020203" pitchFamily="18" charset="-78"/>
                <a:cs typeface="IRANSans(FaNum)" panose="02040503050201020203" pitchFamily="18" charset="-78"/>
              </a:rPr>
              <a:t>aintenance, and </a:t>
            </a:r>
            <a:r>
              <a:rPr lang="en-US" altLang="en-US" sz="2000" b="1" dirty="0">
                <a:solidFill>
                  <a:srgbClr val="A50021"/>
                </a:solidFill>
                <a:latin typeface="IRANSans(FaNum)" panose="02040503050201020203" pitchFamily="18" charset="-78"/>
                <a:cs typeface="IRANSans(FaNum)" panose="02040503050201020203" pitchFamily="18" charset="-78"/>
              </a:rPr>
              <a:t>P</a:t>
            </a:r>
            <a:r>
              <a:rPr lang="en-US" altLang="en-US" sz="2000" b="1" dirty="0">
                <a:solidFill>
                  <a:srgbClr val="1F1FFF"/>
                </a:solidFill>
                <a:latin typeface="IRANSans(FaNum)" panose="02040503050201020203" pitchFamily="18" charset="-78"/>
                <a:cs typeface="IRANSans(FaNum)" panose="02040503050201020203" pitchFamily="18" charset="-78"/>
              </a:rPr>
              <a:t>rovisioning</a:t>
            </a:r>
          </a:p>
        </p:txBody>
      </p:sp>
    </p:spTree>
    <p:extLst>
      <p:ext uri="{BB962C8B-B14F-4D97-AF65-F5344CB8AC3E}">
        <p14:creationId xmlns:p14="http://schemas.microsoft.com/office/powerpoint/2010/main" val="2362911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1000"/>
                                        <p:tgtEl>
                                          <p:spTgt spid="11"/>
                                        </p:tgtEl>
                                      </p:cBhvr>
                                    </p:animEffect>
                                    <p:anim calcmode="lin" valueType="num">
                                      <p:cBhvr>
                                        <p:cTn id="20" dur="1000" fill="hold"/>
                                        <p:tgtEl>
                                          <p:spTgt spid="11"/>
                                        </p:tgtEl>
                                        <p:attrNameLst>
                                          <p:attrName>ppt_x</p:attrName>
                                        </p:attrNameLst>
                                      </p:cBhvr>
                                      <p:tavLst>
                                        <p:tav tm="0">
                                          <p:val>
                                            <p:strVal val="#ppt_x"/>
                                          </p:val>
                                        </p:tav>
                                        <p:tav tm="100000">
                                          <p:val>
                                            <p:strVal val="#ppt_x"/>
                                          </p:val>
                                        </p:tav>
                                      </p:tavLst>
                                    </p:anim>
                                    <p:anim calcmode="lin" valueType="num">
                                      <p:cBhvr>
                                        <p:cTn id="2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518">
                                            <p:txEl>
                                              <p:pRg st="0" end="0"/>
                                            </p:txEl>
                                          </p:spTgt>
                                        </p:tgtEl>
                                        <p:attrNameLst>
                                          <p:attrName>style.visibility</p:attrName>
                                        </p:attrNameLst>
                                      </p:cBhvr>
                                      <p:to>
                                        <p:strVal val="visible"/>
                                      </p:to>
                                    </p:set>
                                    <p:animEffect transition="in" filter="fade">
                                      <p:cBhvr>
                                        <p:cTn id="26" dur="1000"/>
                                        <p:tgtEl>
                                          <p:spTgt spid="518">
                                            <p:txEl>
                                              <p:pRg st="0" end="0"/>
                                            </p:txEl>
                                          </p:spTgt>
                                        </p:tgtEl>
                                      </p:cBhvr>
                                    </p:animEffect>
                                    <p:anim calcmode="lin" valueType="num">
                                      <p:cBhvr>
                                        <p:cTn id="27" dur="1000" fill="hold"/>
                                        <p:tgtEl>
                                          <p:spTgt spid="518">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518">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518">
                                            <p:txEl>
                                              <p:pRg st="1" end="1"/>
                                            </p:txEl>
                                          </p:spTgt>
                                        </p:tgtEl>
                                        <p:attrNameLst>
                                          <p:attrName>style.visibility</p:attrName>
                                        </p:attrNameLst>
                                      </p:cBhvr>
                                      <p:to>
                                        <p:strVal val="visible"/>
                                      </p:to>
                                    </p:set>
                                    <p:animEffect transition="in" filter="fade">
                                      <p:cBhvr>
                                        <p:cTn id="31" dur="1000"/>
                                        <p:tgtEl>
                                          <p:spTgt spid="518">
                                            <p:txEl>
                                              <p:pRg st="1" end="1"/>
                                            </p:txEl>
                                          </p:spTgt>
                                        </p:tgtEl>
                                      </p:cBhvr>
                                    </p:animEffect>
                                    <p:anim calcmode="lin" valueType="num">
                                      <p:cBhvr>
                                        <p:cTn id="32" dur="1000" fill="hold"/>
                                        <p:tgtEl>
                                          <p:spTgt spid="518">
                                            <p:txEl>
                                              <p:pRg st="1" end="1"/>
                                            </p:txEl>
                                          </p:spTgt>
                                        </p:tgtEl>
                                        <p:attrNameLst>
                                          <p:attrName>ppt_x</p:attrName>
                                        </p:attrNameLst>
                                      </p:cBhvr>
                                      <p:tavLst>
                                        <p:tav tm="0">
                                          <p:val>
                                            <p:strVal val="#ppt_x"/>
                                          </p:val>
                                        </p:tav>
                                        <p:tav tm="100000">
                                          <p:val>
                                            <p:strVal val="#ppt_x"/>
                                          </p:val>
                                        </p:tav>
                                      </p:tavLst>
                                    </p:anim>
                                    <p:anim calcmode="lin" valueType="num">
                                      <p:cBhvr>
                                        <p:cTn id="33" dur="1000" fill="hold"/>
                                        <p:tgtEl>
                                          <p:spTgt spid="518">
                                            <p:txEl>
                                              <p:pRg st="1" end="1"/>
                                            </p:txEl>
                                          </p:spTgt>
                                        </p:tgtEl>
                                        <p:attrNameLst>
                                          <p:attrName>ppt_y</p:attrName>
                                        </p:attrNameLst>
                                      </p:cBhvr>
                                      <p:tavLst>
                                        <p:tav tm="0">
                                          <p:val>
                                            <p:strVal val="#ppt_y+.1"/>
                                          </p:val>
                                        </p:tav>
                                        <p:tav tm="100000">
                                          <p:val>
                                            <p:strVal val="#ppt_y"/>
                                          </p:val>
                                        </p:tav>
                                      </p:tavLst>
                                    </p:anim>
                                  </p:childTnLst>
                                </p:cTn>
                              </p:par>
                            </p:childTnLst>
                          </p:cTn>
                        </p:par>
                        <p:par>
                          <p:cTn id="34" fill="hold">
                            <p:stCondLst>
                              <p:cond delay="1000"/>
                            </p:stCondLst>
                            <p:childTnLst>
                              <p:par>
                                <p:cTn id="35" presetID="42" presetClass="entr" presetSubtype="0" fill="hold" nodeType="afterEffect">
                                  <p:stCondLst>
                                    <p:cond delay="0"/>
                                  </p:stCondLst>
                                  <p:childTnLst>
                                    <p:set>
                                      <p:cBhvr>
                                        <p:cTn id="36" dur="1" fill="hold">
                                          <p:stCondLst>
                                            <p:cond delay="0"/>
                                          </p:stCondLst>
                                        </p:cTn>
                                        <p:tgtEl>
                                          <p:spTgt spid="518">
                                            <p:txEl>
                                              <p:pRg st="2" end="2"/>
                                            </p:txEl>
                                          </p:spTgt>
                                        </p:tgtEl>
                                        <p:attrNameLst>
                                          <p:attrName>style.visibility</p:attrName>
                                        </p:attrNameLst>
                                      </p:cBhvr>
                                      <p:to>
                                        <p:strVal val="visible"/>
                                      </p:to>
                                    </p:set>
                                    <p:animEffect transition="in" filter="fade">
                                      <p:cBhvr>
                                        <p:cTn id="37" dur="1000"/>
                                        <p:tgtEl>
                                          <p:spTgt spid="518">
                                            <p:txEl>
                                              <p:pRg st="2" end="2"/>
                                            </p:txEl>
                                          </p:spTgt>
                                        </p:tgtEl>
                                      </p:cBhvr>
                                    </p:animEffect>
                                    <p:anim calcmode="lin" valueType="num">
                                      <p:cBhvr>
                                        <p:cTn id="38" dur="1000" fill="hold"/>
                                        <p:tgtEl>
                                          <p:spTgt spid="518">
                                            <p:txEl>
                                              <p:pRg st="2" end="2"/>
                                            </p:txEl>
                                          </p:spTgt>
                                        </p:tgtEl>
                                        <p:attrNameLst>
                                          <p:attrName>ppt_x</p:attrName>
                                        </p:attrNameLst>
                                      </p:cBhvr>
                                      <p:tavLst>
                                        <p:tav tm="0">
                                          <p:val>
                                            <p:strVal val="#ppt_x"/>
                                          </p:val>
                                        </p:tav>
                                        <p:tav tm="100000">
                                          <p:val>
                                            <p:strVal val="#ppt_x"/>
                                          </p:val>
                                        </p:tav>
                                      </p:tavLst>
                                    </p:anim>
                                    <p:anim calcmode="lin" valueType="num">
                                      <p:cBhvr>
                                        <p:cTn id="39" dur="1000" fill="hold"/>
                                        <p:tgtEl>
                                          <p:spTgt spid="518">
                                            <p:txEl>
                                              <p:pRg st="2" end="2"/>
                                            </p:txEl>
                                          </p:spTgt>
                                        </p:tgtEl>
                                        <p:attrNameLst>
                                          <p:attrName>ppt_y</p:attrName>
                                        </p:attrNameLst>
                                      </p:cBhvr>
                                      <p:tavLst>
                                        <p:tav tm="0">
                                          <p:val>
                                            <p:strVal val="#ppt_y+.1"/>
                                          </p:val>
                                        </p:tav>
                                        <p:tav tm="100000">
                                          <p:val>
                                            <p:strVal val="#ppt_y"/>
                                          </p:val>
                                        </p:tav>
                                      </p:tavLst>
                                    </p:anim>
                                  </p:childTnLst>
                                </p:cTn>
                              </p:par>
                              <p:par>
                                <p:cTn id="40" presetID="42" presetClass="entr" presetSubtype="0" fill="hold" nodeType="withEffect">
                                  <p:stCondLst>
                                    <p:cond delay="0"/>
                                  </p:stCondLst>
                                  <p:childTnLst>
                                    <p:set>
                                      <p:cBhvr>
                                        <p:cTn id="41" dur="1" fill="hold">
                                          <p:stCondLst>
                                            <p:cond delay="0"/>
                                          </p:stCondLst>
                                        </p:cTn>
                                        <p:tgtEl>
                                          <p:spTgt spid="518">
                                            <p:txEl>
                                              <p:pRg st="3" end="3"/>
                                            </p:txEl>
                                          </p:spTgt>
                                        </p:tgtEl>
                                        <p:attrNameLst>
                                          <p:attrName>style.visibility</p:attrName>
                                        </p:attrNameLst>
                                      </p:cBhvr>
                                      <p:to>
                                        <p:strVal val="visible"/>
                                      </p:to>
                                    </p:set>
                                    <p:animEffect transition="in" filter="fade">
                                      <p:cBhvr>
                                        <p:cTn id="42" dur="1000"/>
                                        <p:tgtEl>
                                          <p:spTgt spid="518">
                                            <p:txEl>
                                              <p:pRg st="3" end="3"/>
                                            </p:txEl>
                                          </p:spTgt>
                                        </p:tgtEl>
                                      </p:cBhvr>
                                    </p:animEffect>
                                    <p:anim calcmode="lin" valueType="num">
                                      <p:cBhvr>
                                        <p:cTn id="43" dur="1000" fill="hold"/>
                                        <p:tgtEl>
                                          <p:spTgt spid="518">
                                            <p:txEl>
                                              <p:pRg st="3" end="3"/>
                                            </p:txEl>
                                          </p:spTgt>
                                        </p:tgtEl>
                                        <p:attrNameLst>
                                          <p:attrName>ppt_x</p:attrName>
                                        </p:attrNameLst>
                                      </p:cBhvr>
                                      <p:tavLst>
                                        <p:tav tm="0">
                                          <p:val>
                                            <p:strVal val="#ppt_x"/>
                                          </p:val>
                                        </p:tav>
                                        <p:tav tm="100000">
                                          <p:val>
                                            <p:strVal val="#ppt_x"/>
                                          </p:val>
                                        </p:tav>
                                      </p:tavLst>
                                    </p:anim>
                                    <p:anim calcmode="lin" valueType="num">
                                      <p:cBhvr>
                                        <p:cTn id="44" dur="1000" fill="hold"/>
                                        <p:tgtEl>
                                          <p:spTgt spid="518">
                                            <p:txEl>
                                              <p:pRg st="3" end="3"/>
                                            </p:txEl>
                                          </p:spTgt>
                                        </p:tgtEl>
                                        <p:attrNameLst>
                                          <p:attrName>ppt_y</p:attrName>
                                        </p:attrNameLst>
                                      </p:cBhvr>
                                      <p:tavLst>
                                        <p:tav tm="0">
                                          <p:val>
                                            <p:strVal val="#ppt_y+.1"/>
                                          </p:val>
                                        </p:tav>
                                        <p:tav tm="100000">
                                          <p:val>
                                            <p:strVal val="#ppt_y"/>
                                          </p:val>
                                        </p:tav>
                                      </p:tavLst>
                                    </p:anim>
                                  </p:childTnLst>
                                </p:cTn>
                              </p:par>
                            </p:childTnLst>
                          </p:cTn>
                        </p:par>
                        <p:par>
                          <p:cTn id="45" fill="hold">
                            <p:stCondLst>
                              <p:cond delay="2000"/>
                            </p:stCondLst>
                            <p:childTnLst>
                              <p:par>
                                <p:cTn id="46" presetID="42" presetClass="entr" presetSubtype="0" fill="hold" nodeType="afterEffect">
                                  <p:stCondLst>
                                    <p:cond delay="0"/>
                                  </p:stCondLst>
                                  <p:childTnLst>
                                    <p:set>
                                      <p:cBhvr>
                                        <p:cTn id="47" dur="1" fill="hold">
                                          <p:stCondLst>
                                            <p:cond delay="0"/>
                                          </p:stCondLst>
                                        </p:cTn>
                                        <p:tgtEl>
                                          <p:spTgt spid="518">
                                            <p:txEl>
                                              <p:pRg st="4" end="4"/>
                                            </p:txEl>
                                          </p:spTgt>
                                        </p:tgtEl>
                                        <p:attrNameLst>
                                          <p:attrName>style.visibility</p:attrName>
                                        </p:attrNameLst>
                                      </p:cBhvr>
                                      <p:to>
                                        <p:strVal val="visible"/>
                                      </p:to>
                                    </p:set>
                                    <p:animEffect transition="in" filter="fade">
                                      <p:cBhvr>
                                        <p:cTn id="48" dur="1000"/>
                                        <p:tgtEl>
                                          <p:spTgt spid="518">
                                            <p:txEl>
                                              <p:pRg st="4" end="4"/>
                                            </p:txEl>
                                          </p:spTgt>
                                        </p:tgtEl>
                                      </p:cBhvr>
                                    </p:animEffect>
                                    <p:anim calcmode="lin" valueType="num">
                                      <p:cBhvr>
                                        <p:cTn id="49" dur="1000" fill="hold"/>
                                        <p:tgtEl>
                                          <p:spTgt spid="518">
                                            <p:txEl>
                                              <p:pRg st="4" end="4"/>
                                            </p:txEl>
                                          </p:spTgt>
                                        </p:tgtEl>
                                        <p:attrNameLst>
                                          <p:attrName>ppt_x</p:attrName>
                                        </p:attrNameLst>
                                      </p:cBhvr>
                                      <p:tavLst>
                                        <p:tav tm="0">
                                          <p:val>
                                            <p:strVal val="#ppt_x"/>
                                          </p:val>
                                        </p:tav>
                                        <p:tav tm="100000">
                                          <p:val>
                                            <p:strVal val="#ppt_x"/>
                                          </p:val>
                                        </p:tav>
                                      </p:tavLst>
                                    </p:anim>
                                    <p:anim calcmode="lin" valueType="num">
                                      <p:cBhvr>
                                        <p:cTn id="50" dur="1000" fill="hold"/>
                                        <p:tgtEl>
                                          <p:spTgt spid="518">
                                            <p:txEl>
                                              <p:pRg st="4" end="4"/>
                                            </p:txEl>
                                          </p:spTgt>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518">
                                            <p:txEl>
                                              <p:pRg st="5" end="5"/>
                                            </p:txEl>
                                          </p:spTgt>
                                        </p:tgtEl>
                                        <p:attrNameLst>
                                          <p:attrName>style.visibility</p:attrName>
                                        </p:attrNameLst>
                                      </p:cBhvr>
                                      <p:to>
                                        <p:strVal val="visible"/>
                                      </p:to>
                                    </p:set>
                                    <p:animEffect transition="in" filter="fade">
                                      <p:cBhvr>
                                        <p:cTn id="53" dur="1000"/>
                                        <p:tgtEl>
                                          <p:spTgt spid="518">
                                            <p:txEl>
                                              <p:pRg st="5" end="5"/>
                                            </p:txEl>
                                          </p:spTgt>
                                        </p:tgtEl>
                                      </p:cBhvr>
                                    </p:animEffect>
                                    <p:anim calcmode="lin" valueType="num">
                                      <p:cBhvr>
                                        <p:cTn id="54" dur="1000" fill="hold"/>
                                        <p:tgtEl>
                                          <p:spTgt spid="518">
                                            <p:txEl>
                                              <p:pRg st="5" end="5"/>
                                            </p:txEl>
                                          </p:spTgt>
                                        </p:tgtEl>
                                        <p:attrNameLst>
                                          <p:attrName>ppt_x</p:attrName>
                                        </p:attrNameLst>
                                      </p:cBhvr>
                                      <p:tavLst>
                                        <p:tav tm="0">
                                          <p:val>
                                            <p:strVal val="#ppt_x"/>
                                          </p:val>
                                        </p:tav>
                                        <p:tav tm="100000">
                                          <p:val>
                                            <p:strVal val="#ppt_x"/>
                                          </p:val>
                                        </p:tav>
                                      </p:tavLst>
                                    </p:anim>
                                    <p:anim calcmode="lin" valueType="num">
                                      <p:cBhvr>
                                        <p:cTn id="55" dur="1000" fill="hold"/>
                                        <p:tgtEl>
                                          <p:spTgt spid="518">
                                            <p:txEl>
                                              <p:pRg st="5" end="5"/>
                                            </p:txEl>
                                          </p:spTgt>
                                        </p:tgtEl>
                                        <p:attrNameLst>
                                          <p:attrName>ppt_y</p:attrName>
                                        </p:attrNameLst>
                                      </p:cBhvr>
                                      <p:tavLst>
                                        <p:tav tm="0">
                                          <p:val>
                                            <p:strVal val="#ppt_y+.1"/>
                                          </p:val>
                                        </p:tav>
                                        <p:tav tm="100000">
                                          <p:val>
                                            <p:strVal val="#ppt_y"/>
                                          </p:val>
                                        </p:tav>
                                      </p:tavLst>
                                    </p:anim>
                                  </p:childTnLst>
                                </p:cTn>
                              </p:par>
                            </p:childTnLst>
                          </p:cTn>
                        </p:par>
                        <p:par>
                          <p:cTn id="56" fill="hold">
                            <p:stCondLst>
                              <p:cond delay="3000"/>
                            </p:stCondLst>
                            <p:childTnLst>
                              <p:par>
                                <p:cTn id="57" presetID="42" presetClass="entr" presetSubtype="0" fill="hold" nodeType="afterEffect">
                                  <p:stCondLst>
                                    <p:cond delay="0"/>
                                  </p:stCondLst>
                                  <p:childTnLst>
                                    <p:set>
                                      <p:cBhvr>
                                        <p:cTn id="58" dur="1" fill="hold">
                                          <p:stCondLst>
                                            <p:cond delay="0"/>
                                          </p:stCondLst>
                                        </p:cTn>
                                        <p:tgtEl>
                                          <p:spTgt spid="518">
                                            <p:txEl>
                                              <p:pRg st="6" end="6"/>
                                            </p:txEl>
                                          </p:spTgt>
                                        </p:tgtEl>
                                        <p:attrNameLst>
                                          <p:attrName>style.visibility</p:attrName>
                                        </p:attrNameLst>
                                      </p:cBhvr>
                                      <p:to>
                                        <p:strVal val="visible"/>
                                      </p:to>
                                    </p:set>
                                    <p:animEffect transition="in" filter="fade">
                                      <p:cBhvr>
                                        <p:cTn id="59" dur="1000"/>
                                        <p:tgtEl>
                                          <p:spTgt spid="518">
                                            <p:txEl>
                                              <p:pRg st="6" end="6"/>
                                            </p:txEl>
                                          </p:spTgt>
                                        </p:tgtEl>
                                      </p:cBhvr>
                                    </p:animEffect>
                                    <p:anim calcmode="lin" valueType="num">
                                      <p:cBhvr>
                                        <p:cTn id="60" dur="1000" fill="hold"/>
                                        <p:tgtEl>
                                          <p:spTgt spid="518">
                                            <p:txEl>
                                              <p:pRg st="6" end="6"/>
                                            </p:txEl>
                                          </p:spTgt>
                                        </p:tgtEl>
                                        <p:attrNameLst>
                                          <p:attrName>ppt_x</p:attrName>
                                        </p:attrNameLst>
                                      </p:cBhvr>
                                      <p:tavLst>
                                        <p:tav tm="0">
                                          <p:val>
                                            <p:strVal val="#ppt_x"/>
                                          </p:val>
                                        </p:tav>
                                        <p:tav tm="100000">
                                          <p:val>
                                            <p:strVal val="#ppt_x"/>
                                          </p:val>
                                        </p:tav>
                                      </p:tavLst>
                                    </p:anim>
                                    <p:anim calcmode="lin" valueType="num">
                                      <p:cBhvr>
                                        <p:cTn id="61" dur="1000" fill="hold"/>
                                        <p:tgtEl>
                                          <p:spTgt spid="518">
                                            <p:txEl>
                                              <p:pRg st="6" end="6"/>
                                            </p:txEl>
                                          </p:spTgt>
                                        </p:tgtEl>
                                        <p:attrNameLst>
                                          <p:attrName>ppt_y</p:attrName>
                                        </p:attrNameLst>
                                      </p:cBhvr>
                                      <p:tavLst>
                                        <p:tav tm="0">
                                          <p:val>
                                            <p:strVal val="#ppt_y+.1"/>
                                          </p:val>
                                        </p:tav>
                                        <p:tav tm="100000">
                                          <p:val>
                                            <p:strVal val="#ppt_y"/>
                                          </p:val>
                                        </p:tav>
                                      </p:tavLst>
                                    </p:anim>
                                  </p:childTnLst>
                                </p:cTn>
                              </p:par>
                              <p:par>
                                <p:cTn id="62" presetID="42" presetClass="entr" presetSubtype="0" fill="hold" nodeType="withEffect">
                                  <p:stCondLst>
                                    <p:cond delay="0"/>
                                  </p:stCondLst>
                                  <p:childTnLst>
                                    <p:set>
                                      <p:cBhvr>
                                        <p:cTn id="63" dur="1" fill="hold">
                                          <p:stCondLst>
                                            <p:cond delay="0"/>
                                          </p:stCondLst>
                                        </p:cTn>
                                        <p:tgtEl>
                                          <p:spTgt spid="518">
                                            <p:txEl>
                                              <p:pRg st="7" end="7"/>
                                            </p:txEl>
                                          </p:spTgt>
                                        </p:tgtEl>
                                        <p:attrNameLst>
                                          <p:attrName>style.visibility</p:attrName>
                                        </p:attrNameLst>
                                      </p:cBhvr>
                                      <p:to>
                                        <p:strVal val="visible"/>
                                      </p:to>
                                    </p:set>
                                    <p:animEffect transition="in" filter="fade">
                                      <p:cBhvr>
                                        <p:cTn id="64" dur="1000"/>
                                        <p:tgtEl>
                                          <p:spTgt spid="518">
                                            <p:txEl>
                                              <p:pRg st="7" end="7"/>
                                            </p:txEl>
                                          </p:spTgt>
                                        </p:tgtEl>
                                      </p:cBhvr>
                                    </p:animEffect>
                                    <p:anim calcmode="lin" valueType="num">
                                      <p:cBhvr>
                                        <p:cTn id="65" dur="1000" fill="hold"/>
                                        <p:tgtEl>
                                          <p:spTgt spid="518">
                                            <p:txEl>
                                              <p:pRg st="7" end="7"/>
                                            </p:txEl>
                                          </p:spTgt>
                                        </p:tgtEl>
                                        <p:attrNameLst>
                                          <p:attrName>ppt_x</p:attrName>
                                        </p:attrNameLst>
                                      </p:cBhvr>
                                      <p:tavLst>
                                        <p:tav tm="0">
                                          <p:val>
                                            <p:strVal val="#ppt_x"/>
                                          </p:val>
                                        </p:tav>
                                        <p:tav tm="100000">
                                          <p:val>
                                            <p:strVal val="#ppt_x"/>
                                          </p:val>
                                        </p:tav>
                                      </p:tavLst>
                                    </p:anim>
                                    <p:anim calcmode="lin" valueType="num">
                                      <p:cBhvr>
                                        <p:cTn id="66" dur="1000" fill="hold"/>
                                        <p:tgtEl>
                                          <p:spTgt spid="518">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3" name="Straight Arrow Connector 42">
            <a:extLst>
              <a:ext uri="{FF2B5EF4-FFF2-40B4-BE49-F238E27FC236}">
                <a16:creationId xmlns:a16="http://schemas.microsoft.com/office/drawing/2014/main" id="{77538D10-7504-5C50-A510-D781EC8D70BF}"/>
              </a:ext>
            </a:extLst>
          </p:cNvPr>
          <p:cNvCxnSpPr>
            <a:cxnSpLocks/>
            <a:stCxn id="18" idx="1"/>
          </p:cNvCxnSpPr>
          <p:nvPr/>
        </p:nvCxnSpPr>
        <p:spPr>
          <a:xfrm flipH="1" flipV="1">
            <a:off x="6359290" y="4272140"/>
            <a:ext cx="1774935" cy="1351258"/>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ACE0E814-53AE-988D-1330-0F7B730F51C6}"/>
              </a:ext>
            </a:extLst>
          </p:cNvPr>
          <p:cNvCxnSpPr>
            <a:cxnSpLocks/>
          </p:cNvCxnSpPr>
          <p:nvPr/>
        </p:nvCxnSpPr>
        <p:spPr>
          <a:xfrm flipV="1">
            <a:off x="5520382" y="4242639"/>
            <a:ext cx="149368" cy="629824"/>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448" name="Group 447">
            <a:extLst>
              <a:ext uri="{FF2B5EF4-FFF2-40B4-BE49-F238E27FC236}">
                <a16:creationId xmlns:a16="http://schemas.microsoft.com/office/drawing/2014/main" id="{6AD57B87-40DE-87BF-67AF-21001115782B}"/>
              </a:ext>
            </a:extLst>
          </p:cNvPr>
          <p:cNvGrpSpPr/>
          <p:nvPr/>
        </p:nvGrpSpPr>
        <p:grpSpPr>
          <a:xfrm>
            <a:off x="2423786" y="3020929"/>
            <a:ext cx="6919501" cy="316815"/>
            <a:chOff x="2887789" y="3192379"/>
            <a:chExt cx="6240165" cy="316815"/>
          </a:xfrm>
        </p:grpSpPr>
        <p:sp>
          <p:nvSpPr>
            <p:cNvPr id="46" name="Left Bracket 45">
              <a:extLst>
                <a:ext uri="{FF2B5EF4-FFF2-40B4-BE49-F238E27FC236}">
                  <a16:creationId xmlns:a16="http://schemas.microsoft.com/office/drawing/2014/main" id="{2AA88166-3A6C-AD79-6A25-B70CEB68226B}"/>
                </a:ext>
              </a:extLst>
            </p:cNvPr>
            <p:cNvSpPr/>
            <p:nvPr/>
          </p:nvSpPr>
          <p:spPr>
            <a:xfrm rot="5400000">
              <a:off x="5864907" y="215261"/>
              <a:ext cx="285929" cy="6240165"/>
            </a:xfrm>
            <a:prstGeom prst="leftBracket">
              <a:avLst/>
            </a:prstGeom>
            <a:ln w="31750">
              <a:solidFill>
                <a:srgbClr val="0000C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59" name="Straight Arrow Connector 58">
              <a:extLst>
                <a:ext uri="{FF2B5EF4-FFF2-40B4-BE49-F238E27FC236}">
                  <a16:creationId xmlns:a16="http://schemas.microsoft.com/office/drawing/2014/main" id="{51335733-124F-2825-E337-1600B539CFC9}"/>
                </a:ext>
              </a:extLst>
            </p:cNvPr>
            <p:cNvCxnSpPr>
              <a:cxnSpLocks/>
            </p:cNvCxnSpPr>
            <p:nvPr/>
          </p:nvCxnSpPr>
          <p:spPr>
            <a:xfrm>
              <a:off x="2890170" y="3365194"/>
              <a:ext cx="0" cy="144000"/>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6F528F99-C0C5-BCBE-6D20-EB228CB5C0DC}"/>
              </a:ext>
            </a:extLst>
          </p:cNvPr>
          <p:cNvGrpSpPr/>
          <p:nvPr/>
        </p:nvGrpSpPr>
        <p:grpSpPr>
          <a:xfrm>
            <a:off x="1186836" y="2641476"/>
            <a:ext cx="9938364" cy="704741"/>
            <a:chOff x="1449159" y="2812926"/>
            <a:chExt cx="9091127" cy="704741"/>
          </a:xfrm>
        </p:grpSpPr>
        <p:grpSp>
          <p:nvGrpSpPr>
            <p:cNvPr id="61" name="Group 60">
              <a:extLst>
                <a:ext uri="{FF2B5EF4-FFF2-40B4-BE49-F238E27FC236}">
                  <a16:creationId xmlns:a16="http://schemas.microsoft.com/office/drawing/2014/main" id="{49F6A86F-8D54-36E3-473C-12C57C5D5268}"/>
                </a:ext>
              </a:extLst>
            </p:cNvPr>
            <p:cNvGrpSpPr/>
            <p:nvPr/>
          </p:nvGrpSpPr>
          <p:grpSpPr>
            <a:xfrm>
              <a:off x="1449605" y="2812926"/>
              <a:ext cx="9090681" cy="653890"/>
              <a:chOff x="1449605" y="2727440"/>
              <a:chExt cx="9090681" cy="739376"/>
            </a:xfrm>
          </p:grpSpPr>
          <p:sp>
            <p:nvSpPr>
              <p:cNvPr id="47" name="Left Bracket 46">
                <a:extLst>
                  <a:ext uri="{FF2B5EF4-FFF2-40B4-BE49-F238E27FC236}">
                    <a16:creationId xmlns:a16="http://schemas.microsoft.com/office/drawing/2014/main" id="{2A304A6C-0A30-3BF1-650B-21D997E300ED}"/>
                  </a:ext>
                </a:extLst>
              </p:cNvPr>
              <p:cNvSpPr/>
              <p:nvPr/>
            </p:nvSpPr>
            <p:spPr>
              <a:xfrm rot="5400000">
                <a:off x="5643336" y="-1466291"/>
                <a:ext cx="702595" cy="9090058"/>
              </a:xfrm>
              <a:prstGeom prst="leftBracket">
                <a:avLst/>
              </a:prstGeom>
              <a:ln w="31750">
                <a:solidFill>
                  <a:srgbClr val="0000C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60" name="Straight Arrow Connector 59">
                <a:extLst>
                  <a:ext uri="{FF2B5EF4-FFF2-40B4-BE49-F238E27FC236}">
                    <a16:creationId xmlns:a16="http://schemas.microsoft.com/office/drawing/2014/main" id="{BDA242B3-EB38-808D-49C1-91FE5BBD0751}"/>
                  </a:ext>
                </a:extLst>
              </p:cNvPr>
              <p:cNvCxnSpPr>
                <a:cxnSpLocks/>
              </p:cNvCxnSpPr>
              <p:nvPr/>
            </p:nvCxnSpPr>
            <p:spPr>
              <a:xfrm>
                <a:off x="10540286" y="3286816"/>
                <a:ext cx="0" cy="180000"/>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grpSp>
        <p:cxnSp>
          <p:nvCxnSpPr>
            <p:cNvPr id="62" name="Straight Arrow Connector 61">
              <a:extLst>
                <a:ext uri="{FF2B5EF4-FFF2-40B4-BE49-F238E27FC236}">
                  <a16:creationId xmlns:a16="http://schemas.microsoft.com/office/drawing/2014/main" id="{39500E9A-FDDD-638E-B963-782712DF5D5D}"/>
                </a:ext>
              </a:extLst>
            </p:cNvPr>
            <p:cNvCxnSpPr>
              <a:cxnSpLocks/>
            </p:cNvCxnSpPr>
            <p:nvPr/>
          </p:nvCxnSpPr>
          <p:spPr>
            <a:xfrm>
              <a:off x="1449159" y="3373667"/>
              <a:ext cx="0" cy="144000"/>
            </a:xfrm>
            <a:prstGeom prst="straightConnector1">
              <a:avLst/>
            </a:prstGeom>
            <a:ln w="31750">
              <a:solidFill>
                <a:srgbClr val="0000C8"/>
              </a:solidFill>
              <a:tailEnd type="none" w="lg" len="med"/>
            </a:ln>
          </p:spPr>
          <p:style>
            <a:lnRef idx="1">
              <a:schemeClr val="accent1"/>
            </a:lnRef>
            <a:fillRef idx="0">
              <a:schemeClr val="accent1"/>
            </a:fillRef>
            <a:effectRef idx="0">
              <a:schemeClr val="accent1"/>
            </a:effectRef>
            <a:fontRef idx="minor">
              <a:schemeClr val="tx1"/>
            </a:fontRef>
          </p:style>
        </p:cxnSp>
      </p:grpSp>
      <p:sp>
        <p:nvSpPr>
          <p:cNvPr id="57" name="TextBox 56">
            <a:extLst>
              <a:ext uri="{FF2B5EF4-FFF2-40B4-BE49-F238E27FC236}">
                <a16:creationId xmlns:a16="http://schemas.microsoft.com/office/drawing/2014/main" id="{C2CDE941-4898-0677-7D91-5F138BA1466E}"/>
              </a:ext>
            </a:extLst>
          </p:cNvPr>
          <p:cNvSpPr txBox="1"/>
          <p:nvPr/>
        </p:nvSpPr>
        <p:spPr>
          <a:xfrm>
            <a:off x="6671619" y="3690133"/>
            <a:ext cx="2297173" cy="652486"/>
          </a:xfrm>
          <a:prstGeom prst="rect">
            <a:avLst/>
          </a:prstGeom>
          <a:noFill/>
        </p:spPr>
        <p:txBody>
          <a:bodyPr wrap="square" rtlCol="0">
            <a:spAutoFit/>
          </a:bodyPr>
          <a:lstStyle/>
          <a:p>
            <a:pPr algn="ctr" rtl="1">
              <a:lnSpc>
                <a:spcPct val="130000"/>
              </a:lnSpc>
            </a:pPr>
            <a:r>
              <a:rPr lang="fa-IR" sz="1400" b="1" dirty="0">
                <a:solidFill>
                  <a:srgbClr val="0000C8"/>
                </a:solidFill>
                <a:latin typeface="IRANSans(FaNum)" panose="02040503050201020203" pitchFamily="18" charset="-78"/>
                <a:cs typeface="IRANSans(FaNum)" panose="02040503050201020203" pitchFamily="18" charset="-78"/>
              </a:rPr>
              <a:t>اطلاعات پیکربندی و </a:t>
            </a:r>
          </a:p>
          <a:p>
            <a:pPr algn="ctr" rtl="1">
              <a:lnSpc>
                <a:spcPct val="130000"/>
              </a:lnSpc>
            </a:pPr>
            <a:r>
              <a:rPr lang="fa-IR" sz="1400" b="1" dirty="0">
                <a:solidFill>
                  <a:srgbClr val="0000C8"/>
                </a:solidFill>
                <a:latin typeface="IRANSans(FaNum)" panose="02040503050201020203" pitchFamily="18" charset="-78"/>
                <a:cs typeface="IRANSans(FaNum)" panose="02040503050201020203" pitchFamily="18" charset="-78"/>
              </a:rPr>
              <a:t>رفع اشکالات </a:t>
            </a:r>
            <a:endParaRPr lang="en-US" sz="1400" b="1" dirty="0">
              <a:solidFill>
                <a:srgbClr val="0000C8"/>
              </a:solidFill>
              <a:latin typeface="IRANSans(FaNum)" panose="02040503050201020203" pitchFamily="18" charset="-78"/>
              <a:cs typeface="IRANSans(FaNum)" panose="02040503050201020203" pitchFamily="18" charset="-78"/>
            </a:endParaRPr>
          </a:p>
        </p:txBody>
      </p:sp>
      <p:cxnSp>
        <p:nvCxnSpPr>
          <p:cNvPr id="56" name="Straight Arrow Connector 55">
            <a:extLst>
              <a:ext uri="{FF2B5EF4-FFF2-40B4-BE49-F238E27FC236}">
                <a16:creationId xmlns:a16="http://schemas.microsoft.com/office/drawing/2014/main" id="{19BB399B-49A1-F687-B4CE-54C5610FC3EE}"/>
              </a:ext>
            </a:extLst>
          </p:cNvPr>
          <p:cNvCxnSpPr>
            <a:cxnSpLocks/>
          </p:cNvCxnSpPr>
          <p:nvPr/>
        </p:nvCxnSpPr>
        <p:spPr>
          <a:xfrm flipH="1">
            <a:off x="6763190" y="4040033"/>
            <a:ext cx="1870173" cy="0"/>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A58E0BA8-307D-F3E9-1781-FE1B93C6F6FD}"/>
              </a:ext>
            </a:extLst>
          </p:cNvPr>
          <p:cNvSpPr txBox="1"/>
          <p:nvPr/>
        </p:nvSpPr>
        <p:spPr>
          <a:xfrm>
            <a:off x="6547381" y="3259216"/>
            <a:ext cx="2297173" cy="307777"/>
          </a:xfrm>
          <a:prstGeom prst="rect">
            <a:avLst/>
          </a:prstGeom>
          <a:noFill/>
        </p:spPr>
        <p:txBody>
          <a:bodyPr wrap="square" rtlCol="0">
            <a:spAutoFit/>
          </a:bodyPr>
          <a:lstStyle/>
          <a:p>
            <a:pPr algn="ctr" rtl="1"/>
            <a:r>
              <a:rPr lang="fa-IR" sz="1400" b="1" dirty="0">
                <a:solidFill>
                  <a:srgbClr val="0000C8"/>
                </a:solidFill>
                <a:latin typeface="IRANSans(FaNum)" panose="02040503050201020203" pitchFamily="18" charset="-78"/>
                <a:cs typeface="IRANSans(FaNum)" panose="02040503050201020203" pitchFamily="18" charset="-78"/>
              </a:rPr>
              <a:t>گزارش اشکالات</a:t>
            </a:r>
            <a:endParaRPr lang="en-US" sz="1400" b="1" dirty="0">
              <a:solidFill>
                <a:srgbClr val="0000C8"/>
              </a:solidFill>
              <a:latin typeface="IRANSans(FaNum)" panose="02040503050201020203" pitchFamily="18" charset="-78"/>
              <a:cs typeface="IRANSans(FaNum)" panose="02040503050201020203" pitchFamily="18" charset="-78"/>
            </a:endParaRPr>
          </a:p>
        </p:txBody>
      </p:sp>
      <p:cxnSp>
        <p:nvCxnSpPr>
          <p:cNvPr id="30" name="Straight Arrow Connector 29">
            <a:extLst>
              <a:ext uri="{FF2B5EF4-FFF2-40B4-BE49-F238E27FC236}">
                <a16:creationId xmlns:a16="http://schemas.microsoft.com/office/drawing/2014/main" id="{6103EE1C-46F3-A265-B237-1F10B42D5FAF}"/>
              </a:ext>
            </a:extLst>
          </p:cNvPr>
          <p:cNvCxnSpPr>
            <a:cxnSpLocks/>
          </p:cNvCxnSpPr>
          <p:nvPr/>
        </p:nvCxnSpPr>
        <p:spPr>
          <a:xfrm>
            <a:off x="6740262" y="3534706"/>
            <a:ext cx="1893101" cy="0"/>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E68F8F58-7927-49C3-6008-7175ED1BF03F}"/>
              </a:ext>
            </a:extLst>
          </p:cNvPr>
          <p:cNvSpPr txBox="1"/>
          <p:nvPr/>
        </p:nvSpPr>
        <p:spPr>
          <a:xfrm>
            <a:off x="2970359" y="3505472"/>
            <a:ext cx="2297173" cy="307777"/>
          </a:xfrm>
          <a:prstGeom prst="rect">
            <a:avLst/>
          </a:prstGeom>
          <a:noFill/>
        </p:spPr>
        <p:txBody>
          <a:bodyPr wrap="square" rtlCol="0">
            <a:spAutoFit/>
          </a:bodyPr>
          <a:lstStyle/>
          <a:p>
            <a:pPr algn="ctr" rtl="1"/>
            <a:r>
              <a:rPr lang="fa-IR" sz="1400" b="1" dirty="0">
                <a:solidFill>
                  <a:srgbClr val="0000C8"/>
                </a:solidFill>
                <a:latin typeface="IRANSans(FaNum)" panose="02040503050201020203" pitchFamily="18" charset="-78"/>
                <a:cs typeface="IRANSans(FaNum)" panose="02040503050201020203" pitchFamily="18" charset="-78"/>
              </a:rPr>
              <a:t>اطلاعات ترافیکی و کارآیی</a:t>
            </a:r>
            <a:endParaRPr lang="en-US" sz="1400" b="1" dirty="0">
              <a:solidFill>
                <a:srgbClr val="0000C8"/>
              </a:solidFill>
              <a:latin typeface="IRANSans(FaNum)" panose="02040503050201020203" pitchFamily="18" charset="-78"/>
              <a:cs typeface="IRANSans(FaNum)" panose="02040503050201020203" pitchFamily="18" charset="-78"/>
            </a:endParaRPr>
          </a:p>
        </p:txBody>
      </p:sp>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313936" y="1335148"/>
            <a:ext cx="11564127" cy="572464"/>
          </a:xfrm>
          <a:prstGeom prst="rect">
            <a:avLst/>
          </a:prstGeom>
          <a:noFill/>
        </p:spPr>
        <p:txBody>
          <a:bodyPr wrap="square">
            <a:spAutoFit/>
          </a:bodyPr>
          <a:lstStyle/>
          <a:p>
            <a:pPr algn="ctr" rtl="1">
              <a:lnSpc>
                <a:spcPct val="130000"/>
              </a:lnSpc>
            </a:pPr>
            <a:r>
              <a:rPr lang="fa-IR" sz="2400" b="1" dirty="0">
                <a:solidFill>
                  <a:srgbClr val="0000FF"/>
                </a:solidFill>
                <a:latin typeface="IRANSans(FaNum)" panose="02040503050201020203" pitchFamily="18" charset="-78"/>
                <a:cs typeface="IRANSans(FaNum)" panose="02040503050201020203" pitchFamily="18" charset="-78"/>
              </a:rPr>
              <a:t>وظایف مدیریت شبکه را می‌توان به چهار بخش‌ </a:t>
            </a:r>
            <a:r>
              <a:rPr lang="en-US" sz="2400" b="1" dirty="0">
                <a:solidFill>
                  <a:srgbClr val="C00000"/>
                </a:solidFill>
                <a:latin typeface="IRANSans(FaNum)" panose="02040503050201020203" pitchFamily="18" charset="-78"/>
                <a:cs typeface="IRANSans(FaNum)" panose="02040503050201020203" pitchFamily="18" charset="-78"/>
              </a:rPr>
              <a:t>OAM&amp;P</a:t>
            </a:r>
            <a:r>
              <a:rPr lang="fa-IR" sz="2400" b="1" dirty="0">
                <a:solidFill>
                  <a:srgbClr val="0000FF"/>
                </a:solidFill>
                <a:latin typeface="IRANSans(FaNum)" panose="02040503050201020203" pitchFamily="18" charset="-78"/>
                <a:cs typeface="IRANSans(FaNum)" panose="02040503050201020203" pitchFamily="18" charset="-78"/>
              </a:rPr>
              <a:t> تقسیم می‌شود.</a:t>
            </a:r>
            <a:endParaRPr lang="en-US" sz="2400" b="1" dirty="0">
              <a:solidFill>
                <a:srgbClr val="0000FF"/>
              </a:solidFill>
              <a:latin typeface="IRANSans(FaNum)" panose="02040503050201020203" pitchFamily="18" charset="-78"/>
              <a:cs typeface="IRANSans(FaNum)" panose="02040503050201020203" pitchFamily="18" charset="-78"/>
            </a:endParaRPr>
          </a:p>
        </p:txBody>
      </p:sp>
      <p:sp>
        <p:nvSpPr>
          <p:cNvPr id="11" name="TextBox 10">
            <a:extLst>
              <a:ext uri="{FF2B5EF4-FFF2-40B4-BE49-F238E27FC236}">
                <a16:creationId xmlns:a16="http://schemas.microsoft.com/office/drawing/2014/main" id="{5DAA5CE9-7E18-4712-BB5D-7FD5B5AA6705}"/>
              </a:ext>
            </a:extLst>
          </p:cNvPr>
          <p:cNvSpPr txBox="1"/>
          <p:nvPr/>
        </p:nvSpPr>
        <p:spPr>
          <a:xfrm>
            <a:off x="307541" y="1966941"/>
            <a:ext cx="11564127" cy="400110"/>
          </a:xfrm>
          <a:prstGeom prst="rect">
            <a:avLst/>
          </a:prstGeom>
          <a:noFill/>
        </p:spPr>
        <p:txBody>
          <a:bodyPr wrap="square">
            <a:spAutoFit/>
          </a:bodyPr>
          <a:lstStyle/>
          <a:p>
            <a:pPr algn="ctr"/>
            <a:r>
              <a:rPr lang="en-US" altLang="en-US" sz="2000" b="1" dirty="0">
                <a:solidFill>
                  <a:srgbClr val="A50021"/>
                </a:solidFill>
                <a:latin typeface="IRANSans(FaNum)" panose="02040503050201020203" pitchFamily="18" charset="-78"/>
                <a:cs typeface="IRANSans(FaNum)" panose="02040503050201020203" pitchFamily="18" charset="-78"/>
              </a:rPr>
              <a:t>OAM&amp;P</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1F1FFF"/>
                </a:solidFill>
                <a:latin typeface="IRANSans(FaNum)" panose="02040503050201020203" pitchFamily="18" charset="-78"/>
                <a:cs typeface="IRANSans(FaNum)" panose="02040503050201020203" pitchFamily="18" charset="-78"/>
              </a:rPr>
              <a:t>:</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A50021"/>
                </a:solidFill>
                <a:latin typeface="IRANSans(FaNum)" panose="02040503050201020203" pitchFamily="18" charset="-78"/>
                <a:cs typeface="IRANSans(FaNum)" panose="02040503050201020203" pitchFamily="18" charset="-78"/>
              </a:rPr>
              <a:t>O</a:t>
            </a:r>
            <a:r>
              <a:rPr lang="en-US" altLang="en-US" sz="2000" b="1" dirty="0">
                <a:solidFill>
                  <a:srgbClr val="1F1FFF"/>
                </a:solidFill>
                <a:latin typeface="IRANSans(FaNum)" panose="02040503050201020203" pitchFamily="18" charset="-78"/>
                <a:cs typeface="IRANSans(FaNum)" panose="02040503050201020203" pitchFamily="18" charset="-78"/>
              </a:rPr>
              <a:t>peration</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A50021"/>
                </a:solidFill>
                <a:latin typeface="IRANSans(FaNum)" panose="02040503050201020203" pitchFamily="18" charset="-78"/>
                <a:cs typeface="IRANSans(FaNum)" panose="02040503050201020203" pitchFamily="18" charset="-78"/>
              </a:rPr>
              <a:t>A</a:t>
            </a:r>
            <a:r>
              <a:rPr lang="en-US" altLang="en-US" sz="2000" b="1" dirty="0">
                <a:solidFill>
                  <a:srgbClr val="1F1FFF"/>
                </a:solidFill>
                <a:latin typeface="IRANSans(FaNum)" panose="02040503050201020203" pitchFamily="18" charset="-78"/>
                <a:cs typeface="IRANSans(FaNum)" panose="02040503050201020203" pitchFamily="18" charset="-78"/>
              </a:rPr>
              <a:t>dministration</a:t>
            </a:r>
            <a:r>
              <a:rPr lang="en-US" altLang="en-US" sz="2000" b="1" dirty="0">
                <a:solidFill>
                  <a:srgbClr val="003300"/>
                </a:solidFill>
                <a:latin typeface="IRANSans(FaNum)" panose="02040503050201020203" pitchFamily="18" charset="-78"/>
                <a:cs typeface="IRANSans(FaNum)" panose="02040503050201020203" pitchFamily="18" charset="-78"/>
              </a:rPr>
              <a:t>, </a:t>
            </a:r>
            <a:r>
              <a:rPr lang="en-US" altLang="en-US" sz="2000" b="1" dirty="0">
                <a:solidFill>
                  <a:srgbClr val="A50021"/>
                </a:solidFill>
                <a:latin typeface="IRANSans(FaNum)" panose="02040503050201020203" pitchFamily="18" charset="-78"/>
                <a:cs typeface="IRANSans(FaNum)" panose="02040503050201020203" pitchFamily="18" charset="-78"/>
              </a:rPr>
              <a:t>M</a:t>
            </a:r>
            <a:r>
              <a:rPr lang="en-US" altLang="en-US" sz="2000" b="1" dirty="0">
                <a:solidFill>
                  <a:srgbClr val="1F1FFF"/>
                </a:solidFill>
                <a:latin typeface="IRANSans(FaNum)" panose="02040503050201020203" pitchFamily="18" charset="-78"/>
                <a:cs typeface="IRANSans(FaNum)" panose="02040503050201020203" pitchFamily="18" charset="-78"/>
              </a:rPr>
              <a:t>aintenance, and </a:t>
            </a:r>
            <a:r>
              <a:rPr lang="en-US" altLang="en-US" sz="2000" b="1" dirty="0">
                <a:solidFill>
                  <a:srgbClr val="A50021"/>
                </a:solidFill>
                <a:latin typeface="IRANSans(FaNum)" panose="02040503050201020203" pitchFamily="18" charset="-78"/>
                <a:cs typeface="IRANSans(FaNum)" panose="02040503050201020203" pitchFamily="18" charset="-78"/>
              </a:rPr>
              <a:t>P</a:t>
            </a:r>
            <a:r>
              <a:rPr lang="en-US" altLang="en-US" sz="2000" b="1" dirty="0">
                <a:solidFill>
                  <a:srgbClr val="1F1FFF"/>
                </a:solidFill>
                <a:latin typeface="IRANSans(FaNum)" panose="02040503050201020203" pitchFamily="18" charset="-78"/>
                <a:cs typeface="IRANSans(FaNum)" panose="02040503050201020203" pitchFamily="18" charset="-78"/>
              </a:rPr>
              <a:t>rovisioning</a:t>
            </a:r>
          </a:p>
        </p:txBody>
      </p:sp>
      <p:sp>
        <p:nvSpPr>
          <p:cNvPr id="12" name="TextBox 11">
            <a:extLst>
              <a:ext uri="{FF2B5EF4-FFF2-40B4-BE49-F238E27FC236}">
                <a16:creationId xmlns:a16="http://schemas.microsoft.com/office/drawing/2014/main" id="{0A31543F-4BAA-297D-FD20-8FD5A7325FA4}"/>
              </a:ext>
            </a:extLst>
          </p:cNvPr>
          <p:cNvSpPr txBox="1"/>
          <p:nvPr/>
        </p:nvSpPr>
        <p:spPr>
          <a:xfrm>
            <a:off x="593465" y="3347870"/>
            <a:ext cx="2563336" cy="936000"/>
          </a:xfrm>
          <a:prstGeom prst="rect">
            <a:avLst/>
          </a:prstGeom>
          <a:solidFill>
            <a:schemeClr val="accent2">
              <a:lumMod val="40000"/>
              <a:lumOff val="60000"/>
            </a:schemeClr>
          </a:solidFill>
          <a:ln w="31750">
            <a:solidFill>
              <a:schemeClr val="accent2">
                <a:lumMod val="50000"/>
              </a:schemeClr>
            </a:solidFill>
          </a:ln>
        </p:spPr>
        <p:txBody>
          <a:bodyPr wrap="square" lIns="72000" tIns="72000" rIns="72000" bIns="108000" rtlCol="0">
            <a:spAutoFit/>
          </a:bodyPr>
          <a:lstStyle/>
          <a:p>
            <a:pPr algn="r" rtl="1">
              <a:lnSpc>
                <a:spcPct val="150000"/>
              </a:lnSpc>
              <a:spcAft>
                <a:spcPts val="600"/>
              </a:spcAft>
            </a:pPr>
            <a:r>
              <a:rPr lang="fa-IR" sz="1600" b="1" dirty="0">
                <a:solidFill>
                  <a:schemeClr val="accent2">
                    <a:lumMod val="50000"/>
                  </a:schemeClr>
                </a:solidFill>
                <a:latin typeface="IRANSans(FaNum)" panose="02040503050201020203" pitchFamily="18" charset="-78"/>
                <a:cs typeface="IRANSans(FaNum)" panose="02040503050201020203" pitchFamily="18" charset="-78"/>
              </a:rPr>
              <a:t>بخش طرح و مهندسی</a:t>
            </a:r>
          </a:p>
          <a:p>
            <a:pPr marL="360000" lvl="2" indent="-180000" algn="r" rtl="1">
              <a:lnSpc>
                <a:spcPct val="150000"/>
              </a:lnSpc>
              <a:spcAft>
                <a:spcPts val="600"/>
              </a:spcAft>
              <a:buFont typeface="IRANSans(FaNum)" panose="02040503050201020203" pitchFamily="18" charset="-78"/>
              <a:buChar char="−"/>
            </a:pPr>
            <a:r>
              <a:rPr lang="fa-IR" sz="1400" b="1" dirty="0">
                <a:solidFill>
                  <a:schemeClr val="accent2">
                    <a:lumMod val="50000"/>
                  </a:schemeClr>
                </a:solidFill>
                <a:latin typeface="IRANSans(FaNum)" panose="02040503050201020203" pitchFamily="18" charset="-78"/>
                <a:cs typeface="IRANSans(FaNum)" panose="02040503050201020203" pitchFamily="18" charset="-78"/>
              </a:rPr>
              <a:t>برنامه‌ریزی، طراحی و مهندسی</a:t>
            </a:r>
            <a:endParaRPr lang="en-US" sz="1400" b="1" dirty="0">
              <a:solidFill>
                <a:schemeClr val="accent2">
                  <a:lumMod val="50000"/>
                </a:schemeClr>
              </a:solidFill>
              <a:latin typeface="IRANSans(FaNum)" panose="02040503050201020203" pitchFamily="18" charset="-78"/>
              <a:cs typeface="IRANSans(FaNum)" panose="02040503050201020203" pitchFamily="18" charset="-78"/>
            </a:endParaRPr>
          </a:p>
        </p:txBody>
      </p:sp>
      <p:sp>
        <p:nvSpPr>
          <p:cNvPr id="13" name="TextBox 12">
            <a:extLst>
              <a:ext uri="{FF2B5EF4-FFF2-40B4-BE49-F238E27FC236}">
                <a16:creationId xmlns:a16="http://schemas.microsoft.com/office/drawing/2014/main" id="{B36C2148-0ACE-21A5-C78B-B3BE7CA32333}"/>
              </a:ext>
            </a:extLst>
          </p:cNvPr>
          <p:cNvSpPr txBox="1"/>
          <p:nvPr/>
        </p:nvSpPr>
        <p:spPr>
          <a:xfrm>
            <a:off x="5042991" y="3358963"/>
            <a:ext cx="1708994" cy="883676"/>
          </a:xfrm>
          <a:prstGeom prst="rect">
            <a:avLst/>
          </a:prstGeom>
          <a:solidFill>
            <a:schemeClr val="accent4">
              <a:lumMod val="40000"/>
              <a:lumOff val="60000"/>
            </a:schemeClr>
          </a:solidFill>
          <a:ln w="31750">
            <a:solidFill>
              <a:schemeClr val="accent4">
                <a:lumMod val="50000"/>
              </a:schemeClr>
            </a:solidFill>
          </a:ln>
        </p:spPr>
        <p:txBody>
          <a:bodyPr wrap="square" lIns="72000" tIns="72000" rIns="72000" bIns="144000" rtlCol="0">
            <a:spAutoFit/>
          </a:bodyPr>
          <a:lstStyle/>
          <a:p>
            <a:pPr algn="r" rtl="1">
              <a:lnSpc>
                <a:spcPct val="150000"/>
              </a:lnSpc>
            </a:pPr>
            <a:r>
              <a:rPr lang="fa-IR" sz="1600" b="1" dirty="0">
                <a:solidFill>
                  <a:schemeClr val="accent4">
                    <a:lumMod val="50000"/>
                  </a:schemeClr>
                </a:solidFill>
                <a:latin typeface="IRANSans(FaNum)" panose="02040503050201020203" pitchFamily="18" charset="-78"/>
                <a:cs typeface="IRANSans(FaNum)" panose="02040503050201020203" pitchFamily="18" charset="-78"/>
              </a:rPr>
              <a:t>بخش راهبری</a:t>
            </a:r>
          </a:p>
          <a:p>
            <a:pPr marL="360000" indent="-180000" algn="r" rtl="1">
              <a:lnSpc>
                <a:spcPct val="150000"/>
              </a:lnSpc>
              <a:spcAft>
                <a:spcPts val="600"/>
              </a:spcAft>
              <a:buFont typeface="IRANSans(FaNum)" panose="02040503050201020203" pitchFamily="18" charset="-78"/>
              <a:buChar char="−"/>
            </a:pPr>
            <a:r>
              <a:rPr lang="fa-IR" sz="1400" b="1" dirty="0">
                <a:solidFill>
                  <a:schemeClr val="accent4">
                    <a:lumMod val="50000"/>
                  </a:schemeClr>
                </a:solidFill>
                <a:latin typeface="IRANSans(FaNum)" panose="02040503050201020203" pitchFamily="18" charset="-78"/>
                <a:cs typeface="IRANSans(FaNum)" panose="02040503050201020203" pitchFamily="18" charset="-78"/>
              </a:rPr>
              <a:t>عملیات شبکه</a:t>
            </a:r>
            <a:endParaRPr lang="en-US" sz="1400" b="1" dirty="0">
              <a:solidFill>
                <a:schemeClr val="accent4">
                  <a:lumMod val="50000"/>
                </a:schemeClr>
              </a:solidFill>
              <a:latin typeface="IRANSans(FaNum)" panose="02040503050201020203" pitchFamily="18" charset="-78"/>
              <a:cs typeface="IRANSans(FaNum)" panose="02040503050201020203" pitchFamily="18" charset="-78"/>
            </a:endParaRPr>
          </a:p>
        </p:txBody>
      </p:sp>
      <p:pic>
        <p:nvPicPr>
          <p:cNvPr id="17" name="Picture 16">
            <a:extLst>
              <a:ext uri="{FF2B5EF4-FFF2-40B4-BE49-F238E27FC236}">
                <a16:creationId xmlns:a16="http://schemas.microsoft.com/office/drawing/2014/main" id="{CE356978-25F6-7140-9595-83BAB5F338E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917883" y="4872463"/>
            <a:ext cx="3682085" cy="1383118"/>
          </a:xfrm>
          <a:prstGeom prst="rect">
            <a:avLst/>
          </a:prstGeom>
        </p:spPr>
      </p:pic>
      <p:sp>
        <p:nvSpPr>
          <p:cNvPr id="18" name="Oval 17">
            <a:extLst>
              <a:ext uri="{FF2B5EF4-FFF2-40B4-BE49-F238E27FC236}">
                <a16:creationId xmlns:a16="http://schemas.microsoft.com/office/drawing/2014/main" id="{EEF77FD8-3980-B72B-FBA4-74AB21CFBCDC}"/>
              </a:ext>
            </a:extLst>
          </p:cNvPr>
          <p:cNvSpPr/>
          <p:nvPr/>
        </p:nvSpPr>
        <p:spPr>
          <a:xfrm>
            <a:off x="8002423" y="5528501"/>
            <a:ext cx="900000" cy="648000"/>
          </a:xfrm>
          <a:prstGeom prst="ellipse">
            <a:avLst/>
          </a:prstGeom>
          <a:solidFill>
            <a:schemeClr val="accent5">
              <a:lumMod val="20000"/>
              <a:lumOff val="80000"/>
            </a:schemeClr>
          </a:solidFill>
          <a:ln w="25400">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a-IR" sz="1600" b="1" dirty="0">
                <a:solidFill>
                  <a:srgbClr val="0000C8"/>
                </a:solidFill>
                <a:latin typeface="IRANSans(FaNum)" panose="02040503050201020203" pitchFamily="18" charset="-78"/>
                <a:cs typeface="IRANSans(FaNum)" panose="02040503050201020203" pitchFamily="18" charset="-78"/>
              </a:rPr>
              <a:t>کاربران</a:t>
            </a:r>
            <a:endParaRPr lang="en-US" sz="1600" b="1" dirty="0">
              <a:solidFill>
                <a:srgbClr val="0000C8"/>
              </a:solidFill>
              <a:latin typeface="IRANSans(FaNum)" panose="02040503050201020203" pitchFamily="18" charset="-78"/>
              <a:cs typeface="IRANSans(FaNum)" panose="02040503050201020203" pitchFamily="18" charset="-78"/>
            </a:endParaRPr>
          </a:p>
        </p:txBody>
      </p:sp>
      <p:sp>
        <p:nvSpPr>
          <p:cNvPr id="19" name="TextBox 18">
            <a:extLst>
              <a:ext uri="{FF2B5EF4-FFF2-40B4-BE49-F238E27FC236}">
                <a16:creationId xmlns:a16="http://schemas.microsoft.com/office/drawing/2014/main" id="{B3B385B1-2D65-7123-221B-BD39C8DAEDB9}"/>
              </a:ext>
            </a:extLst>
          </p:cNvPr>
          <p:cNvSpPr txBox="1"/>
          <p:nvPr/>
        </p:nvSpPr>
        <p:spPr>
          <a:xfrm>
            <a:off x="5250257" y="5414220"/>
            <a:ext cx="654346" cy="369332"/>
          </a:xfrm>
          <a:prstGeom prst="rect">
            <a:avLst/>
          </a:prstGeom>
          <a:noFill/>
        </p:spPr>
        <p:txBody>
          <a:bodyPr wrap="none" rtlCol="0">
            <a:spAutoFit/>
          </a:bodyPr>
          <a:lstStyle/>
          <a:p>
            <a:r>
              <a:rPr lang="fa-IR" b="1" dirty="0">
                <a:latin typeface="IRANSans(FaNum)" panose="02040503050201020203" pitchFamily="18" charset="-78"/>
                <a:cs typeface="IRANSans(FaNum)" panose="02040503050201020203" pitchFamily="18" charset="-78"/>
              </a:rPr>
              <a:t>شبکه</a:t>
            </a:r>
            <a:endParaRPr lang="en-US" b="1" dirty="0">
              <a:latin typeface="IRANSans(FaNum)" panose="02040503050201020203" pitchFamily="18" charset="-78"/>
              <a:cs typeface="IRANSans(FaNum)" panose="02040503050201020203" pitchFamily="18" charset="-78"/>
            </a:endParaRPr>
          </a:p>
        </p:txBody>
      </p:sp>
      <p:sp>
        <p:nvSpPr>
          <p:cNvPr id="20" name="Oval 19">
            <a:extLst>
              <a:ext uri="{FF2B5EF4-FFF2-40B4-BE49-F238E27FC236}">
                <a16:creationId xmlns:a16="http://schemas.microsoft.com/office/drawing/2014/main" id="{E43B4544-2348-FE66-4C6E-E71C72C6A45F}"/>
              </a:ext>
            </a:extLst>
          </p:cNvPr>
          <p:cNvSpPr/>
          <p:nvPr/>
        </p:nvSpPr>
        <p:spPr>
          <a:xfrm>
            <a:off x="1934463" y="5266521"/>
            <a:ext cx="1260000" cy="792000"/>
          </a:xfrm>
          <a:prstGeom prst="ellipse">
            <a:avLst/>
          </a:prstGeom>
          <a:solidFill>
            <a:schemeClr val="accent5">
              <a:lumMod val="60000"/>
              <a:lumOff val="40000"/>
            </a:schemeClr>
          </a:solidFill>
          <a:ln w="25400">
            <a:solidFill>
              <a:schemeClr val="accent5">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lang="fa-IR" sz="1600" b="1" dirty="0">
                <a:solidFill>
                  <a:srgbClr val="0000C8"/>
                </a:solidFill>
                <a:latin typeface="IRANSans(FaNum)" panose="02040503050201020203" pitchFamily="18" charset="-78"/>
                <a:cs typeface="IRANSans(FaNum)" panose="02040503050201020203" pitchFamily="18" charset="-78"/>
              </a:rPr>
              <a:t>فناوری‌های جدید</a:t>
            </a:r>
            <a:endParaRPr lang="en-US" sz="1600" b="1" dirty="0">
              <a:solidFill>
                <a:srgbClr val="0000C8"/>
              </a:solidFill>
              <a:latin typeface="IRANSans(FaNum)" panose="02040503050201020203" pitchFamily="18" charset="-78"/>
              <a:cs typeface="IRANSans(FaNum)" panose="02040503050201020203" pitchFamily="18" charset="-78"/>
            </a:endParaRPr>
          </a:p>
        </p:txBody>
      </p:sp>
      <p:sp>
        <p:nvSpPr>
          <p:cNvPr id="22" name="Oval 21">
            <a:extLst>
              <a:ext uri="{FF2B5EF4-FFF2-40B4-BE49-F238E27FC236}">
                <a16:creationId xmlns:a16="http://schemas.microsoft.com/office/drawing/2014/main" id="{DEEB8361-CB04-39C7-722A-D65D7B9370BE}"/>
              </a:ext>
            </a:extLst>
          </p:cNvPr>
          <p:cNvSpPr/>
          <p:nvPr/>
        </p:nvSpPr>
        <p:spPr>
          <a:xfrm>
            <a:off x="590618" y="5290224"/>
            <a:ext cx="1152000" cy="792000"/>
          </a:xfrm>
          <a:prstGeom prst="ellipse">
            <a:avLst/>
          </a:prstGeom>
          <a:solidFill>
            <a:schemeClr val="accent2">
              <a:lumMod val="40000"/>
              <a:lumOff val="60000"/>
            </a:schemeClr>
          </a:solidFill>
          <a:ln w="25400">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algn="ctr"/>
            <a:r>
              <a:rPr lang="fa-IR" sz="1600" b="1" dirty="0">
                <a:solidFill>
                  <a:srgbClr val="C00000"/>
                </a:solidFill>
                <a:latin typeface="IRANSans(FaNum)" panose="02040503050201020203" pitchFamily="18" charset="-78"/>
                <a:cs typeface="IRANSans(FaNum)" panose="02040503050201020203" pitchFamily="18" charset="-78"/>
              </a:rPr>
              <a:t>تصمیمات مدیریتی</a:t>
            </a:r>
            <a:endParaRPr lang="en-US" sz="1600" b="1" dirty="0">
              <a:solidFill>
                <a:srgbClr val="C00000"/>
              </a:solidFill>
              <a:latin typeface="IRANSans(FaNum)" panose="02040503050201020203" pitchFamily="18" charset="-78"/>
              <a:cs typeface="IRANSans(FaNum)" panose="02040503050201020203" pitchFamily="18" charset="-78"/>
            </a:endParaRPr>
          </a:p>
        </p:txBody>
      </p:sp>
      <p:cxnSp>
        <p:nvCxnSpPr>
          <p:cNvPr id="24" name="Straight Arrow Connector 23">
            <a:extLst>
              <a:ext uri="{FF2B5EF4-FFF2-40B4-BE49-F238E27FC236}">
                <a16:creationId xmlns:a16="http://schemas.microsoft.com/office/drawing/2014/main" id="{D807F069-645F-D63C-9DB9-C8D0B84CD3BA}"/>
              </a:ext>
            </a:extLst>
          </p:cNvPr>
          <p:cNvCxnSpPr>
            <a:cxnSpLocks/>
            <a:stCxn id="22" idx="0"/>
          </p:cNvCxnSpPr>
          <p:nvPr/>
        </p:nvCxnSpPr>
        <p:spPr>
          <a:xfrm flipV="1">
            <a:off x="1166618" y="4278858"/>
            <a:ext cx="0" cy="1011366"/>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C4E07779-3B7B-AF77-1154-E5394C0AC9D9}"/>
              </a:ext>
            </a:extLst>
          </p:cNvPr>
          <p:cNvCxnSpPr>
            <a:cxnSpLocks/>
            <a:stCxn id="20" idx="0"/>
          </p:cNvCxnSpPr>
          <p:nvPr/>
        </p:nvCxnSpPr>
        <p:spPr>
          <a:xfrm flipV="1">
            <a:off x="2564463" y="4272140"/>
            <a:ext cx="0" cy="994381"/>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D031477B-7229-2C2A-197B-4CE5D2B6DF3B}"/>
              </a:ext>
            </a:extLst>
          </p:cNvPr>
          <p:cNvCxnSpPr>
            <a:stCxn id="13" idx="1"/>
            <a:endCxn id="12" idx="3"/>
          </p:cNvCxnSpPr>
          <p:nvPr/>
        </p:nvCxnSpPr>
        <p:spPr>
          <a:xfrm flipH="1">
            <a:off x="3156801" y="3800801"/>
            <a:ext cx="1886190" cy="15069"/>
          </a:xfrm>
          <a:prstGeom prst="straightConnector1">
            <a:avLst/>
          </a:prstGeom>
          <a:ln w="31750">
            <a:solidFill>
              <a:srgbClr val="0000C8"/>
            </a:solidFill>
            <a:tailEnd type="triangle" w="lg" len="med"/>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3F8FCBCA-A0F1-57DB-4A7E-E87A94AE5F4B}"/>
              </a:ext>
            </a:extLst>
          </p:cNvPr>
          <p:cNvSpPr txBox="1"/>
          <p:nvPr/>
        </p:nvSpPr>
        <p:spPr>
          <a:xfrm>
            <a:off x="4315326" y="2703073"/>
            <a:ext cx="3118379" cy="307777"/>
          </a:xfrm>
          <a:prstGeom prst="rect">
            <a:avLst/>
          </a:prstGeom>
          <a:noFill/>
        </p:spPr>
        <p:txBody>
          <a:bodyPr wrap="square" rtlCol="0">
            <a:spAutoFit/>
          </a:bodyPr>
          <a:lstStyle/>
          <a:p>
            <a:pPr algn="ctr" rtl="1"/>
            <a:r>
              <a:rPr lang="fa-IR" sz="1400" b="1" dirty="0">
                <a:solidFill>
                  <a:srgbClr val="0000C8"/>
                </a:solidFill>
                <a:latin typeface="IRANSans(FaNum)" panose="02040503050201020203" pitchFamily="18" charset="-78"/>
                <a:cs typeface="IRANSans(FaNum)" panose="02040503050201020203" pitchFamily="18" charset="-78"/>
              </a:rPr>
              <a:t>نصب و راه‌اندازی سرویس و تجهیزات</a:t>
            </a:r>
            <a:endParaRPr lang="en-US" sz="1400" b="1" dirty="0">
              <a:solidFill>
                <a:srgbClr val="0000C8"/>
              </a:solidFill>
              <a:latin typeface="IRANSans(FaNum)" panose="02040503050201020203" pitchFamily="18" charset="-78"/>
              <a:cs typeface="IRANSans(FaNum)" panose="02040503050201020203" pitchFamily="18" charset="-78"/>
            </a:endParaRPr>
          </a:p>
        </p:txBody>
      </p:sp>
      <p:sp>
        <p:nvSpPr>
          <p:cNvPr id="14" name="TextBox 13">
            <a:extLst>
              <a:ext uri="{FF2B5EF4-FFF2-40B4-BE49-F238E27FC236}">
                <a16:creationId xmlns:a16="http://schemas.microsoft.com/office/drawing/2014/main" id="{D03388A1-0916-2767-A09E-9A10EBB15978}"/>
              </a:ext>
            </a:extLst>
          </p:cNvPr>
          <p:cNvSpPr txBox="1"/>
          <p:nvPr/>
        </p:nvSpPr>
        <p:spPr>
          <a:xfrm>
            <a:off x="8645086" y="3306858"/>
            <a:ext cx="3268793" cy="936000"/>
          </a:xfrm>
          <a:prstGeom prst="rect">
            <a:avLst/>
          </a:prstGeom>
          <a:solidFill>
            <a:schemeClr val="accent6">
              <a:lumMod val="40000"/>
              <a:lumOff val="60000"/>
            </a:schemeClr>
          </a:solidFill>
          <a:ln w="31750">
            <a:solidFill>
              <a:schemeClr val="accent6">
                <a:lumMod val="50000"/>
              </a:schemeClr>
            </a:solidFill>
          </a:ln>
        </p:spPr>
        <p:txBody>
          <a:bodyPr wrap="square" lIns="72000" tIns="72000" rIns="72000" bIns="108000" rtlCol="0">
            <a:spAutoFit/>
          </a:bodyPr>
          <a:lstStyle/>
          <a:p>
            <a:pPr algn="r" rtl="1">
              <a:spcAft>
                <a:spcPts val="600"/>
              </a:spcAft>
            </a:pPr>
            <a:r>
              <a:rPr lang="fa-IR" sz="1600" b="1" dirty="0">
                <a:solidFill>
                  <a:schemeClr val="accent6">
                    <a:lumMod val="50000"/>
                  </a:schemeClr>
                </a:solidFill>
                <a:latin typeface="IRANSans(FaNum)" panose="02040503050201020203" pitchFamily="18" charset="-78"/>
                <a:cs typeface="IRANSans(FaNum)" panose="02040503050201020203" pitchFamily="18" charset="-78"/>
              </a:rPr>
              <a:t>بخش نگهداری و پشتیبانی</a:t>
            </a:r>
          </a:p>
          <a:p>
            <a:pPr marL="360000" indent="-180000" algn="r" rtl="1">
              <a:spcAft>
                <a:spcPts val="600"/>
              </a:spcAft>
              <a:buFont typeface="IRANSans(FaNum)" panose="02040503050201020203" pitchFamily="18" charset="-78"/>
              <a:buChar char="−"/>
            </a:pPr>
            <a:r>
              <a:rPr lang="fa-IR" sz="1400" b="1" dirty="0">
                <a:solidFill>
                  <a:schemeClr val="accent6">
                    <a:lumMod val="50000"/>
                  </a:schemeClr>
                </a:solidFill>
                <a:latin typeface="IRANSans(FaNum)" panose="02040503050201020203" pitchFamily="18" charset="-78"/>
                <a:cs typeface="IRANSans(FaNum)" panose="02040503050201020203" pitchFamily="18" charset="-78"/>
              </a:rPr>
              <a:t>‌نگهداری سرویس‌ها و تجهیزات</a:t>
            </a:r>
          </a:p>
          <a:p>
            <a:pPr marL="360000" indent="-180000" algn="r" rtl="1">
              <a:buFont typeface="IRANSans(FaNum)" panose="02040503050201020203" pitchFamily="18" charset="-78"/>
              <a:buChar char="−"/>
            </a:pPr>
            <a:r>
              <a:rPr lang="fa-IR" sz="1400" b="1" dirty="0">
                <a:solidFill>
                  <a:schemeClr val="accent6">
                    <a:lumMod val="50000"/>
                  </a:schemeClr>
                </a:solidFill>
                <a:latin typeface="IRANSans(FaNum)" panose="02040503050201020203" pitchFamily="18" charset="-78"/>
                <a:cs typeface="IRANSans(FaNum)" panose="02040503050201020203" pitchFamily="18" charset="-78"/>
              </a:rPr>
              <a:t>نصب و راه‌اندازی سرویس‌ها و تجهیزات</a:t>
            </a:r>
            <a:endParaRPr lang="en-US" sz="1400" b="1" dirty="0">
              <a:solidFill>
                <a:schemeClr val="accent6">
                  <a:lumMod val="50000"/>
                </a:schemeClr>
              </a:solidFill>
              <a:latin typeface="IRANSans(FaNum)" panose="02040503050201020203" pitchFamily="18" charset="-78"/>
              <a:cs typeface="IRANSans(FaNum)" panose="02040503050201020203" pitchFamily="18" charset="-78"/>
            </a:endParaRPr>
          </a:p>
        </p:txBody>
      </p:sp>
    </p:spTree>
    <p:extLst>
      <p:ext uri="{BB962C8B-B14F-4D97-AF65-F5344CB8AC3E}">
        <p14:creationId xmlns:p14="http://schemas.microsoft.com/office/powerpoint/2010/main" val="2806493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1000"/>
                                        <p:tgtEl>
                                          <p:spTgt spid="11"/>
                                        </p:tgtEl>
                                      </p:cBhvr>
                                    </p:animEffect>
                                    <p:anim calcmode="lin" valueType="num">
                                      <p:cBhvr>
                                        <p:cTn id="20" dur="1000" fill="hold"/>
                                        <p:tgtEl>
                                          <p:spTgt spid="11"/>
                                        </p:tgtEl>
                                        <p:attrNameLst>
                                          <p:attrName>ppt_x</p:attrName>
                                        </p:attrNameLst>
                                      </p:cBhvr>
                                      <p:tavLst>
                                        <p:tav tm="0">
                                          <p:val>
                                            <p:strVal val="#ppt_x"/>
                                          </p:val>
                                        </p:tav>
                                        <p:tav tm="100000">
                                          <p:val>
                                            <p:strVal val="#ppt_x"/>
                                          </p:val>
                                        </p:tav>
                                      </p:tavLst>
                                    </p:anim>
                                    <p:anim calcmode="lin" valueType="num">
                                      <p:cBhvr>
                                        <p:cTn id="2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7"/>
                                        </p:tgtEl>
                                        <p:attrNameLst>
                                          <p:attrName>style.visibility</p:attrName>
                                        </p:attrNameLst>
                                      </p:cBhvr>
                                      <p:to>
                                        <p:strVal val="visible"/>
                                      </p:to>
                                    </p:set>
                                    <p:anim calcmode="lin" valueType="num">
                                      <p:cBhvr>
                                        <p:cTn id="26" dur="500" fill="hold"/>
                                        <p:tgtEl>
                                          <p:spTgt spid="17"/>
                                        </p:tgtEl>
                                        <p:attrNameLst>
                                          <p:attrName>ppt_w</p:attrName>
                                        </p:attrNameLst>
                                      </p:cBhvr>
                                      <p:tavLst>
                                        <p:tav tm="0">
                                          <p:val>
                                            <p:fltVal val="0"/>
                                          </p:val>
                                        </p:tav>
                                        <p:tav tm="100000">
                                          <p:val>
                                            <p:strVal val="#ppt_w"/>
                                          </p:val>
                                        </p:tav>
                                      </p:tavLst>
                                    </p:anim>
                                    <p:anim calcmode="lin" valueType="num">
                                      <p:cBhvr>
                                        <p:cTn id="27" dur="500" fill="hold"/>
                                        <p:tgtEl>
                                          <p:spTgt spid="17"/>
                                        </p:tgtEl>
                                        <p:attrNameLst>
                                          <p:attrName>ppt_h</p:attrName>
                                        </p:attrNameLst>
                                      </p:cBhvr>
                                      <p:tavLst>
                                        <p:tav tm="0">
                                          <p:val>
                                            <p:fltVal val="0"/>
                                          </p:val>
                                        </p:tav>
                                        <p:tav tm="100000">
                                          <p:val>
                                            <p:strVal val="#ppt_h"/>
                                          </p:val>
                                        </p:tav>
                                      </p:tavLst>
                                    </p:anim>
                                    <p:animEffect transition="in" filter="fade">
                                      <p:cBhvr>
                                        <p:cTn id="28" dur="500"/>
                                        <p:tgtEl>
                                          <p:spTgt spid="17"/>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p:cTn id="31" dur="500" fill="hold"/>
                                        <p:tgtEl>
                                          <p:spTgt spid="19"/>
                                        </p:tgtEl>
                                        <p:attrNameLst>
                                          <p:attrName>ppt_w</p:attrName>
                                        </p:attrNameLst>
                                      </p:cBhvr>
                                      <p:tavLst>
                                        <p:tav tm="0">
                                          <p:val>
                                            <p:fltVal val="0"/>
                                          </p:val>
                                        </p:tav>
                                        <p:tav tm="100000">
                                          <p:val>
                                            <p:strVal val="#ppt_w"/>
                                          </p:val>
                                        </p:tav>
                                      </p:tavLst>
                                    </p:anim>
                                    <p:anim calcmode="lin" valueType="num">
                                      <p:cBhvr>
                                        <p:cTn id="32" dur="500" fill="hold"/>
                                        <p:tgtEl>
                                          <p:spTgt spid="19"/>
                                        </p:tgtEl>
                                        <p:attrNameLst>
                                          <p:attrName>ppt_h</p:attrName>
                                        </p:attrNameLst>
                                      </p:cBhvr>
                                      <p:tavLst>
                                        <p:tav tm="0">
                                          <p:val>
                                            <p:fltVal val="0"/>
                                          </p:val>
                                        </p:tav>
                                        <p:tav tm="100000">
                                          <p:val>
                                            <p:strVal val="#ppt_h"/>
                                          </p:val>
                                        </p:tav>
                                      </p:tavLst>
                                    </p:anim>
                                    <p:animEffect transition="in" filter="fade">
                                      <p:cBhvr>
                                        <p:cTn id="33" dur="500"/>
                                        <p:tgtEl>
                                          <p:spTgt spid="19"/>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8"/>
                                        </p:tgtEl>
                                        <p:attrNameLst>
                                          <p:attrName>style.visibility</p:attrName>
                                        </p:attrNameLst>
                                      </p:cBhvr>
                                      <p:to>
                                        <p:strVal val="visible"/>
                                      </p:to>
                                    </p:set>
                                    <p:anim calcmode="lin" valueType="num">
                                      <p:cBhvr>
                                        <p:cTn id="36" dur="500" fill="hold"/>
                                        <p:tgtEl>
                                          <p:spTgt spid="18"/>
                                        </p:tgtEl>
                                        <p:attrNameLst>
                                          <p:attrName>ppt_w</p:attrName>
                                        </p:attrNameLst>
                                      </p:cBhvr>
                                      <p:tavLst>
                                        <p:tav tm="0">
                                          <p:val>
                                            <p:fltVal val="0"/>
                                          </p:val>
                                        </p:tav>
                                        <p:tav tm="100000">
                                          <p:val>
                                            <p:strVal val="#ppt_w"/>
                                          </p:val>
                                        </p:tav>
                                      </p:tavLst>
                                    </p:anim>
                                    <p:anim calcmode="lin" valueType="num">
                                      <p:cBhvr>
                                        <p:cTn id="37" dur="500" fill="hold"/>
                                        <p:tgtEl>
                                          <p:spTgt spid="18"/>
                                        </p:tgtEl>
                                        <p:attrNameLst>
                                          <p:attrName>ppt_h</p:attrName>
                                        </p:attrNameLst>
                                      </p:cBhvr>
                                      <p:tavLst>
                                        <p:tav tm="0">
                                          <p:val>
                                            <p:fltVal val="0"/>
                                          </p:val>
                                        </p:tav>
                                        <p:tav tm="100000">
                                          <p:val>
                                            <p:strVal val="#ppt_h"/>
                                          </p:val>
                                        </p:tav>
                                      </p:tavLst>
                                    </p:anim>
                                    <p:animEffect transition="in" filter="fade">
                                      <p:cBhvr>
                                        <p:cTn id="38" dur="500"/>
                                        <p:tgtEl>
                                          <p:spTgt spid="18"/>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nodeType="clickEffect">
                                  <p:stCondLst>
                                    <p:cond delay="0"/>
                                  </p:stCondLst>
                                  <p:childTnLst>
                                    <p:set>
                                      <p:cBhvr>
                                        <p:cTn id="42" dur="1" fill="hold">
                                          <p:stCondLst>
                                            <p:cond delay="0"/>
                                          </p:stCondLst>
                                        </p:cTn>
                                        <p:tgtEl>
                                          <p:spTgt spid="43"/>
                                        </p:tgtEl>
                                        <p:attrNameLst>
                                          <p:attrName>style.visibility</p:attrName>
                                        </p:attrNameLst>
                                      </p:cBhvr>
                                      <p:to>
                                        <p:strVal val="visible"/>
                                      </p:to>
                                    </p:set>
                                    <p:animEffect transition="in" filter="wipe(down)">
                                      <p:cBhvr>
                                        <p:cTn id="43" dur="500"/>
                                        <p:tgtEl>
                                          <p:spTgt spid="43"/>
                                        </p:tgtEl>
                                      </p:cBhvr>
                                    </p:animEffect>
                                  </p:childTnLst>
                                </p:cTn>
                              </p:par>
                              <p:par>
                                <p:cTn id="44" presetID="22" presetClass="entr" presetSubtype="4" fill="hold" nodeType="withEffect">
                                  <p:stCondLst>
                                    <p:cond delay="0"/>
                                  </p:stCondLst>
                                  <p:childTnLst>
                                    <p:set>
                                      <p:cBhvr>
                                        <p:cTn id="45" dur="1" fill="hold">
                                          <p:stCondLst>
                                            <p:cond delay="0"/>
                                          </p:stCondLst>
                                        </p:cTn>
                                        <p:tgtEl>
                                          <p:spTgt spid="40"/>
                                        </p:tgtEl>
                                        <p:attrNameLst>
                                          <p:attrName>style.visibility</p:attrName>
                                        </p:attrNameLst>
                                      </p:cBhvr>
                                      <p:to>
                                        <p:strVal val="visible"/>
                                      </p:to>
                                    </p:set>
                                    <p:animEffect transition="in" filter="wipe(down)">
                                      <p:cBhvr>
                                        <p:cTn id="46" dur="500"/>
                                        <p:tgtEl>
                                          <p:spTgt spid="40"/>
                                        </p:tgtEl>
                                      </p:cBhvr>
                                    </p:animEffect>
                                  </p:childTnLst>
                                </p:cTn>
                              </p:par>
                            </p:childTnLst>
                          </p:cTn>
                        </p:par>
                        <p:par>
                          <p:cTn id="47" fill="hold">
                            <p:stCondLst>
                              <p:cond delay="500"/>
                            </p:stCondLst>
                            <p:childTnLst>
                              <p:par>
                                <p:cTn id="48" presetID="53" presetClass="entr" presetSubtype="16" fill="hold" grpId="0" nodeType="after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p:cTn id="50" dur="500" fill="hold"/>
                                        <p:tgtEl>
                                          <p:spTgt spid="13"/>
                                        </p:tgtEl>
                                        <p:attrNameLst>
                                          <p:attrName>ppt_w</p:attrName>
                                        </p:attrNameLst>
                                      </p:cBhvr>
                                      <p:tavLst>
                                        <p:tav tm="0">
                                          <p:val>
                                            <p:fltVal val="0"/>
                                          </p:val>
                                        </p:tav>
                                        <p:tav tm="100000">
                                          <p:val>
                                            <p:strVal val="#ppt_w"/>
                                          </p:val>
                                        </p:tav>
                                      </p:tavLst>
                                    </p:anim>
                                    <p:anim calcmode="lin" valueType="num">
                                      <p:cBhvr>
                                        <p:cTn id="51" dur="500" fill="hold"/>
                                        <p:tgtEl>
                                          <p:spTgt spid="13"/>
                                        </p:tgtEl>
                                        <p:attrNameLst>
                                          <p:attrName>ppt_h</p:attrName>
                                        </p:attrNameLst>
                                      </p:cBhvr>
                                      <p:tavLst>
                                        <p:tav tm="0">
                                          <p:val>
                                            <p:fltVal val="0"/>
                                          </p:val>
                                        </p:tav>
                                        <p:tav tm="100000">
                                          <p:val>
                                            <p:strVal val="#ppt_h"/>
                                          </p:val>
                                        </p:tav>
                                      </p:tavLst>
                                    </p:anim>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0"/>
                                        </p:tgtEl>
                                        <p:attrNameLst>
                                          <p:attrName>style.visibility</p:attrName>
                                        </p:attrNameLst>
                                      </p:cBhvr>
                                      <p:to>
                                        <p:strVal val="visible"/>
                                      </p:to>
                                    </p:set>
                                    <p:animEffect transition="in" filter="wipe(left)">
                                      <p:cBhvr>
                                        <p:cTn id="57" dur="500"/>
                                        <p:tgtEl>
                                          <p:spTgt spid="30"/>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55"/>
                                        </p:tgtEl>
                                        <p:attrNameLst>
                                          <p:attrName>style.visibility</p:attrName>
                                        </p:attrNameLst>
                                      </p:cBhvr>
                                      <p:to>
                                        <p:strVal val="visible"/>
                                      </p:to>
                                    </p:set>
                                    <p:animEffect transition="in" filter="wipe(left)">
                                      <p:cBhvr>
                                        <p:cTn id="60" dur="500"/>
                                        <p:tgtEl>
                                          <p:spTgt spid="55"/>
                                        </p:tgtEl>
                                      </p:cBhvr>
                                    </p:animEffect>
                                  </p:childTnLst>
                                </p:cTn>
                              </p:par>
                            </p:childTnLst>
                          </p:cTn>
                        </p:par>
                        <p:par>
                          <p:cTn id="61" fill="hold">
                            <p:stCondLst>
                              <p:cond delay="500"/>
                            </p:stCondLst>
                            <p:childTnLst>
                              <p:par>
                                <p:cTn id="62" presetID="53" presetClass="entr" presetSubtype="16" fill="hold" grpId="0" nodeType="after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500" fill="hold"/>
                                        <p:tgtEl>
                                          <p:spTgt spid="14"/>
                                        </p:tgtEl>
                                        <p:attrNameLst>
                                          <p:attrName>ppt_w</p:attrName>
                                        </p:attrNameLst>
                                      </p:cBhvr>
                                      <p:tavLst>
                                        <p:tav tm="0">
                                          <p:val>
                                            <p:fltVal val="0"/>
                                          </p:val>
                                        </p:tav>
                                        <p:tav tm="100000">
                                          <p:val>
                                            <p:strVal val="#ppt_w"/>
                                          </p:val>
                                        </p:tav>
                                      </p:tavLst>
                                    </p:anim>
                                    <p:anim calcmode="lin" valueType="num">
                                      <p:cBhvr>
                                        <p:cTn id="65" dur="500" fill="hold"/>
                                        <p:tgtEl>
                                          <p:spTgt spid="14"/>
                                        </p:tgtEl>
                                        <p:attrNameLst>
                                          <p:attrName>ppt_h</p:attrName>
                                        </p:attrNameLst>
                                      </p:cBhvr>
                                      <p:tavLst>
                                        <p:tav tm="0">
                                          <p:val>
                                            <p:fltVal val="0"/>
                                          </p:val>
                                        </p:tav>
                                        <p:tav tm="100000">
                                          <p:val>
                                            <p:strVal val="#ppt_h"/>
                                          </p:val>
                                        </p:tav>
                                      </p:tavLst>
                                    </p:anim>
                                    <p:animEffect transition="in" filter="fade">
                                      <p:cBhvr>
                                        <p:cTn id="66" dur="500"/>
                                        <p:tgtEl>
                                          <p:spTgt spid="14"/>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2" fill="hold" nodeType="click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wipe(right)">
                                      <p:cBhvr>
                                        <p:cTn id="71" dur="500"/>
                                        <p:tgtEl>
                                          <p:spTgt spid="28"/>
                                        </p:tgtEl>
                                      </p:cBhvr>
                                    </p:animEffect>
                                  </p:childTnLst>
                                </p:cTn>
                              </p:par>
                              <p:par>
                                <p:cTn id="72" presetID="22" presetClass="entr" presetSubtype="2" fill="hold" grpId="0" nodeType="withEffect">
                                  <p:stCondLst>
                                    <p:cond delay="0"/>
                                  </p:stCondLst>
                                  <p:childTnLst>
                                    <p:set>
                                      <p:cBhvr>
                                        <p:cTn id="73" dur="1" fill="hold">
                                          <p:stCondLst>
                                            <p:cond delay="0"/>
                                          </p:stCondLst>
                                        </p:cTn>
                                        <p:tgtEl>
                                          <p:spTgt spid="53"/>
                                        </p:tgtEl>
                                        <p:attrNameLst>
                                          <p:attrName>style.visibility</p:attrName>
                                        </p:attrNameLst>
                                      </p:cBhvr>
                                      <p:to>
                                        <p:strVal val="visible"/>
                                      </p:to>
                                    </p:set>
                                    <p:animEffect transition="in" filter="wipe(right)">
                                      <p:cBhvr>
                                        <p:cTn id="74" dur="500"/>
                                        <p:tgtEl>
                                          <p:spTgt spid="53"/>
                                        </p:tgtEl>
                                      </p:cBhvr>
                                    </p:animEffect>
                                  </p:childTnLst>
                                </p:cTn>
                              </p:par>
                            </p:childTnLst>
                          </p:cTn>
                        </p:par>
                        <p:par>
                          <p:cTn id="75" fill="hold">
                            <p:stCondLst>
                              <p:cond delay="500"/>
                            </p:stCondLst>
                            <p:childTnLst>
                              <p:par>
                                <p:cTn id="76" presetID="53" presetClass="entr" presetSubtype="16" fill="hold" grpId="0" nodeType="afterEffect">
                                  <p:stCondLst>
                                    <p:cond delay="0"/>
                                  </p:stCondLst>
                                  <p:childTnLst>
                                    <p:set>
                                      <p:cBhvr>
                                        <p:cTn id="77" dur="1" fill="hold">
                                          <p:stCondLst>
                                            <p:cond delay="0"/>
                                          </p:stCondLst>
                                        </p:cTn>
                                        <p:tgtEl>
                                          <p:spTgt spid="12"/>
                                        </p:tgtEl>
                                        <p:attrNameLst>
                                          <p:attrName>style.visibility</p:attrName>
                                        </p:attrNameLst>
                                      </p:cBhvr>
                                      <p:to>
                                        <p:strVal val="visible"/>
                                      </p:to>
                                    </p:set>
                                    <p:anim calcmode="lin" valueType="num">
                                      <p:cBhvr>
                                        <p:cTn id="78" dur="500" fill="hold"/>
                                        <p:tgtEl>
                                          <p:spTgt spid="12"/>
                                        </p:tgtEl>
                                        <p:attrNameLst>
                                          <p:attrName>ppt_w</p:attrName>
                                        </p:attrNameLst>
                                      </p:cBhvr>
                                      <p:tavLst>
                                        <p:tav tm="0">
                                          <p:val>
                                            <p:fltVal val="0"/>
                                          </p:val>
                                        </p:tav>
                                        <p:tav tm="100000">
                                          <p:val>
                                            <p:strVal val="#ppt_w"/>
                                          </p:val>
                                        </p:tav>
                                      </p:tavLst>
                                    </p:anim>
                                    <p:anim calcmode="lin" valueType="num">
                                      <p:cBhvr>
                                        <p:cTn id="79" dur="500" fill="hold"/>
                                        <p:tgtEl>
                                          <p:spTgt spid="12"/>
                                        </p:tgtEl>
                                        <p:attrNameLst>
                                          <p:attrName>ppt_h</p:attrName>
                                        </p:attrNameLst>
                                      </p:cBhvr>
                                      <p:tavLst>
                                        <p:tav tm="0">
                                          <p:val>
                                            <p:fltVal val="0"/>
                                          </p:val>
                                        </p:tav>
                                        <p:tav tm="100000">
                                          <p:val>
                                            <p:strVal val="#ppt_h"/>
                                          </p:val>
                                        </p:tav>
                                      </p:tavLst>
                                    </p:anim>
                                    <p:animEffect transition="in" filter="fade">
                                      <p:cBhvr>
                                        <p:cTn id="80" dur="500"/>
                                        <p:tgtEl>
                                          <p:spTgt spid="12"/>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2" fill="hold" nodeType="clickEffect">
                                  <p:stCondLst>
                                    <p:cond delay="0"/>
                                  </p:stCondLst>
                                  <p:childTnLst>
                                    <p:set>
                                      <p:cBhvr>
                                        <p:cTn id="84" dur="1" fill="hold">
                                          <p:stCondLst>
                                            <p:cond delay="0"/>
                                          </p:stCondLst>
                                        </p:cTn>
                                        <p:tgtEl>
                                          <p:spTgt spid="56"/>
                                        </p:tgtEl>
                                        <p:attrNameLst>
                                          <p:attrName>style.visibility</p:attrName>
                                        </p:attrNameLst>
                                      </p:cBhvr>
                                      <p:to>
                                        <p:strVal val="visible"/>
                                      </p:to>
                                    </p:set>
                                    <p:animEffect transition="in" filter="wipe(right)">
                                      <p:cBhvr>
                                        <p:cTn id="85" dur="500"/>
                                        <p:tgtEl>
                                          <p:spTgt spid="56"/>
                                        </p:tgtEl>
                                      </p:cBhvr>
                                    </p:animEffect>
                                  </p:childTnLst>
                                </p:cTn>
                              </p:par>
                              <p:par>
                                <p:cTn id="86" presetID="22" presetClass="entr" presetSubtype="2" fill="hold" grpId="0" nodeType="withEffect">
                                  <p:stCondLst>
                                    <p:cond delay="0"/>
                                  </p:stCondLst>
                                  <p:childTnLst>
                                    <p:set>
                                      <p:cBhvr>
                                        <p:cTn id="87" dur="1" fill="hold">
                                          <p:stCondLst>
                                            <p:cond delay="0"/>
                                          </p:stCondLst>
                                        </p:cTn>
                                        <p:tgtEl>
                                          <p:spTgt spid="58"/>
                                        </p:tgtEl>
                                        <p:attrNameLst>
                                          <p:attrName>style.visibility</p:attrName>
                                        </p:attrNameLst>
                                      </p:cBhvr>
                                      <p:to>
                                        <p:strVal val="visible"/>
                                      </p:to>
                                    </p:set>
                                    <p:animEffect transition="in" filter="wipe(right)">
                                      <p:cBhvr>
                                        <p:cTn id="88" dur="500"/>
                                        <p:tgtEl>
                                          <p:spTgt spid="58"/>
                                        </p:tgtEl>
                                      </p:cBhvr>
                                    </p:animEffect>
                                  </p:childTnLst>
                                </p:cTn>
                              </p:par>
                              <p:par>
                                <p:cTn id="89" presetID="22" presetClass="entr" presetSubtype="2" fill="hold" grpId="0" nodeType="withEffect">
                                  <p:stCondLst>
                                    <p:cond delay="0"/>
                                  </p:stCondLst>
                                  <p:childTnLst>
                                    <p:set>
                                      <p:cBhvr>
                                        <p:cTn id="90" dur="1" fill="hold">
                                          <p:stCondLst>
                                            <p:cond delay="0"/>
                                          </p:stCondLst>
                                        </p:cTn>
                                        <p:tgtEl>
                                          <p:spTgt spid="57"/>
                                        </p:tgtEl>
                                        <p:attrNameLst>
                                          <p:attrName>style.visibility</p:attrName>
                                        </p:attrNameLst>
                                      </p:cBhvr>
                                      <p:to>
                                        <p:strVal val="visible"/>
                                      </p:to>
                                    </p:set>
                                    <p:animEffect transition="in" filter="wipe(right)">
                                      <p:cBhvr>
                                        <p:cTn id="91" dur="500"/>
                                        <p:tgtEl>
                                          <p:spTgt spid="57"/>
                                        </p:tgtEl>
                                      </p:cBhvr>
                                    </p:animEffect>
                                  </p:childTnLst>
                                </p:cTn>
                              </p:par>
                              <p:par>
                                <p:cTn id="92" presetID="22" presetClass="entr" presetSubtype="2" fill="hold" nodeType="withEffect">
                                  <p:stCondLst>
                                    <p:cond delay="0"/>
                                  </p:stCondLst>
                                  <p:childTnLst>
                                    <p:set>
                                      <p:cBhvr>
                                        <p:cTn id="93" dur="1" fill="hold">
                                          <p:stCondLst>
                                            <p:cond delay="0"/>
                                          </p:stCondLst>
                                        </p:cTn>
                                        <p:tgtEl>
                                          <p:spTgt spid="448"/>
                                        </p:tgtEl>
                                        <p:attrNameLst>
                                          <p:attrName>style.visibility</p:attrName>
                                        </p:attrNameLst>
                                      </p:cBhvr>
                                      <p:to>
                                        <p:strVal val="visible"/>
                                      </p:to>
                                    </p:set>
                                    <p:animEffect transition="in" filter="wipe(right)">
                                      <p:cBhvr>
                                        <p:cTn id="94" dur="500"/>
                                        <p:tgtEl>
                                          <p:spTgt spid="448"/>
                                        </p:tgtEl>
                                      </p:cBhvr>
                                    </p:animEffect>
                                  </p:childTnLst>
                                </p:cTn>
                              </p:par>
                            </p:childTnLst>
                          </p:cTn>
                        </p:par>
                      </p:childTnLst>
                    </p:cTn>
                  </p:par>
                  <p:par>
                    <p:cTn id="95" fill="hold">
                      <p:stCondLst>
                        <p:cond delay="indefinite"/>
                      </p:stCondLst>
                      <p:childTnLst>
                        <p:par>
                          <p:cTn id="96" fill="hold">
                            <p:stCondLst>
                              <p:cond delay="0"/>
                            </p:stCondLst>
                            <p:childTnLst>
                              <p:par>
                                <p:cTn id="97" presetID="53" presetClass="entr" presetSubtype="16" fill="hold" grpId="0" nodeType="clickEffect">
                                  <p:stCondLst>
                                    <p:cond delay="0"/>
                                  </p:stCondLst>
                                  <p:childTnLst>
                                    <p:set>
                                      <p:cBhvr>
                                        <p:cTn id="98" dur="1" fill="hold">
                                          <p:stCondLst>
                                            <p:cond delay="0"/>
                                          </p:stCondLst>
                                        </p:cTn>
                                        <p:tgtEl>
                                          <p:spTgt spid="20"/>
                                        </p:tgtEl>
                                        <p:attrNameLst>
                                          <p:attrName>style.visibility</p:attrName>
                                        </p:attrNameLst>
                                      </p:cBhvr>
                                      <p:to>
                                        <p:strVal val="visible"/>
                                      </p:to>
                                    </p:set>
                                    <p:anim calcmode="lin" valueType="num">
                                      <p:cBhvr>
                                        <p:cTn id="99" dur="500" fill="hold"/>
                                        <p:tgtEl>
                                          <p:spTgt spid="20"/>
                                        </p:tgtEl>
                                        <p:attrNameLst>
                                          <p:attrName>ppt_w</p:attrName>
                                        </p:attrNameLst>
                                      </p:cBhvr>
                                      <p:tavLst>
                                        <p:tav tm="0">
                                          <p:val>
                                            <p:fltVal val="0"/>
                                          </p:val>
                                        </p:tav>
                                        <p:tav tm="100000">
                                          <p:val>
                                            <p:strVal val="#ppt_w"/>
                                          </p:val>
                                        </p:tav>
                                      </p:tavLst>
                                    </p:anim>
                                    <p:anim calcmode="lin" valueType="num">
                                      <p:cBhvr>
                                        <p:cTn id="100" dur="500" fill="hold"/>
                                        <p:tgtEl>
                                          <p:spTgt spid="20"/>
                                        </p:tgtEl>
                                        <p:attrNameLst>
                                          <p:attrName>ppt_h</p:attrName>
                                        </p:attrNameLst>
                                      </p:cBhvr>
                                      <p:tavLst>
                                        <p:tav tm="0">
                                          <p:val>
                                            <p:fltVal val="0"/>
                                          </p:val>
                                        </p:tav>
                                        <p:tav tm="100000">
                                          <p:val>
                                            <p:strVal val="#ppt_h"/>
                                          </p:val>
                                        </p:tav>
                                      </p:tavLst>
                                    </p:anim>
                                    <p:animEffect transition="in" filter="fade">
                                      <p:cBhvr>
                                        <p:cTn id="101" dur="500"/>
                                        <p:tgtEl>
                                          <p:spTgt spid="20"/>
                                        </p:tgtEl>
                                      </p:cBhvr>
                                    </p:animEffect>
                                  </p:childTnLst>
                                </p:cTn>
                              </p:par>
                              <p:par>
                                <p:cTn id="102" presetID="53" presetClass="entr" presetSubtype="16" fill="hold" grpId="0" nodeType="withEffect">
                                  <p:stCondLst>
                                    <p:cond delay="0"/>
                                  </p:stCondLst>
                                  <p:childTnLst>
                                    <p:set>
                                      <p:cBhvr>
                                        <p:cTn id="103" dur="1" fill="hold">
                                          <p:stCondLst>
                                            <p:cond delay="0"/>
                                          </p:stCondLst>
                                        </p:cTn>
                                        <p:tgtEl>
                                          <p:spTgt spid="22"/>
                                        </p:tgtEl>
                                        <p:attrNameLst>
                                          <p:attrName>style.visibility</p:attrName>
                                        </p:attrNameLst>
                                      </p:cBhvr>
                                      <p:to>
                                        <p:strVal val="visible"/>
                                      </p:to>
                                    </p:set>
                                    <p:anim calcmode="lin" valueType="num">
                                      <p:cBhvr>
                                        <p:cTn id="104" dur="500" fill="hold"/>
                                        <p:tgtEl>
                                          <p:spTgt spid="22"/>
                                        </p:tgtEl>
                                        <p:attrNameLst>
                                          <p:attrName>ppt_w</p:attrName>
                                        </p:attrNameLst>
                                      </p:cBhvr>
                                      <p:tavLst>
                                        <p:tav tm="0">
                                          <p:val>
                                            <p:fltVal val="0"/>
                                          </p:val>
                                        </p:tav>
                                        <p:tav tm="100000">
                                          <p:val>
                                            <p:strVal val="#ppt_w"/>
                                          </p:val>
                                        </p:tav>
                                      </p:tavLst>
                                    </p:anim>
                                    <p:anim calcmode="lin" valueType="num">
                                      <p:cBhvr>
                                        <p:cTn id="105" dur="500" fill="hold"/>
                                        <p:tgtEl>
                                          <p:spTgt spid="22"/>
                                        </p:tgtEl>
                                        <p:attrNameLst>
                                          <p:attrName>ppt_h</p:attrName>
                                        </p:attrNameLst>
                                      </p:cBhvr>
                                      <p:tavLst>
                                        <p:tav tm="0">
                                          <p:val>
                                            <p:fltVal val="0"/>
                                          </p:val>
                                        </p:tav>
                                        <p:tav tm="100000">
                                          <p:val>
                                            <p:strVal val="#ppt_h"/>
                                          </p:val>
                                        </p:tav>
                                      </p:tavLst>
                                    </p:anim>
                                    <p:animEffect transition="in" filter="fade">
                                      <p:cBhvr>
                                        <p:cTn id="106" dur="500"/>
                                        <p:tgtEl>
                                          <p:spTgt spid="22"/>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4" fill="hold" nodeType="clickEffect">
                                  <p:stCondLst>
                                    <p:cond delay="0"/>
                                  </p:stCondLst>
                                  <p:childTnLst>
                                    <p:set>
                                      <p:cBhvr>
                                        <p:cTn id="110" dur="1" fill="hold">
                                          <p:stCondLst>
                                            <p:cond delay="0"/>
                                          </p:stCondLst>
                                        </p:cTn>
                                        <p:tgtEl>
                                          <p:spTgt spid="26"/>
                                        </p:tgtEl>
                                        <p:attrNameLst>
                                          <p:attrName>style.visibility</p:attrName>
                                        </p:attrNameLst>
                                      </p:cBhvr>
                                      <p:to>
                                        <p:strVal val="visible"/>
                                      </p:to>
                                    </p:set>
                                    <p:animEffect transition="in" filter="wipe(down)">
                                      <p:cBhvr>
                                        <p:cTn id="111" dur="500"/>
                                        <p:tgtEl>
                                          <p:spTgt spid="26"/>
                                        </p:tgtEl>
                                      </p:cBhvr>
                                    </p:animEffect>
                                  </p:childTnLst>
                                </p:cTn>
                              </p:par>
                              <p:par>
                                <p:cTn id="112" presetID="22" presetClass="entr" presetSubtype="4" fill="hold" nodeType="withEffect">
                                  <p:stCondLst>
                                    <p:cond delay="0"/>
                                  </p:stCondLst>
                                  <p:childTnLst>
                                    <p:set>
                                      <p:cBhvr>
                                        <p:cTn id="113" dur="1" fill="hold">
                                          <p:stCondLst>
                                            <p:cond delay="0"/>
                                          </p:stCondLst>
                                        </p:cTn>
                                        <p:tgtEl>
                                          <p:spTgt spid="24"/>
                                        </p:tgtEl>
                                        <p:attrNameLst>
                                          <p:attrName>style.visibility</p:attrName>
                                        </p:attrNameLst>
                                      </p:cBhvr>
                                      <p:to>
                                        <p:strVal val="visible"/>
                                      </p:to>
                                    </p:set>
                                    <p:animEffect transition="in" filter="wipe(down)">
                                      <p:cBhvr>
                                        <p:cTn id="114" dur="500"/>
                                        <p:tgtEl>
                                          <p:spTgt spid="24"/>
                                        </p:tgtEl>
                                      </p:cBhvr>
                                    </p:animEffect>
                                  </p:childTnLst>
                                </p:cTn>
                              </p:par>
                            </p:childTnLst>
                          </p:cTn>
                        </p:par>
                        <p:par>
                          <p:cTn id="115" fill="hold">
                            <p:stCondLst>
                              <p:cond delay="500"/>
                            </p:stCondLst>
                            <p:childTnLst>
                              <p:par>
                                <p:cTn id="116" presetID="22" presetClass="entr" presetSubtype="8" fill="hold" nodeType="afterEffect">
                                  <p:stCondLst>
                                    <p:cond delay="0"/>
                                  </p:stCondLst>
                                  <p:childTnLst>
                                    <p:set>
                                      <p:cBhvr>
                                        <p:cTn id="117" dur="1" fill="hold">
                                          <p:stCondLst>
                                            <p:cond delay="0"/>
                                          </p:stCondLst>
                                        </p:cTn>
                                        <p:tgtEl>
                                          <p:spTgt spid="63"/>
                                        </p:tgtEl>
                                        <p:attrNameLst>
                                          <p:attrName>style.visibility</p:attrName>
                                        </p:attrNameLst>
                                      </p:cBhvr>
                                      <p:to>
                                        <p:strVal val="visible"/>
                                      </p:to>
                                    </p:set>
                                    <p:animEffect transition="in" filter="wipe(left)">
                                      <p:cBhvr>
                                        <p:cTn id="118"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5" grpId="0"/>
      <p:bldP spid="53" grpId="0"/>
      <p:bldP spid="9" grpId="0"/>
      <p:bldP spid="11" grpId="0"/>
      <p:bldP spid="12" grpId="0" animBg="1"/>
      <p:bldP spid="13" grpId="0" animBg="1"/>
      <p:bldP spid="18" grpId="0" animBg="1"/>
      <p:bldP spid="19" grpId="0"/>
      <p:bldP spid="20" grpId="0" animBg="1"/>
      <p:bldP spid="22" grpId="0" animBg="1"/>
      <p:bldP spid="58" grpId="0"/>
      <p:bldP spid="1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259808" y="1290004"/>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اجزاء مدیریت شبکه</a:t>
            </a:r>
          </a:p>
        </p:txBody>
      </p:sp>
      <p:grpSp>
        <p:nvGrpSpPr>
          <p:cNvPr id="33" name="Group 32">
            <a:extLst>
              <a:ext uri="{FF2B5EF4-FFF2-40B4-BE49-F238E27FC236}">
                <a16:creationId xmlns:a16="http://schemas.microsoft.com/office/drawing/2014/main" id="{0D456028-56D6-18F7-2299-9F77B77B2EE6}"/>
              </a:ext>
            </a:extLst>
          </p:cNvPr>
          <p:cNvGrpSpPr/>
          <p:nvPr/>
        </p:nvGrpSpPr>
        <p:grpSpPr>
          <a:xfrm>
            <a:off x="4129131" y="3004944"/>
            <a:ext cx="4121257" cy="3205124"/>
            <a:chOff x="4129131" y="2928744"/>
            <a:chExt cx="4121257" cy="3205124"/>
          </a:xfrm>
        </p:grpSpPr>
        <p:sp>
          <p:nvSpPr>
            <p:cNvPr id="34" name="Text Box 333">
              <a:extLst>
                <a:ext uri="{FF2B5EF4-FFF2-40B4-BE49-F238E27FC236}">
                  <a16:creationId xmlns:a16="http://schemas.microsoft.com/office/drawing/2014/main" id="{34A1BB24-FAE8-6282-2F1E-67D813729124}"/>
                </a:ext>
              </a:extLst>
            </p:cNvPr>
            <p:cNvSpPr txBox="1">
              <a:spLocks noChangeArrowheads="1"/>
            </p:cNvSpPr>
            <p:nvPr/>
          </p:nvSpPr>
          <p:spPr bwMode="auto">
            <a:xfrm>
              <a:off x="4129131" y="5856869"/>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5" name="Text Box 338">
              <a:extLst>
                <a:ext uri="{FF2B5EF4-FFF2-40B4-BE49-F238E27FC236}">
                  <a16:creationId xmlns:a16="http://schemas.microsoft.com/office/drawing/2014/main" id="{79099EDB-5F29-3AFD-53F5-FFA585C3C4F9}"/>
                </a:ext>
              </a:extLst>
            </p:cNvPr>
            <p:cNvSpPr txBox="1">
              <a:spLocks noChangeArrowheads="1"/>
            </p:cNvSpPr>
            <p:nvPr/>
          </p:nvSpPr>
          <p:spPr bwMode="auto">
            <a:xfrm>
              <a:off x="6552230" y="5713120"/>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6" name="Text Box 339">
              <a:extLst>
                <a:ext uri="{FF2B5EF4-FFF2-40B4-BE49-F238E27FC236}">
                  <a16:creationId xmlns:a16="http://schemas.microsoft.com/office/drawing/2014/main" id="{71E7FCA0-4E46-FD65-80E6-1DF68F5BCE79}"/>
                </a:ext>
              </a:extLst>
            </p:cNvPr>
            <p:cNvSpPr txBox="1">
              <a:spLocks noChangeArrowheads="1"/>
            </p:cNvSpPr>
            <p:nvPr/>
          </p:nvSpPr>
          <p:spPr bwMode="auto">
            <a:xfrm>
              <a:off x="6789732" y="2928744"/>
              <a:ext cx="1460656"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7" name="Text Box 340">
              <a:extLst>
                <a:ext uri="{FF2B5EF4-FFF2-40B4-BE49-F238E27FC236}">
                  <a16:creationId xmlns:a16="http://schemas.microsoft.com/office/drawing/2014/main" id="{0CFA6583-61A1-F28A-6BEC-0DCBDB163040}"/>
                </a:ext>
              </a:extLst>
            </p:cNvPr>
            <p:cNvSpPr txBox="1">
              <a:spLocks noChangeArrowheads="1"/>
            </p:cNvSpPr>
            <p:nvPr/>
          </p:nvSpPr>
          <p:spPr bwMode="auto">
            <a:xfrm>
              <a:off x="6705709" y="4195161"/>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8" name="Text Box 338">
              <a:extLst>
                <a:ext uri="{FF2B5EF4-FFF2-40B4-BE49-F238E27FC236}">
                  <a16:creationId xmlns:a16="http://schemas.microsoft.com/office/drawing/2014/main" id="{379945C2-88EA-99C9-CB8B-CFAB859044F4}"/>
                </a:ext>
              </a:extLst>
            </p:cNvPr>
            <p:cNvSpPr txBox="1">
              <a:spLocks noChangeArrowheads="1"/>
            </p:cNvSpPr>
            <p:nvPr/>
          </p:nvSpPr>
          <p:spPr bwMode="auto">
            <a:xfrm>
              <a:off x="4493794" y="4598326"/>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grpSp>
      <p:grpSp>
        <p:nvGrpSpPr>
          <p:cNvPr id="499" name="Group 498">
            <a:extLst>
              <a:ext uri="{FF2B5EF4-FFF2-40B4-BE49-F238E27FC236}">
                <a16:creationId xmlns:a16="http://schemas.microsoft.com/office/drawing/2014/main" id="{33B9832A-F278-0B27-DF23-A16FA4DCD21D}"/>
              </a:ext>
            </a:extLst>
          </p:cNvPr>
          <p:cNvGrpSpPr/>
          <p:nvPr/>
        </p:nvGrpSpPr>
        <p:grpSpPr>
          <a:xfrm>
            <a:off x="3623562" y="1963344"/>
            <a:ext cx="4834638" cy="4004925"/>
            <a:chOff x="3623562" y="1887144"/>
            <a:chExt cx="4834638" cy="4004925"/>
          </a:xfrm>
        </p:grpSpPr>
        <p:grpSp>
          <p:nvGrpSpPr>
            <p:cNvPr id="500" name="Group 499">
              <a:extLst>
                <a:ext uri="{FF2B5EF4-FFF2-40B4-BE49-F238E27FC236}">
                  <a16:creationId xmlns:a16="http://schemas.microsoft.com/office/drawing/2014/main" id="{DC934DEF-59B5-062A-4165-93E8999C1467}"/>
                </a:ext>
              </a:extLst>
            </p:cNvPr>
            <p:cNvGrpSpPr/>
            <p:nvPr/>
          </p:nvGrpSpPr>
          <p:grpSpPr>
            <a:xfrm>
              <a:off x="6599795" y="1887144"/>
              <a:ext cx="1615044" cy="1135055"/>
              <a:chOff x="6599795" y="1887144"/>
              <a:chExt cx="1615044" cy="1135055"/>
            </a:xfrm>
          </p:grpSpPr>
          <p:sp>
            <p:nvSpPr>
              <p:cNvPr id="530" name="Freeform 300">
                <a:extLst>
                  <a:ext uri="{FF2B5EF4-FFF2-40B4-BE49-F238E27FC236}">
                    <a16:creationId xmlns:a16="http://schemas.microsoft.com/office/drawing/2014/main" id="{3641AB30-95CF-CEC0-5079-A04CA64B9C86}"/>
                  </a:ext>
                </a:extLst>
              </p:cNvPr>
              <p:cNvSpPr/>
              <p:nvPr/>
            </p:nvSpPr>
            <p:spPr>
              <a:xfrm>
                <a:off x="6599795" y="2131549"/>
                <a:ext cx="1615044" cy="89065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044" h="890650">
                    <a:moveTo>
                      <a:pt x="0" y="641268"/>
                    </a:moveTo>
                    <a:cubicBezTo>
                      <a:pt x="320633" y="380011"/>
                      <a:pt x="308759" y="285008"/>
                      <a:pt x="285007" y="0"/>
                    </a:cubicBezTo>
                    <a:lnTo>
                      <a:pt x="1615044" y="83128"/>
                    </a:lnTo>
                    <a:cubicBezTo>
                      <a:pt x="823355" y="399803"/>
                      <a:pt x="625433" y="502723"/>
                      <a:pt x="166254" y="890650"/>
                    </a:cubicBezTo>
                    <a:lnTo>
                      <a:pt x="0" y="641268"/>
                    </a:lnTo>
                    <a:close/>
                  </a:path>
                </a:pathLst>
              </a:custGeom>
              <a:gradFill>
                <a:gsLst>
                  <a:gs pos="0">
                    <a:schemeClr val="bg1">
                      <a:alpha val="72000"/>
                    </a:schemeClr>
                  </a:gs>
                  <a:gs pos="99000">
                    <a:schemeClr val="bg1">
                      <a:lumMod val="9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Oval 306">
                <a:extLst>
                  <a:ext uri="{FF2B5EF4-FFF2-40B4-BE49-F238E27FC236}">
                    <a16:creationId xmlns:a16="http://schemas.microsoft.com/office/drawing/2014/main" id="{651D06B7-BD29-3101-B29B-9AA394C1A48A}"/>
                  </a:ext>
                </a:extLst>
              </p:cNvPr>
              <p:cNvSpPr>
                <a:spLocks noChangeArrowheads="1"/>
              </p:cNvSpPr>
              <p:nvPr/>
            </p:nvSpPr>
            <p:spPr bwMode="auto">
              <a:xfrm>
                <a:off x="6893234" y="1887144"/>
                <a:ext cx="1296000"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32" name="Text Box 302">
                <a:extLst>
                  <a:ext uri="{FF2B5EF4-FFF2-40B4-BE49-F238E27FC236}">
                    <a16:creationId xmlns:a16="http://schemas.microsoft.com/office/drawing/2014/main" id="{97453599-757C-9631-7A78-69B2212CFC26}"/>
                  </a:ext>
                </a:extLst>
              </p:cNvPr>
              <p:cNvSpPr txBox="1">
                <a:spLocks noChangeArrowheads="1"/>
              </p:cNvSpPr>
              <p:nvPr/>
            </p:nvSpPr>
            <p:spPr bwMode="auto">
              <a:xfrm>
                <a:off x="6925808" y="2038751"/>
                <a:ext cx="532518"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533" name="Group 532">
                <a:extLst>
                  <a:ext uri="{FF2B5EF4-FFF2-40B4-BE49-F238E27FC236}">
                    <a16:creationId xmlns:a16="http://schemas.microsoft.com/office/drawing/2014/main" id="{FF0F1AE7-3F65-DF70-CC9F-F2457B0F266C}"/>
                  </a:ext>
                </a:extLst>
              </p:cNvPr>
              <p:cNvGrpSpPr/>
              <p:nvPr/>
            </p:nvGrpSpPr>
            <p:grpSpPr>
              <a:xfrm>
                <a:off x="7390965" y="1973042"/>
                <a:ext cx="665567" cy="367662"/>
                <a:chOff x="7156344" y="1824671"/>
                <a:chExt cx="665567" cy="367662"/>
              </a:xfrm>
            </p:grpSpPr>
            <p:sp>
              <p:nvSpPr>
                <p:cNvPr id="534" name="Can 266">
                  <a:extLst>
                    <a:ext uri="{FF2B5EF4-FFF2-40B4-BE49-F238E27FC236}">
                      <a16:creationId xmlns:a16="http://schemas.microsoft.com/office/drawing/2014/main" id="{EA7C4402-BEB8-C9C2-26C8-7A5E6EEE98E1}"/>
                    </a:ext>
                  </a:extLst>
                </p:cNvPr>
                <p:cNvSpPr/>
                <p:nvPr/>
              </p:nvSpPr>
              <p:spPr>
                <a:xfrm>
                  <a:off x="7218254" y="1824671"/>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Text Box 305">
                  <a:extLst>
                    <a:ext uri="{FF2B5EF4-FFF2-40B4-BE49-F238E27FC236}">
                      <a16:creationId xmlns:a16="http://schemas.microsoft.com/office/drawing/2014/main" id="{B8A33A68-9752-09DA-1E3A-040869495B3C}"/>
                    </a:ext>
                  </a:extLst>
                </p:cNvPr>
                <p:cNvSpPr txBox="1">
                  <a:spLocks noChangeArrowheads="1"/>
                </p:cNvSpPr>
                <p:nvPr/>
              </p:nvSpPr>
              <p:spPr bwMode="auto">
                <a:xfrm>
                  <a:off x="7156344" y="1915334"/>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501" name="Group 500">
              <a:extLst>
                <a:ext uri="{FF2B5EF4-FFF2-40B4-BE49-F238E27FC236}">
                  <a16:creationId xmlns:a16="http://schemas.microsoft.com/office/drawing/2014/main" id="{C1AECC16-595E-53D7-9E8C-FC6049FFB459}"/>
                </a:ext>
              </a:extLst>
            </p:cNvPr>
            <p:cNvGrpSpPr/>
            <p:nvPr/>
          </p:nvGrpSpPr>
          <p:grpSpPr>
            <a:xfrm>
              <a:off x="6752194" y="4789643"/>
              <a:ext cx="1646629" cy="914399"/>
              <a:chOff x="6752194" y="4789643"/>
              <a:chExt cx="1646629" cy="914399"/>
            </a:xfrm>
          </p:grpSpPr>
          <p:sp>
            <p:nvSpPr>
              <p:cNvPr id="524" name="Freeform 311">
                <a:extLst>
                  <a:ext uri="{FF2B5EF4-FFF2-40B4-BE49-F238E27FC236}">
                    <a16:creationId xmlns:a16="http://schemas.microsoft.com/office/drawing/2014/main" id="{A88D05AB-3568-E719-D746-718B95338E41}"/>
                  </a:ext>
                </a:extLst>
              </p:cNvPr>
              <p:cNvSpPr/>
              <p:nvPr/>
            </p:nvSpPr>
            <p:spPr>
              <a:xfrm>
                <a:off x="6752194" y="5003397"/>
                <a:ext cx="1294411" cy="700645"/>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411" h="700645">
                    <a:moveTo>
                      <a:pt x="59377" y="463138"/>
                    </a:moveTo>
                    <a:cubicBezTo>
                      <a:pt x="285008" y="380011"/>
                      <a:pt x="368136" y="285008"/>
                      <a:pt x="344384" y="0"/>
                    </a:cubicBezTo>
                    <a:lnTo>
                      <a:pt x="1294411" y="296884"/>
                    </a:lnTo>
                    <a:cubicBezTo>
                      <a:pt x="407720" y="530432"/>
                      <a:pt x="601683" y="455221"/>
                      <a:pt x="0" y="700645"/>
                    </a:cubicBezTo>
                    <a:lnTo>
                      <a:pt x="59377" y="463138"/>
                    </a:lnTo>
                    <a:close/>
                  </a:path>
                </a:pathLst>
              </a:custGeom>
              <a:gradFill>
                <a:gsLst>
                  <a:gs pos="0">
                    <a:schemeClr val="bg1">
                      <a:alpha val="8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Oval 306">
                <a:extLst>
                  <a:ext uri="{FF2B5EF4-FFF2-40B4-BE49-F238E27FC236}">
                    <a16:creationId xmlns:a16="http://schemas.microsoft.com/office/drawing/2014/main" id="{8E16A81A-2DD1-B755-DC2A-291C1029E085}"/>
                  </a:ext>
                </a:extLst>
              </p:cNvPr>
              <p:cNvSpPr>
                <a:spLocks noChangeArrowheads="1"/>
              </p:cNvSpPr>
              <p:nvPr/>
            </p:nvSpPr>
            <p:spPr bwMode="auto">
              <a:xfrm>
                <a:off x="7105011" y="4789643"/>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26" name="Text Box 302">
                <a:extLst>
                  <a:ext uri="{FF2B5EF4-FFF2-40B4-BE49-F238E27FC236}">
                    <a16:creationId xmlns:a16="http://schemas.microsoft.com/office/drawing/2014/main" id="{3DB5D50A-0BCB-3664-8B8C-098A496D9D73}"/>
                  </a:ext>
                </a:extLst>
              </p:cNvPr>
              <p:cNvSpPr txBox="1">
                <a:spLocks noChangeArrowheads="1"/>
              </p:cNvSpPr>
              <p:nvPr/>
            </p:nvSpPr>
            <p:spPr bwMode="auto">
              <a:xfrm>
                <a:off x="7137585" y="4910600"/>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27" name="Group 526">
                <a:extLst>
                  <a:ext uri="{FF2B5EF4-FFF2-40B4-BE49-F238E27FC236}">
                    <a16:creationId xmlns:a16="http://schemas.microsoft.com/office/drawing/2014/main" id="{BF642614-0CE4-8193-9F1D-F55C702017AF}"/>
                  </a:ext>
                </a:extLst>
              </p:cNvPr>
              <p:cNvGrpSpPr/>
              <p:nvPr/>
            </p:nvGrpSpPr>
            <p:grpSpPr>
              <a:xfrm>
                <a:off x="7593280" y="4860793"/>
                <a:ext cx="665567" cy="360000"/>
                <a:chOff x="7146882" y="1840573"/>
                <a:chExt cx="665567" cy="360000"/>
              </a:xfrm>
            </p:grpSpPr>
            <p:sp>
              <p:nvSpPr>
                <p:cNvPr id="528" name="Can 315">
                  <a:extLst>
                    <a:ext uri="{FF2B5EF4-FFF2-40B4-BE49-F238E27FC236}">
                      <a16:creationId xmlns:a16="http://schemas.microsoft.com/office/drawing/2014/main" id="{B9F67C18-1019-2DB2-ECA1-755A68D8268B}"/>
                    </a:ext>
                  </a:extLst>
                </p:cNvPr>
                <p:cNvSpPr/>
                <p:nvPr/>
              </p:nvSpPr>
              <p:spPr>
                <a:xfrm>
                  <a:off x="7211730" y="1840573"/>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Text Box 305">
                  <a:extLst>
                    <a:ext uri="{FF2B5EF4-FFF2-40B4-BE49-F238E27FC236}">
                      <a16:creationId xmlns:a16="http://schemas.microsoft.com/office/drawing/2014/main" id="{72E6FB6C-BDAF-4A65-D835-13B3CB370D0B}"/>
                    </a:ext>
                  </a:extLst>
                </p:cNvPr>
                <p:cNvSpPr txBox="1">
                  <a:spLocks noChangeArrowheads="1"/>
                </p:cNvSpPr>
                <p:nvPr/>
              </p:nvSpPr>
              <p:spPr bwMode="auto">
                <a:xfrm>
                  <a:off x="7146882" y="1913371"/>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grpSp>
          <p:nvGrpSpPr>
            <p:cNvPr id="502" name="Group 501">
              <a:extLst>
                <a:ext uri="{FF2B5EF4-FFF2-40B4-BE49-F238E27FC236}">
                  <a16:creationId xmlns:a16="http://schemas.microsoft.com/office/drawing/2014/main" id="{B4D22F3D-EDDE-8126-F4DD-A2A04A8615B7}"/>
                </a:ext>
              </a:extLst>
            </p:cNvPr>
            <p:cNvGrpSpPr/>
            <p:nvPr/>
          </p:nvGrpSpPr>
          <p:grpSpPr>
            <a:xfrm>
              <a:off x="3623562" y="5108298"/>
              <a:ext cx="1784742" cy="783771"/>
              <a:chOff x="3623562" y="5108298"/>
              <a:chExt cx="1784742" cy="783771"/>
            </a:xfrm>
          </p:grpSpPr>
          <p:sp>
            <p:nvSpPr>
              <p:cNvPr id="518" name="Freeform 318">
                <a:extLst>
                  <a:ext uri="{FF2B5EF4-FFF2-40B4-BE49-F238E27FC236}">
                    <a16:creationId xmlns:a16="http://schemas.microsoft.com/office/drawing/2014/main" id="{67969B73-20CF-F961-A0C5-4AB033AB60EB}"/>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9" name="Oval 306">
                <a:extLst>
                  <a:ext uri="{FF2B5EF4-FFF2-40B4-BE49-F238E27FC236}">
                    <a16:creationId xmlns:a16="http://schemas.microsoft.com/office/drawing/2014/main" id="{359390B2-48DC-E46C-C30F-61CCF398980E}"/>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20" name="Text Box 302">
                <a:extLst>
                  <a:ext uri="{FF2B5EF4-FFF2-40B4-BE49-F238E27FC236}">
                    <a16:creationId xmlns:a16="http://schemas.microsoft.com/office/drawing/2014/main" id="{F6538FE6-99A6-1AB0-24FE-C4D6FA5D0E79}"/>
                  </a:ext>
                </a:extLst>
              </p:cNvPr>
              <p:cNvSpPr txBox="1">
                <a:spLocks noChangeArrowheads="1"/>
              </p:cNvSpPr>
              <p:nvPr/>
            </p:nvSpPr>
            <p:spPr bwMode="auto">
              <a:xfrm>
                <a:off x="3656136" y="5229255"/>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21" name="Group 520">
                <a:extLst>
                  <a:ext uri="{FF2B5EF4-FFF2-40B4-BE49-F238E27FC236}">
                    <a16:creationId xmlns:a16="http://schemas.microsoft.com/office/drawing/2014/main" id="{4D7B2ADE-9667-7789-5A3E-B24B441AF458}"/>
                  </a:ext>
                </a:extLst>
              </p:cNvPr>
              <p:cNvGrpSpPr/>
              <p:nvPr/>
            </p:nvGrpSpPr>
            <p:grpSpPr>
              <a:xfrm>
                <a:off x="4134486" y="5211550"/>
                <a:ext cx="665567" cy="360000"/>
                <a:chOff x="7169537" y="1872675"/>
                <a:chExt cx="665567" cy="360000"/>
              </a:xfrm>
            </p:grpSpPr>
            <p:sp>
              <p:nvSpPr>
                <p:cNvPr id="522" name="Can 322">
                  <a:extLst>
                    <a:ext uri="{FF2B5EF4-FFF2-40B4-BE49-F238E27FC236}">
                      <a16:creationId xmlns:a16="http://schemas.microsoft.com/office/drawing/2014/main" id="{E03AC7C8-DB01-83C1-9D9C-44AC68A6D63D}"/>
                    </a:ext>
                  </a:extLst>
                </p:cNvPr>
                <p:cNvSpPr/>
                <p:nvPr/>
              </p:nvSpPr>
              <p:spPr>
                <a:xfrm>
                  <a:off x="7235323" y="1872675"/>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Text Box 305">
                  <a:extLst>
                    <a:ext uri="{FF2B5EF4-FFF2-40B4-BE49-F238E27FC236}">
                      <a16:creationId xmlns:a16="http://schemas.microsoft.com/office/drawing/2014/main" id="{8BD7D7D8-D763-7882-D385-4083159CC385}"/>
                    </a:ext>
                  </a:extLst>
                </p:cNvPr>
                <p:cNvSpPr txBox="1">
                  <a:spLocks noChangeArrowheads="1"/>
                </p:cNvSpPr>
                <p:nvPr/>
              </p:nvSpPr>
              <p:spPr bwMode="auto">
                <a:xfrm>
                  <a:off x="7169537" y="1954676"/>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grpSp>
          <p:nvGrpSpPr>
            <p:cNvPr id="503" name="Group 502">
              <a:extLst>
                <a:ext uri="{FF2B5EF4-FFF2-40B4-BE49-F238E27FC236}">
                  <a16:creationId xmlns:a16="http://schemas.microsoft.com/office/drawing/2014/main" id="{2C94D1BA-3E13-B392-3BBF-B277A62D38E0}"/>
                </a:ext>
              </a:extLst>
            </p:cNvPr>
            <p:cNvGrpSpPr/>
            <p:nvPr/>
          </p:nvGrpSpPr>
          <p:grpSpPr>
            <a:xfrm>
              <a:off x="6918449" y="3352729"/>
              <a:ext cx="1539751" cy="831273"/>
              <a:chOff x="6918449" y="3352729"/>
              <a:chExt cx="1539751" cy="831273"/>
            </a:xfrm>
          </p:grpSpPr>
          <p:sp>
            <p:nvSpPr>
              <p:cNvPr id="512" name="Freeform 303">
                <a:extLst>
                  <a:ext uri="{FF2B5EF4-FFF2-40B4-BE49-F238E27FC236}">
                    <a16:creationId xmlns:a16="http://schemas.microsoft.com/office/drawing/2014/main" id="{36A50626-EF9A-5ED9-6A53-2015C0365AAF}"/>
                  </a:ext>
                </a:extLst>
              </p:cNvPr>
              <p:cNvSpPr/>
              <p:nvPr/>
            </p:nvSpPr>
            <p:spPr>
              <a:xfrm>
                <a:off x="6918449" y="3627840"/>
                <a:ext cx="1223159" cy="556162"/>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223159"/>
                  <a:gd name="connsiteY0" fmla="*/ 641268 h 890650"/>
                  <a:gd name="connsiteX1" fmla="*/ 285007 w 1223159"/>
                  <a:gd name="connsiteY1" fmla="*/ 0 h 890650"/>
                  <a:gd name="connsiteX2" fmla="*/ 1223159 w 1223159"/>
                  <a:gd name="connsiteY2" fmla="*/ 368389 h 890650"/>
                  <a:gd name="connsiteX3" fmla="*/ 166254 w 1223159"/>
                  <a:gd name="connsiteY3" fmla="*/ 890650 h 890650"/>
                  <a:gd name="connsiteX4" fmla="*/ 0 w 1223159"/>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59" h="890650">
                    <a:moveTo>
                      <a:pt x="0" y="641268"/>
                    </a:moveTo>
                    <a:cubicBezTo>
                      <a:pt x="320633" y="380011"/>
                      <a:pt x="308759" y="285008"/>
                      <a:pt x="285007" y="0"/>
                    </a:cubicBezTo>
                    <a:lnTo>
                      <a:pt x="1223159" y="368389"/>
                    </a:lnTo>
                    <a:cubicBezTo>
                      <a:pt x="431470" y="685064"/>
                      <a:pt x="625433" y="502723"/>
                      <a:pt x="166254" y="890650"/>
                    </a:cubicBezTo>
                    <a:lnTo>
                      <a:pt x="0" y="641268"/>
                    </a:lnTo>
                    <a:close/>
                  </a:path>
                </a:pathLst>
              </a:custGeom>
              <a:gradFill>
                <a:gsLst>
                  <a:gs pos="0">
                    <a:schemeClr val="bg1"/>
                  </a:gs>
                  <a:gs pos="100000">
                    <a:schemeClr val="bg1">
                      <a:lumMod val="85000"/>
                      <a:alpha val="73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Oval 306">
                <a:extLst>
                  <a:ext uri="{FF2B5EF4-FFF2-40B4-BE49-F238E27FC236}">
                    <a16:creationId xmlns:a16="http://schemas.microsoft.com/office/drawing/2014/main" id="{7C68856F-9FB4-C2CF-7B12-934899F86715}"/>
                  </a:ext>
                </a:extLst>
              </p:cNvPr>
              <p:cNvSpPr>
                <a:spLocks noChangeArrowheads="1"/>
              </p:cNvSpPr>
              <p:nvPr/>
            </p:nvSpPr>
            <p:spPr bwMode="auto">
              <a:xfrm>
                <a:off x="7164388" y="3352729"/>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14" name="Text Box 302">
                <a:extLst>
                  <a:ext uri="{FF2B5EF4-FFF2-40B4-BE49-F238E27FC236}">
                    <a16:creationId xmlns:a16="http://schemas.microsoft.com/office/drawing/2014/main" id="{21AA1C3F-1724-9D4B-822E-1657510822CA}"/>
                  </a:ext>
                </a:extLst>
              </p:cNvPr>
              <p:cNvSpPr txBox="1">
                <a:spLocks noChangeArrowheads="1"/>
              </p:cNvSpPr>
              <p:nvPr/>
            </p:nvSpPr>
            <p:spPr bwMode="auto">
              <a:xfrm>
                <a:off x="7196962" y="3473686"/>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15" name="Group 514">
                <a:extLst>
                  <a:ext uri="{FF2B5EF4-FFF2-40B4-BE49-F238E27FC236}">
                    <a16:creationId xmlns:a16="http://schemas.microsoft.com/office/drawing/2014/main" id="{0F329414-3B9B-BB63-9D79-A102A27E2CF6}"/>
                  </a:ext>
                </a:extLst>
              </p:cNvPr>
              <p:cNvGrpSpPr/>
              <p:nvPr/>
            </p:nvGrpSpPr>
            <p:grpSpPr>
              <a:xfrm>
                <a:off x="7660606" y="3439781"/>
                <a:ext cx="665567" cy="360000"/>
                <a:chOff x="7154831" y="1856475"/>
                <a:chExt cx="665567" cy="360000"/>
              </a:xfrm>
            </p:grpSpPr>
            <p:sp>
              <p:nvSpPr>
                <p:cNvPr id="516" name="Can 307">
                  <a:extLst>
                    <a:ext uri="{FF2B5EF4-FFF2-40B4-BE49-F238E27FC236}">
                      <a16:creationId xmlns:a16="http://schemas.microsoft.com/office/drawing/2014/main" id="{E7756358-2A3D-9726-764C-12055985E33E}"/>
                    </a:ext>
                  </a:extLst>
                </p:cNvPr>
                <p:cNvSpPr/>
                <p:nvPr/>
              </p:nvSpPr>
              <p:spPr>
                <a:xfrm>
                  <a:off x="7211730" y="1856475"/>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Text Box 305">
                  <a:extLst>
                    <a:ext uri="{FF2B5EF4-FFF2-40B4-BE49-F238E27FC236}">
                      <a16:creationId xmlns:a16="http://schemas.microsoft.com/office/drawing/2014/main" id="{72EF1C47-868E-6278-BF84-A65ADD4AB920}"/>
                    </a:ext>
                  </a:extLst>
                </p:cNvPr>
                <p:cNvSpPr txBox="1">
                  <a:spLocks noChangeArrowheads="1"/>
                </p:cNvSpPr>
                <p:nvPr/>
              </p:nvSpPr>
              <p:spPr bwMode="auto">
                <a:xfrm>
                  <a:off x="7154831" y="1937223"/>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504" name="Group 503">
              <a:extLst>
                <a:ext uri="{FF2B5EF4-FFF2-40B4-BE49-F238E27FC236}">
                  <a16:creationId xmlns:a16="http://schemas.microsoft.com/office/drawing/2014/main" id="{F02E345A-3C5E-2671-9370-01C58C0CDA8D}"/>
                </a:ext>
              </a:extLst>
            </p:cNvPr>
            <p:cNvGrpSpPr/>
            <p:nvPr/>
          </p:nvGrpSpPr>
          <p:grpSpPr>
            <a:xfrm>
              <a:off x="3906590" y="3823785"/>
              <a:ext cx="1755404" cy="783771"/>
              <a:chOff x="1750147" y="5031180"/>
              <a:chExt cx="1755404" cy="783771"/>
            </a:xfrm>
          </p:grpSpPr>
          <p:sp>
            <p:nvSpPr>
              <p:cNvPr id="505" name="Freeform 330">
                <a:extLst>
                  <a:ext uri="{FF2B5EF4-FFF2-40B4-BE49-F238E27FC236}">
                    <a16:creationId xmlns:a16="http://schemas.microsoft.com/office/drawing/2014/main" id="{4EAF2D84-8CEE-4026-F1C8-FD9525574ED8}"/>
                  </a:ext>
                </a:extLst>
              </p:cNvPr>
              <p:cNvSpPr/>
              <p:nvPr/>
            </p:nvSpPr>
            <p:spPr>
              <a:xfrm flipH="1">
                <a:off x="2679864" y="5304311"/>
                <a:ext cx="825687" cy="51064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273133 h 510640"/>
                  <a:gd name="connsiteX1" fmla="*/ 510638 w 1389414"/>
                  <a:gd name="connsiteY1" fmla="*/ 0 h 510640"/>
                  <a:gd name="connsiteX2" fmla="*/ 1389414 w 1389414"/>
                  <a:gd name="connsiteY2" fmla="*/ 249383 h 510640"/>
                  <a:gd name="connsiteX3" fmla="*/ 0 w 1389414"/>
                  <a:gd name="connsiteY3" fmla="*/ 510640 h 510640"/>
                  <a:gd name="connsiteX4" fmla="*/ 59377 w 1389414"/>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699 w 796347"/>
                  <a:gd name="connsiteY0" fmla="*/ 273133 h 510640"/>
                  <a:gd name="connsiteX1" fmla="*/ 451960 w 796347"/>
                  <a:gd name="connsiteY1" fmla="*/ 0 h 510640"/>
                  <a:gd name="connsiteX2" fmla="*/ 796347 w 796347"/>
                  <a:gd name="connsiteY2" fmla="*/ 261258 h 510640"/>
                  <a:gd name="connsiteX3" fmla="*/ 0 w 796347"/>
                  <a:gd name="connsiteY3" fmla="*/ 510640 h 510640"/>
                  <a:gd name="connsiteX4" fmla="*/ 699 w 796347"/>
                  <a:gd name="connsiteY4" fmla="*/ 273133 h 510640"/>
                  <a:gd name="connsiteX0" fmla="*/ 0 w 820098"/>
                  <a:gd name="connsiteY0" fmla="*/ 331811 h 510640"/>
                  <a:gd name="connsiteX1" fmla="*/ 475711 w 820098"/>
                  <a:gd name="connsiteY1" fmla="*/ 0 h 510640"/>
                  <a:gd name="connsiteX2" fmla="*/ 820098 w 820098"/>
                  <a:gd name="connsiteY2" fmla="*/ 261258 h 510640"/>
                  <a:gd name="connsiteX3" fmla="*/ 23751 w 820098"/>
                  <a:gd name="connsiteY3" fmla="*/ 510640 h 510640"/>
                  <a:gd name="connsiteX4" fmla="*/ 0 w 820098"/>
                  <a:gd name="connsiteY4" fmla="*/ 331811 h 510640"/>
                  <a:gd name="connsiteX0" fmla="*/ 5589 w 825687"/>
                  <a:gd name="connsiteY0" fmla="*/ 331811 h 510640"/>
                  <a:gd name="connsiteX1" fmla="*/ 481300 w 825687"/>
                  <a:gd name="connsiteY1" fmla="*/ 0 h 510640"/>
                  <a:gd name="connsiteX2" fmla="*/ 825687 w 825687"/>
                  <a:gd name="connsiteY2" fmla="*/ 261258 h 510640"/>
                  <a:gd name="connsiteX3" fmla="*/ 0 w 825687"/>
                  <a:gd name="connsiteY3" fmla="*/ 510640 h 510640"/>
                  <a:gd name="connsiteX4" fmla="*/ 5589 w 825687"/>
                  <a:gd name="connsiteY4" fmla="*/ 331811 h 510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687" h="510640">
                    <a:moveTo>
                      <a:pt x="5589" y="331811"/>
                    </a:moveTo>
                    <a:cubicBezTo>
                      <a:pt x="231220" y="248684"/>
                      <a:pt x="267546" y="201881"/>
                      <a:pt x="481300" y="0"/>
                    </a:cubicBezTo>
                    <a:cubicBezTo>
                      <a:pt x="537418" y="145764"/>
                      <a:pt x="583755" y="179062"/>
                      <a:pt x="825687" y="261258"/>
                    </a:cubicBezTo>
                    <a:cubicBezTo>
                      <a:pt x="389560" y="305502"/>
                      <a:pt x="239835" y="377682"/>
                      <a:pt x="0" y="510640"/>
                    </a:cubicBezTo>
                    <a:lnTo>
                      <a:pt x="5589" y="331811"/>
                    </a:lnTo>
                    <a:close/>
                  </a:path>
                </a:pathLst>
              </a:custGeom>
              <a:gradFill>
                <a:gsLst>
                  <a:gs pos="0">
                    <a:schemeClr val="bg1">
                      <a:alpha val="51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6" name="Oval 306">
                <a:extLst>
                  <a:ext uri="{FF2B5EF4-FFF2-40B4-BE49-F238E27FC236}">
                    <a16:creationId xmlns:a16="http://schemas.microsoft.com/office/drawing/2014/main" id="{36855252-1EE2-8F77-F3D3-6E556D48A303}"/>
                  </a:ext>
                </a:extLst>
              </p:cNvPr>
              <p:cNvSpPr>
                <a:spLocks noChangeArrowheads="1"/>
              </p:cNvSpPr>
              <p:nvPr/>
            </p:nvSpPr>
            <p:spPr bwMode="auto">
              <a:xfrm>
                <a:off x="1750147" y="5031180"/>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07" name="Text Box 302">
                <a:extLst>
                  <a:ext uri="{FF2B5EF4-FFF2-40B4-BE49-F238E27FC236}">
                    <a16:creationId xmlns:a16="http://schemas.microsoft.com/office/drawing/2014/main" id="{40F7FF26-3BE8-D85B-34BC-A59C3029011F}"/>
                  </a:ext>
                </a:extLst>
              </p:cNvPr>
              <p:cNvSpPr txBox="1">
                <a:spLocks noChangeArrowheads="1"/>
              </p:cNvSpPr>
              <p:nvPr/>
            </p:nvSpPr>
            <p:spPr bwMode="auto">
              <a:xfrm>
                <a:off x="1782721" y="5152137"/>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08" name="Group 507">
                <a:extLst>
                  <a:ext uri="{FF2B5EF4-FFF2-40B4-BE49-F238E27FC236}">
                    <a16:creationId xmlns:a16="http://schemas.microsoft.com/office/drawing/2014/main" id="{B301936C-6169-C501-CE4C-BE7AF1A18BC9}"/>
                  </a:ext>
                </a:extLst>
              </p:cNvPr>
              <p:cNvGrpSpPr/>
              <p:nvPr/>
            </p:nvGrpSpPr>
            <p:grpSpPr>
              <a:xfrm>
                <a:off x="2246362" y="5108765"/>
                <a:ext cx="665567" cy="365699"/>
                <a:chOff x="7154828" y="1847008"/>
                <a:chExt cx="665567" cy="365699"/>
              </a:xfrm>
            </p:grpSpPr>
            <p:sp>
              <p:nvSpPr>
                <p:cNvPr id="510" name="Can 334">
                  <a:extLst>
                    <a:ext uri="{FF2B5EF4-FFF2-40B4-BE49-F238E27FC236}">
                      <a16:creationId xmlns:a16="http://schemas.microsoft.com/office/drawing/2014/main" id="{96E22CF0-BADA-5FC4-2359-8941DE7FEB2D}"/>
                    </a:ext>
                  </a:extLst>
                </p:cNvPr>
                <p:cNvSpPr/>
                <p:nvPr/>
              </p:nvSpPr>
              <p:spPr>
                <a:xfrm>
                  <a:off x="7211731" y="1847008"/>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1" name="Text Box 305">
                  <a:extLst>
                    <a:ext uri="{FF2B5EF4-FFF2-40B4-BE49-F238E27FC236}">
                      <a16:creationId xmlns:a16="http://schemas.microsoft.com/office/drawing/2014/main" id="{D8B72313-16EF-D5D5-3D76-26F8FFDDD657}"/>
                    </a:ext>
                  </a:extLst>
                </p:cNvPr>
                <p:cNvSpPr txBox="1">
                  <a:spLocks noChangeArrowheads="1"/>
                </p:cNvSpPr>
                <p:nvPr/>
              </p:nvSpPr>
              <p:spPr bwMode="auto">
                <a:xfrm>
                  <a:off x="7154828" y="1935708"/>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grpSp>
      <p:grpSp>
        <p:nvGrpSpPr>
          <p:cNvPr id="544" name="Group 543">
            <a:extLst>
              <a:ext uri="{FF2B5EF4-FFF2-40B4-BE49-F238E27FC236}">
                <a16:creationId xmlns:a16="http://schemas.microsoft.com/office/drawing/2014/main" id="{C39FC594-5A64-3C5D-F1A7-E2A6112BAE65}"/>
              </a:ext>
            </a:extLst>
          </p:cNvPr>
          <p:cNvGrpSpPr/>
          <p:nvPr/>
        </p:nvGrpSpPr>
        <p:grpSpPr>
          <a:xfrm>
            <a:off x="2739071" y="2302550"/>
            <a:ext cx="2436042" cy="1273223"/>
            <a:chOff x="2739071" y="2226350"/>
            <a:chExt cx="2436042" cy="1273223"/>
          </a:xfrm>
        </p:grpSpPr>
        <p:sp>
          <p:nvSpPr>
            <p:cNvPr id="545" name="Freeform 337">
              <a:extLst>
                <a:ext uri="{FF2B5EF4-FFF2-40B4-BE49-F238E27FC236}">
                  <a16:creationId xmlns:a16="http://schemas.microsoft.com/office/drawing/2014/main" id="{7A7A9FF3-7145-05E3-074E-EC1421EC1A42}"/>
                </a:ext>
              </a:extLst>
            </p:cNvPr>
            <p:cNvSpPr/>
            <p:nvPr/>
          </p:nvSpPr>
          <p:spPr>
            <a:xfrm flipH="1">
              <a:off x="3389091" y="2670159"/>
              <a:ext cx="1786022" cy="82941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022" h="829414">
                  <a:moveTo>
                    <a:pt x="81411" y="393603"/>
                  </a:moveTo>
                  <a:cubicBezTo>
                    <a:pt x="307042" y="310476"/>
                    <a:pt x="265550" y="210465"/>
                    <a:pt x="429371" y="0"/>
                  </a:cubicBezTo>
                  <a:cubicBezTo>
                    <a:pt x="716335" y="244471"/>
                    <a:pt x="915164" y="290636"/>
                    <a:pt x="1786022" y="325786"/>
                  </a:cubicBezTo>
                  <a:cubicBezTo>
                    <a:pt x="561099" y="527000"/>
                    <a:pt x="601683" y="583990"/>
                    <a:pt x="0" y="829414"/>
                  </a:cubicBezTo>
                  <a:lnTo>
                    <a:pt x="81411" y="393603"/>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6" name="Oval 280">
              <a:extLst>
                <a:ext uri="{FF2B5EF4-FFF2-40B4-BE49-F238E27FC236}">
                  <a16:creationId xmlns:a16="http://schemas.microsoft.com/office/drawing/2014/main" id="{B48FF477-A51D-7D50-E47D-0F534AEA24D3}"/>
                </a:ext>
              </a:extLst>
            </p:cNvPr>
            <p:cNvSpPr>
              <a:spLocks noChangeArrowheads="1"/>
            </p:cNvSpPr>
            <p:nvPr/>
          </p:nvSpPr>
          <p:spPr bwMode="auto">
            <a:xfrm>
              <a:off x="2739071" y="2226350"/>
              <a:ext cx="2047875" cy="771802"/>
            </a:xfrm>
            <a:prstGeom prst="ellipse">
              <a:avLst/>
            </a:prstGeom>
            <a:no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47" name="Text Box 276">
              <a:extLst>
                <a:ext uri="{FF2B5EF4-FFF2-40B4-BE49-F238E27FC236}">
                  <a16:creationId xmlns:a16="http://schemas.microsoft.com/office/drawing/2014/main" id="{95F8D7C3-D76C-7A65-0A35-42BA4C31C8DB}"/>
                </a:ext>
              </a:extLst>
            </p:cNvPr>
            <p:cNvSpPr txBox="1">
              <a:spLocks noChangeArrowheads="1"/>
            </p:cNvSpPr>
            <p:nvPr/>
          </p:nvSpPr>
          <p:spPr bwMode="auto">
            <a:xfrm>
              <a:off x="3115851" y="2312106"/>
              <a:ext cx="1332417" cy="696088"/>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کنترل‌کننده / </a:t>
              </a:r>
            </a:p>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سیستم مدیریتی</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a:p>
              <a:pPr marL="0" marR="0" lvl="0" indent="0" algn="ctr" defTabSz="914400" rtl="1" eaLnBrk="0" fontAlgn="base" latinLnBrk="0" hangingPunct="0">
                <a:lnSpc>
                  <a:spcPct val="85000"/>
                </a:lnSpc>
                <a:spcBef>
                  <a:spcPct val="0"/>
                </a:spcBef>
                <a:spcAft>
                  <a:spcPct val="0"/>
                </a:spcAft>
                <a:buClrTx/>
                <a:buSzTx/>
                <a:buFontTx/>
                <a:buNone/>
                <a:tabLst/>
                <a:defRPr/>
              </a:pPr>
              <a:endParaRPr kumimoji="0" lang="en-US" b="0" i="0" u="none" strike="noStrike" kern="0" cap="none" spc="0" normalizeH="0" baseline="0" noProof="0" dirty="0">
                <a:ln>
                  <a:noFill/>
                </a:ln>
                <a:solidFill>
                  <a:srgbClr val="000000"/>
                </a:solidFill>
                <a:effectLst/>
                <a:uLnTx/>
                <a:uFillTx/>
                <a:ea typeface="ＭＳ Ｐゴシック" charset="0"/>
                <a:cs typeface="Arial"/>
              </a:endParaRPr>
            </a:p>
          </p:txBody>
        </p:sp>
        <p:grpSp>
          <p:nvGrpSpPr>
            <p:cNvPr id="548" name="Group 547">
              <a:extLst>
                <a:ext uri="{FF2B5EF4-FFF2-40B4-BE49-F238E27FC236}">
                  <a16:creationId xmlns:a16="http://schemas.microsoft.com/office/drawing/2014/main" id="{E5E25DF6-26C6-3418-B2A0-ACC15BCAA394}"/>
                </a:ext>
              </a:extLst>
            </p:cNvPr>
            <p:cNvGrpSpPr/>
            <p:nvPr/>
          </p:nvGrpSpPr>
          <p:grpSpPr>
            <a:xfrm>
              <a:off x="2936918" y="2788772"/>
              <a:ext cx="820613" cy="395103"/>
              <a:chOff x="7338951" y="1864426"/>
              <a:chExt cx="427511" cy="344384"/>
            </a:xfrm>
          </p:grpSpPr>
          <p:sp>
            <p:nvSpPr>
              <p:cNvPr id="549" name="Can 341">
                <a:extLst>
                  <a:ext uri="{FF2B5EF4-FFF2-40B4-BE49-F238E27FC236}">
                    <a16:creationId xmlns:a16="http://schemas.microsoft.com/office/drawing/2014/main" id="{7F398A07-7DF8-7E3E-519C-41C9BAA0F406}"/>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0" name="Text Box 305">
                <a:extLst>
                  <a:ext uri="{FF2B5EF4-FFF2-40B4-BE49-F238E27FC236}">
                    <a16:creationId xmlns:a16="http://schemas.microsoft.com/office/drawing/2014/main" id="{19F9EE5F-EA06-31D7-C893-A8663B782DA3}"/>
                  </a:ext>
                </a:extLst>
              </p:cNvPr>
              <p:cNvSpPr txBox="1">
                <a:spLocks noChangeArrowheads="1"/>
              </p:cNvSpPr>
              <p:nvPr/>
            </p:nvSpPr>
            <p:spPr bwMode="auto">
              <a:xfrm>
                <a:off x="7343643" y="1948718"/>
                <a:ext cx="399059" cy="24144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sp>
        <p:nvSpPr>
          <p:cNvPr id="551" name="TextBox 550">
            <a:extLst>
              <a:ext uri="{FF2B5EF4-FFF2-40B4-BE49-F238E27FC236}">
                <a16:creationId xmlns:a16="http://schemas.microsoft.com/office/drawing/2014/main" id="{8780CCE2-142A-C873-FB1A-1150151419EF}"/>
              </a:ext>
            </a:extLst>
          </p:cNvPr>
          <p:cNvSpPr txBox="1"/>
          <p:nvPr/>
        </p:nvSpPr>
        <p:spPr>
          <a:xfrm>
            <a:off x="63625" y="1982117"/>
            <a:ext cx="2687246" cy="1902059"/>
          </a:xfrm>
          <a:prstGeom prst="rect">
            <a:avLst/>
          </a:prstGeom>
          <a:noFill/>
        </p:spPr>
        <p:txBody>
          <a:bodyPr wrap="square" rtlCol="0">
            <a:spAutoFit/>
          </a:bodyPr>
          <a:lstStyle/>
          <a:p>
            <a:pPr lvl="0" algn="r" rtl="1">
              <a:lnSpc>
                <a:spcPct val="120000"/>
              </a:lnSpc>
            </a:pPr>
            <a:r>
              <a:rPr lang="fa-IR" b="1" dirty="0">
                <a:solidFill>
                  <a:srgbClr val="C00000"/>
                </a:solidFill>
                <a:latin typeface="IRANSans(FaNum)" panose="02040503050201020203" pitchFamily="18" charset="-78"/>
                <a:cs typeface="IRANSans(FaNum)" panose="02040503050201020203" pitchFamily="18" charset="-78"/>
              </a:rPr>
              <a:t>سیستم مدیریتی:</a:t>
            </a:r>
          </a:p>
          <a:p>
            <a:pPr lvl="0"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برنامه‌ کاربردی مدیریتی، عموماً با واسط‌های کاربری گرافیکی برای مشاهده و تحلیل اطلاعات مدیریتی و اعمال کنترل‌های لازم توسط مدیران شبکه</a:t>
            </a:r>
            <a:endParaRPr lang="en-US" dirty="0"/>
          </a:p>
        </p:txBody>
      </p:sp>
      <p:sp>
        <p:nvSpPr>
          <p:cNvPr id="552" name="TextBox 551">
            <a:extLst>
              <a:ext uri="{FF2B5EF4-FFF2-40B4-BE49-F238E27FC236}">
                <a16:creationId xmlns:a16="http://schemas.microsoft.com/office/drawing/2014/main" id="{A0DEE6A1-BCBA-7095-57A9-3F6899C2A977}"/>
              </a:ext>
            </a:extLst>
          </p:cNvPr>
          <p:cNvSpPr txBox="1"/>
          <p:nvPr/>
        </p:nvSpPr>
        <p:spPr>
          <a:xfrm>
            <a:off x="8201044" y="2013474"/>
            <a:ext cx="2647553" cy="1311128"/>
          </a:xfrm>
          <a:prstGeom prst="rect">
            <a:avLst/>
          </a:prstGeom>
          <a:noFill/>
        </p:spPr>
        <p:txBody>
          <a:bodyPr wrap="square" rtlCol="0">
            <a:spAutoFit/>
          </a:bodyPr>
          <a:lstStyle/>
          <a:p>
            <a:pPr algn="r" rtl="1">
              <a:lnSpc>
                <a:spcPct val="120000"/>
              </a:lnSpc>
            </a:pPr>
            <a:r>
              <a:rPr lang="fa-IR" b="1" dirty="0">
                <a:solidFill>
                  <a:srgbClr val="C00000"/>
                </a:solidFill>
                <a:latin typeface="IRANSans(FaNum)" panose="02040503050201020203" pitchFamily="18" charset="-78"/>
                <a:cs typeface="IRANSans(FaNum)" panose="02040503050201020203" pitchFamily="18" charset="-78"/>
              </a:rPr>
              <a:t>دستگاه تحت‌مدیریت:</a:t>
            </a:r>
          </a:p>
          <a:p>
            <a:pPr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تجهیزاتی با قابلیت مدیریت،</a:t>
            </a:r>
          </a:p>
          <a:p>
            <a:pPr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با سخت‌افزار قابل پیکربندی و</a:t>
            </a:r>
          </a:p>
          <a:p>
            <a:pPr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با اجزاء نرم‌افزاری</a:t>
            </a:r>
            <a:endParaRPr lang="en-US" sz="1400" b="1" dirty="0">
              <a:solidFill>
                <a:srgbClr val="0000C8"/>
              </a:solidFill>
              <a:latin typeface="IRANSans(FaNum)" panose="02040503050201020203" pitchFamily="18" charset="-78"/>
              <a:cs typeface="IRANSans(FaNum)" panose="02040503050201020203" pitchFamily="18" charset="-78"/>
            </a:endParaRPr>
          </a:p>
        </p:txBody>
      </p:sp>
      <p:sp>
        <p:nvSpPr>
          <p:cNvPr id="553" name="TextBox 552">
            <a:extLst>
              <a:ext uri="{FF2B5EF4-FFF2-40B4-BE49-F238E27FC236}">
                <a16:creationId xmlns:a16="http://schemas.microsoft.com/office/drawing/2014/main" id="{EDC999BB-8AB2-5BA2-5918-F5A8E954F99C}"/>
              </a:ext>
            </a:extLst>
          </p:cNvPr>
          <p:cNvSpPr txBox="1"/>
          <p:nvPr/>
        </p:nvSpPr>
        <p:spPr>
          <a:xfrm>
            <a:off x="8543485" y="3972921"/>
            <a:ext cx="2665069" cy="1606594"/>
          </a:xfrm>
          <a:prstGeom prst="rect">
            <a:avLst/>
          </a:prstGeom>
          <a:noFill/>
        </p:spPr>
        <p:txBody>
          <a:bodyPr wrap="square" rtlCol="0">
            <a:spAutoFit/>
          </a:bodyPr>
          <a:lstStyle/>
          <a:p>
            <a:pPr lvl="0" algn="r" rtl="1">
              <a:lnSpc>
                <a:spcPct val="120000"/>
              </a:lnSpc>
            </a:pPr>
            <a:r>
              <a:rPr lang="fa-IR" b="1" dirty="0">
                <a:solidFill>
                  <a:srgbClr val="C00000"/>
                </a:solidFill>
                <a:latin typeface="IRANSans(FaNum)" panose="02040503050201020203" pitchFamily="18" charset="-78"/>
                <a:cs typeface="IRANSans(FaNum)" panose="02040503050201020203" pitchFamily="18" charset="-78"/>
              </a:rPr>
              <a:t>اطلاعات:</a:t>
            </a:r>
          </a:p>
          <a:p>
            <a:pPr lvl="0"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اطلاعات وضعیت پیکربندی،</a:t>
            </a:r>
          </a:p>
          <a:p>
            <a:pPr lvl="0"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اطلاعات عملیاتی و</a:t>
            </a:r>
          </a:p>
          <a:p>
            <a:pPr lvl="0"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اطلاعات آماری میزان استفاده از منابع دستگاه</a:t>
            </a:r>
          </a:p>
        </p:txBody>
      </p:sp>
      <p:grpSp>
        <p:nvGrpSpPr>
          <p:cNvPr id="575" name="Group 574">
            <a:extLst>
              <a:ext uri="{FF2B5EF4-FFF2-40B4-BE49-F238E27FC236}">
                <a16:creationId xmlns:a16="http://schemas.microsoft.com/office/drawing/2014/main" id="{D38759B2-649B-DA65-B16F-2F563F51200E}"/>
              </a:ext>
            </a:extLst>
          </p:cNvPr>
          <p:cNvGrpSpPr/>
          <p:nvPr/>
        </p:nvGrpSpPr>
        <p:grpSpPr>
          <a:xfrm>
            <a:off x="4770974" y="2199069"/>
            <a:ext cx="2452239" cy="4057421"/>
            <a:chOff x="4770974" y="2199069"/>
            <a:chExt cx="2452239" cy="4057421"/>
          </a:xfrm>
        </p:grpSpPr>
        <p:sp>
          <p:nvSpPr>
            <p:cNvPr id="8" name="Freeform 2">
              <a:extLst>
                <a:ext uri="{FF2B5EF4-FFF2-40B4-BE49-F238E27FC236}">
                  <a16:creationId xmlns:a16="http://schemas.microsoft.com/office/drawing/2014/main" id="{2B9F884E-0FF2-39B1-E1C0-3512FB9FEF19}"/>
                </a:ext>
              </a:extLst>
            </p:cNvPr>
            <p:cNvSpPr>
              <a:spLocks/>
            </p:cNvSpPr>
            <p:nvPr/>
          </p:nvSpPr>
          <p:spPr bwMode="auto">
            <a:xfrm rot="16383367">
              <a:off x="3968383" y="3001660"/>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grpSp>
          <p:nvGrpSpPr>
            <p:cNvPr id="574" name="Group 573">
              <a:extLst>
                <a:ext uri="{FF2B5EF4-FFF2-40B4-BE49-F238E27FC236}">
                  <a16:creationId xmlns:a16="http://schemas.microsoft.com/office/drawing/2014/main" id="{9C1B3C8B-1C43-6C1E-FFAB-F3D3C761B4BE}"/>
                </a:ext>
              </a:extLst>
            </p:cNvPr>
            <p:cNvGrpSpPr/>
            <p:nvPr/>
          </p:nvGrpSpPr>
          <p:grpSpPr>
            <a:xfrm>
              <a:off x="5091628" y="2647362"/>
              <a:ext cx="2090057" cy="3586123"/>
              <a:chOff x="5091628" y="2647362"/>
              <a:chExt cx="2090057" cy="3586123"/>
            </a:xfrm>
          </p:grpSpPr>
          <p:sp>
            <p:nvSpPr>
              <p:cNvPr id="11" name="Line 252">
                <a:extLst>
                  <a:ext uri="{FF2B5EF4-FFF2-40B4-BE49-F238E27FC236}">
                    <a16:creationId xmlns:a16="http://schemas.microsoft.com/office/drawing/2014/main" id="{EE9C1170-CDDC-DD4A-F0D2-5DCF1607CE8E}"/>
                  </a:ext>
                </a:extLst>
              </p:cNvPr>
              <p:cNvSpPr>
                <a:spLocks noChangeShapeType="1"/>
              </p:cNvSpPr>
              <p:nvPr/>
            </p:nvSpPr>
            <p:spPr bwMode="auto">
              <a:xfrm flipV="1">
                <a:off x="6036787" y="3234737"/>
                <a:ext cx="338138" cy="10429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3" name="Line 254">
                <a:extLst>
                  <a:ext uri="{FF2B5EF4-FFF2-40B4-BE49-F238E27FC236}">
                    <a16:creationId xmlns:a16="http://schemas.microsoft.com/office/drawing/2014/main" id="{F5325422-C8D3-30EA-C92B-0FAAC0DF7A83}"/>
                  </a:ext>
                </a:extLst>
              </p:cNvPr>
              <p:cNvSpPr>
                <a:spLocks noChangeShapeType="1"/>
              </p:cNvSpPr>
              <p:nvPr/>
            </p:nvSpPr>
            <p:spPr bwMode="auto">
              <a:xfrm flipV="1">
                <a:off x="6267286" y="4188824"/>
                <a:ext cx="290202" cy="251486"/>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 name="Line 272">
                <a:extLst>
                  <a:ext uri="{FF2B5EF4-FFF2-40B4-BE49-F238E27FC236}">
                    <a16:creationId xmlns:a16="http://schemas.microsoft.com/office/drawing/2014/main" id="{49618B9D-EB5F-2393-C680-0E11B36CEA04}"/>
                  </a:ext>
                </a:extLst>
              </p:cNvPr>
              <p:cNvSpPr>
                <a:spLocks noChangeShapeType="1"/>
              </p:cNvSpPr>
              <p:nvPr/>
            </p:nvSpPr>
            <p:spPr bwMode="auto">
              <a:xfrm>
                <a:off x="6270150" y="4679362"/>
                <a:ext cx="373062"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0" name="Line 272">
                <a:extLst>
                  <a:ext uri="{FF2B5EF4-FFF2-40B4-BE49-F238E27FC236}">
                    <a16:creationId xmlns:a16="http://schemas.microsoft.com/office/drawing/2014/main" id="{610076CC-08FE-9EF4-34FA-045F91B7B99E}"/>
                  </a:ext>
                </a:extLst>
              </p:cNvPr>
              <p:cNvSpPr>
                <a:spLocks noChangeShapeType="1"/>
              </p:cNvSpPr>
              <p:nvPr/>
            </p:nvSpPr>
            <p:spPr bwMode="auto">
              <a:xfrm>
                <a:off x="5462112" y="3730037"/>
                <a:ext cx="371475"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2" name="Line 272">
                <a:extLst>
                  <a:ext uri="{FF2B5EF4-FFF2-40B4-BE49-F238E27FC236}">
                    <a16:creationId xmlns:a16="http://schemas.microsoft.com/office/drawing/2014/main" id="{0334B978-825C-E3FE-6B94-0BFCEB6EFD5E}"/>
                  </a:ext>
                </a:extLst>
              </p:cNvPr>
              <p:cNvSpPr>
                <a:spLocks noChangeShapeType="1"/>
              </p:cNvSpPr>
              <p:nvPr/>
            </p:nvSpPr>
            <p:spPr bwMode="auto">
              <a:xfrm flipH="1">
                <a:off x="5676425" y="4668249"/>
                <a:ext cx="309562" cy="102393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39" name="Group 906">
                <a:extLst>
                  <a:ext uri="{FF2B5EF4-FFF2-40B4-BE49-F238E27FC236}">
                    <a16:creationId xmlns:a16="http://schemas.microsoft.com/office/drawing/2014/main" id="{78CEA65F-2F3E-F573-7B57-AE463B71FE2F}"/>
                  </a:ext>
                </a:extLst>
              </p:cNvPr>
              <p:cNvGrpSpPr>
                <a:grpSpLocks/>
              </p:cNvGrpSpPr>
              <p:nvPr/>
            </p:nvGrpSpPr>
            <p:grpSpPr bwMode="auto">
              <a:xfrm>
                <a:off x="5091628" y="2837142"/>
                <a:ext cx="469569" cy="865434"/>
                <a:chOff x="4140" y="429"/>
                <a:chExt cx="1425" cy="2396"/>
              </a:xfrm>
            </p:grpSpPr>
            <p:sp>
              <p:nvSpPr>
                <p:cNvPr id="40" name="Freeform 907">
                  <a:extLst>
                    <a:ext uri="{FF2B5EF4-FFF2-40B4-BE49-F238E27FC236}">
                      <a16:creationId xmlns:a16="http://schemas.microsoft.com/office/drawing/2014/main" id="{CD1DD796-B92D-990C-5D7E-9E2B6DA929F0}"/>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Rectangle 908">
                  <a:extLst>
                    <a:ext uri="{FF2B5EF4-FFF2-40B4-BE49-F238E27FC236}">
                      <a16:creationId xmlns:a16="http://schemas.microsoft.com/office/drawing/2014/main" id="{70ED9CD5-7ACB-C325-81B3-9C50F7FC822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2" name="Freeform 909">
                  <a:extLst>
                    <a:ext uri="{FF2B5EF4-FFF2-40B4-BE49-F238E27FC236}">
                      <a16:creationId xmlns:a16="http://schemas.microsoft.com/office/drawing/2014/main" id="{CF79982D-094D-E9DA-4F8D-D49A006BC720}"/>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Freeform 910">
                  <a:extLst>
                    <a:ext uri="{FF2B5EF4-FFF2-40B4-BE49-F238E27FC236}">
                      <a16:creationId xmlns:a16="http://schemas.microsoft.com/office/drawing/2014/main" id="{AAF61C59-8A47-931D-88A5-C67B093BCD1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Rectangle 911">
                  <a:extLst>
                    <a:ext uri="{FF2B5EF4-FFF2-40B4-BE49-F238E27FC236}">
                      <a16:creationId xmlns:a16="http://schemas.microsoft.com/office/drawing/2014/main" id="{0E6BF2E1-EEFE-87EF-37F5-CA25C206F7E1}"/>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5" name="Group 912">
                  <a:extLst>
                    <a:ext uri="{FF2B5EF4-FFF2-40B4-BE49-F238E27FC236}">
                      <a16:creationId xmlns:a16="http://schemas.microsoft.com/office/drawing/2014/main" id="{B5B6CF17-A178-D516-8508-AE1904877054}"/>
                    </a:ext>
                  </a:extLst>
                </p:cNvPr>
                <p:cNvGrpSpPr>
                  <a:grpSpLocks/>
                </p:cNvGrpSpPr>
                <p:nvPr/>
              </p:nvGrpSpPr>
              <p:grpSpPr bwMode="auto">
                <a:xfrm>
                  <a:off x="4749" y="668"/>
                  <a:ext cx="581" cy="145"/>
                  <a:chOff x="614" y="2568"/>
                  <a:chExt cx="725" cy="139"/>
                </a:xfrm>
              </p:grpSpPr>
              <p:sp>
                <p:nvSpPr>
                  <p:cNvPr id="454" name="AutoShape 913">
                    <a:extLst>
                      <a:ext uri="{FF2B5EF4-FFF2-40B4-BE49-F238E27FC236}">
                        <a16:creationId xmlns:a16="http://schemas.microsoft.com/office/drawing/2014/main" id="{8B36A097-2F70-37BA-E76C-52243D482FF3}"/>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5" name="AutoShape 914">
                    <a:extLst>
                      <a:ext uri="{FF2B5EF4-FFF2-40B4-BE49-F238E27FC236}">
                        <a16:creationId xmlns:a16="http://schemas.microsoft.com/office/drawing/2014/main" id="{6E3A47B0-2701-A659-FB18-59DA70158A80}"/>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 name="Rectangle 915">
                  <a:extLst>
                    <a:ext uri="{FF2B5EF4-FFF2-40B4-BE49-F238E27FC236}">
                      <a16:creationId xmlns:a16="http://schemas.microsoft.com/office/drawing/2014/main" id="{4A5EDB18-9F6E-0C71-6BEF-B7F066464A4D}"/>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7" name="Group 916">
                  <a:extLst>
                    <a:ext uri="{FF2B5EF4-FFF2-40B4-BE49-F238E27FC236}">
                      <a16:creationId xmlns:a16="http://schemas.microsoft.com/office/drawing/2014/main" id="{4381D684-CB84-4C28-DAB9-52C953A0880E}"/>
                    </a:ext>
                  </a:extLst>
                </p:cNvPr>
                <p:cNvGrpSpPr>
                  <a:grpSpLocks/>
                </p:cNvGrpSpPr>
                <p:nvPr/>
              </p:nvGrpSpPr>
              <p:grpSpPr bwMode="auto">
                <a:xfrm>
                  <a:off x="4747" y="994"/>
                  <a:ext cx="581" cy="134"/>
                  <a:chOff x="614" y="2568"/>
                  <a:chExt cx="725" cy="139"/>
                </a:xfrm>
              </p:grpSpPr>
              <p:sp>
                <p:nvSpPr>
                  <p:cNvPr id="452" name="AutoShape 917">
                    <a:extLst>
                      <a:ext uri="{FF2B5EF4-FFF2-40B4-BE49-F238E27FC236}">
                        <a16:creationId xmlns:a16="http://schemas.microsoft.com/office/drawing/2014/main" id="{03DC8BFD-0A90-8F5D-D455-BEDA98D424DD}"/>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3" name="AutoShape 918">
                    <a:extLst>
                      <a:ext uri="{FF2B5EF4-FFF2-40B4-BE49-F238E27FC236}">
                        <a16:creationId xmlns:a16="http://schemas.microsoft.com/office/drawing/2014/main" id="{0FC905BD-750D-E400-F248-E8E1ABA742A3}"/>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8" name="Rectangle 919">
                  <a:extLst>
                    <a:ext uri="{FF2B5EF4-FFF2-40B4-BE49-F238E27FC236}">
                      <a16:creationId xmlns:a16="http://schemas.microsoft.com/office/drawing/2014/main" id="{DD40F876-1A56-3119-EDAC-91C2A94EBED4}"/>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9" name="Rectangle 920">
                  <a:extLst>
                    <a:ext uri="{FF2B5EF4-FFF2-40B4-BE49-F238E27FC236}">
                      <a16:creationId xmlns:a16="http://schemas.microsoft.com/office/drawing/2014/main" id="{D541FF35-0C30-EAD4-2200-A8A2A5436C1C}"/>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0" name="Group 921">
                  <a:extLst>
                    <a:ext uri="{FF2B5EF4-FFF2-40B4-BE49-F238E27FC236}">
                      <a16:creationId xmlns:a16="http://schemas.microsoft.com/office/drawing/2014/main" id="{0ECE9713-39E5-3B20-ACB3-5E761D1EB873}"/>
                    </a:ext>
                  </a:extLst>
                </p:cNvPr>
                <p:cNvGrpSpPr>
                  <a:grpSpLocks/>
                </p:cNvGrpSpPr>
                <p:nvPr/>
              </p:nvGrpSpPr>
              <p:grpSpPr bwMode="auto">
                <a:xfrm>
                  <a:off x="4735" y="1627"/>
                  <a:ext cx="582" cy="151"/>
                  <a:chOff x="614" y="2568"/>
                  <a:chExt cx="725" cy="139"/>
                </a:xfrm>
              </p:grpSpPr>
              <p:sp>
                <p:nvSpPr>
                  <p:cNvPr id="450" name="AutoShape 922">
                    <a:extLst>
                      <a:ext uri="{FF2B5EF4-FFF2-40B4-BE49-F238E27FC236}">
                        <a16:creationId xmlns:a16="http://schemas.microsoft.com/office/drawing/2014/main" id="{880EE1A3-3D67-CE6F-80CA-6B4FAD9BA3CF}"/>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1" name="AutoShape 923">
                    <a:extLst>
                      <a:ext uri="{FF2B5EF4-FFF2-40B4-BE49-F238E27FC236}">
                        <a16:creationId xmlns:a16="http://schemas.microsoft.com/office/drawing/2014/main" id="{885CA641-D7ED-CBFB-8719-96EF3B2E9069}"/>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1" name="Freeform 924">
                  <a:extLst>
                    <a:ext uri="{FF2B5EF4-FFF2-40B4-BE49-F238E27FC236}">
                      <a16:creationId xmlns:a16="http://schemas.microsoft.com/office/drawing/2014/main" id="{DCC26841-560E-6AF4-317D-0449BF21780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 name="Group 925">
                  <a:extLst>
                    <a:ext uri="{FF2B5EF4-FFF2-40B4-BE49-F238E27FC236}">
                      <a16:creationId xmlns:a16="http://schemas.microsoft.com/office/drawing/2014/main" id="{56C0B270-A192-90F3-6A4A-3F56262097D0}"/>
                    </a:ext>
                  </a:extLst>
                </p:cNvPr>
                <p:cNvGrpSpPr>
                  <a:grpSpLocks/>
                </p:cNvGrpSpPr>
                <p:nvPr/>
              </p:nvGrpSpPr>
              <p:grpSpPr bwMode="auto">
                <a:xfrm>
                  <a:off x="4739" y="1327"/>
                  <a:ext cx="582" cy="139"/>
                  <a:chOff x="614" y="2568"/>
                  <a:chExt cx="725" cy="139"/>
                </a:xfrm>
              </p:grpSpPr>
              <p:sp>
                <p:nvSpPr>
                  <p:cNvPr id="448" name="AutoShape 926">
                    <a:extLst>
                      <a:ext uri="{FF2B5EF4-FFF2-40B4-BE49-F238E27FC236}">
                        <a16:creationId xmlns:a16="http://schemas.microsoft.com/office/drawing/2014/main" id="{FFCC4B8F-C139-0C4A-C277-E10A27965F03}"/>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49" name="AutoShape 927">
                    <a:extLst>
                      <a:ext uri="{FF2B5EF4-FFF2-40B4-BE49-F238E27FC236}">
                        <a16:creationId xmlns:a16="http://schemas.microsoft.com/office/drawing/2014/main" id="{E004BFD8-78C4-E605-005C-36D0E0A9103F}"/>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3" name="Rectangle 928">
                  <a:extLst>
                    <a:ext uri="{FF2B5EF4-FFF2-40B4-BE49-F238E27FC236}">
                      <a16:creationId xmlns:a16="http://schemas.microsoft.com/office/drawing/2014/main" id="{84B59EE6-6FBC-40CB-D367-5E89288E1F0D}"/>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4" name="Freeform 929">
                  <a:extLst>
                    <a:ext uri="{FF2B5EF4-FFF2-40B4-BE49-F238E27FC236}">
                      <a16:creationId xmlns:a16="http://schemas.microsoft.com/office/drawing/2014/main" id="{D73A4D09-BC02-5E85-EA50-2762B224337F}"/>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Freeform 930">
                  <a:extLst>
                    <a:ext uri="{FF2B5EF4-FFF2-40B4-BE49-F238E27FC236}">
                      <a16:creationId xmlns:a16="http://schemas.microsoft.com/office/drawing/2014/main" id="{D189BAD2-6898-B6C6-F20B-3B030B76630F}"/>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Oval 931">
                  <a:extLst>
                    <a:ext uri="{FF2B5EF4-FFF2-40B4-BE49-F238E27FC236}">
                      <a16:creationId xmlns:a16="http://schemas.microsoft.com/office/drawing/2014/main" id="{8F427179-ED22-D85B-5B59-1E0C178EBD7B}"/>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7" name="Freeform 932">
                  <a:extLst>
                    <a:ext uri="{FF2B5EF4-FFF2-40B4-BE49-F238E27FC236}">
                      <a16:creationId xmlns:a16="http://schemas.microsoft.com/office/drawing/2014/main" id="{9D1A1823-5B97-59C0-9EF1-7C190F4E7A36}"/>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AutoShape 933">
                  <a:extLst>
                    <a:ext uri="{FF2B5EF4-FFF2-40B4-BE49-F238E27FC236}">
                      <a16:creationId xmlns:a16="http://schemas.microsoft.com/office/drawing/2014/main" id="{710CED3F-697F-F4D4-69F7-203A8EC2C6BE}"/>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9" name="AutoShape 934">
                  <a:extLst>
                    <a:ext uri="{FF2B5EF4-FFF2-40B4-BE49-F238E27FC236}">
                      <a16:creationId xmlns:a16="http://schemas.microsoft.com/office/drawing/2014/main" id="{9D389D78-25FA-3B7A-8B3D-C65006B72E1A}"/>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0" name="Oval 935">
                  <a:extLst>
                    <a:ext uri="{FF2B5EF4-FFF2-40B4-BE49-F238E27FC236}">
                      <a16:creationId xmlns:a16="http://schemas.microsoft.com/office/drawing/2014/main" id="{8C3F5E81-C70F-2992-1C88-40244727E78A}"/>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1" name="Oval 936">
                  <a:extLst>
                    <a:ext uri="{FF2B5EF4-FFF2-40B4-BE49-F238E27FC236}">
                      <a16:creationId xmlns:a16="http://schemas.microsoft.com/office/drawing/2014/main" id="{CD1D59F7-ABC0-4DAE-8004-8BBEA6620D9F}"/>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62" name="Oval 937">
                  <a:extLst>
                    <a:ext uri="{FF2B5EF4-FFF2-40B4-BE49-F238E27FC236}">
                      <a16:creationId xmlns:a16="http://schemas.microsoft.com/office/drawing/2014/main" id="{D98F5D95-41BB-B437-ED9F-81EA0BD26D70}"/>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3" name="Rectangle 938">
                  <a:extLst>
                    <a:ext uri="{FF2B5EF4-FFF2-40B4-BE49-F238E27FC236}">
                      <a16:creationId xmlns:a16="http://schemas.microsoft.com/office/drawing/2014/main" id="{ED0E32F6-C9C0-4159-C4F0-153DC295FCC3}"/>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456" name="Group 906">
                <a:extLst>
                  <a:ext uri="{FF2B5EF4-FFF2-40B4-BE49-F238E27FC236}">
                    <a16:creationId xmlns:a16="http://schemas.microsoft.com/office/drawing/2014/main" id="{1B51148E-F01B-791E-D898-D42B3E13C1FB}"/>
                  </a:ext>
                </a:extLst>
              </p:cNvPr>
              <p:cNvGrpSpPr>
                <a:grpSpLocks/>
              </p:cNvGrpSpPr>
              <p:nvPr/>
            </p:nvGrpSpPr>
            <p:grpSpPr bwMode="auto">
              <a:xfrm>
                <a:off x="6514625" y="5227049"/>
                <a:ext cx="366712" cy="579438"/>
                <a:chOff x="4140" y="429"/>
                <a:chExt cx="1425" cy="2396"/>
              </a:xfrm>
            </p:grpSpPr>
            <p:sp>
              <p:nvSpPr>
                <p:cNvPr id="457" name="Freeform 907">
                  <a:extLst>
                    <a:ext uri="{FF2B5EF4-FFF2-40B4-BE49-F238E27FC236}">
                      <a16:creationId xmlns:a16="http://schemas.microsoft.com/office/drawing/2014/main" id="{48BE3C22-36B2-E720-013D-33E3EFF0BA00}"/>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Rectangle 908">
                  <a:extLst>
                    <a:ext uri="{FF2B5EF4-FFF2-40B4-BE49-F238E27FC236}">
                      <a16:creationId xmlns:a16="http://schemas.microsoft.com/office/drawing/2014/main" id="{92B40BE9-7EBC-6A40-9AA8-CED1739EF056}"/>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9" name="Freeform 909">
                  <a:extLst>
                    <a:ext uri="{FF2B5EF4-FFF2-40B4-BE49-F238E27FC236}">
                      <a16:creationId xmlns:a16="http://schemas.microsoft.com/office/drawing/2014/main" id="{8A0F53FF-DB11-1058-372A-95EDBD7149D7}"/>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Freeform 910">
                  <a:extLst>
                    <a:ext uri="{FF2B5EF4-FFF2-40B4-BE49-F238E27FC236}">
                      <a16:creationId xmlns:a16="http://schemas.microsoft.com/office/drawing/2014/main" id="{2791B07C-E907-6EDB-06C1-041EFCCCCFFE}"/>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Rectangle 911">
                  <a:extLst>
                    <a:ext uri="{FF2B5EF4-FFF2-40B4-BE49-F238E27FC236}">
                      <a16:creationId xmlns:a16="http://schemas.microsoft.com/office/drawing/2014/main" id="{53D9E9BF-F676-41ED-005E-DC72BA555BD8}"/>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62" name="Group 912">
                  <a:extLst>
                    <a:ext uri="{FF2B5EF4-FFF2-40B4-BE49-F238E27FC236}">
                      <a16:creationId xmlns:a16="http://schemas.microsoft.com/office/drawing/2014/main" id="{DF28FD6C-1563-55C1-26AC-0CEF1B4F59FC}"/>
                    </a:ext>
                  </a:extLst>
                </p:cNvPr>
                <p:cNvGrpSpPr>
                  <a:grpSpLocks/>
                </p:cNvGrpSpPr>
                <p:nvPr/>
              </p:nvGrpSpPr>
              <p:grpSpPr bwMode="auto">
                <a:xfrm>
                  <a:off x="4749" y="668"/>
                  <a:ext cx="581" cy="145"/>
                  <a:chOff x="614" y="2568"/>
                  <a:chExt cx="725" cy="139"/>
                </a:xfrm>
              </p:grpSpPr>
              <p:sp>
                <p:nvSpPr>
                  <p:cNvPr id="487" name="AutoShape 913">
                    <a:extLst>
                      <a:ext uri="{FF2B5EF4-FFF2-40B4-BE49-F238E27FC236}">
                        <a16:creationId xmlns:a16="http://schemas.microsoft.com/office/drawing/2014/main" id="{8F2291F7-CBAC-19F7-3E28-530D76C44033}"/>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8" name="AutoShape 914">
                    <a:extLst>
                      <a:ext uri="{FF2B5EF4-FFF2-40B4-BE49-F238E27FC236}">
                        <a16:creationId xmlns:a16="http://schemas.microsoft.com/office/drawing/2014/main" id="{48A12598-3617-E871-4B8D-368B705CE6EB}"/>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3" name="Rectangle 915">
                  <a:extLst>
                    <a:ext uri="{FF2B5EF4-FFF2-40B4-BE49-F238E27FC236}">
                      <a16:creationId xmlns:a16="http://schemas.microsoft.com/office/drawing/2014/main" id="{4C1099BA-D0B4-4537-71A5-4660A3264DA8}"/>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64" name="Group 916">
                  <a:extLst>
                    <a:ext uri="{FF2B5EF4-FFF2-40B4-BE49-F238E27FC236}">
                      <a16:creationId xmlns:a16="http://schemas.microsoft.com/office/drawing/2014/main" id="{D42605AA-3360-C381-02DC-A7317A4A9892}"/>
                    </a:ext>
                  </a:extLst>
                </p:cNvPr>
                <p:cNvGrpSpPr>
                  <a:grpSpLocks/>
                </p:cNvGrpSpPr>
                <p:nvPr/>
              </p:nvGrpSpPr>
              <p:grpSpPr bwMode="auto">
                <a:xfrm>
                  <a:off x="4747" y="994"/>
                  <a:ext cx="581" cy="134"/>
                  <a:chOff x="614" y="2568"/>
                  <a:chExt cx="725" cy="139"/>
                </a:xfrm>
              </p:grpSpPr>
              <p:sp>
                <p:nvSpPr>
                  <p:cNvPr id="485" name="AutoShape 917">
                    <a:extLst>
                      <a:ext uri="{FF2B5EF4-FFF2-40B4-BE49-F238E27FC236}">
                        <a16:creationId xmlns:a16="http://schemas.microsoft.com/office/drawing/2014/main" id="{6F7197E8-34A2-9872-9F4D-5EFF1DEED3A3}"/>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6" name="AutoShape 918">
                    <a:extLst>
                      <a:ext uri="{FF2B5EF4-FFF2-40B4-BE49-F238E27FC236}">
                        <a16:creationId xmlns:a16="http://schemas.microsoft.com/office/drawing/2014/main" id="{2351C903-5971-7BD6-B31F-AED951BF202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5" name="Rectangle 919">
                  <a:extLst>
                    <a:ext uri="{FF2B5EF4-FFF2-40B4-BE49-F238E27FC236}">
                      <a16:creationId xmlns:a16="http://schemas.microsoft.com/office/drawing/2014/main" id="{83747EA6-ABD0-6514-57BC-6E95D1AC81EF}"/>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66" name="Rectangle 920">
                  <a:extLst>
                    <a:ext uri="{FF2B5EF4-FFF2-40B4-BE49-F238E27FC236}">
                      <a16:creationId xmlns:a16="http://schemas.microsoft.com/office/drawing/2014/main" id="{5F76A5F1-4A66-0DA8-74B2-6B457C756E88}"/>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67" name="Group 921">
                  <a:extLst>
                    <a:ext uri="{FF2B5EF4-FFF2-40B4-BE49-F238E27FC236}">
                      <a16:creationId xmlns:a16="http://schemas.microsoft.com/office/drawing/2014/main" id="{5E85175E-95B3-186C-FBFF-5D7FE784F550}"/>
                    </a:ext>
                  </a:extLst>
                </p:cNvPr>
                <p:cNvGrpSpPr>
                  <a:grpSpLocks/>
                </p:cNvGrpSpPr>
                <p:nvPr/>
              </p:nvGrpSpPr>
              <p:grpSpPr bwMode="auto">
                <a:xfrm>
                  <a:off x="4735" y="1627"/>
                  <a:ext cx="582" cy="151"/>
                  <a:chOff x="614" y="2568"/>
                  <a:chExt cx="725" cy="139"/>
                </a:xfrm>
              </p:grpSpPr>
              <p:sp>
                <p:nvSpPr>
                  <p:cNvPr id="483" name="AutoShape 922">
                    <a:extLst>
                      <a:ext uri="{FF2B5EF4-FFF2-40B4-BE49-F238E27FC236}">
                        <a16:creationId xmlns:a16="http://schemas.microsoft.com/office/drawing/2014/main" id="{B0F5EBE1-8AA8-386D-B1DC-82441B6BFF42}"/>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4" name="AutoShape 923">
                    <a:extLst>
                      <a:ext uri="{FF2B5EF4-FFF2-40B4-BE49-F238E27FC236}">
                        <a16:creationId xmlns:a16="http://schemas.microsoft.com/office/drawing/2014/main" id="{C010D16E-49E6-F8A3-D0B5-56319E55181A}"/>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8" name="Freeform 924">
                  <a:extLst>
                    <a:ext uri="{FF2B5EF4-FFF2-40B4-BE49-F238E27FC236}">
                      <a16:creationId xmlns:a16="http://schemas.microsoft.com/office/drawing/2014/main" id="{3A1A802D-36D4-A888-3EF3-78AFFB509F65}"/>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69" name="Group 925">
                  <a:extLst>
                    <a:ext uri="{FF2B5EF4-FFF2-40B4-BE49-F238E27FC236}">
                      <a16:creationId xmlns:a16="http://schemas.microsoft.com/office/drawing/2014/main" id="{F779F284-D32B-7761-F48B-50586BFB0AC5}"/>
                    </a:ext>
                  </a:extLst>
                </p:cNvPr>
                <p:cNvGrpSpPr>
                  <a:grpSpLocks/>
                </p:cNvGrpSpPr>
                <p:nvPr/>
              </p:nvGrpSpPr>
              <p:grpSpPr bwMode="auto">
                <a:xfrm>
                  <a:off x="4739" y="1327"/>
                  <a:ext cx="582" cy="139"/>
                  <a:chOff x="614" y="2568"/>
                  <a:chExt cx="725" cy="139"/>
                </a:xfrm>
              </p:grpSpPr>
              <p:sp>
                <p:nvSpPr>
                  <p:cNvPr id="481" name="AutoShape 926">
                    <a:extLst>
                      <a:ext uri="{FF2B5EF4-FFF2-40B4-BE49-F238E27FC236}">
                        <a16:creationId xmlns:a16="http://schemas.microsoft.com/office/drawing/2014/main" id="{CA6A4D6E-9C48-20F3-AC43-061BAA108FBF}"/>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2" name="AutoShape 927">
                    <a:extLst>
                      <a:ext uri="{FF2B5EF4-FFF2-40B4-BE49-F238E27FC236}">
                        <a16:creationId xmlns:a16="http://schemas.microsoft.com/office/drawing/2014/main" id="{F7F20394-F2B2-4603-4CA2-2DC5DE47DF6F}"/>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70" name="Rectangle 928">
                  <a:extLst>
                    <a:ext uri="{FF2B5EF4-FFF2-40B4-BE49-F238E27FC236}">
                      <a16:creationId xmlns:a16="http://schemas.microsoft.com/office/drawing/2014/main" id="{801F1439-4CA1-38AC-FECB-83D434482DAB}"/>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1" name="Freeform 929">
                  <a:extLst>
                    <a:ext uri="{FF2B5EF4-FFF2-40B4-BE49-F238E27FC236}">
                      <a16:creationId xmlns:a16="http://schemas.microsoft.com/office/drawing/2014/main" id="{2DD6FA59-8342-03CD-1519-E292B41ACD6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Freeform 930">
                  <a:extLst>
                    <a:ext uri="{FF2B5EF4-FFF2-40B4-BE49-F238E27FC236}">
                      <a16:creationId xmlns:a16="http://schemas.microsoft.com/office/drawing/2014/main" id="{D15B0020-122E-C21A-7FFE-7B7BA4A9DCB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Oval 931">
                  <a:extLst>
                    <a:ext uri="{FF2B5EF4-FFF2-40B4-BE49-F238E27FC236}">
                      <a16:creationId xmlns:a16="http://schemas.microsoft.com/office/drawing/2014/main" id="{7DED283F-CC7A-8ABA-C0F6-D58598522BE4}"/>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4" name="Freeform 932">
                  <a:extLst>
                    <a:ext uri="{FF2B5EF4-FFF2-40B4-BE49-F238E27FC236}">
                      <a16:creationId xmlns:a16="http://schemas.microsoft.com/office/drawing/2014/main" id="{109B13F9-26BA-061F-2F8D-3B069262880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AutoShape 933">
                  <a:extLst>
                    <a:ext uri="{FF2B5EF4-FFF2-40B4-BE49-F238E27FC236}">
                      <a16:creationId xmlns:a16="http://schemas.microsoft.com/office/drawing/2014/main" id="{DBA3EB8D-C65D-AA71-941A-63D7368089EB}"/>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6" name="AutoShape 934">
                  <a:extLst>
                    <a:ext uri="{FF2B5EF4-FFF2-40B4-BE49-F238E27FC236}">
                      <a16:creationId xmlns:a16="http://schemas.microsoft.com/office/drawing/2014/main" id="{7046A354-F25B-A18E-338C-9A20609E2FAB}"/>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7" name="Oval 935">
                  <a:extLst>
                    <a:ext uri="{FF2B5EF4-FFF2-40B4-BE49-F238E27FC236}">
                      <a16:creationId xmlns:a16="http://schemas.microsoft.com/office/drawing/2014/main" id="{E221C83E-F268-66CB-3DCB-208A185D5275}"/>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8" name="Oval 936">
                  <a:extLst>
                    <a:ext uri="{FF2B5EF4-FFF2-40B4-BE49-F238E27FC236}">
                      <a16:creationId xmlns:a16="http://schemas.microsoft.com/office/drawing/2014/main" id="{037E4292-EAFC-6386-4553-C802EEFFD3DD}"/>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479" name="Oval 937">
                  <a:extLst>
                    <a:ext uri="{FF2B5EF4-FFF2-40B4-BE49-F238E27FC236}">
                      <a16:creationId xmlns:a16="http://schemas.microsoft.com/office/drawing/2014/main" id="{965D8923-5D0A-1D4B-1CB6-6A92013C7574}"/>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0" name="Rectangle 938">
                  <a:extLst>
                    <a:ext uri="{FF2B5EF4-FFF2-40B4-BE49-F238E27FC236}">
                      <a16:creationId xmlns:a16="http://schemas.microsoft.com/office/drawing/2014/main" id="{796F9286-B2D2-E33A-9065-CE7D98E854D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489" name="Group 488">
                <a:extLst>
                  <a:ext uri="{FF2B5EF4-FFF2-40B4-BE49-F238E27FC236}">
                    <a16:creationId xmlns:a16="http://schemas.microsoft.com/office/drawing/2014/main" id="{3D913E2C-2B33-FEB2-A029-FE73744A502A}"/>
                  </a:ext>
                </a:extLst>
              </p:cNvPr>
              <p:cNvGrpSpPr/>
              <p:nvPr/>
            </p:nvGrpSpPr>
            <p:grpSpPr>
              <a:xfrm>
                <a:off x="5273431" y="5615543"/>
                <a:ext cx="683116" cy="378456"/>
                <a:chOff x="7493876" y="2774731"/>
                <a:chExt cx="1481958" cy="894622"/>
              </a:xfrm>
            </p:grpSpPr>
            <p:sp>
              <p:nvSpPr>
                <p:cNvPr id="490" name="Freeform 293">
                  <a:extLst>
                    <a:ext uri="{FF2B5EF4-FFF2-40B4-BE49-F238E27FC236}">
                      <a16:creationId xmlns:a16="http://schemas.microsoft.com/office/drawing/2014/main" id="{B2F966B7-0C35-FE39-455C-3806D086544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1" name="Oval 490">
                  <a:extLst>
                    <a:ext uri="{FF2B5EF4-FFF2-40B4-BE49-F238E27FC236}">
                      <a16:creationId xmlns:a16="http://schemas.microsoft.com/office/drawing/2014/main" id="{0BE5E37E-D916-C547-91AB-3A5662BD75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2" name="Group 491">
                  <a:extLst>
                    <a:ext uri="{FF2B5EF4-FFF2-40B4-BE49-F238E27FC236}">
                      <a16:creationId xmlns:a16="http://schemas.microsoft.com/office/drawing/2014/main" id="{D33F8598-CE63-BB5A-8036-7A66F66CAA7E}"/>
                    </a:ext>
                  </a:extLst>
                </p:cNvPr>
                <p:cNvGrpSpPr/>
                <p:nvPr/>
              </p:nvGrpSpPr>
              <p:grpSpPr>
                <a:xfrm>
                  <a:off x="7713663" y="2848339"/>
                  <a:ext cx="1042107" cy="425543"/>
                  <a:chOff x="7786941" y="2884917"/>
                  <a:chExt cx="897649" cy="353919"/>
                </a:xfrm>
              </p:grpSpPr>
              <p:sp>
                <p:nvSpPr>
                  <p:cNvPr id="493" name="Freeform 296">
                    <a:extLst>
                      <a:ext uri="{FF2B5EF4-FFF2-40B4-BE49-F238E27FC236}">
                        <a16:creationId xmlns:a16="http://schemas.microsoft.com/office/drawing/2014/main" id="{8E96E0A3-6917-D78F-AB2D-85720ED958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297">
                    <a:extLst>
                      <a:ext uri="{FF2B5EF4-FFF2-40B4-BE49-F238E27FC236}">
                        <a16:creationId xmlns:a16="http://schemas.microsoft.com/office/drawing/2014/main" id="{A73A777A-42B2-FA2C-6E78-490CB295C8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298">
                    <a:extLst>
                      <a:ext uri="{FF2B5EF4-FFF2-40B4-BE49-F238E27FC236}">
                        <a16:creationId xmlns:a16="http://schemas.microsoft.com/office/drawing/2014/main" id="{0BD10E93-15AD-96C8-5683-485423909E1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6" name="Freeform 299">
                    <a:extLst>
                      <a:ext uri="{FF2B5EF4-FFF2-40B4-BE49-F238E27FC236}">
                        <a16:creationId xmlns:a16="http://schemas.microsoft.com/office/drawing/2014/main" id="{B993489C-3E15-D8B9-BB0E-9C76E3A876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498" name="Straight Connector 497">
                <a:extLst>
                  <a:ext uri="{FF2B5EF4-FFF2-40B4-BE49-F238E27FC236}">
                    <a16:creationId xmlns:a16="http://schemas.microsoft.com/office/drawing/2014/main" id="{1C033219-0B58-38DA-C5D6-400C1260B1AE}"/>
                  </a:ext>
                </a:extLst>
              </p:cNvPr>
              <p:cNvCxnSpPr/>
              <p:nvPr/>
            </p:nvCxnSpPr>
            <p:spPr>
              <a:xfrm>
                <a:off x="5792273" y="5995978"/>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6" name="Group 535">
                <a:extLst>
                  <a:ext uri="{FF2B5EF4-FFF2-40B4-BE49-F238E27FC236}">
                    <a16:creationId xmlns:a16="http://schemas.microsoft.com/office/drawing/2014/main" id="{21101BA5-3961-8F32-1195-34C191FD5702}"/>
                  </a:ext>
                </a:extLst>
              </p:cNvPr>
              <p:cNvGrpSpPr/>
              <p:nvPr/>
            </p:nvGrpSpPr>
            <p:grpSpPr>
              <a:xfrm>
                <a:off x="5649769" y="4255221"/>
                <a:ext cx="736270" cy="422596"/>
                <a:chOff x="3668110" y="2448910"/>
                <a:chExt cx="3794234" cy="2165130"/>
              </a:xfrm>
            </p:grpSpPr>
            <p:sp>
              <p:nvSpPr>
                <p:cNvPr id="537" name="Rectangle 536">
                  <a:extLst>
                    <a:ext uri="{FF2B5EF4-FFF2-40B4-BE49-F238E27FC236}">
                      <a16:creationId xmlns:a16="http://schemas.microsoft.com/office/drawing/2014/main" id="{FFBC1181-68CF-505A-E1FF-D68609B17B2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8" name="Freeform 278">
                  <a:extLst>
                    <a:ext uri="{FF2B5EF4-FFF2-40B4-BE49-F238E27FC236}">
                      <a16:creationId xmlns:a16="http://schemas.microsoft.com/office/drawing/2014/main" id="{027600E6-DEE6-66B3-E7B9-425916486B8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9" name="Group 538">
                  <a:extLst>
                    <a:ext uri="{FF2B5EF4-FFF2-40B4-BE49-F238E27FC236}">
                      <a16:creationId xmlns:a16="http://schemas.microsoft.com/office/drawing/2014/main" id="{77FC680E-C053-2402-448D-26ACEC88D124}"/>
                    </a:ext>
                  </a:extLst>
                </p:cNvPr>
                <p:cNvGrpSpPr/>
                <p:nvPr/>
              </p:nvGrpSpPr>
              <p:grpSpPr>
                <a:xfrm>
                  <a:off x="3941378" y="2603243"/>
                  <a:ext cx="3202061" cy="1066110"/>
                  <a:chOff x="7939341" y="3037317"/>
                  <a:chExt cx="897649" cy="353919"/>
                </a:xfrm>
              </p:grpSpPr>
              <p:sp>
                <p:nvSpPr>
                  <p:cNvPr id="540" name="Freeform 280">
                    <a:extLst>
                      <a:ext uri="{FF2B5EF4-FFF2-40B4-BE49-F238E27FC236}">
                        <a16:creationId xmlns:a16="http://schemas.microsoft.com/office/drawing/2014/main" id="{4B7A8539-EF8C-120D-DE02-A1D15A7EE7B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1" name="Freeform 281">
                    <a:extLst>
                      <a:ext uri="{FF2B5EF4-FFF2-40B4-BE49-F238E27FC236}">
                        <a16:creationId xmlns:a16="http://schemas.microsoft.com/office/drawing/2014/main" id="{8F92A7A1-D371-AAFB-34A5-D5B2A98F3B2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2" name="Freeform 282">
                    <a:extLst>
                      <a:ext uri="{FF2B5EF4-FFF2-40B4-BE49-F238E27FC236}">
                        <a16:creationId xmlns:a16="http://schemas.microsoft.com/office/drawing/2014/main" id="{4D344CB0-D144-6E7E-E738-EBDF6B54BCB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283">
                    <a:extLst>
                      <a:ext uri="{FF2B5EF4-FFF2-40B4-BE49-F238E27FC236}">
                        <a16:creationId xmlns:a16="http://schemas.microsoft.com/office/drawing/2014/main" id="{6FDF79E7-8AA9-5DD4-EC20-3FE244C84C2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93A7ECC4-E4D5-67D3-CC94-B42D368FFD0E}"/>
                  </a:ext>
                </a:extLst>
              </p:cNvPr>
              <p:cNvGrpSpPr/>
              <p:nvPr/>
            </p:nvGrpSpPr>
            <p:grpSpPr>
              <a:xfrm>
                <a:off x="6498569" y="3907475"/>
                <a:ext cx="683116" cy="378456"/>
                <a:chOff x="7493876" y="2774731"/>
                <a:chExt cx="1481958" cy="894622"/>
              </a:xfrm>
            </p:grpSpPr>
            <p:sp>
              <p:nvSpPr>
                <p:cNvPr id="555" name="Freeform 285">
                  <a:extLst>
                    <a:ext uri="{FF2B5EF4-FFF2-40B4-BE49-F238E27FC236}">
                      <a16:creationId xmlns:a16="http://schemas.microsoft.com/office/drawing/2014/main" id="{22F3C07C-262E-CB00-E139-6C2FF70893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EB0B4C34-09EC-74F6-4FCC-80F2348E1BE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C230BE7B-80C9-E2DE-6591-5D6EC1B7DCDB}"/>
                    </a:ext>
                  </a:extLst>
                </p:cNvPr>
                <p:cNvGrpSpPr/>
                <p:nvPr/>
              </p:nvGrpSpPr>
              <p:grpSpPr>
                <a:xfrm>
                  <a:off x="7713663" y="2848339"/>
                  <a:ext cx="1042107" cy="425543"/>
                  <a:chOff x="7786941" y="2884917"/>
                  <a:chExt cx="897649" cy="353919"/>
                </a:xfrm>
              </p:grpSpPr>
              <p:sp>
                <p:nvSpPr>
                  <p:cNvPr id="558" name="Freeform 288">
                    <a:extLst>
                      <a:ext uri="{FF2B5EF4-FFF2-40B4-BE49-F238E27FC236}">
                        <a16:creationId xmlns:a16="http://schemas.microsoft.com/office/drawing/2014/main" id="{B93D46C1-CA0E-2313-9163-5C3DC9BDDF9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289">
                    <a:extLst>
                      <a:ext uri="{FF2B5EF4-FFF2-40B4-BE49-F238E27FC236}">
                        <a16:creationId xmlns:a16="http://schemas.microsoft.com/office/drawing/2014/main" id="{3DC3CFA9-1B33-9619-D06A-5997C6FFDDA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290">
                    <a:extLst>
                      <a:ext uri="{FF2B5EF4-FFF2-40B4-BE49-F238E27FC236}">
                        <a16:creationId xmlns:a16="http://schemas.microsoft.com/office/drawing/2014/main" id="{BB2B2729-4E30-C4E8-6D7A-5C9AE75B870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291">
                    <a:extLst>
                      <a:ext uri="{FF2B5EF4-FFF2-40B4-BE49-F238E27FC236}">
                        <a16:creationId xmlns:a16="http://schemas.microsoft.com/office/drawing/2014/main" id="{F531C054-F521-2891-9B72-B193CD31A47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62" name="Group 44">
                <a:extLst>
                  <a:ext uri="{FF2B5EF4-FFF2-40B4-BE49-F238E27FC236}">
                    <a16:creationId xmlns:a16="http://schemas.microsoft.com/office/drawing/2014/main" id="{E7FD9418-FBCC-0173-9D99-0E614B56356F}"/>
                  </a:ext>
                </a:extLst>
              </p:cNvPr>
              <p:cNvGrpSpPr>
                <a:grpSpLocks/>
              </p:cNvGrpSpPr>
              <p:nvPr/>
            </p:nvGrpSpPr>
            <p:grpSpPr bwMode="auto">
              <a:xfrm>
                <a:off x="5979637" y="2647362"/>
                <a:ext cx="903288" cy="727075"/>
                <a:chOff x="-44" y="1473"/>
                <a:chExt cx="981" cy="1105"/>
              </a:xfrm>
            </p:grpSpPr>
            <p:pic>
              <p:nvPicPr>
                <p:cNvPr id="563" name="Picture 45" descr="desktop_computer_stylized_medium">
                  <a:extLst>
                    <a:ext uri="{FF2B5EF4-FFF2-40B4-BE49-F238E27FC236}">
                      <a16:creationId xmlns:a16="http://schemas.microsoft.com/office/drawing/2014/main" id="{BA4D7597-1797-CC0F-8102-0F190375C4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4" name="Freeform 46">
                  <a:extLst>
                    <a:ext uri="{FF2B5EF4-FFF2-40B4-BE49-F238E27FC236}">
                      <a16:creationId xmlns:a16="http://schemas.microsoft.com/office/drawing/2014/main" id="{E8797185-E6EB-AEE4-91FF-9E0923657B32}"/>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nvGrpSpPr>
          <p:cNvPr id="565" name="Group 564">
            <a:extLst>
              <a:ext uri="{FF2B5EF4-FFF2-40B4-BE49-F238E27FC236}">
                <a16:creationId xmlns:a16="http://schemas.microsoft.com/office/drawing/2014/main" id="{FDFDC706-D5AD-69CA-0B1D-0DE220CB3F8A}"/>
              </a:ext>
            </a:extLst>
          </p:cNvPr>
          <p:cNvGrpSpPr/>
          <p:nvPr/>
        </p:nvGrpSpPr>
        <p:grpSpPr>
          <a:xfrm>
            <a:off x="193033" y="2235508"/>
            <a:ext cx="7109314" cy="3996612"/>
            <a:chOff x="193033" y="2159308"/>
            <a:chExt cx="7109314" cy="3996612"/>
          </a:xfrm>
        </p:grpSpPr>
        <p:sp>
          <p:nvSpPr>
            <p:cNvPr id="566" name="TextBox 565">
              <a:extLst>
                <a:ext uri="{FF2B5EF4-FFF2-40B4-BE49-F238E27FC236}">
                  <a16:creationId xmlns:a16="http://schemas.microsoft.com/office/drawing/2014/main" id="{E0AC112C-50EF-F3A2-3521-8A3E9644F420}"/>
                </a:ext>
              </a:extLst>
            </p:cNvPr>
            <p:cNvSpPr txBox="1"/>
            <p:nvPr/>
          </p:nvSpPr>
          <p:spPr>
            <a:xfrm>
              <a:off x="193033" y="3958395"/>
              <a:ext cx="3273826" cy="2197525"/>
            </a:xfrm>
            <a:prstGeom prst="rect">
              <a:avLst/>
            </a:prstGeom>
            <a:noFill/>
          </p:spPr>
          <p:txBody>
            <a:bodyPr wrap="square" rtlCol="0">
              <a:spAutoFit/>
            </a:bodyPr>
            <a:lstStyle/>
            <a:p>
              <a:pPr marL="0" marR="0" lvl="0" indent="0" algn="r" defTabSz="914400" rtl="1" eaLnBrk="1" fontAlgn="auto" latinLnBrk="0" hangingPunct="1">
                <a:lnSpc>
                  <a:spcPct val="120000"/>
                </a:lnSpc>
                <a:spcBef>
                  <a:spcPts val="0"/>
                </a:spcBef>
                <a:spcAft>
                  <a:spcPts val="0"/>
                </a:spcAft>
                <a:buClrTx/>
                <a:buSzTx/>
                <a:buFontTx/>
                <a:buNone/>
                <a:tabLst/>
                <a:defRPr/>
              </a:pPr>
              <a:r>
                <a:rPr kumimoji="0" lang="fa-IR" sz="1800" b="1" i="0" u="none" strike="noStrike" kern="1200" cap="none" spc="0" normalizeH="0" baseline="0" noProof="0" dirty="0">
                  <a:ln>
                    <a:noFill/>
                  </a:ln>
                  <a:solidFill>
                    <a:srgbClr val="C00000"/>
                  </a:solidFill>
                  <a:effectLst/>
                  <a:uLnTx/>
                  <a:uFillTx/>
                  <a:latin typeface="IRANSans(FaNum)" panose="02040503050201020203" pitchFamily="18" charset="-78"/>
                  <a:ea typeface="+mn-ea"/>
                  <a:cs typeface="IRANSans(FaNum)" panose="02040503050201020203" pitchFamily="18" charset="-78"/>
                </a:rPr>
                <a:t>پروتکل مدیریت شبکه:</a:t>
              </a:r>
            </a:p>
            <a:p>
              <a:pPr marL="0" marR="0" lvl="0" indent="0" algn="r" defTabSz="914400" rtl="1" eaLnBrk="1" fontAlgn="auto" latinLnBrk="0" hangingPunct="1">
                <a:lnSpc>
                  <a:spcPct val="120000"/>
                </a:lnSpc>
                <a:spcBef>
                  <a:spcPts val="0"/>
                </a:spcBef>
                <a:spcAft>
                  <a:spcPts val="0"/>
                </a:spcAft>
                <a:buClrTx/>
                <a:buSzTx/>
                <a:buFontTx/>
                <a:buNone/>
                <a:tabLst/>
                <a:defRPr/>
              </a:pPr>
              <a:r>
                <a:rPr lang="fa-IR" sz="1600" b="1" dirty="0">
                  <a:solidFill>
                    <a:srgbClr val="0000C8"/>
                  </a:solidFill>
                  <a:latin typeface="IRANSans(FaNum)" panose="02040503050201020203" pitchFamily="18" charset="-78"/>
                  <a:cs typeface="IRANSans(FaNum)" panose="02040503050201020203" pitchFamily="18" charset="-78"/>
                </a:rPr>
                <a:t>استفاده شده توسط سیستم مدیریتی برای پرس و جو و پیکربندی دستگاه‌های تحت مدیریت و همچنین استفاده شده توسط دستگاه‌های تحت مدیریت برای اطلاع‌رسانی اطلاعات رخدادها به سیستم مدیریتی</a:t>
              </a:r>
              <a:endParaRPr lang="en-US" sz="2000" dirty="0"/>
            </a:p>
          </p:txBody>
        </p:sp>
        <p:grpSp>
          <p:nvGrpSpPr>
            <p:cNvPr id="567" name="Group 566">
              <a:extLst>
                <a:ext uri="{FF2B5EF4-FFF2-40B4-BE49-F238E27FC236}">
                  <a16:creationId xmlns:a16="http://schemas.microsoft.com/office/drawing/2014/main" id="{9F0E8A1C-D20A-B394-9F9E-E8E2D336DC6C}"/>
                </a:ext>
              </a:extLst>
            </p:cNvPr>
            <p:cNvGrpSpPr/>
            <p:nvPr/>
          </p:nvGrpSpPr>
          <p:grpSpPr>
            <a:xfrm>
              <a:off x="3813036" y="2159308"/>
              <a:ext cx="3489311" cy="3028804"/>
              <a:chOff x="3813036" y="2159308"/>
              <a:chExt cx="3489311" cy="3028804"/>
            </a:xfrm>
          </p:grpSpPr>
          <p:cxnSp>
            <p:nvCxnSpPr>
              <p:cNvPr id="568" name="Straight Arrow Connector 567">
                <a:extLst>
                  <a:ext uri="{FF2B5EF4-FFF2-40B4-BE49-F238E27FC236}">
                    <a16:creationId xmlns:a16="http://schemas.microsoft.com/office/drawing/2014/main" id="{9B84FD3E-34A3-7B1A-1978-A99E215B915E}"/>
                  </a:ext>
                </a:extLst>
              </p:cNvPr>
              <p:cNvCxnSpPr>
                <a:cxnSpLocks/>
                <a:endCxn id="519" idx="1"/>
              </p:cNvCxnSpPr>
              <p:nvPr/>
            </p:nvCxnSpPr>
            <p:spPr>
              <a:xfrm flipH="1">
                <a:off x="3813036" y="3013112"/>
                <a:ext cx="20834" cy="217500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69" name="Straight Arrow Connector 568">
                <a:extLst>
                  <a:ext uri="{FF2B5EF4-FFF2-40B4-BE49-F238E27FC236}">
                    <a16:creationId xmlns:a16="http://schemas.microsoft.com/office/drawing/2014/main" id="{5E64CBA7-6ED3-4A25-481F-4FA77A1CDC29}"/>
                  </a:ext>
                </a:extLst>
              </p:cNvPr>
              <p:cNvCxnSpPr>
                <a:cxnSpLocks/>
              </p:cNvCxnSpPr>
              <p:nvPr/>
            </p:nvCxnSpPr>
            <p:spPr>
              <a:xfrm>
                <a:off x="3831136" y="3020190"/>
                <a:ext cx="3471211" cy="185661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0" name="Straight Arrow Connector 569">
                <a:extLst>
                  <a:ext uri="{FF2B5EF4-FFF2-40B4-BE49-F238E27FC236}">
                    <a16:creationId xmlns:a16="http://schemas.microsoft.com/office/drawing/2014/main" id="{3E005E27-8D34-C72B-8AB1-9E5AF372149B}"/>
                  </a:ext>
                </a:extLst>
              </p:cNvPr>
              <p:cNvCxnSpPr>
                <a:cxnSpLocks/>
              </p:cNvCxnSpPr>
              <p:nvPr/>
            </p:nvCxnSpPr>
            <p:spPr>
              <a:xfrm>
                <a:off x="3831136" y="3026864"/>
                <a:ext cx="3294941" cy="59952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1" name="Straight Arrow Connector 570">
                <a:extLst>
                  <a:ext uri="{FF2B5EF4-FFF2-40B4-BE49-F238E27FC236}">
                    <a16:creationId xmlns:a16="http://schemas.microsoft.com/office/drawing/2014/main" id="{0D4DC714-C51A-DA87-9185-39690FB44718}"/>
                  </a:ext>
                </a:extLst>
              </p:cNvPr>
              <p:cNvCxnSpPr>
                <a:cxnSpLocks/>
              </p:cNvCxnSpPr>
              <p:nvPr/>
            </p:nvCxnSpPr>
            <p:spPr>
              <a:xfrm flipV="1">
                <a:off x="3841147" y="2159308"/>
                <a:ext cx="3084791" cy="860882"/>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2" name="Straight Arrow Connector 571">
                <a:extLst>
                  <a:ext uri="{FF2B5EF4-FFF2-40B4-BE49-F238E27FC236}">
                    <a16:creationId xmlns:a16="http://schemas.microsoft.com/office/drawing/2014/main" id="{BDCA4BE6-8FAF-E0F3-D78B-ED5DC006A073}"/>
                  </a:ext>
                </a:extLst>
              </p:cNvPr>
              <p:cNvCxnSpPr>
                <a:cxnSpLocks/>
              </p:cNvCxnSpPr>
              <p:nvPr/>
            </p:nvCxnSpPr>
            <p:spPr>
              <a:xfrm>
                <a:off x="3834473" y="3023527"/>
                <a:ext cx="458433" cy="83788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677282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575"/>
                                        </p:tgtEl>
                                        <p:attrNameLst>
                                          <p:attrName>style.visibility</p:attrName>
                                        </p:attrNameLst>
                                      </p:cBhvr>
                                      <p:to>
                                        <p:strVal val="visible"/>
                                      </p:to>
                                    </p:set>
                                    <p:anim calcmode="lin" valueType="num">
                                      <p:cBhvr>
                                        <p:cTn id="19" dur="500" fill="hold"/>
                                        <p:tgtEl>
                                          <p:spTgt spid="575"/>
                                        </p:tgtEl>
                                        <p:attrNameLst>
                                          <p:attrName>ppt_w</p:attrName>
                                        </p:attrNameLst>
                                      </p:cBhvr>
                                      <p:tavLst>
                                        <p:tav tm="0">
                                          <p:val>
                                            <p:fltVal val="0"/>
                                          </p:val>
                                        </p:tav>
                                        <p:tav tm="100000">
                                          <p:val>
                                            <p:strVal val="#ppt_w"/>
                                          </p:val>
                                        </p:tav>
                                      </p:tavLst>
                                    </p:anim>
                                    <p:anim calcmode="lin" valueType="num">
                                      <p:cBhvr>
                                        <p:cTn id="20" dur="500" fill="hold"/>
                                        <p:tgtEl>
                                          <p:spTgt spid="575"/>
                                        </p:tgtEl>
                                        <p:attrNameLst>
                                          <p:attrName>ppt_h</p:attrName>
                                        </p:attrNameLst>
                                      </p:cBhvr>
                                      <p:tavLst>
                                        <p:tav tm="0">
                                          <p:val>
                                            <p:fltVal val="0"/>
                                          </p:val>
                                        </p:tav>
                                        <p:tav tm="100000">
                                          <p:val>
                                            <p:strVal val="#ppt_h"/>
                                          </p:val>
                                        </p:tav>
                                      </p:tavLst>
                                    </p:anim>
                                    <p:animEffect transition="in" filter="fade">
                                      <p:cBhvr>
                                        <p:cTn id="21" dur="500"/>
                                        <p:tgtEl>
                                          <p:spTgt spid="57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544"/>
                                        </p:tgtEl>
                                        <p:attrNameLst>
                                          <p:attrName>style.visibility</p:attrName>
                                        </p:attrNameLst>
                                      </p:cBhvr>
                                      <p:to>
                                        <p:strVal val="visible"/>
                                      </p:to>
                                    </p:set>
                                    <p:animEffect transition="in" filter="wipe(right)">
                                      <p:cBhvr>
                                        <p:cTn id="26" dur="500"/>
                                        <p:tgtEl>
                                          <p:spTgt spid="544"/>
                                        </p:tgtEl>
                                      </p:cBhvr>
                                    </p:animEffect>
                                  </p:childTnLst>
                                </p:cTn>
                              </p:par>
                            </p:childTnLst>
                          </p:cTn>
                        </p:par>
                        <p:par>
                          <p:cTn id="27" fill="hold">
                            <p:stCondLst>
                              <p:cond delay="500"/>
                            </p:stCondLst>
                            <p:childTnLst>
                              <p:par>
                                <p:cTn id="28" presetID="9" presetClass="entr" presetSubtype="0" fill="hold" grpId="0" nodeType="afterEffect">
                                  <p:stCondLst>
                                    <p:cond delay="0"/>
                                  </p:stCondLst>
                                  <p:childTnLst>
                                    <p:set>
                                      <p:cBhvr>
                                        <p:cTn id="29" dur="1" fill="hold">
                                          <p:stCondLst>
                                            <p:cond delay="0"/>
                                          </p:stCondLst>
                                        </p:cTn>
                                        <p:tgtEl>
                                          <p:spTgt spid="551"/>
                                        </p:tgtEl>
                                        <p:attrNameLst>
                                          <p:attrName>style.visibility</p:attrName>
                                        </p:attrNameLst>
                                      </p:cBhvr>
                                      <p:to>
                                        <p:strVal val="visible"/>
                                      </p:to>
                                    </p:set>
                                    <p:animEffect transition="in" filter="dissolve">
                                      <p:cBhvr>
                                        <p:cTn id="30" dur="500"/>
                                        <p:tgtEl>
                                          <p:spTgt spid="5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499"/>
                                        </p:tgtEl>
                                        <p:attrNameLst>
                                          <p:attrName>style.visibility</p:attrName>
                                        </p:attrNameLst>
                                      </p:cBhvr>
                                      <p:to>
                                        <p:strVal val="visible"/>
                                      </p:to>
                                    </p:set>
                                    <p:animEffect transition="in" filter="dissolve">
                                      <p:cBhvr>
                                        <p:cTn id="35" dur="1000"/>
                                        <p:tgtEl>
                                          <p:spTgt spid="499"/>
                                        </p:tgtEl>
                                      </p:cBhvr>
                                    </p:animEffect>
                                  </p:childTnLst>
                                </p:cTn>
                              </p:par>
                              <p:par>
                                <p:cTn id="36" presetID="9" presetClass="entr" presetSubtype="0" fill="hold" nodeType="withEffect">
                                  <p:stCondLst>
                                    <p:cond delay="0"/>
                                  </p:stCondLst>
                                  <p:childTnLst>
                                    <p:set>
                                      <p:cBhvr>
                                        <p:cTn id="37" dur="1" fill="hold">
                                          <p:stCondLst>
                                            <p:cond delay="0"/>
                                          </p:stCondLst>
                                        </p:cTn>
                                        <p:tgtEl>
                                          <p:spTgt spid="33"/>
                                        </p:tgtEl>
                                        <p:attrNameLst>
                                          <p:attrName>style.visibility</p:attrName>
                                        </p:attrNameLst>
                                      </p:cBhvr>
                                      <p:to>
                                        <p:strVal val="visible"/>
                                      </p:to>
                                    </p:set>
                                    <p:animEffect transition="in" filter="dissolve">
                                      <p:cBhvr>
                                        <p:cTn id="38" dur="1000"/>
                                        <p:tgtEl>
                                          <p:spTgt spid="33"/>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52"/>
                                        </p:tgtEl>
                                        <p:attrNameLst>
                                          <p:attrName>style.visibility</p:attrName>
                                        </p:attrNameLst>
                                      </p:cBhvr>
                                      <p:to>
                                        <p:strVal val="visible"/>
                                      </p:to>
                                    </p:set>
                                    <p:animEffect transition="in" filter="dissolve">
                                      <p:cBhvr>
                                        <p:cTn id="41" dur="1000"/>
                                        <p:tgtEl>
                                          <p:spTgt spid="552"/>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553"/>
                                        </p:tgtEl>
                                        <p:attrNameLst>
                                          <p:attrName>style.visibility</p:attrName>
                                        </p:attrNameLst>
                                      </p:cBhvr>
                                      <p:to>
                                        <p:strVal val="visible"/>
                                      </p:to>
                                    </p:set>
                                    <p:animEffect transition="in" filter="dissolve">
                                      <p:cBhvr>
                                        <p:cTn id="46" dur="1000"/>
                                        <p:tgtEl>
                                          <p:spTgt spid="55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565"/>
                                        </p:tgtEl>
                                        <p:attrNameLst>
                                          <p:attrName>style.visibility</p:attrName>
                                        </p:attrNameLst>
                                      </p:cBhvr>
                                      <p:to>
                                        <p:strVal val="visible"/>
                                      </p:to>
                                    </p:set>
                                    <p:animEffect transition="in" filter="dissolve">
                                      <p:cBhvr>
                                        <p:cTn id="51" dur="1000"/>
                                        <p:tgtEl>
                                          <p:spTgt spid="5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551" grpId="0"/>
      <p:bldP spid="552" grpId="0"/>
      <p:bldP spid="55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259808" y="1290004"/>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رویکردهای اپراتورهای شبکه برای مدیریت شبکه</a:t>
            </a:r>
          </a:p>
        </p:txBody>
      </p:sp>
      <p:grpSp>
        <p:nvGrpSpPr>
          <p:cNvPr id="12" name="Group 11">
            <a:extLst>
              <a:ext uri="{FF2B5EF4-FFF2-40B4-BE49-F238E27FC236}">
                <a16:creationId xmlns:a16="http://schemas.microsoft.com/office/drawing/2014/main" id="{9859F39C-0F6E-F383-B532-035A69452356}"/>
              </a:ext>
            </a:extLst>
          </p:cNvPr>
          <p:cNvGrpSpPr/>
          <p:nvPr/>
        </p:nvGrpSpPr>
        <p:grpSpPr>
          <a:xfrm>
            <a:off x="157559" y="1846895"/>
            <a:ext cx="5719129" cy="4293146"/>
            <a:chOff x="2739071" y="1963344"/>
            <a:chExt cx="5719129" cy="4293146"/>
          </a:xfrm>
        </p:grpSpPr>
        <p:sp>
          <p:nvSpPr>
            <p:cNvPr id="8" name="Freeform 2">
              <a:extLst>
                <a:ext uri="{FF2B5EF4-FFF2-40B4-BE49-F238E27FC236}">
                  <a16:creationId xmlns:a16="http://schemas.microsoft.com/office/drawing/2014/main" id="{2B9F884E-0FF2-39B1-E1C0-3512FB9FEF19}"/>
                </a:ext>
              </a:extLst>
            </p:cNvPr>
            <p:cNvSpPr>
              <a:spLocks/>
            </p:cNvSpPr>
            <p:nvPr/>
          </p:nvSpPr>
          <p:spPr bwMode="auto">
            <a:xfrm rot="16383367">
              <a:off x="3968383" y="3001660"/>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sp>
          <p:nvSpPr>
            <p:cNvPr id="11" name="Line 252">
              <a:extLst>
                <a:ext uri="{FF2B5EF4-FFF2-40B4-BE49-F238E27FC236}">
                  <a16:creationId xmlns:a16="http://schemas.microsoft.com/office/drawing/2014/main" id="{EE9C1170-CDDC-DD4A-F0D2-5DCF1607CE8E}"/>
                </a:ext>
              </a:extLst>
            </p:cNvPr>
            <p:cNvSpPr>
              <a:spLocks noChangeShapeType="1"/>
            </p:cNvSpPr>
            <p:nvPr/>
          </p:nvSpPr>
          <p:spPr bwMode="auto">
            <a:xfrm flipV="1">
              <a:off x="6036787" y="3234737"/>
              <a:ext cx="338138" cy="10429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3" name="Line 254">
              <a:extLst>
                <a:ext uri="{FF2B5EF4-FFF2-40B4-BE49-F238E27FC236}">
                  <a16:creationId xmlns:a16="http://schemas.microsoft.com/office/drawing/2014/main" id="{F5325422-C8D3-30EA-C92B-0FAAC0DF7A83}"/>
                </a:ext>
              </a:extLst>
            </p:cNvPr>
            <p:cNvSpPr>
              <a:spLocks noChangeShapeType="1"/>
            </p:cNvSpPr>
            <p:nvPr/>
          </p:nvSpPr>
          <p:spPr bwMode="auto">
            <a:xfrm flipV="1">
              <a:off x="6267286" y="4188824"/>
              <a:ext cx="290202" cy="251486"/>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 name="Line 272">
              <a:extLst>
                <a:ext uri="{FF2B5EF4-FFF2-40B4-BE49-F238E27FC236}">
                  <a16:creationId xmlns:a16="http://schemas.microsoft.com/office/drawing/2014/main" id="{49618B9D-EB5F-2393-C680-0E11B36CEA04}"/>
                </a:ext>
              </a:extLst>
            </p:cNvPr>
            <p:cNvSpPr>
              <a:spLocks noChangeShapeType="1"/>
            </p:cNvSpPr>
            <p:nvPr/>
          </p:nvSpPr>
          <p:spPr bwMode="auto">
            <a:xfrm>
              <a:off x="6270150" y="4679362"/>
              <a:ext cx="373062"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0" name="Line 272">
              <a:extLst>
                <a:ext uri="{FF2B5EF4-FFF2-40B4-BE49-F238E27FC236}">
                  <a16:creationId xmlns:a16="http://schemas.microsoft.com/office/drawing/2014/main" id="{610076CC-08FE-9EF4-34FA-045F91B7B99E}"/>
                </a:ext>
              </a:extLst>
            </p:cNvPr>
            <p:cNvSpPr>
              <a:spLocks noChangeShapeType="1"/>
            </p:cNvSpPr>
            <p:nvPr/>
          </p:nvSpPr>
          <p:spPr bwMode="auto">
            <a:xfrm>
              <a:off x="5462112" y="3730037"/>
              <a:ext cx="371475"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2" name="Line 272">
              <a:extLst>
                <a:ext uri="{FF2B5EF4-FFF2-40B4-BE49-F238E27FC236}">
                  <a16:creationId xmlns:a16="http://schemas.microsoft.com/office/drawing/2014/main" id="{0334B978-825C-E3FE-6B94-0BFCEB6EFD5E}"/>
                </a:ext>
              </a:extLst>
            </p:cNvPr>
            <p:cNvSpPr>
              <a:spLocks noChangeShapeType="1"/>
            </p:cNvSpPr>
            <p:nvPr/>
          </p:nvSpPr>
          <p:spPr bwMode="auto">
            <a:xfrm flipH="1">
              <a:off x="5676425" y="4668249"/>
              <a:ext cx="309562" cy="102393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33" name="Group 32">
              <a:extLst>
                <a:ext uri="{FF2B5EF4-FFF2-40B4-BE49-F238E27FC236}">
                  <a16:creationId xmlns:a16="http://schemas.microsoft.com/office/drawing/2014/main" id="{0D456028-56D6-18F7-2299-9F77B77B2EE6}"/>
                </a:ext>
              </a:extLst>
            </p:cNvPr>
            <p:cNvGrpSpPr/>
            <p:nvPr/>
          </p:nvGrpSpPr>
          <p:grpSpPr>
            <a:xfrm>
              <a:off x="4129131" y="3004944"/>
              <a:ext cx="4121257" cy="3205124"/>
              <a:chOff x="4129131" y="2928744"/>
              <a:chExt cx="4121257" cy="3205124"/>
            </a:xfrm>
          </p:grpSpPr>
          <p:sp>
            <p:nvSpPr>
              <p:cNvPr id="34" name="Text Box 333">
                <a:extLst>
                  <a:ext uri="{FF2B5EF4-FFF2-40B4-BE49-F238E27FC236}">
                    <a16:creationId xmlns:a16="http://schemas.microsoft.com/office/drawing/2014/main" id="{34A1BB24-FAE8-6282-2F1E-67D813729124}"/>
                  </a:ext>
                </a:extLst>
              </p:cNvPr>
              <p:cNvSpPr txBox="1">
                <a:spLocks noChangeArrowheads="1"/>
              </p:cNvSpPr>
              <p:nvPr/>
            </p:nvSpPr>
            <p:spPr bwMode="auto">
              <a:xfrm>
                <a:off x="4129131" y="5856869"/>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5" name="Text Box 338">
                <a:extLst>
                  <a:ext uri="{FF2B5EF4-FFF2-40B4-BE49-F238E27FC236}">
                    <a16:creationId xmlns:a16="http://schemas.microsoft.com/office/drawing/2014/main" id="{79099EDB-5F29-3AFD-53F5-FFA585C3C4F9}"/>
                  </a:ext>
                </a:extLst>
              </p:cNvPr>
              <p:cNvSpPr txBox="1">
                <a:spLocks noChangeArrowheads="1"/>
              </p:cNvSpPr>
              <p:nvPr/>
            </p:nvSpPr>
            <p:spPr bwMode="auto">
              <a:xfrm>
                <a:off x="6552230" y="5713120"/>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6" name="Text Box 339">
                <a:extLst>
                  <a:ext uri="{FF2B5EF4-FFF2-40B4-BE49-F238E27FC236}">
                    <a16:creationId xmlns:a16="http://schemas.microsoft.com/office/drawing/2014/main" id="{71E7FCA0-4E46-FD65-80E6-1DF68F5BCE79}"/>
                  </a:ext>
                </a:extLst>
              </p:cNvPr>
              <p:cNvSpPr txBox="1">
                <a:spLocks noChangeArrowheads="1"/>
              </p:cNvSpPr>
              <p:nvPr/>
            </p:nvSpPr>
            <p:spPr bwMode="auto">
              <a:xfrm>
                <a:off x="6789732" y="2928744"/>
                <a:ext cx="1460656"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7" name="Text Box 340">
                <a:extLst>
                  <a:ext uri="{FF2B5EF4-FFF2-40B4-BE49-F238E27FC236}">
                    <a16:creationId xmlns:a16="http://schemas.microsoft.com/office/drawing/2014/main" id="{0CFA6583-61A1-F28A-6BEC-0DCBDB163040}"/>
                  </a:ext>
                </a:extLst>
              </p:cNvPr>
              <p:cNvSpPr txBox="1">
                <a:spLocks noChangeArrowheads="1"/>
              </p:cNvSpPr>
              <p:nvPr/>
            </p:nvSpPr>
            <p:spPr bwMode="auto">
              <a:xfrm>
                <a:off x="6705709" y="4195161"/>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38" name="Text Box 338">
                <a:extLst>
                  <a:ext uri="{FF2B5EF4-FFF2-40B4-BE49-F238E27FC236}">
                    <a16:creationId xmlns:a16="http://schemas.microsoft.com/office/drawing/2014/main" id="{379945C2-88EA-99C9-CB8B-CFAB859044F4}"/>
                  </a:ext>
                </a:extLst>
              </p:cNvPr>
              <p:cNvSpPr txBox="1">
                <a:spLocks noChangeArrowheads="1"/>
              </p:cNvSpPr>
              <p:nvPr/>
            </p:nvSpPr>
            <p:spPr bwMode="auto">
              <a:xfrm>
                <a:off x="4493794" y="4598326"/>
                <a:ext cx="1451038"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fa-IR" sz="12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2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grpSp>
        <p:grpSp>
          <p:nvGrpSpPr>
            <p:cNvPr id="39" name="Group 906">
              <a:extLst>
                <a:ext uri="{FF2B5EF4-FFF2-40B4-BE49-F238E27FC236}">
                  <a16:creationId xmlns:a16="http://schemas.microsoft.com/office/drawing/2014/main" id="{78CEA65F-2F3E-F573-7B57-AE463B71FE2F}"/>
                </a:ext>
              </a:extLst>
            </p:cNvPr>
            <p:cNvGrpSpPr>
              <a:grpSpLocks/>
            </p:cNvGrpSpPr>
            <p:nvPr/>
          </p:nvGrpSpPr>
          <p:grpSpPr bwMode="auto">
            <a:xfrm>
              <a:off x="5091628" y="2837142"/>
              <a:ext cx="469569" cy="865434"/>
              <a:chOff x="4140" y="429"/>
              <a:chExt cx="1425" cy="2396"/>
            </a:xfrm>
          </p:grpSpPr>
          <p:sp>
            <p:nvSpPr>
              <p:cNvPr id="40" name="Freeform 907">
                <a:extLst>
                  <a:ext uri="{FF2B5EF4-FFF2-40B4-BE49-F238E27FC236}">
                    <a16:creationId xmlns:a16="http://schemas.microsoft.com/office/drawing/2014/main" id="{CD1DD796-B92D-990C-5D7E-9E2B6DA929F0}"/>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 name="Rectangle 908">
                <a:extLst>
                  <a:ext uri="{FF2B5EF4-FFF2-40B4-BE49-F238E27FC236}">
                    <a16:creationId xmlns:a16="http://schemas.microsoft.com/office/drawing/2014/main" id="{70ED9CD5-7ACB-C325-81B3-9C50F7FC822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2" name="Freeform 909">
                <a:extLst>
                  <a:ext uri="{FF2B5EF4-FFF2-40B4-BE49-F238E27FC236}">
                    <a16:creationId xmlns:a16="http://schemas.microsoft.com/office/drawing/2014/main" id="{CF79982D-094D-E9DA-4F8D-D49A006BC720}"/>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Freeform 910">
                <a:extLst>
                  <a:ext uri="{FF2B5EF4-FFF2-40B4-BE49-F238E27FC236}">
                    <a16:creationId xmlns:a16="http://schemas.microsoft.com/office/drawing/2014/main" id="{AAF61C59-8A47-931D-88A5-C67B093BCD1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Rectangle 911">
                <a:extLst>
                  <a:ext uri="{FF2B5EF4-FFF2-40B4-BE49-F238E27FC236}">
                    <a16:creationId xmlns:a16="http://schemas.microsoft.com/office/drawing/2014/main" id="{0E6BF2E1-EEFE-87EF-37F5-CA25C206F7E1}"/>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5" name="Group 912">
                <a:extLst>
                  <a:ext uri="{FF2B5EF4-FFF2-40B4-BE49-F238E27FC236}">
                    <a16:creationId xmlns:a16="http://schemas.microsoft.com/office/drawing/2014/main" id="{B5B6CF17-A178-D516-8508-AE1904877054}"/>
                  </a:ext>
                </a:extLst>
              </p:cNvPr>
              <p:cNvGrpSpPr>
                <a:grpSpLocks/>
              </p:cNvGrpSpPr>
              <p:nvPr/>
            </p:nvGrpSpPr>
            <p:grpSpPr bwMode="auto">
              <a:xfrm>
                <a:off x="4749" y="668"/>
                <a:ext cx="581" cy="145"/>
                <a:chOff x="614" y="2568"/>
                <a:chExt cx="725" cy="139"/>
              </a:xfrm>
            </p:grpSpPr>
            <p:sp>
              <p:nvSpPr>
                <p:cNvPr id="454" name="AutoShape 913">
                  <a:extLst>
                    <a:ext uri="{FF2B5EF4-FFF2-40B4-BE49-F238E27FC236}">
                      <a16:creationId xmlns:a16="http://schemas.microsoft.com/office/drawing/2014/main" id="{8B36A097-2F70-37BA-E76C-52243D482FF3}"/>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5" name="AutoShape 914">
                  <a:extLst>
                    <a:ext uri="{FF2B5EF4-FFF2-40B4-BE49-F238E27FC236}">
                      <a16:creationId xmlns:a16="http://schemas.microsoft.com/office/drawing/2014/main" id="{6E3A47B0-2701-A659-FB18-59DA70158A80}"/>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 name="Rectangle 915">
                <a:extLst>
                  <a:ext uri="{FF2B5EF4-FFF2-40B4-BE49-F238E27FC236}">
                    <a16:creationId xmlns:a16="http://schemas.microsoft.com/office/drawing/2014/main" id="{4A5EDB18-9F6E-0C71-6BEF-B7F066464A4D}"/>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7" name="Group 916">
                <a:extLst>
                  <a:ext uri="{FF2B5EF4-FFF2-40B4-BE49-F238E27FC236}">
                    <a16:creationId xmlns:a16="http://schemas.microsoft.com/office/drawing/2014/main" id="{4381D684-CB84-4C28-DAB9-52C953A0880E}"/>
                  </a:ext>
                </a:extLst>
              </p:cNvPr>
              <p:cNvGrpSpPr>
                <a:grpSpLocks/>
              </p:cNvGrpSpPr>
              <p:nvPr/>
            </p:nvGrpSpPr>
            <p:grpSpPr bwMode="auto">
              <a:xfrm>
                <a:off x="4747" y="994"/>
                <a:ext cx="581" cy="134"/>
                <a:chOff x="614" y="2568"/>
                <a:chExt cx="725" cy="139"/>
              </a:xfrm>
            </p:grpSpPr>
            <p:sp>
              <p:nvSpPr>
                <p:cNvPr id="452" name="AutoShape 917">
                  <a:extLst>
                    <a:ext uri="{FF2B5EF4-FFF2-40B4-BE49-F238E27FC236}">
                      <a16:creationId xmlns:a16="http://schemas.microsoft.com/office/drawing/2014/main" id="{03DC8BFD-0A90-8F5D-D455-BEDA98D424DD}"/>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3" name="AutoShape 918">
                  <a:extLst>
                    <a:ext uri="{FF2B5EF4-FFF2-40B4-BE49-F238E27FC236}">
                      <a16:creationId xmlns:a16="http://schemas.microsoft.com/office/drawing/2014/main" id="{0FC905BD-750D-E400-F248-E8E1ABA742A3}"/>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8" name="Rectangle 919">
                <a:extLst>
                  <a:ext uri="{FF2B5EF4-FFF2-40B4-BE49-F238E27FC236}">
                    <a16:creationId xmlns:a16="http://schemas.microsoft.com/office/drawing/2014/main" id="{DD40F876-1A56-3119-EDAC-91C2A94EBED4}"/>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9" name="Rectangle 920">
                <a:extLst>
                  <a:ext uri="{FF2B5EF4-FFF2-40B4-BE49-F238E27FC236}">
                    <a16:creationId xmlns:a16="http://schemas.microsoft.com/office/drawing/2014/main" id="{D541FF35-0C30-EAD4-2200-A8A2A5436C1C}"/>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0" name="Group 921">
                <a:extLst>
                  <a:ext uri="{FF2B5EF4-FFF2-40B4-BE49-F238E27FC236}">
                    <a16:creationId xmlns:a16="http://schemas.microsoft.com/office/drawing/2014/main" id="{0ECE9713-39E5-3B20-ACB3-5E761D1EB873}"/>
                  </a:ext>
                </a:extLst>
              </p:cNvPr>
              <p:cNvGrpSpPr>
                <a:grpSpLocks/>
              </p:cNvGrpSpPr>
              <p:nvPr/>
            </p:nvGrpSpPr>
            <p:grpSpPr bwMode="auto">
              <a:xfrm>
                <a:off x="4735" y="1627"/>
                <a:ext cx="582" cy="151"/>
                <a:chOff x="614" y="2568"/>
                <a:chExt cx="725" cy="139"/>
              </a:xfrm>
            </p:grpSpPr>
            <p:sp>
              <p:nvSpPr>
                <p:cNvPr id="450" name="AutoShape 922">
                  <a:extLst>
                    <a:ext uri="{FF2B5EF4-FFF2-40B4-BE49-F238E27FC236}">
                      <a16:creationId xmlns:a16="http://schemas.microsoft.com/office/drawing/2014/main" id="{880EE1A3-3D67-CE6F-80CA-6B4FAD9BA3CF}"/>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1" name="AutoShape 923">
                  <a:extLst>
                    <a:ext uri="{FF2B5EF4-FFF2-40B4-BE49-F238E27FC236}">
                      <a16:creationId xmlns:a16="http://schemas.microsoft.com/office/drawing/2014/main" id="{885CA641-D7ED-CBFB-8719-96EF3B2E9069}"/>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1" name="Freeform 924">
                <a:extLst>
                  <a:ext uri="{FF2B5EF4-FFF2-40B4-BE49-F238E27FC236}">
                    <a16:creationId xmlns:a16="http://schemas.microsoft.com/office/drawing/2014/main" id="{DCC26841-560E-6AF4-317D-0449BF21780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 name="Group 925">
                <a:extLst>
                  <a:ext uri="{FF2B5EF4-FFF2-40B4-BE49-F238E27FC236}">
                    <a16:creationId xmlns:a16="http://schemas.microsoft.com/office/drawing/2014/main" id="{56C0B270-A192-90F3-6A4A-3F56262097D0}"/>
                  </a:ext>
                </a:extLst>
              </p:cNvPr>
              <p:cNvGrpSpPr>
                <a:grpSpLocks/>
              </p:cNvGrpSpPr>
              <p:nvPr/>
            </p:nvGrpSpPr>
            <p:grpSpPr bwMode="auto">
              <a:xfrm>
                <a:off x="4739" y="1327"/>
                <a:ext cx="582" cy="139"/>
                <a:chOff x="614" y="2568"/>
                <a:chExt cx="725" cy="139"/>
              </a:xfrm>
            </p:grpSpPr>
            <p:sp>
              <p:nvSpPr>
                <p:cNvPr id="448" name="AutoShape 926">
                  <a:extLst>
                    <a:ext uri="{FF2B5EF4-FFF2-40B4-BE49-F238E27FC236}">
                      <a16:creationId xmlns:a16="http://schemas.microsoft.com/office/drawing/2014/main" id="{FFCC4B8F-C139-0C4A-C277-E10A27965F03}"/>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49" name="AutoShape 927">
                  <a:extLst>
                    <a:ext uri="{FF2B5EF4-FFF2-40B4-BE49-F238E27FC236}">
                      <a16:creationId xmlns:a16="http://schemas.microsoft.com/office/drawing/2014/main" id="{E004BFD8-78C4-E605-005C-36D0E0A9103F}"/>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3" name="Rectangle 928">
                <a:extLst>
                  <a:ext uri="{FF2B5EF4-FFF2-40B4-BE49-F238E27FC236}">
                    <a16:creationId xmlns:a16="http://schemas.microsoft.com/office/drawing/2014/main" id="{84B59EE6-6FBC-40CB-D367-5E89288E1F0D}"/>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4" name="Freeform 929">
                <a:extLst>
                  <a:ext uri="{FF2B5EF4-FFF2-40B4-BE49-F238E27FC236}">
                    <a16:creationId xmlns:a16="http://schemas.microsoft.com/office/drawing/2014/main" id="{D73A4D09-BC02-5E85-EA50-2762B224337F}"/>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Freeform 930">
                <a:extLst>
                  <a:ext uri="{FF2B5EF4-FFF2-40B4-BE49-F238E27FC236}">
                    <a16:creationId xmlns:a16="http://schemas.microsoft.com/office/drawing/2014/main" id="{D189BAD2-6898-B6C6-F20B-3B030B76630F}"/>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Oval 931">
                <a:extLst>
                  <a:ext uri="{FF2B5EF4-FFF2-40B4-BE49-F238E27FC236}">
                    <a16:creationId xmlns:a16="http://schemas.microsoft.com/office/drawing/2014/main" id="{8F427179-ED22-D85B-5B59-1E0C178EBD7B}"/>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7" name="Freeform 932">
                <a:extLst>
                  <a:ext uri="{FF2B5EF4-FFF2-40B4-BE49-F238E27FC236}">
                    <a16:creationId xmlns:a16="http://schemas.microsoft.com/office/drawing/2014/main" id="{9D1A1823-5B97-59C0-9EF1-7C190F4E7A36}"/>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AutoShape 933">
                <a:extLst>
                  <a:ext uri="{FF2B5EF4-FFF2-40B4-BE49-F238E27FC236}">
                    <a16:creationId xmlns:a16="http://schemas.microsoft.com/office/drawing/2014/main" id="{710CED3F-697F-F4D4-69F7-203A8EC2C6BE}"/>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9" name="AutoShape 934">
                <a:extLst>
                  <a:ext uri="{FF2B5EF4-FFF2-40B4-BE49-F238E27FC236}">
                    <a16:creationId xmlns:a16="http://schemas.microsoft.com/office/drawing/2014/main" id="{9D389D78-25FA-3B7A-8B3D-C65006B72E1A}"/>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0" name="Oval 935">
                <a:extLst>
                  <a:ext uri="{FF2B5EF4-FFF2-40B4-BE49-F238E27FC236}">
                    <a16:creationId xmlns:a16="http://schemas.microsoft.com/office/drawing/2014/main" id="{8C3F5E81-C70F-2992-1C88-40244727E78A}"/>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1" name="Oval 936">
                <a:extLst>
                  <a:ext uri="{FF2B5EF4-FFF2-40B4-BE49-F238E27FC236}">
                    <a16:creationId xmlns:a16="http://schemas.microsoft.com/office/drawing/2014/main" id="{CD1D59F7-ABC0-4DAE-8004-8BBEA6620D9F}"/>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62" name="Oval 937">
                <a:extLst>
                  <a:ext uri="{FF2B5EF4-FFF2-40B4-BE49-F238E27FC236}">
                    <a16:creationId xmlns:a16="http://schemas.microsoft.com/office/drawing/2014/main" id="{D98F5D95-41BB-B437-ED9F-81EA0BD26D70}"/>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3" name="Rectangle 938">
                <a:extLst>
                  <a:ext uri="{FF2B5EF4-FFF2-40B4-BE49-F238E27FC236}">
                    <a16:creationId xmlns:a16="http://schemas.microsoft.com/office/drawing/2014/main" id="{ED0E32F6-C9C0-4159-C4F0-153DC295FCC3}"/>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456" name="Group 906">
              <a:extLst>
                <a:ext uri="{FF2B5EF4-FFF2-40B4-BE49-F238E27FC236}">
                  <a16:creationId xmlns:a16="http://schemas.microsoft.com/office/drawing/2014/main" id="{1B51148E-F01B-791E-D898-D42B3E13C1FB}"/>
                </a:ext>
              </a:extLst>
            </p:cNvPr>
            <p:cNvGrpSpPr>
              <a:grpSpLocks/>
            </p:cNvGrpSpPr>
            <p:nvPr/>
          </p:nvGrpSpPr>
          <p:grpSpPr bwMode="auto">
            <a:xfrm>
              <a:off x="6514625" y="5227049"/>
              <a:ext cx="366712" cy="579438"/>
              <a:chOff x="4140" y="429"/>
              <a:chExt cx="1425" cy="2396"/>
            </a:xfrm>
          </p:grpSpPr>
          <p:sp>
            <p:nvSpPr>
              <p:cNvPr id="457" name="Freeform 907">
                <a:extLst>
                  <a:ext uri="{FF2B5EF4-FFF2-40B4-BE49-F238E27FC236}">
                    <a16:creationId xmlns:a16="http://schemas.microsoft.com/office/drawing/2014/main" id="{48BE3C22-36B2-E720-013D-33E3EFF0BA00}"/>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Rectangle 908">
                <a:extLst>
                  <a:ext uri="{FF2B5EF4-FFF2-40B4-BE49-F238E27FC236}">
                    <a16:creationId xmlns:a16="http://schemas.microsoft.com/office/drawing/2014/main" id="{92B40BE9-7EBC-6A40-9AA8-CED1739EF056}"/>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9" name="Freeform 909">
                <a:extLst>
                  <a:ext uri="{FF2B5EF4-FFF2-40B4-BE49-F238E27FC236}">
                    <a16:creationId xmlns:a16="http://schemas.microsoft.com/office/drawing/2014/main" id="{8A0F53FF-DB11-1058-372A-95EDBD7149D7}"/>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Freeform 910">
                <a:extLst>
                  <a:ext uri="{FF2B5EF4-FFF2-40B4-BE49-F238E27FC236}">
                    <a16:creationId xmlns:a16="http://schemas.microsoft.com/office/drawing/2014/main" id="{2791B07C-E907-6EDB-06C1-041EFCCCCFFE}"/>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Rectangle 911">
                <a:extLst>
                  <a:ext uri="{FF2B5EF4-FFF2-40B4-BE49-F238E27FC236}">
                    <a16:creationId xmlns:a16="http://schemas.microsoft.com/office/drawing/2014/main" id="{53D9E9BF-F676-41ED-005E-DC72BA555BD8}"/>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62" name="Group 912">
                <a:extLst>
                  <a:ext uri="{FF2B5EF4-FFF2-40B4-BE49-F238E27FC236}">
                    <a16:creationId xmlns:a16="http://schemas.microsoft.com/office/drawing/2014/main" id="{DF28FD6C-1563-55C1-26AC-0CEF1B4F59FC}"/>
                  </a:ext>
                </a:extLst>
              </p:cNvPr>
              <p:cNvGrpSpPr>
                <a:grpSpLocks/>
              </p:cNvGrpSpPr>
              <p:nvPr/>
            </p:nvGrpSpPr>
            <p:grpSpPr bwMode="auto">
              <a:xfrm>
                <a:off x="4749" y="668"/>
                <a:ext cx="581" cy="145"/>
                <a:chOff x="614" y="2568"/>
                <a:chExt cx="725" cy="139"/>
              </a:xfrm>
            </p:grpSpPr>
            <p:sp>
              <p:nvSpPr>
                <p:cNvPr id="487" name="AutoShape 913">
                  <a:extLst>
                    <a:ext uri="{FF2B5EF4-FFF2-40B4-BE49-F238E27FC236}">
                      <a16:creationId xmlns:a16="http://schemas.microsoft.com/office/drawing/2014/main" id="{8F2291F7-CBAC-19F7-3E28-530D76C44033}"/>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8" name="AutoShape 914">
                  <a:extLst>
                    <a:ext uri="{FF2B5EF4-FFF2-40B4-BE49-F238E27FC236}">
                      <a16:creationId xmlns:a16="http://schemas.microsoft.com/office/drawing/2014/main" id="{48A12598-3617-E871-4B8D-368B705CE6EB}"/>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3" name="Rectangle 915">
                <a:extLst>
                  <a:ext uri="{FF2B5EF4-FFF2-40B4-BE49-F238E27FC236}">
                    <a16:creationId xmlns:a16="http://schemas.microsoft.com/office/drawing/2014/main" id="{4C1099BA-D0B4-4537-71A5-4660A3264DA8}"/>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64" name="Group 916">
                <a:extLst>
                  <a:ext uri="{FF2B5EF4-FFF2-40B4-BE49-F238E27FC236}">
                    <a16:creationId xmlns:a16="http://schemas.microsoft.com/office/drawing/2014/main" id="{D42605AA-3360-C381-02DC-A7317A4A9892}"/>
                  </a:ext>
                </a:extLst>
              </p:cNvPr>
              <p:cNvGrpSpPr>
                <a:grpSpLocks/>
              </p:cNvGrpSpPr>
              <p:nvPr/>
            </p:nvGrpSpPr>
            <p:grpSpPr bwMode="auto">
              <a:xfrm>
                <a:off x="4747" y="994"/>
                <a:ext cx="581" cy="134"/>
                <a:chOff x="614" y="2568"/>
                <a:chExt cx="725" cy="139"/>
              </a:xfrm>
            </p:grpSpPr>
            <p:sp>
              <p:nvSpPr>
                <p:cNvPr id="485" name="AutoShape 917">
                  <a:extLst>
                    <a:ext uri="{FF2B5EF4-FFF2-40B4-BE49-F238E27FC236}">
                      <a16:creationId xmlns:a16="http://schemas.microsoft.com/office/drawing/2014/main" id="{6F7197E8-34A2-9872-9F4D-5EFF1DEED3A3}"/>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6" name="AutoShape 918">
                  <a:extLst>
                    <a:ext uri="{FF2B5EF4-FFF2-40B4-BE49-F238E27FC236}">
                      <a16:creationId xmlns:a16="http://schemas.microsoft.com/office/drawing/2014/main" id="{2351C903-5971-7BD6-B31F-AED951BF202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5" name="Rectangle 919">
                <a:extLst>
                  <a:ext uri="{FF2B5EF4-FFF2-40B4-BE49-F238E27FC236}">
                    <a16:creationId xmlns:a16="http://schemas.microsoft.com/office/drawing/2014/main" id="{83747EA6-ABD0-6514-57BC-6E95D1AC81EF}"/>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66" name="Rectangle 920">
                <a:extLst>
                  <a:ext uri="{FF2B5EF4-FFF2-40B4-BE49-F238E27FC236}">
                    <a16:creationId xmlns:a16="http://schemas.microsoft.com/office/drawing/2014/main" id="{5F76A5F1-4A66-0DA8-74B2-6B457C756E88}"/>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67" name="Group 921">
                <a:extLst>
                  <a:ext uri="{FF2B5EF4-FFF2-40B4-BE49-F238E27FC236}">
                    <a16:creationId xmlns:a16="http://schemas.microsoft.com/office/drawing/2014/main" id="{5E85175E-95B3-186C-FBFF-5D7FE784F550}"/>
                  </a:ext>
                </a:extLst>
              </p:cNvPr>
              <p:cNvGrpSpPr>
                <a:grpSpLocks/>
              </p:cNvGrpSpPr>
              <p:nvPr/>
            </p:nvGrpSpPr>
            <p:grpSpPr bwMode="auto">
              <a:xfrm>
                <a:off x="4735" y="1627"/>
                <a:ext cx="582" cy="151"/>
                <a:chOff x="614" y="2568"/>
                <a:chExt cx="725" cy="139"/>
              </a:xfrm>
            </p:grpSpPr>
            <p:sp>
              <p:nvSpPr>
                <p:cNvPr id="483" name="AutoShape 922">
                  <a:extLst>
                    <a:ext uri="{FF2B5EF4-FFF2-40B4-BE49-F238E27FC236}">
                      <a16:creationId xmlns:a16="http://schemas.microsoft.com/office/drawing/2014/main" id="{B0F5EBE1-8AA8-386D-B1DC-82441B6BFF42}"/>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4" name="AutoShape 923">
                  <a:extLst>
                    <a:ext uri="{FF2B5EF4-FFF2-40B4-BE49-F238E27FC236}">
                      <a16:creationId xmlns:a16="http://schemas.microsoft.com/office/drawing/2014/main" id="{C010D16E-49E6-F8A3-D0B5-56319E55181A}"/>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68" name="Freeform 924">
                <a:extLst>
                  <a:ext uri="{FF2B5EF4-FFF2-40B4-BE49-F238E27FC236}">
                    <a16:creationId xmlns:a16="http://schemas.microsoft.com/office/drawing/2014/main" id="{3A1A802D-36D4-A888-3EF3-78AFFB509F65}"/>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69" name="Group 925">
                <a:extLst>
                  <a:ext uri="{FF2B5EF4-FFF2-40B4-BE49-F238E27FC236}">
                    <a16:creationId xmlns:a16="http://schemas.microsoft.com/office/drawing/2014/main" id="{F779F284-D32B-7761-F48B-50586BFB0AC5}"/>
                  </a:ext>
                </a:extLst>
              </p:cNvPr>
              <p:cNvGrpSpPr>
                <a:grpSpLocks/>
              </p:cNvGrpSpPr>
              <p:nvPr/>
            </p:nvGrpSpPr>
            <p:grpSpPr bwMode="auto">
              <a:xfrm>
                <a:off x="4739" y="1327"/>
                <a:ext cx="582" cy="139"/>
                <a:chOff x="614" y="2568"/>
                <a:chExt cx="725" cy="139"/>
              </a:xfrm>
            </p:grpSpPr>
            <p:sp>
              <p:nvSpPr>
                <p:cNvPr id="481" name="AutoShape 926">
                  <a:extLst>
                    <a:ext uri="{FF2B5EF4-FFF2-40B4-BE49-F238E27FC236}">
                      <a16:creationId xmlns:a16="http://schemas.microsoft.com/office/drawing/2014/main" id="{CA6A4D6E-9C48-20F3-AC43-061BAA108FBF}"/>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2" name="AutoShape 927">
                  <a:extLst>
                    <a:ext uri="{FF2B5EF4-FFF2-40B4-BE49-F238E27FC236}">
                      <a16:creationId xmlns:a16="http://schemas.microsoft.com/office/drawing/2014/main" id="{F7F20394-F2B2-4603-4CA2-2DC5DE47DF6F}"/>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70" name="Rectangle 928">
                <a:extLst>
                  <a:ext uri="{FF2B5EF4-FFF2-40B4-BE49-F238E27FC236}">
                    <a16:creationId xmlns:a16="http://schemas.microsoft.com/office/drawing/2014/main" id="{801F1439-4CA1-38AC-FECB-83D434482DAB}"/>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1" name="Freeform 929">
                <a:extLst>
                  <a:ext uri="{FF2B5EF4-FFF2-40B4-BE49-F238E27FC236}">
                    <a16:creationId xmlns:a16="http://schemas.microsoft.com/office/drawing/2014/main" id="{2DD6FA59-8342-03CD-1519-E292B41ACD6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Freeform 930">
                <a:extLst>
                  <a:ext uri="{FF2B5EF4-FFF2-40B4-BE49-F238E27FC236}">
                    <a16:creationId xmlns:a16="http://schemas.microsoft.com/office/drawing/2014/main" id="{D15B0020-122E-C21A-7FFE-7B7BA4A9DCB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Oval 931">
                <a:extLst>
                  <a:ext uri="{FF2B5EF4-FFF2-40B4-BE49-F238E27FC236}">
                    <a16:creationId xmlns:a16="http://schemas.microsoft.com/office/drawing/2014/main" id="{7DED283F-CC7A-8ABA-C0F6-D58598522BE4}"/>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4" name="Freeform 932">
                <a:extLst>
                  <a:ext uri="{FF2B5EF4-FFF2-40B4-BE49-F238E27FC236}">
                    <a16:creationId xmlns:a16="http://schemas.microsoft.com/office/drawing/2014/main" id="{109B13F9-26BA-061F-2F8D-3B069262880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AutoShape 933">
                <a:extLst>
                  <a:ext uri="{FF2B5EF4-FFF2-40B4-BE49-F238E27FC236}">
                    <a16:creationId xmlns:a16="http://schemas.microsoft.com/office/drawing/2014/main" id="{DBA3EB8D-C65D-AA71-941A-63D7368089EB}"/>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6" name="AutoShape 934">
                <a:extLst>
                  <a:ext uri="{FF2B5EF4-FFF2-40B4-BE49-F238E27FC236}">
                    <a16:creationId xmlns:a16="http://schemas.microsoft.com/office/drawing/2014/main" id="{7046A354-F25B-A18E-338C-9A20609E2FAB}"/>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7" name="Oval 935">
                <a:extLst>
                  <a:ext uri="{FF2B5EF4-FFF2-40B4-BE49-F238E27FC236}">
                    <a16:creationId xmlns:a16="http://schemas.microsoft.com/office/drawing/2014/main" id="{E221C83E-F268-66CB-3DCB-208A185D5275}"/>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8" name="Oval 936">
                <a:extLst>
                  <a:ext uri="{FF2B5EF4-FFF2-40B4-BE49-F238E27FC236}">
                    <a16:creationId xmlns:a16="http://schemas.microsoft.com/office/drawing/2014/main" id="{037E4292-EAFC-6386-4553-C802EEFFD3DD}"/>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479" name="Oval 937">
                <a:extLst>
                  <a:ext uri="{FF2B5EF4-FFF2-40B4-BE49-F238E27FC236}">
                    <a16:creationId xmlns:a16="http://schemas.microsoft.com/office/drawing/2014/main" id="{965D8923-5D0A-1D4B-1CB6-6A92013C7574}"/>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80" name="Rectangle 938">
                <a:extLst>
                  <a:ext uri="{FF2B5EF4-FFF2-40B4-BE49-F238E27FC236}">
                    <a16:creationId xmlns:a16="http://schemas.microsoft.com/office/drawing/2014/main" id="{796F9286-B2D2-E33A-9065-CE7D98E854D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489" name="Group 488">
              <a:extLst>
                <a:ext uri="{FF2B5EF4-FFF2-40B4-BE49-F238E27FC236}">
                  <a16:creationId xmlns:a16="http://schemas.microsoft.com/office/drawing/2014/main" id="{3D913E2C-2B33-FEB2-A029-FE73744A502A}"/>
                </a:ext>
              </a:extLst>
            </p:cNvPr>
            <p:cNvGrpSpPr/>
            <p:nvPr/>
          </p:nvGrpSpPr>
          <p:grpSpPr>
            <a:xfrm>
              <a:off x="5273431" y="5615543"/>
              <a:ext cx="683116" cy="378456"/>
              <a:chOff x="7493876" y="2774731"/>
              <a:chExt cx="1481958" cy="894622"/>
            </a:xfrm>
          </p:grpSpPr>
          <p:sp>
            <p:nvSpPr>
              <p:cNvPr id="490" name="Freeform 293">
                <a:extLst>
                  <a:ext uri="{FF2B5EF4-FFF2-40B4-BE49-F238E27FC236}">
                    <a16:creationId xmlns:a16="http://schemas.microsoft.com/office/drawing/2014/main" id="{B2F966B7-0C35-FE39-455C-3806D086544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1" name="Oval 490">
                <a:extLst>
                  <a:ext uri="{FF2B5EF4-FFF2-40B4-BE49-F238E27FC236}">
                    <a16:creationId xmlns:a16="http://schemas.microsoft.com/office/drawing/2014/main" id="{0BE5E37E-D916-C547-91AB-3A5662BD75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2" name="Group 491">
                <a:extLst>
                  <a:ext uri="{FF2B5EF4-FFF2-40B4-BE49-F238E27FC236}">
                    <a16:creationId xmlns:a16="http://schemas.microsoft.com/office/drawing/2014/main" id="{D33F8598-CE63-BB5A-8036-7A66F66CAA7E}"/>
                  </a:ext>
                </a:extLst>
              </p:cNvPr>
              <p:cNvGrpSpPr/>
              <p:nvPr/>
            </p:nvGrpSpPr>
            <p:grpSpPr>
              <a:xfrm>
                <a:off x="7713663" y="2848339"/>
                <a:ext cx="1042107" cy="425543"/>
                <a:chOff x="7786941" y="2884917"/>
                <a:chExt cx="897649" cy="353919"/>
              </a:xfrm>
            </p:grpSpPr>
            <p:sp>
              <p:nvSpPr>
                <p:cNvPr id="493" name="Freeform 296">
                  <a:extLst>
                    <a:ext uri="{FF2B5EF4-FFF2-40B4-BE49-F238E27FC236}">
                      <a16:creationId xmlns:a16="http://schemas.microsoft.com/office/drawing/2014/main" id="{8E96E0A3-6917-D78F-AB2D-85720ED958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297">
                  <a:extLst>
                    <a:ext uri="{FF2B5EF4-FFF2-40B4-BE49-F238E27FC236}">
                      <a16:creationId xmlns:a16="http://schemas.microsoft.com/office/drawing/2014/main" id="{A73A777A-42B2-FA2C-6E78-490CB295C8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298">
                  <a:extLst>
                    <a:ext uri="{FF2B5EF4-FFF2-40B4-BE49-F238E27FC236}">
                      <a16:creationId xmlns:a16="http://schemas.microsoft.com/office/drawing/2014/main" id="{0BD10E93-15AD-96C8-5683-485423909E1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6" name="Freeform 299">
                  <a:extLst>
                    <a:ext uri="{FF2B5EF4-FFF2-40B4-BE49-F238E27FC236}">
                      <a16:creationId xmlns:a16="http://schemas.microsoft.com/office/drawing/2014/main" id="{B993489C-3E15-D8B9-BB0E-9C76E3A876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498" name="Straight Connector 497">
              <a:extLst>
                <a:ext uri="{FF2B5EF4-FFF2-40B4-BE49-F238E27FC236}">
                  <a16:creationId xmlns:a16="http://schemas.microsoft.com/office/drawing/2014/main" id="{1C033219-0B58-38DA-C5D6-400C1260B1AE}"/>
                </a:ext>
              </a:extLst>
            </p:cNvPr>
            <p:cNvCxnSpPr/>
            <p:nvPr/>
          </p:nvCxnSpPr>
          <p:spPr>
            <a:xfrm>
              <a:off x="5792273" y="5995978"/>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9" name="Group 498">
              <a:extLst>
                <a:ext uri="{FF2B5EF4-FFF2-40B4-BE49-F238E27FC236}">
                  <a16:creationId xmlns:a16="http://schemas.microsoft.com/office/drawing/2014/main" id="{33B9832A-F278-0B27-DF23-A16FA4DCD21D}"/>
                </a:ext>
              </a:extLst>
            </p:cNvPr>
            <p:cNvGrpSpPr/>
            <p:nvPr/>
          </p:nvGrpSpPr>
          <p:grpSpPr>
            <a:xfrm>
              <a:off x="3623562" y="1963344"/>
              <a:ext cx="4834638" cy="4004925"/>
              <a:chOff x="3623562" y="1887144"/>
              <a:chExt cx="4834638" cy="4004925"/>
            </a:xfrm>
          </p:grpSpPr>
          <p:grpSp>
            <p:nvGrpSpPr>
              <p:cNvPr id="500" name="Group 499">
                <a:extLst>
                  <a:ext uri="{FF2B5EF4-FFF2-40B4-BE49-F238E27FC236}">
                    <a16:creationId xmlns:a16="http://schemas.microsoft.com/office/drawing/2014/main" id="{DC934DEF-59B5-062A-4165-93E8999C1467}"/>
                  </a:ext>
                </a:extLst>
              </p:cNvPr>
              <p:cNvGrpSpPr/>
              <p:nvPr/>
            </p:nvGrpSpPr>
            <p:grpSpPr>
              <a:xfrm>
                <a:off x="6599795" y="1887144"/>
                <a:ext cx="1615044" cy="1135055"/>
                <a:chOff x="6599795" y="1887144"/>
                <a:chExt cx="1615044" cy="1135055"/>
              </a:xfrm>
            </p:grpSpPr>
            <p:sp>
              <p:nvSpPr>
                <p:cNvPr id="530" name="Freeform 300">
                  <a:extLst>
                    <a:ext uri="{FF2B5EF4-FFF2-40B4-BE49-F238E27FC236}">
                      <a16:creationId xmlns:a16="http://schemas.microsoft.com/office/drawing/2014/main" id="{3641AB30-95CF-CEC0-5079-A04CA64B9C86}"/>
                    </a:ext>
                  </a:extLst>
                </p:cNvPr>
                <p:cNvSpPr/>
                <p:nvPr/>
              </p:nvSpPr>
              <p:spPr>
                <a:xfrm>
                  <a:off x="6599795" y="2131549"/>
                  <a:ext cx="1615044" cy="89065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044" h="890650">
                      <a:moveTo>
                        <a:pt x="0" y="641268"/>
                      </a:moveTo>
                      <a:cubicBezTo>
                        <a:pt x="320633" y="380011"/>
                        <a:pt x="308759" y="285008"/>
                        <a:pt x="285007" y="0"/>
                      </a:cubicBezTo>
                      <a:lnTo>
                        <a:pt x="1615044" y="83128"/>
                      </a:lnTo>
                      <a:cubicBezTo>
                        <a:pt x="823355" y="399803"/>
                        <a:pt x="625433" y="502723"/>
                        <a:pt x="166254" y="890650"/>
                      </a:cubicBezTo>
                      <a:lnTo>
                        <a:pt x="0" y="641268"/>
                      </a:lnTo>
                      <a:close/>
                    </a:path>
                  </a:pathLst>
                </a:custGeom>
                <a:gradFill>
                  <a:gsLst>
                    <a:gs pos="0">
                      <a:schemeClr val="bg1">
                        <a:alpha val="72000"/>
                      </a:schemeClr>
                    </a:gs>
                    <a:gs pos="99000">
                      <a:schemeClr val="bg1">
                        <a:lumMod val="9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Oval 306">
                  <a:extLst>
                    <a:ext uri="{FF2B5EF4-FFF2-40B4-BE49-F238E27FC236}">
                      <a16:creationId xmlns:a16="http://schemas.microsoft.com/office/drawing/2014/main" id="{651D06B7-BD29-3101-B29B-9AA394C1A48A}"/>
                    </a:ext>
                  </a:extLst>
                </p:cNvPr>
                <p:cNvSpPr>
                  <a:spLocks noChangeArrowheads="1"/>
                </p:cNvSpPr>
                <p:nvPr/>
              </p:nvSpPr>
              <p:spPr bwMode="auto">
                <a:xfrm>
                  <a:off x="6893234" y="1887144"/>
                  <a:ext cx="1296000"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32" name="Text Box 302">
                  <a:extLst>
                    <a:ext uri="{FF2B5EF4-FFF2-40B4-BE49-F238E27FC236}">
                      <a16:creationId xmlns:a16="http://schemas.microsoft.com/office/drawing/2014/main" id="{97453599-757C-9631-7A78-69B2212CFC26}"/>
                    </a:ext>
                  </a:extLst>
                </p:cNvPr>
                <p:cNvSpPr txBox="1">
                  <a:spLocks noChangeArrowheads="1"/>
                </p:cNvSpPr>
                <p:nvPr/>
              </p:nvSpPr>
              <p:spPr bwMode="auto">
                <a:xfrm>
                  <a:off x="6925808" y="2038751"/>
                  <a:ext cx="532518"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533" name="Group 532">
                  <a:extLst>
                    <a:ext uri="{FF2B5EF4-FFF2-40B4-BE49-F238E27FC236}">
                      <a16:creationId xmlns:a16="http://schemas.microsoft.com/office/drawing/2014/main" id="{FF0F1AE7-3F65-DF70-CC9F-F2457B0F266C}"/>
                    </a:ext>
                  </a:extLst>
                </p:cNvPr>
                <p:cNvGrpSpPr/>
                <p:nvPr/>
              </p:nvGrpSpPr>
              <p:grpSpPr>
                <a:xfrm>
                  <a:off x="7390965" y="1973042"/>
                  <a:ext cx="665567" cy="367662"/>
                  <a:chOff x="7156344" y="1824671"/>
                  <a:chExt cx="665567" cy="367662"/>
                </a:xfrm>
              </p:grpSpPr>
              <p:sp>
                <p:nvSpPr>
                  <p:cNvPr id="534" name="Can 266">
                    <a:extLst>
                      <a:ext uri="{FF2B5EF4-FFF2-40B4-BE49-F238E27FC236}">
                        <a16:creationId xmlns:a16="http://schemas.microsoft.com/office/drawing/2014/main" id="{EA7C4402-BEB8-C9C2-26C8-7A5E6EEE98E1}"/>
                      </a:ext>
                    </a:extLst>
                  </p:cNvPr>
                  <p:cNvSpPr/>
                  <p:nvPr/>
                </p:nvSpPr>
                <p:spPr>
                  <a:xfrm>
                    <a:off x="7218254" y="1824671"/>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Text Box 305">
                    <a:extLst>
                      <a:ext uri="{FF2B5EF4-FFF2-40B4-BE49-F238E27FC236}">
                        <a16:creationId xmlns:a16="http://schemas.microsoft.com/office/drawing/2014/main" id="{B8A33A68-9752-09DA-1E3A-040869495B3C}"/>
                      </a:ext>
                    </a:extLst>
                  </p:cNvPr>
                  <p:cNvSpPr txBox="1">
                    <a:spLocks noChangeArrowheads="1"/>
                  </p:cNvSpPr>
                  <p:nvPr/>
                </p:nvSpPr>
                <p:spPr bwMode="auto">
                  <a:xfrm>
                    <a:off x="7156344" y="1915334"/>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501" name="Group 500">
                <a:extLst>
                  <a:ext uri="{FF2B5EF4-FFF2-40B4-BE49-F238E27FC236}">
                    <a16:creationId xmlns:a16="http://schemas.microsoft.com/office/drawing/2014/main" id="{C1AECC16-595E-53D7-9E8C-FC6049FFB459}"/>
                  </a:ext>
                </a:extLst>
              </p:cNvPr>
              <p:cNvGrpSpPr/>
              <p:nvPr/>
            </p:nvGrpSpPr>
            <p:grpSpPr>
              <a:xfrm>
                <a:off x="6752194" y="4789643"/>
                <a:ext cx="1646629" cy="914399"/>
                <a:chOff x="6752194" y="4789643"/>
                <a:chExt cx="1646629" cy="914399"/>
              </a:xfrm>
            </p:grpSpPr>
            <p:sp>
              <p:nvSpPr>
                <p:cNvPr id="524" name="Freeform 311">
                  <a:extLst>
                    <a:ext uri="{FF2B5EF4-FFF2-40B4-BE49-F238E27FC236}">
                      <a16:creationId xmlns:a16="http://schemas.microsoft.com/office/drawing/2014/main" id="{A88D05AB-3568-E719-D746-718B95338E41}"/>
                    </a:ext>
                  </a:extLst>
                </p:cNvPr>
                <p:cNvSpPr/>
                <p:nvPr/>
              </p:nvSpPr>
              <p:spPr>
                <a:xfrm>
                  <a:off x="6752194" y="5003397"/>
                  <a:ext cx="1294411" cy="700645"/>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411" h="700645">
                      <a:moveTo>
                        <a:pt x="59377" y="463138"/>
                      </a:moveTo>
                      <a:cubicBezTo>
                        <a:pt x="285008" y="380011"/>
                        <a:pt x="368136" y="285008"/>
                        <a:pt x="344384" y="0"/>
                      </a:cubicBezTo>
                      <a:lnTo>
                        <a:pt x="1294411" y="296884"/>
                      </a:lnTo>
                      <a:cubicBezTo>
                        <a:pt x="407720" y="530432"/>
                        <a:pt x="601683" y="455221"/>
                        <a:pt x="0" y="700645"/>
                      </a:cubicBezTo>
                      <a:lnTo>
                        <a:pt x="59377" y="463138"/>
                      </a:lnTo>
                      <a:close/>
                    </a:path>
                  </a:pathLst>
                </a:custGeom>
                <a:gradFill>
                  <a:gsLst>
                    <a:gs pos="0">
                      <a:schemeClr val="bg1">
                        <a:alpha val="8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Oval 306">
                  <a:extLst>
                    <a:ext uri="{FF2B5EF4-FFF2-40B4-BE49-F238E27FC236}">
                      <a16:creationId xmlns:a16="http://schemas.microsoft.com/office/drawing/2014/main" id="{8E16A81A-2DD1-B755-DC2A-291C1029E085}"/>
                    </a:ext>
                  </a:extLst>
                </p:cNvPr>
                <p:cNvSpPr>
                  <a:spLocks noChangeArrowheads="1"/>
                </p:cNvSpPr>
                <p:nvPr/>
              </p:nvSpPr>
              <p:spPr bwMode="auto">
                <a:xfrm>
                  <a:off x="7105011" y="4789643"/>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26" name="Text Box 302">
                  <a:extLst>
                    <a:ext uri="{FF2B5EF4-FFF2-40B4-BE49-F238E27FC236}">
                      <a16:creationId xmlns:a16="http://schemas.microsoft.com/office/drawing/2014/main" id="{3DB5D50A-0BCB-3664-8B8C-098A496D9D73}"/>
                    </a:ext>
                  </a:extLst>
                </p:cNvPr>
                <p:cNvSpPr txBox="1">
                  <a:spLocks noChangeArrowheads="1"/>
                </p:cNvSpPr>
                <p:nvPr/>
              </p:nvSpPr>
              <p:spPr bwMode="auto">
                <a:xfrm>
                  <a:off x="7137585" y="4910600"/>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27" name="Group 526">
                  <a:extLst>
                    <a:ext uri="{FF2B5EF4-FFF2-40B4-BE49-F238E27FC236}">
                      <a16:creationId xmlns:a16="http://schemas.microsoft.com/office/drawing/2014/main" id="{BF642614-0CE4-8193-9F1D-F55C702017AF}"/>
                    </a:ext>
                  </a:extLst>
                </p:cNvPr>
                <p:cNvGrpSpPr/>
                <p:nvPr/>
              </p:nvGrpSpPr>
              <p:grpSpPr>
                <a:xfrm>
                  <a:off x="7593280" y="4860793"/>
                  <a:ext cx="665567" cy="360000"/>
                  <a:chOff x="7146882" y="1840573"/>
                  <a:chExt cx="665567" cy="360000"/>
                </a:xfrm>
              </p:grpSpPr>
              <p:sp>
                <p:nvSpPr>
                  <p:cNvPr id="528" name="Can 315">
                    <a:extLst>
                      <a:ext uri="{FF2B5EF4-FFF2-40B4-BE49-F238E27FC236}">
                        <a16:creationId xmlns:a16="http://schemas.microsoft.com/office/drawing/2014/main" id="{B9F67C18-1019-2DB2-ECA1-755A68D8268B}"/>
                      </a:ext>
                    </a:extLst>
                  </p:cNvPr>
                  <p:cNvSpPr/>
                  <p:nvPr/>
                </p:nvSpPr>
                <p:spPr>
                  <a:xfrm>
                    <a:off x="7211730" y="1840573"/>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Text Box 305">
                    <a:extLst>
                      <a:ext uri="{FF2B5EF4-FFF2-40B4-BE49-F238E27FC236}">
                        <a16:creationId xmlns:a16="http://schemas.microsoft.com/office/drawing/2014/main" id="{72E6FB6C-BDAF-4A65-D835-13B3CB370D0B}"/>
                      </a:ext>
                    </a:extLst>
                  </p:cNvPr>
                  <p:cNvSpPr txBox="1">
                    <a:spLocks noChangeArrowheads="1"/>
                  </p:cNvSpPr>
                  <p:nvPr/>
                </p:nvSpPr>
                <p:spPr bwMode="auto">
                  <a:xfrm>
                    <a:off x="7146882" y="1913371"/>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grpSp>
            <p:nvGrpSpPr>
              <p:cNvPr id="502" name="Group 501">
                <a:extLst>
                  <a:ext uri="{FF2B5EF4-FFF2-40B4-BE49-F238E27FC236}">
                    <a16:creationId xmlns:a16="http://schemas.microsoft.com/office/drawing/2014/main" id="{B4D22F3D-EDDE-8126-F4DD-A2A04A8615B7}"/>
                  </a:ext>
                </a:extLst>
              </p:cNvPr>
              <p:cNvGrpSpPr/>
              <p:nvPr/>
            </p:nvGrpSpPr>
            <p:grpSpPr>
              <a:xfrm>
                <a:off x="3623562" y="5108298"/>
                <a:ext cx="1784742" cy="783771"/>
                <a:chOff x="3623562" y="5108298"/>
                <a:chExt cx="1784742" cy="783771"/>
              </a:xfrm>
            </p:grpSpPr>
            <p:sp>
              <p:nvSpPr>
                <p:cNvPr id="518" name="Freeform 318">
                  <a:extLst>
                    <a:ext uri="{FF2B5EF4-FFF2-40B4-BE49-F238E27FC236}">
                      <a16:creationId xmlns:a16="http://schemas.microsoft.com/office/drawing/2014/main" id="{67969B73-20CF-F961-A0C5-4AB033AB60EB}"/>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9" name="Oval 306">
                  <a:extLst>
                    <a:ext uri="{FF2B5EF4-FFF2-40B4-BE49-F238E27FC236}">
                      <a16:creationId xmlns:a16="http://schemas.microsoft.com/office/drawing/2014/main" id="{359390B2-48DC-E46C-C30F-61CCF398980E}"/>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20" name="Text Box 302">
                  <a:extLst>
                    <a:ext uri="{FF2B5EF4-FFF2-40B4-BE49-F238E27FC236}">
                      <a16:creationId xmlns:a16="http://schemas.microsoft.com/office/drawing/2014/main" id="{F6538FE6-99A6-1AB0-24FE-C4D6FA5D0E79}"/>
                    </a:ext>
                  </a:extLst>
                </p:cNvPr>
                <p:cNvSpPr txBox="1">
                  <a:spLocks noChangeArrowheads="1"/>
                </p:cNvSpPr>
                <p:nvPr/>
              </p:nvSpPr>
              <p:spPr bwMode="auto">
                <a:xfrm>
                  <a:off x="3656136" y="5229255"/>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21" name="Group 520">
                  <a:extLst>
                    <a:ext uri="{FF2B5EF4-FFF2-40B4-BE49-F238E27FC236}">
                      <a16:creationId xmlns:a16="http://schemas.microsoft.com/office/drawing/2014/main" id="{4D7B2ADE-9667-7789-5A3E-B24B441AF458}"/>
                    </a:ext>
                  </a:extLst>
                </p:cNvPr>
                <p:cNvGrpSpPr/>
                <p:nvPr/>
              </p:nvGrpSpPr>
              <p:grpSpPr>
                <a:xfrm>
                  <a:off x="4134486" y="5211550"/>
                  <a:ext cx="665567" cy="360000"/>
                  <a:chOff x="7169537" y="1872675"/>
                  <a:chExt cx="665567" cy="360000"/>
                </a:xfrm>
              </p:grpSpPr>
              <p:sp>
                <p:nvSpPr>
                  <p:cNvPr id="522" name="Can 322">
                    <a:extLst>
                      <a:ext uri="{FF2B5EF4-FFF2-40B4-BE49-F238E27FC236}">
                        <a16:creationId xmlns:a16="http://schemas.microsoft.com/office/drawing/2014/main" id="{E03AC7C8-DB01-83C1-9D9C-44AC68A6D63D}"/>
                      </a:ext>
                    </a:extLst>
                  </p:cNvPr>
                  <p:cNvSpPr/>
                  <p:nvPr/>
                </p:nvSpPr>
                <p:spPr>
                  <a:xfrm>
                    <a:off x="7235323" y="1872675"/>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Text Box 305">
                    <a:extLst>
                      <a:ext uri="{FF2B5EF4-FFF2-40B4-BE49-F238E27FC236}">
                        <a16:creationId xmlns:a16="http://schemas.microsoft.com/office/drawing/2014/main" id="{8BD7D7D8-D763-7882-D385-4083159CC385}"/>
                      </a:ext>
                    </a:extLst>
                  </p:cNvPr>
                  <p:cNvSpPr txBox="1">
                    <a:spLocks noChangeArrowheads="1"/>
                  </p:cNvSpPr>
                  <p:nvPr/>
                </p:nvSpPr>
                <p:spPr bwMode="auto">
                  <a:xfrm>
                    <a:off x="7169537" y="1954676"/>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grpSp>
            <p:nvGrpSpPr>
              <p:cNvPr id="503" name="Group 502">
                <a:extLst>
                  <a:ext uri="{FF2B5EF4-FFF2-40B4-BE49-F238E27FC236}">
                    <a16:creationId xmlns:a16="http://schemas.microsoft.com/office/drawing/2014/main" id="{2C94D1BA-3E13-B392-3BBF-B277A62D38E0}"/>
                  </a:ext>
                </a:extLst>
              </p:cNvPr>
              <p:cNvGrpSpPr/>
              <p:nvPr/>
            </p:nvGrpSpPr>
            <p:grpSpPr>
              <a:xfrm>
                <a:off x="6918449" y="3352729"/>
                <a:ext cx="1539751" cy="831273"/>
                <a:chOff x="6918449" y="3352729"/>
                <a:chExt cx="1539751" cy="831273"/>
              </a:xfrm>
            </p:grpSpPr>
            <p:sp>
              <p:nvSpPr>
                <p:cNvPr id="512" name="Freeform 303">
                  <a:extLst>
                    <a:ext uri="{FF2B5EF4-FFF2-40B4-BE49-F238E27FC236}">
                      <a16:creationId xmlns:a16="http://schemas.microsoft.com/office/drawing/2014/main" id="{36A50626-EF9A-5ED9-6A53-2015C0365AAF}"/>
                    </a:ext>
                  </a:extLst>
                </p:cNvPr>
                <p:cNvSpPr/>
                <p:nvPr/>
              </p:nvSpPr>
              <p:spPr>
                <a:xfrm>
                  <a:off x="6918449" y="3627840"/>
                  <a:ext cx="1223159" cy="556162"/>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223159"/>
                    <a:gd name="connsiteY0" fmla="*/ 641268 h 890650"/>
                    <a:gd name="connsiteX1" fmla="*/ 285007 w 1223159"/>
                    <a:gd name="connsiteY1" fmla="*/ 0 h 890650"/>
                    <a:gd name="connsiteX2" fmla="*/ 1223159 w 1223159"/>
                    <a:gd name="connsiteY2" fmla="*/ 368389 h 890650"/>
                    <a:gd name="connsiteX3" fmla="*/ 166254 w 1223159"/>
                    <a:gd name="connsiteY3" fmla="*/ 890650 h 890650"/>
                    <a:gd name="connsiteX4" fmla="*/ 0 w 1223159"/>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59" h="890650">
                      <a:moveTo>
                        <a:pt x="0" y="641268"/>
                      </a:moveTo>
                      <a:cubicBezTo>
                        <a:pt x="320633" y="380011"/>
                        <a:pt x="308759" y="285008"/>
                        <a:pt x="285007" y="0"/>
                      </a:cubicBezTo>
                      <a:lnTo>
                        <a:pt x="1223159" y="368389"/>
                      </a:lnTo>
                      <a:cubicBezTo>
                        <a:pt x="431470" y="685064"/>
                        <a:pt x="625433" y="502723"/>
                        <a:pt x="166254" y="890650"/>
                      </a:cubicBezTo>
                      <a:lnTo>
                        <a:pt x="0" y="641268"/>
                      </a:lnTo>
                      <a:close/>
                    </a:path>
                  </a:pathLst>
                </a:custGeom>
                <a:gradFill>
                  <a:gsLst>
                    <a:gs pos="0">
                      <a:schemeClr val="bg1"/>
                    </a:gs>
                    <a:gs pos="100000">
                      <a:schemeClr val="bg1">
                        <a:lumMod val="85000"/>
                        <a:alpha val="73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Oval 306">
                  <a:extLst>
                    <a:ext uri="{FF2B5EF4-FFF2-40B4-BE49-F238E27FC236}">
                      <a16:creationId xmlns:a16="http://schemas.microsoft.com/office/drawing/2014/main" id="{7C68856F-9FB4-C2CF-7B12-934899F86715}"/>
                    </a:ext>
                  </a:extLst>
                </p:cNvPr>
                <p:cNvSpPr>
                  <a:spLocks noChangeArrowheads="1"/>
                </p:cNvSpPr>
                <p:nvPr/>
              </p:nvSpPr>
              <p:spPr bwMode="auto">
                <a:xfrm>
                  <a:off x="7164388" y="3352729"/>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14" name="Text Box 302">
                  <a:extLst>
                    <a:ext uri="{FF2B5EF4-FFF2-40B4-BE49-F238E27FC236}">
                      <a16:creationId xmlns:a16="http://schemas.microsoft.com/office/drawing/2014/main" id="{21AA1C3F-1724-9D4B-822E-1657510822CA}"/>
                    </a:ext>
                  </a:extLst>
                </p:cNvPr>
                <p:cNvSpPr txBox="1">
                  <a:spLocks noChangeArrowheads="1"/>
                </p:cNvSpPr>
                <p:nvPr/>
              </p:nvSpPr>
              <p:spPr bwMode="auto">
                <a:xfrm>
                  <a:off x="7196962" y="3473686"/>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15" name="Group 514">
                  <a:extLst>
                    <a:ext uri="{FF2B5EF4-FFF2-40B4-BE49-F238E27FC236}">
                      <a16:creationId xmlns:a16="http://schemas.microsoft.com/office/drawing/2014/main" id="{0F329414-3B9B-BB63-9D79-A102A27E2CF6}"/>
                    </a:ext>
                  </a:extLst>
                </p:cNvPr>
                <p:cNvGrpSpPr/>
                <p:nvPr/>
              </p:nvGrpSpPr>
              <p:grpSpPr>
                <a:xfrm>
                  <a:off x="7660606" y="3439781"/>
                  <a:ext cx="665567" cy="360000"/>
                  <a:chOff x="7154831" y="1856475"/>
                  <a:chExt cx="665567" cy="360000"/>
                </a:xfrm>
              </p:grpSpPr>
              <p:sp>
                <p:nvSpPr>
                  <p:cNvPr id="516" name="Can 307">
                    <a:extLst>
                      <a:ext uri="{FF2B5EF4-FFF2-40B4-BE49-F238E27FC236}">
                        <a16:creationId xmlns:a16="http://schemas.microsoft.com/office/drawing/2014/main" id="{E7756358-2A3D-9726-764C-12055985E33E}"/>
                      </a:ext>
                    </a:extLst>
                  </p:cNvPr>
                  <p:cNvSpPr/>
                  <p:nvPr/>
                </p:nvSpPr>
                <p:spPr>
                  <a:xfrm>
                    <a:off x="7211730" y="1856475"/>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Text Box 305">
                    <a:extLst>
                      <a:ext uri="{FF2B5EF4-FFF2-40B4-BE49-F238E27FC236}">
                        <a16:creationId xmlns:a16="http://schemas.microsoft.com/office/drawing/2014/main" id="{72EF1C47-868E-6278-BF84-A65ADD4AB920}"/>
                      </a:ext>
                    </a:extLst>
                  </p:cNvPr>
                  <p:cNvSpPr txBox="1">
                    <a:spLocks noChangeArrowheads="1"/>
                  </p:cNvSpPr>
                  <p:nvPr/>
                </p:nvSpPr>
                <p:spPr bwMode="auto">
                  <a:xfrm>
                    <a:off x="7154831" y="1937223"/>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504" name="Group 503">
                <a:extLst>
                  <a:ext uri="{FF2B5EF4-FFF2-40B4-BE49-F238E27FC236}">
                    <a16:creationId xmlns:a16="http://schemas.microsoft.com/office/drawing/2014/main" id="{F02E345A-3C5E-2671-9370-01C58C0CDA8D}"/>
                  </a:ext>
                </a:extLst>
              </p:cNvPr>
              <p:cNvGrpSpPr/>
              <p:nvPr/>
            </p:nvGrpSpPr>
            <p:grpSpPr>
              <a:xfrm>
                <a:off x="3906590" y="3823785"/>
                <a:ext cx="1755404" cy="783771"/>
                <a:chOff x="1750147" y="5031180"/>
                <a:chExt cx="1755404" cy="783771"/>
              </a:xfrm>
            </p:grpSpPr>
            <p:sp>
              <p:nvSpPr>
                <p:cNvPr id="505" name="Freeform 330">
                  <a:extLst>
                    <a:ext uri="{FF2B5EF4-FFF2-40B4-BE49-F238E27FC236}">
                      <a16:creationId xmlns:a16="http://schemas.microsoft.com/office/drawing/2014/main" id="{4EAF2D84-8CEE-4026-F1C8-FD9525574ED8}"/>
                    </a:ext>
                  </a:extLst>
                </p:cNvPr>
                <p:cNvSpPr/>
                <p:nvPr/>
              </p:nvSpPr>
              <p:spPr>
                <a:xfrm flipH="1">
                  <a:off x="2679864" y="5304311"/>
                  <a:ext cx="825687" cy="51064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273133 h 510640"/>
                    <a:gd name="connsiteX1" fmla="*/ 510638 w 1389414"/>
                    <a:gd name="connsiteY1" fmla="*/ 0 h 510640"/>
                    <a:gd name="connsiteX2" fmla="*/ 1389414 w 1389414"/>
                    <a:gd name="connsiteY2" fmla="*/ 249383 h 510640"/>
                    <a:gd name="connsiteX3" fmla="*/ 0 w 1389414"/>
                    <a:gd name="connsiteY3" fmla="*/ 510640 h 510640"/>
                    <a:gd name="connsiteX4" fmla="*/ 59377 w 1389414"/>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699 w 796347"/>
                    <a:gd name="connsiteY0" fmla="*/ 273133 h 510640"/>
                    <a:gd name="connsiteX1" fmla="*/ 451960 w 796347"/>
                    <a:gd name="connsiteY1" fmla="*/ 0 h 510640"/>
                    <a:gd name="connsiteX2" fmla="*/ 796347 w 796347"/>
                    <a:gd name="connsiteY2" fmla="*/ 261258 h 510640"/>
                    <a:gd name="connsiteX3" fmla="*/ 0 w 796347"/>
                    <a:gd name="connsiteY3" fmla="*/ 510640 h 510640"/>
                    <a:gd name="connsiteX4" fmla="*/ 699 w 796347"/>
                    <a:gd name="connsiteY4" fmla="*/ 273133 h 510640"/>
                    <a:gd name="connsiteX0" fmla="*/ 0 w 820098"/>
                    <a:gd name="connsiteY0" fmla="*/ 331811 h 510640"/>
                    <a:gd name="connsiteX1" fmla="*/ 475711 w 820098"/>
                    <a:gd name="connsiteY1" fmla="*/ 0 h 510640"/>
                    <a:gd name="connsiteX2" fmla="*/ 820098 w 820098"/>
                    <a:gd name="connsiteY2" fmla="*/ 261258 h 510640"/>
                    <a:gd name="connsiteX3" fmla="*/ 23751 w 820098"/>
                    <a:gd name="connsiteY3" fmla="*/ 510640 h 510640"/>
                    <a:gd name="connsiteX4" fmla="*/ 0 w 820098"/>
                    <a:gd name="connsiteY4" fmla="*/ 331811 h 510640"/>
                    <a:gd name="connsiteX0" fmla="*/ 5589 w 825687"/>
                    <a:gd name="connsiteY0" fmla="*/ 331811 h 510640"/>
                    <a:gd name="connsiteX1" fmla="*/ 481300 w 825687"/>
                    <a:gd name="connsiteY1" fmla="*/ 0 h 510640"/>
                    <a:gd name="connsiteX2" fmla="*/ 825687 w 825687"/>
                    <a:gd name="connsiteY2" fmla="*/ 261258 h 510640"/>
                    <a:gd name="connsiteX3" fmla="*/ 0 w 825687"/>
                    <a:gd name="connsiteY3" fmla="*/ 510640 h 510640"/>
                    <a:gd name="connsiteX4" fmla="*/ 5589 w 825687"/>
                    <a:gd name="connsiteY4" fmla="*/ 331811 h 510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687" h="510640">
                      <a:moveTo>
                        <a:pt x="5589" y="331811"/>
                      </a:moveTo>
                      <a:cubicBezTo>
                        <a:pt x="231220" y="248684"/>
                        <a:pt x="267546" y="201881"/>
                        <a:pt x="481300" y="0"/>
                      </a:cubicBezTo>
                      <a:cubicBezTo>
                        <a:pt x="537418" y="145764"/>
                        <a:pt x="583755" y="179062"/>
                        <a:pt x="825687" y="261258"/>
                      </a:cubicBezTo>
                      <a:cubicBezTo>
                        <a:pt x="389560" y="305502"/>
                        <a:pt x="239835" y="377682"/>
                        <a:pt x="0" y="510640"/>
                      </a:cubicBezTo>
                      <a:lnTo>
                        <a:pt x="5589" y="331811"/>
                      </a:lnTo>
                      <a:close/>
                    </a:path>
                  </a:pathLst>
                </a:custGeom>
                <a:gradFill>
                  <a:gsLst>
                    <a:gs pos="0">
                      <a:schemeClr val="bg1">
                        <a:alpha val="51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6" name="Oval 306">
                  <a:extLst>
                    <a:ext uri="{FF2B5EF4-FFF2-40B4-BE49-F238E27FC236}">
                      <a16:creationId xmlns:a16="http://schemas.microsoft.com/office/drawing/2014/main" id="{36855252-1EE2-8F77-F3D3-6E556D48A303}"/>
                    </a:ext>
                  </a:extLst>
                </p:cNvPr>
                <p:cNvSpPr>
                  <a:spLocks noChangeArrowheads="1"/>
                </p:cNvSpPr>
                <p:nvPr/>
              </p:nvSpPr>
              <p:spPr bwMode="auto">
                <a:xfrm>
                  <a:off x="1750147" y="5031180"/>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07" name="Text Box 302">
                  <a:extLst>
                    <a:ext uri="{FF2B5EF4-FFF2-40B4-BE49-F238E27FC236}">
                      <a16:creationId xmlns:a16="http://schemas.microsoft.com/office/drawing/2014/main" id="{40F7FF26-3BE8-D85B-34BC-A59C3029011F}"/>
                    </a:ext>
                  </a:extLst>
                </p:cNvPr>
                <p:cNvSpPr txBox="1">
                  <a:spLocks noChangeArrowheads="1"/>
                </p:cNvSpPr>
                <p:nvPr/>
              </p:nvSpPr>
              <p:spPr bwMode="auto">
                <a:xfrm>
                  <a:off x="1782721" y="5152137"/>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08" name="Group 507">
                  <a:extLst>
                    <a:ext uri="{FF2B5EF4-FFF2-40B4-BE49-F238E27FC236}">
                      <a16:creationId xmlns:a16="http://schemas.microsoft.com/office/drawing/2014/main" id="{B301936C-6169-C501-CE4C-BE7AF1A18BC9}"/>
                    </a:ext>
                  </a:extLst>
                </p:cNvPr>
                <p:cNvGrpSpPr/>
                <p:nvPr/>
              </p:nvGrpSpPr>
              <p:grpSpPr>
                <a:xfrm>
                  <a:off x="2246362" y="5108765"/>
                  <a:ext cx="665567" cy="365699"/>
                  <a:chOff x="7154828" y="1847008"/>
                  <a:chExt cx="665567" cy="365699"/>
                </a:xfrm>
              </p:grpSpPr>
              <p:sp>
                <p:nvSpPr>
                  <p:cNvPr id="510" name="Can 334">
                    <a:extLst>
                      <a:ext uri="{FF2B5EF4-FFF2-40B4-BE49-F238E27FC236}">
                        <a16:creationId xmlns:a16="http://schemas.microsoft.com/office/drawing/2014/main" id="{96E22CF0-BADA-5FC4-2359-8941DE7FEB2D}"/>
                      </a:ext>
                    </a:extLst>
                  </p:cNvPr>
                  <p:cNvSpPr/>
                  <p:nvPr/>
                </p:nvSpPr>
                <p:spPr>
                  <a:xfrm>
                    <a:off x="7211731" y="1847008"/>
                    <a:ext cx="540000" cy="360000"/>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1" name="Text Box 305">
                    <a:extLst>
                      <a:ext uri="{FF2B5EF4-FFF2-40B4-BE49-F238E27FC236}">
                        <a16:creationId xmlns:a16="http://schemas.microsoft.com/office/drawing/2014/main" id="{D8B72313-16EF-D5D5-3D76-26F8FFDDD657}"/>
                      </a:ext>
                    </a:extLst>
                  </p:cNvPr>
                  <p:cNvSpPr txBox="1">
                    <a:spLocks noChangeArrowheads="1"/>
                  </p:cNvSpPr>
                  <p:nvPr/>
                </p:nvSpPr>
                <p:spPr bwMode="auto">
                  <a:xfrm>
                    <a:off x="7154828" y="1935708"/>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grpSp>
        <p:grpSp>
          <p:nvGrpSpPr>
            <p:cNvPr id="536" name="Group 535">
              <a:extLst>
                <a:ext uri="{FF2B5EF4-FFF2-40B4-BE49-F238E27FC236}">
                  <a16:creationId xmlns:a16="http://schemas.microsoft.com/office/drawing/2014/main" id="{21101BA5-3961-8F32-1195-34C191FD5702}"/>
                </a:ext>
              </a:extLst>
            </p:cNvPr>
            <p:cNvGrpSpPr/>
            <p:nvPr/>
          </p:nvGrpSpPr>
          <p:grpSpPr>
            <a:xfrm>
              <a:off x="5649769" y="4255221"/>
              <a:ext cx="736270" cy="422596"/>
              <a:chOff x="3668110" y="2448910"/>
              <a:chExt cx="3794234" cy="2165130"/>
            </a:xfrm>
          </p:grpSpPr>
          <p:sp>
            <p:nvSpPr>
              <p:cNvPr id="537" name="Rectangle 536">
                <a:extLst>
                  <a:ext uri="{FF2B5EF4-FFF2-40B4-BE49-F238E27FC236}">
                    <a16:creationId xmlns:a16="http://schemas.microsoft.com/office/drawing/2014/main" id="{FFBC1181-68CF-505A-E1FF-D68609B17B2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8" name="Freeform 278">
                <a:extLst>
                  <a:ext uri="{FF2B5EF4-FFF2-40B4-BE49-F238E27FC236}">
                    <a16:creationId xmlns:a16="http://schemas.microsoft.com/office/drawing/2014/main" id="{027600E6-DEE6-66B3-E7B9-425916486B8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9" name="Group 538">
                <a:extLst>
                  <a:ext uri="{FF2B5EF4-FFF2-40B4-BE49-F238E27FC236}">
                    <a16:creationId xmlns:a16="http://schemas.microsoft.com/office/drawing/2014/main" id="{77FC680E-C053-2402-448D-26ACEC88D124}"/>
                  </a:ext>
                </a:extLst>
              </p:cNvPr>
              <p:cNvGrpSpPr/>
              <p:nvPr/>
            </p:nvGrpSpPr>
            <p:grpSpPr>
              <a:xfrm>
                <a:off x="3941378" y="2603243"/>
                <a:ext cx="3202061" cy="1066110"/>
                <a:chOff x="7939341" y="3037317"/>
                <a:chExt cx="897649" cy="353919"/>
              </a:xfrm>
            </p:grpSpPr>
            <p:sp>
              <p:nvSpPr>
                <p:cNvPr id="540" name="Freeform 280">
                  <a:extLst>
                    <a:ext uri="{FF2B5EF4-FFF2-40B4-BE49-F238E27FC236}">
                      <a16:creationId xmlns:a16="http://schemas.microsoft.com/office/drawing/2014/main" id="{4B7A8539-EF8C-120D-DE02-A1D15A7EE7B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1" name="Freeform 281">
                  <a:extLst>
                    <a:ext uri="{FF2B5EF4-FFF2-40B4-BE49-F238E27FC236}">
                      <a16:creationId xmlns:a16="http://schemas.microsoft.com/office/drawing/2014/main" id="{8F92A7A1-D371-AAFB-34A5-D5B2A98F3B2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2" name="Freeform 282">
                  <a:extLst>
                    <a:ext uri="{FF2B5EF4-FFF2-40B4-BE49-F238E27FC236}">
                      <a16:creationId xmlns:a16="http://schemas.microsoft.com/office/drawing/2014/main" id="{4D344CB0-D144-6E7E-E738-EBDF6B54BCB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283">
                  <a:extLst>
                    <a:ext uri="{FF2B5EF4-FFF2-40B4-BE49-F238E27FC236}">
                      <a16:creationId xmlns:a16="http://schemas.microsoft.com/office/drawing/2014/main" id="{6FDF79E7-8AA9-5DD4-EC20-3FE244C84C2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4" name="Group 543">
              <a:extLst>
                <a:ext uri="{FF2B5EF4-FFF2-40B4-BE49-F238E27FC236}">
                  <a16:creationId xmlns:a16="http://schemas.microsoft.com/office/drawing/2014/main" id="{C39FC594-5A64-3C5D-F1A7-E2A6112BAE65}"/>
                </a:ext>
              </a:extLst>
            </p:cNvPr>
            <p:cNvGrpSpPr/>
            <p:nvPr/>
          </p:nvGrpSpPr>
          <p:grpSpPr>
            <a:xfrm>
              <a:off x="2739071" y="2302550"/>
              <a:ext cx="2436042" cy="1273223"/>
              <a:chOff x="2739071" y="2226350"/>
              <a:chExt cx="2436042" cy="1273223"/>
            </a:xfrm>
          </p:grpSpPr>
          <p:sp>
            <p:nvSpPr>
              <p:cNvPr id="545" name="Freeform 337">
                <a:extLst>
                  <a:ext uri="{FF2B5EF4-FFF2-40B4-BE49-F238E27FC236}">
                    <a16:creationId xmlns:a16="http://schemas.microsoft.com/office/drawing/2014/main" id="{7A7A9FF3-7145-05E3-074E-EC1421EC1A42}"/>
                  </a:ext>
                </a:extLst>
              </p:cNvPr>
              <p:cNvSpPr/>
              <p:nvPr/>
            </p:nvSpPr>
            <p:spPr>
              <a:xfrm flipH="1">
                <a:off x="3389091" y="2670159"/>
                <a:ext cx="1786022" cy="82941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022" h="829414">
                    <a:moveTo>
                      <a:pt x="81411" y="393603"/>
                    </a:moveTo>
                    <a:cubicBezTo>
                      <a:pt x="307042" y="310476"/>
                      <a:pt x="265550" y="210465"/>
                      <a:pt x="429371" y="0"/>
                    </a:cubicBezTo>
                    <a:cubicBezTo>
                      <a:pt x="716335" y="244471"/>
                      <a:pt x="915164" y="290636"/>
                      <a:pt x="1786022" y="325786"/>
                    </a:cubicBezTo>
                    <a:cubicBezTo>
                      <a:pt x="561099" y="527000"/>
                      <a:pt x="601683" y="583990"/>
                      <a:pt x="0" y="829414"/>
                    </a:cubicBezTo>
                    <a:lnTo>
                      <a:pt x="81411" y="393603"/>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6" name="Oval 280">
                <a:extLst>
                  <a:ext uri="{FF2B5EF4-FFF2-40B4-BE49-F238E27FC236}">
                    <a16:creationId xmlns:a16="http://schemas.microsoft.com/office/drawing/2014/main" id="{B48FF477-A51D-7D50-E47D-0F534AEA24D3}"/>
                  </a:ext>
                </a:extLst>
              </p:cNvPr>
              <p:cNvSpPr>
                <a:spLocks noChangeArrowheads="1"/>
              </p:cNvSpPr>
              <p:nvPr/>
            </p:nvSpPr>
            <p:spPr bwMode="auto">
              <a:xfrm>
                <a:off x="2739071" y="2226350"/>
                <a:ext cx="2047875" cy="771802"/>
              </a:xfrm>
              <a:prstGeom prst="ellipse">
                <a:avLst/>
              </a:prstGeom>
              <a:no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47" name="Text Box 276">
                <a:extLst>
                  <a:ext uri="{FF2B5EF4-FFF2-40B4-BE49-F238E27FC236}">
                    <a16:creationId xmlns:a16="http://schemas.microsoft.com/office/drawing/2014/main" id="{95F8D7C3-D76C-7A65-0A35-42BA4C31C8DB}"/>
                  </a:ext>
                </a:extLst>
              </p:cNvPr>
              <p:cNvSpPr txBox="1">
                <a:spLocks noChangeArrowheads="1"/>
              </p:cNvSpPr>
              <p:nvPr/>
            </p:nvSpPr>
            <p:spPr bwMode="auto">
              <a:xfrm>
                <a:off x="3115851" y="2312106"/>
                <a:ext cx="1332417" cy="696088"/>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کنترل‌کننده / </a:t>
                </a:r>
              </a:p>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سیستم مدیریتی</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a:p>
                <a:pPr marL="0" marR="0" lvl="0" indent="0" algn="ctr" defTabSz="914400" rtl="1" eaLnBrk="0" fontAlgn="base" latinLnBrk="0" hangingPunct="0">
                  <a:lnSpc>
                    <a:spcPct val="85000"/>
                  </a:lnSpc>
                  <a:spcBef>
                    <a:spcPct val="0"/>
                  </a:spcBef>
                  <a:spcAft>
                    <a:spcPct val="0"/>
                  </a:spcAft>
                  <a:buClrTx/>
                  <a:buSzTx/>
                  <a:buFontTx/>
                  <a:buNone/>
                  <a:tabLst/>
                  <a:defRPr/>
                </a:pPr>
                <a:endParaRPr kumimoji="0" lang="en-US" b="0" i="0" u="none" strike="noStrike" kern="0" cap="none" spc="0" normalizeH="0" baseline="0" noProof="0" dirty="0">
                  <a:ln>
                    <a:noFill/>
                  </a:ln>
                  <a:solidFill>
                    <a:srgbClr val="000000"/>
                  </a:solidFill>
                  <a:effectLst/>
                  <a:uLnTx/>
                  <a:uFillTx/>
                  <a:ea typeface="ＭＳ Ｐゴシック" charset="0"/>
                  <a:cs typeface="Arial"/>
                </a:endParaRPr>
              </a:p>
            </p:txBody>
          </p:sp>
          <p:grpSp>
            <p:nvGrpSpPr>
              <p:cNvPr id="548" name="Group 547">
                <a:extLst>
                  <a:ext uri="{FF2B5EF4-FFF2-40B4-BE49-F238E27FC236}">
                    <a16:creationId xmlns:a16="http://schemas.microsoft.com/office/drawing/2014/main" id="{E5E25DF6-26C6-3418-B2A0-ACC15BCAA394}"/>
                  </a:ext>
                </a:extLst>
              </p:cNvPr>
              <p:cNvGrpSpPr/>
              <p:nvPr/>
            </p:nvGrpSpPr>
            <p:grpSpPr>
              <a:xfrm>
                <a:off x="2936918" y="2788772"/>
                <a:ext cx="820613" cy="395103"/>
                <a:chOff x="7338951" y="1864426"/>
                <a:chExt cx="427511" cy="344384"/>
              </a:xfrm>
            </p:grpSpPr>
            <p:sp>
              <p:nvSpPr>
                <p:cNvPr id="549" name="Can 341">
                  <a:extLst>
                    <a:ext uri="{FF2B5EF4-FFF2-40B4-BE49-F238E27FC236}">
                      <a16:creationId xmlns:a16="http://schemas.microsoft.com/office/drawing/2014/main" id="{7F398A07-7DF8-7E3E-519C-41C9BAA0F406}"/>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0" name="Text Box 305">
                  <a:extLst>
                    <a:ext uri="{FF2B5EF4-FFF2-40B4-BE49-F238E27FC236}">
                      <a16:creationId xmlns:a16="http://schemas.microsoft.com/office/drawing/2014/main" id="{19F9EE5F-EA06-31D7-C893-A8663B782DA3}"/>
                    </a:ext>
                  </a:extLst>
                </p:cNvPr>
                <p:cNvSpPr txBox="1">
                  <a:spLocks noChangeArrowheads="1"/>
                </p:cNvSpPr>
                <p:nvPr/>
              </p:nvSpPr>
              <p:spPr bwMode="auto">
                <a:xfrm>
                  <a:off x="7343643" y="1948718"/>
                  <a:ext cx="399059" cy="24144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ar-IQ"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0" i="0" u="none" strike="noStrike" kern="0" cap="none" spc="0" normalizeH="0" baseline="0" noProof="0" dirty="0">
                    <a:ln>
                      <a:noFill/>
                    </a:ln>
                    <a:solidFill>
                      <a:srgbClr val="0000A8"/>
                    </a:solidFill>
                    <a:effectLst/>
                    <a:uLnTx/>
                    <a:uFillTx/>
                    <a:latin typeface="Arial"/>
                    <a:ea typeface="ＭＳ Ｐゴシック" charset="0"/>
                    <a:cs typeface="Arial"/>
                  </a:endParaRPr>
                </a:p>
              </p:txBody>
            </p:sp>
          </p:grpSp>
        </p:grpSp>
        <p:grpSp>
          <p:nvGrpSpPr>
            <p:cNvPr id="554" name="Group 553">
              <a:extLst>
                <a:ext uri="{FF2B5EF4-FFF2-40B4-BE49-F238E27FC236}">
                  <a16:creationId xmlns:a16="http://schemas.microsoft.com/office/drawing/2014/main" id="{93A7ECC4-E4D5-67D3-CC94-B42D368FFD0E}"/>
                </a:ext>
              </a:extLst>
            </p:cNvPr>
            <p:cNvGrpSpPr/>
            <p:nvPr/>
          </p:nvGrpSpPr>
          <p:grpSpPr>
            <a:xfrm>
              <a:off x="6498569" y="3907475"/>
              <a:ext cx="683116" cy="378456"/>
              <a:chOff x="7493876" y="2774731"/>
              <a:chExt cx="1481958" cy="894622"/>
            </a:xfrm>
          </p:grpSpPr>
          <p:sp>
            <p:nvSpPr>
              <p:cNvPr id="555" name="Freeform 285">
                <a:extLst>
                  <a:ext uri="{FF2B5EF4-FFF2-40B4-BE49-F238E27FC236}">
                    <a16:creationId xmlns:a16="http://schemas.microsoft.com/office/drawing/2014/main" id="{22F3C07C-262E-CB00-E139-6C2FF70893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EB0B4C34-09EC-74F6-4FCC-80F2348E1BE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C230BE7B-80C9-E2DE-6591-5D6EC1B7DCDB}"/>
                  </a:ext>
                </a:extLst>
              </p:cNvPr>
              <p:cNvGrpSpPr/>
              <p:nvPr/>
            </p:nvGrpSpPr>
            <p:grpSpPr>
              <a:xfrm>
                <a:off x="7713663" y="2848339"/>
                <a:ext cx="1042107" cy="425543"/>
                <a:chOff x="7786941" y="2884917"/>
                <a:chExt cx="897649" cy="353919"/>
              </a:xfrm>
            </p:grpSpPr>
            <p:sp>
              <p:nvSpPr>
                <p:cNvPr id="558" name="Freeform 288">
                  <a:extLst>
                    <a:ext uri="{FF2B5EF4-FFF2-40B4-BE49-F238E27FC236}">
                      <a16:creationId xmlns:a16="http://schemas.microsoft.com/office/drawing/2014/main" id="{B93D46C1-CA0E-2313-9163-5C3DC9BDDF9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289">
                  <a:extLst>
                    <a:ext uri="{FF2B5EF4-FFF2-40B4-BE49-F238E27FC236}">
                      <a16:creationId xmlns:a16="http://schemas.microsoft.com/office/drawing/2014/main" id="{3DC3CFA9-1B33-9619-D06A-5997C6FFDDA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290">
                  <a:extLst>
                    <a:ext uri="{FF2B5EF4-FFF2-40B4-BE49-F238E27FC236}">
                      <a16:creationId xmlns:a16="http://schemas.microsoft.com/office/drawing/2014/main" id="{BB2B2729-4E30-C4E8-6D7A-5C9AE75B870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291">
                  <a:extLst>
                    <a:ext uri="{FF2B5EF4-FFF2-40B4-BE49-F238E27FC236}">
                      <a16:creationId xmlns:a16="http://schemas.microsoft.com/office/drawing/2014/main" id="{F531C054-F521-2891-9B72-B193CD31A47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62" name="Group 44">
              <a:extLst>
                <a:ext uri="{FF2B5EF4-FFF2-40B4-BE49-F238E27FC236}">
                  <a16:creationId xmlns:a16="http://schemas.microsoft.com/office/drawing/2014/main" id="{E7FD9418-FBCC-0173-9D99-0E614B56356F}"/>
                </a:ext>
              </a:extLst>
            </p:cNvPr>
            <p:cNvGrpSpPr>
              <a:grpSpLocks/>
            </p:cNvGrpSpPr>
            <p:nvPr/>
          </p:nvGrpSpPr>
          <p:grpSpPr bwMode="auto">
            <a:xfrm>
              <a:off x="5979637" y="2647362"/>
              <a:ext cx="903288" cy="727075"/>
              <a:chOff x="-44" y="1473"/>
              <a:chExt cx="981" cy="1105"/>
            </a:xfrm>
          </p:grpSpPr>
          <p:pic>
            <p:nvPicPr>
              <p:cNvPr id="563" name="Picture 45" descr="desktop_computer_stylized_medium">
                <a:extLst>
                  <a:ext uri="{FF2B5EF4-FFF2-40B4-BE49-F238E27FC236}">
                    <a16:creationId xmlns:a16="http://schemas.microsoft.com/office/drawing/2014/main" id="{BA4D7597-1797-CC0F-8102-0F190375C4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4" name="Freeform 46">
                <a:extLst>
                  <a:ext uri="{FF2B5EF4-FFF2-40B4-BE49-F238E27FC236}">
                    <a16:creationId xmlns:a16="http://schemas.microsoft.com/office/drawing/2014/main" id="{E8797185-E6EB-AEE4-91FF-9E0923657B32}"/>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7" name="Group 566">
              <a:extLst>
                <a:ext uri="{FF2B5EF4-FFF2-40B4-BE49-F238E27FC236}">
                  <a16:creationId xmlns:a16="http://schemas.microsoft.com/office/drawing/2014/main" id="{9F0E8A1C-D20A-B394-9F9E-E8E2D336DC6C}"/>
                </a:ext>
              </a:extLst>
            </p:cNvPr>
            <p:cNvGrpSpPr/>
            <p:nvPr/>
          </p:nvGrpSpPr>
          <p:grpSpPr>
            <a:xfrm>
              <a:off x="3813036" y="2235508"/>
              <a:ext cx="3489311" cy="3028804"/>
              <a:chOff x="3813036" y="2159308"/>
              <a:chExt cx="3489311" cy="3028804"/>
            </a:xfrm>
          </p:grpSpPr>
          <p:cxnSp>
            <p:nvCxnSpPr>
              <p:cNvPr id="568" name="Straight Arrow Connector 567">
                <a:extLst>
                  <a:ext uri="{FF2B5EF4-FFF2-40B4-BE49-F238E27FC236}">
                    <a16:creationId xmlns:a16="http://schemas.microsoft.com/office/drawing/2014/main" id="{9B84FD3E-34A3-7B1A-1978-A99E215B915E}"/>
                  </a:ext>
                </a:extLst>
              </p:cNvPr>
              <p:cNvCxnSpPr>
                <a:cxnSpLocks/>
                <a:endCxn id="519" idx="1"/>
              </p:cNvCxnSpPr>
              <p:nvPr/>
            </p:nvCxnSpPr>
            <p:spPr>
              <a:xfrm flipH="1">
                <a:off x="3813036" y="3013112"/>
                <a:ext cx="20834" cy="217500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69" name="Straight Arrow Connector 568">
                <a:extLst>
                  <a:ext uri="{FF2B5EF4-FFF2-40B4-BE49-F238E27FC236}">
                    <a16:creationId xmlns:a16="http://schemas.microsoft.com/office/drawing/2014/main" id="{5E64CBA7-6ED3-4A25-481F-4FA77A1CDC29}"/>
                  </a:ext>
                </a:extLst>
              </p:cNvPr>
              <p:cNvCxnSpPr>
                <a:cxnSpLocks/>
              </p:cNvCxnSpPr>
              <p:nvPr/>
            </p:nvCxnSpPr>
            <p:spPr>
              <a:xfrm>
                <a:off x="3831136" y="3020190"/>
                <a:ext cx="3471211" cy="185661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0" name="Straight Arrow Connector 569">
                <a:extLst>
                  <a:ext uri="{FF2B5EF4-FFF2-40B4-BE49-F238E27FC236}">
                    <a16:creationId xmlns:a16="http://schemas.microsoft.com/office/drawing/2014/main" id="{3E005E27-8D34-C72B-8AB1-9E5AF372149B}"/>
                  </a:ext>
                </a:extLst>
              </p:cNvPr>
              <p:cNvCxnSpPr>
                <a:cxnSpLocks/>
              </p:cNvCxnSpPr>
              <p:nvPr/>
            </p:nvCxnSpPr>
            <p:spPr>
              <a:xfrm>
                <a:off x="3831136" y="3026864"/>
                <a:ext cx="3294941" cy="59952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1" name="Straight Arrow Connector 570">
                <a:extLst>
                  <a:ext uri="{FF2B5EF4-FFF2-40B4-BE49-F238E27FC236}">
                    <a16:creationId xmlns:a16="http://schemas.microsoft.com/office/drawing/2014/main" id="{0D4DC714-C51A-DA87-9185-39690FB44718}"/>
                  </a:ext>
                </a:extLst>
              </p:cNvPr>
              <p:cNvCxnSpPr>
                <a:cxnSpLocks/>
              </p:cNvCxnSpPr>
              <p:nvPr/>
            </p:nvCxnSpPr>
            <p:spPr>
              <a:xfrm flipV="1">
                <a:off x="3841147" y="2159308"/>
                <a:ext cx="3084791" cy="860882"/>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2" name="Straight Arrow Connector 571">
                <a:extLst>
                  <a:ext uri="{FF2B5EF4-FFF2-40B4-BE49-F238E27FC236}">
                    <a16:creationId xmlns:a16="http://schemas.microsoft.com/office/drawing/2014/main" id="{BDCA4BE6-8FAF-E0F3-D78B-ED5DC006A073}"/>
                  </a:ext>
                </a:extLst>
              </p:cNvPr>
              <p:cNvCxnSpPr>
                <a:cxnSpLocks/>
              </p:cNvCxnSpPr>
              <p:nvPr/>
            </p:nvCxnSpPr>
            <p:spPr>
              <a:xfrm>
                <a:off x="3834473" y="3023527"/>
                <a:ext cx="458433" cy="83788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sp>
        <p:nvSpPr>
          <p:cNvPr id="14" name="Rectangle 3">
            <a:extLst>
              <a:ext uri="{FF2B5EF4-FFF2-40B4-BE49-F238E27FC236}">
                <a16:creationId xmlns:a16="http://schemas.microsoft.com/office/drawing/2014/main" id="{4D73AC82-8768-C2CF-35BC-FBB616D64F49}"/>
              </a:ext>
            </a:extLst>
          </p:cNvPr>
          <p:cNvSpPr txBox="1">
            <a:spLocks noChangeArrowheads="1"/>
          </p:cNvSpPr>
          <p:nvPr/>
        </p:nvSpPr>
        <p:spPr>
          <a:xfrm>
            <a:off x="5756574" y="1862355"/>
            <a:ext cx="5702451" cy="122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rtl="1">
              <a:lnSpc>
                <a:spcPct val="120000"/>
              </a:lnSpc>
              <a:buNone/>
            </a:pPr>
            <a:r>
              <a:rPr lang="fa-IR" sz="1900" b="1" dirty="0">
                <a:solidFill>
                  <a:srgbClr val="C00000"/>
                </a:solidFill>
                <a:latin typeface="IRANSans(FaNum)" panose="02040503050201020203" pitchFamily="18" charset="-78"/>
                <a:cs typeface="IRANSans(FaNum)" panose="02040503050201020203" pitchFamily="18" charset="-78"/>
              </a:rPr>
              <a:t>واسط خط دستور (</a:t>
            </a:r>
            <a:r>
              <a:rPr lang="en-US" sz="1900" b="1" dirty="0">
                <a:solidFill>
                  <a:srgbClr val="C00000"/>
                </a:solidFill>
                <a:latin typeface="IRANSans(FaNum)" panose="02040503050201020203" pitchFamily="18" charset="-78"/>
                <a:cs typeface="IRANSans(FaNum)" panose="02040503050201020203" pitchFamily="18" charset="-78"/>
              </a:rPr>
              <a:t>CLI – </a:t>
            </a:r>
            <a:r>
              <a:rPr lang="en-US" sz="1700" b="1" dirty="0">
                <a:solidFill>
                  <a:srgbClr val="0000C8"/>
                </a:solidFill>
                <a:latin typeface="IRANSans(FaNum)" panose="02040503050201020203" pitchFamily="18" charset="-78"/>
                <a:cs typeface="IRANSans(FaNum)" panose="02040503050201020203" pitchFamily="18" charset="-78"/>
              </a:rPr>
              <a:t>Command Line Interface</a:t>
            </a:r>
            <a:r>
              <a:rPr lang="fa-IR" sz="1900" b="1" dirty="0">
                <a:solidFill>
                  <a:srgbClr val="C00000"/>
                </a:solidFill>
                <a:latin typeface="IRANSans(FaNum)" panose="02040503050201020203" pitchFamily="18" charset="-78"/>
                <a:cs typeface="IRANSans(FaNum)" panose="02040503050201020203" pitchFamily="18" charset="-78"/>
              </a:rPr>
              <a:t>)</a:t>
            </a:r>
            <a:endParaRPr lang="en-US" sz="1900" b="1" dirty="0">
              <a:solidFill>
                <a:srgbClr val="C00000"/>
              </a:solidFill>
              <a:latin typeface="IRANSans(FaNum)" panose="02040503050201020203" pitchFamily="18" charset="-78"/>
              <a:cs typeface="IRANSans(FaNum)" panose="02040503050201020203" pitchFamily="18" charset="-78"/>
            </a:endParaRPr>
          </a:p>
          <a:p>
            <a:pPr marL="360000" lvl="1" indent="-144000"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صدور (نوشتن) دستورات مدیریتی با ارتباط مستقیم به دستگاه‌های به صورت مجزا (به عنوان مثال از طریق </a:t>
            </a:r>
            <a:r>
              <a:rPr lang="en-US" sz="1600" b="1" dirty="0" err="1">
                <a:solidFill>
                  <a:srgbClr val="0000C8"/>
                </a:solidFill>
                <a:latin typeface="IRANSans(FaNum)" panose="02040503050201020203" pitchFamily="18" charset="-78"/>
                <a:cs typeface="IRANSans(FaNum)" panose="02040503050201020203" pitchFamily="18" charset="-78"/>
              </a:rPr>
              <a:t>ssh</a:t>
            </a:r>
            <a:r>
              <a:rPr lang="fa-IR" sz="1600" b="1" dirty="0">
                <a:solidFill>
                  <a:srgbClr val="0000C8"/>
                </a:solidFill>
                <a:latin typeface="IRANSans(FaNum)" panose="02040503050201020203" pitchFamily="18" charset="-78"/>
                <a:cs typeface="IRANSans(FaNum)" panose="02040503050201020203" pitchFamily="18" charset="-78"/>
              </a:rPr>
              <a:t>)</a:t>
            </a:r>
            <a:endParaRPr lang="en-US" sz="1600" b="1" dirty="0">
              <a:solidFill>
                <a:srgbClr val="0000C8"/>
              </a:solidFill>
              <a:latin typeface="IRANSans(FaNum)" panose="02040503050201020203" pitchFamily="18" charset="-78"/>
              <a:cs typeface="IRANSans(FaNum)" panose="02040503050201020203" pitchFamily="18" charset="-78"/>
            </a:endParaRPr>
          </a:p>
        </p:txBody>
      </p:sp>
      <p:sp>
        <p:nvSpPr>
          <p:cNvPr id="15" name="Rectangle 3">
            <a:extLst>
              <a:ext uri="{FF2B5EF4-FFF2-40B4-BE49-F238E27FC236}">
                <a16:creationId xmlns:a16="http://schemas.microsoft.com/office/drawing/2014/main" id="{C635D778-0692-3E30-BE8C-D45F8793EAE1}"/>
              </a:ext>
            </a:extLst>
          </p:cNvPr>
          <p:cNvSpPr txBox="1">
            <a:spLocks noChangeArrowheads="1"/>
          </p:cNvSpPr>
          <p:nvPr/>
        </p:nvSpPr>
        <p:spPr>
          <a:xfrm>
            <a:off x="6012088" y="3092498"/>
            <a:ext cx="5441606" cy="1035787"/>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rtl="1">
              <a:lnSpc>
                <a:spcPct val="120000"/>
              </a:lnSpc>
              <a:buNone/>
            </a:pPr>
            <a:r>
              <a:rPr lang="fa-IR" sz="1800" b="1" dirty="0">
                <a:solidFill>
                  <a:srgbClr val="C00000"/>
                </a:solidFill>
                <a:latin typeface="IRANSans(FaNum)" panose="02040503050201020203" pitchFamily="18" charset="-78"/>
                <a:cs typeface="IRANSans(FaNum)" panose="02040503050201020203" pitchFamily="18" charset="-78"/>
              </a:rPr>
              <a:t>پروتکل </a:t>
            </a:r>
            <a:r>
              <a:rPr lang="en-US" sz="1800" b="1" dirty="0">
                <a:solidFill>
                  <a:srgbClr val="C00000"/>
                </a:solidFill>
                <a:latin typeface="IRANSans(FaNum)" panose="02040503050201020203" pitchFamily="18" charset="-78"/>
                <a:cs typeface="IRANSans(FaNum)" panose="02040503050201020203" pitchFamily="18" charset="-78"/>
              </a:rPr>
              <a:t>SNMP</a:t>
            </a:r>
            <a:r>
              <a:rPr lang="fa-IR" sz="1800" b="1" dirty="0">
                <a:solidFill>
                  <a:srgbClr val="C00000"/>
                </a:solidFill>
                <a:latin typeface="IRANSans(FaNum)" panose="02040503050201020203" pitchFamily="18" charset="-78"/>
                <a:cs typeface="IRANSans(FaNum)" panose="02040503050201020203" pitchFamily="18" charset="-78"/>
              </a:rPr>
              <a:t> و پایگاه داده مدیریتی </a:t>
            </a:r>
            <a:r>
              <a:rPr lang="en-US" sz="1800" b="1" dirty="0">
                <a:solidFill>
                  <a:srgbClr val="C00000"/>
                </a:solidFill>
                <a:latin typeface="IRANSans(FaNum)" panose="02040503050201020203" pitchFamily="18" charset="-78"/>
                <a:cs typeface="IRANSans(FaNum)" panose="02040503050201020203" pitchFamily="18" charset="-78"/>
              </a:rPr>
              <a:t>MIB </a:t>
            </a:r>
            <a:endParaRPr lang="en-US" sz="1800" b="1" dirty="0">
              <a:solidFill>
                <a:srgbClr val="0000C8"/>
              </a:solidFill>
              <a:latin typeface="IRANSans(FaNum)" panose="02040503050201020203" pitchFamily="18" charset="-78"/>
              <a:cs typeface="IRANSans(FaNum)" panose="02040503050201020203" pitchFamily="18" charset="-78"/>
            </a:endParaRPr>
          </a:p>
          <a:p>
            <a:pPr marL="360000" lvl="1" indent="-144000" algn="r" rtl="1">
              <a:lnSpc>
                <a:spcPct val="120000"/>
              </a:lnSpc>
            </a:pPr>
            <a:r>
              <a:rPr lang="fa-IR" sz="1600" b="1" dirty="0">
                <a:solidFill>
                  <a:srgbClr val="0000C8"/>
                </a:solidFill>
                <a:latin typeface="IRANSans(FaNum)" panose="02040503050201020203" pitchFamily="18" charset="-78"/>
                <a:cs typeface="IRANSans(FaNum)" panose="02040503050201020203" pitchFamily="18" charset="-78"/>
              </a:rPr>
              <a:t>پرس و جو یا مقداردهی اطلاعات مدیریتی دستگاه‌ها (</a:t>
            </a:r>
            <a:r>
              <a:rPr lang="en-US" sz="1600" b="1" dirty="0">
                <a:solidFill>
                  <a:srgbClr val="0000C8"/>
                </a:solidFill>
                <a:latin typeface="IRANSans(FaNum)" panose="02040503050201020203" pitchFamily="18" charset="-78"/>
                <a:cs typeface="IRANSans(FaNum)" panose="02040503050201020203" pitchFamily="18" charset="-78"/>
              </a:rPr>
              <a:t>MIB</a:t>
            </a:r>
            <a:r>
              <a:rPr lang="fa-IR" sz="1600" b="1" dirty="0">
                <a:solidFill>
                  <a:srgbClr val="0000C8"/>
                </a:solidFill>
                <a:latin typeface="IRANSans(FaNum)" panose="02040503050201020203" pitchFamily="18" charset="-78"/>
                <a:cs typeface="IRANSans(FaNum)" panose="02040503050201020203" pitchFamily="18" charset="-78"/>
              </a:rPr>
              <a:t>) با استفاده از پروتکل مدیریت شبکه ساده (</a:t>
            </a:r>
            <a:r>
              <a:rPr lang="en-US" sz="1600" b="1" dirty="0">
                <a:solidFill>
                  <a:srgbClr val="0000C8"/>
                </a:solidFill>
                <a:latin typeface="IRANSans(FaNum)" panose="02040503050201020203" pitchFamily="18" charset="-78"/>
                <a:cs typeface="IRANSans(FaNum)" panose="02040503050201020203" pitchFamily="18" charset="-78"/>
              </a:rPr>
              <a:t>SNMP</a:t>
            </a:r>
            <a:r>
              <a:rPr lang="fa-IR" sz="1600" b="1" dirty="0">
                <a:solidFill>
                  <a:srgbClr val="0000C8"/>
                </a:solidFill>
                <a:latin typeface="IRANSans(FaNum)" panose="02040503050201020203" pitchFamily="18" charset="-78"/>
                <a:cs typeface="IRANSans(FaNum)" panose="02040503050201020203" pitchFamily="18" charset="-78"/>
              </a:rPr>
              <a:t>)</a:t>
            </a:r>
            <a:endParaRPr lang="en-US" sz="1600" b="1" dirty="0">
              <a:solidFill>
                <a:srgbClr val="0000C8"/>
              </a:solidFill>
              <a:latin typeface="IRANSans(FaNum)" panose="02040503050201020203" pitchFamily="18" charset="-78"/>
              <a:cs typeface="IRANSans(FaNum)" panose="02040503050201020203" pitchFamily="18" charset="-78"/>
            </a:endParaRPr>
          </a:p>
        </p:txBody>
      </p:sp>
      <p:sp>
        <p:nvSpPr>
          <p:cNvPr id="17" name="Rectangle 3">
            <a:extLst>
              <a:ext uri="{FF2B5EF4-FFF2-40B4-BE49-F238E27FC236}">
                <a16:creationId xmlns:a16="http://schemas.microsoft.com/office/drawing/2014/main" id="{C93A8A88-C74C-8FB0-4C09-536A60E89A14}"/>
              </a:ext>
            </a:extLst>
          </p:cNvPr>
          <p:cNvSpPr txBox="1">
            <a:spLocks noChangeArrowheads="1"/>
          </p:cNvSpPr>
          <p:nvPr/>
        </p:nvSpPr>
        <p:spPr>
          <a:xfrm>
            <a:off x="5542229" y="4223089"/>
            <a:ext cx="5915004" cy="21413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rtl="1">
              <a:lnSpc>
                <a:spcPct val="120000"/>
              </a:lnSpc>
              <a:buNone/>
            </a:pPr>
            <a:r>
              <a:rPr lang="fa-IR" sz="1800" b="1" dirty="0">
                <a:solidFill>
                  <a:srgbClr val="C00000"/>
                </a:solidFill>
                <a:latin typeface="IRANSans(FaNum)" panose="02040503050201020203" pitchFamily="18" charset="-78"/>
                <a:cs typeface="IRANSans(FaNum)" panose="02040503050201020203" pitchFamily="18" charset="-78"/>
              </a:rPr>
              <a:t>پروتکل </a:t>
            </a:r>
            <a:r>
              <a:rPr lang="en-US" sz="1800" b="1" dirty="0">
                <a:solidFill>
                  <a:srgbClr val="C00000"/>
                </a:solidFill>
                <a:latin typeface="IRANSans(FaNum)" panose="02040503050201020203" pitchFamily="18" charset="-78"/>
                <a:cs typeface="IRANSans(FaNum)" panose="02040503050201020203" pitchFamily="18" charset="-78"/>
              </a:rPr>
              <a:t>NETCONF</a:t>
            </a:r>
            <a:r>
              <a:rPr lang="fa-IR" sz="1800" b="1" dirty="0">
                <a:solidFill>
                  <a:srgbClr val="C00000"/>
                </a:solidFill>
                <a:latin typeface="IRANSans(FaNum)" panose="02040503050201020203" pitchFamily="18" charset="-78"/>
                <a:cs typeface="IRANSans(FaNum)" panose="02040503050201020203" pitchFamily="18" charset="-78"/>
              </a:rPr>
              <a:t> و</a:t>
            </a:r>
            <a:r>
              <a:rPr lang="en-US" sz="1800" b="1" dirty="0">
                <a:solidFill>
                  <a:srgbClr val="C00000"/>
                </a:solidFill>
                <a:latin typeface="IRANSans(FaNum)" panose="02040503050201020203" pitchFamily="18" charset="-78"/>
                <a:cs typeface="IRANSans(FaNum)" panose="02040503050201020203" pitchFamily="18" charset="-78"/>
              </a:rPr>
              <a:t>YANG </a:t>
            </a:r>
            <a:endParaRPr lang="en-US" sz="1800" b="1" dirty="0">
              <a:solidFill>
                <a:srgbClr val="0000C8"/>
              </a:solidFill>
              <a:latin typeface="IRANSans(FaNum)" panose="02040503050201020203" pitchFamily="18" charset="-78"/>
              <a:cs typeface="IRANSans(FaNum)" panose="02040503050201020203" pitchFamily="18" charset="-78"/>
            </a:endParaRPr>
          </a:p>
          <a:p>
            <a:pPr marL="360000" lvl="1" indent="-144000" algn="r" rtl="1">
              <a:lnSpc>
                <a:spcPct val="120000"/>
              </a:lnSpc>
              <a:spcBef>
                <a:spcPts val="0"/>
              </a:spcBef>
              <a:spcAft>
                <a:spcPts val="300"/>
              </a:spcAft>
            </a:pPr>
            <a:r>
              <a:rPr lang="fa-IR" sz="1600" b="1" dirty="0">
                <a:solidFill>
                  <a:srgbClr val="0000C8"/>
                </a:solidFill>
                <a:latin typeface="IRANSans(FaNum)" panose="02040503050201020203" pitchFamily="18" charset="-78"/>
                <a:cs typeface="IRANSans(FaNum)" panose="02040503050201020203" pitchFamily="18" charset="-78"/>
              </a:rPr>
              <a:t>بسیار انتزاعی، در سطح شبکه و کل‌نگر</a:t>
            </a:r>
          </a:p>
          <a:p>
            <a:pPr marL="360000" lvl="1" indent="-144000" algn="r" rtl="1">
              <a:lnSpc>
                <a:spcPct val="120000"/>
              </a:lnSpc>
              <a:spcBef>
                <a:spcPts val="0"/>
              </a:spcBef>
              <a:spcAft>
                <a:spcPts val="300"/>
              </a:spcAft>
            </a:pPr>
            <a:r>
              <a:rPr lang="fa-IR" sz="1600" b="1" dirty="0">
                <a:solidFill>
                  <a:srgbClr val="0000C8"/>
                </a:solidFill>
                <a:latin typeface="IRANSans(FaNum)" panose="02040503050201020203" pitchFamily="18" charset="-78"/>
                <a:cs typeface="IRANSans(FaNum)" panose="02040503050201020203" pitchFamily="18" charset="-78"/>
              </a:rPr>
              <a:t>تأکید بر مدیریت پیکربندی چند دستگاه</a:t>
            </a:r>
          </a:p>
          <a:p>
            <a:pPr marL="360000" lvl="1" indent="-144000" algn="r" rtl="1">
              <a:lnSpc>
                <a:spcPct val="120000"/>
              </a:lnSpc>
              <a:spcBef>
                <a:spcPts val="0"/>
              </a:spcBef>
              <a:spcAft>
                <a:spcPts val="300"/>
              </a:spcAft>
            </a:pPr>
            <a:r>
              <a:rPr lang="fa-IR" sz="1600" b="1" dirty="0">
                <a:solidFill>
                  <a:srgbClr val="0000C8"/>
                </a:solidFill>
                <a:latin typeface="IRANSans(FaNum)" panose="02040503050201020203" pitchFamily="18" charset="-78"/>
                <a:cs typeface="IRANSans(FaNum)" panose="02040503050201020203" pitchFamily="18" charset="-78"/>
              </a:rPr>
              <a:t>استفاده از زبان مدل‌سازی </a:t>
            </a:r>
            <a:r>
              <a:rPr lang="en-US" sz="1600" b="1" dirty="0">
                <a:solidFill>
                  <a:srgbClr val="0000C8"/>
                </a:solidFill>
                <a:latin typeface="IRANSans(FaNum)" panose="02040503050201020203" pitchFamily="18" charset="-78"/>
                <a:cs typeface="IRANSans(FaNum)" panose="02040503050201020203" pitchFamily="18" charset="-78"/>
              </a:rPr>
              <a:t>YANG</a:t>
            </a:r>
            <a:endParaRPr lang="fa-IR" sz="1600" b="1" dirty="0">
              <a:solidFill>
                <a:srgbClr val="0000C8"/>
              </a:solidFill>
              <a:latin typeface="IRANSans(FaNum)" panose="02040503050201020203" pitchFamily="18" charset="-78"/>
              <a:cs typeface="IRANSans(FaNum)" panose="02040503050201020203" pitchFamily="18" charset="-78"/>
            </a:endParaRPr>
          </a:p>
          <a:p>
            <a:pPr marL="360000" lvl="1" indent="-144000" algn="r" rtl="1">
              <a:lnSpc>
                <a:spcPct val="120000"/>
              </a:lnSpc>
              <a:spcBef>
                <a:spcPts val="0"/>
              </a:spcBef>
              <a:spcAft>
                <a:spcPts val="300"/>
              </a:spcAft>
            </a:pPr>
            <a:r>
              <a:rPr lang="fa-IR" sz="1600" b="1" dirty="0">
                <a:solidFill>
                  <a:srgbClr val="0000C8"/>
                </a:solidFill>
                <a:latin typeface="IRANSans(FaNum)" panose="02040503050201020203" pitchFamily="18" charset="-78"/>
                <a:cs typeface="IRANSans(FaNum)" panose="02040503050201020203" pitchFamily="18" charset="-78"/>
              </a:rPr>
              <a:t>استفاده از پروتکل </a:t>
            </a:r>
            <a:r>
              <a:rPr lang="en-US" sz="1600" b="1" dirty="0">
                <a:solidFill>
                  <a:srgbClr val="0000C8"/>
                </a:solidFill>
                <a:latin typeface="IRANSans(FaNum)" panose="02040503050201020203" pitchFamily="18" charset="-78"/>
                <a:cs typeface="IRANSans(FaNum)" panose="02040503050201020203" pitchFamily="18" charset="-78"/>
              </a:rPr>
              <a:t>NETCONF</a:t>
            </a:r>
            <a:r>
              <a:rPr lang="fa-IR" sz="1600" b="1" dirty="0">
                <a:solidFill>
                  <a:srgbClr val="0000C8"/>
                </a:solidFill>
                <a:latin typeface="IRANSans(FaNum)" panose="02040503050201020203" pitchFamily="18" charset="-78"/>
                <a:cs typeface="IRANSans(FaNum)" panose="02040503050201020203" pitchFamily="18" charset="-78"/>
              </a:rPr>
              <a:t> برای مبادله اقدامات و اطلاعات مدیریتی با دستگاه‌های سازگار با </a:t>
            </a:r>
            <a:r>
              <a:rPr lang="en-US" sz="1600" b="1" dirty="0">
                <a:solidFill>
                  <a:srgbClr val="0000C8"/>
                </a:solidFill>
                <a:latin typeface="IRANSans(FaNum)" panose="02040503050201020203" pitchFamily="18" charset="-78"/>
                <a:cs typeface="IRANSans(FaNum)" panose="02040503050201020203" pitchFamily="18" charset="-78"/>
              </a:rPr>
              <a:t>YANG</a:t>
            </a:r>
            <a:r>
              <a:rPr lang="fa-IR" sz="1600" b="1" dirty="0">
                <a:solidFill>
                  <a:srgbClr val="0000C8"/>
                </a:solidFill>
                <a:latin typeface="IRANSans(FaNum)" panose="02040503050201020203" pitchFamily="18" charset="-78"/>
                <a:cs typeface="IRANSans(FaNum)" panose="02040503050201020203" pitchFamily="18" charset="-78"/>
              </a:rPr>
              <a:t> از راه دور</a:t>
            </a:r>
            <a:endParaRPr lang="en-US" sz="1600" b="1" dirty="0">
              <a:solidFill>
                <a:srgbClr val="0000C8"/>
              </a:solidFill>
              <a:latin typeface="IRANSans(FaNum)" panose="02040503050201020203" pitchFamily="18" charset="-78"/>
              <a:cs typeface="IRANSans(FaNum)" panose="02040503050201020203" pitchFamily="18" charset="-78"/>
            </a:endParaRPr>
          </a:p>
        </p:txBody>
      </p:sp>
    </p:spTree>
    <p:extLst>
      <p:ext uri="{BB962C8B-B14F-4D97-AF65-F5344CB8AC3E}">
        <p14:creationId xmlns:p14="http://schemas.microsoft.com/office/powerpoint/2010/main" val="4055152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childTnLst>
                          </p:cTn>
                        </p:par>
                        <p:par>
                          <p:cTn id="22" fill="hold">
                            <p:stCondLst>
                              <p:cond delay="2500"/>
                            </p:stCondLst>
                            <p:childTnLst>
                              <p:par>
                                <p:cTn id="23" presetID="42" presetClass="entr" presetSubtype="0"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1000"/>
                                        <p:tgtEl>
                                          <p:spTgt spid="14"/>
                                        </p:tgtEl>
                                      </p:cBhvr>
                                    </p:animEffect>
                                    <p:anim calcmode="lin" valueType="num">
                                      <p:cBhvr>
                                        <p:cTn id="26" dur="1000" fill="hold"/>
                                        <p:tgtEl>
                                          <p:spTgt spid="14"/>
                                        </p:tgtEl>
                                        <p:attrNameLst>
                                          <p:attrName>ppt_x</p:attrName>
                                        </p:attrNameLst>
                                      </p:cBhvr>
                                      <p:tavLst>
                                        <p:tav tm="0">
                                          <p:val>
                                            <p:strVal val="#ppt_x"/>
                                          </p:val>
                                        </p:tav>
                                        <p:tav tm="100000">
                                          <p:val>
                                            <p:strVal val="#ppt_x"/>
                                          </p:val>
                                        </p:tav>
                                      </p:tavLst>
                                    </p:anim>
                                    <p:anim calcmode="lin" valueType="num">
                                      <p:cBhvr>
                                        <p:cTn id="27" dur="1000" fill="hold"/>
                                        <p:tgtEl>
                                          <p:spTgt spid="14"/>
                                        </p:tgtEl>
                                        <p:attrNameLst>
                                          <p:attrName>ppt_y</p:attrName>
                                        </p:attrNameLst>
                                      </p:cBhvr>
                                      <p:tavLst>
                                        <p:tav tm="0">
                                          <p:val>
                                            <p:strVal val="#ppt_y+.1"/>
                                          </p:val>
                                        </p:tav>
                                        <p:tav tm="100000">
                                          <p:val>
                                            <p:strVal val="#ppt_y"/>
                                          </p:val>
                                        </p:tav>
                                      </p:tavLst>
                                    </p:anim>
                                  </p:childTnLst>
                                </p:cTn>
                              </p:par>
                            </p:childTnLst>
                          </p:cTn>
                        </p:par>
                        <p:par>
                          <p:cTn id="28" fill="hold">
                            <p:stCondLst>
                              <p:cond delay="3500"/>
                            </p:stCondLst>
                            <p:childTnLst>
                              <p:par>
                                <p:cTn id="29" presetID="42" presetClass="entr" presetSubtype="0" fill="hold" grpId="0"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1000"/>
                                        <p:tgtEl>
                                          <p:spTgt spid="15"/>
                                        </p:tgtEl>
                                      </p:cBhvr>
                                    </p:animEffect>
                                    <p:anim calcmode="lin" valueType="num">
                                      <p:cBhvr>
                                        <p:cTn id="32" dur="1000" fill="hold"/>
                                        <p:tgtEl>
                                          <p:spTgt spid="15"/>
                                        </p:tgtEl>
                                        <p:attrNameLst>
                                          <p:attrName>ppt_x</p:attrName>
                                        </p:attrNameLst>
                                      </p:cBhvr>
                                      <p:tavLst>
                                        <p:tav tm="0">
                                          <p:val>
                                            <p:strVal val="#ppt_x"/>
                                          </p:val>
                                        </p:tav>
                                        <p:tav tm="100000">
                                          <p:val>
                                            <p:strVal val="#ppt_x"/>
                                          </p:val>
                                        </p:tav>
                                      </p:tavLst>
                                    </p:anim>
                                    <p:anim calcmode="lin" valueType="num">
                                      <p:cBhvr>
                                        <p:cTn id="33" dur="1000" fill="hold"/>
                                        <p:tgtEl>
                                          <p:spTgt spid="15"/>
                                        </p:tgtEl>
                                        <p:attrNameLst>
                                          <p:attrName>ppt_y</p:attrName>
                                        </p:attrNameLst>
                                      </p:cBhvr>
                                      <p:tavLst>
                                        <p:tav tm="0">
                                          <p:val>
                                            <p:strVal val="#ppt_y+.1"/>
                                          </p:val>
                                        </p:tav>
                                        <p:tav tm="100000">
                                          <p:val>
                                            <p:strVal val="#ppt_y"/>
                                          </p:val>
                                        </p:tav>
                                      </p:tavLst>
                                    </p:anim>
                                  </p:childTnLst>
                                </p:cTn>
                              </p:par>
                            </p:childTnLst>
                          </p:cTn>
                        </p:par>
                        <p:par>
                          <p:cTn id="34" fill="hold">
                            <p:stCondLst>
                              <p:cond delay="4500"/>
                            </p:stCondLst>
                            <p:childTnLst>
                              <p:par>
                                <p:cTn id="35" presetID="42" presetClass="entr" presetSubtype="0" fill="hold" grpId="0" nodeType="after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1000"/>
                                        <p:tgtEl>
                                          <p:spTgt spid="17"/>
                                        </p:tgtEl>
                                      </p:cBhvr>
                                    </p:animEffect>
                                    <p:anim calcmode="lin" valueType="num">
                                      <p:cBhvr>
                                        <p:cTn id="38" dur="1000" fill="hold"/>
                                        <p:tgtEl>
                                          <p:spTgt spid="17"/>
                                        </p:tgtEl>
                                        <p:attrNameLst>
                                          <p:attrName>ppt_x</p:attrName>
                                        </p:attrNameLst>
                                      </p:cBhvr>
                                      <p:tavLst>
                                        <p:tav tm="0">
                                          <p:val>
                                            <p:strVal val="#ppt_x"/>
                                          </p:val>
                                        </p:tav>
                                        <p:tav tm="100000">
                                          <p:val>
                                            <p:strVal val="#ppt_x"/>
                                          </p:val>
                                        </p:tav>
                                      </p:tavLst>
                                    </p:anim>
                                    <p:anim calcmode="lin" valueType="num">
                                      <p:cBhvr>
                                        <p:cTn id="3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P spid="15" grpId="0"/>
      <p:bldP spid="17"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191325"/>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SNMP</a:t>
            </a:r>
            <a:r>
              <a:rPr lang="fa-IR" sz="2400" b="1" dirty="0">
                <a:solidFill>
                  <a:srgbClr val="0000FF"/>
                </a:solidFill>
                <a:latin typeface="IRANSans(FaNum)" panose="02040503050201020203" pitchFamily="18" charset="-78"/>
                <a:cs typeface="IRANSans(FaNum)" panose="02040503050201020203" pitchFamily="18" charset="-78"/>
              </a:rPr>
              <a:t>: </a:t>
            </a:r>
          </a:p>
        </p:txBody>
      </p:sp>
      <p:grpSp>
        <p:nvGrpSpPr>
          <p:cNvPr id="712" name="Group 711">
            <a:extLst>
              <a:ext uri="{FF2B5EF4-FFF2-40B4-BE49-F238E27FC236}">
                <a16:creationId xmlns:a16="http://schemas.microsoft.com/office/drawing/2014/main" id="{7F6FEEF5-09D3-4373-195D-00780F104A0C}"/>
              </a:ext>
            </a:extLst>
          </p:cNvPr>
          <p:cNvGrpSpPr/>
          <p:nvPr/>
        </p:nvGrpSpPr>
        <p:grpSpPr>
          <a:xfrm>
            <a:off x="1344054" y="2054461"/>
            <a:ext cx="4230478" cy="4057421"/>
            <a:chOff x="6588086" y="2144903"/>
            <a:chExt cx="4230478" cy="4057421"/>
          </a:xfrm>
        </p:grpSpPr>
        <p:sp>
          <p:nvSpPr>
            <p:cNvPr id="713" name="Freeform 2">
              <a:extLst>
                <a:ext uri="{FF2B5EF4-FFF2-40B4-BE49-F238E27FC236}">
                  <a16:creationId xmlns:a16="http://schemas.microsoft.com/office/drawing/2014/main" id="{8E47A733-EE2D-5323-F5A2-B41378B274CA}"/>
                </a:ext>
              </a:extLst>
            </p:cNvPr>
            <p:cNvSpPr>
              <a:spLocks/>
            </p:cNvSpPr>
            <p:nvPr/>
          </p:nvSpPr>
          <p:spPr bwMode="auto">
            <a:xfrm rot="16383367">
              <a:off x="7427686" y="2947494"/>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algn="r" rtl="1" eaLnBrk="0" fontAlgn="base" hangingPunct="0">
                <a:spcBef>
                  <a:spcPct val="0"/>
                </a:spcBef>
                <a:spcAft>
                  <a:spcPct val="0"/>
                </a:spcAft>
              </a:pPr>
              <a:endParaRPr lang="en-US" sz="14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714" name="Line 252">
              <a:extLst>
                <a:ext uri="{FF2B5EF4-FFF2-40B4-BE49-F238E27FC236}">
                  <a16:creationId xmlns:a16="http://schemas.microsoft.com/office/drawing/2014/main" id="{1F865108-6811-DDB2-6056-4A7A1526F01B}"/>
                </a:ext>
              </a:extLst>
            </p:cNvPr>
            <p:cNvSpPr>
              <a:spLocks noChangeShapeType="1"/>
            </p:cNvSpPr>
            <p:nvPr/>
          </p:nvSpPr>
          <p:spPr bwMode="auto">
            <a:xfrm flipV="1">
              <a:off x="9496090" y="3180571"/>
              <a:ext cx="338138" cy="10429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15" name="Line 254">
              <a:extLst>
                <a:ext uri="{FF2B5EF4-FFF2-40B4-BE49-F238E27FC236}">
                  <a16:creationId xmlns:a16="http://schemas.microsoft.com/office/drawing/2014/main" id="{3064EF54-967C-F73F-5C41-4A8FCAA1B00E}"/>
                </a:ext>
              </a:extLst>
            </p:cNvPr>
            <p:cNvSpPr>
              <a:spLocks noChangeShapeType="1"/>
            </p:cNvSpPr>
            <p:nvPr/>
          </p:nvSpPr>
          <p:spPr bwMode="auto">
            <a:xfrm flipV="1">
              <a:off x="9726589" y="4134658"/>
              <a:ext cx="290202" cy="251486"/>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16" name="Line 272">
              <a:extLst>
                <a:ext uri="{FF2B5EF4-FFF2-40B4-BE49-F238E27FC236}">
                  <a16:creationId xmlns:a16="http://schemas.microsoft.com/office/drawing/2014/main" id="{96932EB8-57A1-BCC9-486A-DD071F022F8C}"/>
                </a:ext>
              </a:extLst>
            </p:cNvPr>
            <p:cNvSpPr>
              <a:spLocks noChangeShapeType="1"/>
            </p:cNvSpPr>
            <p:nvPr/>
          </p:nvSpPr>
          <p:spPr bwMode="auto">
            <a:xfrm>
              <a:off x="9729453" y="4625196"/>
              <a:ext cx="373062"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17" name="Line 272">
              <a:extLst>
                <a:ext uri="{FF2B5EF4-FFF2-40B4-BE49-F238E27FC236}">
                  <a16:creationId xmlns:a16="http://schemas.microsoft.com/office/drawing/2014/main" id="{A7AA040C-F8A8-2586-AF97-A7E7DAE5B02A}"/>
                </a:ext>
              </a:extLst>
            </p:cNvPr>
            <p:cNvSpPr>
              <a:spLocks noChangeShapeType="1"/>
            </p:cNvSpPr>
            <p:nvPr/>
          </p:nvSpPr>
          <p:spPr bwMode="auto">
            <a:xfrm>
              <a:off x="8921415" y="3675871"/>
              <a:ext cx="371475"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18" name="Line 272">
              <a:extLst>
                <a:ext uri="{FF2B5EF4-FFF2-40B4-BE49-F238E27FC236}">
                  <a16:creationId xmlns:a16="http://schemas.microsoft.com/office/drawing/2014/main" id="{55039D29-56DB-E01B-8522-2A908043B2CA}"/>
                </a:ext>
              </a:extLst>
            </p:cNvPr>
            <p:cNvSpPr>
              <a:spLocks noChangeShapeType="1"/>
            </p:cNvSpPr>
            <p:nvPr/>
          </p:nvSpPr>
          <p:spPr bwMode="auto">
            <a:xfrm flipH="1">
              <a:off x="9135728" y="4614083"/>
              <a:ext cx="309562" cy="102393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19" name="Text Box 333">
              <a:extLst>
                <a:ext uri="{FF2B5EF4-FFF2-40B4-BE49-F238E27FC236}">
                  <a16:creationId xmlns:a16="http://schemas.microsoft.com/office/drawing/2014/main" id="{25C1BB25-978C-5775-9728-7A32B4B74CF9}"/>
                </a:ext>
              </a:extLst>
            </p:cNvPr>
            <p:cNvSpPr txBox="1">
              <a:spLocks noChangeArrowheads="1"/>
            </p:cNvSpPr>
            <p:nvPr/>
          </p:nvSpPr>
          <p:spPr bwMode="auto">
            <a:xfrm>
              <a:off x="7387754" y="5831180"/>
              <a:ext cx="1350050" cy="2616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algn="r" rtl="1" eaLnBrk="0" fontAlgn="base" hangingPunct="0">
                <a:spcBef>
                  <a:spcPct val="0"/>
                </a:spcBef>
                <a:spcAft>
                  <a:spcPct val="0"/>
                </a:spcAft>
                <a:defRPr/>
              </a:pPr>
              <a:r>
                <a:rPr lang="fa-IR" sz="11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1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grpSp>
          <p:nvGrpSpPr>
            <p:cNvPr id="720" name="Group 906">
              <a:extLst>
                <a:ext uri="{FF2B5EF4-FFF2-40B4-BE49-F238E27FC236}">
                  <a16:creationId xmlns:a16="http://schemas.microsoft.com/office/drawing/2014/main" id="{61606132-06BE-A7F5-0A76-0E36EB02E0FA}"/>
                </a:ext>
              </a:extLst>
            </p:cNvPr>
            <p:cNvGrpSpPr>
              <a:grpSpLocks/>
            </p:cNvGrpSpPr>
            <p:nvPr/>
          </p:nvGrpSpPr>
          <p:grpSpPr bwMode="auto">
            <a:xfrm>
              <a:off x="9973928" y="5172883"/>
              <a:ext cx="366712" cy="579438"/>
              <a:chOff x="4140" y="429"/>
              <a:chExt cx="1425" cy="2396"/>
            </a:xfrm>
          </p:grpSpPr>
          <p:sp>
            <p:nvSpPr>
              <p:cNvPr id="796" name="Freeform 907">
                <a:extLst>
                  <a:ext uri="{FF2B5EF4-FFF2-40B4-BE49-F238E27FC236}">
                    <a16:creationId xmlns:a16="http://schemas.microsoft.com/office/drawing/2014/main" id="{665B238D-691E-55C2-3400-E0A5B9F7991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97" name="Rectangle 908">
                <a:extLst>
                  <a:ext uri="{FF2B5EF4-FFF2-40B4-BE49-F238E27FC236}">
                    <a16:creationId xmlns:a16="http://schemas.microsoft.com/office/drawing/2014/main" id="{0129D69E-5A62-1DD0-5D92-8A6D5580D7B1}"/>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98" name="Freeform 909">
                <a:extLst>
                  <a:ext uri="{FF2B5EF4-FFF2-40B4-BE49-F238E27FC236}">
                    <a16:creationId xmlns:a16="http://schemas.microsoft.com/office/drawing/2014/main" id="{37EB31D5-CD1C-6365-4DE7-9DCA836E145A}"/>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99" name="Freeform 910">
                <a:extLst>
                  <a:ext uri="{FF2B5EF4-FFF2-40B4-BE49-F238E27FC236}">
                    <a16:creationId xmlns:a16="http://schemas.microsoft.com/office/drawing/2014/main" id="{AA1E73E6-3311-B27D-9BBA-E68C1ECA2929}"/>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00" name="Rectangle 911">
                <a:extLst>
                  <a:ext uri="{FF2B5EF4-FFF2-40B4-BE49-F238E27FC236}">
                    <a16:creationId xmlns:a16="http://schemas.microsoft.com/office/drawing/2014/main" id="{97E5D88A-02E9-8520-CB9B-5D9B45E24984}"/>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01" name="Group 912">
                <a:extLst>
                  <a:ext uri="{FF2B5EF4-FFF2-40B4-BE49-F238E27FC236}">
                    <a16:creationId xmlns:a16="http://schemas.microsoft.com/office/drawing/2014/main" id="{7B136B44-4A9D-C0C7-DCEA-43D41FAD9E82}"/>
                  </a:ext>
                </a:extLst>
              </p:cNvPr>
              <p:cNvGrpSpPr>
                <a:grpSpLocks/>
              </p:cNvGrpSpPr>
              <p:nvPr/>
            </p:nvGrpSpPr>
            <p:grpSpPr bwMode="auto">
              <a:xfrm>
                <a:off x="4749" y="668"/>
                <a:ext cx="581" cy="145"/>
                <a:chOff x="614" y="2568"/>
                <a:chExt cx="725" cy="139"/>
              </a:xfrm>
            </p:grpSpPr>
            <p:sp>
              <p:nvSpPr>
                <p:cNvPr id="826" name="AutoShape 913">
                  <a:extLst>
                    <a:ext uri="{FF2B5EF4-FFF2-40B4-BE49-F238E27FC236}">
                      <a16:creationId xmlns:a16="http://schemas.microsoft.com/office/drawing/2014/main" id="{2F34B380-9C3D-371F-0455-A147400F3204}"/>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27" name="AutoShape 914">
                  <a:extLst>
                    <a:ext uri="{FF2B5EF4-FFF2-40B4-BE49-F238E27FC236}">
                      <a16:creationId xmlns:a16="http://schemas.microsoft.com/office/drawing/2014/main" id="{44FD7497-ADC8-B0C4-F7AC-543017EE547D}"/>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02" name="Rectangle 915">
                <a:extLst>
                  <a:ext uri="{FF2B5EF4-FFF2-40B4-BE49-F238E27FC236}">
                    <a16:creationId xmlns:a16="http://schemas.microsoft.com/office/drawing/2014/main" id="{0B2961AA-1F8F-F0BC-C8B1-DD75DE3CAFC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03" name="Group 916">
                <a:extLst>
                  <a:ext uri="{FF2B5EF4-FFF2-40B4-BE49-F238E27FC236}">
                    <a16:creationId xmlns:a16="http://schemas.microsoft.com/office/drawing/2014/main" id="{2F4FD828-CB6C-D960-B6A7-E05C2A144F0D}"/>
                  </a:ext>
                </a:extLst>
              </p:cNvPr>
              <p:cNvGrpSpPr>
                <a:grpSpLocks/>
              </p:cNvGrpSpPr>
              <p:nvPr/>
            </p:nvGrpSpPr>
            <p:grpSpPr bwMode="auto">
              <a:xfrm>
                <a:off x="4747" y="994"/>
                <a:ext cx="581" cy="134"/>
                <a:chOff x="614" y="2568"/>
                <a:chExt cx="725" cy="139"/>
              </a:xfrm>
            </p:grpSpPr>
            <p:sp>
              <p:nvSpPr>
                <p:cNvPr id="824" name="AutoShape 917">
                  <a:extLst>
                    <a:ext uri="{FF2B5EF4-FFF2-40B4-BE49-F238E27FC236}">
                      <a16:creationId xmlns:a16="http://schemas.microsoft.com/office/drawing/2014/main" id="{AF5F59BD-2BF3-704A-53E1-153EB15C0063}"/>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25" name="AutoShape 918">
                  <a:extLst>
                    <a:ext uri="{FF2B5EF4-FFF2-40B4-BE49-F238E27FC236}">
                      <a16:creationId xmlns:a16="http://schemas.microsoft.com/office/drawing/2014/main" id="{8F9F100A-C2D0-5C75-5B15-876539CB4510}"/>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04" name="Rectangle 919">
                <a:extLst>
                  <a:ext uri="{FF2B5EF4-FFF2-40B4-BE49-F238E27FC236}">
                    <a16:creationId xmlns:a16="http://schemas.microsoft.com/office/drawing/2014/main" id="{D8D1EEAD-DA4A-91AD-CC74-EE37E36682CC}"/>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05" name="Rectangle 920">
                <a:extLst>
                  <a:ext uri="{FF2B5EF4-FFF2-40B4-BE49-F238E27FC236}">
                    <a16:creationId xmlns:a16="http://schemas.microsoft.com/office/drawing/2014/main" id="{0C86CD94-56F8-6198-E389-2F526EAB601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06" name="Group 921">
                <a:extLst>
                  <a:ext uri="{FF2B5EF4-FFF2-40B4-BE49-F238E27FC236}">
                    <a16:creationId xmlns:a16="http://schemas.microsoft.com/office/drawing/2014/main" id="{EACF66D6-5381-366E-FB7E-F07BA452216D}"/>
                  </a:ext>
                </a:extLst>
              </p:cNvPr>
              <p:cNvGrpSpPr>
                <a:grpSpLocks/>
              </p:cNvGrpSpPr>
              <p:nvPr/>
            </p:nvGrpSpPr>
            <p:grpSpPr bwMode="auto">
              <a:xfrm>
                <a:off x="4735" y="1627"/>
                <a:ext cx="582" cy="151"/>
                <a:chOff x="614" y="2568"/>
                <a:chExt cx="725" cy="139"/>
              </a:xfrm>
            </p:grpSpPr>
            <p:sp>
              <p:nvSpPr>
                <p:cNvPr id="822" name="AutoShape 922">
                  <a:extLst>
                    <a:ext uri="{FF2B5EF4-FFF2-40B4-BE49-F238E27FC236}">
                      <a16:creationId xmlns:a16="http://schemas.microsoft.com/office/drawing/2014/main" id="{699D7653-CA0F-BEA6-EE21-CD5198216592}"/>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23" name="AutoShape 923">
                  <a:extLst>
                    <a:ext uri="{FF2B5EF4-FFF2-40B4-BE49-F238E27FC236}">
                      <a16:creationId xmlns:a16="http://schemas.microsoft.com/office/drawing/2014/main" id="{5B4B0102-11B7-52EF-9F8C-C77B8B2339F2}"/>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07" name="Freeform 924">
                <a:extLst>
                  <a:ext uri="{FF2B5EF4-FFF2-40B4-BE49-F238E27FC236}">
                    <a16:creationId xmlns:a16="http://schemas.microsoft.com/office/drawing/2014/main" id="{5B9F81D0-A946-9B5E-2E2A-DEA193B2B8CF}"/>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08" name="Group 925">
                <a:extLst>
                  <a:ext uri="{FF2B5EF4-FFF2-40B4-BE49-F238E27FC236}">
                    <a16:creationId xmlns:a16="http://schemas.microsoft.com/office/drawing/2014/main" id="{306FD411-9DB8-2284-4D6F-E489A042EA31}"/>
                  </a:ext>
                </a:extLst>
              </p:cNvPr>
              <p:cNvGrpSpPr>
                <a:grpSpLocks/>
              </p:cNvGrpSpPr>
              <p:nvPr/>
            </p:nvGrpSpPr>
            <p:grpSpPr bwMode="auto">
              <a:xfrm>
                <a:off x="4739" y="1327"/>
                <a:ext cx="582" cy="139"/>
                <a:chOff x="614" y="2568"/>
                <a:chExt cx="725" cy="139"/>
              </a:xfrm>
            </p:grpSpPr>
            <p:sp>
              <p:nvSpPr>
                <p:cNvPr id="820" name="AutoShape 926">
                  <a:extLst>
                    <a:ext uri="{FF2B5EF4-FFF2-40B4-BE49-F238E27FC236}">
                      <a16:creationId xmlns:a16="http://schemas.microsoft.com/office/drawing/2014/main" id="{47E9F762-CDE0-404C-41A0-B2E5C3A4CF43}"/>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21" name="AutoShape 927">
                  <a:extLst>
                    <a:ext uri="{FF2B5EF4-FFF2-40B4-BE49-F238E27FC236}">
                      <a16:creationId xmlns:a16="http://schemas.microsoft.com/office/drawing/2014/main" id="{A91639D1-C61B-985B-3985-AE6A00C9F13D}"/>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09" name="Rectangle 928">
                <a:extLst>
                  <a:ext uri="{FF2B5EF4-FFF2-40B4-BE49-F238E27FC236}">
                    <a16:creationId xmlns:a16="http://schemas.microsoft.com/office/drawing/2014/main" id="{5B4E80A0-6E11-2431-2883-920BA849614E}"/>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0" name="Freeform 929">
                <a:extLst>
                  <a:ext uri="{FF2B5EF4-FFF2-40B4-BE49-F238E27FC236}">
                    <a16:creationId xmlns:a16="http://schemas.microsoft.com/office/drawing/2014/main" id="{D1AE5A56-6567-8DD1-E074-28D77E1DD0B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1" name="Freeform 930">
                <a:extLst>
                  <a:ext uri="{FF2B5EF4-FFF2-40B4-BE49-F238E27FC236}">
                    <a16:creationId xmlns:a16="http://schemas.microsoft.com/office/drawing/2014/main" id="{69BE3B88-574F-81B6-1FBE-80DAC9C6D255}"/>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2" name="Oval 931">
                <a:extLst>
                  <a:ext uri="{FF2B5EF4-FFF2-40B4-BE49-F238E27FC236}">
                    <a16:creationId xmlns:a16="http://schemas.microsoft.com/office/drawing/2014/main" id="{75A650FF-17B8-551A-A66A-FA4DC1D0736F}"/>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3" name="Freeform 932">
                <a:extLst>
                  <a:ext uri="{FF2B5EF4-FFF2-40B4-BE49-F238E27FC236}">
                    <a16:creationId xmlns:a16="http://schemas.microsoft.com/office/drawing/2014/main" id="{141A36E7-A7E7-E130-949C-1457B3BDF6AB}"/>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4" name="AutoShape 933">
                <a:extLst>
                  <a:ext uri="{FF2B5EF4-FFF2-40B4-BE49-F238E27FC236}">
                    <a16:creationId xmlns:a16="http://schemas.microsoft.com/office/drawing/2014/main" id="{7FA0AD5E-A57C-BDDD-FAE8-1BE628E5F90A}"/>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5" name="AutoShape 934">
                <a:extLst>
                  <a:ext uri="{FF2B5EF4-FFF2-40B4-BE49-F238E27FC236}">
                    <a16:creationId xmlns:a16="http://schemas.microsoft.com/office/drawing/2014/main" id="{977BB2C9-BDAF-66FD-19D1-12832AB48F38}"/>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6" name="Oval 935">
                <a:extLst>
                  <a:ext uri="{FF2B5EF4-FFF2-40B4-BE49-F238E27FC236}">
                    <a16:creationId xmlns:a16="http://schemas.microsoft.com/office/drawing/2014/main" id="{B82AE07E-9EC7-F5F7-9125-6DD6C373DA01}"/>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7" name="Oval 936">
                <a:extLst>
                  <a:ext uri="{FF2B5EF4-FFF2-40B4-BE49-F238E27FC236}">
                    <a16:creationId xmlns:a16="http://schemas.microsoft.com/office/drawing/2014/main" id="{4B322D70-33F2-EF2D-550C-810B54343452}"/>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FF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8" name="Oval 937">
                <a:extLst>
                  <a:ext uri="{FF2B5EF4-FFF2-40B4-BE49-F238E27FC236}">
                    <a16:creationId xmlns:a16="http://schemas.microsoft.com/office/drawing/2014/main" id="{8CF8AE30-C056-4417-478D-64E6F85D888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19" name="Rectangle 938">
                <a:extLst>
                  <a:ext uri="{FF2B5EF4-FFF2-40B4-BE49-F238E27FC236}">
                    <a16:creationId xmlns:a16="http://schemas.microsoft.com/office/drawing/2014/main" id="{E62F459E-3468-4CDC-BC3A-0EE6D44CFFDB}"/>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nvGrpSpPr>
            <p:cNvPr id="721" name="Group 720">
              <a:extLst>
                <a:ext uri="{FF2B5EF4-FFF2-40B4-BE49-F238E27FC236}">
                  <a16:creationId xmlns:a16="http://schemas.microsoft.com/office/drawing/2014/main" id="{80755DF0-9030-4BED-8103-3FA56264DE73}"/>
                </a:ext>
              </a:extLst>
            </p:cNvPr>
            <p:cNvGrpSpPr/>
            <p:nvPr/>
          </p:nvGrpSpPr>
          <p:grpSpPr>
            <a:xfrm>
              <a:off x="8732734" y="5561377"/>
              <a:ext cx="683116" cy="378456"/>
              <a:chOff x="7493876" y="2774731"/>
              <a:chExt cx="1481958" cy="894622"/>
            </a:xfrm>
          </p:grpSpPr>
          <p:sp>
            <p:nvSpPr>
              <p:cNvPr id="789" name="Freeform 85">
                <a:extLst>
                  <a:ext uri="{FF2B5EF4-FFF2-40B4-BE49-F238E27FC236}">
                    <a16:creationId xmlns:a16="http://schemas.microsoft.com/office/drawing/2014/main" id="{85095CF6-D545-D277-C202-D38D003CA06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sp>
            <p:nvSpPr>
              <p:cNvPr id="790" name="Oval 789">
                <a:extLst>
                  <a:ext uri="{FF2B5EF4-FFF2-40B4-BE49-F238E27FC236}">
                    <a16:creationId xmlns:a16="http://schemas.microsoft.com/office/drawing/2014/main" id="{845C7B22-BE9D-3B1E-E6F4-B24E86C2831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grpSp>
            <p:nvGrpSpPr>
              <p:cNvPr id="791" name="Group 790">
                <a:extLst>
                  <a:ext uri="{FF2B5EF4-FFF2-40B4-BE49-F238E27FC236}">
                    <a16:creationId xmlns:a16="http://schemas.microsoft.com/office/drawing/2014/main" id="{66BC41E3-53ED-1A57-2FF4-14A1D7D06C8A}"/>
                  </a:ext>
                </a:extLst>
              </p:cNvPr>
              <p:cNvGrpSpPr/>
              <p:nvPr/>
            </p:nvGrpSpPr>
            <p:grpSpPr>
              <a:xfrm>
                <a:off x="7713663" y="2848339"/>
                <a:ext cx="1042107" cy="425543"/>
                <a:chOff x="7786941" y="2884917"/>
                <a:chExt cx="897649" cy="353919"/>
              </a:xfrm>
            </p:grpSpPr>
            <p:sp>
              <p:nvSpPr>
                <p:cNvPr id="792" name="Freeform 88">
                  <a:extLst>
                    <a:ext uri="{FF2B5EF4-FFF2-40B4-BE49-F238E27FC236}">
                      <a16:creationId xmlns:a16="http://schemas.microsoft.com/office/drawing/2014/main" id="{A0C34E98-50BC-DDE0-8FE4-098AFFCDC80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93" name="Freeform 89">
                  <a:extLst>
                    <a:ext uri="{FF2B5EF4-FFF2-40B4-BE49-F238E27FC236}">
                      <a16:creationId xmlns:a16="http://schemas.microsoft.com/office/drawing/2014/main" id="{8A1A7CA8-721B-D09F-A25B-A91FD69D7D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94" name="Freeform 90">
                  <a:extLst>
                    <a:ext uri="{FF2B5EF4-FFF2-40B4-BE49-F238E27FC236}">
                      <a16:creationId xmlns:a16="http://schemas.microsoft.com/office/drawing/2014/main" id="{4FF0FF76-1F50-28D0-4781-D7BD13BD8B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95" name="Freeform 91">
                  <a:extLst>
                    <a:ext uri="{FF2B5EF4-FFF2-40B4-BE49-F238E27FC236}">
                      <a16:creationId xmlns:a16="http://schemas.microsoft.com/office/drawing/2014/main" id="{A28E17A2-DA30-CC54-A34E-04854555E6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grpSp>
        <p:cxnSp>
          <p:nvCxnSpPr>
            <p:cNvPr id="722" name="Straight Connector 721">
              <a:extLst>
                <a:ext uri="{FF2B5EF4-FFF2-40B4-BE49-F238E27FC236}">
                  <a16:creationId xmlns:a16="http://schemas.microsoft.com/office/drawing/2014/main" id="{33A84A63-36D3-D077-A1EC-90CB51467EAD}"/>
                </a:ext>
              </a:extLst>
            </p:cNvPr>
            <p:cNvCxnSpPr>
              <a:cxnSpLocks/>
            </p:cNvCxnSpPr>
            <p:nvPr/>
          </p:nvCxnSpPr>
          <p:spPr>
            <a:xfrm>
              <a:off x="10652863" y="4065510"/>
              <a:ext cx="16570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a16="http://schemas.microsoft.com/office/drawing/2014/main" id="{16F49AE3-C751-3060-5A9E-EB71ABC1B8EE}"/>
                </a:ext>
              </a:extLst>
            </p:cNvPr>
            <p:cNvCxnSpPr/>
            <p:nvPr/>
          </p:nvCxnSpPr>
          <p:spPr>
            <a:xfrm>
              <a:off x="9251576" y="5941812"/>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4" name="Group 723">
              <a:extLst>
                <a:ext uri="{FF2B5EF4-FFF2-40B4-BE49-F238E27FC236}">
                  <a16:creationId xmlns:a16="http://schemas.microsoft.com/office/drawing/2014/main" id="{E06DD258-42A4-299F-0B8E-32846AB9425E}"/>
                </a:ext>
              </a:extLst>
            </p:cNvPr>
            <p:cNvGrpSpPr/>
            <p:nvPr/>
          </p:nvGrpSpPr>
          <p:grpSpPr>
            <a:xfrm>
              <a:off x="7082865" y="5130332"/>
              <a:ext cx="1784742" cy="783771"/>
              <a:chOff x="3623562" y="5108298"/>
              <a:chExt cx="1784742" cy="783771"/>
            </a:xfrm>
          </p:grpSpPr>
          <p:sp>
            <p:nvSpPr>
              <p:cNvPr id="783" name="Freeform 112">
                <a:extLst>
                  <a:ext uri="{FF2B5EF4-FFF2-40B4-BE49-F238E27FC236}">
                    <a16:creationId xmlns:a16="http://schemas.microsoft.com/office/drawing/2014/main" id="{E4133548-FB63-BE0C-4CD8-4C5C8572C74B}"/>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784" name="Oval 306">
                <a:extLst>
                  <a:ext uri="{FF2B5EF4-FFF2-40B4-BE49-F238E27FC236}">
                    <a16:creationId xmlns:a16="http://schemas.microsoft.com/office/drawing/2014/main" id="{86D5BFE1-B29A-806A-88E7-5087AFBCB4C2}"/>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85" name="Text Box 302">
                <a:extLst>
                  <a:ext uri="{FF2B5EF4-FFF2-40B4-BE49-F238E27FC236}">
                    <a16:creationId xmlns:a16="http://schemas.microsoft.com/office/drawing/2014/main" id="{882EFC82-09C4-3AEC-C4FF-771BC6281DCA}"/>
                  </a:ext>
                </a:extLst>
              </p:cNvPr>
              <p:cNvSpPr txBox="1">
                <a:spLocks noChangeArrowheads="1"/>
              </p:cNvSpPr>
              <p:nvPr/>
            </p:nvSpPr>
            <p:spPr bwMode="auto">
              <a:xfrm>
                <a:off x="3752316" y="5229255"/>
                <a:ext cx="474810"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fa-IR"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786" name="Group 785">
                <a:extLst>
                  <a:ext uri="{FF2B5EF4-FFF2-40B4-BE49-F238E27FC236}">
                    <a16:creationId xmlns:a16="http://schemas.microsoft.com/office/drawing/2014/main" id="{A164E5CD-AB36-3030-A397-63C1464E1343}"/>
                  </a:ext>
                </a:extLst>
              </p:cNvPr>
              <p:cNvGrpSpPr/>
              <p:nvPr/>
            </p:nvGrpSpPr>
            <p:grpSpPr>
              <a:xfrm>
                <a:off x="4254952" y="5203301"/>
                <a:ext cx="484428" cy="344384"/>
                <a:chOff x="7290003" y="1864426"/>
                <a:chExt cx="484428" cy="344384"/>
              </a:xfrm>
            </p:grpSpPr>
            <p:sp>
              <p:nvSpPr>
                <p:cNvPr id="787" name="Can 116">
                  <a:extLst>
                    <a:ext uri="{FF2B5EF4-FFF2-40B4-BE49-F238E27FC236}">
                      <a16:creationId xmlns:a16="http://schemas.microsoft.com/office/drawing/2014/main" id="{39CB36EE-BA21-6FE9-E7D0-76C17FE4A572}"/>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788" name="Text Box 305">
                  <a:extLst>
                    <a:ext uri="{FF2B5EF4-FFF2-40B4-BE49-F238E27FC236}">
                      <a16:creationId xmlns:a16="http://schemas.microsoft.com/office/drawing/2014/main" id="{E20B5D4C-873F-1E55-47EA-45F031FEB61D}"/>
                    </a:ext>
                  </a:extLst>
                </p:cNvPr>
                <p:cNvSpPr txBox="1">
                  <a:spLocks noChangeArrowheads="1"/>
                </p:cNvSpPr>
                <p:nvPr/>
              </p:nvSpPr>
              <p:spPr bwMode="auto">
                <a:xfrm>
                  <a:off x="7290003" y="1889518"/>
                  <a:ext cx="484428" cy="2616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data</a:t>
                  </a:r>
                </a:p>
              </p:txBody>
            </p:sp>
          </p:grpSp>
        </p:grpSp>
        <p:grpSp>
          <p:nvGrpSpPr>
            <p:cNvPr id="725" name="Group 724">
              <a:extLst>
                <a:ext uri="{FF2B5EF4-FFF2-40B4-BE49-F238E27FC236}">
                  <a16:creationId xmlns:a16="http://schemas.microsoft.com/office/drawing/2014/main" id="{D75B7DD7-81E9-0569-8F22-C4CB5D6E177F}"/>
                </a:ext>
              </a:extLst>
            </p:cNvPr>
            <p:cNvGrpSpPr/>
            <p:nvPr/>
          </p:nvGrpSpPr>
          <p:grpSpPr>
            <a:xfrm>
              <a:off x="9109072" y="4201055"/>
              <a:ext cx="736270" cy="422596"/>
              <a:chOff x="3668110" y="2448910"/>
              <a:chExt cx="3794234" cy="2165130"/>
            </a:xfrm>
          </p:grpSpPr>
          <p:sp>
            <p:nvSpPr>
              <p:cNvPr id="776" name="Rectangle 775">
                <a:extLst>
                  <a:ext uri="{FF2B5EF4-FFF2-40B4-BE49-F238E27FC236}">
                    <a16:creationId xmlns:a16="http://schemas.microsoft.com/office/drawing/2014/main" id="{DBDE74B5-F504-4BAB-E7DB-6741D69DEAA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77" name="Freeform 132">
                <a:extLst>
                  <a:ext uri="{FF2B5EF4-FFF2-40B4-BE49-F238E27FC236}">
                    <a16:creationId xmlns:a16="http://schemas.microsoft.com/office/drawing/2014/main" id="{42ACE9CE-B7F4-A96D-3FCC-5D0BA17037E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nvGrpSpPr>
              <p:cNvPr id="778" name="Group 777">
                <a:extLst>
                  <a:ext uri="{FF2B5EF4-FFF2-40B4-BE49-F238E27FC236}">
                    <a16:creationId xmlns:a16="http://schemas.microsoft.com/office/drawing/2014/main" id="{F8320679-C181-F4CB-832F-B5E85294E9CE}"/>
                  </a:ext>
                </a:extLst>
              </p:cNvPr>
              <p:cNvGrpSpPr/>
              <p:nvPr/>
            </p:nvGrpSpPr>
            <p:grpSpPr>
              <a:xfrm>
                <a:off x="3941378" y="2603243"/>
                <a:ext cx="3202061" cy="1066110"/>
                <a:chOff x="7939341" y="3037317"/>
                <a:chExt cx="897649" cy="353919"/>
              </a:xfrm>
            </p:grpSpPr>
            <p:sp>
              <p:nvSpPr>
                <p:cNvPr id="779" name="Freeform 134">
                  <a:extLst>
                    <a:ext uri="{FF2B5EF4-FFF2-40B4-BE49-F238E27FC236}">
                      <a16:creationId xmlns:a16="http://schemas.microsoft.com/office/drawing/2014/main" id="{0BF88D12-5F4E-731F-E6DE-67310FAAD20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80" name="Freeform 135">
                  <a:extLst>
                    <a:ext uri="{FF2B5EF4-FFF2-40B4-BE49-F238E27FC236}">
                      <a16:creationId xmlns:a16="http://schemas.microsoft.com/office/drawing/2014/main" id="{360C7EBB-CA7B-9A42-5E2F-054B8568C1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81" name="Freeform 136">
                  <a:extLst>
                    <a:ext uri="{FF2B5EF4-FFF2-40B4-BE49-F238E27FC236}">
                      <a16:creationId xmlns:a16="http://schemas.microsoft.com/office/drawing/2014/main" id="{DD04EB4F-AD43-61A4-0637-50D6D3BFA1C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82" name="Freeform 137">
                  <a:extLst>
                    <a:ext uri="{FF2B5EF4-FFF2-40B4-BE49-F238E27FC236}">
                      <a16:creationId xmlns:a16="http://schemas.microsoft.com/office/drawing/2014/main" id="{0672ED9A-7A01-8FE6-1539-A8545DFF5C6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grpSp>
        <p:sp>
          <p:nvSpPr>
            <p:cNvPr id="726" name="Freeform 139">
              <a:extLst>
                <a:ext uri="{FF2B5EF4-FFF2-40B4-BE49-F238E27FC236}">
                  <a16:creationId xmlns:a16="http://schemas.microsoft.com/office/drawing/2014/main" id="{F0235568-6909-F453-4890-BDEC75829EB1}"/>
                </a:ext>
              </a:extLst>
            </p:cNvPr>
            <p:cNvSpPr/>
            <p:nvPr/>
          </p:nvSpPr>
          <p:spPr>
            <a:xfrm flipH="1">
              <a:off x="6990267" y="2857446"/>
              <a:ext cx="1644149" cy="664161"/>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869" h="664161">
                  <a:moveTo>
                    <a:pt x="81411" y="228350"/>
                  </a:moveTo>
                  <a:cubicBezTo>
                    <a:pt x="307042" y="145223"/>
                    <a:pt x="255473" y="210465"/>
                    <a:pt x="419294" y="0"/>
                  </a:cubicBezTo>
                  <a:cubicBezTo>
                    <a:pt x="706258" y="244471"/>
                    <a:pt x="774088" y="202501"/>
                    <a:pt x="1503869" y="105448"/>
                  </a:cubicBezTo>
                  <a:cubicBezTo>
                    <a:pt x="712253" y="306662"/>
                    <a:pt x="601683" y="418737"/>
                    <a:pt x="0" y="664161"/>
                  </a:cubicBezTo>
                  <a:lnTo>
                    <a:pt x="81411" y="228350"/>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727" name="Oval 280">
              <a:extLst>
                <a:ext uri="{FF2B5EF4-FFF2-40B4-BE49-F238E27FC236}">
                  <a16:creationId xmlns:a16="http://schemas.microsoft.com/office/drawing/2014/main" id="{C5E2483E-8490-C64A-2067-1B52A5F451F3}"/>
                </a:ext>
              </a:extLst>
            </p:cNvPr>
            <p:cNvSpPr>
              <a:spLocks noChangeArrowheads="1"/>
            </p:cNvSpPr>
            <p:nvPr/>
          </p:nvSpPr>
          <p:spPr bwMode="auto">
            <a:xfrm>
              <a:off x="6588086" y="2335576"/>
              <a:ext cx="1853311" cy="684610"/>
            </a:xfrm>
            <a:prstGeom prst="ellipse">
              <a:avLst/>
            </a:prstGeom>
            <a:solidFill>
              <a:schemeClr val="bg1">
                <a:lumMod val="95000"/>
              </a:schemeClr>
            </a:solid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28" name="Text Box 276">
              <a:extLst>
                <a:ext uri="{FF2B5EF4-FFF2-40B4-BE49-F238E27FC236}">
                  <a16:creationId xmlns:a16="http://schemas.microsoft.com/office/drawing/2014/main" id="{EEE8A26E-655C-1916-162A-DC4E0CBF82FE}"/>
                </a:ext>
              </a:extLst>
            </p:cNvPr>
            <p:cNvSpPr txBox="1">
              <a:spLocks noChangeArrowheads="1"/>
            </p:cNvSpPr>
            <p:nvPr/>
          </p:nvSpPr>
          <p:spPr bwMode="auto">
            <a:xfrm>
              <a:off x="6610120" y="2378207"/>
              <a:ext cx="1795750" cy="46666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کنترل‌کننده / </a:t>
              </a:r>
            </a:p>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سیستم مدیریتی</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729" name="Group 728">
              <a:extLst>
                <a:ext uri="{FF2B5EF4-FFF2-40B4-BE49-F238E27FC236}">
                  <a16:creationId xmlns:a16="http://schemas.microsoft.com/office/drawing/2014/main" id="{56445E26-0199-44DA-6F1F-237E4C1664FF}"/>
                </a:ext>
              </a:extLst>
            </p:cNvPr>
            <p:cNvGrpSpPr/>
            <p:nvPr/>
          </p:nvGrpSpPr>
          <p:grpSpPr>
            <a:xfrm>
              <a:off x="7972177" y="2226911"/>
              <a:ext cx="897159" cy="395103"/>
              <a:chOff x="7338951" y="1864426"/>
              <a:chExt cx="427511" cy="344384"/>
            </a:xfrm>
          </p:grpSpPr>
          <p:sp>
            <p:nvSpPr>
              <p:cNvPr id="774" name="Can 143">
                <a:extLst>
                  <a:ext uri="{FF2B5EF4-FFF2-40B4-BE49-F238E27FC236}">
                    <a16:creationId xmlns:a16="http://schemas.microsoft.com/office/drawing/2014/main" id="{5DD85852-D27B-BF1C-5BB0-9834725E57DF}"/>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775" name="Text Box 305">
                <a:extLst>
                  <a:ext uri="{FF2B5EF4-FFF2-40B4-BE49-F238E27FC236}">
                    <a16:creationId xmlns:a16="http://schemas.microsoft.com/office/drawing/2014/main" id="{5F7A8BDA-FCB1-E352-BB3F-08511DE9F36B}"/>
                  </a:ext>
                </a:extLst>
              </p:cNvPr>
              <p:cNvSpPr txBox="1">
                <a:spLocks noChangeArrowheads="1"/>
              </p:cNvSpPr>
              <p:nvPr/>
            </p:nvSpPr>
            <p:spPr bwMode="auto">
              <a:xfrm>
                <a:off x="7374030" y="1965310"/>
                <a:ext cx="324225" cy="22802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fa-IR" sz="11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1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nvGrpSpPr>
            <p:cNvPr id="730" name="Group 729">
              <a:extLst>
                <a:ext uri="{FF2B5EF4-FFF2-40B4-BE49-F238E27FC236}">
                  <a16:creationId xmlns:a16="http://schemas.microsoft.com/office/drawing/2014/main" id="{30235D5E-03A7-9468-D297-0C9DC52425E9}"/>
                </a:ext>
              </a:extLst>
            </p:cNvPr>
            <p:cNvGrpSpPr/>
            <p:nvPr/>
          </p:nvGrpSpPr>
          <p:grpSpPr>
            <a:xfrm>
              <a:off x="9957872" y="3853309"/>
              <a:ext cx="683116" cy="378456"/>
              <a:chOff x="7493876" y="2774731"/>
              <a:chExt cx="1481958" cy="894622"/>
            </a:xfrm>
          </p:grpSpPr>
          <p:sp>
            <p:nvSpPr>
              <p:cNvPr id="767" name="Freeform 146">
                <a:extLst>
                  <a:ext uri="{FF2B5EF4-FFF2-40B4-BE49-F238E27FC236}">
                    <a16:creationId xmlns:a16="http://schemas.microsoft.com/office/drawing/2014/main" id="{5FFB1E9D-E59D-EAA6-F373-C6F618C9535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sp>
            <p:nvSpPr>
              <p:cNvPr id="768" name="Oval 767">
                <a:extLst>
                  <a:ext uri="{FF2B5EF4-FFF2-40B4-BE49-F238E27FC236}">
                    <a16:creationId xmlns:a16="http://schemas.microsoft.com/office/drawing/2014/main" id="{858F5E93-6A88-3138-4D8E-7CBA752EAC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grpSp>
            <p:nvGrpSpPr>
              <p:cNvPr id="769" name="Group 768">
                <a:extLst>
                  <a:ext uri="{FF2B5EF4-FFF2-40B4-BE49-F238E27FC236}">
                    <a16:creationId xmlns:a16="http://schemas.microsoft.com/office/drawing/2014/main" id="{9A6CA82D-19BB-B365-C308-241D3BEDEAAE}"/>
                  </a:ext>
                </a:extLst>
              </p:cNvPr>
              <p:cNvGrpSpPr/>
              <p:nvPr/>
            </p:nvGrpSpPr>
            <p:grpSpPr>
              <a:xfrm>
                <a:off x="7713663" y="2848339"/>
                <a:ext cx="1042107" cy="425543"/>
                <a:chOff x="7786941" y="2884917"/>
                <a:chExt cx="897649" cy="353919"/>
              </a:xfrm>
            </p:grpSpPr>
            <p:sp>
              <p:nvSpPr>
                <p:cNvPr id="770" name="Freeform 149">
                  <a:extLst>
                    <a:ext uri="{FF2B5EF4-FFF2-40B4-BE49-F238E27FC236}">
                      <a16:creationId xmlns:a16="http://schemas.microsoft.com/office/drawing/2014/main" id="{3FB0DE13-EC60-0AA0-840E-29AA56EEBD6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71" name="Freeform 150">
                  <a:extLst>
                    <a:ext uri="{FF2B5EF4-FFF2-40B4-BE49-F238E27FC236}">
                      <a16:creationId xmlns:a16="http://schemas.microsoft.com/office/drawing/2014/main" id="{0FE06759-19A4-A1CB-D4DE-0990EB6F85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72" name="Freeform 151">
                  <a:extLst>
                    <a:ext uri="{FF2B5EF4-FFF2-40B4-BE49-F238E27FC236}">
                      <a16:creationId xmlns:a16="http://schemas.microsoft.com/office/drawing/2014/main" id="{F749A4A1-1625-B533-2505-166D3175948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773" name="Freeform 152">
                  <a:extLst>
                    <a:ext uri="{FF2B5EF4-FFF2-40B4-BE49-F238E27FC236}">
                      <a16:creationId xmlns:a16="http://schemas.microsoft.com/office/drawing/2014/main" id="{8E6373B5-1F8B-C5BF-BD67-5C1E441C3B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grpSp>
        <p:grpSp>
          <p:nvGrpSpPr>
            <p:cNvPr id="731" name="Group 44">
              <a:extLst>
                <a:ext uri="{FF2B5EF4-FFF2-40B4-BE49-F238E27FC236}">
                  <a16:creationId xmlns:a16="http://schemas.microsoft.com/office/drawing/2014/main" id="{CDC61B8B-6CD0-8FF2-08C0-2A8151CB04FD}"/>
                </a:ext>
              </a:extLst>
            </p:cNvPr>
            <p:cNvGrpSpPr>
              <a:grpSpLocks/>
            </p:cNvGrpSpPr>
            <p:nvPr/>
          </p:nvGrpSpPr>
          <p:grpSpPr bwMode="auto">
            <a:xfrm>
              <a:off x="9438940" y="2593196"/>
              <a:ext cx="903288" cy="727075"/>
              <a:chOff x="-44" y="1473"/>
              <a:chExt cx="981" cy="1105"/>
            </a:xfrm>
          </p:grpSpPr>
          <p:pic>
            <p:nvPicPr>
              <p:cNvPr id="765" name="Picture 45" descr="desktop_computer_stylized_medium">
                <a:extLst>
                  <a:ext uri="{FF2B5EF4-FFF2-40B4-BE49-F238E27FC236}">
                    <a16:creationId xmlns:a16="http://schemas.microsoft.com/office/drawing/2014/main" id="{8ADABD0F-CD52-225F-A28C-827353F2924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66" name="Freeform 46">
                <a:extLst>
                  <a:ext uri="{FF2B5EF4-FFF2-40B4-BE49-F238E27FC236}">
                    <a16:creationId xmlns:a16="http://schemas.microsoft.com/office/drawing/2014/main" id="{F051346B-9109-4204-5EA1-EC2D990A0400}"/>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nvGrpSpPr>
            <p:cNvPr id="732" name="Group 906">
              <a:extLst>
                <a:ext uri="{FF2B5EF4-FFF2-40B4-BE49-F238E27FC236}">
                  <a16:creationId xmlns:a16="http://schemas.microsoft.com/office/drawing/2014/main" id="{D078A374-F3AB-C5ED-515E-3D08C35102F5}"/>
                </a:ext>
              </a:extLst>
            </p:cNvPr>
            <p:cNvGrpSpPr>
              <a:grpSpLocks/>
            </p:cNvGrpSpPr>
            <p:nvPr/>
          </p:nvGrpSpPr>
          <p:grpSpPr bwMode="auto">
            <a:xfrm>
              <a:off x="8550931" y="2782976"/>
              <a:ext cx="469569" cy="865434"/>
              <a:chOff x="4140" y="429"/>
              <a:chExt cx="1425" cy="2396"/>
            </a:xfrm>
          </p:grpSpPr>
          <p:sp>
            <p:nvSpPr>
              <p:cNvPr id="733" name="Freeform 907">
                <a:extLst>
                  <a:ext uri="{FF2B5EF4-FFF2-40B4-BE49-F238E27FC236}">
                    <a16:creationId xmlns:a16="http://schemas.microsoft.com/office/drawing/2014/main" id="{CF7EA50A-4251-A8AE-07B7-0C4FBA61AECE}"/>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34" name="Rectangle 908">
                <a:extLst>
                  <a:ext uri="{FF2B5EF4-FFF2-40B4-BE49-F238E27FC236}">
                    <a16:creationId xmlns:a16="http://schemas.microsoft.com/office/drawing/2014/main" id="{4E475A56-F44C-2588-FC86-B443F01347D7}"/>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35" name="Freeform 909">
                <a:extLst>
                  <a:ext uri="{FF2B5EF4-FFF2-40B4-BE49-F238E27FC236}">
                    <a16:creationId xmlns:a16="http://schemas.microsoft.com/office/drawing/2014/main" id="{908D70E4-F0F7-7B45-EC66-603A4ED91445}"/>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36" name="Freeform 910">
                <a:extLst>
                  <a:ext uri="{FF2B5EF4-FFF2-40B4-BE49-F238E27FC236}">
                    <a16:creationId xmlns:a16="http://schemas.microsoft.com/office/drawing/2014/main" id="{18A607E0-04F3-817A-38F8-40267F403F17}"/>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37" name="Rectangle 911">
                <a:extLst>
                  <a:ext uri="{FF2B5EF4-FFF2-40B4-BE49-F238E27FC236}">
                    <a16:creationId xmlns:a16="http://schemas.microsoft.com/office/drawing/2014/main" id="{F78B1F84-01A0-3DA6-DDCC-332FA1FE3B95}"/>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738" name="Group 912">
                <a:extLst>
                  <a:ext uri="{FF2B5EF4-FFF2-40B4-BE49-F238E27FC236}">
                    <a16:creationId xmlns:a16="http://schemas.microsoft.com/office/drawing/2014/main" id="{99BB3F4F-C672-BBB4-36C2-639D036A8737}"/>
                  </a:ext>
                </a:extLst>
              </p:cNvPr>
              <p:cNvGrpSpPr>
                <a:grpSpLocks/>
              </p:cNvGrpSpPr>
              <p:nvPr/>
            </p:nvGrpSpPr>
            <p:grpSpPr bwMode="auto">
              <a:xfrm>
                <a:off x="4749" y="668"/>
                <a:ext cx="581" cy="145"/>
                <a:chOff x="614" y="2568"/>
                <a:chExt cx="725" cy="139"/>
              </a:xfrm>
            </p:grpSpPr>
            <p:sp>
              <p:nvSpPr>
                <p:cNvPr id="763" name="AutoShape 913">
                  <a:extLst>
                    <a:ext uri="{FF2B5EF4-FFF2-40B4-BE49-F238E27FC236}">
                      <a16:creationId xmlns:a16="http://schemas.microsoft.com/office/drawing/2014/main" id="{7B2A588F-3257-8910-5C52-03A01153E7C4}"/>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64" name="AutoShape 914">
                  <a:extLst>
                    <a:ext uri="{FF2B5EF4-FFF2-40B4-BE49-F238E27FC236}">
                      <a16:creationId xmlns:a16="http://schemas.microsoft.com/office/drawing/2014/main" id="{E56AADFE-45FA-9AF4-F347-E855A6A2B94D}"/>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739" name="Rectangle 915">
                <a:extLst>
                  <a:ext uri="{FF2B5EF4-FFF2-40B4-BE49-F238E27FC236}">
                    <a16:creationId xmlns:a16="http://schemas.microsoft.com/office/drawing/2014/main" id="{C4BC61ED-7935-DA04-EF40-FED34B72417A}"/>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740" name="Group 916">
                <a:extLst>
                  <a:ext uri="{FF2B5EF4-FFF2-40B4-BE49-F238E27FC236}">
                    <a16:creationId xmlns:a16="http://schemas.microsoft.com/office/drawing/2014/main" id="{48846EC9-C08A-5010-5163-6B32099DC2CD}"/>
                  </a:ext>
                </a:extLst>
              </p:cNvPr>
              <p:cNvGrpSpPr>
                <a:grpSpLocks/>
              </p:cNvGrpSpPr>
              <p:nvPr/>
            </p:nvGrpSpPr>
            <p:grpSpPr bwMode="auto">
              <a:xfrm>
                <a:off x="4747" y="994"/>
                <a:ext cx="581" cy="134"/>
                <a:chOff x="614" y="2568"/>
                <a:chExt cx="725" cy="139"/>
              </a:xfrm>
            </p:grpSpPr>
            <p:sp>
              <p:nvSpPr>
                <p:cNvPr id="761" name="AutoShape 917">
                  <a:extLst>
                    <a:ext uri="{FF2B5EF4-FFF2-40B4-BE49-F238E27FC236}">
                      <a16:creationId xmlns:a16="http://schemas.microsoft.com/office/drawing/2014/main" id="{9735BE1B-1108-EB5E-EBBE-8BEE9E6C14AC}"/>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62" name="AutoShape 918">
                  <a:extLst>
                    <a:ext uri="{FF2B5EF4-FFF2-40B4-BE49-F238E27FC236}">
                      <a16:creationId xmlns:a16="http://schemas.microsoft.com/office/drawing/2014/main" id="{6B7B1C9B-CA06-2226-4387-5A67EECA4A33}"/>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741" name="Rectangle 919">
                <a:extLst>
                  <a:ext uri="{FF2B5EF4-FFF2-40B4-BE49-F238E27FC236}">
                    <a16:creationId xmlns:a16="http://schemas.microsoft.com/office/drawing/2014/main" id="{3AB4194F-5687-81C9-1988-2B9A00CFD09B}"/>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42" name="Rectangle 920">
                <a:extLst>
                  <a:ext uri="{FF2B5EF4-FFF2-40B4-BE49-F238E27FC236}">
                    <a16:creationId xmlns:a16="http://schemas.microsoft.com/office/drawing/2014/main" id="{C5E846F8-100D-222F-63F4-8E611E914853}"/>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743" name="Group 921">
                <a:extLst>
                  <a:ext uri="{FF2B5EF4-FFF2-40B4-BE49-F238E27FC236}">
                    <a16:creationId xmlns:a16="http://schemas.microsoft.com/office/drawing/2014/main" id="{47951213-D347-C5A7-9751-BE5D0235F155}"/>
                  </a:ext>
                </a:extLst>
              </p:cNvPr>
              <p:cNvGrpSpPr>
                <a:grpSpLocks/>
              </p:cNvGrpSpPr>
              <p:nvPr/>
            </p:nvGrpSpPr>
            <p:grpSpPr bwMode="auto">
              <a:xfrm>
                <a:off x="4735" y="1627"/>
                <a:ext cx="582" cy="151"/>
                <a:chOff x="614" y="2568"/>
                <a:chExt cx="725" cy="139"/>
              </a:xfrm>
            </p:grpSpPr>
            <p:sp>
              <p:nvSpPr>
                <p:cNvPr id="759" name="AutoShape 922">
                  <a:extLst>
                    <a:ext uri="{FF2B5EF4-FFF2-40B4-BE49-F238E27FC236}">
                      <a16:creationId xmlns:a16="http://schemas.microsoft.com/office/drawing/2014/main" id="{D71E36BA-71FE-3952-312D-575C44C430E1}"/>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60" name="AutoShape 923">
                  <a:extLst>
                    <a:ext uri="{FF2B5EF4-FFF2-40B4-BE49-F238E27FC236}">
                      <a16:creationId xmlns:a16="http://schemas.microsoft.com/office/drawing/2014/main" id="{51BE2F99-AF42-9AF7-EF6F-DEA8764A8B0E}"/>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744" name="Freeform 924">
                <a:extLst>
                  <a:ext uri="{FF2B5EF4-FFF2-40B4-BE49-F238E27FC236}">
                    <a16:creationId xmlns:a16="http://schemas.microsoft.com/office/drawing/2014/main" id="{2C1676C2-5BAE-26F5-70BA-5144F637EBE6}"/>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745" name="Group 925">
                <a:extLst>
                  <a:ext uri="{FF2B5EF4-FFF2-40B4-BE49-F238E27FC236}">
                    <a16:creationId xmlns:a16="http://schemas.microsoft.com/office/drawing/2014/main" id="{0CF00AFC-56BB-F18E-065D-3969A837114F}"/>
                  </a:ext>
                </a:extLst>
              </p:cNvPr>
              <p:cNvGrpSpPr>
                <a:grpSpLocks/>
              </p:cNvGrpSpPr>
              <p:nvPr/>
            </p:nvGrpSpPr>
            <p:grpSpPr bwMode="auto">
              <a:xfrm>
                <a:off x="4739" y="1327"/>
                <a:ext cx="582" cy="139"/>
                <a:chOff x="614" y="2568"/>
                <a:chExt cx="725" cy="139"/>
              </a:xfrm>
            </p:grpSpPr>
            <p:sp>
              <p:nvSpPr>
                <p:cNvPr id="757" name="AutoShape 926">
                  <a:extLst>
                    <a:ext uri="{FF2B5EF4-FFF2-40B4-BE49-F238E27FC236}">
                      <a16:creationId xmlns:a16="http://schemas.microsoft.com/office/drawing/2014/main" id="{3A44EE45-A0AD-A11A-B8BA-77EFA0A82CD6}"/>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8" name="AutoShape 927">
                  <a:extLst>
                    <a:ext uri="{FF2B5EF4-FFF2-40B4-BE49-F238E27FC236}">
                      <a16:creationId xmlns:a16="http://schemas.microsoft.com/office/drawing/2014/main" id="{07AC178C-D622-CA01-0081-7FA9551719BB}"/>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746" name="Rectangle 928">
                <a:extLst>
                  <a:ext uri="{FF2B5EF4-FFF2-40B4-BE49-F238E27FC236}">
                    <a16:creationId xmlns:a16="http://schemas.microsoft.com/office/drawing/2014/main" id="{212A19C8-C591-64A1-63B3-25548A431D1E}"/>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47" name="Freeform 929">
                <a:extLst>
                  <a:ext uri="{FF2B5EF4-FFF2-40B4-BE49-F238E27FC236}">
                    <a16:creationId xmlns:a16="http://schemas.microsoft.com/office/drawing/2014/main" id="{454C36BF-0B94-A12C-7F76-07FD98E437C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48" name="Freeform 930">
                <a:extLst>
                  <a:ext uri="{FF2B5EF4-FFF2-40B4-BE49-F238E27FC236}">
                    <a16:creationId xmlns:a16="http://schemas.microsoft.com/office/drawing/2014/main" id="{EDE26B55-7903-F427-E754-C456AB692C4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49" name="Oval 931">
                <a:extLst>
                  <a:ext uri="{FF2B5EF4-FFF2-40B4-BE49-F238E27FC236}">
                    <a16:creationId xmlns:a16="http://schemas.microsoft.com/office/drawing/2014/main" id="{D6EB1A07-A21A-646A-828D-F5E4F3A55513}"/>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0" name="Freeform 932">
                <a:extLst>
                  <a:ext uri="{FF2B5EF4-FFF2-40B4-BE49-F238E27FC236}">
                    <a16:creationId xmlns:a16="http://schemas.microsoft.com/office/drawing/2014/main" id="{FE040CC7-0976-FBAB-554A-F579D79132F4}"/>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1" name="AutoShape 933">
                <a:extLst>
                  <a:ext uri="{FF2B5EF4-FFF2-40B4-BE49-F238E27FC236}">
                    <a16:creationId xmlns:a16="http://schemas.microsoft.com/office/drawing/2014/main" id="{2643DCD8-1E36-FEB1-D747-4EEF8C6F9FEA}"/>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2" name="AutoShape 934">
                <a:extLst>
                  <a:ext uri="{FF2B5EF4-FFF2-40B4-BE49-F238E27FC236}">
                    <a16:creationId xmlns:a16="http://schemas.microsoft.com/office/drawing/2014/main" id="{9CA148AE-750C-0DAD-E552-3F69C23F546C}"/>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3" name="Oval 935">
                <a:extLst>
                  <a:ext uri="{FF2B5EF4-FFF2-40B4-BE49-F238E27FC236}">
                    <a16:creationId xmlns:a16="http://schemas.microsoft.com/office/drawing/2014/main" id="{62E0404F-4694-2C6C-6F7F-2C16ADC42465}"/>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4" name="Oval 936">
                <a:extLst>
                  <a:ext uri="{FF2B5EF4-FFF2-40B4-BE49-F238E27FC236}">
                    <a16:creationId xmlns:a16="http://schemas.microsoft.com/office/drawing/2014/main" id="{DC50399F-E45A-4999-51A7-FCADE8C8E5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FF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5" name="Oval 937">
                <a:extLst>
                  <a:ext uri="{FF2B5EF4-FFF2-40B4-BE49-F238E27FC236}">
                    <a16:creationId xmlns:a16="http://schemas.microsoft.com/office/drawing/2014/main" id="{B61D70B1-2946-51BD-DD93-45199CC95156}"/>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756" name="Rectangle 938">
                <a:extLst>
                  <a:ext uri="{FF2B5EF4-FFF2-40B4-BE49-F238E27FC236}">
                    <a16:creationId xmlns:a16="http://schemas.microsoft.com/office/drawing/2014/main" id="{BCCA357E-A95D-DFA0-2958-341477675DCA}"/>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828" name="Group 827">
            <a:extLst>
              <a:ext uri="{FF2B5EF4-FFF2-40B4-BE49-F238E27FC236}">
                <a16:creationId xmlns:a16="http://schemas.microsoft.com/office/drawing/2014/main" id="{2D9CDA14-1495-F8AD-E056-63A99941A7BC}"/>
              </a:ext>
            </a:extLst>
          </p:cNvPr>
          <p:cNvGrpSpPr/>
          <p:nvPr/>
        </p:nvGrpSpPr>
        <p:grpSpPr>
          <a:xfrm>
            <a:off x="1234029" y="2930867"/>
            <a:ext cx="1079502" cy="2124000"/>
            <a:chOff x="1234029" y="2867069"/>
            <a:chExt cx="1079502" cy="2124000"/>
          </a:xfrm>
        </p:grpSpPr>
        <p:sp>
          <p:nvSpPr>
            <p:cNvPr id="829" name="Freeform 75">
              <a:extLst>
                <a:ext uri="{FF2B5EF4-FFF2-40B4-BE49-F238E27FC236}">
                  <a16:creationId xmlns:a16="http://schemas.microsoft.com/office/drawing/2014/main" id="{FCECAB1D-CF02-0C88-F950-7046390DA9AB}"/>
                </a:ext>
              </a:extLst>
            </p:cNvPr>
            <p:cNvSpPr>
              <a:spLocks/>
            </p:cNvSpPr>
            <p:nvPr/>
          </p:nvSpPr>
          <p:spPr bwMode="auto">
            <a:xfrm flipH="1">
              <a:off x="2126906" y="2867069"/>
              <a:ext cx="45719" cy="212400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C00000"/>
              </a:solidFill>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r" rtl="1">
                <a:defRPr/>
              </a:pPr>
              <a:endParaRPr lang="en-US" sz="1400" b="1" dirty="0">
                <a:latin typeface="IRANSans(FaNum)" panose="02040503050201020203" pitchFamily="18" charset="-78"/>
                <a:cs typeface="IRANSans(FaNum)" panose="02040503050201020203" pitchFamily="18" charset="-78"/>
              </a:endParaRPr>
            </a:p>
          </p:txBody>
        </p:sp>
        <p:grpSp>
          <p:nvGrpSpPr>
            <p:cNvPr id="830" name="Group 148">
              <a:extLst>
                <a:ext uri="{FF2B5EF4-FFF2-40B4-BE49-F238E27FC236}">
                  <a16:creationId xmlns:a16="http://schemas.microsoft.com/office/drawing/2014/main" id="{7F8561AF-015B-91AF-BDCD-A3321914D68F}"/>
                </a:ext>
              </a:extLst>
            </p:cNvPr>
            <p:cNvGrpSpPr>
              <a:grpSpLocks/>
            </p:cNvGrpSpPr>
            <p:nvPr/>
          </p:nvGrpSpPr>
          <p:grpSpPr bwMode="auto">
            <a:xfrm>
              <a:off x="1234029" y="3227574"/>
              <a:ext cx="1079502" cy="323850"/>
              <a:chOff x="3854" y="472"/>
              <a:chExt cx="680" cy="204"/>
            </a:xfrm>
          </p:grpSpPr>
          <p:sp>
            <p:nvSpPr>
              <p:cNvPr id="831" name="Rectangle 87">
                <a:extLst>
                  <a:ext uri="{FF2B5EF4-FFF2-40B4-BE49-F238E27FC236}">
                    <a16:creationId xmlns:a16="http://schemas.microsoft.com/office/drawing/2014/main" id="{8287D6BC-C789-E22E-4D93-7D200F57368B}"/>
                  </a:ext>
                </a:extLst>
              </p:cNvPr>
              <p:cNvSpPr>
                <a:spLocks noChangeArrowheads="1"/>
              </p:cNvSpPr>
              <p:nvPr/>
            </p:nvSpPr>
            <p:spPr bwMode="auto">
              <a:xfrm>
                <a:off x="3859" y="472"/>
                <a:ext cx="658" cy="204"/>
              </a:xfrm>
              <a:prstGeom prst="rect">
                <a:avLst/>
              </a:prstGeom>
              <a:solidFill>
                <a:srgbClr val="FFFFFF"/>
              </a:solidFill>
              <a:ln w="19050">
                <a:solidFill>
                  <a:schemeClr val="tx1">
                    <a:lumMod val="65000"/>
                    <a:lumOff val="35000"/>
                  </a:schemeClr>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r" rtl="1">
                  <a:defRPr/>
                </a:pPr>
                <a:endParaRPr lang="en-US" sz="1400" b="1" dirty="0">
                  <a:latin typeface="IRANSans(FaNum)" panose="02040503050201020203" pitchFamily="18" charset="-78"/>
                  <a:cs typeface="IRANSans(FaNum)" panose="02040503050201020203" pitchFamily="18" charset="-78"/>
                </a:endParaRPr>
              </a:p>
            </p:txBody>
          </p:sp>
          <p:sp>
            <p:nvSpPr>
              <p:cNvPr id="832" name="Text Box 86">
                <a:extLst>
                  <a:ext uri="{FF2B5EF4-FFF2-40B4-BE49-F238E27FC236}">
                    <a16:creationId xmlns:a16="http://schemas.microsoft.com/office/drawing/2014/main" id="{E8BE1A9E-FD6A-27A9-48D1-3B686A588A0E}"/>
                  </a:ext>
                </a:extLst>
              </p:cNvPr>
              <p:cNvSpPr txBox="1">
                <a:spLocks noChangeArrowheads="1"/>
              </p:cNvSpPr>
              <p:nvPr/>
            </p:nvSpPr>
            <p:spPr bwMode="auto">
              <a:xfrm>
                <a:off x="3854" y="479"/>
                <a:ext cx="680" cy="19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algn="ctr" rtl="1">
                  <a:spcBef>
                    <a:spcPct val="50000"/>
                  </a:spcBef>
                  <a:defRPr/>
                </a:pPr>
                <a:r>
                  <a:rPr lang="fa-IR" sz="1400" b="1" dirty="0">
                    <a:solidFill>
                      <a:srgbClr val="C00000"/>
                    </a:solidFill>
                    <a:latin typeface="IRANSans(FaNum)" panose="02040503050201020203" pitchFamily="18" charset="-78"/>
                    <a:cs typeface="IRANSans(FaNum)" panose="02040503050201020203" pitchFamily="18" charset="-78"/>
                  </a:rPr>
                  <a:t>درخواست</a:t>
                </a:r>
                <a:endParaRPr lang="en-US" sz="1400" b="1" dirty="0">
                  <a:solidFill>
                    <a:srgbClr val="C00000"/>
                  </a:solidFill>
                  <a:latin typeface="IRANSans(FaNum)" panose="02040503050201020203" pitchFamily="18" charset="-78"/>
                  <a:cs typeface="IRANSans(FaNum)" panose="02040503050201020203" pitchFamily="18" charset="-78"/>
                </a:endParaRPr>
              </a:p>
            </p:txBody>
          </p:sp>
        </p:grpSp>
      </p:grpSp>
      <p:grpSp>
        <p:nvGrpSpPr>
          <p:cNvPr id="833" name="Group 832">
            <a:extLst>
              <a:ext uri="{FF2B5EF4-FFF2-40B4-BE49-F238E27FC236}">
                <a16:creationId xmlns:a16="http://schemas.microsoft.com/office/drawing/2014/main" id="{467EE810-0E1E-37F5-98E4-24B740740DDF}"/>
              </a:ext>
            </a:extLst>
          </p:cNvPr>
          <p:cNvGrpSpPr>
            <a:grpSpLocks/>
          </p:cNvGrpSpPr>
          <p:nvPr/>
        </p:nvGrpSpPr>
        <p:grpSpPr bwMode="auto">
          <a:xfrm>
            <a:off x="2269249" y="2914407"/>
            <a:ext cx="1008000" cy="2124000"/>
            <a:chOff x="9578647" y="720763"/>
            <a:chExt cx="1008000" cy="2124000"/>
          </a:xfrm>
        </p:grpSpPr>
        <p:sp>
          <p:nvSpPr>
            <p:cNvPr id="834" name="Freeform 89">
              <a:extLst>
                <a:ext uri="{FF2B5EF4-FFF2-40B4-BE49-F238E27FC236}">
                  <a16:creationId xmlns:a16="http://schemas.microsoft.com/office/drawing/2014/main" id="{5FC8AE40-18B1-7F0B-17CB-F525F114456B}"/>
                </a:ext>
              </a:extLst>
            </p:cNvPr>
            <p:cNvSpPr>
              <a:spLocks/>
            </p:cNvSpPr>
            <p:nvPr/>
          </p:nvSpPr>
          <p:spPr bwMode="auto">
            <a:xfrm>
              <a:off x="9820387" y="720763"/>
              <a:ext cx="91993" cy="212400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C00000"/>
              </a:solidFill>
              <a:round/>
              <a:headEnd type="triangle" w="med" len="med"/>
              <a:tailEnd type="non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r" rtl="1">
                <a:defRPr/>
              </a:pPr>
              <a:endParaRPr lang="en-US" sz="1400" b="1" dirty="0">
                <a:latin typeface="IRANSans(FaNum)" panose="02040503050201020203" pitchFamily="18" charset="-78"/>
                <a:cs typeface="IRANSans(FaNum)" panose="02040503050201020203" pitchFamily="18" charset="-78"/>
              </a:endParaRPr>
            </a:p>
          </p:txBody>
        </p:sp>
        <p:sp>
          <p:nvSpPr>
            <p:cNvPr id="835" name="Rectangle 91">
              <a:extLst>
                <a:ext uri="{FF2B5EF4-FFF2-40B4-BE49-F238E27FC236}">
                  <a16:creationId xmlns:a16="http://schemas.microsoft.com/office/drawing/2014/main" id="{A6886110-5EEC-E51B-8391-2CFF30E14E87}"/>
                </a:ext>
              </a:extLst>
            </p:cNvPr>
            <p:cNvSpPr>
              <a:spLocks noChangeArrowheads="1"/>
            </p:cNvSpPr>
            <p:nvPr/>
          </p:nvSpPr>
          <p:spPr bwMode="auto">
            <a:xfrm>
              <a:off x="9578647" y="2109992"/>
              <a:ext cx="1008000" cy="324000"/>
            </a:xfrm>
            <a:prstGeom prst="rect">
              <a:avLst/>
            </a:prstGeom>
            <a:solidFill>
              <a:srgbClr val="FFFFFF"/>
            </a:solidFill>
            <a:ln w="19050">
              <a:solidFill>
                <a:schemeClr val="tx1">
                  <a:lumMod val="50000"/>
                  <a:lumOff val="50000"/>
                </a:schemeClr>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r" rtl="1">
                <a:defRPr/>
              </a:pPr>
              <a:endParaRPr lang="en-US" sz="1400" b="1" dirty="0">
                <a:latin typeface="IRANSans(FaNum)" panose="02040503050201020203" pitchFamily="18" charset="-78"/>
                <a:cs typeface="IRANSans(FaNum)" panose="02040503050201020203" pitchFamily="18" charset="-78"/>
              </a:endParaRPr>
            </a:p>
          </p:txBody>
        </p:sp>
        <p:sp>
          <p:nvSpPr>
            <p:cNvPr id="836" name="Text Box 92">
              <a:extLst>
                <a:ext uri="{FF2B5EF4-FFF2-40B4-BE49-F238E27FC236}">
                  <a16:creationId xmlns:a16="http://schemas.microsoft.com/office/drawing/2014/main" id="{2B2BDAEA-465E-EB86-0B51-500D58AEADBC}"/>
                </a:ext>
              </a:extLst>
            </p:cNvPr>
            <p:cNvSpPr txBox="1">
              <a:spLocks noChangeArrowheads="1"/>
            </p:cNvSpPr>
            <p:nvPr/>
          </p:nvSpPr>
          <p:spPr bwMode="auto">
            <a:xfrm>
              <a:off x="9594316" y="2121836"/>
              <a:ext cx="925393"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algn="ctr" rtl="1">
                <a:spcBef>
                  <a:spcPct val="50000"/>
                </a:spcBef>
                <a:defRPr/>
              </a:pPr>
              <a:r>
                <a:rPr lang="fa-IR" sz="1400" b="1" dirty="0">
                  <a:solidFill>
                    <a:srgbClr val="CC0000"/>
                  </a:solidFill>
                  <a:latin typeface="IRANSans(FaNum)" panose="02040503050201020203" pitchFamily="18" charset="-78"/>
                  <a:cs typeface="IRANSans(FaNum)" panose="02040503050201020203" pitchFamily="18" charset="-78"/>
                </a:rPr>
                <a:t>پاسخ</a:t>
              </a:r>
              <a:endParaRPr lang="en-US" sz="1400" b="1" dirty="0">
                <a:solidFill>
                  <a:srgbClr val="CC0000"/>
                </a:solidFill>
                <a:latin typeface="IRANSans(FaNum)" panose="02040503050201020203" pitchFamily="18" charset="-78"/>
                <a:cs typeface="IRANSans(FaNum)" panose="02040503050201020203" pitchFamily="18" charset="-78"/>
              </a:endParaRPr>
            </a:p>
          </p:txBody>
        </p:sp>
      </p:grpSp>
      <p:sp>
        <p:nvSpPr>
          <p:cNvPr id="841" name="Rectangle 3">
            <a:extLst>
              <a:ext uri="{FF2B5EF4-FFF2-40B4-BE49-F238E27FC236}">
                <a16:creationId xmlns:a16="http://schemas.microsoft.com/office/drawing/2014/main" id="{89F171FC-D4A4-EBEE-BFC1-7C76C0A37C21}"/>
              </a:ext>
            </a:extLst>
          </p:cNvPr>
          <p:cNvSpPr txBox="1">
            <a:spLocks noChangeArrowheads="1"/>
          </p:cNvSpPr>
          <p:nvPr/>
        </p:nvSpPr>
        <p:spPr>
          <a:xfrm>
            <a:off x="4327891" y="1762111"/>
            <a:ext cx="7772400" cy="4270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a:buFont typeface="Wingdings" charset="0"/>
              <a:buNone/>
              <a:defRPr/>
            </a:pPr>
            <a:r>
              <a:rPr lang="fa-IR" sz="2000" b="1" dirty="0">
                <a:latin typeface="IRANSans(FaNum)" panose="02040503050201020203" pitchFamily="18" charset="-78"/>
                <a:cs typeface="IRANSans(FaNum)" panose="02040503050201020203" pitchFamily="18" charset="-78"/>
              </a:rPr>
              <a:t>دو روش برای انتقال اطلاعات مدیریتی و دستورات:</a:t>
            </a:r>
            <a:endParaRPr lang="en-US" sz="2400" b="1" dirty="0">
              <a:latin typeface="IRANSans(FaNum)" panose="02040503050201020203" pitchFamily="18" charset="-78"/>
              <a:cs typeface="IRANSans(FaNum)" panose="02040503050201020203" pitchFamily="18" charset="-78"/>
            </a:endParaRPr>
          </a:p>
        </p:txBody>
      </p:sp>
      <p:sp>
        <p:nvSpPr>
          <p:cNvPr id="842" name="Text Box 149">
            <a:extLst>
              <a:ext uri="{FF2B5EF4-FFF2-40B4-BE49-F238E27FC236}">
                <a16:creationId xmlns:a16="http://schemas.microsoft.com/office/drawing/2014/main" id="{7302DCE7-E792-7221-F6BB-810E55EB1039}"/>
              </a:ext>
            </a:extLst>
          </p:cNvPr>
          <p:cNvSpPr txBox="1">
            <a:spLocks noChangeArrowheads="1"/>
          </p:cNvSpPr>
          <p:nvPr/>
        </p:nvSpPr>
        <p:spPr bwMode="auto">
          <a:xfrm>
            <a:off x="3345338" y="6211567"/>
            <a:ext cx="1763624"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algn="r" rtl="1">
              <a:defRPr/>
            </a:pPr>
            <a:r>
              <a:rPr lang="fa-IR" sz="1400" b="1" dirty="0">
                <a:solidFill>
                  <a:srgbClr val="000099"/>
                </a:solidFill>
                <a:latin typeface="IRANSans(FaNum)" panose="02040503050201020203" pitchFamily="18" charset="-78"/>
                <a:cs typeface="IRANSans(FaNum)" panose="02040503050201020203" pitchFamily="18" charset="-78"/>
              </a:rPr>
              <a:t>حالت درخواست/پاسخ</a:t>
            </a:r>
            <a:endParaRPr lang="en-US" sz="1400" b="1" dirty="0">
              <a:solidFill>
                <a:srgbClr val="000099"/>
              </a:solidFill>
              <a:latin typeface="IRANSans(FaNum)" panose="02040503050201020203" pitchFamily="18" charset="-78"/>
              <a:cs typeface="IRANSans(FaNum)" panose="02040503050201020203" pitchFamily="18" charset="-78"/>
            </a:endParaRPr>
          </a:p>
        </p:txBody>
      </p:sp>
      <p:grpSp>
        <p:nvGrpSpPr>
          <p:cNvPr id="843" name="Group 842">
            <a:extLst>
              <a:ext uri="{FF2B5EF4-FFF2-40B4-BE49-F238E27FC236}">
                <a16:creationId xmlns:a16="http://schemas.microsoft.com/office/drawing/2014/main" id="{8502C87B-5787-7B70-283A-B538B6C2F288}"/>
              </a:ext>
            </a:extLst>
          </p:cNvPr>
          <p:cNvGrpSpPr/>
          <p:nvPr/>
        </p:nvGrpSpPr>
        <p:grpSpPr>
          <a:xfrm>
            <a:off x="6729466" y="2074658"/>
            <a:ext cx="4230478" cy="4464883"/>
            <a:chOff x="6729466" y="2010860"/>
            <a:chExt cx="4230478" cy="4464883"/>
          </a:xfrm>
        </p:grpSpPr>
        <p:grpSp>
          <p:nvGrpSpPr>
            <p:cNvPr id="844" name="Group 843">
              <a:extLst>
                <a:ext uri="{FF2B5EF4-FFF2-40B4-BE49-F238E27FC236}">
                  <a16:creationId xmlns:a16="http://schemas.microsoft.com/office/drawing/2014/main" id="{1E01E075-D9A4-4AC8-A493-90FA44CBC54D}"/>
                </a:ext>
              </a:extLst>
            </p:cNvPr>
            <p:cNvGrpSpPr/>
            <p:nvPr/>
          </p:nvGrpSpPr>
          <p:grpSpPr>
            <a:xfrm>
              <a:off x="6729466" y="2010860"/>
              <a:ext cx="4230478" cy="4057421"/>
              <a:chOff x="6588086" y="2144903"/>
              <a:chExt cx="4230478" cy="4057421"/>
            </a:xfrm>
          </p:grpSpPr>
          <p:sp>
            <p:nvSpPr>
              <p:cNvPr id="846" name="Freeform 2">
                <a:extLst>
                  <a:ext uri="{FF2B5EF4-FFF2-40B4-BE49-F238E27FC236}">
                    <a16:creationId xmlns:a16="http://schemas.microsoft.com/office/drawing/2014/main" id="{A5BD625B-CD29-D43F-3B24-52547BBEB357}"/>
                  </a:ext>
                </a:extLst>
              </p:cNvPr>
              <p:cNvSpPr>
                <a:spLocks/>
              </p:cNvSpPr>
              <p:nvPr/>
            </p:nvSpPr>
            <p:spPr bwMode="auto">
              <a:xfrm rot="16383367">
                <a:off x="7427686" y="2947494"/>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algn="r" rtl="1" eaLnBrk="0" fontAlgn="base" hangingPunct="0">
                  <a:spcBef>
                    <a:spcPct val="0"/>
                  </a:spcBef>
                  <a:spcAft>
                    <a:spcPct val="0"/>
                  </a:spcAft>
                </a:pPr>
                <a:endParaRPr lang="en-US" sz="14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sp>
            <p:nvSpPr>
              <p:cNvPr id="847" name="Line 252">
                <a:extLst>
                  <a:ext uri="{FF2B5EF4-FFF2-40B4-BE49-F238E27FC236}">
                    <a16:creationId xmlns:a16="http://schemas.microsoft.com/office/drawing/2014/main" id="{AECD3987-F96E-F7A3-A4BB-CEB5A007B427}"/>
                  </a:ext>
                </a:extLst>
              </p:cNvPr>
              <p:cNvSpPr>
                <a:spLocks noChangeShapeType="1"/>
              </p:cNvSpPr>
              <p:nvPr/>
            </p:nvSpPr>
            <p:spPr bwMode="auto">
              <a:xfrm flipV="1">
                <a:off x="9496090" y="3180571"/>
                <a:ext cx="338138" cy="10429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48" name="Line 254">
                <a:extLst>
                  <a:ext uri="{FF2B5EF4-FFF2-40B4-BE49-F238E27FC236}">
                    <a16:creationId xmlns:a16="http://schemas.microsoft.com/office/drawing/2014/main" id="{3AC9452B-2444-F40D-56E2-80019AB117C5}"/>
                  </a:ext>
                </a:extLst>
              </p:cNvPr>
              <p:cNvSpPr>
                <a:spLocks noChangeShapeType="1"/>
              </p:cNvSpPr>
              <p:nvPr/>
            </p:nvSpPr>
            <p:spPr bwMode="auto">
              <a:xfrm flipV="1">
                <a:off x="9726589" y="4134658"/>
                <a:ext cx="290202" cy="251486"/>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49" name="Line 272">
                <a:extLst>
                  <a:ext uri="{FF2B5EF4-FFF2-40B4-BE49-F238E27FC236}">
                    <a16:creationId xmlns:a16="http://schemas.microsoft.com/office/drawing/2014/main" id="{D82038AC-6566-2298-EEAE-011B0B0EB6FE}"/>
                  </a:ext>
                </a:extLst>
              </p:cNvPr>
              <p:cNvSpPr>
                <a:spLocks noChangeShapeType="1"/>
              </p:cNvSpPr>
              <p:nvPr/>
            </p:nvSpPr>
            <p:spPr bwMode="auto">
              <a:xfrm>
                <a:off x="9729453" y="4625196"/>
                <a:ext cx="373062"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50" name="Line 272">
                <a:extLst>
                  <a:ext uri="{FF2B5EF4-FFF2-40B4-BE49-F238E27FC236}">
                    <a16:creationId xmlns:a16="http://schemas.microsoft.com/office/drawing/2014/main" id="{D42F2F53-4305-4B27-C377-479E9E398BA6}"/>
                  </a:ext>
                </a:extLst>
              </p:cNvPr>
              <p:cNvSpPr>
                <a:spLocks noChangeShapeType="1"/>
              </p:cNvSpPr>
              <p:nvPr/>
            </p:nvSpPr>
            <p:spPr bwMode="auto">
              <a:xfrm>
                <a:off x="8921415" y="3675871"/>
                <a:ext cx="371475" cy="55403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51" name="Line 272">
                <a:extLst>
                  <a:ext uri="{FF2B5EF4-FFF2-40B4-BE49-F238E27FC236}">
                    <a16:creationId xmlns:a16="http://schemas.microsoft.com/office/drawing/2014/main" id="{65666137-A252-0590-0253-88F248CF20B1}"/>
                  </a:ext>
                </a:extLst>
              </p:cNvPr>
              <p:cNvSpPr>
                <a:spLocks noChangeShapeType="1"/>
              </p:cNvSpPr>
              <p:nvPr/>
            </p:nvSpPr>
            <p:spPr bwMode="auto">
              <a:xfrm flipH="1">
                <a:off x="9135728" y="4614083"/>
                <a:ext cx="309562" cy="102393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52" name="Text Box 333">
                <a:extLst>
                  <a:ext uri="{FF2B5EF4-FFF2-40B4-BE49-F238E27FC236}">
                    <a16:creationId xmlns:a16="http://schemas.microsoft.com/office/drawing/2014/main" id="{3BC5B959-C5DD-2A1B-DC9A-6F0F60549CF2}"/>
                  </a:ext>
                </a:extLst>
              </p:cNvPr>
              <p:cNvSpPr txBox="1">
                <a:spLocks noChangeArrowheads="1"/>
              </p:cNvSpPr>
              <p:nvPr/>
            </p:nvSpPr>
            <p:spPr bwMode="auto">
              <a:xfrm>
                <a:off x="7387754" y="5831180"/>
                <a:ext cx="1350050" cy="2616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algn="r" rtl="1" eaLnBrk="0" fontAlgn="base" hangingPunct="0">
                  <a:spcBef>
                    <a:spcPct val="0"/>
                  </a:spcBef>
                  <a:spcAft>
                    <a:spcPct val="0"/>
                  </a:spcAft>
                  <a:defRPr/>
                </a:pPr>
                <a:r>
                  <a:rPr lang="fa-IR" sz="1100" b="1" dirty="0">
                    <a:solidFill>
                      <a:srgbClr val="000000"/>
                    </a:solidFill>
                    <a:latin typeface="IRANSans(FaNum)" panose="02040503050201020203" pitchFamily="18" charset="-78"/>
                    <a:ea typeface="ＭＳ Ｐゴシック" charset="0"/>
                    <a:cs typeface="IRANSans(FaNum)" panose="02040503050201020203" pitchFamily="18" charset="-78"/>
                  </a:rPr>
                  <a:t>دستگاه تحت‌مدیریت</a:t>
                </a:r>
                <a:endParaRPr lang="en-US" sz="1100" b="1" dirty="0">
                  <a:solidFill>
                    <a:srgbClr val="000000"/>
                  </a:solidFill>
                  <a:latin typeface="IRANSans(FaNum)" panose="02040503050201020203" pitchFamily="18" charset="-78"/>
                  <a:ea typeface="ＭＳ Ｐゴシック" charset="0"/>
                  <a:cs typeface="IRANSans(FaNum)" panose="02040503050201020203" pitchFamily="18" charset="-78"/>
                </a:endParaRPr>
              </a:p>
            </p:txBody>
          </p:sp>
          <p:grpSp>
            <p:nvGrpSpPr>
              <p:cNvPr id="853" name="Group 906">
                <a:extLst>
                  <a:ext uri="{FF2B5EF4-FFF2-40B4-BE49-F238E27FC236}">
                    <a16:creationId xmlns:a16="http://schemas.microsoft.com/office/drawing/2014/main" id="{6979BC27-76C1-D1AA-EE9E-F36CC0FE8209}"/>
                  </a:ext>
                </a:extLst>
              </p:cNvPr>
              <p:cNvGrpSpPr>
                <a:grpSpLocks/>
              </p:cNvGrpSpPr>
              <p:nvPr/>
            </p:nvGrpSpPr>
            <p:grpSpPr bwMode="auto">
              <a:xfrm>
                <a:off x="9973928" y="5172883"/>
                <a:ext cx="366712" cy="579438"/>
                <a:chOff x="4140" y="429"/>
                <a:chExt cx="1425" cy="2396"/>
              </a:xfrm>
            </p:grpSpPr>
            <p:sp>
              <p:nvSpPr>
                <p:cNvPr id="929" name="Freeform 907">
                  <a:extLst>
                    <a:ext uri="{FF2B5EF4-FFF2-40B4-BE49-F238E27FC236}">
                      <a16:creationId xmlns:a16="http://schemas.microsoft.com/office/drawing/2014/main" id="{630C668E-DCDB-417D-5AFB-320DC2B8D139}"/>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30" name="Rectangle 908">
                  <a:extLst>
                    <a:ext uri="{FF2B5EF4-FFF2-40B4-BE49-F238E27FC236}">
                      <a16:creationId xmlns:a16="http://schemas.microsoft.com/office/drawing/2014/main" id="{4D8B823B-46D7-DCF2-3C62-E49B40B4817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31" name="Freeform 909">
                  <a:extLst>
                    <a:ext uri="{FF2B5EF4-FFF2-40B4-BE49-F238E27FC236}">
                      <a16:creationId xmlns:a16="http://schemas.microsoft.com/office/drawing/2014/main" id="{330254B7-0350-5FEB-7820-3D37FAE8FCC1}"/>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32" name="Freeform 910">
                  <a:extLst>
                    <a:ext uri="{FF2B5EF4-FFF2-40B4-BE49-F238E27FC236}">
                      <a16:creationId xmlns:a16="http://schemas.microsoft.com/office/drawing/2014/main" id="{AE364DB4-B520-CEC7-7D8C-158B7C5C7746}"/>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33" name="Rectangle 911">
                  <a:extLst>
                    <a:ext uri="{FF2B5EF4-FFF2-40B4-BE49-F238E27FC236}">
                      <a16:creationId xmlns:a16="http://schemas.microsoft.com/office/drawing/2014/main" id="{567B3762-1E02-2AC7-1324-EEB1BFDC165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934" name="Group 912">
                  <a:extLst>
                    <a:ext uri="{FF2B5EF4-FFF2-40B4-BE49-F238E27FC236}">
                      <a16:creationId xmlns:a16="http://schemas.microsoft.com/office/drawing/2014/main" id="{D855504B-2B9F-D026-0C5A-594B044053A8}"/>
                    </a:ext>
                  </a:extLst>
                </p:cNvPr>
                <p:cNvGrpSpPr>
                  <a:grpSpLocks/>
                </p:cNvGrpSpPr>
                <p:nvPr/>
              </p:nvGrpSpPr>
              <p:grpSpPr bwMode="auto">
                <a:xfrm>
                  <a:off x="4749" y="668"/>
                  <a:ext cx="581" cy="145"/>
                  <a:chOff x="614" y="2568"/>
                  <a:chExt cx="725" cy="139"/>
                </a:xfrm>
              </p:grpSpPr>
              <p:sp>
                <p:nvSpPr>
                  <p:cNvPr id="959" name="AutoShape 913">
                    <a:extLst>
                      <a:ext uri="{FF2B5EF4-FFF2-40B4-BE49-F238E27FC236}">
                        <a16:creationId xmlns:a16="http://schemas.microsoft.com/office/drawing/2014/main" id="{74BFAD09-D282-721E-860B-FB7C691364CF}"/>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60" name="AutoShape 914">
                    <a:extLst>
                      <a:ext uri="{FF2B5EF4-FFF2-40B4-BE49-F238E27FC236}">
                        <a16:creationId xmlns:a16="http://schemas.microsoft.com/office/drawing/2014/main" id="{1D2CF211-4AD3-DED1-692F-9CF34C74BA79}"/>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935" name="Rectangle 915">
                  <a:extLst>
                    <a:ext uri="{FF2B5EF4-FFF2-40B4-BE49-F238E27FC236}">
                      <a16:creationId xmlns:a16="http://schemas.microsoft.com/office/drawing/2014/main" id="{B4128037-89AE-8D5A-3647-9E4F370A3588}"/>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936" name="Group 916">
                  <a:extLst>
                    <a:ext uri="{FF2B5EF4-FFF2-40B4-BE49-F238E27FC236}">
                      <a16:creationId xmlns:a16="http://schemas.microsoft.com/office/drawing/2014/main" id="{79FA0437-8EBD-6AC9-F117-C2561E6AC366}"/>
                    </a:ext>
                  </a:extLst>
                </p:cNvPr>
                <p:cNvGrpSpPr>
                  <a:grpSpLocks/>
                </p:cNvGrpSpPr>
                <p:nvPr/>
              </p:nvGrpSpPr>
              <p:grpSpPr bwMode="auto">
                <a:xfrm>
                  <a:off x="4747" y="994"/>
                  <a:ext cx="581" cy="134"/>
                  <a:chOff x="614" y="2568"/>
                  <a:chExt cx="725" cy="139"/>
                </a:xfrm>
              </p:grpSpPr>
              <p:sp>
                <p:nvSpPr>
                  <p:cNvPr id="957" name="AutoShape 917">
                    <a:extLst>
                      <a:ext uri="{FF2B5EF4-FFF2-40B4-BE49-F238E27FC236}">
                        <a16:creationId xmlns:a16="http://schemas.microsoft.com/office/drawing/2014/main" id="{A4CBB0F8-B7B0-71FD-70BD-919D741F3836}"/>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58" name="AutoShape 918">
                    <a:extLst>
                      <a:ext uri="{FF2B5EF4-FFF2-40B4-BE49-F238E27FC236}">
                        <a16:creationId xmlns:a16="http://schemas.microsoft.com/office/drawing/2014/main" id="{F1B46FFF-28F2-41E2-2954-5EB3C387FFAF}"/>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937" name="Rectangle 919">
                  <a:extLst>
                    <a:ext uri="{FF2B5EF4-FFF2-40B4-BE49-F238E27FC236}">
                      <a16:creationId xmlns:a16="http://schemas.microsoft.com/office/drawing/2014/main" id="{FC7B2B92-3029-DDC0-EFB3-90E18D804C34}"/>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38" name="Rectangle 920">
                  <a:extLst>
                    <a:ext uri="{FF2B5EF4-FFF2-40B4-BE49-F238E27FC236}">
                      <a16:creationId xmlns:a16="http://schemas.microsoft.com/office/drawing/2014/main" id="{D6EADDAF-01D5-BCE4-CD3F-B51D3DB674D3}"/>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939" name="Group 921">
                  <a:extLst>
                    <a:ext uri="{FF2B5EF4-FFF2-40B4-BE49-F238E27FC236}">
                      <a16:creationId xmlns:a16="http://schemas.microsoft.com/office/drawing/2014/main" id="{F6CB4AE6-B7D9-AAFF-CECD-F17146C9300F}"/>
                    </a:ext>
                  </a:extLst>
                </p:cNvPr>
                <p:cNvGrpSpPr>
                  <a:grpSpLocks/>
                </p:cNvGrpSpPr>
                <p:nvPr/>
              </p:nvGrpSpPr>
              <p:grpSpPr bwMode="auto">
                <a:xfrm>
                  <a:off x="4735" y="1627"/>
                  <a:ext cx="582" cy="151"/>
                  <a:chOff x="614" y="2568"/>
                  <a:chExt cx="725" cy="139"/>
                </a:xfrm>
              </p:grpSpPr>
              <p:sp>
                <p:nvSpPr>
                  <p:cNvPr id="955" name="AutoShape 922">
                    <a:extLst>
                      <a:ext uri="{FF2B5EF4-FFF2-40B4-BE49-F238E27FC236}">
                        <a16:creationId xmlns:a16="http://schemas.microsoft.com/office/drawing/2014/main" id="{B47DF784-912F-3EF0-2E01-D3A6937ED814}"/>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56" name="AutoShape 923">
                    <a:extLst>
                      <a:ext uri="{FF2B5EF4-FFF2-40B4-BE49-F238E27FC236}">
                        <a16:creationId xmlns:a16="http://schemas.microsoft.com/office/drawing/2014/main" id="{84C04EDF-6E13-0F82-8563-BB8A4B00A53A}"/>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940" name="Freeform 924">
                  <a:extLst>
                    <a:ext uri="{FF2B5EF4-FFF2-40B4-BE49-F238E27FC236}">
                      <a16:creationId xmlns:a16="http://schemas.microsoft.com/office/drawing/2014/main" id="{DE3C2133-D3F8-BCCE-BFEC-8698ABBC14FD}"/>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941" name="Group 925">
                  <a:extLst>
                    <a:ext uri="{FF2B5EF4-FFF2-40B4-BE49-F238E27FC236}">
                      <a16:creationId xmlns:a16="http://schemas.microsoft.com/office/drawing/2014/main" id="{0A281D9F-263B-069A-7D74-41C50744B4F2}"/>
                    </a:ext>
                  </a:extLst>
                </p:cNvPr>
                <p:cNvGrpSpPr>
                  <a:grpSpLocks/>
                </p:cNvGrpSpPr>
                <p:nvPr/>
              </p:nvGrpSpPr>
              <p:grpSpPr bwMode="auto">
                <a:xfrm>
                  <a:off x="4739" y="1327"/>
                  <a:ext cx="582" cy="139"/>
                  <a:chOff x="614" y="2568"/>
                  <a:chExt cx="725" cy="139"/>
                </a:xfrm>
              </p:grpSpPr>
              <p:sp>
                <p:nvSpPr>
                  <p:cNvPr id="953" name="AutoShape 926">
                    <a:extLst>
                      <a:ext uri="{FF2B5EF4-FFF2-40B4-BE49-F238E27FC236}">
                        <a16:creationId xmlns:a16="http://schemas.microsoft.com/office/drawing/2014/main" id="{D487F1E2-202B-3F02-8CA9-0CEAA399D926}"/>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54" name="AutoShape 927">
                    <a:extLst>
                      <a:ext uri="{FF2B5EF4-FFF2-40B4-BE49-F238E27FC236}">
                        <a16:creationId xmlns:a16="http://schemas.microsoft.com/office/drawing/2014/main" id="{50B0DB12-AA7E-AFB0-B087-DF69DC06605A}"/>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942" name="Rectangle 928">
                  <a:extLst>
                    <a:ext uri="{FF2B5EF4-FFF2-40B4-BE49-F238E27FC236}">
                      <a16:creationId xmlns:a16="http://schemas.microsoft.com/office/drawing/2014/main" id="{DF00ACF1-41A3-9CB3-A739-41D44DDB79AE}"/>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43" name="Freeform 929">
                  <a:extLst>
                    <a:ext uri="{FF2B5EF4-FFF2-40B4-BE49-F238E27FC236}">
                      <a16:creationId xmlns:a16="http://schemas.microsoft.com/office/drawing/2014/main" id="{7AE0D149-1EF3-AB6D-10A0-C2B1329E24FB}"/>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44" name="Freeform 930">
                  <a:extLst>
                    <a:ext uri="{FF2B5EF4-FFF2-40B4-BE49-F238E27FC236}">
                      <a16:creationId xmlns:a16="http://schemas.microsoft.com/office/drawing/2014/main" id="{9193EECA-7180-8FB5-E338-3E88BE0AA75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45" name="Oval 931">
                  <a:extLst>
                    <a:ext uri="{FF2B5EF4-FFF2-40B4-BE49-F238E27FC236}">
                      <a16:creationId xmlns:a16="http://schemas.microsoft.com/office/drawing/2014/main" id="{16ED79DA-D73D-AF47-0920-DF1F67462647}"/>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46" name="Freeform 932">
                  <a:extLst>
                    <a:ext uri="{FF2B5EF4-FFF2-40B4-BE49-F238E27FC236}">
                      <a16:creationId xmlns:a16="http://schemas.microsoft.com/office/drawing/2014/main" id="{9E4523EA-76AD-1716-3634-F877A10C7043}"/>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47" name="AutoShape 933">
                  <a:extLst>
                    <a:ext uri="{FF2B5EF4-FFF2-40B4-BE49-F238E27FC236}">
                      <a16:creationId xmlns:a16="http://schemas.microsoft.com/office/drawing/2014/main" id="{3ED510AB-2A3B-588D-208B-38BA9D30BFB6}"/>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48" name="AutoShape 934">
                  <a:extLst>
                    <a:ext uri="{FF2B5EF4-FFF2-40B4-BE49-F238E27FC236}">
                      <a16:creationId xmlns:a16="http://schemas.microsoft.com/office/drawing/2014/main" id="{63BF37B5-997B-21C4-22CB-437671A4A7FA}"/>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49" name="Oval 935">
                  <a:extLst>
                    <a:ext uri="{FF2B5EF4-FFF2-40B4-BE49-F238E27FC236}">
                      <a16:creationId xmlns:a16="http://schemas.microsoft.com/office/drawing/2014/main" id="{E03B13A1-AF1C-796C-1EAF-B35D4B1AB37B}"/>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50" name="Oval 936">
                  <a:extLst>
                    <a:ext uri="{FF2B5EF4-FFF2-40B4-BE49-F238E27FC236}">
                      <a16:creationId xmlns:a16="http://schemas.microsoft.com/office/drawing/2014/main" id="{DF27D2A8-72EF-8D7D-7E51-52E8F84AD5ED}"/>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FF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51" name="Oval 937">
                  <a:extLst>
                    <a:ext uri="{FF2B5EF4-FFF2-40B4-BE49-F238E27FC236}">
                      <a16:creationId xmlns:a16="http://schemas.microsoft.com/office/drawing/2014/main" id="{F68FF8E7-4EA9-F991-ABF3-EB8E6BAC56A3}"/>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52" name="Rectangle 938">
                  <a:extLst>
                    <a:ext uri="{FF2B5EF4-FFF2-40B4-BE49-F238E27FC236}">
                      <a16:creationId xmlns:a16="http://schemas.microsoft.com/office/drawing/2014/main" id="{50F16493-C3BA-19E5-1A3A-39711A9F9AB2}"/>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nvGrpSpPr>
              <p:cNvPr id="854" name="Group 853">
                <a:extLst>
                  <a:ext uri="{FF2B5EF4-FFF2-40B4-BE49-F238E27FC236}">
                    <a16:creationId xmlns:a16="http://schemas.microsoft.com/office/drawing/2014/main" id="{B9BEE528-CADE-57F4-2E96-68DFCC34B4F9}"/>
                  </a:ext>
                </a:extLst>
              </p:cNvPr>
              <p:cNvGrpSpPr/>
              <p:nvPr/>
            </p:nvGrpSpPr>
            <p:grpSpPr>
              <a:xfrm>
                <a:off x="8732734" y="5561377"/>
                <a:ext cx="683116" cy="378456"/>
                <a:chOff x="7493876" y="2774731"/>
                <a:chExt cx="1481958" cy="894622"/>
              </a:xfrm>
            </p:grpSpPr>
            <p:sp>
              <p:nvSpPr>
                <p:cNvPr id="922" name="Freeform 262">
                  <a:extLst>
                    <a:ext uri="{FF2B5EF4-FFF2-40B4-BE49-F238E27FC236}">
                      <a16:creationId xmlns:a16="http://schemas.microsoft.com/office/drawing/2014/main" id="{FED70ACD-1474-B204-7878-4578BCC9A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sp>
              <p:nvSpPr>
                <p:cNvPr id="923" name="Oval 922">
                  <a:extLst>
                    <a:ext uri="{FF2B5EF4-FFF2-40B4-BE49-F238E27FC236}">
                      <a16:creationId xmlns:a16="http://schemas.microsoft.com/office/drawing/2014/main" id="{63D63100-AC06-D15C-0AB5-AA8A104DE4B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grpSp>
              <p:nvGrpSpPr>
                <p:cNvPr id="924" name="Group 923">
                  <a:extLst>
                    <a:ext uri="{FF2B5EF4-FFF2-40B4-BE49-F238E27FC236}">
                      <a16:creationId xmlns:a16="http://schemas.microsoft.com/office/drawing/2014/main" id="{A10786B1-65A9-2C83-C7C1-925688DC87CA}"/>
                    </a:ext>
                  </a:extLst>
                </p:cNvPr>
                <p:cNvGrpSpPr/>
                <p:nvPr/>
              </p:nvGrpSpPr>
              <p:grpSpPr>
                <a:xfrm>
                  <a:off x="7713663" y="2848339"/>
                  <a:ext cx="1042107" cy="425543"/>
                  <a:chOff x="7786941" y="2884917"/>
                  <a:chExt cx="897649" cy="353919"/>
                </a:xfrm>
              </p:grpSpPr>
              <p:sp>
                <p:nvSpPr>
                  <p:cNvPr id="925" name="Freeform 265">
                    <a:extLst>
                      <a:ext uri="{FF2B5EF4-FFF2-40B4-BE49-F238E27FC236}">
                        <a16:creationId xmlns:a16="http://schemas.microsoft.com/office/drawing/2014/main" id="{ED237ABB-201B-4A12-BA39-A7B387F624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26" name="Freeform 266">
                    <a:extLst>
                      <a:ext uri="{FF2B5EF4-FFF2-40B4-BE49-F238E27FC236}">
                        <a16:creationId xmlns:a16="http://schemas.microsoft.com/office/drawing/2014/main" id="{0D8369DF-777B-7CA3-E6C1-876E4A0D9E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27" name="Freeform 267">
                    <a:extLst>
                      <a:ext uri="{FF2B5EF4-FFF2-40B4-BE49-F238E27FC236}">
                        <a16:creationId xmlns:a16="http://schemas.microsoft.com/office/drawing/2014/main" id="{78BF656B-C2C2-7655-CB04-BD2A199629A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28" name="Freeform 268">
                    <a:extLst>
                      <a:ext uri="{FF2B5EF4-FFF2-40B4-BE49-F238E27FC236}">
                        <a16:creationId xmlns:a16="http://schemas.microsoft.com/office/drawing/2014/main" id="{331F716D-6370-EBF9-864B-2FA9D433B1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grpSp>
          <p:cxnSp>
            <p:nvCxnSpPr>
              <p:cNvPr id="855" name="Straight Connector 854">
                <a:extLst>
                  <a:ext uri="{FF2B5EF4-FFF2-40B4-BE49-F238E27FC236}">
                    <a16:creationId xmlns:a16="http://schemas.microsoft.com/office/drawing/2014/main" id="{2645DA0F-50B9-E679-9532-E782D969C57E}"/>
                  </a:ext>
                </a:extLst>
              </p:cNvPr>
              <p:cNvCxnSpPr>
                <a:cxnSpLocks/>
              </p:cNvCxnSpPr>
              <p:nvPr/>
            </p:nvCxnSpPr>
            <p:spPr>
              <a:xfrm>
                <a:off x="10652863" y="4065510"/>
                <a:ext cx="16570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6" name="Straight Connector 855">
                <a:extLst>
                  <a:ext uri="{FF2B5EF4-FFF2-40B4-BE49-F238E27FC236}">
                    <a16:creationId xmlns:a16="http://schemas.microsoft.com/office/drawing/2014/main" id="{77FCA111-744A-2EAF-B4AE-2573F8FFAA85}"/>
                  </a:ext>
                </a:extLst>
              </p:cNvPr>
              <p:cNvCxnSpPr/>
              <p:nvPr/>
            </p:nvCxnSpPr>
            <p:spPr>
              <a:xfrm>
                <a:off x="9251576" y="5941812"/>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7" name="Group 856">
                <a:extLst>
                  <a:ext uri="{FF2B5EF4-FFF2-40B4-BE49-F238E27FC236}">
                    <a16:creationId xmlns:a16="http://schemas.microsoft.com/office/drawing/2014/main" id="{CD28296C-BD90-D569-5EE0-5FE40F8196E8}"/>
                  </a:ext>
                </a:extLst>
              </p:cNvPr>
              <p:cNvGrpSpPr/>
              <p:nvPr/>
            </p:nvGrpSpPr>
            <p:grpSpPr>
              <a:xfrm>
                <a:off x="7082865" y="5130332"/>
                <a:ext cx="1784742" cy="783771"/>
                <a:chOff x="3623562" y="5108298"/>
                <a:chExt cx="1784742" cy="783771"/>
              </a:xfrm>
            </p:grpSpPr>
            <p:sp>
              <p:nvSpPr>
                <p:cNvPr id="916" name="Freeform 256">
                  <a:extLst>
                    <a:ext uri="{FF2B5EF4-FFF2-40B4-BE49-F238E27FC236}">
                      <a16:creationId xmlns:a16="http://schemas.microsoft.com/office/drawing/2014/main" id="{95336A54-BDF7-2EAE-879C-C62788083AA7}"/>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917" name="Oval 306">
                  <a:extLst>
                    <a:ext uri="{FF2B5EF4-FFF2-40B4-BE49-F238E27FC236}">
                      <a16:creationId xmlns:a16="http://schemas.microsoft.com/office/drawing/2014/main" id="{7B21E7B7-F458-15F8-6F81-37C573AE3FFB}"/>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918" name="Text Box 302">
                  <a:extLst>
                    <a:ext uri="{FF2B5EF4-FFF2-40B4-BE49-F238E27FC236}">
                      <a16:creationId xmlns:a16="http://schemas.microsoft.com/office/drawing/2014/main" id="{04700F8C-F36B-41BA-7C10-2A23719BEE58}"/>
                    </a:ext>
                  </a:extLst>
                </p:cNvPr>
                <p:cNvSpPr txBox="1">
                  <a:spLocks noChangeArrowheads="1"/>
                </p:cNvSpPr>
                <p:nvPr/>
              </p:nvSpPr>
              <p:spPr bwMode="auto">
                <a:xfrm>
                  <a:off x="3752316" y="5229255"/>
                  <a:ext cx="474810"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fa-IR"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919" name="Group 918">
                  <a:extLst>
                    <a:ext uri="{FF2B5EF4-FFF2-40B4-BE49-F238E27FC236}">
                      <a16:creationId xmlns:a16="http://schemas.microsoft.com/office/drawing/2014/main" id="{F217F950-3153-B69F-A563-A9221DDACD58}"/>
                    </a:ext>
                  </a:extLst>
                </p:cNvPr>
                <p:cNvGrpSpPr/>
                <p:nvPr/>
              </p:nvGrpSpPr>
              <p:grpSpPr>
                <a:xfrm>
                  <a:off x="4165287" y="5203301"/>
                  <a:ext cx="627096" cy="372528"/>
                  <a:chOff x="7200338" y="1864426"/>
                  <a:chExt cx="627096" cy="372528"/>
                </a:xfrm>
              </p:grpSpPr>
              <p:sp>
                <p:nvSpPr>
                  <p:cNvPr id="920" name="Can 260">
                    <a:extLst>
                      <a:ext uri="{FF2B5EF4-FFF2-40B4-BE49-F238E27FC236}">
                        <a16:creationId xmlns:a16="http://schemas.microsoft.com/office/drawing/2014/main" id="{D184ADF7-1480-F036-CF01-91CFFACA992F}"/>
                      </a:ext>
                    </a:extLst>
                  </p:cNvPr>
                  <p:cNvSpPr/>
                  <p:nvPr/>
                </p:nvSpPr>
                <p:spPr>
                  <a:xfrm>
                    <a:off x="7284801" y="1864426"/>
                    <a:ext cx="48166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921" name="Text Box 305">
                    <a:extLst>
                      <a:ext uri="{FF2B5EF4-FFF2-40B4-BE49-F238E27FC236}">
                        <a16:creationId xmlns:a16="http://schemas.microsoft.com/office/drawing/2014/main" id="{783DE14B-D0D3-BFA3-D1AF-61B2F03E42B9}"/>
                      </a:ext>
                    </a:extLst>
                  </p:cNvPr>
                  <p:cNvSpPr txBox="1">
                    <a:spLocks noChangeArrowheads="1"/>
                  </p:cNvSpPr>
                  <p:nvPr/>
                </p:nvSpPr>
                <p:spPr bwMode="auto">
                  <a:xfrm>
                    <a:off x="7200338" y="1975344"/>
                    <a:ext cx="627096" cy="2616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fa-IR" sz="11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1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858" name="Group 857">
                <a:extLst>
                  <a:ext uri="{FF2B5EF4-FFF2-40B4-BE49-F238E27FC236}">
                    <a16:creationId xmlns:a16="http://schemas.microsoft.com/office/drawing/2014/main" id="{4D5586C6-270E-E0C9-64DD-5B4B5C46BE6B}"/>
                  </a:ext>
                </a:extLst>
              </p:cNvPr>
              <p:cNvGrpSpPr/>
              <p:nvPr/>
            </p:nvGrpSpPr>
            <p:grpSpPr>
              <a:xfrm>
                <a:off x="9109072" y="4201055"/>
                <a:ext cx="736270" cy="422596"/>
                <a:chOff x="3668110" y="2448910"/>
                <a:chExt cx="3794234" cy="2165130"/>
              </a:xfrm>
            </p:grpSpPr>
            <p:sp>
              <p:nvSpPr>
                <p:cNvPr id="909" name="Rectangle 908">
                  <a:extLst>
                    <a:ext uri="{FF2B5EF4-FFF2-40B4-BE49-F238E27FC236}">
                      <a16:creationId xmlns:a16="http://schemas.microsoft.com/office/drawing/2014/main" id="{01AAC3FD-3C1D-947E-56D5-B7099D631F1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10" name="Freeform 250">
                  <a:extLst>
                    <a:ext uri="{FF2B5EF4-FFF2-40B4-BE49-F238E27FC236}">
                      <a16:creationId xmlns:a16="http://schemas.microsoft.com/office/drawing/2014/main" id="{F2839FA9-5E20-8154-3EB0-A49D74CF2BB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nvGrpSpPr>
                <p:cNvPr id="911" name="Group 910">
                  <a:extLst>
                    <a:ext uri="{FF2B5EF4-FFF2-40B4-BE49-F238E27FC236}">
                      <a16:creationId xmlns:a16="http://schemas.microsoft.com/office/drawing/2014/main" id="{6FFBB013-F915-1443-4673-8DA7AFB4B1CA}"/>
                    </a:ext>
                  </a:extLst>
                </p:cNvPr>
                <p:cNvGrpSpPr/>
                <p:nvPr/>
              </p:nvGrpSpPr>
              <p:grpSpPr>
                <a:xfrm>
                  <a:off x="3941378" y="2603243"/>
                  <a:ext cx="3202061" cy="1066110"/>
                  <a:chOff x="7939341" y="3037317"/>
                  <a:chExt cx="897649" cy="353919"/>
                </a:xfrm>
              </p:grpSpPr>
              <p:sp>
                <p:nvSpPr>
                  <p:cNvPr id="912" name="Freeform 252">
                    <a:extLst>
                      <a:ext uri="{FF2B5EF4-FFF2-40B4-BE49-F238E27FC236}">
                        <a16:creationId xmlns:a16="http://schemas.microsoft.com/office/drawing/2014/main" id="{0892E5BD-FC22-86D7-091E-79C3A40D24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13" name="Freeform 253">
                    <a:extLst>
                      <a:ext uri="{FF2B5EF4-FFF2-40B4-BE49-F238E27FC236}">
                        <a16:creationId xmlns:a16="http://schemas.microsoft.com/office/drawing/2014/main" id="{28DEF576-7572-A24D-54D5-F1DC968B85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14" name="Freeform 254">
                    <a:extLst>
                      <a:ext uri="{FF2B5EF4-FFF2-40B4-BE49-F238E27FC236}">
                        <a16:creationId xmlns:a16="http://schemas.microsoft.com/office/drawing/2014/main" id="{E060141F-A4E2-ED5B-D8FE-CA36BDB5E66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15" name="Freeform 255">
                    <a:extLst>
                      <a:ext uri="{FF2B5EF4-FFF2-40B4-BE49-F238E27FC236}">
                        <a16:creationId xmlns:a16="http://schemas.microsoft.com/office/drawing/2014/main" id="{A1B307A1-4103-3DC4-04BE-3F6E2268A2F3}"/>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grpSp>
          <p:sp>
            <p:nvSpPr>
              <p:cNvPr id="859" name="Freeform 199">
                <a:extLst>
                  <a:ext uri="{FF2B5EF4-FFF2-40B4-BE49-F238E27FC236}">
                    <a16:creationId xmlns:a16="http://schemas.microsoft.com/office/drawing/2014/main" id="{7E59C707-8E3E-5522-0DD8-1B17AE954CD9}"/>
                  </a:ext>
                </a:extLst>
              </p:cNvPr>
              <p:cNvSpPr/>
              <p:nvPr/>
            </p:nvSpPr>
            <p:spPr>
              <a:xfrm flipH="1">
                <a:off x="6990267" y="2857446"/>
                <a:ext cx="1644149" cy="664161"/>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869" h="664161">
                    <a:moveTo>
                      <a:pt x="81411" y="228350"/>
                    </a:moveTo>
                    <a:cubicBezTo>
                      <a:pt x="307042" y="145223"/>
                      <a:pt x="255473" y="210465"/>
                      <a:pt x="419294" y="0"/>
                    </a:cubicBezTo>
                    <a:cubicBezTo>
                      <a:pt x="706258" y="244471"/>
                      <a:pt x="774088" y="202501"/>
                      <a:pt x="1503869" y="105448"/>
                    </a:cubicBezTo>
                    <a:cubicBezTo>
                      <a:pt x="712253" y="306662"/>
                      <a:pt x="601683" y="418737"/>
                      <a:pt x="0" y="664161"/>
                    </a:cubicBezTo>
                    <a:lnTo>
                      <a:pt x="81411" y="228350"/>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860" name="Oval 280">
                <a:extLst>
                  <a:ext uri="{FF2B5EF4-FFF2-40B4-BE49-F238E27FC236}">
                    <a16:creationId xmlns:a16="http://schemas.microsoft.com/office/drawing/2014/main" id="{6C683055-97D1-A15A-1F5F-9BE7DF9B8596}"/>
                  </a:ext>
                </a:extLst>
              </p:cNvPr>
              <p:cNvSpPr>
                <a:spLocks noChangeArrowheads="1"/>
              </p:cNvSpPr>
              <p:nvPr/>
            </p:nvSpPr>
            <p:spPr bwMode="auto">
              <a:xfrm>
                <a:off x="6588086" y="2335576"/>
                <a:ext cx="1853311" cy="684610"/>
              </a:xfrm>
              <a:prstGeom prst="ellipse">
                <a:avLst/>
              </a:prstGeom>
              <a:solidFill>
                <a:schemeClr val="bg1">
                  <a:lumMod val="95000"/>
                </a:schemeClr>
              </a:solid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61" name="Text Box 276">
                <a:extLst>
                  <a:ext uri="{FF2B5EF4-FFF2-40B4-BE49-F238E27FC236}">
                    <a16:creationId xmlns:a16="http://schemas.microsoft.com/office/drawing/2014/main" id="{6C9E9004-58AD-E0D4-E614-BC02F97F5C49}"/>
                  </a:ext>
                </a:extLst>
              </p:cNvPr>
              <p:cNvSpPr txBox="1">
                <a:spLocks noChangeArrowheads="1"/>
              </p:cNvSpPr>
              <p:nvPr/>
            </p:nvSpPr>
            <p:spPr bwMode="auto">
              <a:xfrm>
                <a:off x="6610120" y="2378207"/>
                <a:ext cx="1795750" cy="46666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کنترل‌کننده / </a:t>
                </a:r>
              </a:p>
              <a:p>
                <a:pPr marL="0" marR="0" lvl="0" indent="0" algn="ctr" defTabSz="914400" rtl="1" eaLnBrk="0" fontAlgn="base" latinLnBrk="0" hangingPunct="0">
                  <a:lnSpc>
                    <a:spcPct val="85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سیستم مدیریتی</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62" name="Group 861">
                <a:extLst>
                  <a:ext uri="{FF2B5EF4-FFF2-40B4-BE49-F238E27FC236}">
                    <a16:creationId xmlns:a16="http://schemas.microsoft.com/office/drawing/2014/main" id="{E4EC7FA9-52CC-B587-6046-24FA50ADFC4C}"/>
                  </a:ext>
                </a:extLst>
              </p:cNvPr>
              <p:cNvGrpSpPr/>
              <p:nvPr/>
            </p:nvGrpSpPr>
            <p:grpSpPr>
              <a:xfrm>
                <a:off x="7972177" y="2226911"/>
                <a:ext cx="897159" cy="395103"/>
                <a:chOff x="7338951" y="1864426"/>
                <a:chExt cx="427511" cy="344384"/>
              </a:xfrm>
            </p:grpSpPr>
            <p:sp>
              <p:nvSpPr>
                <p:cNvPr id="907" name="Can 247">
                  <a:extLst>
                    <a:ext uri="{FF2B5EF4-FFF2-40B4-BE49-F238E27FC236}">
                      <a16:creationId xmlns:a16="http://schemas.microsoft.com/office/drawing/2014/main" id="{4C26ECC5-59A3-2E63-3927-DB6079946402}"/>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1400" b="1" dirty="0">
                    <a:latin typeface="IRANSans(FaNum)" panose="02040503050201020203" pitchFamily="18" charset="-78"/>
                    <a:cs typeface="IRANSans(FaNum)" panose="02040503050201020203" pitchFamily="18" charset="-78"/>
                  </a:endParaRPr>
                </a:p>
              </p:txBody>
            </p:sp>
            <p:sp>
              <p:nvSpPr>
                <p:cNvPr id="908" name="Text Box 305">
                  <a:extLst>
                    <a:ext uri="{FF2B5EF4-FFF2-40B4-BE49-F238E27FC236}">
                      <a16:creationId xmlns:a16="http://schemas.microsoft.com/office/drawing/2014/main" id="{3E937B44-5446-B87C-ADA9-1436A63884F6}"/>
                    </a:ext>
                  </a:extLst>
                </p:cNvPr>
                <p:cNvSpPr txBox="1">
                  <a:spLocks noChangeArrowheads="1"/>
                </p:cNvSpPr>
                <p:nvPr/>
              </p:nvSpPr>
              <p:spPr bwMode="auto">
                <a:xfrm>
                  <a:off x="7372225" y="1964094"/>
                  <a:ext cx="338390" cy="22802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fa-IR" sz="11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1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nvGrpSpPr>
              <p:cNvPr id="863" name="Group 862">
                <a:extLst>
                  <a:ext uri="{FF2B5EF4-FFF2-40B4-BE49-F238E27FC236}">
                    <a16:creationId xmlns:a16="http://schemas.microsoft.com/office/drawing/2014/main" id="{1551949A-7605-726C-EA59-1FF80EB6C39A}"/>
                  </a:ext>
                </a:extLst>
              </p:cNvPr>
              <p:cNvGrpSpPr/>
              <p:nvPr/>
            </p:nvGrpSpPr>
            <p:grpSpPr>
              <a:xfrm>
                <a:off x="9957872" y="3853309"/>
                <a:ext cx="683116" cy="378456"/>
                <a:chOff x="7493876" y="2774731"/>
                <a:chExt cx="1481958" cy="894622"/>
              </a:xfrm>
            </p:grpSpPr>
            <p:sp>
              <p:nvSpPr>
                <p:cNvPr id="900" name="Freeform 240">
                  <a:extLst>
                    <a:ext uri="{FF2B5EF4-FFF2-40B4-BE49-F238E27FC236}">
                      <a16:creationId xmlns:a16="http://schemas.microsoft.com/office/drawing/2014/main" id="{BD710BCD-C6D5-ADDF-4235-4B6CBAB684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sp>
              <p:nvSpPr>
                <p:cNvPr id="901" name="Oval 900">
                  <a:extLst>
                    <a:ext uri="{FF2B5EF4-FFF2-40B4-BE49-F238E27FC236}">
                      <a16:creationId xmlns:a16="http://schemas.microsoft.com/office/drawing/2014/main" id="{FE4D133F-CCB4-8E06-0524-2BCEC7038D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rPr>
                    <a:t>              </a:t>
                  </a:r>
                </a:p>
              </p:txBody>
            </p:sp>
            <p:grpSp>
              <p:nvGrpSpPr>
                <p:cNvPr id="902" name="Group 901">
                  <a:extLst>
                    <a:ext uri="{FF2B5EF4-FFF2-40B4-BE49-F238E27FC236}">
                      <a16:creationId xmlns:a16="http://schemas.microsoft.com/office/drawing/2014/main" id="{90FEEEE6-10F2-1EF4-4530-31E1B1B6D9FF}"/>
                    </a:ext>
                  </a:extLst>
                </p:cNvPr>
                <p:cNvGrpSpPr/>
                <p:nvPr/>
              </p:nvGrpSpPr>
              <p:grpSpPr>
                <a:xfrm>
                  <a:off x="7713663" y="2848339"/>
                  <a:ext cx="1042107" cy="425543"/>
                  <a:chOff x="7786941" y="2884917"/>
                  <a:chExt cx="897649" cy="353919"/>
                </a:xfrm>
              </p:grpSpPr>
              <p:sp>
                <p:nvSpPr>
                  <p:cNvPr id="903" name="Freeform 243">
                    <a:extLst>
                      <a:ext uri="{FF2B5EF4-FFF2-40B4-BE49-F238E27FC236}">
                        <a16:creationId xmlns:a16="http://schemas.microsoft.com/office/drawing/2014/main" id="{E440C3F4-99DF-B2DF-DA4E-F6DEB29F20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04" name="Freeform 244">
                    <a:extLst>
                      <a:ext uri="{FF2B5EF4-FFF2-40B4-BE49-F238E27FC236}">
                        <a16:creationId xmlns:a16="http://schemas.microsoft.com/office/drawing/2014/main" id="{D242E140-CCB4-ED92-368C-F1CAC4EBA28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05" name="Freeform 245">
                    <a:extLst>
                      <a:ext uri="{FF2B5EF4-FFF2-40B4-BE49-F238E27FC236}">
                        <a16:creationId xmlns:a16="http://schemas.microsoft.com/office/drawing/2014/main" id="{0F2D48A5-2055-3356-49D5-E7F921A7EA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sp>
                <p:nvSpPr>
                  <p:cNvPr id="906" name="Freeform 246">
                    <a:extLst>
                      <a:ext uri="{FF2B5EF4-FFF2-40B4-BE49-F238E27FC236}">
                        <a16:creationId xmlns:a16="http://schemas.microsoft.com/office/drawing/2014/main" id="{1AF41F49-B750-AAB1-FC0D-1D7A17ED6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white"/>
                      </a:solidFill>
                      <a:effectLst/>
                      <a:uLnTx/>
                      <a:uFillTx/>
                      <a:latin typeface="IRANSans(FaNum)" panose="02040503050201020203" pitchFamily="18" charset="-78"/>
                      <a:cs typeface="IRANSans(FaNum)" panose="02040503050201020203" pitchFamily="18" charset="-78"/>
                    </a:endParaRPr>
                  </a:p>
                </p:txBody>
              </p:sp>
            </p:grpSp>
          </p:grpSp>
          <p:grpSp>
            <p:nvGrpSpPr>
              <p:cNvPr id="864" name="Group 44">
                <a:extLst>
                  <a:ext uri="{FF2B5EF4-FFF2-40B4-BE49-F238E27FC236}">
                    <a16:creationId xmlns:a16="http://schemas.microsoft.com/office/drawing/2014/main" id="{C58C44E9-0423-D62B-9436-FEB1E630CD20}"/>
                  </a:ext>
                </a:extLst>
              </p:cNvPr>
              <p:cNvGrpSpPr>
                <a:grpSpLocks/>
              </p:cNvGrpSpPr>
              <p:nvPr/>
            </p:nvGrpSpPr>
            <p:grpSpPr bwMode="auto">
              <a:xfrm>
                <a:off x="9438940" y="2593196"/>
                <a:ext cx="903288" cy="727075"/>
                <a:chOff x="-44" y="1473"/>
                <a:chExt cx="981" cy="1105"/>
              </a:xfrm>
            </p:grpSpPr>
            <p:pic>
              <p:nvPicPr>
                <p:cNvPr id="898" name="Picture 45" descr="desktop_computer_stylized_medium">
                  <a:extLst>
                    <a:ext uri="{FF2B5EF4-FFF2-40B4-BE49-F238E27FC236}">
                      <a16:creationId xmlns:a16="http://schemas.microsoft.com/office/drawing/2014/main" id="{A17E973F-7DBA-EE99-09F7-707DF5B7D7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9" name="Freeform 46">
                  <a:extLst>
                    <a:ext uri="{FF2B5EF4-FFF2-40B4-BE49-F238E27FC236}">
                      <a16:creationId xmlns:a16="http://schemas.microsoft.com/office/drawing/2014/main" id="{91785888-7B76-7B52-A6E4-C6C08450D8DC}"/>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nvGrpSpPr>
              <p:cNvPr id="865" name="Group 906">
                <a:extLst>
                  <a:ext uri="{FF2B5EF4-FFF2-40B4-BE49-F238E27FC236}">
                    <a16:creationId xmlns:a16="http://schemas.microsoft.com/office/drawing/2014/main" id="{4A1C4A46-E020-019D-555F-AA2B39E2B469}"/>
                  </a:ext>
                </a:extLst>
              </p:cNvPr>
              <p:cNvGrpSpPr>
                <a:grpSpLocks/>
              </p:cNvGrpSpPr>
              <p:nvPr/>
            </p:nvGrpSpPr>
            <p:grpSpPr bwMode="auto">
              <a:xfrm>
                <a:off x="8550931" y="2782976"/>
                <a:ext cx="469569" cy="865434"/>
                <a:chOff x="4140" y="429"/>
                <a:chExt cx="1425" cy="2396"/>
              </a:xfrm>
            </p:grpSpPr>
            <p:sp>
              <p:nvSpPr>
                <p:cNvPr id="866" name="Freeform 907">
                  <a:extLst>
                    <a:ext uri="{FF2B5EF4-FFF2-40B4-BE49-F238E27FC236}">
                      <a16:creationId xmlns:a16="http://schemas.microsoft.com/office/drawing/2014/main" id="{73B71CAE-FDAE-BCE0-2347-4E84F42393A0}"/>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67" name="Rectangle 908">
                  <a:extLst>
                    <a:ext uri="{FF2B5EF4-FFF2-40B4-BE49-F238E27FC236}">
                      <a16:creationId xmlns:a16="http://schemas.microsoft.com/office/drawing/2014/main" id="{70E0AFCC-09C2-93A0-D352-1F9F50E258E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68" name="Freeform 909">
                  <a:extLst>
                    <a:ext uri="{FF2B5EF4-FFF2-40B4-BE49-F238E27FC236}">
                      <a16:creationId xmlns:a16="http://schemas.microsoft.com/office/drawing/2014/main" id="{8452C05C-2F5A-CCC9-4779-8D1EE4A82EF5}"/>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69" name="Freeform 910">
                  <a:extLst>
                    <a:ext uri="{FF2B5EF4-FFF2-40B4-BE49-F238E27FC236}">
                      <a16:creationId xmlns:a16="http://schemas.microsoft.com/office/drawing/2014/main" id="{643A6F27-487A-705F-DC48-D257D83D0CA2}"/>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70" name="Rectangle 911">
                  <a:extLst>
                    <a:ext uri="{FF2B5EF4-FFF2-40B4-BE49-F238E27FC236}">
                      <a16:creationId xmlns:a16="http://schemas.microsoft.com/office/drawing/2014/main" id="{0FE4E22B-F663-0C9F-E66A-EDBC7795AFAF}"/>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71" name="Group 912">
                  <a:extLst>
                    <a:ext uri="{FF2B5EF4-FFF2-40B4-BE49-F238E27FC236}">
                      <a16:creationId xmlns:a16="http://schemas.microsoft.com/office/drawing/2014/main" id="{CD816A1E-D8EA-5264-94E5-193550DBB9BE}"/>
                    </a:ext>
                  </a:extLst>
                </p:cNvPr>
                <p:cNvGrpSpPr>
                  <a:grpSpLocks/>
                </p:cNvGrpSpPr>
                <p:nvPr/>
              </p:nvGrpSpPr>
              <p:grpSpPr bwMode="auto">
                <a:xfrm>
                  <a:off x="4749" y="668"/>
                  <a:ext cx="581" cy="145"/>
                  <a:chOff x="614" y="2568"/>
                  <a:chExt cx="725" cy="139"/>
                </a:xfrm>
              </p:grpSpPr>
              <p:sp>
                <p:nvSpPr>
                  <p:cNvPr id="896" name="AutoShape 913">
                    <a:extLst>
                      <a:ext uri="{FF2B5EF4-FFF2-40B4-BE49-F238E27FC236}">
                        <a16:creationId xmlns:a16="http://schemas.microsoft.com/office/drawing/2014/main" id="{B2B24DD4-16B4-CFF4-F477-5CE1BD626E36}"/>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97" name="AutoShape 914">
                    <a:extLst>
                      <a:ext uri="{FF2B5EF4-FFF2-40B4-BE49-F238E27FC236}">
                        <a16:creationId xmlns:a16="http://schemas.microsoft.com/office/drawing/2014/main" id="{C35273E9-0730-A3BC-0A16-98340A2C99BF}"/>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72" name="Rectangle 915">
                  <a:extLst>
                    <a:ext uri="{FF2B5EF4-FFF2-40B4-BE49-F238E27FC236}">
                      <a16:creationId xmlns:a16="http://schemas.microsoft.com/office/drawing/2014/main" id="{A069B5DC-EA26-183A-432B-25D1BF7EB3CF}"/>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73" name="Group 916">
                  <a:extLst>
                    <a:ext uri="{FF2B5EF4-FFF2-40B4-BE49-F238E27FC236}">
                      <a16:creationId xmlns:a16="http://schemas.microsoft.com/office/drawing/2014/main" id="{D46F5ABE-59B7-5E31-E2FA-53F2AFDDC772}"/>
                    </a:ext>
                  </a:extLst>
                </p:cNvPr>
                <p:cNvGrpSpPr>
                  <a:grpSpLocks/>
                </p:cNvGrpSpPr>
                <p:nvPr/>
              </p:nvGrpSpPr>
              <p:grpSpPr bwMode="auto">
                <a:xfrm>
                  <a:off x="4747" y="994"/>
                  <a:ext cx="581" cy="134"/>
                  <a:chOff x="614" y="2568"/>
                  <a:chExt cx="725" cy="139"/>
                </a:xfrm>
              </p:grpSpPr>
              <p:sp>
                <p:nvSpPr>
                  <p:cNvPr id="894" name="AutoShape 917">
                    <a:extLst>
                      <a:ext uri="{FF2B5EF4-FFF2-40B4-BE49-F238E27FC236}">
                        <a16:creationId xmlns:a16="http://schemas.microsoft.com/office/drawing/2014/main" id="{353A6EA1-AC1D-B4C6-FA52-DEA6E0275723}"/>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95" name="AutoShape 918">
                    <a:extLst>
                      <a:ext uri="{FF2B5EF4-FFF2-40B4-BE49-F238E27FC236}">
                        <a16:creationId xmlns:a16="http://schemas.microsoft.com/office/drawing/2014/main" id="{07CBCA5E-C4C3-18C5-1B0C-9895FDB3E240}"/>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74" name="Rectangle 919">
                  <a:extLst>
                    <a:ext uri="{FF2B5EF4-FFF2-40B4-BE49-F238E27FC236}">
                      <a16:creationId xmlns:a16="http://schemas.microsoft.com/office/drawing/2014/main" id="{CF2E380C-7154-4DF1-D611-51D990DDD30A}"/>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75" name="Rectangle 920">
                  <a:extLst>
                    <a:ext uri="{FF2B5EF4-FFF2-40B4-BE49-F238E27FC236}">
                      <a16:creationId xmlns:a16="http://schemas.microsoft.com/office/drawing/2014/main" id="{7B32D179-ABDE-304D-23E7-6AE7B11DD9A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76" name="Group 921">
                  <a:extLst>
                    <a:ext uri="{FF2B5EF4-FFF2-40B4-BE49-F238E27FC236}">
                      <a16:creationId xmlns:a16="http://schemas.microsoft.com/office/drawing/2014/main" id="{CA37978D-B3EF-8725-BAA3-6B0CB53F9EF1}"/>
                    </a:ext>
                  </a:extLst>
                </p:cNvPr>
                <p:cNvGrpSpPr>
                  <a:grpSpLocks/>
                </p:cNvGrpSpPr>
                <p:nvPr/>
              </p:nvGrpSpPr>
              <p:grpSpPr bwMode="auto">
                <a:xfrm>
                  <a:off x="4735" y="1627"/>
                  <a:ext cx="582" cy="151"/>
                  <a:chOff x="614" y="2568"/>
                  <a:chExt cx="725" cy="139"/>
                </a:xfrm>
              </p:grpSpPr>
              <p:sp>
                <p:nvSpPr>
                  <p:cNvPr id="892" name="AutoShape 922">
                    <a:extLst>
                      <a:ext uri="{FF2B5EF4-FFF2-40B4-BE49-F238E27FC236}">
                        <a16:creationId xmlns:a16="http://schemas.microsoft.com/office/drawing/2014/main" id="{63F3B617-9988-B57E-D86C-F94D7C6E9C82}"/>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93" name="AutoShape 923">
                    <a:extLst>
                      <a:ext uri="{FF2B5EF4-FFF2-40B4-BE49-F238E27FC236}">
                        <a16:creationId xmlns:a16="http://schemas.microsoft.com/office/drawing/2014/main" id="{92AFC030-3772-65C0-40C1-B97399B6FB66}"/>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77" name="Freeform 924">
                  <a:extLst>
                    <a:ext uri="{FF2B5EF4-FFF2-40B4-BE49-F238E27FC236}">
                      <a16:creationId xmlns:a16="http://schemas.microsoft.com/office/drawing/2014/main" id="{864EB614-1A4C-0213-6D65-DE3DBAE82D8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878" name="Group 925">
                  <a:extLst>
                    <a:ext uri="{FF2B5EF4-FFF2-40B4-BE49-F238E27FC236}">
                      <a16:creationId xmlns:a16="http://schemas.microsoft.com/office/drawing/2014/main" id="{A4CC6D60-29D2-3412-5F3D-9AA3F4F2F13B}"/>
                    </a:ext>
                  </a:extLst>
                </p:cNvPr>
                <p:cNvGrpSpPr>
                  <a:grpSpLocks/>
                </p:cNvGrpSpPr>
                <p:nvPr/>
              </p:nvGrpSpPr>
              <p:grpSpPr bwMode="auto">
                <a:xfrm>
                  <a:off x="4739" y="1327"/>
                  <a:ext cx="582" cy="139"/>
                  <a:chOff x="614" y="2568"/>
                  <a:chExt cx="725" cy="139"/>
                </a:xfrm>
              </p:grpSpPr>
              <p:sp>
                <p:nvSpPr>
                  <p:cNvPr id="890" name="AutoShape 926">
                    <a:extLst>
                      <a:ext uri="{FF2B5EF4-FFF2-40B4-BE49-F238E27FC236}">
                        <a16:creationId xmlns:a16="http://schemas.microsoft.com/office/drawing/2014/main" id="{36E8B8D8-E5AD-C6C2-BFEE-EE7703463E28}"/>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91" name="AutoShape 927">
                    <a:extLst>
                      <a:ext uri="{FF2B5EF4-FFF2-40B4-BE49-F238E27FC236}">
                        <a16:creationId xmlns:a16="http://schemas.microsoft.com/office/drawing/2014/main" id="{2FC2F607-D3E1-E931-902D-A9392EFE0578}"/>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sp>
              <p:nvSpPr>
                <p:cNvPr id="879" name="Rectangle 928">
                  <a:extLst>
                    <a:ext uri="{FF2B5EF4-FFF2-40B4-BE49-F238E27FC236}">
                      <a16:creationId xmlns:a16="http://schemas.microsoft.com/office/drawing/2014/main" id="{A9061A87-A37C-7D3F-6135-CC34F82BD8D3}"/>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0" name="Freeform 929">
                  <a:extLst>
                    <a:ext uri="{FF2B5EF4-FFF2-40B4-BE49-F238E27FC236}">
                      <a16:creationId xmlns:a16="http://schemas.microsoft.com/office/drawing/2014/main" id="{4487B276-9431-DE1D-9026-0146D54BA5EA}"/>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1" name="Freeform 930">
                  <a:extLst>
                    <a:ext uri="{FF2B5EF4-FFF2-40B4-BE49-F238E27FC236}">
                      <a16:creationId xmlns:a16="http://schemas.microsoft.com/office/drawing/2014/main" id="{E00239E7-E95F-464B-0C04-BC92A3C89AF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2" name="Oval 931">
                  <a:extLst>
                    <a:ext uri="{FF2B5EF4-FFF2-40B4-BE49-F238E27FC236}">
                      <a16:creationId xmlns:a16="http://schemas.microsoft.com/office/drawing/2014/main" id="{4352657A-B1D9-438F-BB22-2B94977610F0}"/>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3" name="Freeform 932">
                  <a:extLst>
                    <a:ext uri="{FF2B5EF4-FFF2-40B4-BE49-F238E27FC236}">
                      <a16:creationId xmlns:a16="http://schemas.microsoft.com/office/drawing/2014/main" id="{C6A883A2-9AF6-D22B-683C-686C17BD951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4" name="AutoShape 933">
                  <a:extLst>
                    <a:ext uri="{FF2B5EF4-FFF2-40B4-BE49-F238E27FC236}">
                      <a16:creationId xmlns:a16="http://schemas.microsoft.com/office/drawing/2014/main" id="{1B31A4E0-344F-A2E4-F731-77F4F8D0DBB0}"/>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5" name="AutoShape 934">
                  <a:extLst>
                    <a:ext uri="{FF2B5EF4-FFF2-40B4-BE49-F238E27FC236}">
                      <a16:creationId xmlns:a16="http://schemas.microsoft.com/office/drawing/2014/main" id="{66E11FE3-F689-5736-5E18-0D452A9DE76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6" name="Oval 935">
                  <a:extLst>
                    <a:ext uri="{FF2B5EF4-FFF2-40B4-BE49-F238E27FC236}">
                      <a16:creationId xmlns:a16="http://schemas.microsoft.com/office/drawing/2014/main" id="{3FB91A1F-22D8-EC46-EB16-01C9C7D612A0}"/>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7" name="Oval 936">
                  <a:extLst>
                    <a:ext uri="{FF2B5EF4-FFF2-40B4-BE49-F238E27FC236}">
                      <a16:creationId xmlns:a16="http://schemas.microsoft.com/office/drawing/2014/main" id="{B3B3868E-269E-437D-7DFE-870BEC9BEBBB}"/>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FF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8" name="Oval 937">
                  <a:extLst>
                    <a:ext uri="{FF2B5EF4-FFF2-40B4-BE49-F238E27FC236}">
                      <a16:creationId xmlns:a16="http://schemas.microsoft.com/office/drawing/2014/main" id="{E00E1635-2DE8-2E64-9CDF-AA2DEF1FE85D}"/>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sp>
              <p:nvSpPr>
                <p:cNvPr id="889" name="Rectangle 938">
                  <a:extLst>
                    <a:ext uri="{FF2B5EF4-FFF2-40B4-BE49-F238E27FC236}">
                      <a16:creationId xmlns:a16="http://schemas.microsoft.com/office/drawing/2014/main" id="{2AB10574-1DD0-3C14-50FC-648F4AAAD50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2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sp>
          <p:nvSpPr>
            <p:cNvPr id="845" name="Text Box 150">
              <a:extLst>
                <a:ext uri="{FF2B5EF4-FFF2-40B4-BE49-F238E27FC236}">
                  <a16:creationId xmlns:a16="http://schemas.microsoft.com/office/drawing/2014/main" id="{B7A3C3A0-3E0B-71C4-0B9F-1F69E06029DE}"/>
                </a:ext>
              </a:extLst>
            </p:cNvPr>
            <p:cNvSpPr txBox="1">
              <a:spLocks noChangeArrowheads="1"/>
            </p:cNvSpPr>
            <p:nvPr/>
          </p:nvSpPr>
          <p:spPr bwMode="auto">
            <a:xfrm>
              <a:off x="8622377" y="6167966"/>
              <a:ext cx="199445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algn="r" rtl="1">
                <a:defRPr/>
              </a:pPr>
              <a:r>
                <a:rPr lang="fa-IR" sz="1400" b="1" dirty="0">
                  <a:solidFill>
                    <a:srgbClr val="000099"/>
                  </a:solidFill>
                  <a:latin typeface="IRANSans(FaNum)" panose="02040503050201020203" pitchFamily="18" charset="-78"/>
                  <a:cs typeface="IRANSans(FaNum)" panose="02040503050201020203" pitchFamily="18" charset="-78"/>
                </a:rPr>
                <a:t>حالت اطلاع‌رسانی (</a:t>
              </a:r>
              <a:r>
                <a:rPr lang="en-US" sz="1400" b="1" dirty="0">
                  <a:solidFill>
                    <a:srgbClr val="000099"/>
                  </a:solidFill>
                  <a:latin typeface="IRANSans(FaNum)" panose="02040503050201020203" pitchFamily="18" charset="-78"/>
                  <a:cs typeface="IRANSans(FaNum)" panose="02040503050201020203" pitchFamily="18" charset="-78"/>
                </a:rPr>
                <a:t>trap</a:t>
              </a:r>
              <a:r>
                <a:rPr lang="fa-IR" sz="1400" b="1" dirty="0">
                  <a:solidFill>
                    <a:srgbClr val="000099"/>
                  </a:solidFill>
                  <a:latin typeface="IRANSans(FaNum)" panose="02040503050201020203" pitchFamily="18" charset="-78"/>
                  <a:cs typeface="IRANSans(FaNum)" panose="02040503050201020203" pitchFamily="18" charset="-78"/>
                </a:rPr>
                <a:t>)</a:t>
              </a:r>
              <a:endParaRPr lang="en-US" sz="1400" b="1" dirty="0">
                <a:solidFill>
                  <a:srgbClr val="000099"/>
                </a:solidFill>
                <a:latin typeface="IRANSans(FaNum)" panose="02040503050201020203" pitchFamily="18" charset="-78"/>
                <a:cs typeface="IRANSans(FaNum)" panose="02040503050201020203" pitchFamily="18" charset="-78"/>
              </a:endParaRPr>
            </a:p>
          </p:txBody>
        </p:sp>
      </p:grpSp>
      <p:grpSp>
        <p:nvGrpSpPr>
          <p:cNvPr id="837" name="Group 836">
            <a:extLst>
              <a:ext uri="{FF2B5EF4-FFF2-40B4-BE49-F238E27FC236}">
                <a16:creationId xmlns:a16="http://schemas.microsoft.com/office/drawing/2014/main" id="{18BDA8D6-289F-A183-0E2F-F0C86705E060}"/>
              </a:ext>
            </a:extLst>
          </p:cNvPr>
          <p:cNvGrpSpPr>
            <a:grpSpLocks/>
          </p:cNvGrpSpPr>
          <p:nvPr/>
        </p:nvGrpSpPr>
        <p:grpSpPr bwMode="auto">
          <a:xfrm>
            <a:off x="6159644" y="2949942"/>
            <a:ext cx="1941140" cy="2088000"/>
            <a:chOff x="8628631" y="675007"/>
            <a:chExt cx="1941140" cy="2088000"/>
          </a:xfrm>
        </p:grpSpPr>
        <p:sp>
          <p:nvSpPr>
            <p:cNvPr id="838" name="Freeform 89">
              <a:extLst>
                <a:ext uri="{FF2B5EF4-FFF2-40B4-BE49-F238E27FC236}">
                  <a16:creationId xmlns:a16="http://schemas.microsoft.com/office/drawing/2014/main" id="{DDD6010A-058C-4527-455F-CB4ABE592850}"/>
                </a:ext>
              </a:extLst>
            </p:cNvPr>
            <p:cNvSpPr>
              <a:spLocks/>
            </p:cNvSpPr>
            <p:nvPr/>
          </p:nvSpPr>
          <p:spPr bwMode="auto">
            <a:xfrm>
              <a:off x="10266475" y="675007"/>
              <a:ext cx="124388" cy="208800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C00000"/>
              </a:solidFill>
              <a:round/>
              <a:headEnd type="triangle" w="med" len="med"/>
              <a:tailEnd type="non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r" rtl="1">
                <a:defRPr/>
              </a:pPr>
              <a:endParaRPr lang="en-US" sz="1400" b="1" dirty="0">
                <a:latin typeface="IRANSans(FaNum)" panose="02040503050201020203" pitchFamily="18" charset="-78"/>
                <a:cs typeface="IRANSans(FaNum)" panose="02040503050201020203" pitchFamily="18" charset="-78"/>
              </a:endParaRPr>
            </a:p>
          </p:txBody>
        </p:sp>
        <p:sp>
          <p:nvSpPr>
            <p:cNvPr id="839" name="Rectangle 91">
              <a:extLst>
                <a:ext uri="{FF2B5EF4-FFF2-40B4-BE49-F238E27FC236}">
                  <a16:creationId xmlns:a16="http://schemas.microsoft.com/office/drawing/2014/main" id="{0C3EF49F-AE2E-4C30-8473-C919845BFD76}"/>
                </a:ext>
              </a:extLst>
            </p:cNvPr>
            <p:cNvSpPr>
              <a:spLocks noChangeArrowheads="1"/>
            </p:cNvSpPr>
            <p:nvPr/>
          </p:nvSpPr>
          <p:spPr bwMode="auto">
            <a:xfrm>
              <a:off x="8749995" y="2111739"/>
              <a:ext cx="1752194" cy="324000"/>
            </a:xfrm>
            <a:prstGeom prst="rect">
              <a:avLst/>
            </a:prstGeom>
            <a:solidFill>
              <a:srgbClr val="FFFFFF"/>
            </a:solidFill>
            <a:ln w="19050">
              <a:solidFill>
                <a:schemeClr val="tx1">
                  <a:lumMod val="50000"/>
                  <a:lumOff val="50000"/>
                </a:schemeClr>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r" rtl="1">
                <a:defRPr/>
              </a:pPr>
              <a:endParaRPr lang="en-US" sz="1400" b="1" dirty="0">
                <a:latin typeface="IRANSans(FaNum)" panose="02040503050201020203" pitchFamily="18" charset="-78"/>
                <a:cs typeface="IRANSans(FaNum)" panose="02040503050201020203" pitchFamily="18" charset="-78"/>
              </a:endParaRPr>
            </a:p>
          </p:txBody>
        </p:sp>
        <p:sp>
          <p:nvSpPr>
            <p:cNvPr id="840" name="Text Box 92">
              <a:extLst>
                <a:ext uri="{FF2B5EF4-FFF2-40B4-BE49-F238E27FC236}">
                  <a16:creationId xmlns:a16="http://schemas.microsoft.com/office/drawing/2014/main" id="{B4D5D963-03F8-14BB-59CC-9BD803A7CB81}"/>
                </a:ext>
              </a:extLst>
            </p:cNvPr>
            <p:cNvSpPr txBox="1">
              <a:spLocks noChangeArrowheads="1"/>
            </p:cNvSpPr>
            <p:nvPr/>
          </p:nvSpPr>
          <p:spPr bwMode="auto">
            <a:xfrm>
              <a:off x="8628631" y="2119209"/>
              <a:ext cx="1941140"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algn="r" rtl="1">
                <a:spcBef>
                  <a:spcPct val="50000"/>
                </a:spcBef>
                <a:defRPr/>
              </a:pPr>
              <a:r>
                <a:rPr lang="fa-IR" sz="1400" b="1" dirty="0">
                  <a:solidFill>
                    <a:srgbClr val="CC0000"/>
                  </a:solidFill>
                  <a:latin typeface="IRANSans(FaNum)" panose="02040503050201020203" pitchFamily="18" charset="-78"/>
                  <a:cs typeface="IRANSans(FaNum)" panose="02040503050201020203" pitchFamily="18" charset="-78"/>
                </a:rPr>
                <a:t>پیام اطلاع‌رسانی (</a:t>
              </a:r>
              <a:r>
                <a:rPr lang="en-US" sz="1400" b="1" dirty="0">
                  <a:solidFill>
                    <a:srgbClr val="CC0000"/>
                  </a:solidFill>
                  <a:latin typeface="IRANSans(FaNum)" panose="02040503050201020203" pitchFamily="18" charset="-78"/>
                  <a:cs typeface="IRANSans(FaNum)" panose="02040503050201020203" pitchFamily="18" charset="-78"/>
                </a:rPr>
                <a:t>trap</a:t>
              </a:r>
              <a:r>
                <a:rPr lang="fa-IR" sz="1400" b="1" dirty="0">
                  <a:solidFill>
                    <a:srgbClr val="CC0000"/>
                  </a:solidFill>
                  <a:latin typeface="IRANSans(FaNum)" panose="02040503050201020203" pitchFamily="18" charset="-78"/>
                  <a:cs typeface="IRANSans(FaNum)" panose="02040503050201020203" pitchFamily="18" charset="-78"/>
                </a:rPr>
                <a:t>)</a:t>
              </a:r>
              <a:endParaRPr lang="en-US" sz="1400" b="1" dirty="0">
                <a:solidFill>
                  <a:srgbClr val="CC0000"/>
                </a:solidFill>
                <a:latin typeface="IRANSans(FaNum)" panose="02040503050201020203" pitchFamily="18" charset="-78"/>
                <a:cs typeface="IRANSans(FaNum)" panose="02040503050201020203" pitchFamily="18" charset="-78"/>
              </a:endParaRPr>
            </a:p>
          </p:txBody>
        </p:sp>
      </p:grpSp>
    </p:spTree>
    <p:extLst>
      <p:ext uri="{BB962C8B-B14F-4D97-AF65-F5344CB8AC3E}">
        <p14:creationId xmlns:p14="http://schemas.microsoft.com/office/powerpoint/2010/main" val="2891874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841"/>
                                        </p:tgtEl>
                                        <p:attrNameLst>
                                          <p:attrName>style.visibility</p:attrName>
                                        </p:attrNameLst>
                                      </p:cBhvr>
                                      <p:to>
                                        <p:strVal val="visible"/>
                                      </p:to>
                                    </p:set>
                                    <p:animEffect transition="in" filter="fade">
                                      <p:cBhvr>
                                        <p:cTn id="19" dur="1000"/>
                                        <p:tgtEl>
                                          <p:spTgt spid="841"/>
                                        </p:tgtEl>
                                      </p:cBhvr>
                                    </p:animEffect>
                                    <p:anim calcmode="lin" valueType="num">
                                      <p:cBhvr>
                                        <p:cTn id="20" dur="1000" fill="hold"/>
                                        <p:tgtEl>
                                          <p:spTgt spid="841"/>
                                        </p:tgtEl>
                                        <p:attrNameLst>
                                          <p:attrName>ppt_x</p:attrName>
                                        </p:attrNameLst>
                                      </p:cBhvr>
                                      <p:tavLst>
                                        <p:tav tm="0">
                                          <p:val>
                                            <p:strVal val="#ppt_x"/>
                                          </p:val>
                                        </p:tav>
                                        <p:tav tm="100000">
                                          <p:val>
                                            <p:strVal val="#ppt_x"/>
                                          </p:val>
                                        </p:tav>
                                      </p:tavLst>
                                    </p:anim>
                                    <p:anim calcmode="lin" valueType="num">
                                      <p:cBhvr>
                                        <p:cTn id="21" dur="1000" fill="hold"/>
                                        <p:tgtEl>
                                          <p:spTgt spid="841"/>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828"/>
                                        </p:tgtEl>
                                        <p:attrNameLst>
                                          <p:attrName>style.visibility</p:attrName>
                                        </p:attrNameLst>
                                      </p:cBhvr>
                                      <p:to>
                                        <p:strVal val="visible"/>
                                      </p:to>
                                    </p:set>
                                    <p:animEffect transition="in" filter="wipe(up)">
                                      <p:cBhvr>
                                        <p:cTn id="26" dur="500"/>
                                        <p:tgtEl>
                                          <p:spTgt spid="828"/>
                                        </p:tgtEl>
                                      </p:cBhvr>
                                    </p:animEffect>
                                  </p:childTnLst>
                                </p:cTn>
                              </p:par>
                            </p:childTnLst>
                          </p:cTn>
                        </p:par>
                        <p:par>
                          <p:cTn id="27" fill="hold">
                            <p:stCondLst>
                              <p:cond delay="500"/>
                            </p:stCondLst>
                            <p:childTnLst>
                              <p:par>
                                <p:cTn id="28" presetID="22" presetClass="entr" presetSubtype="4" fill="hold" nodeType="afterEffect">
                                  <p:stCondLst>
                                    <p:cond delay="0"/>
                                  </p:stCondLst>
                                  <p:childTnLst>
                                    <p:set>
                                      <p:cBhvr>
                                        <p:cTn id="29" dur="1" fill="hold">
                                          <p:stCondLst>
                                            <p:cond delay="0"/>
                                          </p:stCondLst>
                                        </p:cTn>
                                        <p:tgtEl>
                                          <p:spTgt spid="833"/>
                                        </p:tgtEl>
                                        <p:attrNameLst>
                                          <p:attrName>style.visibility</p:attrName>
                                        </p:attrNameLst>
                                      </p:cBhvr>
                                      <p:to>
                                        <p:strVal val="visible"/>
                                      </p:to>
                                    </p:set>
                                    <p:animEffect transition="in" filter="wipe(down)">
                                      <p:cBhvr>
                                        <p:cTn id="30" dur="500"/>
                                        <p:tgtEl>
                                          <p:spTgt spid="833"/>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843"/>
                                        </p:tgtEl>
                                        <p:attrNameLst>
                                          <p:attrName>style.visibility</p:attrName>
                                        </p:attrNameLst>
                                      </p:cBhvr>
                                      <p:to>
                                        <p:strVal val="visible"/>
                                      </p:to>
                                    </p:set>
                                    <p:animEffect transition="in" filter="dissolve">
                                      <p:cBhvr>
                                        <p:cTn id="35" dur="500"/>
                                        <p:tgtEl>
                                          <p:spTgt spid="843"/>
                                        </p:tgtEl>
                                      </p:cBhvr>
                                    </p:animEffect>
                                  </p:childTnLst>
                                </p:cTn>
                              </p:par>
                            </p:childTnLst>
                          </p:cTn>
                        </p:par>
                        <p:par>
                          <p:cTn id="36" fill="hold">
                            <p:stCondLst>
                              <p:cond delay="500"/>
                            </p:stCondLst>
                            <p:childTnLst>
                              <p:par>
                                <p:cTn id="37" presetID="22" presetClass="entr" presetSubtype="4" fill="hold" nodeType="afterEffect">
                                  <p:stCondLst>
                                    <p:cond delay="0"/>
                                  </p:stCondLst>
                                  <p:childTnLst>
                                    <p:set>
                                      <p:cBhvr>
                                        <p:cTn id="38" dur="1" fill="hold">
                                          <p:stCondLst>
                                            <p:cond delay="0"/>
                                          </p:stCondLst>
                                        </p:cTn>
                                        <p:tgtEl>
                                          <p:spTgt spid="837"/>
                                        </p:tgtEl>
                                        <p:attrNameLst>
                                          <p:attrName>style.visibility</p:attrName>
                                        </p:attrNameLst>
                                      </p:cBhvr>
                                      <p:to>
                                        <p:strVal val="visible"/>
                                      </p:to>
                                    </p:set>
                                    <p:animEffect transition="in" filter="wipe(down)">
                                      <p:cBhvr>
                                        <p:cTn id="39" dur="500"/>
                                        <p:tgtEl>
                                          <p:spTgt spid="8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841"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SNMP</a:t>
            </a:r>
            <a:r>
              <a:rPr lang="fa-IR" sz="2400" b="1" dirty="0">
                <a:solidFill>
                  <a:srgbClr val="0000FF"/>
                </a:solidFill>
                <a:latin typeface="IRANSans(FaNum)" panose="02040503050201020203" pitchFamily="18" charset="-78"/>
                <a:cs typeface="IRANSans(FaNum)" panose="02040503050201020203" pitchFamily="18" charset="-78"/>
              </a:rPr>
              <a:t>: انواع پیام‌ها</a:t>
            </a:r>
          </a:p>
        </p:txBody>
      </p:sp>
      <p:graphicFrame>
        <p:nvGraphicFramePr>
          <p:cNvPr id="8" name="Table 7">
            <a:extLst>
              <a:ext uri="{FF2B5EF4-FFF2-40B4-BE49-F238E27FC236}">
                <a16:creationId xmlns:a16="http://schemas.microsoft.com/office/drawing/2014/main" id="{CCAA834E-F9EC-D12F-33E8-E575C185D07D}"/>
              </a:ext>
            </a:extLst>
          </p:cNvPr>
          <p:cNvGraphicFramePr>
            <a:graphicFrameLocks noGrp="1"/>
          </p:cNvGraphicFramePr>
          <p:nvPr/>
        </p:nvGraphicFramePr>
        <p:xfrm>
          <a:off x="2032000" y="1894086"/>
          <a:ext cx="8128000" cy="4453895"/>
        </p:xfrm>
        <a:graphic>
          <a:graphicData uri="http://schemas.openxmlformats.org/drawingml/2006/table">
            <a:tbl>
              <a:tblPr firstRow="1" bandRow="1">
                <a:tableStyleId>{5C22544A-7EE6-4342-B048-85BDC9FD1C3A}</a:tableStyleId>
              </a:tblPr>
              <a:tblGrid>
                <a:gridCol w="5468457">
                  <a:extLst>
                    <a:ext uri="{9D8B030D-6E8A-4147-A177-3AD203B41FA5}">
                      <a16:colId xmlns:a16="http://schemas.microsoft.com/office/drawing/2014/main" val="1522337005"/>
                    </a:ext>
                  </a:extLst>
                </a:gridCol>
                <a:gridCol w="2659543">
                  <a:extLst>
                    <a:ext uri="{9D8B030D-6E8A-4147-A177-3AD203B41FA5}">
                      <a16:colId xmlns:a16="http://schemas.microsoft.com/office/drawing/2014/main" val="3703760452"/>
                    </a:ext>
                  </a:extLst>
                </a:gridCol>
              </a:tblGrid>
              <a:tr h="521975">
                <a:tc>
                  <a:txBody>
                    <a:bodyPr/>
                    <a:lstStyle/>
                    <a:p>
                      <a:pPr algn="ctr" rtl="1"/>
                      <a:r>
                        <a:rPr lang="fa-IR" dirty="0">
                          <a:solidFill>
                            <a:srgbClr val="0000C8"/>
                          </a:solidFill>
                          <a:latin typeface="IRANSans(FaNum)" panose="02040503050201020203" pitchFamily="18" charset="-78"/>
                          <a:cs typeface="IRANSans(FaNum)" panose="02040503050201020203" pitchFamily="18" charset="-78"/>
                        </a:rPr>
                        <a:t>کارکرد</a:t>
                      </a:r>
                      <a:endParaRPr lang="en-US"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rtl="1"/>
                      <a:r>
                        <a:rPr lang="fa-IR" dirty="0">
                          <a:solidFill>
                            <a:srgbClr val="0000C8"/>
                          </a:solidFill>
                          <a:latin typeface="IRANSans(FaNum)" panose="02040503050201020203" pitchFamily="18" charset="-78"/>
                          <a:cs typeface="IRANSans(FaNum)" panose="02040503050201020203" pitchFamily="18" charset="-78"/>
                        </a:rPr>
                        <a:t>نوع پیام</a:t>
                      </a:r>
                      <a:endParaRPr lang="en-US"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2136241329"/>
                  </a:ext>
                </a:extLst>
              </a:tr>
              <a:tr h="773840">
                <a:tc>
                  <a:txBody>
                    <a:bodyPr/>
                    <a:lstStyle/>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از مدیر به عامل:</a:t>
                      </a:r>
                    </a:p>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درخواست دریافت اطلاعات مدیریتی</a:t>
                      </a:r>
                    </a:p>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(یک نمونه، داده بعدی در لیست، یک حجم از داده‌ها)</a:t>
                      </a:r>
                      <a:endParaRPr lang="en-US" b="1"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1">
                        <a:lnSpc>
                          <a:spcPct val="150000"/>
                        </a:lnSpc>
                        <a:defRPr/>
                      </a:pPr>
                      <a:r>
                        <a:rPr lang="en-US" sz="1800" b="1" dirty="0" err="1">
                          <a:solidFill>
                            <a:srgbClr val="C00000"/>
                          </a:solidFill>
                          <a:latin typeface="IRANSans(FaNum)" panose="02040503050201020203" pitchFamily="18" charset="-78"/>
                          <a:cs typeface="IRANSans(FaNum)" panose="02040503050201020203" pitchFamily="18" charset="-78"/>
                        </a:rPr>
                        <a:t>GetRequest</a:t>
                      </a:r>
                      <a:endParaRPr lang="en-US" sz="1800" b="1" dirty="0">
                        <a:solidFill>
                          <a:srgbClr val="C00000"/>
                        </a:solidFill>
                        <a:latin typeface="IRANSans(FaNum)" panose="02040503050201020203" pitchFamily="18" charset="-78"/>
                        <a:cs typeface="IRANSans(FaNum)" panose="02040503050201020203" pitchFamily="18" charset="-78"/>
                      </a:endParaRPr>
                    </a:p>
                    <a:p>
                      <a:pPr algn="l" rtl="1">
                        <a:lnSpc>
                          <a:spcPct val="150000"/>
                        </a:lnSpc>
                        <a:defRPr/>
                      </a:pPr>
                      <a:r>
                        <a:rPr lang="en-US" sz="1800" b="1" dirty="0" err="1">
                          <a:solidFill>
                            <a:srgbClr val="C00000"/>
                          </a:solidFill>
                          <a:latin typeface="IRANSans(FaNum)" panose="02040503050201020203" pitchFamily="18" charset="-78"/>
                          <a:cs typeface="IRANSans(FaNum)" panose="02040503050201020203" pitchFamily="18" charset="-78"/>
                        </a:rPr>
                        <a:t>GetNextRequest</a:t>
                      </a:r>
                      <a:endParaRPr lang="en-US" sz="1800" b="1" dirty="0">
                        <a:solidFill>
                          <a:srgbClr val="C00000"/>
                        </a:solidFill>
                        <a:latin typeface="IRANSans(FaNum)" panose="02040503050201020203" pitchFamily="18" charset="-78"/>
                        <a:cs typeface="IRANSans(FaNum)" panose="02040503050201020203" pitchFamily="18" charset="-78"/>
                      </a:endParaRPr>
                    </a:p>
                    <a:p>
                      <a:pPr algn="l" rtl="1">
                        <a:lnSpc>
                          <a:spcPct val="150000"/>
                        </a:lnSpc>
                        <a:defRPr/>
                      </a:pPr>
                      <a:r>
                        <a:rPr lang="en-US" sz="1800" b="1" dirty="0" err="1">
                          <a:solidFill>
                            <a:srgbClr val="C00000"/>
                          </a:solidFill>
                          <a:latin typeface="IRANSans(FaNum)" panose="02040503050201020203" pitchFamily="18" charset="-78"/>
                          <a:cs typeface="IRANSans(FaNum)" panose="02040503050201020203" pitchFamily="18" charset="-78"/>
                        </a:rPr>
                        <a:t>GetBulkRequest</a:t>
                      </a:r>
                      <a:endParaRPr lang="en-US" sz="1800" b="1" dirty="0">
                        <a:solidFill>
                          <a:srgbClr val="C00000"/>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94588348"/>
                  </a:ext>
                </a:extLst>
              </a:tr>
              <a:tr h="577190">
                <a:tc>
                  <a:txBody>
                    <a:bodyPr/>
                    <a:lstStyle/>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از مدیر به عامل:</a:t>
                      </a:r>
                    </a:p>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مقداردهی یک مقدار در </a:t>
                      </a:r>
                      <a:r>
                        <a:rPr lang="en-US" b="1" dirty="0">
                          <a:solidFill>
                            <a:srgbClr val="0000C8"/>
                          </a:solidFill>
                          <a:latin typeface="IRANSans(FaNum)" panose="02040503050201020203" pitchFamily="18" charset="-78"/>
                          <a:cs typeface="IRANSans(FaNum)" panose="02040503050201020203" pitchFamily="18" charset="-78"/>
                        </a:rPr>
                        <a:t>MIB</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1" eaLnBrk="1" fontAlgn="auto" latinLnBrk="0" hangingPunct="1">
                        <a:lnSpc>
                          <a:spcPct val="150000"/>
                        </a:lnSpc>
                        <a:spcBef>
                          <a:spcPts val="0"/>
                        </a:spcBef>
                        <a:spcAft>
                          <a:spcPts val="0"/>
                        </a:spcAft>
                        <a:buClrTx/>
                        <a:buSzTx/>
                        <a:buFontTx/>
                        <a:buNone/>
                        <a:tabLst/>
                        <a:defRPr/>
                      </a:pPr>
                      <a:r>
                        <a:rPr lang="en-US" sz="1800" b="1" dirty="0" err="1">
                          <a:solidFill>
                            <a:srgbClr val="C00000"/>
                          </a:solidFill>
                          <a:latin typeface="IRANSans(FaNum)" panose="02040503050201020203" pitchFamily="18" charset="-78"/>
                          <a:cs typeface="IRANSans(FaNum)" panose="02040503050201020203" pitchFamily="18" charset="-78"/>
                        </a:rPr>
                        <a:t>SetRequest</a:t>
                      </a:r>
                      <a:endParaRPr lang="en-US" sz="1800" b="1" dirty="0">
                        <a:solidFill>
                          <a:srgbClr val="C00000"/>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716150"/>
                  </a:ext>
                </a:extLst>
              </a:tr>
              <a:tr h="584791">
                <a:tc>
                  <a:txBody>
                    <a:bodyPr/>
                    <a:lstStyle/>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از عامل به مدیر:</a:t>
                      </a:r>
                    </a:p>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پاسخ به درخواست</a:t>
                      </a:r>
                      <a:endParaRPr lang="en-US" b="1"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1" eaLnBrk="1" fontAlgn="auto" latinLnBrk="0" hangingPunct="1">
                        <a:lnSpc>
                          <a:spcPct val="150000"/>
                        </a:lnSpc>
                        <a:spcBef>
                          <a:spcPts val="0"/>
                        </a:spcBef>
                        <a:spcAft>
                          <a:spcPts val="0"/>
                        </a:spcAft>
                        <a:buClrTx/>
                        <a:buSzTx/>
                        <a:buFontTx/>
                        <a:buNone/>
                        <a:tabLst/>
                        <a:defRPr/>
                      </a:pPr>
                      <a:r>
                        <a:rPr lang="en-US" sz="1800" b="1" dirty="0">
                          <a:solidFill>
                            <a:srgbClr val="C00000"/>
                          </a:solidFill>
                          <a:latin typeface="IRANSans(FaNum)" panose="02040503050201020203" pitchFamily="18" charset="-78"/>
                          <a:cs typeface="IRANSans(FaNum)" panose="02040503050201020203" pitchFamily="18" charset="-78"/>
                        </a:rPr>
                        <a:t>Response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1440437"/>
                  </a:ext>
                </a:extLst>
              </a:tr>
              <a:tr h="773840">
                <a:tc>
                  <a:txBody>
                    <a:bodyPr/>
                    <a:lstStyle/>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از عامل به مدیر:</a:t>
                      </a:r>
                    </a:p>
                    <a:p>
                      <a:pPr algn="just" rtl="1">
                        <a:lnSpc>
                          <a:spcPct val="150000"/>
                        </a:lnSpc>
                      </a:pPr>
                      <a:r>
                        <a:rPr lang="fa-IR" b="1" dirty="0">
                          <a:solidFill>
                            <a:srgbClr val="0000C8"/>
                          </a:solidFill>
                          <a:latin typeface="IRANSans(FaNum)" panose="02040503050201020203" pitchFamily="18" charset="-78"/>
                          <a:cs typeface="IRANSans(FaNum)" panose="02040503050201020203" pitchFamily="18" charset="-78"/>
                        </a:rPr>
                        <a:t>اطلاع‌رسانی یک رخداد استثناء به مدیر</a:t>
                      </a:r>
                      <a:endParaRPr lang="en-US" b="1" dirty="0">
                        <a:solidFill>
                          <a:srgbClr val="0000C8"/>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1">
                        <a:lnSpc>
                          <a:spcPct val="150000"/>
                        </a:lnSpc>
                      </a:pPr>
                      <a:r>
                        <a:rPr lang="en-US" sz="1800" b="1" dirty="0">
                          <a:solidFill>
                            <a:srgbClr val="C00000"/>
                          </a:solidFill>
                          <a:latin typeface="IRANSans(FaNum)" panose="02040503050201020203" pitchFamily="18" charset="-78"/>
                          <a:cs typeface="IRANSans(FaNum)" panose="02040503050201020203" pitchFamily="18" charset="-78"/>
                        </a:rPr>
                        <a:t>Trap</a:t>
                      </a:r>
                      <a:endParaRPr lang="en-US" b="1" dirty="0">
                        <a:solidFill>
                          <a:srgbClr val="C00000"/>
                        </a:solidFill>
                        <a:latin typeface="IRANSans(FaNum)" panose="02040503050201020203" pitchFamily="18" charset="-78"/>
                        <a:cs typeface="IRANSans(FaNum)" panose="02040503050201020203" pitchFamily="18" charset="-7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8998609"/>
                  </a:ext>
                </a:extLst>
              </a:tr>
            </a:tbl>
          </a:graphicData>
        </a:graphic>
      </p:graphicFrame>
    </p:spTree>
    <p:extLst>
      <p:ext uri="{BB962C8B-B14F-4D97-AF65-F5344CB8AC3E}">
        <p14:creationId xmlns:p14="http://schemas.microsoft.com/office/powerpoint/2010/main" val="385413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Effect transition="in" filter="fade">
                                      <p:cBhvr>
                                        <p:cTn id="2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78</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SNMP</a:t>
            </a:r>
            <a:r>
              <a:rPr lang="fa-IR" sz="2400" b="1" dirty="0">
                <a:solidFill>
                  <a:srgbClr val="0000FF"/>
                </a:solidFill>
                <a:latin typeface="IRANSans(FaNum)" panose="02040503050201020203" pitchFamily="18" charset="-78"/>
                <a:cs typeface="IRANSans(FaNum)" panose="02040503050201020203" pitchFamily="18" charset="-78"/>
              </a:rPr>
              <a:t>: فرمت پیام‌ها</a:t>
            </a:r>
          </a:p>
        </p:txBody>
      </p:sp>
      <p:sp>
        <p:nvSpPr>
          <p:cNvPr id="8" name="Rectangle 1">
            <a:extLst>
              <a:ext uri="{FF2B5EF4-FFF2-40B4-BE49-F238E27FC236}">
                <a16:creationId xmlns:a16="http://schemas.microsoft.com/office/drawing/2014/main" id="{01504445-09A0-9167-267D-FD5C52D4CD18}"/>
              </a:ext>
            </a:extLst>
          </p:cNvPr>
          <p:cNvSpPr>
            <a:spLocks noChangeArrowheads="1"/>
          </p:cNvSpPr>
          <p:nvPr/>
        </p:nvSpPr>
        <p:spPr bwMode="auto">
          <a:xfrm>
            <a:off x="3831485" y="2375141"/>
            <a:ext cx="6943725" cy="1004888"/>
          </a:xfrm>
          <a:prstGeom prst="rect">
            <a:avLst/>
          </a:prstGeom>
          <a:solidFill>
            <a:schemeClr val="accent1">
              <a:lumMod val="75000"/>
            </a:schemeClr>
          </a:solidFill>
          <a:ln w="9525">
            <a:solidFill>
              <a:schemeClr val="bg1"/>
            </a:solidFill>
            <a:round/>
            <a:headEnd/>
            <a:tailEnd/>
          </a:ln>
        </p:spPr>
        <p:txBody>
          <a:bodyPr wrap="none"/>
          <a:lstStyle/>
          <a:p>
            <a:endParaRPr lang="en-US" dirty="0"/>
          </a:p>
        </p:txBody>
      </p:sp>
      <p:cxnSp>
        <p:nvCxnSpPr>
          <p:cNvPr id="11" name="Straight Connector 3">
            <a:extLst>
              <a:ext uri="{FF2B5EF4-FFF2-40B4-BE49-F238E27FC236}">
                <a16:creationId xmlns:a16="http://schemas.microsoft.com/office/drawing/2014/main" id="{BDEA0ECD-4CD7-6F05-72BE-04866DFEF6F2}"/>
              </a:ext>
            </a:extLst>
          </p:cNvPr>
          <p:cNvCxnSpPr>
            <a:cxnSpLocks noChangeShapeType="1"/>
          </p:cNvCxnSpPr>
          <p:nvPr/>
        </p:nvCxnSpPr>
        <p:spPr bwMode="auto">
          <a:xfrm>
            <a:off x="4749060" y="2379904"/>
            <a:ext cx="0" cy="1020762"/>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2" name="TextBox 39">
            <a:extLst>
              <a:ext uri="{FF2B5EF4-FFF2-40B4-BE49-F238E27FC236}">
                <a16:creationId xmlns:a16="http://schemas.microsoft.com/office/drawing/2014/main" id="{40D9B70F-2C0F-00D7-499A-647B111B0681}"/>
              </a:ext>
            </a:extLst>
          </p:cNvPr>
          <p:cNvSpPr txBox="1">
            <a:spLocks noChangeArrowheads="1"/>
          </p:cNvSpPr>
          <p:nvPr/>
        </p:nvSpPr>
        <p:spPr bwMode="auto">
          <a:xfrm>
            <a:off x="10278322" y="2733916"/>
            <a:ext cx="496888" cy="2619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a:lnSpc>
                <a:spcPts val="1200"/>
              </a:lnSpc>
            </a:pPr>
            <a:r>
              <a:rPr lang="en-US" sz="1600" i="1" dirty="0">
                <a:solidFill>
                  <a:schemeClr val="bg1"/>
                </a:solidFill>
                <a:latin typeface="Arial" charset="0"/>
                <a:cs typeface="Arial" charset="0"/>
              </a:rPr>
              <a:t>….</a:t>
            </a:r>
          </a:p>
        </p:txBody>
      </p:sp>
      <p:sp>
        <p:nvSpPr>
          <p:cNvPr id="13" name="TextBox 40">
            <a:extLst>
              <a:ext uri="{FF2B5EF4-FFF2-40B4-BE49-F238E27FC236}">
                <a16:creationId xmlns:a16="http://schemas.microsoft.com/office/drawing/2014/main" id="{AA6CC28B-C6CE-1AB0-F7F4-1799A1C0AC0E}"/>
              </a:ext>
            </a:extLst>
          </p:cNvPr>
          <p:cNvSpPr txBox="1">
            <a:spLocks noChangeArrowheads="1"/>
          </p:cNvSpPr>
          <p:nvPr/>
        </p:nvSpPr>
        <p:spPr bwMode="auto">
          <a:xfrm>
            <a:off x="4044210" y="2402129"/>
            <a:ext cx="584200" cy="9239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PDU</a:t>
            </a:r>
          </a:p>
          <a:p>
            <a:r>
              <a:rPr lang="en-US" sz="1800" dirty="0">
                <a:solidFill>
                  <a:schemeClr val="bg1"/>
                </a:solidFill>
                <a:latin typeface="Arial Narrow" charset="0"/>
                <a:cs typeface="Arial Narrow" charset="0"/>
              </a:rPr>
              <a:t>type</a:t>
            </a:r>
          </a:p>
          <a:p>
            <a:r>
              <a:rPr lang="en-US" sz="1800" dirty="0">
                <a:solidFill>
                  <a:schemeClr val="bg1"/>
                </a:solidFill>
                <a:latin typeface="Arial Narrow" charset="0"/>
                <a:cs typeface="Arial Narrow" charset="0"/>
              </a:rPr>
              <a:t>(0-3)</a:t>
            </a:r>
          </a:p>
        </p:txBody>
      </p:sp>
      <p:cxnSp>
        <p:nvCxnSpPr>
          <p:cNvPr id="14" name="Straight Connector 3">
            <a:extLst>
              <a:ext uri="{FF2B5EF4-FFF2-40B4-BE49-F238E27FC236}">
                <a16:creationId xmlns:a16="http://schemas.microsoft.com/office/drawing/2014/main" id="{82591157-881F-4313-CF1C-EEBB8E8EB430}"/>
              </a:ext>
            </a:extLst>
          </p:cNvPr>
          <p:cNvCxnSpPr>
            <a:cxnSpLocks noChangeShapeType="1"/>
          </p:cNvCxnSpPr>
          <p:nvPr/>
        </p:nvCxnSpPr>
        <p:spPr bwMode="auto">
          <a:xfrm>
            <a:off x="5642822" y="2367204"/>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5" name="Straight Connector 3">
            <a:extLst>
              <a:ext uri="{FF2B5EF4-FFF2-40B4-BE49-F238E27FC236}">
                <a16:creationId xmlns:a16="http://schemas.microsoft.com/office/drawing/2014/main" id="{6711CF69-460F-071B-25DD-27E761ECF0D1}"/>
              </a:ext>
            </a:extLst>
          </p:cNvPr>
          <p:cNvCxnSpPr>
            <a:cxnSpLocks noChangeShapeType="1"/>
          </p:cNvCxnSpPr>
          <p:nvPr/>
        </p:nvCxnSpPr>
        <p:spPr bwMode="auto">
          <a:xfrm>
            <a:off x="6536585" y="2359266"/>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6" name="Straight Connector 3">
            <a:extLst>
              <a:ext uri="{FF2B5EF4-FFF2-40B4-BE49-F238E27FC236}">
                <a16:creationId xmlns:a16="http://schemas.microsoft.com/office/drawing/2014/main" id="{E699B46D-DA6A-EF4D-8A9E-901AE00A0194}"/>
              </a:ext>
            </a:extLst>
          </p:cNvPr>
          <p:cNvCxnSpPr>
            <a:cxnSpLocks noChangeShapeType="1"/>
          </p:cNvCxnSpPr>
          <p:nvPr/>
        </p:nvCxnSpPr>
        <p:spPr bwMode="auto">
          <a:xfrm>
            <a:off x="7438285" y="2381491"/>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7" name="Straight Connector 3">
            <a:extLst>
              <a:ext uri="{FF2B5EF4-FFF2-40B4-BE49-F238E27FC236}">
                <a16:creationId xmlns:a16="http://schemas.microsoft.com/office/drawing/2014/main" id="{4A73477D-5965-E263-7B75-EEDCA8BA02A6}"/>
              </a:ext>
            </a:extLst>
          </p:cNvPr>
          <p:cNvCxnSpPr>
            <a:cxnSpLocks noChangeShapeType="1"/>
          </p:cNvCxnSpPr>
          <p:nvPr/>
        </p:nvCxnSpPr>
        <p:spPr bwMode="auto">
          <a:xfrm>
            <a:off x="8147897" y="2373554"/>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8" name="Straight Connector 3">
            <a:extLst>
              <a:ext uri="{FF2B5EF4-FFF2-40B4-BE49-F238E27FC236}">
                <a16:creationId xmlns:a16="http://schemas.microsoft.com/office/drawing/2014/main" id="{D5C39A1D-258C-6F73-CAB8-5F7D141C867C}"/>
              </a:ext>
            </a:extLst>
          </p:cNvPr>
          <p:cNvCxnSpPr>
            <a:cxnSpLocks noChangeShapeType="1"/>
          </p:cNvCxnSpPr>
          <p:nvPr/>
        </p:nvCxnSpPr>
        <p:spPr bwMode="auto">
          <a:xfrm>
            <a:off x="8870210" y="2365616"/>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9" name="Straight Connector 3">
            <a:extLst>
              <a:ext uri="{FF2B5EF4-FFF2-40B4-BE49-F238E27FC236}">
                <a16:creationId xmlns:a16="http://schemas.microsoft.com/office/drawing/2014/main" id="{BEAF6C66-7B4B-74BA-A7B7-3EC1BEF768E0}"/>
              </a:ext>
            </a:extLst>
          </p:cNvPr>
          <p:cNvCxnSpPr>
            <a:cxnSpLocks noChangeShapeType="1"/>
          </p:cNvCxnSpPr>
          <p:nvPr/>
        </p:nvCxnSpPr>
        <p:spPr bwMode="auto">
          <a:xfrm>
            <a:off x="9573472" y="2357679"/>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0" name="Straight Connector 3">
            <a:extLst>
              <a:ext uri="{FF2B5EF4-FFF2-40B4-BE49-F238E27FC236}">
                <a16:creationId xmlns:a16="http://schemas.microsoft.com/office/drawing/2014/main" id="{7EAD9047-67EC-0058-8854-7F524E5914CF}"/>
              </a:ext>
            </a:extLst>
          </p:cNvPr>
          <p:cNvCxnSpPr>
            <a:cxnSpLocks noChangeShapeType="1"/>
          </p:cNvCxnSpPr>
          <p:nvPr/>
        </p:nvCxnSpPr>
        <p:spPr bwMode="auto">
          <a:xfrm>
            <a:off x="10295785" y="2384666"/>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1" name="TextBox 40">
            <a:extLst>
              <a:ext uri="{FF2B5EF4-FFF2-40B4-BE49-F238E27FC236}">
                <a16:creationId xmlns:a16="http://schemas.microsoft.com/office/drawing/2014/main" id="{091F7CDB-24D3-813D-2E9C-7FA7A804D3FD}"/>
              </a:ext>
            </a:extLst>
          </p:cNvPr>
          <p:cNvSpPr txBox="1">
            <a:spLocks noChangeArrowheads="1"/>
          </p:cNvSpPr>
          <p:nvPr/>
        </p:nvSpPr>
        <p:spPr bwMode="auto">
          <a:xfrm>
            <a:off x="4750647" y="2549766"/>
            <a:ext cx="889000" cy="646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Request</a:t>
            </a:r>
          </a:p>
          <a:p>
            <a:r>
              <a:rPr lang="en-US" sz="1800" dirty="0">
                <a:solidFill>
                  <a:schemeClr val="bg1"/>
                </a:solidFill>
                <a:latin typeface="Arial Narrow" charset="0"/>
                <a:cs typeface="Arial Narrow" charset="0"/>
              </a:rPr>
              <a:t>ID</a:t>
            </a:r>
          </a:p>
        </p:txBody>
      </p:sp>
      <p:sp>
        <p:nvSpPr>
          <p:cNvPr id="22" name="TextBox 40">
            <a:extLst>
              <a:ext uri="{FF2B5EF4-FFF2-40B4-BE49-F238E27FC236}">
                <a16:creationId xmlns:a16="http://schemas.microsoft.com/office/drawing/2014/main" id="{7B4DC350-5924-F4E5-6D13-CB4B72E02798}"/>
              </a:ext>
            </a:extLst>
          </p:cNvPr>
          <p:cNvSpPr txBox="1">
            <a:spLocks noChangeArrowheads="1"/>
          </p:cNvSpPr>
          <p:nvPr/>
        </p:nvSpPr>
        <p:spPr bwMode="auto">
          <a:xfrm>
            <a:off x="5734897" y="2405304"/>
            <a:ext cx="720725" cy="922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Error</a:t>
            </a:r>
          </a:p>
          <a:p>
            <a:r>
              <a:rPr lang="en-US" sz="1800" dirty="0">
                <a:solidFill>
                  <a:schemeClr val="bg1"/>
                </a:solidFill>
                <a:latin typeface="Arial Narrow" charset="0"/>
                <a:cs typeface="Arial Narrow" charset="0"/>
              </a:rPr>
              <a:t>Status</a:t>
            </a:r>
          </a:p>
          <a:p>
            <a:r>
              <a:rPr lang="en-US" sz="1800" dirty="0">
                <a:solidFill>
                  <a:schemeClr val="bg1"/>
                </a:solidFill>
                <a:latin typeface="Arial Narrow" charset="0"/>
                <a:cs typeface="Arial Narrow" charset="0"/>
              </a:rPr>
              <a:t>(0-5)</a:t>
            </a:r>
          </a:p>
        </p:txBody>
      </p:sp>
      <p:sp>
        <p:nvSpPr>
          <p:cNvPr id="23" name="TextBox 40">
            <a:extLst>
              <a:ext uri="{FF2B5EF4-FFF2-40B4-BE49-F238E27FC236}">
                <a16:creationId xmlns:a16="http://schemas.microsoft.com/office/drawing/2014/main" id="{5C6BBC53-C02B-8D70-8743-6006E4AB2C8E}"/>
              </a:ext>
            </a:extLst>
          </p:cNvPr>
          <p:cNvSpPr txBox="1">
            <a:spLocks noChangeArrowheads="1"/>
          </p:cNvSpPr>
          <p:nvPr/>
        </p:nvSpPr>
        <p:spPr bwMode="auto">
          <a:xfrm>
            <a:off x="6666760" y="2552941"/>
            <a:ext cx="647700" cy="646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Error</a:t>
            </a:r>
          </a:p>
          <a:p>
            <a:r>
              <a:rPr lang="en-US" sz="1800" dirty="0">
                <a:solidFill>
                  <a:schemeClr val="bg1"/>
                </a:solidFill>
                <a:latin typeface="Arial Narrow" charset="0"/>
                <a:cs typeface="Arial Narrow" charset="0"/>
              </a:rPr>
              <a:t>Index</a:t>
            </a:r>
          </a:p>
        </p:txBody>
      </p:sp>
      <p:sp>
        <p:nvSpPr>
          <p:cNvPr id="24" name="TextBox 40">
            <a:extLst>
              <a:ext uri="{FF2B5EF4-FFF2-40B4-BE49-F238E27FC236}">
                <a16:creationId xmlns:a16="http://schemas.microsoft.com/office/drawing/2014/main" id="{8BD145CA-0638-2DBC-5647-9A7C2D0CB17C}"/>
              </a:ext>
            </a:extLst>
          </p:cNvPr>
          <p:cNvSpPr txBox="1">
            <a:spLocks noChangeArrowheads="1"/>
          </p:cNvSpPr>
          <p:nvPr/>
        </p:nvSpPr>
        <p:spPr bwMode="auto">
          <a:xfrm>
            <a:off x="7441460" y="2687879"/>
            <a:ext cx="690562"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Name</a:t>
            </a:r>
          </a:p>
        </p:txBody>
      </p:sp>
      <p:sp>
        <p:nvSpPr>
          <p:cNvPr id="25" name="TextBox 40">
            <a:extLst>
              <a:ext uri="{FF2B5EF4-FFF2-40B4-BE49-F238E27FC236}">
                <a16:creationId xmlns:a16="http://schemas.microsoft.com/office/drawing/2014/main" id="{7D02AE5E-6253-AE75-3E10-817DE3AFE93F}"/>
              </a:ext>
            </a:extLst>
          </p:cNvPr>
          <p:cNvSpPr txBox="1">
            <a:spLocks noChangeArrowheads="1"/>
          </p:cNvSpPr>
          <p:nvPr/>
        </p:nvSpPr>
        <p:spPr bwMode="auto">
          <a:xfrm>
            <a:off x="8181235" y="2697404"/>
            <a:ext cx="655637"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Value</a:t>
            </a:r>
          </a:p>
        </p:txBody>
      </p:sp>
      <p:sp>
        <p:nvSpPr>
          <p:cNvPr id="26" name="TextBox 40">
            <a:extLst>
              <a:ext uri="{FF2B5EF4-FFF2-40B4-BE49-F238E27FC236}">
                <a16:creationId xmlns:a16="http://schemas.microsoft.com/office/drawing/2014/main" id="{38033345-05B0-4667-9CED-47C60F8ADF8D}"/>
              </a:ext>
            </a:extLst>
          </p:cNvPr>
          <p:cNvSpPr txBox="1">
            <a:spLocks noChangeArrowheads="1"/>
          </p:cNvSpPr>
          <p:nvPr/>
        </p:nvSpPr>
        <p:spPr bwMode="auto">
          <a:xfrm>
            <a:off x="8876560" y="2697404"/>
            <a:ext cx="68897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Name</a:t>
            </a:r>
          </a:p>
        </p:txBody>
      </p:sp>
      <p:sp>
        <p:nvSpPr>
          <p:cNvPr id="27" name="TextBox 40">
            <a:extLst>
              <a:ext uri="{FF2B5EF4-FFF2-40B4-BE49-F238E27FC236}">
                <a16:creationId xmlns:a16="http://schemas.microsoft.com/office/drawing/2014/main" id="{0C61B62C-4E62-B7C2-F95D-832966C2276D}"/>
              </a:ext>
            </a:extLst>
          </p:cNvPr>
          <p:cNvSpPr txBox="1">
            <a:spLocks noChangeArrowheads="1"/>
          </p:cNvSpPr>
          <p:nvPr/>
        </p:nvSpPr>
        <p:spPr bwMode="auto">
          <a:xfrm>
            <a:off x="9609985" y="2706929"/>
            <a:ext cx="654050"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Value</a:t>
            </a:r>
          </a:p>
        </p:txBody>
      </p:sp>
      <p:grpSp>
        <p:nvGrpSpPr>
          <p:cNvPr id="60" name="Group 59">
            <a:extLst>
              <a:ext uri="{FF2B5EF4-FFF2-40B4-BE49-F238E27FC236}">
                <a16:creationId xmlns:a16="http://schemas.microsoft.com/office/drawing/2014/main" id="{9AFE37EF-1E9C-5EC3-509F-E8F58857212C}"/>
              </a:ext>
            </a:extLst>
          </p:cNvPr>
          <p:cNvGrpSpPr/>
          <p:nvPr/>
        </p:nvGrpSpPr>
        <p:grpSpPr>
          <a:xfrm>
            <a:off x="4723660" y="1954933"/>
            <a:ext cx="6011862" cy="383696"/>
            <a:chOff x="4723660" y="1954933"/>
            <a:chExt cx="6011862" cy="383696"/>
          </a:xfrm>
        </p:grpSpPr>
        <p:cxnSp>
          <p:nvCxnSpPr>
            <p:cNvPr id="28" name="Straight Connector 27">
              <a:extLst>
                <a:ext uri="{FF2B5EF4-FFF2-40B4-BE49-F238E27FC236}">
                  <a16:creationId xmlns:a16="http://schemas.microsoft.com/office/drawing/2014/main" id="{A5B719D0-A274-8BF4-2997-AA09FE0BDB73}"/>
                </a:ext>
              </a:extLst>
            </p:cNvPr>
            <p:cNvCxnSpPr/>
            <p:nvPr/>
          </p:nvCxnSpPr>
          <p:spPr bwMode="auto">
            <a:xfrm>
              <a:off x="4723660" y="2160829"/>
              <a:ext cx="2709862"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 xmlns:a14="http://schemas.microsoft.com/office/drawing/2010/main">
                  <a:effectLst>
                    <a:outerShdw blurRad="63500" dist="35921" dir="2700000" algn="ctr" rotWithShape="0">
                      <a:schemeClr val="bg2"/>
                    </a:outerShdw>
                  </a:effectLst>
                </a14:hiddenEffects>
              </a:ext>
            </a:extLst>
          </p:spPr>
        </p:cxnSp>
        <p:cxnSp>
          <p:nvCxnSpPr>
            <p:cNvPr id="29" name="Straight Connector 28">
              <a:extLst>
                <a:ext uri="{FF2B5EF4-FFF2-40B4-BE49-F238E27FC236}">
                  <a16:creationId xmlns:a16="http://schemas.microsoft.com/office/drawing/2014/main" id="{6210B27A-33D4-647C-3C96-74F086C7F537}"/>
                </a:ext>
              </a:extLst>
            </p:cNvPr>
            <p:cNvCxnSpPr/>
            <p:nvPr/>
          </p:nvCxnSpPr>
          <p:spPr bwMode="auto">
            <a:xfrm>
              <a:off x="7425585" y="2155438"/>
              <a:ext cx="3309937"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 xmlns:a14="http://schemas.microsoft.com/office/drawing/2010/main">
                  <a:effectLst>
                    <a:outerShdw blurRad="63500" dist="35921" dir="2700000" algn="ctr" rotWithShape="0">
                      <a:schemeClr val="bg2"/>
                    </a:outerShdw>
                  </a:effectLst>
                </a14:hiddenEffects>
              </a:ext>
            </a:extLst>
          </p:spPr>
        </p:cxnSp>
        <p:sp>
          <p:nvSpPr>
            <p:cNvPr id="30" name="TextBox 68612">
              <a:extLst>
                <a:ext uri="{FF2B5EF4-FFF2-40B4-BE49-F238E27FC236}">
                  <a16:creationId xmlns:a16="http://schemas.microsoft.com/office/drawing/2014/main" id="{7F681A0C-C371-3D4E-26A7-83DADE7C0A22}"/>
                </a:ext>
              </a:extLst>
            </p:cNvPr>
            <p:cNvSpPr txBox="1">
              <a:spLocks noChangeArrowheads="1"/>
            </p:cNvSpPr>
            <p:nvPr/>
          </p:nvSpPr>
          <p:spPr bwMode="auto">
            <a:xfrm>
              <a:off x="5293572" y="1968741"/>
              <a:ext cx="1711325" cy="369888"/>
            </a:xfrm>
            <a:prstGeom prst="rect">
              <a:avLst/>
            </a:prstGeom>
            <a:solidFill>
              <a:srgbClr val="FFFFF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latin typeface="Arial" charset="0"/>
                  <a:cs typeface="Arial" charset="0"/>
                </a:rPr>
                <a:t>Get/set header</a:t>
              </a:r>
            </a:p>
          </p:txBody>
        </p:sp>
        <p:sp>
          <p:nvSpPr>
            <p:cNvPr id="31" name="TextBox 85">
              <a:extLst>
                <a:ext uri="{FF2B5EF4-FFF2-40B4-BE49-F238E27FC236}">
                  <a16:creationId xmlns:a16="http://schemas.microsoft.com/office/drawing/2014/main" id="{4C9AD28A-F614-DB56-4925-3F52F7772203}"/>
                </a:ext>
              </a:extLst>
            </p:cNvPr>
            <p:cNvSpPr txBox="1">
              <a:spLocks noChangeArrowheads="1"/>
            </p:cNvSpPr>
            <p:nvPr/>
          </p:nvSpPr>
          <p:spPr bwMode="auto">
            <a:xfrm>
              <a:off x="7997085" y="1954933"/>
              <a:ext cx="2157412" cy="369888"/>
            </a:xfrm>
            <a:prstGeom prst="rect">
              <a:avLst/>
            </a:prstGeom>
            <a:solidFill>
              <a:srgbClr val="FFFFF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latin typeface="Arial" charset="0"/>
                  <a:cs typeface="Arial" charset="0"/>
                </a:rPr>
                <a:t>Variables to get/set</a:t>
              </a:r>
            </a:p>
          </p:txBody>
        </p:sp>
      </p:grpSp>
      <p:grpSp>
        <p:nvGrpSpPr>
          <p:cNvPr id="61" name="Group 60">
            <a:extLst>
              <a:ext uri="{FF2B5EF4-FFF2-40B4-BE49-F238E27FC236}">
                <a16:creationId xmlns:a16="http://schemas.microsoft.com/office/drawing/2014/main" id="{3866B253-0EA9-6BDD-9CAD-17940A8B2EEE}"/>
              </a:ext>
            </a:extLst>
          </p:cNvPr>
          <p:cNvGrpSpPr/>
          <p:nvPr/>
        </p:nvGrpSpPr>
        <p:grpSpPr>
          <a:xfrm>
            <a:off x="3806085" y="5661493"/>
            <a:ext cx="6932612" cy="369887"/>
            <a:chOff x="3806085" y="5661493"/>
            <a:chExt cx="6932612" cy="369887"/>
          </a:xfrm>
        </p:grpSpPr>
        <p:cxnSp>
          <p:nvCxnSpPr>
            <p:cNvPr id="32" name="Straight Connector 31">
              <a:extLst>
                <a:ext uri="{FF2B5EF4-FFF2-40B4-BE49-F238E27FC236}">
                  <a16:creationId xmlns:a16="http://schemas.microsoft.com/office/drawing/2014/main" id="{0669C3BA-38FC-70DA-212D-2A3503A26CE8}"/>
                </a:ext>
              </a:extLst>
            </p:cNvPr>
            <p:cNvCxnSpPr/>
            <p:nvPr/>
          </p:nvCxnSpPr>
          <p:spPr bwMode="auto">
            <a:xfrm>
              <a:off x="3806085" y="5848818"/>
              <a:ext cx="6932612"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 xmlns:a14="http://schemas.microsoft.com/office/drawing/2010/main">
                  <a:effectLst>
                    <a:outerShdw blurRad="63500" dist="35921" dir="2700000" algn="ctr" rotWithShape="0">
                      <a:schemeClr val="bg2"/>
                    </a:outerShdw>
                  </a:effectLst>
                </a14:hiddenEffects>
              </a:ext>
            </a:extLst>
          </p:spPr>
        </p:cxnSp>
        <p:sp>
          <p:nvSpPr>
            <p:cNvPr id="33" name="TextBox 91">
              <a:extLst>
                <a:ext uri="{FF2B5EF4-FFF2-40B4-BE49-F238E27FC236}">
                  <a16:creationId xmlns:a16="http://schemas.microsoft.com/office/drawing/2014/main" id="{C0E81A99-BDE1-07C8-3A40-9114BCF9375F}"/>
                </a:ext>
              </a:extLst>
            </p:cNvPr>
            <p:cNvSpPr txBox="1">
              <a:spLocks noChangeArrowheads="1"/>
            </p:cNvSpPr>
            <p:nvPr/>
          </p:nvSpPr>
          <p:spPr bwMode="auto">
            <a:xfrm>
              <a:off x="6533410" y="5661493"/>
              <a:ext cx="1398587" cy="369887"/>
            </a:xfrm>
            <a:prstGeom prst="rect">
              <a:avLst/>
            </a:prstGeom>
            <a:solidFill>
              <a:srgbClr val="FFFFF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latin typeface="Arial" charset="0"/>
                  <a:cs typeface="Arial" charset="0"/>
                </a:rPr>
                <a:t>SNMP PDU</a:t>
              </a:r>
            </a:p>
          </p:txBody>
        </p:sp>
      </p:grpSp>
      <p:sp>
        <p:nvSpPr>
          <p:cNvPr id="34" name="TextBox 33">
            <a:extLst>
              <a:ext uri="{FF2B5EF4-FFF2-40B4-BE49-F238E27FC236}">
                <a16:creationId xmlns:a16="http://schemas.microsoft.com/office/drawing/2014/main" id="{E0869E29-D1CB-752D-BDA3-5E0460F09CD9}"/>
              </a:ext>
            </a:extLst>
          </p:cNvPr>
          <p:cNvSpPr txBox="1"/>
          <p:nvPr/>
        </p:nvSpPr>
        <p:spPr>
          <a:xfrm>
            <a:off x="1385205" y="2648108"/>
            <a:ext cx="2145138" cy="400110"/>
          </a:xfrm>
          <a:prstGeom prst="rect">
            <a:avLst/>
          </a:prstGeom>
          <a:noFill/>
        </p:spPr>
        <p:txBody>
          <a:bodyPr wrap="none" rtlCol="0">
            <a:spAutoFit/>
          </a:bodyPr>
          <a:lstStyle/>
          <a:p>
            <a:pPr algn="r" rtl="1"/>
            <a:r>
              <a:rPr lang="fa-IR" sz="2000" b="1" dirty="0">
                <a:latin typeface="IRANSans(FaNum)" panose="02040503050201020203" pitchFamily="18" charset="-78"/>
                <a:cs typeface="IRANSans(FaNum)" panose="02040503050201020203" pitchFamily="18" charset="-78"/>
              </a:rPr>
              <a:t>پیام‌های نوع 0 تا 3 </a:t>
            </a:r>
            <a:endParaRPr lang="en-US" sz="2000" b="1" dirty="0">
              <a:latin typeface="IRANSans(FaNum)" panose="02040503050201020203" pitchFamily="18" charset="-78"/>
              <a:cs typeface="IRANSans(FaNum)" panose="02040503050201020203" pitchFamily="18" charset="-78"/>
            </a:endParaRPr>
          </a:p>
        </p:txBody>
      </p:sp>
      <p:grpSp>
        <p:nvGrpSpPr>
          <p:cNvPr id="35" name="Group 34">
            <a:extLst>
              <a:ext uri="{FF2B5EF4-FFF2-40B4-BE49-F238E27FC236}">
                <a16:creationId xmlns:a16="http://schemas.microsoft.com/office/drawing/2014/main" id="{6A7E19BD-8143-257C-9E33-40DEE6A65B34}"/>
              </a:ext>
            </a:extLst>
          </p:cNvPr>
          <p:cNvGrpSpPr/>
          <p:nvPr/>
        </p:nvGrpSpPr>
        <p:grpSpPr>
          <a:xfrm>
            <a:off x="1901660" y="3901367"/>
            <a:ext cx="8837037" cy="1472562"/>
            <a:chOff x="1883396" y="3637230"/>
            <a:chExt cx="8837037" cy="1472562"/>
          </a:xfrm>
        </p:grpSpPr>
        <p:sp>
          <p:nvSpPr>
            <p:cNvPr id="36" name="Rectangle 1">
              <a:extLst>
                <a:ext uri="{FF2B5EF4-FFF2-40B4-BE49-F238E27FC236}">
                  <a16:creationId xmlns:a16="http://schemas.microsoft.com/office/drawing/2014/main" id="{835B61BC-0E15-9B1B-83B6-11D0D2FB2F5A}"/>
                </a:ext>
              </a:extLst>
            </p:cNvPr>
            <p:cNvSpPr>
              <a:spLocks noChangeArrowheads="1"/>
            </p:cNvSpPr>
            <p:nvPr/>
          </p:nvSpPr>
          <p:spPr bwMode="auto">
            <a:xfrm>
              <a:off x="3776708" y="4084267"/>
              <a:ext cx="6943725" cy="1004887"/>
            </a:xfrm>
            <a:prstGeom prst="rect">
              <a:avLst/>
            </a:prstGeom>
            <a:solidFill>
              <a:schemeClr val="accent1">
                <a:lumMod val="75000"/>
              </a:schemeClr>
            </a:solidFill>
            <a:ln w="9525">
              <a:solidFill>
                <a:schemeClr val="bg1"/>
              </a:solidFill>
              <a:round/>
              <a:headEnd/>
              <a:tailEnd/>
            </a:ln>
          </p:spPr>
          <p:txBody>
            <a:bodyPr wrap="none"/>
            <a:lstStyle/>
            <a:p>
              <a:endParaRPr lang="en-US" dirty="0"/>
            </a:p>
          </p:txBody>
        </p:sp>
        <p:cxnSp>
          <p:nvCxnSpPr>
            <p:cNvPr id="37" name="Straight Connector 3">
              <a:extLst>
                <a:ext uri="{FF2B5EF4-FFF2-40B4-BE49-F238E27FC236}">
                  <a16:creationId xmlns:a16="http://schemas.microsoft.com/office/drawing/2014/main" id="{5B4FD4A4-A064-B6C1-7DFE-409104F77811}"/>
                </a:ext>
              </a:extLst>
            </p:cNvPr>
            <p:cNvCxnSpPr>
              <a:cxnSpLocks noChangeShapeType="1"/>
            </p:cNvCxnSpPr>
            <p:nvPr/>
          </p:nvCxnSpPr>
          <p:spPr bwMode="auto">
            <a:xfrm>
              <a:off x="4694283" y="4090617"/>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8" name="TextBox 39">
              <a:extLst>
                <a:ext uri="{FF2B5EF4-FFF2-40B4-BE49-F238E27FC236}">
                  <a16:creationId xmlns:a16="http://schemas.microsoft.com/office/drawing/2014/main" id="{99065D42-F556-9FD2-8239-73A803160C69}"/>
                </a:ext>
              </a:extLst>
            </p:cNvPr>
            <p:cNvSpPr txBox="1">
              <a:spLocks noChangeArrowheads="1"/>
            </p:cNvSpPr>
            <p:nvPr/>
          </p:nvSpPr>
          <p:spPr bwMode="auto">
            <a:xfrm>
              <a:off x="10223546" y="4444629"/>
              <a:ext cx="496887" cy="260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a:lnSpc>
                  <a:spcPts val="1200"/>
                </a:lnSpc>
              </a:pPr>
              <a:r>
                <a:rPr lang="en-US" sz="1600" i="1" dirty="0">
                  <a:solidFill>
                    <a:schemeClr val="bg1"/>
                  </a:solidFill>
                  <a:latin typeface="Arial" charset="0"/>
                  <a:cs typeface="Arial" charset="0"/>
                </a:rPr>
                <a:t>….</a:t>
              </a:r>
            </a:p>
          </p:txBody>
        </p:sp>
        <p:sp>
          <p:nvSpPr>
            <p:cNvPr id="39" name="TextBox 40">
              <a:extLst>
                <a:ext uri="{FF2B5EF4-FFF2-40B4-BE49-F238E27FC236}">
                  <a16:creationId xmlns:a16="http://schemas.microsoft.com/office/drawing/2014/main" id="{91D1ABA0-B9E9-A55A-ABC4-FE1B09979427}"/>
                </a:ext>
              </a:extLst>
            </p:cNvPr>
            <p:cNvSpPr txBox="1">
              <a:spLocks noChangeArrowheads="1"/>
            </p:cNvSpPr>
            <p:nvPr/>
          </p:nvSpPr>
          <p:spPr bwMode="auto">
            <a:xfrm>
              <a:off x="3989433" y="4112842"/>
              <a:ext cx="584200" cy="922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PDU</a:t>
              </a:r>
            </a:p>
            <a:p>
              <a:r>
                <a:rPr lang="en-US" sz="1800" dirty="0">
                  <a:solidFill>
                    <a:schemeClr val="bg1"/>
                  </a:solidFill>
                  <a:latin typeface="Arial Narrow" charset="0"/>
                  <a:cs typeface="Arial Narrow" charset="0"/>
                </a:rPr>
                <a:t>type</a:t>
              </a:r>
            </a:p>
            <a:p>
              <a:r>
                <a:rPr lang="en-US" sz="1800" dirty="0">
                  <a:solidFill>
                    <a:schemeClr val="bg1"/>
                  </a:solidFill>
                  <a:latin typeface="Arial Narrow" charset="0"/>
                  <a:cs typeface="Arial Narrow" charset="0"/>
                </a:rPr>
                <a:t>4</a:t>
              </a:r>
            </a:p>
          </p:txBody>
        </p:sp>
        <p:cxnSp>
          <p:nvCxnSpPr>
            <p:cNvPr id="40" name="Straight Connector 3">
              <a:extLst>
                <a:ext uri="{FF2B5EF4-FFF2-40B4-BE49-F238E27FC236}">
                  <a16:creationId xmlns:a16="http://schemas.microsoft.com/office/drawing/2014/main" id="{73DEB96E-3A7F-856E-9A00-23838CDEA482}"/>
                </a:ext>
              </a:extLst>
            </p:cNvPr>
            <p:cNvCxnSpPr>
              <a:cxnSpLocks noChangeShapeType="1"/>
            </p:cNvCxnSpPr>
            <p:nvPr/>
          </p:nvCxnSpPr>
          <p:spPr bwMode="auto">
            <a:xfrm>
              <a:off x="5588046" y="4076329"/>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1" name="Straight Connector 3">
              <a:extLst>
                <a:ext uri="{FF2B5EF4-FFF2-40B4-BE49-F238E27FC236}">
                  <a16:creationId xmlns:a16="http://schemas.microsoft.com/office/drawing/2014/main" id="{3DAD06B1-E9B3-8D5F-B7EB-FB4DCD810A41}"/>
                </a:ext>
              </a:extLst>
            </p:cNvPr>
            <p:cNvCxnSpPr>
              <a:cxnSpLocks noChangeShapeType="1"/>
            </p:cNvCxnSpPr>
            <p:nvPr/>
          </p:nvCxnSpPr>
          <p:spPr bwMode="auto">
            <a:xfrm>
              <a:off x="6307183" y="4074742"/>
              <a:ext cx="0" cy="1020762"/>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2" name="Straight Connector 3">
              <a:extLst>
                <a:ext uri="{FF2B5EF4-FFF2-40B4-BE49-F238E27FC236}">
                  <a16:creationId xmlns:a16="http://schemas.microsoft.com/office/drawing/2014/main" id="{176CAD0C-BE84-A7A8-C3A1-2AA04DBAD3F2}"/>
                </a:ext>
              </a:extLst>
            </p:cNvPr>
            <p:cNvCxnSpPr>
              <a:cxnSpLocks noChangeShapeType="1"/>
            </p:cNvCxnSpPr>
            <p:nvPr/>
          </p:nvCxnSpPr>
          <p:spPr bwMode="auto">
            <a:xfrm>
              <a:off x="7200946" y="4084267"/>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3" name="Straight Connector 3">
              <a:extLst>
                <a:ext uri="{FF2B5EF4-FFF2-40B4-BE49-F238E27FC236}">
                  <a16:creationId xmlns:a16="http://schemas.microsoft.com/office/drawing/2014/main" id="{707AB839-EE7B-89A0-B368-48196296D3A5}"/>
                </a:ext>
              </a:extLst>
            </p:cNvPr>
            <p:cNvCxnSpPr>
              <a:cxnSpLocks noChangeShapeType="1"/>
            </p:cNvCxnSpPr>
            <p:nvPr/>
          </p:nvCxnSpPr>
          <p:spPr bwMode="auto">
            <a:xfrm>
              <a:off x="8053433" y="4082679"/>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4" name="Straight Connector 3">
              <a:extLst>
                <a:ext uri="{FF2B5EF4-FFF2-40B4-BE49-F238E27FC236}">
                  <a16:creationId xmlns:a16="http://schemas.microsoft.com/office/drawing/2014/main" id="{2DB43151-9294-352A-1327-63F89CA86D36}"/>
                </a:ext>
              </a:extLst>
            </p:cNvPr>
            <p:cNvCxnSpPr>
              <a:cxnSpLocks noChangeShapeType="1"/>
            </p:cNvCxnSpPr>
            <p:nvPr/>
          </p:nvCxnSpPr>
          <p:spPr bwMode="auto">
            <a:xfrm>
              <a:off x="8886871" y="4074742"/>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5" name="Straight Connector 3">
              <a:extLst>
                <a:ext uri="{FF2B5EF4-FFF2-40B4-BE49-F238E27FC236}">
                  <a16:creationId xmlns:a16="http://schemas.microsoft.com/office/drawing/2014/main" id="{C6A176D0-600F-4235-7F13-96D4AE39C027}"/>
                </a:ext>
              </a:extLst>
            </p:cNvPr>
            <p:cNvCxnSpPr>
              <a:cxnSpLocks noChangeShapeType="1"/>
            </p:cNvCxnSpPr>
            <p:nvPr/>
          </p:nvCxnSpPr>
          <p:spPr bwMode="auto">
            <a:xfrm>
              <a:off x="9596483" y="4060454"/>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6" name="Straight Connector 3">
              <a:extLst>
                <a:ext uri="{FF2B5EF4-FFF2-40B4-BE49-F238E27FC236}">
                  <a16:creationId xmlns:a16="http://schemas.microsoft.com/office/drawing/2014/main" id="{3A46E165-D198-A7A3-865A-18A02058FE99}"/>
                </a:ext>
              </a:extLst>
            </p:cNvPr>
            <p:cNvCxnSpPr>
              <a:cxnSpLocks noChangeShapeType="1"/>
            </p:cNvCxnSpPr>
            <p:nvPr/>
          </p:nvCxnSpPr>
          <p:spPr bwMode="auto">
            <a:xfrm>
              <a:off x="10247358" y="4089029"/>
              <a:ext cx="0" cy="1019175"/>
            </a:xfrm>
            <a:prstGeom prst="line">
              <a:avLst/>
            </a:prstGeom>
            <a:noFill/>
            <a:ln w="2540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7" name="TextBox 40">
              <a:extLst>
                <a:ext uri="{FF2B5EF4-FFF2-40B4-BE49-F238E27FC236}">
                  <a16:creationId xmlns:a16="http://schemas.microsoft.com/office/drawing/2014/main" id="{4230BDF6-80BF-97F8-0654-87FBCD6DE5D4}"/>
                </a:ext>
              </a:extLst>
            </p:cNvPr>
            <p:cNvSpPr txBox="1">
              <a:spLocks noChangeArrowheads="1"/>
            </p:cNvSpPr>
            <p:nvPr/>
          </p:nvSpPr>
          <p:spPr bwMode="auto">
            <a:xfrm>
              <a:off x="4662533" y="4395417"/>
              <a:ext cx="954088"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600" dirty="0">
                  <a:solidFill>
                    <a:schemeClr val="bg1"/>
                  </a:solidFill>
                  <a:latin typeface="Arial Narrow" charset="0"/>
                  <a:cs typeface="Arial Narrow" charset="0"/>
                </a:rPr>
                <a:t>Enterprise</a:t>
              </a:r>
            </a:p>
          </p:txBody>
        </p:sp>
        <p:sp>
          <p:nvSpPr>
            <p:cNvPr id="48" name="TextBox 40">
              <a:extLst>
                <a:ext uri="{FF2B5EF4-FFF2-40B4-BE49-F238E27FC236}">
                  <a16:creationId xmlns:a16="http://schemas.microsoft.com/office/drawing/2014/main" id="{356136E9-FB05-0E06-EBE5-919BD3374365}"/>
                </a:ext>
              </a:extLst>
            </p:cNvPr>
            <p:cNvSpPr txBox="1">
              <a:spLocks noChangeArrowheads="1"/>
            </p:cNvSpPr>
            <p:nvPr/>
          </p:nvSpPr>
          <p:spPr bwMode="auto">
            <a:xfrm>
              <a:off x="5622971" y="4270004"/>
              <a:ext cx="679450" cy="646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Agent</a:t>
              </a:r>
            </a:p>
            <a:p>
              <a:r>
                <a:rPr lang="en-US" sz="1800" dirty="0">
                  <a:solidFill>
                    <a:schemeClr val="bg1"/>
                  </a:solidFill>
                  <a:latin typeface="Arial Narrow" charset="0"/>
                  <a:cs typeface="Arial Narrow" charset="0"/>
                </a:rPr>
                <a:t>Addr</a:t>
              </a:r>
            </a:p>
          </p:txBody>
        </p:sp>
        <p:sp>
          <p:nvSpPr>
            <p:cNvPr id="49" name="TextBox 40">
              <a:extLst>
                <a:ext uri="{FF2B5EF4-FFF2-40B4-BE49-F238E27FC236}">
                  <a16:creationId xmlns:a16="http://schemas.microsoft.com/office/drawing/2014/main" id="{BD5B0BEF-572F-F1D9-31F0-857086168BFC}"/>
                </a:ext>
              </a:extLst>
            </p:cNvPr>
            <p:cNvSpPr txBox="1">
              <a:spLocks noChangeArrowheads="1"/>
            </p:cNvSpPr>
            <p:nvPr/>
          </p:nvSpPr>
          <p:spPr bwMode="auto">
            <a:xfrm>
              <a:off x="6437358" y="4133479"/>
              <a:ext cx="595313" cy="922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Trap</a:t>
              </a:r>
            </a:p>
            <a:p>
              <a:r>
                <a:rPr lang="en-US" sz="1800" dirty="0">
                  <a:solidFill>
                    <a:schemeClr val="bg1"/>
                  </a:solidFill>
                  <a:latin typeface="Arial Narrow" charset="0"/>
                  <a:cs typeface="Arial Narrow" charset="0"/>
                </a:rPr>
                <a:t>Type</a:t>
              </a:r>
            </a:p>
            <a:p>
              <a:r>
                <a:rPr lang="en-US" sz="1800" dirty="0">
                  <a:solidFill>
                    <a:schemeClr val="bg1"/>
                  </a:solidFill>
                  <a:latin typeface="Arial Narrow" charset="0"/>
                  <a:cs typeface="Arial Narrow" charset="0"/>
                </a:rPr>
                <a:t>(0-7)</a:t>
              </a:r>
            </a:p>
          </p:txBody>
        </p:sp>
        <p:sp>
          <p:nvSpPr>
            <p:cNvPr id="50" name="TextBox 40">
              <a:extLst>
                <a:ext uri="{FF2B5EF4-FFF2-40B4-BE49-F238E27FC236}">
                  <a16:creationId xmlns:a16="http://schemas.microsoft.com/office/drawing/2014/main" id="{366AB88C-078C-0F5D-E3F2-5CC3D4B337AC}"/>
                </a:ext>
              </a:extLst>
            </p:cNvPr>
            <p:cNvSpPr txBox="1">
              <a:spLocks noChangeArrowheads="1"/>
            </p:cNvSpPr>
            <p:nvPr/>
          </p:nvSpPr>
          <p:spPr bwMode="auto">
            <a:xfrm>
              <a:off x="7204121" y="4274767"/>
              <a:ext cx="84772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Specific</a:t>
              </a:r>
            </a:p>
            <a:p>
              <a:r>
                <a:rPr lang="en-US" sz="1800" dirty="0">
                  <a:solidFill>
                    <a:schemeClr val="bg1"/>
                  </a:solidFill>
                  <a:latin typeface="Arial Narrow" charset="0"/>
                  <a:cs typeface="Arial Narrow" charset="0"/>
                </a:rPr>
                <a:t>code</a:t>
              </a:r>
            </a:p>
          </p:txBody>
        </p:sp>
        <p:sp>
          <p:nvSpPr>
            <p:cNvPr id="51" name="TextBox 40">
              <a:extLst>
                <a:ext uri="{FF2B5EF4-FFF2-40B4-BE49-F238E27FC236}">
                  <a16:creationId xmlns:a16="http://schemas.microsoft.com/office/drawing/2014/main" id="{22259AE5-E23D-652E-2075-4D9020D29C23}"/>
                </a:ext>
              </a:extLst>
            </p:cNvPr>
            <p:cNvSpPr txBox="1">
              <a:spLocks noChangeArrowheads="1"/>
            </p:cNvSpPr>
            <p:nvPr/>
          </p:nvSpPr>
          <p:spPr bwMode="auto">
            <a:xfrm>
              <a:off x="8123283" y="4284292"/>
              <a:ext cx="700088"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Time</a:t>
              </a:r>
            </a:p>
            <a:p>
              <a:r>
                <a:rPr lang="en-US" sz="1800" dirty="0">
                  <a:solidFill>
                    <a:schemeClr val="bg1"/>
                  </a:solidFill>
                  <a:latin typeface="Arial Narrow" charset="0"/>
                  <a:cs typeface="Arial Narrow" charset="0"/>
                </a:rPr>
                <a:t>stamp</a:t>
              </a:r>
            </a:p>
          </p:txBody>
        </p:sp>
        <p:sp>
          <p:nvSpPr>
            <p:cNvPr id="52" name="TextBox 40">
              <a:extLst>
                <a:ext uri="{FF2B5EF4-FFF2-40B4-BE49-F238E27FC236}">
                  <a16:creationId xmlns:a16="http://schemas.microsoft.com/office/drawing/2014/main" id="{7D5FC4AD-E87F-8D2F-BC4B-AF501F27025B}"/>
                </a:ext>
              </a:extLst>
            </p:cNvPr>
            <p:cNvSpPr txBox="1">
              <a:spLocks noChangeArrowheads="1"/>
            </p:cNvSpPr>
            <p:nvPr/>
          </p:nvSpPr>
          <p:spPr bwMode="auto">
            <a:xfrm>
              <a:off x="8905921" y="4408117"/>
              <a:ext cx="688975"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Name</a:t>
              </a:r>
            </a:p>
          </p:txBody>
        </p:sp>
        <p:sp>
          <p:nvSpPr>
            <p:cNvPr id="53" name="TextBox 40">
              <a:extLst>
                <a:ext uri="{FF2B5EF4-FFF2-40B4-BE49-F238E27FC236}">
                  <a16:creationId xmlns:a16="http://schemas.microsoft.com/office/drawing/2014/main" id="{886DBCB1-F6DA-06CC-31FA-8407327D1F82}"/>
                </a:ext>
              </a:extLst>
            </p:cNvPr>
            <p:cNvSpPr txBox="1">
              <a:spLocks noChangeArrowheads="1"/>
            </p:cNvSpPr>
            <p:nvPr/>
          </p:nvSpPr>
          <p:spPr bwMode="auto">
            <a:xfrm>
              <a:off x="9586958" y="4417642"/>
              <a:ext cx="655638"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solidFill>
                    <a:schemeClr val="bg1"/>
                  </a:solidFill>
                  <a:latin typeface="Arial Narrow" charset="0"/>
                  <a:cs typeface="Arial Narrow" charset="0"/>
                </a:rPr>
                <a:t>Value</a:t>
              </a:r>
            </a:p>
          </p:txBody>
        </p:sp>
        <p:cxnSp>
          <p:nvCxnSpPr>
            <p:cNvPr id="54" name="Straight Connector 53">
              <a:extLst>
                <a:ext uri="{FF2B5EF4-FFF2-40B4-BE49-F238E27FC236}">
                  <a16:creationId xmlns:a16="http://schemas.microsoft.com/office/drawing/2014/main" id="{70D106C5-472E-5EE1-7FD1-55D8468E486C}"/>
                </a:ext>
              </a:extLst>
            </p:cNvPr>
            <p:cNvCxnSpPr/>
            <p:nvPr/>
          </p:nvCxnSpPr>
          <p:spPr bwMode="auto">
            <a:xfrm>
              <a:off x="4710158" y="3840430"/>
              <a:ext cx="4170363"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 xmlns:a14="http://schemas.microsoft.com/office/drawing/2010/main">
                  <a:effectLst>
                    <a:outerShdw blurRad="63500" dist="35921" dir="2700000" algn="ctr" rotWithShape="0">
                      <a:schemeClr val="bg2"/>
                    </a:outerShdw>
                  </a:effectLst>
                </a14:hiddenEffects>
              </a:ext>
            </a:extLst>
          </p:spPr>
        </p:cxnSp>
        <p:cxnSp>
          <p:nvCxnSpPr>
            <p:cNvPr id="55" name="Straight Connector 54">
              <a:extLst>
                <a:ext uri="{FF2B5EF4-FFF2-40B4-BE49-F238E27FC236}">
                  <a16:creationId xmlns:a16="http://schemas.microsoft.com/office/drawing/2014/main" id="{0D0F37BD-B7DC-69B2-7D49-8EE23CFAF519}"/>
                </a:ext>
              </a:extLst>
            </p:cNvPr>
            <p:cNvCxnSpPr/>
            <p:nvPr/>
          </p:nvCxnSpPr>
          <p:spPr bwMode="auto">
            <a:xfrm>
              <a:off x="8890046" y="3837255"/>
              <a:ext cx="1817687"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 xmlns:a14="http://schemas.microsoft.com/office/drawing/2010/main">
                  <a:effectLst>
                    <a:outerShdw blurRad="63500" dist="35921" dir="2700000" algn="ctr" rotWithShape="0">
                      <a:schemeClr val="bg2"/>
                    </a:outerShdw>
                  </a:effectLst>
                </a14:hiddenEffects>
              </a:ext>
            </a:extLst>
          </p:spPr>
        </p:cxnSp>
        <p:sp>
          <p:nvSpPr>
            <p:cNvPr id="56" name="TextBox 87">
              <a:extLst>
                <a:ext uri="{FF2B5EF4-FFF2-40B4-BE49-F238E27FC236}">
                  <a16:creationId xmlns:a16="http://schemas.microsoft.com/office/drawing/2014/main" id="{AC3F3CD5-91C0-C58F-B4FC-C0281DB19C2C}"/>
                </a:ext>
              </a:extLst>
            </p:cNvPr>
            <p:cNvSpPr txBox="1">
              <a:spLocks noChangeArrowheads="1"/>
            </p:cNvSpPr>
            <p:nvPr/>
          </p:nvSpPr>
          <p:spPr bwMode="auto">
            <a:xfrm>
              <a:off x="6119858" y="3648342"/>
              <a:ext cx="1433513" cy="368300"/>
            </a:xfrm>
            <a:prstGeom prst="rect">
              <a:avLst/>
            </a:prstGeom>
            <a:solidFill>
              <a:srgbClr val="FFFFF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latin typeface="Arial" charset="0"/>
                  <a:cs typeface="Arial" charset="0"/>
                </a:rPr>
                <a:t>Trap header</a:t>
              </a:r>
            </a:p>
          </p:txBody>
        </p:sp>
        <p:sp>
          <p:nvSpPr>
            <p:cNvPr id="57" name="TextBox 88">
              <a:extLst>
                <a:ext uri="{FF2B5EF4-FFF2-40B4-BE49-F238E27FC236}">
                  <a16:creationId xmlns:a16="http://schemas.microsoft.com/office/drawing/2014/main" id="{593FBD18-B135-6EAE-8587-C9AC7B0B18CB}"/>
                </a:ext>
              </a:extLst>
            </p:cNvPr>
            <p:cNvSpPr txBox="1">
              <a:spLocks noChangeArrowheads="1"/>
            </p:cNvSpPr>
            <p:nvPr/>
          </p:nvSpPr>
          <p:spPr bwMode="auto">
            <a:xfrm>
              <a:off x="9156746" y="3637230"/>
              <a:ext cx="1087437" cy="369887"/>
            </a:xfrm>
            <a:prstGeom prst="rect">
              <a:avLst/>
            </a:prstGeom>
            <a:solidFill>
              <a:srgbClr val="FFFFF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dirty="0">
                  <a:latin typeface="Arial" charset="0"/>
                  <a:cs typeface="Arial" charset="0"/>
                </a:rPr>
                <a:t>Trap info</a:t>
              </a:r>
            </a:p>
          </p:txBody>
        </p:sp>
        <p:sp>
          <p:nvSpPr>
            <p:cNvPr id="58" name="TextBox 57">
              <a:extLst>
                <a:ext uri="{FF2B5EF4-FFF2-40B4-BE49-F238E27FC236}">
                  <a16:creationId xmlns:a16="http://schemas.microsoft.com/office/drawing/2014/main" id="{2DF80082-F7FD-97FD-E06D-0E1D2D7BD923}"/>
                </a:ext>
              </a:extLst>
            </p:cNvPr>
            <p:cNvSpPr txBox="1"/>
            <p:nvPr/>
          </p:nvSpPr>
          <p:spPr>
            <a:xfrm>
              <a:off x="1883396" y="4376056"/>
              <a:ext cx="1292341" cy="400110"/>
            </a:xfrm>
            <a:prstGeom prst="rect">
              <a:avLst/>
            </a:prstGeom>
            <a:noFill/>
          </p:spPr>
          <p:txBody>
            <a:bodyPr wrap="none" rtlCol="0">
              <a:spAutoFit/>
            </a:bodyPr>
            <a:lstStyle/>
            <a:p>
              <a:pPr algn="r" rtl="1"/>
              <a:r>
                <a:rPr lang="fa-IR" sz="2000" b="1" dirty="0">
                  <a:latin typeface="IRANSans(FaNum)" panose="02040503050201020203" pitchFamily="18" charset="-78"/>
                  <a:cs typeface="IRANSans(FaNum)" panose="02040503050201020203" pitchFamily="18" charset="-78"/>
                </a:rPr>
                <a:t>پیام نوع 4 </a:t>
              </a:r>
              <a:endParaRPr lang="en-US" sz="2000" b="1" dirty="0">
                <a:latin typeface="IRANSans(FaNum)" panose="02040503050201020203" pitchFamily="18" charset="-78"/>
                <a:cs typeface="IRANSans(FaNum)" panose="02040503050201020203" pitchFamily="18" charset="-78"/>
              </a:endParaRPr>
            </a:p>
          </p:txBody>
        </p:sp>
      </p:grpSp>
    </p:spTree>
    <p:extLst>
      <p:ext uri="{BB962C8B-B14F-4D97-AF65-F5344CB8AC3E}">
        <p14:creationId xmlns:p14="http://schemas.microsoft.com/office/powerpoint/2010/main" val="1681675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wipe(left)">
                                      <p:cBhvr>
                                        <p:cTn id="23" dur="500"/>
                                        <p:tgtEl>
                                          <p:spTgt spid="34"/>
                                        </p:tgtEl>
                                      </p:cBhvr>
                                    </p:animEffect>
                                  </p:childTnLst>
                                </p:cTn>
                              </p:par>
                              <p:par>
                                <p:cTn id="24" presetID="22" presetClass="entr" presetSubtype="8" fill="hold" nodeType="withEffect">
                                  <p:stCondLst>
                                    <p:cond delay="0"/>
                                  </p:stCondLst>
                                  <p:childTnLst>
                                    <p:set>
                                      <p:cBhvr>
                                        <p:cTn id="25" dur="1" fill="hold">
                                          <p:stCondLst>
                                            <p:cond delay="0"/>
                                          </p:stCondLst>
                                        </p:cTn>
                                        <p:tgtEl>
                                          <p:spTgt spid="60"/>
                                        </p:tgtEl>
                                        <p:attrNameLst>
                                          <p:attrName>style.visibility</p:attrName>
                                        </p:attrNameLst>
                                      </p:cBhvr>
                                      <p:to>
                                        <p:strVal val="visible"/>
                                      </p:to>
                                    </p:set>
                                    <p:animEffect transition="in" filter="wipe(left)">
                                      <p:cBhvr>
                                        <p:cTn id="26" dur="500"/>
                                        <p:tgtEl>
                                          <p:spTgt spid="60"/>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left)">
                                      <p:cBhvr>
                                        <p:cTn id="31" dur="500"/>
                                        <p:tgtEl>
                                          <p:spTgt spid="3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61"/>
                                        </p:tgtEl>
                                        <p:attrNameLst>
                                          <p:attrName>style.visibility</p:attrName>
                                        </p:attrNameLst>
                                      </p:cBhvr>
                                      <p:to>
                                        <p:strVal val="visible"/>
                                      </p:to>
                                    </p:set>
                                    <p:animEffect transition="in" filter="wipe(left)">
                                      <p:cBhvr>
                                        <p:cTn id="35"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8" grpId="0" animBg="1"/>
      <p:bldP spid="34"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79</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SNMP</a:t>
            </a:r>
            <a:r>
              <a:rPr lang="fa-IR" sz="2400" b="1" dirty="0">
                <a:solidFill>
                  <a:srgbClr val="0000FF"/>
                </a:solidFill>
                <a:latin typeface="IRANSans(FaNum)" panose="02040503050201020203" pitchFamily="18" charset="-78"/>
                <a:cs typeface="IRANSans(FaNum)" panose="02040503050201020203" pitchFamily="18" charset="-78"/>
              </a:rPr>
              <a:t>: پایگاه اطلاعات مدیریتی (</a:t>
            </a:r>
            <a:r>
              <a:rPr lang="en-US" sz="2400" b="1" dirty="0">
                <a:solidFill>
                  <a:srgbClr val="0000FF"/>
                </a:solidFill>
                <a:latin typeface="IRANSans(FaNum)" panose="02040503050201020203" pitchFamily="18" charset="-78"/>
                <a:cs typeface="IRANSans(FaNum)" panose="02040503050201020203" pitchFamily="18" charset="-78"/>
              </a:rPr>
              <a:t>MIB</a:t>
            </a:r>
            <a:r>
              <a:rPr lang="fa-IR" sz="2400" b="1" dirty="0">
                <a:solidFill>
                  <a:srgbClr val="0000FF"/>
                </a:solidFill>
                <a:latin typeface="IRANSans(FaNum)" panose="02040503050201020203" pitchFamily="18" charset="-78"/>
                <a:cs typeface="IRANSans(FaNum)" panose="02040503050201020203" pitchFamily="18" charset="-78"/>
              </a:rPr>
              <a:t>)</a:t>
            </a:r>
          </a:p>
        </p:txBody>
      </p:sp>
      <p:sp>
        <p:nvSpPr>
          <p:cNvPr id="8" name="TextBox 7">
            <a:extLst>
              <a:ext uri="{FF2B5EF4-FFF2-40B4-BE49-F238E27FC236}">
                <a16:creationId xmlns:a16="http://schemas.microsoft.com/office/drawing/2014/main" id="{18ADAD2B-52CA-67CE-5E24-7D2F8A313D84}"/>
              </a:ext>
            </a:extLst>
          </p:cNvPr>
          <p:cNvSpPr txBox="1"/>
          <p:nvPr/>
        </p:nvSpPr>
        <p:spPr>
          <a:xfrm>
            <a:off x="386862" y="1805920"/>
            <a:ext cx="11165542" cy="4939814"/>
          </a:xfrm>
          <a:prstGeom prst="rect">
            <a:avLst/>
          </a:prstGeom>
          <a:noFill/>
        </p:spPr>
        <p:txBody>
          <a:bodyPr wrap="square">
            <a:spAutoFit/>
          </a:bodyPr>
          <a:lstStyle/>
          <a:p>
            <a:pPr marL="144000" indent="-144000" algn="r" rtl="1">
              <a:lnSpc>
                <a:spcPct val="125000"/>
              </a:lnSpc>
              <a:spcBef>
                <a:spcPts val="600"/>
              </a:spcBef>
              <a:buFont typeface="Arial" panose="020B0604020202020204" pitchFamily="34" charset="0"/>
              <a:buChar char="•"/>
            </a:pPr>
            <a:r>
              <a:rPr lang="fa-IR" b="1" dirty="0">
                <a:solidFill>
                  <a:srgbClr val="C00000"/>
                </a:solidFill>
                <a:latin typeface="IRANSans(FaNum)" panose="02040503050201020203" pitchFamily="18" charset="-78"/>
                <a:cs typeface="IRANSans(FaNum)" panose="02040503050201020203" pitchFamily="18" charset="-78"/>
              </a:rPr>
              <a:t>اطلاعات وضعیت عملیاتی و پیکیربندی (مدل اطلاعاتی) دستگاه</a:t>
            </a:r>
          </a:p>
          <a:p>
            <a:pPr marL="144000" indent="-144000" algn="r" rtl="1">
              <a:lnSpc>
                <a:spcPct val="125000"/>
              </a:lnSpc>
              <a:spcBef>
                <a:spcPts val="600"/>
              </a:spcBef>
              <a:buFont typeface="Arial" panose="020B0604020202020204" pitchFamily="34" charset="0"/>
              <a:buChar char="•"/>
            </a:pPr>
            <a:r>
              <a:rPr lang="fa-IR" b="1" dirty="0">
                <a:solidFill>
                  <a:srgbClr val="C00000"/>
                </a:solidFill>
                <a:latin typeface="IRANSans(FaNum)" panose="02040503050201020203" pitchFamily="18" charset="-78"/>
                <a:cs typeface="IRANSans(FaNum)" panose="02040503050201020203" pitchFamily="18" charset="-78"/>
              </a:rPr>
              <a:t>تعریف شده ساختار اطلاعات مدیریتی (</a:t>
            </a:r>
            <a:r>
              <a:rPr lang="en-US" altLang="en-US" b="1" dirty="0">
                <a:solidFill>
                  <a:srgbClr val="C00000"/>
                </a:solidFill>
                <a:latin typeface="IRANSans(FaNum)" panose="02040503050201020203" pitchFamily="18" charset="-78"/>
                <a:cs typeface="IRANSans(FaNum)" panose="02040503050201020203" pitchFamily="18" charset="-78"/>
              </a:rPr>
              <a:t>Structure of Management Information</a:t>
            </a:r>
            <a:r>
              <a:rPr lang="fa-IR" b="1" dirty="0">
                <a:solidFill>
                  <a:srgbClr val="C00000"/>
                </a:solidFill>
                <a:latin typeface="IRANSans(FaNum)" panose="02040503050201020203" pitchFamily="18" charset="-78"/>
                <a:cs typeface="IRANSans(FaNum)" panose="02040503050201020203" pitchFamily="18" charset="-78"/>
              </a:rPr>
              <a:t>) (</a:t>
            </a:r>
            <a:r>
              <a:rPr lang="en-US" b="1" dirty="0">
                <a:solidFill>
                  <a:srgbClr val="C00000"/>
                </a:solidFill>
                <a:latin typeface="IRANSans(FaNum)" panose="02040503050201020203" pitchFamily="18" charset="-78"/>
                <a:cs typeface="IRANSans(FaNum)" panose="02040503050201020203" pitchFamily="18" charset="-78"/>
              </a:rPr>
              <a:t>RFC 1155</a:t>
            </a:r>
            <a:r>
              <a:rPr lang="fa-IR" b="1" dirty="0">
                <a:solidFill>
                  <a:srgbClr val="C00000"/>
                </a:solidFill>
                <a:latin typeface="IRANSans(FaNum)" panose="02040503050201020203" pitchFamily="18" charset="-78"/>
                <a:cs typeface="IRANSans(FaNum)" panose="02040503050201020203" pitchFamily="18" charset="-78"/>
              </a:rPr>
              <a:t>): </a:t>
            </a:r>
          </a:p>
          <a:p>
            <a:pPr marL="601200" lvl="1" indent="-144000" algn="r" rtl="1">
              <a:lnSpc>
                <a:spcPct val="125000"/>
              </a:lnSpc>
              <a:spcBef>
                <a:spcPts val="600"/>
              </a:spcBef>
              <a:buFont typeface="Arial" panose="020B0604020202020204" pitchFamily="34" charset="0"/>
              <a:buChar char="•"/>
            </a:pPr>
            <a:r>
              <a:rPr lang="fa-IR" sz="1600" b="1" dirty="0">
                <a:solidFill>
                  <a:srgbClr val="0000C8"/>
                </a:solidFill>
                <a:latin typeface="IRANSans(FaNum)" panose="02040503050201020203" pitchFamily="18" charset="-78"/>
                <a:cs typeface="IRANSans(FaNum)" panose="02040503050201020203" pitchFamily="18" charset="-78"/>
              </a:rPr>
              <a:t>تعریف ماژول</a:t>
            </a:r>
            <a:r>
              <a:rPr lang="en-US" sz="1600" b="1" dirty="0">
                <a:solidFill>
                  <a:srgbClr val="0000C8"/>
                </a:solidFill>
                <a:latin typeface="IRANSans(FaNum)" panose="02040503050201020203" pitchFamily="18" charset="-78"/>
                <a:cs typeface="IRANSans(FaNum)" panose="02040503050201020203" pitchFamily="18" charset="-78"/>
              </a:rPr>
              <a:t>MIB </a:t>
            </a:r>
            <a:r>
              <a:rPr lang="fa-IR" sz="1600" b="1" dirty="0">
                <a:solidFill>
                  <a:srgbClr val="0000C8"/>
                </a:solidFill>
                <a:latin typeface="IRANSans(FaNum)" panose="02040503050201020203" pitchFamily="18" charset="-78"/>
                <a:cs typeface="IRANSans(FaNum)" panose="02040503050201020203" pitchFamily="18" charset="-78"/>
              </a:rPr>
              <a:t> دستگاه</a:t>
            </a:r>
          </a:p>
          <a:p>
            <a:pPr marL="1058400" lvl="2" indent="-144000" algn="r" rtl="1">
              <a:lnSpc>
                <a:spcPct val="125000"/>
              </a:lnSpc>
              <a:spcBef>
                <a:spcPts val="600"/>
              </a:spcBef>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400 ماژول </a:t>
            </a:r>
            <a:r>
              <a:rPr lang="en-US" sz="1400" b="1" dirty="0">
                <a:solidFill>
                  <a:srgbClr val="C00000"/>
                </a:solidFill>
                <a:latin typeface="IRANSans(FaNum)" panose="02040503050201020203" pitchFamily="18" charset="-78"/>
                <a:cs typeface="IRANSans(FaNum)" panose="02040503050201020203" pitchFamily="18" charset="-78"/>
              </a:rPr>
              <a:t>MIB</a:t>
            </a:r>
            <a:r>
              <a:rPr lang="fa-IR" sz="1400" b="1" dirty="0">
                <a:solidFill>
                  <a:srgbClr val="C00000"/>
                </a:solidFill>
                <a:latin typeface="IRANSans(FaNum)" panose="02040503050201020203" pitchFamily="18" charset="-78"/>
                <a:cs typeface="IRANSans(FaNum)" panose="02040503050201020203" pitchFamily="18" charset="-78"/>
              </a:rPr>
              <a:t> </a:t>
            </a:r>
            <a:r>
              <a:rPr lang="en-US" sz="1400" b="1" dirty="0">
                <a:solidFill>
                  <a:srgbClr val="C00000"/>
                </a:solidFill>
                <a:latin typeface="IRANSans(FaNum)" panose="02040503050201020203" pitchFamily="18" charset="-78"/>
                <a:cs typeface="IRANSans(FaNum)" panose="02040503050201020203" pitchFamily="18" charset="-78"/>
              </a:rPr>
              <a:t> </a:t>
            </a:r>
            <a:r>
              <a:rPr lang="fa-IR" sz="1400" b="1" dirty="0">
                <a:solidFill>
                  <a:srgbClr val="C00000"/>
                </a:solidFill>
                <a:latin typeface="IRANSans(FaNum)" panose="02040503050201020203" pitchFamily="18" charset="-78"/>
                <a:cs typeface="IRANSans(FaNum)" panose="02040503050201020203" pitchFamily="18" charset="-78"/>
              </a:rPr>
              <a:t>در </a:t>
            </a:r>
            <a:r>
              <a:rPr lang="en-US" sz="1400" b="1" dirty="0">
                <a:solidFill>
                  <a:srgbClr val="C00000"/>
                </a:solidFill>
                <a:latin typeface="IRANSans(FaNum)" panose="02040503050201020203" pitchFamily="18" charset="-78"/>
                <a:cs typeface="IRANSans(FaNum)" panose="02040503050201020203" pitchFamily="18" charset="-78"/>
              </a:rPr>
              <a:t>RFC</a:t>
            </a:r>
            <a:r>
              <a:rPr lang="fa-IR" sz="1400" b="1" dirty="0">
                <a:solidFill>
                  <a:srgbClr val="C00000"/>
                </a:solidFill>
                <a:latin typeface="IRANSans(FaNum)" panose="02040503050201020203" pitchFamily="18" charset="-78"/>
                <a:cs typeface="IRANSans(FaNum)" panose="02040503050201020203" pitchFamily="18" charset="-78"/>
              </a:rPr>
              <a:t>ها تعریف شده است که اکثر آن‌ها </a:t>
            </a:r>
            <a:r>
              <a:rPr lang="en-US" sz="1400" b="1" dirty="0">
                <a:solidFill>
                  <a:srgbClr val="C00000"/>
                </a:solidFill>
                <a:latin typeface="IRANSans(FaNum)" panose="02040503050201020203" pitchFamily="18" charset="-78"/>
                <a:cs typeface="IRANSans(FaNum)" panose="02040503050201020203" pitchFamily="18" charset="-78"/>
              </a:rPr>
              <a:t>MIB</a:t>
            </a:r>
            <a:r>
              <a:rPr lang="fa-IR" sz="1400" b="1" dirty="0">
                <a:solidFill>
                  <a:srgbClr val="C00000"/>
                </a:solidFill>
                <a:latin typeface="IRANSans(FaNum)" panose="02040503050201020203" pitchFamily="18" charset="-78"/>
                <a:cs typeface="IRANSans(FaNum)" panose="02040503050201020203" pitchFamily="18" charset="-78"/>
              </a:rPr>
              <a:t>ها اختصاصی تولیدکننده‌ها دستگاه‌ها هستند.</a:t>
            </a:r>
          </a:p>
          <a:p>
            <a:pPr marL="601200" lvl="1" indent="-144000" algn="r" rtl="1">
              <a:lnSpc>
                <a:spcPct val="125000"/>
              </a:lnSpc>
              <a:spcBef>
                <a:spcPts val="600"/>
              </a:spcBef>
              <a:buFont typeface="Arial" panose="020B0604020202020204" pitchFamily="34" charset="0"/>
              <a:buChar char="•"/>
            </a:pPr>
            <a:r>
              <a:rPr lang="fa-IR" sz="1600" b="1" dirty="0">
                <a:solidFill>
                  <a:srgbClr val="0000C8"/>
                </a:solidFill>
                <a:latin typeface="IRANSans(FaNum)" panose="02040503050201020203" pitchFamily="18" charset="-78"/>
                <a:cs typeface="IRANSans(FaNum)" panose="02040503050201020203" pitchFamily="18" charset="-78"/>
              </a:rPr>
              <a:t>تعریف ساختار درختی و گروه‌بندی اشیاء مدیریتی</a:t>
            </a:r>
          </a:p>
          <a:p>
            <a:pPr marL="601200" lvl="1" indent="-144000" algn="r" rtl="1">
              <a:lnSpc>
                <a:spcPct val="125000"/>
              </a:lnSpc>
              <a:spcBef>
                <a:spcPts val="600"/>
              </a:spcBef>
              <a:buFont typeface="Arial" panose="020B0604020202020204" pitchFamily="34" charset="0"/>
              <a:buChar char="•"/>
            </a:pPr>
            <a:r>
              <a:rPr lang="fa-IR" sz="1600" b="1" dirty="0">
                <a:solidFill>
                  <a:srgbClr val="0000C8"/>
                </a:solidFill>
                <a:latin typeface="IRANSans(FaNum)" panose="02040503050201020203" pitchFamily="18" charset="-78"/>
                <a:cs typeface="IRANSans(FaNum)" panose="02040503050201020203" pitchFamily="18" charset="-78"/>
              </a:rPr>
              <a:t>تعریف ساختار اشیاء (</a:t>
            </a:r>
            <a:r>
              <a:rPr lang="en-US" sz="1600" b="1" dirty="0">
                <a:solidFill>
                  <a:srgbClr val="0000C8"/>
                </a:solidFill>
                <a:latin typeface="IRANSans(FaNum)" panose="02040503050201020203" pitchFamily="18" charset="-78"/>
                <a:cs typeface="IRANSans(FaNum)" panose="02040503050201020203" pitchFamily="18" charset="-78"/>
              </a:rPr>
              <a:t>Objects</a:t>
            </a:r>
            <a:r>
              <a:rPr lang="fa-IR" sz="1600" b="1" dirty="0">
                <a:solidFill>
                  <a:srgbClr val="0000C8"/>
                </a:solidFill>
                <a:latin typeface="IRANSans(FaNum)" panose="02040503050201020203" pitchFamily="18" charset="-78"/>
                <a:cs typeface="IRANSans(FaNum)" panose="02040503050201020203" pitchFamily="18" charset="-78"/>
              </a:rPr>
              <a:t>) مدیریتی:</a:t>
            </a:r>
          </a:p>
          <a:p>
            <a:pPr marL="1058400" lvl="2" indent="-144000" algn="r" rtl="1">
              <a:lnSpc>
                <a:spcPct val="125000"/>
              </a:lnSpc>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نام (</a:t>
            </a:r>
            <a:r>
              <a:rPr lang="en-US" sz="1400" b="1" dirty="0">
                <a:solidFill>
                  <a:srgbClr val="C00000"/>
                </a:solidFill>
                <a:latin typeface="IRANSans(FaNum)" panose="02040503050201020203" pitchFamily="18" charset="-78"/>
                <a:cs typeface="IRANSans(FaNum)" panose="02040503050201020203" pitchFamily="18" charset="-78"/>
              </a:rPr>
              <a:t>Name</a:t>
            </a:r>
            <a:r>
              <a:rPr lang="fa-IR" sz="1400" b="1" dirty="0">
                <a:solidFill>
                  <a:srgbClr val="C00000"/>
                </a:solidFill>
                <a:latin typeface="IRANSans(FaNum)" panose="02040503050201020203" pitchFamily="18" charset="-78"/>
                <a:cs typeface="IRANSans(FaNum)" panose="02040503050201020203" pitchFamily="18" charset="-78"/>
              </a:rPr>
              <a:t>): نام شیء مدیریتی</a:t>
            </a:r>
          </a:p>
          <a:p>
            <a:pPr marL="1058400" lvl="2" indent="-144000" algn="r" rtl="1">
              <a:lnSpc>
                <a:spcPct val="125000"/>
              </a:lnSpc>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نوع (</a:t>
            </a:r>
            <a:r>
              <a:rPr lang="en-US" sz="1400" b="1" dirty="0">
                <a:solidFill>
                  <a:srgbClr val="C00000"/>
                </a:solidFill>
                <a:latin typeface="IRANSans(FaNum)" panose="02040503050201020203" pitchFamily="18" charset="-78"/>
                <a:cs typeface="IRANSans(FaNum)" panose="02040503050201020203" pitchFamily="18" charset="-78"/>
              </a:rPr>
              <a:t>Syntax</a:t>
            </a:r>
            <a:r>
              <a:rPr lang="fa-IR" sz="1400" b="1" dirty="0">
                <a:solidFill>
                  <a:srgbClr val="C00000"/>
                </a:solidFill>
                <a:latin typeface="IRANSans(FaNum)" panose="02040503050201020203" pitchFamily="18" charset="-78"/>
                <a:cs typeface="IRANSans(FaNum)" panose="02040503050201020203" pitchFamily="18" charset="-78"/>
              </a:rPr>
              <a:t>): نوع شیء مدیریتی به عنوان مثال عدد صحیح و ...</a:t>
            </a:r>
          </a:p>
          <a:p>
            <a:pPr marL="1058400" lvl="2" indent="-144000" algn="r" rtl="1">
              <a:lnSpc>
                <a:spcPct val="125000"/>
              </a:lnSpc>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تعریف (</a:t>
            </a:r>
            <a:r>
              <a:rPr lang="en-US" sz="1400" b="1" dirty="0">
                <a:solidFill>
                  <a:srgbClr val="C00000"/>
                </a:solidFill>
                <a:latin typeface="IRANSans(FaNum)" panose="02040503050201020203" pitchFamily="18" charset="-78"/>
                <a:cs typeface="IRANSans(FaNum)" panose="02040503050201020203" pitchFamily="18" charset="-78"/>
              </a:rPr>
              <a:t>Definition</a:t>
            </a:r>
            <a:r>
              <a:rPr lang="fa-IR" sz="1400" b="1" dirty="0">
                <a:solidFill>
                  <a:srgbClr val="C00000"/>
                </a:solidFill>
                <a:latin typeface="IRANSans(FaNum)" panose="02040503050201020203" pitchFamily="18" charset="-78"/>
                <a:cs typeface="IRANSans(FaNum)" panose="02040503050201020203" pitchFamily="18" charset="-78"/>
              </a:rPr>
              <a:t>): توصیف شیء مدیریتی</a:t>
            </a:r>
          </a:p>
          <a:p>
            <a:pPr marL="1058400" lvl="2" indent="-144000" algn="r" rtl="1">
              <a:lnSpc>
                <a:spcPct val="125000"/>
              </a:lnSpc>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دسترسی (</a:t>
            </a:r>
            <a:r>
              <a:rPr lang="en-US" sz="1400" b="1" dirty="0">
                <a:solidFill>
                  <a:srgbClr val="C00000"/>
                </a:solidFill>
                <a:latin typeface="IRANSans(FaNum)" panose="02040503050201020203" pitchFamily="18" charset="-78"/>
                <a:cs typeface="IRANSans(FaNum)" panose="02040503050201020203" pitchFamily="18" charset="-78"/>
              </a:rPr>
              <a:t>Access</a:t>
            </a:r>
            <a:r>
              <a:rPr lang="fa-IR" sz="1400" b="1" dirty="0">
                <a:solidFill>
                  <a:srgbClr val="C00000"/>
                </a:solidFill>
                <a:latin typeface="IRANSans(FaNum)" panose="02040503050201020203" pitchFamily="18" charset="-78"/>
                <a:cs typeface="IRANSans(FaNum)" panose="02040503050201020203" pitchFamily="18" charset="-78"/>
              </a:rPr>
              <a:t>): دسترسی به شیء مدیریتی به عنوان مثال فقط خواندنی یا خواندنی-نوشتنی</a:t>
            </a:r>
          </a:p>
          <a:p>
            <a:pPr marL="1058400" lvl="2" indent="-144000" algn="r" rtl="1">
              <a:lnSpc>
                <a:spcPct val="125000"/>
              </a:lnSpc>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وضعیت (</a:t>
            </a:r>
            <a:r>
              <a:rPr lang="en-US" sz="1400" b="1" dirty="0">
                <a:solidFill>
                  <a:srgbClr val="C00000"/>
                </a:solidFill>
                <a:latin typeface="IRANSans(FaNum)" panose="02040503050201020203" pitchFamily="18" charset="-78"/>
                <a:cs typeface="IRANSans(FaNum)" panose="02040503050201020203" pitchFamily="18" charset="-78"/>
              </a:rPr>
              <a:t>Status</a:t>
            </a:r>
            <a:r>
              <a:rPr lang="fa-IR" sz="1400" b="1" dirty="0">
                <a:solidFill>
                  <a:srgbClr val="C00000"/>
                </a:solidFill>
                <a:latin typeface="IRANSans(FaNum)" panose="02040503050201020203" pitchFamily="18" charset="-78"/>
                <a:cs typeface="IRANSans(FaNum)" panose="02040503050201020203" pitchFamily="18" charset="-78"/>
              </a:rPr>
              <a:t>): وضعیت شیء مدیریتی به عنوان مثال اجباری بودن یا اختیاری بودن </a:t>
            </a:r>
          </a:p>
          <a:p>
            <a:pPr marL="601200" lvl="1" indent="-144000" algn="r" rtl="1">
              <a:lnSpc>
                <a:spcPct val="125000"/>
              </a:lnSpc>
              <a:spcBef>
                <a:spcPts val="600"/>
              </a:spcBef>
              <a:buFont typeface="Arial" panose="020B0604020202020204" pitchFamily="34" charset="0"/>
              <a:buChar char="•"/>
            </a:pPr>
            <a:r>
              <a:rPr lang="fa-IR" sz="1600" b="1" dirty="0">
                <a:solidFill>
                  <a:srgbClr val="0000C8"/>
                </a:solidFill>
                <a:latin typeface="IRANSans(FaNum)" panose="02040503050201020203" pitchFamily="18" charset="-78"/>
                <a:cs typeface="IRANSans(FaNum)" panose="02040503050201020203" pitchFamily="18" charset="-78"/>
              </a:rPr>
              <a:t>اشیاء مدیریتی در </a:t>
            </a:r>
            <a:r>
              <a:rPr lang="en-US" sz="1600" b="1" dirty="0">
                <a:solidFill>
                  <a:srgbClr val="0000C8"/>
                </a:solidFill>
                <a:latin typeface="IRANSans(FaNum)" panose="02040503050201020203" pitchFamily="18" charset="-78"/>
                <a:cs typeface="IRANSans(FaNum)" panose="02040503050201020203" pitchFamily="18" charset="-78"/>
              </a:rPr>
              <a:t>SNMP</a:t>
            </a:r>
            <a:r>
              <a:rPr lang="fa-IR" sz="1600" b="1" dirty="0">
                <a:solidFill>
                  <a:srgbClr val="0000C8"/>
                </a:solidFill>
                <a:latin typeface="IRANSans(FaNum)" panose="02040503050201020203" pitchFamily="18" charset="-78"/>
                <a:cs typeface="IRANSans(FaNum)" panose="02040503050201020203" pitchFamily="18" charset="-78"/>
              </a:rPr>
              <a:t>:</a:t>
            </a:r>
          </a:p>
          <a:p>
            <a:pPr marL="1058400" lvl="2" indent="-144000" algn="r" rtl="1">
              <a:lnSpc>
                <a:spcPct val="125000"/>
              </a:lnSpc>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عددی (اسکالر)</a:t>
            </a:r>
          </a:p>
          <a:p>
            <a:pPr marL="1058400" lvl="2" indent="-144000" algn="r" rtl="1">
              <a:lnSpc>
                <a:spcPct val="125000"/>
              </a:lnSpc>
              <a:buFont typeface="Arial" panose="020B0604020202020204" pitchFamily="34" charset="0"/>
              <a:buChar char="•"/>
            </a:pPr>
            <a:r>
              <a:rPr lang="fa-IR" sz="1400" b="1" dirty="0">
                <a:solidFill>
                  <a:srgbClr val="C00000"/>
                </a:solidFill>
                <a:latin typeface="IRANSans(FaNum)" panose="02040503050201020203" pitchFamily="18" charset="-78"/>
                <a:cs typeface="IRANSans(FaNum)" panose="02040503050201020203" pitchFamily="18" charset="-78"/>
              </a:rPr>
              <a:t>تجمیع‌شده و جدولی</a:t>
            </a:r>
          </a:p>
          <a:p>
            <a:pPr marL="1058400" lvl="2" indent="-144000" algn="r" rtl="1">
              <a:lnSpc>
                <a:spcPct val="125000"/>
              </a:lnSpc>
              <a:buFont typeface="Arial" panose="020B0604020202020204" pitchFamily="34" charset="0"/>
              <a:buChar char="•"/>
            </a:pPr>
            <a:endParaRPr lang="fa-IR" sz="1600" b="1" dirty="0">
              <a:solidFill>
                <a:srgbClr val="C00000"/>
              </a:solidFill>
              <a:latin typeface="IRANSans(FaNum)" panose="02040503050201020203" pitchFamily="18" charset="-78"/>
              <a:cs typeface="IRANSans(FaNum)" panose="02040503050201020203" pitchFamily="18" charset="-78"/>
            </a:endParaRPr>
          </a:p>
        </p:txBody>
      </p:sp>
    </p:spTree>
    <p:extLst>
      <p:ext uri="{BB962C8B-B14F-4D97-AF65-F5344CB8AC3E}">
        <p14:creationId xmlns:p14="http://schemas.microsoft.com/office/powerpoint/2010/main" val="961575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Effect transition="in" filter="fade">
                                      <p:cBhvr>
                                        <p:cTn id="19" dur="1000"/>
                                        <p:tgtEl>
                                          <p:spTgt spid="8">
                                            <p:txEl>
                                              <p:pRg st="0" end="0"/>
                                            </p:txEl>
                                          </p:spTgt>
                                        </p:tgtEl>
                                      </p:cBhvr>
                                    </p:animEffect>
                                    <p:anim calcmode="lin" valueType="num">
                                      <p:cBhvr>
                                        <p:cTn id="20"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8">
                                            <p:txEl>
                                              <p:pRg st="1" end="1"/>
                                            </p:txEl>
                                          </p:spTgt>
                                        </p:tgtEl>
                                        <p:attrNameLst>
                                          <p:attrName>style.visibility</p:attrName>
                                        </p:attrNameLst>
                                      </p:cBhvr>
                                      <p:to>
                                        <p:strVal val="visible"/>
                                      </p:to>
                                    </p:set>
                                    <p:animEffect transition="in" filter="fade">
                                      <p:cBhvr>
                                        <p:cTn id="25" dur="1000"/>
                                        <p:tgtEl>
                                          <p:spTgt spid="8">
                                            <p:txEl>
                                              <p:pRg st="1" end="1"/>
                                            </p:txEl>
                                          </p:spTgt>
                                        </p:tgtEl>
                                      </p:cBhvr>
                                    </p:animEffect>
                                    <p:anim calcmode="lin" valueType="num">
                                      <p:cBhvr>
                                        <p:cTn id="26"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27" dur="1000" fill="hold"/>
                                        <p:tgtEl>
                                          <p:spTgt spid="8">
                                            <p:txEl>
                                              <p:pRg st="1" end="1"/>
                                            </p:txEl>
                                          </p:spTgt>
                                        </p:tgtEl>
                                        <p:attrNameLst>
                                          <p:attrName>ppt_y</p:attrName>
                                        </p:attrNameLst>
                                      </p:cBhvr>
                                      <p:tavLst>
                                        <p:tav tm="0">
                                          <p:val>
                                            <p:strVal val="#ppt_y+.1"/>
                                          </p:val>
                                        </p:tav>
                                        <p:tav tm="100000">
                                          <p:val>
                                            <p:strVal val="#ppt_y"/>
                                          </p:val>
                                        </p:tav>
                                      </p:tavLst>
                                    </p:anim>
                                  </p:childTnLst>
                                </p:cTn>
                              </p:par>
                              <p:par>
                                <p:cTn id="28" presetID="42" presetClass="entr" presetSubtype="0" fill="hold" nodeType="withEffect">
                                  <p:stCondLst>
                                    <p:cond delay="0"/>
                                  </p:stCondLst>
                                  <p:childTnLst>
                                    <p:set>
                                      <p:cBhvr>
                                        <p:cTn id="29" dur="1" fill="hold">
                                          <p:stCondLst>
                                            <p:cond delay="0"/>
                                          </p:stCondLst>
                                        </p:cTn>
                                        <p:tgtEl>
                                          <p:spTgt spid="8">
                                            <p:txEl>
                                              <p:pRg st="2" end="2"/>
                                            </p:txEl>
                                          </p:spTgt>
                                        </p:tgtEl>
                                        <p:attrNameLst>
                                          <p:attrName>style.visibility</p:attrName>
                                        </p:attrNameLst>
                                      </p:cBhvr>
                                      <p:to>
                                        <p:strVal val="visible"/>
                                      </p:to>
                                    </p:set>
                                    <p:animEffect transition="in" filter="fade">
                                      <p:cBhvr>
                                        <p:cTn id="30" dur="1000"/>
                                        <p:tgtEl>
                                          <p:spTgt spid="8">
                                            <p:txEl>
                                              <p:pRg st="2" end="2"/>
                                            </p:txEl>
                                          </p:spTgt>
                                        </p:tgtEl>
                                      </p:cBhvr>
                                    </p:animEffect>
                                    <p:anim calcmode="lin" valueType="num">
                                      <p:cBhvr>
                                        <p:cTn id="31"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32" dur="1000" fill="hold"/>
                                        <p:tgtEl>
                                          <p:spTgt spid="8">
                                            <p:txEl>
                                              <p:pRg st="2" end="2"/>
                                            </p:txEl>
                                          </p:spTgt>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8">
                                            <p:txEl>
                                              <p:pRg st="3" end="3"/>
                                            </p:txEl>
                                          </p:spTgt>
                                        </p:tgtEl>
                                        <p:attrNameLst>
                                          <p:attrName>style.visibility</p:attrName>
                                        </p:attrNameLst>
                                      </p:cBhvr>
                                      <p:to>
                                        <p:strVal val="visible"/>
                                      </p:to>
                                    </p:set>
                                    <p:animEffect transition="in" filter="fade">
                                      <p:cBhvr>
                                        <p:cTn id="35" dur="1000"/>
                                        <p:tgtEl>
                                          <p:spTgt spid="8">
                                            <p:txEl>
                                              <p:pRg st="3" end="3"/>
                                            </p:txEl>
                                          </p:spTgt>
                                        </p:tgtEl>
                                      </p:cBhvr>
                                    </p:animEffect>
                                    <p:anim calcmode="lin" valueType="num">
                                      <p:cBhvr>
                                        <p:cTn id="36"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37"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par>
                          <p:cTn id="38" fill="hold">
                            <p:stCondLst>
                              <p:cond delay="4000"/>
                            </p:stCondLst>
                            <p:childTnLst>
                              <p:par>
                                <p:cTn id="39" presetID="42" presetClass="entr" presetSubtype="0" fill="hold" nodeType="afterEffect">
                                  <p:stCondLst>
                                    <p:cond delay="0"/>
                                  </p:stCondLst>
                                  <p:childTnLst>
                                    <p:set>
                                      <p:cBhvr>
                                        <p:cTn id="40" dur="1" fill="hold">
                                          <p:stCondLst>
                                            <p:cond delay="0"/>
                                          </p:stCondLst>
                                        </p:cTn>
                                        <p:tgtEl>
                                          <p:spTgt spid="8">
                                            <p:txEl>
                                              <p:pRg st="4" end="4"/>
                                            </p:txEl>
                                          </p:spTgt>
                                        </p:tgtEl>
                                        <p:attrNameLst>
                                          <p:attrName>style.visibility</p:attrName>
                                        </p:attrNameLst>
                                      </p:cBhvr>
                                      <p:to>
                                        <p:strVal val="visible"/>
                                      </p:to>
                                    </p:set>
                                    <p:animEffect transition="in" filter="fade">
                                      <p:cBhvr>
                                        <p:cTn id="41" dur="1000"/>
                                        <p:tgtEl>
                                          <p:spTgt spid="8">
                                            <p:txEl>
                                              <p:pRg st="4" end="4"/>
                                            </p:txEl>
                                          </p:spTgt>
                                        </p:tgtEl>
                                      </p:cBhvr>
                                    </p:animEffect>
                                    <p:anim calcmode="lin" valueType="num">
                                      <p:cBhvr>
                                        <p:cTn id="42"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43" dur="1000" fill="hold"/>
                                        <p:tgtEl>
                                          <p:spTgt spid="8">
                                            <p:txEl>
                                              <p:pRg st="4" end="4"/>
                                            </p:txEl>
                                          </p:spTgt>
                                        </p:tgtEl>
                                        <p:attrNameLst>
                                          <p:attrName>ppt_y</p:attrName>
                                        </p:attrNameLst>
                                      </p:cBhvr>
                                      <p:tavLst>
                                        <p:tav tm="0">
                                          <p:val>
                                            <p:strVal val="#ppt_y+.1"/>
                                          </p:val>
                                        </p:tav>
                                        <p:tav tm="100000">
                                          <p:val>
                                            <p:strVal val="#ppt_y"/>
                                          </p:val>
                                        </p:tav>
                                      </p:tavLst>
                                    </p:anim>
                                  </p:childTnLst>
                                </p:cTn>
                              </p:par>
                            </p:childTnLst>
                          </p:cTn>
                        </p:par>
                        <p:par>
                          <p:cTn id="44" fill="hold">
                            <p:stCondLst>
                              <p:cond delay="5000"/>
                            </p:stCondLst>
                            <p:childTnLst>
                              <p:par>
                                <p:cTn id="45" presetID="42" presetClass="entr" presetSubtype="0" fill="hold" nodeType="afterEffect">
                                  <p:stCondLst>
                                    <p:cond delay="0"/>
                                  </p:stCondLst>
                                  <p:childTnLst>
                                    <p:set>
                                      <p:cBhvr>
                                        <p:cTn id="46" dur="1" fill="hold">
                                          <p:stCondLst>
                                            <p:cond delay="0"/>
                                          </p:stCondLst>
                                        </p:cTn>
                                        <p:tgtEl>
                                          <p:spTgt spid="8">
                                            <p:txEl>
                                              <p:pRg st="5" end="5"/>
                                            </p:txEl>
                                          </p:spTgt>
                                        </p:tgtEl>
                                        <p:attrNameLst>
                                          <p:attrName>style.visibility</p:attrName>
                                        </p:attrNameLst>
                                      </p:cBhvr>
                                      <p:to>
                                        <p:strVal val="visible"/>
                                      </p:to>
                                    </p:set>
                                    <p:animEffect transition="in" filter="fade">
                                      <p:cBhvr>
                                        <p:cTn id="47" dur="1000"/>
                                        <p:tgtEl>
                                          <p:spTgt spid="8">
                                            <p:txEl>
                                              <p:pRg st="5" end="5"/>
                                            </p:txEl>
                                          </p:spTgt>
                                        </p:tgtEl>
                                      </p:cBhvr>
                                    </p:animEffect>
                                    <p:anim calcmode="lin" valueType="num">
                                      <p:cBhvr>
                                        <p:cTn id="48" dur="1000" fill="hold"/>
                                        <p:tgtEl>
                                          <p:spTgt spid="8">
                                            <p:txEl>
                                              <p:pRg st="5" end="5"/>
                                            </p:txEl>
                                          </p:spTgt>
                                        </p:tgtEl>
                                        <p:attrNameLst>
                                          <p:attrName>ppt_x</p:attrName>
                                        </p:attrNameLst>
                                      </p:cBhvr>
                                      <p:tavLst>
                                        <p:tav tm="0">
                                          <p:val>
                                            <p:strVal val="#ppt_x"/>
                                          </p:val>
                                        </p:tav>
                                        <p:tav tm="100000">
                                          <p:val>
                                            <p:strVal val="#ppt_x"/>
                                          </p:val>
                                        </p:tav>
                                      </p:tavLst>
                                    </p:anim>
                                    <p:anim calcmode="lin" valueType="num">
                                      <p:cBhvr>
                                        <p:cTn id="49" dur="1000" fill="hold"/>
                                        <p:tgtEl>
                                          <p:spTgt spid="8">
                                            <p:txEl>
                                              <p:pRg st="5" end="5"/>
                                            </p:txEl>
                                          </p:spTgt>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8">
                                            <p:txEl>
                                              <p:pRg st="6" end="6"/>
                                            </p:txEl>
                                          </p:spTgt>
                                        </p:tgtEl>
                                        <p:attrNameLst>
                                          <p:attrName>style.visibility</p:attrName>
                                        </p:attrNameLst>
                                      </p:cBhvr>
                                      <p:to>
                                        <p:strVal val="visible"/>
                                      </p:to>
                                    </p:set>
                                    <p:animEffect transition="in" filter="fade">
                                      <p:cBhvr>
                                        <p:cTn id="52" dur="1000"/>
                                        <p:tgtEl>
                                          <p:spTgt spid="8">
                                            <p:txEl>
                                              <p:pRg st="6" end="6"/>
                                            </p:txEl>
                                          </p:spTgt>
                                        </p:tgtEl>
                                      </p:cBhvr>
                                    </p:animEffect>
                                    <p:anim calcmode="lin" valueType="num">
                                      <p:cBhvr>
                                        <p:cTn id="53" dur="1000" fill="hold"/>
                                        <p:tgtEl>
                                          <p:spTgt spid="8">
                                            <p:txEl>
                                              <p:pRg st="6" end="6"/>
                                            </p:txEl>
                                          </p:spTgt>
                                        </p:tgtEl>
                                        <p:attrNameLst>
                                          <p:attrName>ppt_x</p:attrName>
                                        </p:attrNameLst>
                                      </p:cBhvr>
                                      <p:tavLst>
                                        <p:tav tm="0">
                                          <p:val>
                                            <p:strVal val="#ppt_x"/>
                                          </p:val>
                                        </p:tav>
                                        <p:tav tm="100000">
                                          <p:val>
                                            <p:strVal val="#ppt_x"/>
                                          </p:val>
                                        </p:tav>
                                      </p:tavLst>
                                    </p:anim>
                                    <p:anim calcmode="lin" valueType="num">
                                      <p:cBhvr>
                                        <p:cTn id="54" dur="1000" fill="hold"/>
                                        <p:tgtEl>
                                          <p:spTgt spid="8">
                                            <p:txEl>
                                              <p:pRg st="6" end="6"/>
                                            </p:txEl>
                                          </p:spTgt>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8">
                                            <p:txEl>
                                              <p:pRg st="7" end="7"/>
                                            </p:txEl>
                                          </p:spTgt>
                                        </p:tgtEl>
                                        <p:attrNameLst>
                                          <p:attrName>style.visibility</p:attrName>
                                        </p:attrNameLst>
                                      </p:cBhvr>
                                      <p:to>
                                        <p:strVal val="visible"/>
                                      </p:to>
                                    </p:set>
                                    <p:animEffect transition="in" filter="fade">
                                      <p:cBhvr>
                                        <p:cTn id="57" dur="1000"/>
                                        <p:tgtEl>
                                          <p:spTgt spid="8">
                                            <p:txEl>
                                              <p:pRg st="7" end="7"/>
                                            </p:txEl>
                                          </p:spTgt>
                                        </p:tgtEl>
                                      </p:cBhvr>
                                    </p:animEffect>
                                    <p:anim calcmode="lin" valueType="num">
                                      <p:cBhvr>
                                        <p:cTn id="58" dur="1000" fill="hold"/>
                                        <p:tgtEl>
                                          <p:spTgt spid="8">
                                            <p:txEl>
                                              <p:pRg st="7" end="7"/>
                                            </p:txEl>
                                          </p:spTgt>
                                        </p:tgtEl>
                                        <p:attrNameLst>
                                          <p:attrName>ppt_x</p:attrName>
                                        </p:attrNameLst>
                                      </p:cBhvr>
                                      <p:tavLst>
                                        <p:tav tm="0">
                                          <p:val>
                                            <p:strVal val="#ppt_x"/>
                                          </p:val>
                                        </p:tav>
                                        <p:tav tm="100000">
                                          <p:val>
                                            <p:strVal val="#ppt_x"/>
                                          </p:val>
                                        </p:tav>
                                      </p:tavLst>
                                    </p:anim>
                                    <p:anim calcmode="lin" valueType="num">
                                      <p:cBhvr>
                                        <p:cTn id="59" dur="1000" fill="hold"/>
                                        <p:tgtEl>
                                          <p:spTgt spid="8">
                                            <p:txEl>
                                              <p:pRg st="7" end="7"/>
                                            </p:txEl>
                                          </p:spTgt>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8">
                                            <p:txEl>
                                              <p:pRg st="8" end="8"/>
                                            </p:txEl>
                                          </p:spTgt>
                                        </p:tgtEl>
                                        <p:attrNameLst>
                                          <p:attrName>style.visibility</p:attrName>
                                        </p:attrNameLst>
                                      </p:cBhvr>
                                      <p:to>
                                        <p:strVal val="visible"/>
                                      </p:to>
                                    </p:set>
                                    <p:animEffect transition="in" filter="fade">
                                      <p:cBhvr>
                                        <p:cTn id="62" dur="1000"/>
                                        <p:tgtEl>
                                          <p:spTgt spid="8">
                                            <p:txEl>
                                              <p:pRg st="8" end="8"/>
                                            </p:txEl>
                                          </p:spTgt>
                                        </p:tgtEl>
                                      </p:cBhvr>
                                    </p:animEffect>
                                    <p:anim calcmode="lin" valueType="num">
                                      <p:cBhvr>
                                        <p:cTn id="63" dur="1000" fill="hold"/>
                                        <p:tgtEl>
                                          <p:spTgt spid="8">
                                            <p:txEl>
                                              <p:pRg st="8" end="8"/>
                                            </p:txEl>
                                          </p:spTgt>
                                        </p:tgtEl>
                                        <p:attrNameLst>
                                          <p:attrName>ppt_x</p:attrName>
                                        </p:attrNameLst>
                                      </p:cBhvr>
                                      <p:tavLst>
                                        <p:tav tm="0">
                                          <p:val>
                                            <p:strVal val="#ppt_x"/>
                                          </p:val>
                                        </p:tav>
                                        <p:tav tm="100000">
                                          <p:val>
                                            <p:strVal val="#ppt_x"/>
                                          </p:val>
                                        </p:tav>
                                      </p:tavLst>
                                    </p:anim>
                                    <p:anim calcmode="lin" valueType="num">
                                      <p:cBhvr>
                                        <p:cTn id="64" dur="1000" fill="hold"/>
                                        <p:tgtEl>
                                          <p:spTgt spid="8">
                                            <p:txEl>
                                              <p:pRg st="8" end="8"/>
                                            </p:txEl>
                                          </p:spTgt>
                                        </p:tgtEl>
                                        <p:attrNameLst>
                                          <p:attrName>ppt_y</p:attrName>
                                        </p:attrNameLst>
                                      </p:cBhvr>
                                      <p:tavLst>
                                        <p:tav tm="0">
                                          <p:val>
                                            <p:strVal val="#ppt_y+.1"/>
                                          </p:val>
                                        </p:tav>
                                        <p:tav tm="100000">
                                          <p:val>
                                            <p:strVal val="#ppt_y"/>
                                          </p:val>
                                        </p:tav>
                                      </p:tavLst>
                                    </p:anim>
                                  </p:childTnLst>
                                </p:cTn>
                              </p:par>
                              <p:par>
                                <p:cTn id="65" presetID="42" presetClass="entr" presetSubtype="0" fill="hold" nodeType="withEffect">
                                  <p:stCondLst>
                                    <p:cond delay="0"/>
                                  </p:stCondLst>
                                  <p:childTnLst>
                                    <p:set>
                                      <p:cBhvr>
                                        <p:cTn id="66" dur="1" fill="hold">
                                          <p:stCondLst>
                                            <p:cond delay="0"/>
                                          </p:stCondLst>
                                        </p:cTn>
                                        <p:tgtEl>
                                          <p:spTgt spid="8">
                                            <p:txEl>
                                              <p:pRg st="9" end="9"/>
                                            </p:txEl>
                                          </p:spTgt>
                                        </p:tgtEl>
                                        <p:attrNameLst>
                                          <p:attrName>style.visibility</p:attrName>
                                        </p:attrNameLst>
                                      </p:cBhvr>
                                      <p:to>
                                        <p:strVal val="visible"/>
                                      </p:to>
                                    </p:set>
                                    <p:animEffect transition="in" filter="fade">
                                      <p:cBhvr>
                                        <p:cTn id="67" dur="1000"/>
                                        <p:tgtEl>
                                          <p:spTgt spid="8">
                                            <p:txEl>
                                              <p:pRg st="9" end="9"/>
                                            </p:txEl>
                                          </p:spTgt>
                                        </p:tgtEl>
                                      </p:cBhvr>
                                    </p:animEffect>
                                    <p:anim calcmode="lin" valueType="num">
                                      <p:cBhvr>
                                        <p:cTn id="68" dur="1000" fill="hold"/>
                                        <p:tgtEl>
                                          <p:spTgt spid="8">
                                            <p:txEl>
                                              <p:pRg st="9" end="9"/>
                                            </p:txEl>
                                          </p:spTgt>
                                        </p:tgtEl>
                                        <p:attrNameLst>
                                          <p:attrName>ppt_x</p:attrName>
                                        </p:attrNameLst>
                                      </p:cBhvr>
                                      <p:tavLst>
                                        <p:tav tm="0">
                                          <p:val>
                                            <p:strVal val="#ppt_x"/>
                                          </p:val>
                                        </p:tav>
                                        <p:tav tm="100000">
                                          <p:val>
                                            <p:strVal val="#ppt_x"/>
                                          </p:val>
                                        </p:tav>
                                      </p:tavLst>
                                    </p:anim>
                                    <p:anim calcmode="lin" valueType="num">
                                      <p:cBhvr>
                                        <p:cTn id="69" dur="1000" fill="hold"/>
                                        <p:tgtEl>
                                          <p:spTgt spid="8">
                                            <p:txEl>
                                              <p:pRg st="9" end="9"/>
                                            </p:txEl>
                                          </p:spTgt>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8">
                                            <p:txEl>
                                              <p:pRg st="10" end="10"/>
                                            </p:txEl>
                                          </p:spTgt>
                                        </p:tgtEl>
                                        <p:attrNameLst>
                                          <p:attrName>style.visibility</p:attrName>
                                        </p:attrNameLst>
                                      </p:cBhvr>
                                      <p:to>
                                        <p:strVal val="visible"/>
                                      </p:to>
                                    </p:set>
                                    <p:animEffect transition="in" filter="fade">
                                      <p:cBhvr>
                                        <p:cTn id="72" dur="1000"/>
                                        <p:tgtEl>
                                          <p:spTgt spid="8">
                                            <p:txEl>
                                              <p:pRg st="10" end="10"/>
                                            </p:txEl>
                                          </p:spTgt>
                                        </p:tgtEl>
                                      </p:cBhvr>
                                    </p:animEffect>
                                    <p:anim calcmode="lin" valueType="num">
                                      <p:cBhvr>
                                        <p:cTn id="73" dur="1000" fill="hold"/>
                                        <p:tgtEl>
                                          <p:spTgt spid="8">
                                            <p:txEl>
                                              <p:pRg st="10" end="10"/>
                                            </p:txEl>
                                          </p:spTgt>
                                        </p:tgtEl>
                                        <p:attrNameLst>
                                          <p:attrName>ppt_x</p:attrName>
                                        </p:attrNameLst>
                                      </p:cBhvr>
                                      <p:tavLst>
                                        <p:tav tm="0">
                                          <p:val>
                                            <p:strVal val="#ppt_x"/>
                                          </p:val>
                                        </p:tav>
                                        <p:tav tm="100000">
                                          <p:val>
                                            <p:strVal val="#ppt_x"/>
                                          </p:val>
                                        </p:tav>
                                      </p:tavLst>
                                    </p:anim>
                                    <p:anim calcmode="lin" valueType="num">
                                      <p:cBhvr>
                                        <p:cTn id="74" dur="1000" fill="hold"/>
                                        <p:tgtEl>
                                          <p:spTgt spid="8">
                                            <p:txEl>
                                              <p:pRg st="10" end="10"/>
                                            </p:txEl>
                                          </p:spTgt>
                                        </p:tgtEl>
                                        <p:attrNameLst>
                                          <p:attrName>ppt_y</p:attrName>
                                        </p:attrNameLst>
                                      </p:cBhvr>
                                      <p:tavLst>
                                        <p:tav tm="0">
                                          <p:val>
                                            <p:strVal val="#ppt_y+.1"/>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42" presetClass="entr" presetSubtype="0" fill="hold" nodeType="clickEffect">
                                  <p:stCondLst>
                                    <p:cond delay="0"/>
                                  </p:stCondLst>
                                  <p:childTnLst>
                                    <p:set>
                                      <p:cBhvr>
                                        <p:cTn id="78" dur="1" fill="hold">
                                          <p:stCondLst>
                                            <p:cond delay="0"/>
                                          </p:stCondLst>
                                        </p:cTn>
                                        <p:tgtEl>
                                          <p:spTgt spid="8">
                                            <p:txEl>
                                              <p:pRg st="11" end="11"/>
                                            </p:txEl>
                                          </p:spTgt>
                                        </p:tgtEl>
                                        <p:attrNameLst>
                                          <p:attrName>style.visibility</p:attrName>
                                        </p:attrNameLst>
                                      </p:cBhvr>
                                      <p:to>
                                        <p:strVal val="visible"/>
                                      </p:to>
                                    </p:set>
                                    <p:animEffect transition="in" filter="fade">
                                      <p:cBhvr>
                                        <p:cTn id="79" dur="1000"/>
                                        <p:tgtEl>
                                          <p:spTgt spid="8">
                                            <p:txEl>
                                              <p:pRg st="11" end="11"/>
                                            </p:txEl>
                                          </p:spTgt>
                                        </p:tgtEl>
                                      </p:cBhvr>
                                    </p:animEffect>
                                    <p:anim calcmode="lin" valueType="num">
                                      <p:cBhvr>
                                        <p:cTn id="80" dur="1000" fill="hold"/>
                                        <p:tgtEl>
                                          <p:spTgt spid="8">
                                            <p:txEl>
                                              <p:pRg st="11" end="11"/>
                                            </p:txEl>
                                          </p:spTgt>
                                        </p:tgtEl>
                                        <p:attrNameLst>
                                          <p:attrName>ppt_x</p:attrName>
                                        </p:attrNameLst>
                                      </p:cBhvr>
                                      <p:tavLst>
                                        <p:tav tm="0">
                                          <p:val>
                                            <p:strVal val="#ppt_x"/>
                                          </p:val>
                                        </p:tav>
                                        <p:tav tm="100000">
                                          <p:val>
                                            <p:strVal val="#ppt_x"/>
                                          </p:val>
                                        </p:tav>
                                      </p:tavLst>
                                    </p:anim>
                                    <p:anim calcmode="lin" valueType="num">
                                      <p:cBhvr>
                                        <p:cTn id="81" dur="1000" fill="hold"/>
                                        <p:tgtEl>
                                          <p:spTgt spid="8">
                                            <p:txEl>
                                              <p:pRg st="11" end="11"/>
                                            </p:txEl>
                                          </p:spTgt>
                                        </p:tgtEl>
                                        <p:attrNameLst>
                                          <p:attrName>ppt_y</p:attrName>
                                        </p:attrNameLst>
                                      </p:cBhvr>
                                      <p:tavLst>
                                        <p:tav tm="0">
                                          <p:val>
                                            <p:strVal val="#ppt_y+.1"/>
                                          </p:val>
                                        </p:tav>
                                        <p:tav tm="100000">
                                          <p:val>
                                            <p:strVal val="#ppt_y"/>
                                          </p:val>
                                        </p:tav>
                                      </p:tavLst>
                                    </p:anim>
                                  </p:childTnLst>
                                </p:cTn>
                              </p:par>
                              <p:par>
                                <p:cTn id="82" presetID="42" presetClass="entr" presetSubtype="0" fill="hold" nodeType="withEffect">
                                  <p:stCondLst>
                                    <p:cond delay="0"/>
                                  </p:stCondLst>
                                  <p:childTnLst>
                                    <p:set>
                                      <p:cBhvr>
                                        <p:cTn id="83" dur="1" fill="hold">
                                          <p:stCondLst>
                                            <p:cond delay="0"/>
                                          </p:stCondLst>
                                        </p:cTn>
                                        <p:tgtEl>
                                          <p:spTgt spid="8">
                                            <p:txEl>
                                              <p:pRg st="12" end="12"/>
                                            </p:txEl>
                                          </p:spTgt>
                                        </p:tgtEl>
                                        <p:attrNameLst>
                                          <p:attrName>style.visibility</p:attrName>
                                        </p:attrNameLst>
                                      </p:cBhvr>
                                      <p:to>
                                        <p:strVal val="visible"/>
                                      </p:to>
                                    </p:set>
                                    <p:animEffect transition="in" filter="fade">
                                      <p:cBhvr>
                                        <p:cTn id="84" dur="1000"/>
                                        <p:tgtEl>
                                          <p:spTgt spid="8">
                                            <p:txEl>
                                              <p:pRg st="12" end="12"/>
                                            </p:txEl>
                                          </p:spTgt>
                                        </p:tgtEl>
                                      </p:cBhvr>
                                    </p:animEffect>
                                    <p:anim calcmode="lin" valueType="num">
                                      <p:cBhvr>
                                        <p:cTn id="85" dur="1000" fill="hold"/>
                                        <p:tgtEl>
                                          <p:spTgt spid="8">
                                            <p:txEl>
                                              <p:pRg st="12" end="12"/>
                                            </p:txEl>
                                          </p:spTgt>
                                        </p:tgtEl>
                                        <p:attrNameLst>
                                          <p:attrName>ppt_x</p:attrName>
                                        </p:attrNameLst>
                                      </p:cBhvr>
                                      <p:tavLst>
                                        <p:tav tm="0">
                                          <p:val>
                                            <p:strVal val="#ppt_x"/>
                                          </p:val>
                                        </p:tav>
                                        <p:tav tm="100000">
                                          <p:val>
                                            <p:strVal val="#ppt_x"/>
                                          </p:val>
                                        </p:tav>
                                      </p:tavLst>
                                    </p:anim>
                                    <p:anim calcmode="lin" valueType="num">
                                      <p:cBhvr>
                                        <p:cTn id="86" dur="1000" fill="hold"/>
                                        <p:tgtEl>
                                          <p:spTgt spid="8">
                                            <p:txEl>
                                              <p:pRg st="12" end="12"/>
                                            </p:txEl>
                                          </p:spTgt>
                                        </p:tgtEl>
                                        <p:attrNameLst>
                                          <p:attrName>ppt_y</p:attrName>
                                        </p:attrNameLst>
                                      </p:cBhvr>
                                      <p:tavLst>
                                        <p:tav tm="0">
                                          <p:val>
                                            <p:strVal val="#ppt_y+.1"/>
                                          </p:val>
                                        </p:tav>
                                        <p:tav tm="100000">
                                          <p:val>
                                            <p:strVal val="#ppt_y"/>
                                          </p:val>
                                        </p:tav>
                                      </p:tavLst>
                                    </p:anim>
                                  </p:childTnLst>
                                </p:cTn>
                              </p:par>
                              <p:par>
                                <p:cTn id="87" presetID="42" presetClass="entr" presetSubtype="0" fill="hold" nodeType="withEffect">
                                  <p:stCondLst>
                                    <p:cond delay="0"/>
                                  </p:stCondLst>
                                  <p:childTnLst>
                                    <p:set>
                                      <p:cBhvr>
                                        <p:cTn id="88" dur="1" fill="hold">
                                          <p:stCondLst>
                                            <p:cond delay="0"/>
                                          </p:stCondLst>
                                        </p:cTn>
                                        <p:tgtEl>
                                          <p:spTgt spid="8">
                                            <p:txEl>
                                              <p:pRg st="13" end="13"/>
                                            </p:txEl>
                                          </p:spTgt>
                                        </p:tgtEl>
                                        <p:attrNameLst>
                                          <p:attrName>style.visibility</p:attrName>
                                        </p:attrNameLst>
                                      </p:cBhvr>
                                      <p:to>
                                        <p:strVal val="visible"/>
                                      </p:to>
                                    </p:set>
                                    <p:animEffect transition="in" filter="fade">
                                      <p:cBhvr>
                                        <p:cTn id="89" dur="1000"/>
                                        <p:tgtEl>
                                          <p:spTgt spid="8">
                                            <p:txEl>
                                              <p:pRg st="13" end="13"/>
                                            </p:txEl>
                                          </p:spTgt>
                                        </p:tgtEl>
                                      </p:cBhvr>
                                    </p:animEffect>
                                    <p:anim calcmode="lin" valueType="num">
                                      <p:cBhvr>
                                        <p:cTn id="90" dur="1000" fill="hold"/>
                                        <p:tgtEl>
                                          <p:spTgt spid="8">
                                            <p:txEl>
                                              <p:pRg st="13" end="13"/>
                                            </p:txEl>
                                          </p:spTgt>
                                        </p:tgtEl>
                                        <p:attrNameLst>
                                          <p:attrName>ppt_x</p:attrName>
                                        </p:attrNameLst>
                                      </p:cBhvr>
                                      <p:tavLst>
                                        <p:tav tm="0">
                                          <p:val>
                                            <p:strVal val="#ppt_x"/>
                                          </p:val>
                                        </p:tav>
                                        <p:tav tm="100000">
                                          <p:val>
                                            <p:strVal val="#ppt_x"/>
                                          </p:val>
                                        </p:tav>
                                      </p:tavLst>
                                    </p:anim>
                                    <p:anim calcmode="lin" valueType="num">
                                      <p:cBhvr>
                                        <p:cTn id="91" dur="1000" fill="hold"/>
                                        <p:tgtEl>
                                          <p:spTgt spid="8">
                                            <p:txEl>
                                              <p:pRg st="13" end="1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80</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SNMP</a:t>
            </a:r>
            <a:r>
              <a:rPr lang="fa-IR" sz="2400" b="1" dirty="0">
                <a:solidFill>
                  <a:srgbClr val="0000FF"/>
                </a:solidFill>
                <a:latin typeface="IRANSans(FaNum)" panose="02040503050201020203" pitchFamily="18" charset="-78"/>
                <a:cs typeface="IRANSans(FaNum)" panose="02040503050201020203" pitchFamily="18" charset="-78"/>
              </a:rPr>
              <a:t>: پایگاه اطلاعات مدیریتی (</a:t>
            </a:r>
            <a:r>
              <a:rPr lang="en-US" sz="2400" b="1" dirty="0">
                <a:solidFill>
                  <a:srgbClr val="0000FF"/>
                </a:solidFill>
                <a:latin typeface="IRANSans(FaNum)" panose="02040503050201020203" pitchFamily="18" charset="-78"/>
                <a:cs typeface="IRANSans(FaNum)" panose="02040503050201020203" pitchFamily="18" charset="-78"/>
              </a:rPr>
              <a:t>MIB</a:t>
            </a:r>
            <a:r>
              <a:rPr lang="fa-IR" sz="2400" b="1" dirty="0">
                <a:solidFill>
                  <a:srgbClr val="0000FF"/>
                </a:solidFill>
                <a:latin typeface="IRANSans(FaNum)" panose="02040503050201020203" pitchFamily="18" charset="-78"/>
                <a:cs typeface="IRANSans(FaNum)" panose="02040503050201020203" pitchFamily="18" charset="-78"/>
              </a:rPr>
              <a:t>)</a:t>
            </a:r>
          </a:p>
        </p:txBody>
      </p:sp>
      <p:pic>
        <p:nvPicPr>
          <p:cNvPr id="11" name="Picture 10">
            <a:extLst>
              <a:ext uri="{FF2B5EF4-FFF2-40B4-BE49-F238E27FC236}">
                <a16:creationId xmlns:a16="http://schemas.microsoft.com/office/drawing/2014/main" id="{8BB6B859-DE33-417B-08D3-1F2A017BDED9}"/>
              </a:ext>
            </a:extLst>
          </p:cNvPr>
          <p:cNvPicPr>
            <a:picLocks noChangeAspect="1"/>
          </p:cNvPicPr>
          <p:nvPr/>
        </p:nvPicPr>
        <p:blipFill>
          <a:blip r:embed="rId4"/>
          <a:stretch>
            <a:fillRect/>
          </a:stretch>
        </p:blipFill>
        <p:spPr>
          <a:xfrm>
            <a:off x="2608217" y="1936238"/>
            <a:ext cx="6962775" cy="4476750"/>
          </a:xfrm>
          <a:prstGeom prst="rect">
            <a:avLst/>
          </a:prstGeom>
        </p:spPr>
      </p:pic>
    </p:spTree>
    <p:extLst>
      <p:ext uri="{BB962C8B-B14F-4D97-AF65-F5344CB8AC3E}">
        <p14:creationId xmlns:p14="http://schemas.microsoft.com/office/powerpoint/2010/main" val="829448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p:cTn id="19" dur="500" fill="hold"/>
                                        <p:tgtEl>
                                          <p:spTgt spid="11"/>
                                        </p:tgtEl>
                                        <p:attrNameLst>
                                          <p:attrName>ppt_w</p:attrName>
                                        </p:attrNameLst>
                                      </p:cBhvr>
                                      <p:tavLst>
                                        <p:tav tm="0">
                                          <p:val>
                                            <p:fltVal val="0"/>
                                          </p:val>
                                        </p:tav>
                                        <p:tav tm="100000">
                                          <p:val>
                                            <p:strVal val="#ppt_w"/>
                                          </p:val>
                                        </p:tav>
                                      </p:tavLst>
                                    </p:anim>
                                    <p:anim calcmode="lin" valueType="num">
                                      <p:cBhvr>
                                        <p:cTn id="20" dur="500" fill="hold"/>
                                        <p:tgtEl>
                                          <p:spTgt spid="11"/>
                                        </p:tgtEl>
                                        <p:attrNameLst>
                                          <p:attrName>ppt_h</p:attrName>
                                        </p:attrNameLst>
                                      </p:cBhvr>
                                      <p:tavLst>
                                        <p:tav tm="0">
                                          <p:val>
                                            <p:fltVal val="0"/>
                                          </p:val>
                                        </p:tav>
                                        <p:tav tm="100000">
                                          <p:val>
                                            <p:strVal val="#ppt_h"/>
                                          </p:val>
                                        </p:tav>
                                      </p:tavLst>
                                    </p:anim>
                                    <p:animEffect transition="in" filter="fad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81</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SNMP</a:t>
            </a:r>
            <a:r>
              <a:rPr lang="fa-IR" sz="2400" b="1" dirty="0">
                <a:solidFill>
                  <a:srgbClr val="0000FF"/>
                </a:solidFill>
                <a:latin typeface="IRANSans(FaNum)" panose="02040503050201020203" pitchFamily="18" charset="-78"/>
                <a:cs typeface="IRANSans(FaNum)" panose="02040503050201020203" pitchFamily="18" charset="-78"/>
              </a:rPr>
              <a:t>: پایگاه اطلاعات مدیریتی (</a:t>
            </a:r>
            <a:r>
              <a:rPr lang="en-US" sz="2400" b="1" dirty="0">
                <a:solidFill>
                  <a:srgbClr val="0000FF"/>
                </a:solidFill>
                <a:latin typeface="IRANSans(FaNum)" panose="02040503050201020203" pitchFamily="18" charset="-78"/>
                <a:cs typeface="IRANSans(FaNum)" panose="02040503050201020203" pitchFamily="18" charset="-78"/>
              </a:rPr>
              <a:t>MIB</a:t>
            </a:r>
            <a:r>
              <a:rPr lang="fa-IR" sz="2400" b="1" dirty="0">
                <a:solidFill>
                  <a:srgbClr val="0000FF"/>
                </a:solidFill>
                <a:latin typeface="IRANSans(FaNum)" panose="02040503050201020203" pitchFamily="18" charset="-78"/>
                <a:cs typeface="IRANSans(FaNum)" panose="02040503050201020203" pitchFamily="18" charset="-78"/>
              </a:rPr>
              <a:t>)</a:t>
            </a:r>
          </a:p>
        </p:txBody>
      </p:sp>
      <p:pic>
        <p:nvPicPr>
          <p:cNvPr id="13" name="Picture 12">
            <a:extLst>
              <a:ext uri="{FF2B5EF4-FFF2-40B4-BE49-F238E27FC236}">
                <a16:creationId xmlns:a16="http://schemas.microsoft.com/office/drawing/2014/main" id="{FEB6E637-1D9E-125A-3073-22EBC32286CE}"/>
              </a:ext>
            </a:extLst>
          </p:cNvPr>
          <p:cNvPicPr>
            <a:picLocks noChangeAspect="1"/>
          </p:cNvPicPr>
          <p:nvPr/>
        </p:nvPicPr>
        <p:blipFill>
          <a:blip r:embed="rId4"/>
          <a:stretch>
            <a:fillRect/>
          </a:stretch>
        </p:blipFill>
        <p:spPr>
          <a:xfrm>
            <a:off x="2753233" y="1872146"/>
            <a:ext cx="6685533" cy="4610424"/>
          </a:xfrm>
          <a:prstGeom prst="rect">
            <a:avLst/>
          </a:prstGeom>
        </p:spPr>
      </p:pic>
    </p:spTree>
    <p:extLst>
      <p:ext uri="{BB962C8B-B14F-4D97-AF65-F5344CB8AC3E}">
        <p14:creationId xmlns:p14="http://schemas.microsoft.com/office/powerpoint/2010/main" val="3761344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500" fill="hold"/>
                                        <p:tgtEl>
                                          <p:spTgt spid="13"/>
                                        </p:tgtEl>
                                        <p:attrNameLst>
                                          <p:attrName>ppt_w</p:attrName>
                                        </p:attrNameLst>
                                      </p:cBhvr>
                                      <p:tavLst>
                                        <p:tav tm="0">
                                          <p:val>
                                            <p:fltVal val="0"/>
                                          </p:val>
                                        </p:tav>
                                        <p:tav tm="100000">
                                          <p:val>
                                            <p:strVal val="#ppt_w"/>
                                          </p:val>
                                        </p:tav>
                                      </p:tavLst>
                                    </p:anim>
                                    <p:anim calcmode="lin" valueType="num">
                                      <p:cBhvr>
                                        <p:cTn id="20" dur="500" fill="hold"/>
                                        <p:tgtEl>
                                          <p:spTgt spid="13"/>
                                        </p:tgtEl>
                                        <p:attrNameLst>
                                          <p:attrName>ppt_h</p:attrName>
                                        </p:attrNameLst>
                                      </p:cBhvr>
                                      <p:tavLst>
                                        <p:tav tm="0">
                                          <p:val>
                                            <p:fltVal val="0"/>
                                          </p:val>
                                        </p:tav>
                                        <p:tav tm="100000">
                                          <p:val>
                                            <p:strVal val="#ppt_h"/>
                                          </p:val>
                                        </p:tav>
                                      </p:tavLst>
                                    </p:anim>
                                    <p:animEffect transition="in" filter="fade">
                                      <p:cBhvr>
                                        <p:cTn id="2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82</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algn="r" rtl="1">
              <a:lnSpc>
                <a:spcPct val="130000"/>
              </a:lnSpc>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SNMP</a:t>
            </a:r>
            <a:r>
              <a:rPr lang="fa-IR" sz="2400" b="1" dirty="0">
                <a:solidFill>
                  <a:srgbClr val="0000FF"/>
                </a:solidFill>
                <a:latin typeface="IRANSans(FaNum)" panose="02040503050201020203" pitchFamily="18" charset="-78"/>
                <a:cs typeface="IRANSans(FaNum)" panose="02040503050201020203" pitchFamily="18" charset="-78"/>
              </a:rPr>
              <a:t>: پایگاه اطلاعات مدیریتی (</a:t>
            </a:r>
            <a:r>
              <a:rPr lang="en-US" sz="2400" b="1" dirty="0">
                <a:solidFill>
                  <a:srgbClr val="0000FF"/>
                </a:solidFill>
                <a:latin typeface="IRANSans(FaNum)" panose="02040503050201020203" pitchFamily="18" charset="-78"/>
                <a:cs typeface="IRANSans(FaNum)" panose="02040503050201020203" pitchFamily="18" charset="-78"/>
              </a:rPr>
              <a:t>MIB</a:t>
            </a:r>
            <a:r>
              <a:rPr lang="fa-IR" sz="2400" b="1" dirty="0">
                <a:solidFill>
                  <a:srgbClr val="0000FF"/>
                </a:solidFill>
                <a:latin typeface="IRANSans(FaNum)" panose="02040503050201020203" pitchFamily="18" charset="-78"/>
                <a:cs typeface="IRANSans(FaNum)" panose="02040503050201020203" pitchFamily="18" charset="-78"/>
              </a:rPr>
              <a:t>)</a:t>
            </a:r>
          </a:p>
        </p:txBody>
      </p:sp>
      <p:grpSp>
        <p:nvGrpSpPr>
          <p:cNvPr id="11" name="Group 10">
            <a:extLst>
              <a:ext uri="{FF2B5EF4-FFF2-40B4-BE49-F238E27FC236}">
                <a16:creationId xmlns:a16="http://schemas.microsoft.com/office/drawing/2014/main" id="{8F68D375-B289-BC82-D201-682A5C6984FD}"/>
              </a:ext>
            </a:extLst>
          </p:cNvPr>
          <p:cNvGrpSpPr/>
          <p:nvPr/>
        </p:nvGrpSpPr>
        <p:grpSpPr>
          <a:xfrm>
            <a:off x="1293160" y="2751368"/>
            <a:ext cx="10030690" cy="2178050"/>
            <a:chOff x="1440874" y="1521114"/>
            <a:chExt cx="10030690" cy="2178050"/>
          </a:xfrm>
        </p:grpSpPr>
        <p:sp>
          <p:nvSpPr>
            <p:cNvPr id="12" name="Rectangle 11">
              <a:extLst>
                <a:ext uri="{FF2B5EF4-FFF2-40B4-BE49-F238E27FC236}">
                  <a16:creationId xmlns:a16="http://schemas.microsoft.com/office/drawing/2014/main" id="{2585561A-5934-7401-C928-35C00F39D928}"/>
                </a:ext>
              </a:extLst>
            </p:cNvPr>
            <p:cNvSpPr/>
            <p:nvPr/>
          </p:nvSpPr>
          <p:spPr>
            <a:xfrm>
              <a:off x="1440874" y="1523996"/>
              <a:ext cx="9919854" cy="2175168"/>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Box 3">
              <a:extLst>
                <a:ext uri="{FF2B5EF4-FFF2-40B4-BE49-F238E27FC236}">
                  <a16:creationId xmlns:a16="http://schemas.microsoft.com/office/drawing/2014/main" id="{597C0A28-2FC3-6B7D-73D2-67D0B68DE704}"/>
                </a:ext>
              </a:extLst>
            </p:cNvPr>
            <p:cNvSpPr txBox="1">
              <a:spLocks noChangeArrowheads="1"/>
            </p:cNvSpPr>
            <p:nvPr/>
          </p:nvSpPr>
          <p:spPr bwMode="auto">
            <a:xfrm>
              <a:off x="1471180" y="1521114"/>
              <a:ext cx="10000384" cy="2169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50000"/>
                </a:spcBef>
              </a:pPr>
              <a:r>
                <a:rPr lang="en-US" altLang="en-US" sz="2000" b="1" dirty="0">
                  <a:solidFill>
                    <a:srgbClr val="0000A8"/>
                  </a:solidFill>
                </a:rPr>
                <a:t>Object ID          Name                     Type                    Comments</a:t>
              </a:r>
            </a:p>
            <a:p>
              <a:pPr algn="l">
                <a:spcBef>
                  <a:spcPts val="600"/>
                </a:spcBef>
              </a:pPr>
              <a:r>
                <a:rPr lang="en-US" altLang="en-US" dirty="0"/>
                <a:t>1.3.6.1.2.1.7.1    </a:t>
              </a:r>
              <a:r>
                <a:rPr lang="en-US" altLang="en-US" dirty="0" err="1"/>
                <a:t>udpInDatagrams</a:t>
              </a:r>
              <a:r>
                <a:rPr lang="en-US" altLang="en-US" dirty="0"/>
                <a:t>      32-bit counter       total # datagrams delivered </a:t>
              </a:r>
            </a:p>
            <a:p>
              <a:pPr algn="l">
                <a:spcBef>
                  <a:spcPts val="600"/>
                </a:spcBef>
              </a:pPr>
              <a:r>
                <a:rPr lang="en-US" altLang="en-US" dirty="0"/>
                <a:t>1.3.6.1.2.1.7.2    </a:t>
              </a:r>
              <a:r>
                <a:rPr lang="en-US" altLang="en-US" dirty="0" err="1"/>
                <a:t>udpNoPorts</a:t>
              </a:r>
              <a:r>
                <a:rPr lang="en-US" altLang="en-US" dirty="0"/>
                <a:t>               32-bit counter      # undeliverable datagrams (no application at port)</a:t>
              </a:r>
            </a:p>
            <a:p>
              <a:pPr>
                <a:spcBef>
                  <a:spcPts val="600"/>
                </a:spcBef>
              </a:pPr>
              <a:r>
                <a:rPr lang="en-US" altLang="en-US" dirty="0"/>
                <a:t>1.3.6.1.2.1.7.3    </a:t>
              </a:r>
              <a:r>
                <a:rPr lang="en-US" altLang="en-US" dirty="0" err="1"/>
                <a:t>udpInErrors</a:t>
              </a:r>
              <a:r>
                <a:rPr lang="en-US" altLang="en-US" dirty="0"/>
                <a:t>               32-bit counter      # undeliverable datagrams (all other reasons)</a:t>
              </a:r>
            </a:p>
            <a:p>
              <a:pPr>
                <a:spcBef>
                  <a:spcPts val="600"/>
                </a:spcBef>
              </a:pPr>
              <a:r>
                <a:rPr lang="en-US" altLang="en-US" dirty="0"/>
                <a:t>1.3.6.1.2.1.7.4    </a:t>
              </a:r>
              <a:r>
                <a:rPr lang="en-US" altLang="en-US" dirty="0" err="1"/>
                <a:t>udpOutDatagrams</a:t>
              </a:r>
              <a:r>
                <a:rPr lang="en-US" altLang="en-US" dirty="0"/>
                <a:t>   32-bit counter      total  # datagrams sent</a:t>
              </a:r>
            </a:p>
            <a:p>
              <a:pPr algn="l">
                <a:spcBef>
                  <a:spcPts val="600"/>
                </a:spcBef>
              </a:pPr>
              <a:r>
                <a:rPr lang="en-US" altLang="en-US" dirty="0"/>
                <a:t>1.3.6.1.2.1.7.5    </a:t>
              </a:r>
              <a:r>
                <a:rPr lang="en-US" altLang="en-US" dirty="0" err="1"/>
                <a:t>udpTable</a:t>
              </a:r>
              <a:r>
                <a:rPr lang="en-US" altLang="en-US" dirty="0"/>
                <a:t>	             SEQUENCE            one entry for each port currently in use</a:t>
              </a:r>
            </a:p>
          </p:txBody>
        </p:sp>
      </p:grpSp>
      <p:sp>
        <p:nvSpPr>
          <p:cNvPr id="15" name="TextBox 14">
            <a:extLst>
              <a:ext uri="{FF2B5EF4-FFF2-40B4-BE49-F238E27FC236}">
                <a16:creationId xmlns:a16="http://schemas.microsoft.com/office/drawing/2014/main" id="{0985DD08-E5E2-6B39-1B34-CD381E5C52E9}"/>
              </a:ext>
            </a:extLst>
          </p:cNvPr>
          <p:cNvSpPr txBox="1"/>
          <p:nvPr/>
        </p:nvSpPr>
        <p:spPr>
          <a:xfrm>
            <a:off x="2325207" y="1856813"/>
            <a:ext cx="9625781" cy="492443"/>
          </a:xfrm>
          <a:prstGeom prst="rect">
            <a:avLst/>
          </a:prstGeom>
          <a:noFill/>
        </p:spPr>
        <p:txBody>
          <a:bodyPr wrap="square">
            <a:spAutoFit/>
          </a:bodyPr>
          <a:lstStyle/>
          <a:p>
            <a:pPr marL="0" indent="0" algn="r" rtl="1">
              <a:lnSpc>
                <a:spcPct val="130000"/>
              </a:lnSpc>
              <a:spcBef>
                <a:spcPts val="0"/>
              </a:spcBef>
              <a:buNone/>
            </a:pPr>
            <a:r>
              <a:rPr lang="fa-IR" sz="2000" b="1" dirty="0">
                <a:solidFill>
                  <a:srgbClr val="C00000"/>
                </a:solidFill>
                <a:latin typeface="IRANSans(FaNum)" panose="02040503050201020203" pitchFamily="18" charset="-78"/>
                <a:cs typeface="IRANSans(FaNum)" panose="02040503050201020203" pitchFamily="18" charset="-78"/>
              </a:rPr>
              <a:t>مثالی از شیء‌های مدیریتی (متغیرهای) گروه پروتکل </a:t>
            </a:r>
            <a:r>
              <a:rPr lang="en-US" sz="2000" b="1" dirty="0">
                <a:solidFill>
                  <a:srgbClr val="C00000"/>
                </a:solidFill>
                <a:latin typeface="IRANSans(FaNum)" panose="02040503050201020203" pitchFamily="18" charset="-78"/>
                <a:cs typeface="IRANSans(FaNum)" panose="02040503050201020203" pitchFamily="18" charset="-78"/>
              </a:rPr>
              <a:t>UDP</a:t>
            </a:r>
            <a:endParaRPr lang="fa-IR" sz="2000" b="1" dirty="0">
              <a:solidFill>
                <a:srgbClr val="C00000"/>
              </a:solidFill>
              <a:latin typeface="IRANSans(FaNum)" panose="02040503050201020203" pitchFamily="18" charset="-78"/>
              <a:cs typeface="IRANSans(FaNum)" panose="02040503050201020203" pitchFamily="18" charset="-78"/>
            </a:endParaRPr>
          </a:p>
        </p:txBody>
      </p:sp>
    </p:spTree>
    <p:extLst>
      <p:ext uri="{BB962C8B-B14F-4D97-AF65-F5344CB8AC3E}">
        <p14:creationId xmlns:p14="http://schemas.microsoft.com/office/powerpoint/2010/main" val="3312812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1000"/>
                                        <p:tgtEl>
                                          <p:spTgt spid="15"/>
                                        </p:tgtEl>
                                      </p:cBhvr>
                                    </p:animEffect>
                                    <p:anim calcmode="lin" valueType="num">
                                      <p:cBhvr>
                                        <p:cTn id="20" dur="1000" fill="hold"/>
                                        <p:tgtEl>
                                          <p:spTgt spid="15"/>
                                        </p:tgtEl>
                                        <p:attrNameLst>
                                          <p:attrName>ppt_x</p:attrName>
                                        </p:attrNameLst>
                                      </p:cBhvr>
                                      <p:tavLst>
                                        <p:tav tm="0">
                                          <p:val>
                                            <p:strVal val="#ppt_x"/>
                                          </p:val>
                                        </p:tav>
                                        <p:tav tm="100000">
                                          <p:val>
                                            <p:strVal val="#ppt_x"/>
                                          </p:val>
                                        </p:tav>
                                      </p:tavLst>
                                    </p:anim>
                                    <p:anim calcmode="lin" valueType="num">
                                      <p:cBhvr>
                                        <p:cTn id="21" dur="1000" fill="hold"/>
                                        <p:tgtEl>
                                          <p:spTgt spid="15"/>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9" presetClass="entr" presetSubtype="0" fill="hold"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dissolve">
                                      <p:cBhvr>
                                        <p:cTn id="2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5"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83</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NETCONF</a:t>
            </a:r>
            <a:r>
              <a:rPr lang="fa-IR" sz="2400" b="1" dirty="0">
                <a:solidFill>
                  <a:srgbClr val="0000FF"/>
                </a:solidFill>
                <a:latin typeface="IRANSans(FaNum)" panose="02040503050201020203" pitchFamily="18" charset="-78"/>
                <a:cs typeface="IRANSans(FaNum)" panose="02040503050201020203" pitchFamily="18" charset="-78"/>
              </a:rPr>
              <a:t>:</a:t>
            </a:r>
          </a:p>
        </p:txBody>
      </p:sp>
      <p:sp>
        <p:nvSpPr>
          <p:cNvPr id="18" name="Content Placeholder 2">
            <a:extLst>
              <a:ext uri="{FF2B5EF4-FFF2-40B4-BE49-F238E27FC236}">
                <a16:creationId xmlns:a16="http://schemas.microsoft.com/office/drawing/2014/main" id="{8EEC4A70-BB43-9069-D9AA-86A60CC5F7D1}"/>
              </a:ext>
            </a:extLst>
          </p:cNvPr>
          <p:cNvSpPr>
            <a:spLocks noGrp="1"/>
          </p:cNvSpPr>
          <p:nvPr>
            <p:ph idx="1"/>
          </p:nvPr>
        </p:nvSpPr>
        <p:spPr>
          <a:xfrm>
            <a:off x="798964" y="1937959"/>
            <a:ext cx="10768445" cy="4746045"/>
          </a:xfrm>
        </p:spPr>
        <p:txBody>
          <a:bodyPr>
            <a:normAutofit/>
          </a:bodyPr>
          <a:lstStyle/>
          <a:p>
            <a:pPr indent="-284163">
              <a:lnSpc>
                <a:spcPct val="120000"/>
              </a:lnSpc>
              <a:spcBef>
                <a:spcPts val="0"/>
              </a:spcBef>
              <a:spcAft>
                <a:spcPts val="600"/>
              </a:spcAft>
            </a:pPr>
            <a:r>
              <a:rPr lang="fa-IR" sz="2400" b="1" dirty="0">
                <a:solidFill>
                  <a:srgbClr val="C00000"/>
                </a:solidFill>
                <a:latin typeface="IRANSans(FaNum)" panose="02040503050201020203" pitchFamily="18" charset="-78"/>
              </a:rPr>
              <a:t>هدف:</a:t>
            </a:r>
            <a:r>
              <a:rPr lang="fa-IR" sz="2000" b="1" dirty="0">
                <a:latin typeface="IRANSans(FaNum)" panose="02040503050201020203" pitchFamily="18" charset="-78"/>
              </a:rPr>
              <a:t> </a:t>
            </a:r>
            <a:r>
              <a:rPr lang="fa-IR" sz="2000" b="1" dirty="0">
                <a:solidFill>
                  <a:srgbClr val="0000C8"/>
                </a:solidFill>
                <a:latin typeface="IRANSans(FaNum)" panose="02040503050201020203" pitchFamily="18" charset="-78"/>
              </a:rPr>
              <a:t>مدیریت و پیکربندی فعال دستگاه‌ها در سطح شبکه</a:t>
            </a:r>
            <a:endParaRPr lang="en-US" sz="2000" b="1" dirty="0">
              <a:solidFill>
                <a:srgbClr val="0000C8"/>
              </a:solidFill>
              <a:latin typeface="IRANSans(FaNum)" panose="02040503050201020203" pitchFamily="18" charset="-78"/>
            </a:endParaRPr>
          </a:p>
          <a:p>
            <a:pPr indent="-284163">
              <a:lnSpc>
                <a:spcPct val="120000"/>
              </a:lnSpc>
              <a:spcBef>
                <a:spcPts val="1200"/>
              </a:spcBef>
              <a:spcAft>
                <a:spcPts val="600"/>
              </a:spcAft>
            </a:pPr>
            <a:r>
              <a:rPr lang="fa-IR" sz="2000" b="1" dirty="0">
                <a:solidFill>
                  <a:srgbClr val="0000C8"/>
                </a:solidFill>
                <a:latin typeface="IRANSans(FaNum)" panose="02040503050201020203" pitchFamily="18" charset="-78"/>
              </a:rPr>
              <a:t>انجام عملیات بین سیستم‌های مدیریتی و دستگاه‌های تحت مدیریت شبکه</a:t>
            </a:r>
            <a:endParaRPr lang="en-US" sz="2000" b="1" dirty="0">
              <a:solidFill>
                <a:srgbClr val="0000C8"/>
              </a:solidFill>
              <a:latin typeface="IRANSans(FaNum)" panose="02040503050201020203" pitchFamily="18" charset="-78"/>
            </a:endParaRPr>
          </a:p>
          <a:p>
            <a:pPr lvl="1">
              <a:lnSpc>
                <a:spcPct val="120000"/>
              </a:lnSpc>
              <a:spcBef>
                <a:spcPts val="0"/>
              </a:spcBef>
              <a:spcAft>
                <a:spcPts val="600"/>
              </a:spcAft>
            </a:pPr>
            <a:r>
              <a:rPr lang="fa-IR" sz="1800" b="1" dirty="0">
                <a:solidFill>
                  <a:srgbClr val="0000C8"/>
                </a:solidFill>
                <a:latin typeface="IRANSans(FaNum)" panose="02040503050201020203" pitchFamily="18" charset="-78"/>
              </a:rPr>
              <a:t>اقدامات: بازیابی، تنظیم، تغییر و فعال‌سازی پیکربندی‌های</a:t>
            </a:r>
          </a:p>
          <a:p>
            <a:pPr lvl="1">
              <a:lnSpc>
                <a:spcPct val="120000"/>
              </a:lnSpc>
              <a:spcBef>
                <a:spcPts val="0"/>
              </a:spcBef>
              <a:spcAft>
                <a:spcPts val="600"/>
              </a:spcAft>
            </a:pPr>
            <a:r>
              <a:rPr lang="fa-IR" sz="1800" b="1" dirty="0">
                <a:solidFill>
                  <a:srgbClr val="0000C8"/>
                </a:solidFill>
                <a:latin typeface="IRANSans(FaNum)" panose="02040503050201020203" pitchFamily="18" charset="-78"/>
              </a:rPr>
              <a:t>انجام اقدامات بر روی دستگاه‌های متعدد به صورت همزمان (</a:t>
            </a:r>
            <a:r>
              <a:rPr lang="en-US" sz="1800" b="1" dirty="0">
                <a:solidFill>
                  <a:srgbClr val="0000C8"/>
                </a:solidFill>
                <a:latin typeface="IRANSans(FaNum)" panose="02040503050201020203" pitchFamily="18" charset="-78"/>
              </a:rPr>
              <a:t>atomic-commit</a:t>
            </a:r>
            <a:r>
              <a:rPr lang="fa-IR" sz="1800" b="1" dirty="0">
                <a:solidFill>
                  <a:srgbClr val="0000C8"/>
                </a:solidFill>
                <a:latin typeface="IRANSans(FaNum)" panose="02040503050201020203" pitchFamily="18" charset="-78"/>
              </a:rPr>
              <a:t>)</a:t>
            </a:r>
            <a:endParaRPr lang="en-US" sz="1800" b="1" dirty="0">
              <a:solidFill>
                <a:srgbClr val="0000C8"/>
              </a:solidFill>
              <a:latin typeface="IRANSans(FaNum)" panose="02040503050201020203" pitchFamily="18" charset="-78"/>
            </a:endParaRPr>
          </a:p>
          <a:p>
            <a:pPr lvl="1">
              <a:lnSpc>
                <a:spcPct val="120000"/>
              </a:lnSpc>
              <a:spcBef>
                <a:spcPts val="0"/>
              </a:spcBef>
              <a:spcAft>
                <a:spcPts val="600"/>
              </a:spcAft>
            </a:pPr>
            <a:r>
              <a:rPr lang="fa-IR" sz="1800" b="1" dirty="0">
                <a:solidFill>
                  <a:srgbClr val="0000C8"/>
                </a:solidFill>
                <a:latin typeface="IRANSans(FaNum)" panose="02040503050201020203" pitchFamily="18" charset="-78"/>
              </a:rPr>
              <a:t>پرس و جو اطلاعات عملیاتی و آمارها</a:t>
            </a:r>
            <a:endParaRPr lang="en-US" sz="1800" b="1" dirty="0">
              <a:solidFill>
                <a:srgbClr val="0000C8"/>
              </a:solidFill>
              <a:latin typeface="IRANSans(FaNum)" panose="02040503050201020203" pitchFamily="18" charset="-78"/>
            </a:endParaRPr>
          </a:p>
          <a:p>
            <a:pPr lvl="1">
              <a:lnSpc>
                <a:spcPct val="120000"/>
              </a:lnSpc>
              <a:spcBef>
                <a:spcPts val="0"/>
              </a:spcBef>
              <a:spcAft>
                <a:spcPts val="600"/>
              </a:spcAft>
            </a:pPr>
            <a:r>
              <a:rPr lang="fa-IR" sz="1800" b="1" dirty="0">
                <a:solidFill>
                  <a:srgbClr val="0000C8"/>
                </a:solidFill>
                <a:latin typeface="IRANSans(FaNum)" panose="02040503050201020203" pitchFamily="18" charset="-78"/>
              </a:rPr>
              <a:t>دریافت اعلان‌ها (اطلاع‌رسانی‌ها) از دستگاه‌ها</a:t>
            </a:r>
            <a:endParaRPr lang="en-US" sz="1800" b="1" dirty="0">
              <a:solidFill>
                <a:srgbClr val="0000C8"/>
              </a:solidFill>
              <a:latin typeface="IRANSans(FaNum)" panose="02040503050201020203" pitchFamily="18" charset="-78"/>
            </a:endParaRPr>
          </a:p>
          <a:p>
            <a:pPr indent="-284163">
              <a:lnSpc>
                <a:spcPct val="120000"/>
              </a:lnSpc>
              <a:spcBef>
                <a:spcPts val="1200"/>
              </a:spcBef>
              <a:spcAft>
                <a:spcPts val="600"/>
              </a:spcAft>
            </a:pPr>
            <a:r>
              <a:rPr lang="fa-IR" sz="2000" b="1" dirty="0">
                <a:solidFill>
                  <a:srgbClr val="0000C8"/>
                </a:solidFill>
                <a:latin typeface="IRANSans(FaNum)" panose="02040503050201020203" pitchFamily="18" charset="-78"/>
              </a:rPr>
              <a:t>پارادایم فراخوانی رویه‌ها از راه‌دور (</a:t>
            </a:r>
            <a:r>
              <a:rPr lang="en-US" sz="2000" b="1" dirty="0">
                <a:solidFill>
                  <a:srgbClr val="0000C8"/>
                </a:solidFill>
                <a:latin typeface="IRANSans(FaNum)" panose="02040503050201020203" pitchFamily="18" charset="-78"/>
              </a:rPr>
              <a:t>remote procedure call - RPC</a:t>
            </a:r>
            <a:r>
              <a:rPr lang="fa-IR" sz="2000" b="1" dirty="0">
                <a:solidFill>
                  <a:srgbClr val="0000C8"/>
                </a:solidFill>
                <a:latin typeface="IRANSans(FaNum)" panose="02040503050201020203" pitchFamily="18" charset="-78"/>
              </a:rPr>
              <a:t>)</a:t>
            </a:r>
            <a:endParaRPr lang="en-US" sz="2000" b="1" dirty="0">
              <a:solidFill>
                <a:srgbClr val="0000C8"/>
              </a:solidFill>
              <a:latin typeface="IRANSans(FaNum)" panose="02040503050201020203" pitchFamily="18" charset="-78"/>
            </a:endParaRPr>
          </a:p>
          <a:p>
            <a:pPr lvl="1">
              <a:lnSpc>
                <a:spcPct val="120000"/>
              </a:lnSpc>
              <a:spcBef>
                <a:spcPts val="0"/>
              </a:spcBef>
              <a:spcAft>
                <a:spcPts val="600"/>
              </a:spcAft>
            </a:pPr>
            <a:r>
              <a:rPr lang="fa-IR" sz="1800" b="1" dirty="0">
                <a:solidFill>
                  <a:srgbClr val="0000C8"/>
                </a:solidFill>
                <a:latin typeface="IRANSans(FaNum)" panose="02040503050201020203" pitchFamily="18" charset="-78"/>
              </a:rPr>
              <a:t>بیان پیام‌های پروتکل </a:t>
            </a:r>
            <a:r>
              <a:rPr lang="en-US" sz="1800" b="1" dirty="0">
                <a:solidFill>
                  <a:srgbClr val="0000C8"/>
                </a:solidFill>
                <a:latin typeface="IRANSans(FaNum)" panose="02040503050201020203" pitchFamily="18" charset="-78"/>
              </a:rPr>
              <a:t>NETCONF</a:t>
            </a:r>
            <a:r>
              <a:rPr lang="fa-IR" sz="1800" b="1" dirty="0">
                <a:solidFill>
                  <a:srgbClr val="0000C8"/>
                </a:solidFill>
                <a:latin typeface="IRANSans(FaNum)" panose="02040503050201020203" pitchFamily="18" charset="-78"/>
              </a:rPr>
              <a:t> با استفاده از زبان </a:t>
            </a:r>
            <a:r>
              <a:rPr lang="en-US" sz="1800" b="1" dirty="0">
                <a:solidFill>
                  <a:srgbClr val="0000C8"/>
                </a:solidFill>
                <a:latin typeface="IRANSans(FaNum)" panose="02040503050201020203" pitchFamily="18" charset="-78"/>
              </a:rPr>
              <a:t>XML</a:t>
            </a:r>
          </a:p>
          <a:p>
            <a:pPr lvl="1">
              <a:lnSpc>
                <a:spcPct val="120000"/>
              </a:lnSpc>
              <a:spcBef>
                <a:spcPts val="0"/>
              </a:spcBef>
              <a:spcAft>
                <a:spcPts val="600"/>
              </a:spcAft>
            </a:pPr>
            <a:r>
              <a:rPr lang="fa-IR" sz="1800" b="1" dirty="0">
                <a:solidFill>
                  <a:srgbClr val="0000C8"/>
                </a:solidFill>
                <a:latin typeface="IRANSans(FaNum)" panose="02040503050201020203" pitchFamily="18" charset="-78"/>
              </a:rPr>
              <a:t>مبادله داده‌ها بر روی پروتکل انتقال مطمئن و امن (به عنوان مثال </a:t>
            </a:r>
            <a:r>
              <a:rPr lang="en-US" sz="1800" b="1" dirty="0">
                <a:solidFill>
                  <a:srgbClr val="0000C8"/>
                </a:solidFill>
                <a:latin typeface="IRANSans(FaNum)" panose="02040503050201020203" pitchFamily="18" charset="-78"/>
              </a:rPr>
              <a:t>TLS</a:t>
            </a:r>
            <a:r>
              <a:rPr lang="fa-IR" sz="1800" b="1" dirty="0">
                <a:solidFill>
                  <a:srgbClr val="0000C8"/>
                </a:solidFill>
                <a:latin typeface="IRANSans(FaNum)" panose="02040503050201020203" pitchFamily="18" charset="-78"/>
              </a:rPr>
              <a:t>)</a:t>
            </a:r>
            <a:endParaRPr lang="en-US" sz="1800" b="1" dirty="0">
              <a:solidFill>
                <a:srgbClr val="0000C8"/>
              </a:solidFill>
              <a:latin typeface="IRANSans(FaNum)" panose="02040503050201020203" pitchFamily="18" charset="-78"/>
            </a:endParaRPr>
          </a:p>
          <a:p>
            <a:pPr lvl="1">
              <a:lnSpc>
                <a:spcPct val="120000"/>
              </a:lnSpc>
              <a:spcBef>
                <a:spcPts val="0"/>
              </a:spcBef>
              <a:spcAft>
                <a:spcPts val="600"/>
              </a:spcAft>
            </a:pPr>
            <a:endParaRPr lang="en-US" sz="1800" b="1" dirty="0">
              <a:solidFill>
                <a:srgbClr val="0000C8"/>
              </a:solidFill>
              <a:latin typeface="IRANSans(FaNum)" panose="02040503050201020203" pitchFamily="18" charset="-78"/>
            </a:endParaRPr>
          </a:p>
          <a:p>
            <a:pPr>
              <a:lnSpc>
                <a:spcPct val="120000"/>
              </a:lnSpc>
              <a:spcBef>
                <a:spcPts val="0"/>
              </a:spcBef>
              <a:spcAft>
                <a:spcPts val="600"/>
              </a:spcAft>
            </a:pPr>
            <a:endParaRPr lang="en-US" sz="2000" b="1" dirty="0">
              <a:latin typeface="IRANSans(FaNum)" panose="02040503050201020203" pitchFamily="18" charset="-78"/>
            </a:endParaRPr>
          </a:p>
        </p:txBody>
      </p:sp>
    </p:spTree>
    <p:extLst>
      <p:ext uri="{BB962C8B-B14F-4D97-AF65-F5344CB8AC3E}">
        <p14:creationId xmlns:p14="http://schemas.microsoft.com/office/powerpoint/2010/main" val="3092761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8">
                                            <p:txEl>
                                              <p:pRg st="0" end="0"/>
                                            </p:txEl>
                                          </p:spTgt>
                                        </p:tgtEl>
                                        <p:attrNameLst>
                                          <p:attrName>style.visibility</p:attrName>
                                        </p:attrNameLst>
                                      </p:cBhvr>
                                      <p:to>
                                        <p:strVal val="visible"/>
                                      </p:to>
                                    </p:set>
                                    <p:animEffect transition="in" filter="dissolve">
                                      <p:cBhvr>
                                        <p:cTn id="20" dur="500"/>
                                        <p:tgtEl>
                                          <p:spTgt spid="18">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8">
                                            <p:txEl>
                                              <p:pRg st="1" end="1"/>
                                            </p:txEl>
                                          </p:spTgt>
                                        </p:tgtEl>
                                        <p:attrNameLst>
                                          <p:attrName>style.visibility</p:attrName>
                                        </p:attrNameLst>
                                      </p:cBhvr>
                                      <p:to>
                                        <p:strVal val="visible"/>
                                      </p:to>
                                    </p:set>
                                    <p:animEffect transition="in" filter="dissolve">
                                      <p:cBhvr>
                                        <p:cTn id="25" dur="500"/>
                                        <p:tgtEl>
                                          <p:spTgt spid="18">
                                            <p:txEl>
                                              <p:pRg st="1" end="1"/>
                                            </p:txEl>
                                          </p:spTgt>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8">
                                            <p:txEl>
                                              <p:pRg st="2" end="2"/>
                                            </p:txEl>
                                          </p:spTgt>
                                        </p:tgtEl>
                                        <p:attrNameLst>
                                          <p:attrName>style.visibility</p:attrName>
                                        </p:attrNameLst>
                                      </p:cBhvr>
                                      <p:to>
                                        <p:strVal val="visible"/>
                                      </p:to>
                                    </p:set>
                                    <p:animEffect transition="in" filter="dissolve">
                                      <p:cBhvr>
                                        <p:cTn id="28" dur="500"/>
                                        <p:tgtEl>
                                          <p:spTgt spid="18">
                                            <p:txEl>
                                              <p:pRg st="2" end="2"/>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8">
                                            <p:txEl>
                                              <p:pRg st="3" end="3"/>
                                            </p:txEl>
                                          </p:spTgt>
                                        </p:tgtEl>
                                        <p:attrNameLst>
                                          <p:attrName>style.visibility</p:attrName>
                                        </p:attrNameLst>
                                      </p:cBhvr>
                                      <p:to>
                                        <p:strVal val="visible"/>
                                      </p:to>
                                    </p:set>
                                    <p:animEffect transition="in" filter="dissolve">
                                      <p:cBhvr>
                                        <p:cTn id="31" dur="500"/>
                                        <p:tgtEl>
                                          <p:spTgt spid="18">
                                            <p:txEl>
                                              <p:pRg st="3" end="3"/>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8">
                                            <p:txEl>
                                              <p:pRg st="4" end="4"/>
                                            </p:txEl>
                                          </p:spTgt>
                                        </p:tgtEl>
                                        <p:attrNameLst>
                                          <p:attrName>style.visibility</p:attrName>
                                        </p:attrNameLst>
                                      </p:cBhvr>
                                      <p:to>
                                        <p:strVal val="visible"/>
                                      </p:to>
                                    </p:set>
                                    <p:animEffect transition="in" filter="dissolve">
                                      <p:cBhvr>
                                        <p:cTn id="34" dur="500"/>
                                        <p:tgtEl>
                                          <p:spTgt spid="18">
                                            <p:txEl>
                                              <p:pRg st="4" end="4"/>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18">
                                            <p:txEl>
                                              <p:pRg st="5" end="5"/>
                                            </p:txEl>
                                          </p:spTgt>
                                        </p:tgtEl>
                                        <p:attrNameLst>
                                          <p:attrName>style.visibility</p:attrName>
                                        </p:attrNameLst>
                                      </p:cBhvr>
                                      <p:to>
                                        <p:strVal val="visible"/>
                                      </p:to>
                                    </p:set>
                                    <p:animEffect transition="in" filter="dissolve">
                                      <p:cBhvr>
                                        <p:cTn id="37" dur="500"/>
                                        <p:tgtEl>
                                          <p:spTgt spid="18">
                                            <p:txEl>
                                              <p:pRg st="5" end="5"/>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8">
                                            <p:txEl>
                                              <p:pRg st="6" end="6"/>
                                            </p:txEl>
                                          </p:spTgt>
                                        </p:tgtEl>
                                        <p:attrNameLst>
                                          <p:attrName>style.visibility</p:attrName>
                                        </p:attrNameLst>
                                      </p:cBhvr>
                                      <p:to>
                                        <p:strVal val="visible"/>
                                      </p:to>
                                    </p:set>
                                    <p:animEffect transition="in" filter="dissolve">
                                      <p:cBhvr>
                                        <p:cTn id="42" dur="500"/>
                                        <p:tgtEl>
                                          <p:spTgt spid="18">
                                            <p:txEl>
                                              <p:pRg st="6" end="6"/>
                                            </p:txEl>
                                          </p:spTgt>
                                        </p:tgtEl>
                                      </p:cBhvr>
                                    </p:animEffect>
                                  </p:childTnLst>
                                </p:cTn>
                              </p:par>
                              <p:par>
                                <p:cTn id="43" presetID="9" presetClass="entr" presetSubtype="0" fill="hold" grpId="0" nodeType="withEffect">
                                  <p:stCondLst>
                                    <p:cond delay="0"/>
                                  </p:stCondLst>
                                  <p:childTnLst>
                                    <p:set>
                                      <p:cBhvr>
                                        <p:cTn id="44" dur="1" fill="hold">
                                          <p:stCondLst>
                                            <p:cond delay="0"/>
                                          </p:stCondLst>
                                        </p:cTn>
                                        <p:tgtEl>
                                          <p:spTgt spid="18">
                                            <p:txEl>
                                              <p:pRg st="7" end="7"/>
                                            </p:txEl>
                                          </p:spTgt>
                                        </p:tgtEl>
                                        <p:attrNameLst>
                                          <p:attrName>style.visibility</p:attrName>
                                        </p:attrNameLst>
                                      </p:cBhvr>
                                      <p:to>
                                        <p:strVal val="visible"/>
                                      </p:to>
                                    </p:set>
                                    <p:animEffect transition="in" filter="dissolve">
                                      <p:cBhvr>
                                        <p:cTn id="45" dur="500"/>
                                        <p:tgtEl>
                                          <p:spTgt spid="18">
                                            <p:txEl>
                                              <p:pRg st="7" end="7"/>
                                            </p:txEl>
                                          </p:spTgt>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18">
                                            <p:txEl>
                                              <p:pRg st="8" end="8"/>
                                            </p:txEl>
                                          </p:spTgt>
                                        </p:tgtEl>
                                        <p:attrNameLst>
                                          <p:attrName>style.visibility</p:attrName>
                                        </p:attrNameLst>
                                      </p:cBhvr>
                                      <p:to>
                                        <p:strVal val="visible"/>
                                      </p:to>
                                    </p:set>
                                    <p:animEffect transition="in" filter="dissolve">
                                      <p:cBhvr>
                                        <p:cTn id="48" dur="500"/>
                                        <p:tgtEl>
                                          <p:spTgt spid="18">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8" grpId="0" build="p"/>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84</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01958"/>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NETCONF</a:t>
            </a:r>
            <a:r>
              <a:rPr lang="fa-IR" sz="2400" b="1" dirty="0">
                <a:solidFill>
                  <a:srgbClr val="0000FF"/>
                </a:solidFill>
                <a:latin typeface="IRANSans(FaNum)" panose="02040503050201020203" pitchFamily="18" charset="-78"/>
                <a:cs typeface="IRANSans(FaNum)" panose="02040503050201020203" pitchFamily="18" charset="-78"/>
              </a:rPr>
              <a:t>: شروع، مبادله داده و بستن جلسه</a:t>
            </a:r>
          </a:p>
        </p:txBody>
      </p:sp>
      <p:grpSp>
        <p:nvGrpSpPr>
          <p:cNvPr id="12" name="Group 11">
            <a:extLst>
              <a:ext uri="{FF2B5EF4-FFF2-40B4-BE49-F238E27FC236}">
                <a16:creationId xmlns:a16="http://schemas.microsoft.com/office/drawing/2014/main" id="{58F139ED-5ED4-74B2-3F48-0EB76CE71058}"/>
              </a:ext>
            </a:extLst>
          </p:cNvPr>
          <p:cNvGrpSpPr/>
          <p:nvPr/>
        </p:nvGrpSpPr>
        <p:grpSpPr>
          <a:xfrm>
            <a:off x="3829113" y="1898073"/>
            <a:ext cx="5062336" cy="629033"/>
            <a:chOff x="4137461" y="1898073"/>
            <a:chExt cx="5062336" cy="629033"/>
          </a:xfrm>
        </p:grpSpPr>
        <p:cxnSp>
          <p:nvCxnSpPr>
            <p:cNvPr id="13" name="Straight Arrow Connector 12">
              <a:extLst>
                <a:ext uri="{FF2B5EF4-FFF2-40B4-BE49-F238E27FC236}">
                  <a16:creationId xmlns:a16="http://schemas.microsoft.com/office/drawing/2014/main" id="{14787344-65D2-D244-140A-70E83EDF5741}"/>
                </a:ext>
              </a:extLst>
            </p:cNvPr>
            <p:cNvCxnSpPr/>
            <p:nvPr/>
          </p:nvCxnSpPr>
          <p:spPr>
            <a:xfrm>
              <a:off x="4137461" y="2527106"/>
              <a:ext cx="5062336" cy="0"/>
            </a:xfrm>
            <a:prstGeom prst="straightConnector1">
              <a:avLst/>
            </a:prstGeom>
            <a:ln w="66675">
              <a:solidFill>
                <a:srgbClr val="00009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14" name="TextBox 13">
              <a:extLst>
                <a:ext uri="{FF2B5EF4-FFF2-40B4-BE49-F238E27FC236}">
                  <a16:creationId xmlns:a16="http://schemas.microsoft.com/office/drawing/2014/main" id="{0AAC1A68-506C-6529-5CBF-E74467AF5BC0}"/>
                </a:ext>
              </a:extLst>
            </p:cNvPr>
            <p:cNvSpPr txBox="1"/>
            <p:nvPr/>
          </p:nvSpPr>
          <p:spPr>
            <a:xfrm>
              <a:off x="4306628" y="1898073"/>
              <a:ext cx="4765855" cy="584775"/>
            </a:xfrm>
            <a:prstGeom prst="rect">
              <a:avLst/>
            </a:prstGeom>
            <a:noFill/>
          </p:spPr>
          <p:txBody>
            <a:bodyPr wrap="square" rtlCol="0">
              <a:spAutoFit/>
            </a:bodyPr>
            <a:lstStyle/>
            <a:p>
              <a:pPr algn="ctr" rtl="1"/>
              <a:r>
                <a:rPr lang="fa-IR" sz="1600" b="1" dirty="0">
                  <a:latin typeface="IRANSans(FaNum)" panose="02040503050201020203" pitchFamily="18" charset="-78"/>
                  <a:cs typeface="IRANSans(FaNum)" panose="02040503050201020203" pitchFamily="18" charset="-78"/>
                </a:rPr>
                <a:t>شروع جلسه،</a:t>
              </a:r>
            </a:p>
            <a:p>
              <a:pPr algn="ctr" rtl="1"/>
              <a:r>
                <a:rPr lang="fa-IR" sz="1600" b="1" dirty="0">
                  <a:latin typeface="IRANSans(FaNum)" panose="02040503050201020203" pitchFamily="18" charset="-78"/>
                  <a:cs typeface="IRANSans(FaNum)" panose="02040503050201020203" pitchFamily="18" charset="-78"/>
                </a:rPr>
                <a:t>مبادله قابلیت‌ها:</a:t>
              </a:r>
              <a:r>
                <a:rPr lang="en-US" sz="1600" b="1" dirty="0">
                  <a:latin typeface="IRANSans(FaNum)" panose="02040503050201020203" pitchFamily="18" charset="-78"/>
                  <a:cs typeface="IRANSans(FaNum)" panose="02040503050201020203" pitchFamily="18" charset="-78"/>
                </a:rPr>
                <a:t>&lt;hello&gt; </a:t>
              </a:r>
            </a:p>
          </p:txBody>
        </p:sp>
      </p:grpSp>
      <p:grpSp>
        <p:nvGrpSpPr>
          <p:cNvPr id="15" name="Group 14">
            <a:extLst>
              <a:ext uri="{FF2B5EF4-FFF2-40B4-BE49-F238E27FC236}">
                <a16:creationId xmlns:a16="http://schemas.microsoft.com/office/drawing/2014/main" id="{2F9241D5-3E8F-D5A9-C540-F6EE3A93207B}"/>
              </a:ext>
            </a:extLst>
          </p:cNvPr>
          <p:cNvGrpSpPr/>
          <p:nvPr/>
        </p:nvGrpSpPr>
        <p:grpSpPr>
          <a:xfrm>
            <a:off x="3829113" y="6003237"/>
            <a:ext cx="5062336" cy="301619"/>
            <a:chOff x="1633716" y="5597854"/>
            <a:chExt cx="3310645" cy="229462"/>
          </a:xfrm>
        </p:grpSpPr>
        <p:cxnSp>
          <p:nvCxnSpPr>
            <p:cNvPr id="16" name="Straight Arrow Connector 15">
              <a:extLst>
                <a:ext uri="{FF2B5EF4-FFF2-40B4-BE49-F238E27FC236}">
                  <a16:creationId xmlns:a16="http://schemas.microsoft.com/office/drawing/2014/main" id="{2BB408AA-E0ED-03B6-9C82-7FC7DEE4028C}"/>
                </a:ext>
              </a:extLst>
            </p:cNvPr>
            <p:cNvCxnSpPr/>
            <p:nvPr/>
          </p:nvCxnSpPr>
          <p:spPr>
            <a:xfrm>
              <a:off x="1633716" y="5803812"/>
              <a:ext cx="3310645" cy="0"/>
            </a:xfrm>
            <a:prstGeom prst="straightConnector1">
              <a:avLst/>
            </a:prstGeom>
            <a:ln w="34925">
              <a:solidFill>
                <a:srgbClr val="00009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9181812-3603-3D55-B096-AF10672F0F35}"/>
                </a:ext>
              </a:extLst>
            </p:cNvPr>
            <p:cNvSpPr txBox="1"/>
            <p:nvPr/>
          </p:nvSpPr>
          <p:spPr>
            <a:xfrm>
              <a:off x="2233709" y="5597854"/>
              <a:ext cx="1921789" cy="229462"/>
            </a:xfrm>
            <a:prstGeom prst="rect">
              <a:avLst/>
            </a:prstGeom>
            <a:noFill/>
          </p:spPr>
          <p:txBody>
            <a:bodyPr wrap="none" rtlCol="0">
              <a:spAutoFit/>
            </a:bodyPr>
            <a:lstStyle/>
            <a:p>
              <a:pPr algn="ctr" rtl="1">
                <a:lnSpc>
                  <a:spcPct val="80000"/>
                </a:lnSpc>
              </a:pPr>
              <a:r>
                <a:rPr lang="fa-IR" sz="1600" b="1" dirty="0">
                  <a:latin typeface="IRANSans(FaNum)" panose="02040503050201020203" pitchFamily="18" charset="-78"/>
                  <a:cs typeface="IRANSans(FaNum)" panose="02040503050201020203" pitchFamily="18" charset="-78"/>
                </a:rPr>
                <a:t>خاتمه جلسه: </a:t>
              </a:r>
              <a:r>
                <a:rPr lang="en-US" sz="1600" b="1" dirty="0">
                  <a:latin typeface="IRANSans(FaNum)" panose="02040503050201020203" pitchFamily="18" charset="-78"/>
                  <a:cs typeface="IRANSans(FaNum)" panose="02040503050201020203" pitchFamily="18" charset="-78"/>
                </a:rPr>
                <a:t> &lt;close-session&gt;</a:t>
              </a:r>
            </a:p>
          </p:txBody>
        </p:sp>
      </p:grpSp>
      <p:grpSp>
        <p:nvGrpSpPr>
          <p:cNvPr id="19" name="Group 18">
            <a:extLst>
              <a:ext uri="{FF2B5EF4-FFF2-40B4-BE49-F238E27FC236}">
                <a16:creationId xmlns:a16="http://schemas.microsoft.com/office/drawing/2014/main" id="{0BC56A50-2D8C-DBD4-7F8B-C8ECFAC2DEC0}"/>
              </a:ext>
            </a:extLst>
          </p:cNvPr>
          <p:cNvGrpSpPr/>
          <p:nvPr/>
        </p:nvGrpSpPr>
        <p:grpSpPr>
          <a:xfrm>
            <a:off x="3904688" y="2623837"/>
            <a:ext cx="5124928" cy="3405867"/>
            <a:chOff x="4213036" y="2623837"/>
            <a:chExt cx="5124928" cy="3405867"/>
          </a:xfrm>
        </p:grpSpPr>
        <p:grpSp>
          <p:nvGrpSpPr>
            <p:cNvPr id="20" name="Group 19">
              <a:extLst>
                <a:ext uri="{FF2B5EF4-FFF2-40B4-BE49-F238E27FC236}">
                  <a16:creationId xmlns:a16="http://schemas.microsoft.com/office/drawing/2014/main" id="{8A3390AF-8809-042B-7555-E916E53C9EA4}"/>
                </a:ext>
              </a:extLst>
            </p:cNvPr>
            <p:cNvGrpSpPr/>
            <p:nvPr/>
          </p:nvGrpSpPr>
          <p:grpSpPr>
            <a:xfrm>
              <a:off x="4213036" y="2786640"/>
              <a:ext cx="5063356" cy="675820"/>
              <a:chOff x="1700781" y="3931037"/>
              <a:chExt cx="3311312" cy="599379"/>
            </a:xfrm>
          </p:grpSpPr>
          <p:cxnSp>
            <p:nvCxnSpPr>
              <p:cNvPr id="44" name="Straight Arrow Connector 43">
                <a:extLst>
                  <a:ext uri="{FF2B5EF4-FFF2-40B4-BE49-F238E27FC236}">
                    <a16:creationId xmlns:a16="http://schemas.microsoft.com/office/drawing/2014/main" id="{0B8DE34D-682F-7E1E-87FD-946EEEBDA6E4}"/>
                  </a:ext>
                </a:extLst>
              </p:cNvPr>
              <p:cNvCxnSpPr/>
              <p:nvPr/>
            </p:nvCxnSpPr>
            <p:spPr>
              <a:xfrm>
                <a:off x="1718381" y="4015110"/>
                <a:ext cx="3293712" cy="167310"/>
              </a:xfrm>
              <a:prstGeom prst="straightConnector1">
                <a:avLst/>
              </a:prstGeom>
              <a:ln w="34925">
                <a:solidFill>
                  <a:srgbClr val="000090"/>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F2BAA698-C137-B01E-D895-96FBA100F4C3}"/>
                  </a:ext>
                </a:extLst>
              </p:cNvPr>
              <p:cNvSpPr txBox="1"/>
              <p:nvPr/>
            </p:nvSpPr>
            <p:spPr>
              <a:xfrm>
                <a:off x="2979169" y="3931037"/>
                <a:ext cx="410469" cy="305720"/>
              </a:xfrm>
              <a:prstGeom prst="rect">
                <a:avLst/>
              </a:prstGeom>
              <a:solidFill>
                <a:srgbClr val="FFFFF0"/>
              </a:solidFill>
            </p:spPr>
            <p:txBody>
              <a:bodyPr wrap="none" rtlCol="0">
                <a:spAutoFit/>
              </a:bodyPr>
              <a:lstStyle/>
              <a:p>
                <a:pPr algn="ctr">
                  <a:lnSpc>
                    <a:spcPct val="80000"/>
                  </a:lnSpc>
                </a:pPr>
                <a:r>
                  <a:rPr lang="en-US" sz="2000" dirty="0"/>
                  <a:t>&lt;</a:t>
                </a:r>
                <a:r>
                  <a:rPr lang="en-US" sz="2000" dirty="0" err="1"/>
                  <a:t>rpc</a:t>
                </a:r>
                <a:r>
                  <a:rPr lang="en-US" sz="2000" dirty="0"/>
                  <a:t>&gt;</a:t>
                </a:r>
              </a:p>
            </p:txBody>
          </p:sp>
          <p:cxnSp>
            <p:nvCxnSpPr>
              <p:cNvPr id="46" name="Straight Arrow Connector 45">
                <a:extLst>
                  <a:ext uri="{FF2B5EF4-FFF2-40B4-BE49-F238E27FC236}">
                    <a16:creationId xmlns:a16="http://schemas.microsoft.com/office/drawing/2014/main" id="{ABE6ADDE-0D6B-E430-F6A0-1C6A1DE9A891}"/>
                  </a:ext>
                </a:extLst>
              </p:cNvPr>
              <p:cNvCxnSpPr/>
              <p:nvPr/>
            </p:nvCxnSpPr>
            <p:spPr>
              <a:xfrm flipH="1">
                <a:off x="1700781" y="4252510"/>
                <a:ext cx="3293712" cy="167310"/>
              </a:xfrm>
              <a:prstGeom prst="straightConnector1">
                <a:avLst/>
              </a:prstGeom>
              <a:ln w="34925">
                <a:solidFill>
                  <a:srgbClr val="000090"/>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47" name="TextBox 46">
                <a:extLst>
                  <a:ext uri="{FF2B5EF4-FFF2-40B4-BE49-F238E27FC236}">
                    <a16:creationId xmlns:a16="http://schemas.microsoft.com/office/drawing/2014/main" id="{3671FD94-27B2-7289-9232-4CE576E0FCD5}"/>
                  </a:ext>
                </a:extLst>
              </p:cNvPr>
              <p:cNvSpPr txBox="1"/>
              <p:nvPr/>
            </p:nvSpPr>
            <p:spPr>
              <a:xfrm>
                <a:off x="2924153" y="4224696"/>
                <a:ext cx="729772" cy="305720"/>
              </a:xfrm>
              <a:prstGeom prst="rect">
                <a:avLst/>
              </a:prstGeom>
              <a:solidFill>
                <a:srgbClr val="FFFFF0"/>
              </a:solidFill>
            </p:spPr>
            <p:txBody>
              <a:bodyPr wrap="none" rtlCol="0">
                <a:spAutoFit/>
              </a:bodyPr>
              <a:lstStyle/>
              <a:p>
                <a:pPr algn="ctr">
                  <a:lnSpc>
                    <a:spcPct val="80000"/>
                  </a:lnSpc>
                </a:pPr>
                <a:r>
                  <a:rPr lang="en-US" sz="2000" dirty="0"/>
                  <a:t>&lt;</a:t>
                </a:r>
                <a:r>
                  <a:rPr lang="en-US" sz="2000" dirty="0" err="1"/>
                  <a:t>rpc</a:t>
                </a:r>
                <a:r>
                  <a:rPr lang="en-US" sz="2000" dirty="0"/>
                  <a:t>-reply&gt;</a:t>
                </a:r>
              </a:p>
            </p:txBody>
          </p:sp>
        </p:grpSp>
        <p:grpSp>
          <p:nvGrpSpPr>
            <p:cNvPr id="21" name="Group 20">
              <a:extLst>
                <a:ext uri="{FF2B5EF4-FFF2-40B4-BE49-F238E27FC236}">
                  <a16:creationId xmlns:a16="http://schemas.microsoft.com/office/drawing/2014/main" id="{9F1717F0-725C-D567-D55D-388879E8EAF6}"/>
                </a:ext>
              </a:extLst>
            </p:cNvPr>
            <p:cNvGrpSpPr/>
            <p:nvPr/>
          </p:nvGrpSpPr>
          <p:grpSpPr>
            <a:xfrm>
              <a:off x="4230334" y="3746285"/>
              <a:ext cx="5063356" cy="675820"/>
              <a:chOff x="1700781" y="3931037"/>
              <a:chExt cx="3311312" cy="599379"/>
            </a:xfrm>
          </p:grpSpPr>
          <p:cxnSp>
            <p:nvCxnSpPr>
              <p:cNvPr id="40" name="Straight Arrow Connector 39">
                <a:extLst>
                  <a:ext uri="{FF2B5EF4-FFF2-40B4-BE49-F238E27FC236}">
                    <a16:creationId xmlns:a16="http://schemas.microsoft.com/office/drawing/2014/main" id="{CAFC683E-4C22-540F-B1B0-6BE8B8AF5CEE}"/>
                  </a:ext>
                </a:extLst>
              </p:cNvPr>
              <p:cNvCxnSpPr/>
              <p:nvPr/>
            </p:nvCxnSpPr>
            <p:spPr>
              <a:xfrm>
                <a:off x="1718381" y="4015110"/>
                <a:ext cx="3293712" cy="167310"/>
              </a:xfrm>
              <a:prstGeom prst="straightConnector1">
                <a:avLst/>
              </a:prstGeom>
              <a:ln w="34925">
                <a:solidFill>
                  <a:srgbClr val="000090"/>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88FB0BEC-FF95-8A19-76D8-45D1639D05D1}"/>
                  </a:ext>
                </a:extLst>
              </p:cNvPr>
              <p:cNvSpPr txBox="1"/>
              <p:nvPr/>
            </p:nvSpPr>
            <p:spPr>
              <a:xfrm>
                <a:off x="2979169" y="3931037"/>
                <a:ext cx="410469" cy="305720"/>
              </a:xfrm>
              <a:prstGeom prst="rect">
                <a:avLst/>
              </a:prstGeom>
              <a:solidFill>
                <a:srgbClr val="FFFFF0"/>
              </a:solidFill>
            </p:spPr>
            <p:txBody>
              <a:bodyPr wrap="none" rtlCol="0">
                <a:spAutoFit/>
              </a:bodyPr>
              <a:lstStyle/>
              <a:p>
                <a:pPr algn="ctr">
                  <a:lnSpc>
                    <a:spcPct val="80000"/>
                  </a:lnSpc>
                </a:pPr>
                <a:r>
                  <a:rPr lang="en-US" sz="2000" dirty="0"/>
                  <a:t>&lt;</a:t>
                </a:r>
                <a:r>
                  <a:rPr lang="en-US" sz="2000" dirty="0" err="1"/>
                  <a:t>rpc</a:t>
                </a:r>
                <a:r>
                  <a:rPr lang="en-US" sz="2000" dirty="0"/>
                  <a:t>&gt;</a:t>
                </a:r>
              </a:p>
            </p:txBody>
          </p:sp>
          <p:cxnSp>
            <p:nvCxnSpPr>
              <p:cNvPr id="42" name="Straight Arrow Connector 41">
                <a:extLst>
                  <a:ext uri="{FF2B5EF4-FFF2-40B4-BE49-F238E27FC236}">
                    <a16:creationId xmlns:a16="http://schemas.microsoft.com/office/drawing/2014/main" id="{DC9E9013-E96A-D64F-69A9-3CCC01071D28}"/>
                  </a:ext>
                </a:extLst>
              </p:cNvPr>
              <p:cNvCxnSpPr/>
              <p:nvPr/>
            </p:nvCxnSpPr>
            <p:spPr>
              <a:xfrm flipH="1">
                <a:off x="1700781" y="4252510"/>
                <a:ext cx="3293712" cy="167310"/>
              </a:xfrm>
              <a:prstGeom prst="straightConnector1">
                <a:avLst/>
              </a:prstGeom>
              <a:ln w="34925">
                <a:solidFill>
                  <a:srgbClr val="000090"/>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43" name="TextBox 42">
                <a:extLst>
                  <a:ext uri="{FF2B5EF4-FFF2-40B4-BE49-F238E27FC236}">
                    <a16:creationId xmlns:a16="http://schemas.microsoft.com/office/drawing/2014/main" id="{2FD08399-E515-D96C-C88C-99F860A59E8E}"/>
                  </a:ext>
                </a:extLst>
              </p:cNvPr>
              <p:cNvSpPr txBox="1"/>
              <p:nvPr/>
            </p:nvSpPr>
            <p:spPr>
              <a:xfrm>
                <a:off x="2924153" y="4224696"/>
                <a:ext cx="729772" cy="305720"/>
              </a:xfrm>
              <a:prstGeom prst="rect">
                <a:avLst/>
              </a:prstGeom>
              <a:solidFill>
                <a:srgbClr val="FFFFF0"/>
              </a:solidFill>
            </p:spPr>
            <p:txBody>
              <a:bodyPr wrap="none" rtlCol="0">
                <a:spAutoFit/>
              </a:bodyPr>
              <a:lstStyle/>
              <a:p>
                <a:pPr algn="ctr">
                  <a:lnSpc>
                    <a:spcPct val="80000"/>
                  </a:lnSpc>
                </a:pPr>
                <a:r>
                  <a:rPr lang="en-US" sz="2000" dirty="0"/>
                  <a:t>&lt;</a:t>
                </a:r>
                <a:r>
                  <a:rPr lang="en-US" sz="2000" dirty="0" err="1"/>
                  <a:t>rpc</a:t>
                </a:r>
                <a:r>
                  <a:rPr lang="en-US" sz="2000" dirty="0"/>
                  <a:t>-reply&gt;</a:t>
                </a:r>
              </a:p>
            </p:txBody>
          </p:sp>
        </p:grpSp>
        <p:grpSp>
          <p:nvGrpSpPr>
            <p:cNvPr id="22" name="Group 21">
              <a:extLst>
                <a:ext uri="{FF2B5EF4-FFF2-40B4-BE49-F238E27FC236}">
                  <a16:creationId xmlns:a16="http://schemas.microsoft.com/office/drawing/2014/main" id="{5293C0E1-69F3-F9B5-A147-994A41F36C0A}"/>
                </a:ext>
              </a:extLst>
            </p:cNvPr>
            <p:cNvGrpSpPr/>
            <p:nvPr/>
          </p:nvGrpSpPr>
          <p:grpSpPr>
            <a:xfrm>
              <a:off x="4274608" y="5100113"/>
              <a:ext cx="5063356" cy="675820"/>
              <a:chOff x="1700781" y="3931037"/>
              <a:chExt cx="3311312" cy="599379"/>
            </a:xfrm>
          </p:grpSpPr>
          <p:cxnSp>
            <p:nvCxnSpPr>
              <p:cNvPr id="36" name="Straight Arrow Connector 35">
                <a:extLst>
                  <a:ext uri="{FF2B5EF4-FFF2-40B4-BE49-F238E27FC236}">
                    <a16:creationId xmlns:a16="http://schemas.microsoft.com/office/drawing/2014/main" id="{E6CD4202-EC95-2DA7-02C1-235521D129C3}"/>
                  </a:ext>
                </a:extLst>
              </p:cNvPr>
              <p:cNvCxnSpPr/>
              <p:nvPr/>
            </p:nvCxnSpPr>
            <p:spPr>
              <a:xfrm>
                <a:off x="1718381" y="4015110"/>
                <a:ext cx="3293712" cy="167310"/>
              </a:xfrm>
              <a:prstGeom prst="straightConnector1">
                <a:avLst/>
              </a:prstGeom>
              <a:ln w="34925">
                <a:solidFill>
                  <a:srgbClr val="000090"/>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1EAB1630-1794-4BB9-75F3-E42647359356}"/>
                  </a:ext>
                </a:extLst>
              </p:cNvPr>
              <p:cNvSpPr txBox="1"/>
              <p:nvPr/>
            </p:nvSpPr>
            <p:spPr>
              <a:xfrm>
                <a:off x="2979169" y="3931037"/>
                <a:ext cx="410469" cy="305720"/>
              </a:xfrm>
              <a:prstGeom prst="rect">
                <a:avLst/>
              </a:prstGeom>
              <a:solidFill>
                <a:srgbClr val="FFFFF0"/>
              </a:solidFill>
            </p:spPr>
            <p:txBody>
              <a:bodyPr wrap="none" rtlCol="0">
                <a:spAutoFit/>
              </a:bodyPr>
              <a:lstStyle/>
              <a:p>
                <a:pPr algn="ctr">
                  <a:lnSpc>
                    <a:spcPct val="80000"/>
                  </a:lnSpc>
                </a:pPr>
                <a:r>
                  <a:rPr lang="en-US" sz="2000" dirty="0"/>
                  <a:t>&lt;</a:t>
                </a:r>
                <a:r>
                  <a:rPr lang="en-US" sz="2000" dirty="0" err="1"/>
                  <a:t>rpc</a:t>
                </a:r>
                <a:r>
                  <a:rPr lang="en-US" sz="2000" dirty="0"/>
                  <a:t>&gt;</a:t>
                </a:r>
              </a:p>
            </p:txBody>
          </p:sp>
          <p:cxnSp>
            <p:nvCxnSpPr>
              <p:cNvPr id="38" name="Straight Arrow Connector 37">
                <a:extLst>
                  <a:ext uri="{FF2B5EF4-FFF2-40B4-BE49-F238E27FC236}">
                    <a16:creationId xmlns:a16="http://schemas.microsoft.com/office/drawing/2014/main" id="{07AA9399-938A-6DCA-6FB7-D87ACB5C224D}"/>
                  </a:ext>
                </a:extLst>
              </p:cNvPr>
              <p:cNvCxnSpPr/>
              <p:nvPr/>
            </p:nvCxnSpPr>
            <p:spPr>
              <a:xfrm flipH="1">
                <a:off x="1700781" y="4252510"/>
                <a:ext cx="3293712" cy="167310"/>
              </a:xfrm>
              <a:prstGeom prst="straightConnector1">
                <a:avLst/>
              </a:prstGeom>
              <a:ln w="34925">
                <a:solidFill>
                  <a:srgbClr val="000090"/>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C88BCB43-FEA0-E569-D6B9-14CA6EBB0A3C}"/>
                  </a:ext>
                </a:extLst>
              </p:cNvPr>
              <p:cNvSpPr txBox="1"/>
              <p:nvPr/>
            </p:nvSpPr>
            <p:spPr>
              <a:xfrm>
                <a:off x="2924153" y="4224696"/>
                <a:ext cx="729772" cy="305720"/>
              </a:xfrm>
              <a:prstGeom prst="rect">
                <a:avLst/>
              </a:prstGeom>
              <a:solidFill>
                <a:srgbClr val="FFFFF0"/>
              </a:solidFill>
            </p:spPr>
            <p:txBody>
              <a:bodyPr wrap="none" rtlCol="0">
                <a:spAutoFit/>
              </a:bodyPr>
              <a:lstStyle/>
              <a:p>
                <a:pPr algn="ctr">
                  <a:lnSpc>
                    <a:spcPct val="80000"/>
                  </a:lnSpc>
                </a:pPr>
                <a:r>
                  <a:rPr lang="en-US" sz="2000" dirty="0"/>
                  <a:t>&lt;</a:t>
                </a:r>
                <a:r>
                  <a:rPr lang="en-US" sz="2000" dirty="0" err="1"/>
                  <a:t>rpc</a:t>
                </a:r>
                <a:r>
                  <a:rPr lang="en-US" sz="2000" dirty="0"/>
                  <a:t>-reply&gt;</a:t>
                </a:r>
              </a:p>
            </p:txBody>
          </p:sp>
        </p:grpSp>
        <p:grpSp>
          <p:nvGrpSpPr>
            <p:cNvPr id="23" name="Group 22">
              <a:extLst>
                <a:ext uri="{FF2B5EF4-FFF2-40B4-BE49-F238E27FC236}">
                  <a16:creationId xmlns:a16="http://schemas.microsoft.com/office/drawing/2014/main" id="{780FBDEA-F75B-4F6B-9256-040019988937}"/>
                </a:ext>
              </a:extLst>
            </p:cNvPr>
            <p:cNvGrpSpPr/>
            <p:nvPr/>
          </p:nvGrpSpPr>
          <p:grpSpPr>
            <a:xfrm>
              <a:off x="4257309" y="4633269"/>
              <a:ext cx="5036443" cy="344709"/>
              <a:chOff x="1700781" y="4224696"/>
              <a:chExt cx="3293712" cy="305720"/>
            </a:xfrm>
          </p:grpSpPr>
          <p:cxnSp>
            <p:nvCxnSpPr>
              <p:cNvPr id="34" name="Straight Arrow Connector 33">
                <a:extLst>
                  <a:ext uri="{FF2B5EF4-FFF2-40B4-BE49-F238E27FC236}">
                    <a16:creationId xmlns:a16="http://schemas.microsoft.com/office/drawing/2014/main" id="{F1A54F70-56B4-5347-CCF0-3328C3BFB311}"/>
                  </a:ext>
                </a:extLst>
              </p:cNvPr>
              <p:cNvCxnSpPr/>
              <p:nvPr/>
            </p:nvCxnSpPr>
            <p:spPr>
              <a:xfrm flipH="1">
                <a:off x="1700781" y="4252510"/>
                <a:ext cx="3293712" cy="167310"/>
              </a:xfrm>
              <a:prstGeom prst="straightConnector1">
                <a:avLst/>
              </a:prstGeom>
              <a:ln w="34925">
                <a:solidFill>
                  <a:srgbClr val="000090"/>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5" name="TextBox 34">
                <a:extLst>
                  <a:ext uri="{FF2B5EF4-FFF2-40B4-BE49-F238E27FC236}">
                    <a16:creationId xmlns:a16="http://schemas.microsoft.com/office/drawing/2014/main" id="{986D61FB-2B21-26C9-E168-26DCCB39D334}"/>
                  </a:ext>
                </a:extLst>
              </p:cNvPr>
              <p:cNvSpPr txBox="1"/>
              <p:nvPr/>
            </p:nvSpPr>
            <p:spPr>
              <a:xfrm>
                <a:off x="2855208" y="4224696"/>
                <a:ext cx="867660" cy="305720"/>
              </a:xfrm>
              <a:prstGeom prst="rect">
                <a:avLst/>
              </a:prstGeom>
              <a:solidFill>
                <a:srgbClr val="FFFFF0"/>
              </a:solidFill>
            </p:spPr>
            <p:txBody>
              <a:bodyPr wrap="none" rtlCol="0">
                <a:spAutoFit/>
              </a:bodyPr>
              <a:lstStyle/>
              <a:p>
                <a:pPr algn="ctr">
                  <a:lnSpc>
                    <a:spcPct val="80000"/>
                  </a:lnSpc>
                </a:pPr>
                <a:r>
                  <a:rPr lang="en-US" sz="2000" dirty="0"/>
                  <a:t>&lt;notification&gt;</a:t>
                </a:r>
              </a:p>
            </p:txBody>
          </p:sp>
        </p:grpSp>
        <p:grpSp>
          <p:nvGrpSpPr>
            <p:cNvPr id="24" name="Group 23">
              <a:extLst>
                <a:ext uri="{FF2B5EF4-FFF2-40B4-BE49-F238E27FC236}">
                  <a16:creationId xmlns:a16="http://schemas.microsoft.com/office/drawing/2014/main" id="{5143BD92-5766-9288-7DD2-4530F0EF1BD3}"/>
                </a:ext>
              </a:extLst>
            </p:cNvPr>
            <p:cNvGrpSpPr/>
            <p:nvPr/>
          </p:nvGrpSpPr>
          <p:grpSpPr>
            <a:xfrm>
              <a:off x="8653189" y="2623837"/>
              <a:ext cx="329183" cy="3405867"/>
              <a:chOff x="4586893" y="3609012"/>
              <a:chExt cx="215278" cy="2591059"/>
            </a:xfrm>
          </p:grpSpPr>
          <p:sp>
            <p:nvSpPr>
              <p:cNvPr id="29" name="TextBox 28">
                <a:extLst>
                  <a:ext uri="{FF2B5EF4-FFF2-40B4-BE49-F238E27FC236}">
                    <a16:creationId xmlns:a16="http://schemas.microsoft.com/office/drawing/2014/main" id="{AC4FB21E-BA9C-8D6A-1CB4-6B758573EF40}"/>
                  </a:ext>
                </a:extLst>
              </p:cNvPr>
              <p:cNvSpPr txBox="1"/>
              <p:nvPr/>
            </p:nvSpPr>
            <p:spPr>
              <a:xfrm rot="5400000">
                <a:off x="4556147" y="4240444"/>
                <a:ext cx="274633" cy="212031"/>
              </a:xfrm>
              <a:prstGeom prst="rect">
                <a:avLst/>
              </a:prstGeom>
              <a:noFill/>
            </p:spPr>
            <p:txBody>
              <a:bodyPr wrap="none" rtlCol="0">
                <a:spAutoFit/>
              </a:bodyPr>
              <a:lstStyle/>
              <a:p>
                <a:r>
                  <a:rPr lang="mr-IN" sz="2000" dirty="0"/>
                  <a:t>…</a:t>
                </a:r>
                <a:endParaRPr lang="en-US" sz="2000" dirty="0"/>
              </a:p>
            </p:txBody>
          </p:sp>
          <p:sp>
            <p:nvSpPr>
              <p:cNvPr id="30" name="TextBox 29">
                <a:extLst>
                  <a:ext uri="{FF2B5EF4-FFF2-40B4-BE49-F238E27FC236}">
                    <a16:creationId xmlns:a16="http://schemas.microsoft.com/office/drawing/2014/main" id="{319CAE4F-D19E-4D9C-4D2C-DDF54BE1E9D6}"/>
                  </a:ext>
                </a:extLst>
              </p:cNvPr>
              <p:cNvSpPr txBox="1"/>
              <p:nvPr/>
            </p:nvSpPr>
            <p:spPr>
              <a:xfrm rot="5400000">
                <a:off x="4555592" y="4884440"/>
                <a:ext cx="274633" cy="212031"/>
              </a:xfrm>
              <a:prstGeom prst="rect">
                <a:avLst/>
              </a:prstGeom>
              <a:noFill/>
            </p:spPr>
            <p:txBody>
              <a:bodyPr wrap="none" rtlCol="0">
                <a:spAutoFit/>
              </a:bodyPr>
              <a:lstStyle/>
              <a:p>
                <a:r>
                  <a:rPr lang="mr-IN" sz="2000" dirty="0"/>
                  <a:t>…</a:t>
                </a:r>
                <a:endParaRPr lang="en-US" sz="2000" dirty="0"/>
              </a:p>
            </p:txBody>
          </p:sp>
          <p:sp>
            <p:nvSpPr>
              <p:cNvPr id="31" name="TextBox 30">
                <a:extLst>
                  <a:ext uri="{FF2B5EF4-FFF2-40B4-BE49-F238E27FC236}">
                    <a16:creationId xmlns:a16="http://schemas.microsoft.com/office/drawing/2014/main" id="{1F854D5C-DBDB-80DA-E836-F67538B144A5}"/>
                  </a:ext>
                </a:extLst>
              </p:cNvPr>
              <p:cNvSpPr txBox="1"/>
              <p:nvPr/>
            </p:nvSpPr>
            <p:spPr>
              <a:xfrm rot="5400000">
                <a:off x="4558839" y="5349258"/>
                <a:ext cx="274633" cy="212031"/>
              </a:xfrm>
              <a:prstGeom prst="rect">
                <a:avLst/>
              </a:prstGeom>
              <a:noFill/>
            </p:spPr>
            <p:txBody>
              <a:bodyPr wrap="none" rtlCol="0">
                <a:spAutoFit/>
              </a:bodyPr>
              <a:lstStyle/>
              <a:p>
                <a:r>
                  <a:rPr lang="mr-IN" sz="2000" dirty="0"/>
                  <a:t>…</a:t>
                </a:r>
                <a:endParaRPr lang="en-US" sz="2000" dirty="0"/>
              </a:p>
            </p:txBody>
          </p:sp>
          <p:sp>
            <p:nvSpPr>
              <p:cNvPr id="32" name="TextBox 31">
                <a:extLst>
                  <a:ext uri="{FF2B5EF4-FFF2-40B4-BE49-F238E27FC236}">
                    <a16:creationId xmlns:a16="http://schemas.microsoft.com/office/drawing/2014/main" id="{DA3AC822-79B8-75BB-6136-0C74D146A2C5}"/>
                  </a:ext>
                </a:extLst>
              </p:cNvPr>
              <p:cNvSpPr txBox="1"/>
              <p:nvPr/>
            </p:nvSpPr>
            <p:spPr>
              <a:xfrm rot="5400000">
                <a:off x="4558839" y="5956739"/>
                <a:ext cx="274633" cy="212031"/>
              </a:xfrm>
              <a:prstGeom prst="rect">
                <a:avLst/>
              </a:prstGeom>
              <a:noFill/>
            </p:spPr>
            <p:txBody>
              <a:bodyPr wrap="none" rtlCol="0">
                <a:spAutoFit/>
              </a:bodyPr>
              <a:lstStyle/>
              <a:p>
                <a:r>
                  <a:rPr lang="mr-IN" sz="2000" dirty="0"/>
                  <a:t>…</a:t>
                </a:r>
                <a:endParaRPr lang="en-US" sz="2000" dirty="0"/>
              </a:p>
            </p:txBody>
          </p:sp>
          <p:sp>
            <p:nvSpPr>
              <p:cNvPr id="33" name="TextBox 32">
                <a:extLst>
                  <a:ext uri="{FF2B5EF4-FFF2-40B4-BE49-F238E27FC236}">
                    <a16:creationId xmlns:a16="http://schemas.microsoft.com/office/drawing/2014/main" id="{21570CD4-5525-12E7-0196-1614B3D3933E}"/>
                  </a:ext>
                </a:extLst>
              </p:cNvPr>
              <p:cNvSpPr txBox="1"/>
              <p:nvPr/>
            </p:nvSpPr>
            <p:spPr>
              <a:xfrm rot="5400000">
                <a:off x="4557804" y="3640313"/>
                <a:ext cx="274633" cy="212031"/>
              </a:xfrm>
              <a:prstGeom prst="rect">
                <a:avLst/>
              </a:prstGeom>
              <a:noFill/>
            </p:spPr>
            <p:txBody>
              <a:bodyPr wrap="none" rtlCol="0">
                <a:spAutoFit/>
              </a:bodyPr>
              <a:lstStyle/>
              <a:p>
                <a:r>
                  <a:rPr lang="mr-IN" sz="2000" dirty="0"/>
                  <a:t>…</a:t>
                </a:r>
                <a:endParaRPr lang="en-US" sz="2000" dirty="0"/>
              </a:p>
            </p:txBody>
          </p:sp>
        </p:grpSp>
        <p:sp>
          <p:nvSpPr>
            <p:cNvPr id="25" name="TextBox 24">
              <a:extLst>
                <a:ext uri="{FF2B5EF4-FFF2-40B4-BE49-F238E27FC236}">
                  <a16:creationId xmlns:a16="http://schemas.microsoft.com/office/drawing/2014/main" id="{8E9E49C8-B8CD-C0EB-869D-9E27FBB994DD}"/>
                </a:ext>
              </a:extLst>
            </p:cNvPr>
            <p:cNvSpPr txBox="1"/>
            <p:nvPr/>
          </p:nvSpPr>
          <p:spPr>
            <a:xfrm rot="5400000">
              <a:off x="4582802" y="4403144"/>
              <a:ext cx="360997" cy="324218"/>
            </a:xfrm>
            <a:prstGeom prst="rect">
              <a:avLst/>
            </a:prstGeom>
            <a:noFill/>
          </p:spPr>
          <p:txBody>
            <a:bodyPr wrap="none" rtlCol="0">
              <a:spAutoFit/>
            </a:bodyPr>
            <a:lstStyle/>
            <a:p>
              <a:r>
                <a:rPr lang="mr-IN" sz="2000" dirty="0"/>
                <a:t>…</a:t>
              </a:r>
              <a:endParaRPr lang="en-US" sz="2000" dirty="0"/>
            </a:p>
          </p:txBody>
        </p:sp>
        <p:sp>
          <p:nvSpPr>
            <p:cNvPr id="26" name="TextBox 25">
              <a:extLst>
                <a:ext uri="{FF2B5EF4-FFF2-40B4-BE49-F238E27FC236}">
                  <a16:creationId xmlns:a16="http://schemas.microsoft.com/office/drawing/2014/main" id="{B1BFDBBE-BC1A-4E98-8669-E0EDC289B050}"/>
                </a:ext>
              </a:extLst>
            </p:cNvPr>
            <p:cNvSpPr txBox="1"/>
            <p:nvPr/>
          </p:nvSpPr>
          <p:spPr>
            <a:xfrm rot="5400000">
              <a:off x="4581953" y="4867761"/>
              <a:ext cx="360997" cy="324218"/>
            </a:xfrm>
            <a:prstGeom prst="rect">
              <a:avLst/>
            </a:prstGeom>
            <a:noFill/>
          </p:spPr>
          <p:txBody>
            <a:bodyPr wrap="none" rtlCol="0">
              <a:spAutoFit/>
            </a:bodyPr>
            <a:lstStyle/>
            <a:p>
              <a:r>
                <a:rPr lang="mr-IN" sz="2000" dirty="0"/>
                <a:t>…</a:t>
              </a:r>
              <a:endParaRPr lang="en-US" sz="2000" dirty="0"/>
            </a:p>
          </p:txBody>
        </p:sp>
        <p:sp>
          <p:nvSpPr>
            <p:cNvPr id="27" name="TextBox 26">
              <a:extLst>
                <a:ext uri="{FF2B5EF4-FFF2-40B4-BE49-F238E27FC236}">
                  <a16:creationId xmlns:a16="http://schemas.microsoft.com/office/drawing/2014/main" id="{145DEB44-01D2-4934-7F83-193BA6CF6F89}"/>
                </a:ext>
              </a:extLst>
            </p:cNvPr>
            <p:cNvSpPr txBox="1"/>
            <p:nvPr/>
          </p:nvSpPr>
          <p:spPr>
            <a:xfrm rot="5400000">
              <a:off x="4586918" y="5682016"/>
              <a:ext cx="360997" cy="324218"/>
            </a:xfrm>
            <a:prstGeom prst="rect">
              <a:avLst/>
            </a:prstGeom>
            <a:noFill/>
          </p:spPr>
          <p:txBody>
            <a:bodyPr wrap="none" rtlCol="0">
              <a:spAutoFit/>
            </a:bodyPr>
            <a:lstStyle/>
            <a:p>
              <a:r>
                <a:rPr lang="mr-IN" sz="2000" dirty="0"/>
                <a:t>…</a:t>
              </a:r>
              <a:endParaRPr lang="en-US" sz="2000" dirty="0"/>
            </a:p>
          </p:txBody>
        </p:sp>
        <p:sp>
          <p:nvSpPr>
            <p:cNvPr id="28" name="TextBox 27">
              <a:extLst>
                <a:ext uri="{FF2B5EF4-FFF2-40B4-BE49-F238E27FC236}">
                  <a16:creationId xmlns:a16="http://schemas.microsoft.com/office/drawing/2014/main" id="{AC5C0122-7222-B073-59A9-39D24FB4E5FE}"/>
                </a:ext>
              </a:extLst>
            </p:cNvPr>
            <p:cNvSpPr txBox="1"/>
            <p:nvPr/>
          </p:nvSpPr>
          <p:spPr>
            <a:xfrm rot="5400000">
              <a:off x="4585335" y="3435661"/>
              <a:ext cx="360997" cy="324218"/>
            </a:xfrm>
            <a:prstGeom prst="rect">
              <a:avLst/>
            </a:prstGeom>
            <a:noFill/>
          </p:spPr>
          <p:txBody>
            <a:bodyPr wrap="none" rtlCol="0">
              <a:spAutoFit/>
            </a:bodyPr>
            <a:lstStyle/>
            <a:p>
              <a:r>
                <a:rPr lang="mr-IN" sz="2000" dirty="0"/>
                <a:t>…</a:t>
              </a:r>
              <a:endParaRPr lang="en-US" sz="2000" dirty="0"/>
            </a:p>
          </p:txBody>
        </p:sp>
      </p:grpSp>
      <p:grpSp>
        <p:nvGrpSpPr>
          <p:cNvPr id="487" name="Group 486">
            <a:extLst>
              <a:ext uri="{FF2B5EF4-FFF2-40B4-BE49-F238E27FC236}">
                <a16:creationId xmlns:a16="http://schemas.microsoft.com/office/drawing/2014/main" id="{D58094A4-8965-1347-05F2-81C1E74E0EEC}"/>
              </a:ext>
            </a:extLst>
          </p:cNvPr>
          <p:cNvGrpSpPr/>
          <p:nvPr/>
        </p:nvGrpSpPr>
        <p:grpSpPr>
          <a:xfrm>
            <a:off x="1234898" y="1680347"/>
            <a:ext cx="9885610" cy="1464736"/>
            <a:chOff x="1234898" y="1680347"/>
            <a:chExt cx="9885610" cy="1464736"/>
          </a:xfrm>
        </p:grpSpPr>
        <p:grpSp>
          <p:nvGrpSpPr>
            <p:cNvPr id="48" name="Group 47">
              <a:extLst>
                <a:ext uri="{FF2B5EF4-FFF2-40B4-BE49-F238E27FC236}">
                  <a16:creationId xmlns:a16="http://schemas.microsoft.com/office/drawing/2014/main" id="{679E08AE-198D-AF03-16C0-A28704422AA6}"/>
                </a:ext>
              </a:extLst>
            </p:cNvPr>
            <p:cNvGrpSpPr/>
            <p:nvPr/>
          </p:nvGrpSpPr>
          <p:grpSpPr>
            <a:xfrm>
              <a:off x="1234898" y="1680347"/>
              <a:ext cx="2436042" cy="1273223"/>
              <a:chOff x="2739071" y="2226350"/>
              <a:chExt cx="2436042" cy="1273223"/>
            </a:xfrm>
          </p:grpSpPr>
          <p:sp>
            <p:nvSpPr>
              <p:cNvPr id="49" name="Freeform 66">
                <a:extLst>
                  <a:ext uri="{FF2B5EF4-FFF2-40B4-BE49-F238E27FC236}">
                    <a16:creationId xmlns:a16="http://schemas.microsoft.com/office/drawing/2014/main" id="{3D6EFD53-CABA-E325-289E-718A041777BB}"/>
                  </a:ext>
                </a:extLst>
              </p:cNvPr>
              <p:cNvSpPr/>
              <p:nvPr/>
            </p:nvSpPr>
            <p:spPr>
              <a:xfrm flipH="1">
                <a:off x="3389091" y="2670159"/>
                <a:ext cx="1786022" cy="82941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022" h="829414">
                    <a:moveTo>
                      <a:pt x="81411" y="393603"/>
                    </a:moveTo>
                    <a:cubicBezTo>
                      <a:pt x="307042" y="310476"/>
                      <a:pt x="265550" y="210465"/>
                      <a:pt x="429371" y="0"/>
                    </a:cubicBezTo>
                    <a:cubicBezTo>
                      <a:pt x="716335" y="244471"/>
                      <a:pt x="915164" y="290636"/>
                      <a:pt x="1786022" y="325786"/>
                    </a:cubicBezTo>
                    <a:cubicBezTo>
                      <a:pt x="561099" y="527000"/>
                      <a:pt x="601683" y="583990"/>
                      <a:pt x="0" y="829414"/>
                    </a:cubicBezTo>
                    <a:lnTo>
                      <a:pt x="81411" y="393603"/>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Oval 280">
                <a:extLst>
                  <a:ext uri="{FF2B5EF4-FFF2-40B4-BE49-F238E27FC236}">
                    <a16:creationId xmlns:a16="http://schemas.microsoft.com/office/drawing/2014/main" id="{81CEF012-4B54-FF5D-E8C2-470F9D4FB136}"/>
                  </a:ext>
                </a:extLst>
              </p:cNvPr>
              <p:cNvSpPr>
                <a:spLocks noChangeArrowheads="1"/>
              </p:cNvSpPr>
              <p:nvPr/>
            </p:nvSpPr>
            <p:spPr bwMode="auto">
              <a:xfrm>
                <a:off x="2739071" y="2226350"/>
                <a:ext cx="2047875" cy="771802"/>
              </a:xfrm>
              <a:prstGeom prst="ellipse">
                <a:avLst/>
              </a:prstGeom>
              <a:solidFill>
                <a:srgbClr val="FFFFF0"/>
              </a:solid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1" name="Text Box 276">
                <a:extLst>
                  <a:ext uri="{FF2B5EF4-FFF2-40B4-BE49-F238E27FC236}">
                    <a16:creationId xmlns:a16="http://schemas.microsoft.com/office/drawing/2014/main" id="{D423E330-C82F-7087-308B-D7FC9394BC34}"/>
                  </a:ext>
                </a:extLst>
              </p:cNvPr>
              <p:cNvSpPr txBox="1">
                <a:spLocks noChangeArrowheads="1"/>
              </p:cNvSpPr>
              <p:nvPr/>
            </p:nvSpPr>
            <p:spPr bwMode="auto">
              <a:xfrm>
                <a:off x="3075293" y="2283565"/>
                <a:ext cx="1364476" cy="52322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1" eaLnBrk="0" fontAlgn="base" latinLnBrk="0" hangingPunct="0">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کنترل‌کننده یا</a:t>
                </a:r>
              </a:p>
              <a:p>
                <a:pPr marL="0" marR="0" lvl="0" indent="0" algn="ctr" defTabSz="914400" rtl="1" eaLnBrk="0" fontAlgn="base" latinLnBrk="0" hangingPunct="0">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 سیستم مدیریتی</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52" name="Group 51">
                <a:extLst>
                  <a:ext uri="{FF2B5EF4-FFF2-40B4-BE49-F238E27FC236}">
                    <a16:creationId xmlns:a16="http://schemas.microsoft.com/office/drawing/2014/main" id="{0E17EA5F-3B48-A388-9C91-83BFE9BFA304}"/>
                  </a:ext>
                </a:extLst>
              </p:cNvPr>
              <p:cNvGrpSpPr/>
              <p:nvPr/>
            </p:nvGrpSpPr>
            <p:grpSpPr>
              <a:xfrm>
                <a:off x="2903829" y="2788770"/>
                <a:ext cx="923291" cy="401897"/>
                <a:chOff x="7321702" y="1864426"/>
                <a:chExt cx="481002" cy="350306"/>
              </a:xfrm>
            </p:grpSpPr>
            <p:sp>
              <p:nvSpPr>
                <p:cNvPr id="53" name="Can 70">
                  <a:extLst>
                    <a:ext uri="{FF2B5EF4-FFF2-40B4-BE49-F238E27FC236}">
                      <a16:creationId xmlns:a16="http://schemas.microsoft.com/office/drawing/2014/main" id="{2A12F693-781D-B569-110C-655934AA097F}"/>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Text Box 305">
                  <a:extLst>
                    <a:ext uri="{FF2B5EF4-FFF2-40B4-BE49-F238E27FC236}">
                      <a16:creationId xmlns:a16="http://schemas.microsoft.com/office/drawing/2014/main" id="{FEF26BF3-FF86-069F-D727-B3253FCB23E1}"/>
                    </a:ext>
                  </a:extLst>
                </p:cNvPr>
                <p:cNvSpPr txBox="1">
                  <a:spLocks noChangeArrowheads="1"/>
                </p:cNvSpPr>
                <p:nvPr/>
              </p:nvSpPr>
              <p:spPr bwMode="auto">
                <a:xfrm>
                  <a:off x="7321702" y="1946464"/>
                  <a:ext cx="481002" cy="2682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4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55" name="Group 54">
              <a:extLst>
                <a:ext uri="{FF2B5EF4-FFF2-40B4-BE49-F238E27FC236}">
                  <a16:creationId xmlns:a16="http://schemas.microsoft.com/office/drawing/2014/main" id="{202117D4-BAD2-E25F-83F6-1FA18764B29B}"/>
                </a:ext>
              </a:extLst>
            </p:cNvPr>
            <p:cNvGrpSpPr/>
            <p:nvPr/>
          </p:nvGrpSpPr>
          <p:grpSpPr>
            <a:xfrm>
              <a:off x="9505464" y="1909448"/>
              <a:ext cx="1615044" cy="1104405"/>
              <a:chOff x="6599795" y="1917794"/>
              <a:chExt cx="1615044" cy="1104405"/>
            </a:xfrm>
          </p:grpSpPr>
          <p:sp>
            <p:nvSpPr>
              <p:cNvPr id="56" name="Freeform 85">
                <a:extLst>
                  <a:ext uri="{FF2B5EF4-FFF2-40B4-BE49-F238E27FC236}">
                    <a16:creationId xmlns:a16="http://schemas.microsoft.com/office/drawing/2014/main" id="{5009315B-2C7A-50FA-15B3-D764BA6F4391}"/>
                  </a:ext>
                </a:extLst>
              </p:cNvPr>
              <p:cNvSpPr/>
              <p:nvPr/>
            </p:nvSpPr>
            <p:spPr>
              <a:xfrm>
                <a:off x="6599795" y="2131549"/>
                <a:ext cx="1615044" cy="89065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044" h="890650">
                    <a:moveTo>
                      <a:pt x="0" y="641268"/>
                    </a:moveTo>
                    <a:cubicBezTo>
                      <a:pt x="320633" y="380011"/>
                      <a:pt x="308759" y="285008"/>
                      <a:pt x="285007" y="0"/>
                    </a:cubicBezTo>
                    <a:lnTo>
                      <a:pt x="1615044" y="83128"/>
                    </a:lnTo>
                    <a:cubicBezTo>
                      <a:pt x="823355" y="399803"/>
                      <a:pt x="625433" y="502723"/>
                      <a:pt x="166254" y="890650"/>
                    </a:cubicBezTo>
                    <a:lnTo>
                      <a:pt x="0" y="641268"/>
                    </a:lnTo>
                    <a:close/>
                  </a:path>
                </a:pathLst>
              </a:custGeom>
              <a:gradFill>
                <a:gsLst>
                  <a:gs pos="0">
                    <a:schemeClr val="bg1">
                      <a:alpha val="72000"/>
                    </a:schemeClr>
                  </a:gs>
                  <a:gs pos="99000">
                    <a:schemeClr val="bg1">
                      <a:lumMod val="9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Oval 306">
                <a:extLst>
                  <a:ext uri="{FF2B5EF4-FFF2-40B4-BE49-F238E27FC236}">
                    <a16:creationId xmlns:a16="http://schemas.microsoft.com/office/drawing/2014/main" id="{D9CD7FA3-880D-3DAE-C031-7FA0D408C9FA}"/>
                  </a:ext>
                </a:extLst>
              </p:cNvPr>
              <p:cNvSpPr>
                <a:spLocks noChangeArrowheads="1"/>
              </p:cNvSpPr>
              <p:nvPr/>
            </p:nvSpPr>
            <p:spPr bwMode="auto">
              <a:xfrm>
                <a:off x="6893234" y="1917794"/>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8" name="Text Box 302">
                <a:extLst>
                  <a:ext uri="{FF2B5EF4-FFF2-40B4-BE49-F238E27FC236}">
                    <a16:creationId xmlns:a16="http://schemas.microsoft.com/office/drawing/2014/main" id="{9B8C92E3-CBBA-B7A2-14C0-E9D8C2C6D39D}"/>
                  </a:ext>
                </a:extLst>
              </p:cNvPr>
              <p:cNvSpPr txBox="1">
                <a:spLocks noChangeArrowheads="1"/>
              </p:cNvSpPr>
              <p:nvPr/>
            </p:nvSpPr>
            <p:spPr bwMode="auto">
              <a:xfrm>
                <a:off x="6928969" y="2038751"/>
                <a:ext cx="521297"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59" name="Group 58">
                <a:extLst>
                  <a:ext uri="{FF2B5EF4-FFF2-40B4-BE49-F238E27FC236}">
                    <a16:creationId xmlns:a16="http://schemas.microsoft.com/office/drawing/2014/main" id="{A5E2D16F-26AE-264B-47C2-716EE85F0663}"/>
                  </a:ext>
                </a:extLst>
              </p:cNvPr>
              <p:cNvGrpSpPr/>
              <p:nvPr/>
            </p:nvGrpSpPr>
            <p:grpSpPr>
              <a:xfrm>
                <a:off x="7404401" y="2002164"/>
                <a:ext cx="665567" cy="367898"/>
                <a:chOff x="7169780" y="1853793"/>
                <a:chExt cx="665567" cy="367898"/>
              </a:xfrm>
            </p:grpSpPr>
            <p:sp>
              <p:nvSpPr>
                <p:cNvPr id="60" name="Can 89">
                  <a:extLst>
                    <a:ext uri="{FF2B5EF4-FFF2-40B4-BE49-F238E27FC236}">
                      <a16:creationId xmlns:a16="http://schemas.microsoft.com/office/drawing/2014/main" id="{EB09E791-6F94-CE33-EDAC-3CF4A15525D5}"/>
                    </a:ext>
                  </a:extLst>
                </p:cNvPr>
                <p:cNvSpPr/>
                <p:nvPr/>
              </p:nvSpPr>
              <p:spPr>
                <a:xfrm>
                  <a:off x="7226278" y="1853793"/>
                  <a:ext cx="550818"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Text Box 305">
                  <a:extLst>
                    <a:ext uri="{FF2B5EF4-FFF2-40B4-BE49-F238E27FC236}">
                      <a16:creationId xmlns:a16="http://schemas.microsoft.com/office/drawing/2014/main" id="{CCA4C32E-4F00-5BCE-9D32-96AC2E68FEE6}"/>
                    </a:ext>
                  </a:extLst>
                </p:cNvPr>
                <p:cNvSpPr txBox="1">
                  <a:spLocks noChangeArrowheads="1"/>
                </p:cNvSpPr>
                <p:nvPr/>
              </p:nvSpPr>
              <p:spPr bwMode="auto">
                <a:xfrm>
                  <a:off x="7169780" y="1944692"/>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fa-IR"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62" name="Group 950">
              <a:extLst>
                <a:ext uri="{FF2B5EF4-FFF2-40B4-BE49-F238E27FC236}">
                  <a16:creationId xmlns:a16="http://schemas.microsoft.com/office/drawing/2014/main" id="{25658D37-F311-988C-8BE0-181B653B2ED7}"/>
                </a:ext>
              </a:extLst>
            </p:cNvPr>
            <p:cNvGrpSpPr>
              <a:grpSpLocks/>
            </p:cNvGrpSpPr>
            <p:nvPr/>
          </p:nvGrpSpPr>
          <p:grpSpPr bwMode="auto">
            <a:xfrm>
              <a:off x="3266129" y="2299853"/>
              <a:ext cx="440889" cy="845230"/>
              <a:chOff x="4140" y="429"/>
              <a:chExt cx="1425" cy="2396"/>
            </a:xfrm>
          </p:grpSpPr>
          <p:sp>
            <p:nvSpPr>
              <p:cNvPr id="63" name="Freeform 951">
                <a:extLst>
                  <a:ext uri="{FF2B5EF4-FFF2-40B4-BE49-F238E27FC236}">
                    <a16:creationId xmlns:a16="http://schemas.microsoft.com/office/drawing/2014/main" id="{C1ACCE70-4542-4357-D4CF-1579A7934087}"/>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Rectangle 952">
                <a:extLst>
                  <a:ext uri="{FF2B5EF4-FFF2-40B4-BE49-F238E27FC236}">
                    <a16:creationId xmlns:a16="http://schemas.microsoft.com/office/drawing/2014/main" id="{F0B2D1E4-5CEE-0883-77AE-1889497989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Freeform 953">
                <a:extLst>
                  <a:ext uri="{FF2B5EF4-FFF2-40B4-BE49-F238E27FC236}">
                    <a16:creationId xmlns:a16="http://schemas.microsoft.com/office/drawing/2014/main" id="{A3A26EB5-077D-7AEB-8DAC-24BCED01A9E0}"/>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0" name="Freeform 954">
                <a:extLst>
                  <a:ext uri="{FF2B5EF4-FFF2-40B4-BE49-F238E27FC236}">
                    <a16:creationId xmlns:a16="http://schemas.microsoft.com/office/drawing/2014/main" id="{C5CF2351-7F52-0791-BB4C-03CA8CD1A579}"/>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1" name="Rectangle 955">
                <a:extLst>
                  <a:ext uri="{FF2B5EF4-FFF2-40B4-BE49-F238E27FC236}">
                    <a16:creationId xmlns:a16="http://schemas.microsoft.com/office/drawing/2014/main" id="{31017C53-BF03-7904-09BA-0B6DCE393D3C}"/>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2" name="Group 956">
                <a:extLst>
                  <a:ext uri="{FF2B5EF4-FFF2-40B4-BE49-F238E27FC236}">
                    <a16:creationId xmlns:a16="http://schemas.microsoft.com/office/drawing/2014/main" id="{782AD554-5407-9B61-B0A7-BF9E7D8961EE}"/>
                  </a:ext>
                </a:extLst>
              </p:cNvPr>
              <p:cNvGrpSpPr>
                <a:grpSpLocks/>
              </p:cNvGrpSpPr>
              <p:nvPr/>
            </p:nvGrpSpPr>
            <p:grpSpPr bwMode="auto">
              <a:xfrm>
                <a:off x="4749" y="668"/>
                <a:ext cx="581" cy="145"/>
                <a:chOff x="614" y="2568"/>
                <a:chExt cx="725" cy="139"/>
              </a:xfrm>
            </p:grpSpPr>
            <p:sp>
              <p:nvSpPr>
                <p:cNvPr id="477" name="AutoShape 957">
                  <a:extLst>
                    <a:ext uri="{FF2B5EF4-FFF2-40B4-BE49-F238E27FC236}">
                      <a16:creationId xmlns:a16="http://schemas.microsoft.com/office/drawing/2014/main" id="{FDEB3BDC-ABF3-C94C-41AD-FF31DC4E3590}"/>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AutoShape 958">
                  <a:extLst>
                    <a:ext uri="{FF2B5EF4-FFF2-40B4-BE49-F238E27FC236}">
                      <a16:creationId xmlns:a16="http://schemas.microsoft.com/office/drawing/2014/main" id="{7CDB08DB-B2D5-DCA0-2903-5EAF347BC693}"/>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3" name="Rectangle 959">
                <a:extLst>
                  <a:ext uri="{FF2B5EF4-FFF2-40B4-BE49-F238E27FC236}">
                    <a16:creationId xmlns:a16="http://schemas.microsoft.com/office/drawing/2014/main" id="{80AC2059-139A-493E-A5B3-F344ADEE8C4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4" name="Group 960">
                <a:extLst>
                  <a:ext uri="{FF2B5EF4-FFF2-40B4-BE49-F238E27FC236}">
                    <a16:creationId xmlns:a16="http://schemas.microsoft.com/office/drawing/2014/main" id="{3FA082E4-9639-10CA-EF39-099CBFDF2582}"/>
                  </a:ext>
                </a:extLst>
              </p:cNvPr>
              <p:cNvGrpSpPr>
                <a:grpSpLocks/>
              </p:cNvGrpSpPr>
              <p:nvPr/>
            </p:nvGrpSpPr>
            <p:grpSpPr bwMode="auto">
              <a:xfrm>
                <a:off x="4747" y="994"/>
                <a:ext cx="581" cy="134"/>
                <a:chOff x="614" y="2568"/>
                <a:chExt cx="725" cy="139"/>
              </a:xfrm>
            </p:grpSpPr>
            <p:sp>
              <p:nvSpPr>
                <p:cNvPr id="475" name="AutoShape 961">
                  <a:extLst>
                    <a:ext uri="{FF2B5EF4-FFF2-40B4-BE49-F238E27FC236}">
                      <a16:creationId xmlns:a16="http://schemas.microsoft.com/office/drawing/2014/main" id="{282FC0B5-C935-6CD8-3405-3F4A55F784C5}"/>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6" name="AutoShape 962">
                  <a:extLst>
                    <a:ext uri="{FF2B5EF4-FFF2-40B4-BE49-F238E27FC236}">
                      <a16:creationId xmlns:a16="http://schemas.microsoft.com/office/drawing/2014/main" id="{5B5E1A9D-7325-0504-858F-0F543FD5AAD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5" name="Rectangle 963">
                <a:extLst>
                  <a:ext uri="{FF2B5EF4-FFF2-40B4-BE49-F238E27FC236}">
                    <a16:creationId xmlns:a16="http://schemas.microsoft.com/office/drawing/2014/main" id="{82C07A5F-F419-7A36-DD96-EF9229C99811}"/>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6" name="Rectangle 964">
                <a:extLst>
                  <a:ext uri="{FF2B5EF4-FFF2-40B4-BE49-F238E27FC236}">
                    <a16:creationId xmlns:a16="http://schemas.microsoft.com/office/drawing/2014/main" id="{E543B3CC-B0F3-AD1F-FEF5-B2D6485329D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7" name="Group 965">
                <a:extLst>
                  <a:ext uri="{FF2B5EF4-FFF2-40B4-BE49-F238E27FC236}">
                    <a16:creationId xmlns:a16="http://schemas.microsoft.com/office/drawing/2014/main" id="{2E837F6D-D130-BE81-B8A1-9135D1731C2E}"/>
                  </a:ext>
                </a:extLst>
              </p:cNvPr>
              <p:cNvGrpSpPr>
                <a:grpSpLocks/>
              </p:cNvGrpSpPr>
              <p:nvPr/>
            </p:nvGrpSpPr>
            <p:grpSpPr bwMode="auto">
              <a:xfrm>
                <a:off x="4735" y="1627"/>
                <a:ext cx="582" cy="151"/>
                <a:chOff x="614" y="2568"/>
                <a:chExt cx="725" cy="139"/>
              </a:xfrm>
            </p:grpSpPr>
            <p:sp>
              <p:nvSpPr>
                <p:cNvPr id="473" name="AutoShape 966">
                  <a:extLst>
                    <a:ext uri="{FF2B5EF4-FFF2-40B4-BE49-F238E27FC236}">
                      <a16:creationId xmlns:a16="http://schemas.microsoft.com/office/drawing/2014/main" id="{3DE690CA-F54A-3234-49FC-20B16CEF484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AutoShape 967">
                  <a:extLst>
                    <a:ext uri="{FF2B5EF4-FFF2-40B4-BE49-F238E27FC236}">
                      <a16:creationId xmlns:a16="http://schemas.microsoft.com/office/drawing/2014/main" id="{CA45C0E2-9F1C-1D7E-03ED-CABB990596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8" name="Freeform 968">
                <a:extLst>
                  <a:ext uri="{FF2B5EF4-FFF2-40B4-BE49-F238E27FC236}">
                    <a16:creationId xmlns:a16="http://schemas.microsoft.com/office/drawing/2014/main" id="{D4EF1CF5-DF78-6265-87A8-F99274BC9C8E}"/>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9" name="Group 969">
                <a:extLst>
                  <a:ext uri="{FF2B5EF4-FFF2-40B4-BE49-F238E27FC236}">
                    <a16:creationId xmlns:a16="http://schemas.microsoft.com/office/drawing/2014/main" id="{8F87A41E-996A-8A2D-823E-503E87436127}"/>
                  </a:ext>
                </a:extLst>
              </p:cNvPr>
              <p:cNvGrpSpPr>
                <a:grpSpLocks/>
              </p:cNvGrpSpPr>
              <p:nvPr/>
            </p:nvGrpSpPr>
            <p:grpSpPr bwMode="auto">
              <a:xfrm>
                <a:off x="4739" y="1327"/>
                <a:ext cx="582" cy="139"/>
                <a:chOff x="614" y="2568"/>
                <a:chExt cx="725" cy="139"/>
              </a:xfrm>
            </p:grpSpPr>
            <p:sp>
              <p:nvSpPr>
                <p:cNvPr id="471" name="AutoShape 970">
                  <a:extLst>
                    <a:ext uri="{FF2B5EF4-FFF2-40B4-BE49-F238E27FC236}">
                      <a16:creationId xmlns:a16="http://schemas.microsoft.com/office/drawing/2014/main" id="{EFA3EED3-B00A-B1CB-49EA-92ADA0D96461}"/>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AutoShape 971">
                  <a:extLst>
                    <a:ext uri="{FF2B5EF4-FFF2-40B4-BE49-F238E27FC236}">
                      <a16:creationId xmlns:a16="http://schemas.microsoft.com/office/drawing/2014/main" id="{B1BCE53A-F73A-67D9-E084-A3532711D3C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60" name="Rectangle 972">
                <a:extLst>
                  <a:ext uri="{FF2B5EF4-FFF2-40B4-BE49-F238E27FC236}">
                    <a16:creationId xmlns:a16="http://schemas.microsoft.com/office/drawing/2014/main" id="{D24B8F63-6012-3956-85C1-E988448D3EBC}"/>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Freeform 973">
                <a:extLst>
                  <a:ext uri="{FF2B5EF4-FFF2-40B4-BE49-F238E27FC236}">
                    <a16:creationId xmlns:a16="http://schemas.microsoft.com/office/drawing/2014/main" id="{6DB28F7F-B3BF-9710-D7FB-0765F4A6B99F}"/>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Freeform 974">
                <a:extLst>
                  <a:ext uri="{FF2B5EF4-FFF2-40B4-BE49-F238E27FC236}">
                    <a16:creationId xmlns:a16="http://schemas.microsoft.com/office/drawing/2014/main" id="{A44F8156-01C5-F5FE-E3B8-8F4EDD962930}"/>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Oval 975">
                <a:extLst>
                  <a:ext uri="{FF2B5EF4-FFF2-40B4-BE49-F238E27FC236}">
                    <a16:creationId xmlns:a16="http://schemas.microsoft.com/office/drawing/2014/main" id="{51A0482B-0627-D0CB-7177-F238767C5534}"/>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Freeform 976">
                <a:extLst>
                  <a:ext uri="{FF2B5EF4-FFF2-40B4-BE49-F238E27FC236}">
                    <a16:creationId xmlns:a16="http://schemas.microsoft.com/office/drawing/2014/main" id="{F92F6FDE-C1C2-204B-3750-4F2D245FC6ED}"/>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AutoShape 977">
                <a:extLst>
                  <a:ext uri="{FF2B5EF4-FFF2-40B4-BE49-F238E27FC236}">
                    <a16:creationId xmlns:a16="http://schemas.microsoft.com/office/drawing/2014/main" id="{0314200F-3CA0-72EE-DF0C-6B714D84CE0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6" name="AutoShape 978">
                <a:extLst>
                  <a:ext uri="{FF2B5EF4-FFF2-40B4-BE49-F238E27FC236}">
                    <a16:creationId xmlns:a16="http://schemas.microsoft.com/office/drawing/2014/main" id="{E003A40B-6E02-358B-5826-FC48F25524FB}"/>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Oval 979">
                <a:extLst>
                  <a:ext uri="{FF2B5EF4-FFF2-40B4-BE49-F238E27FC236}">
                    <a16:creationId xmlns:a16="http://schemas.microsoft.com/office/drawing/2014/main" id="{A05602F7-0F19-8A53-59B5-F3F184BDA71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Oval 980">
                <a:extLst>
                  <a:ext uri="{FF2B5EF4-FFF2-40B4-BE49-F238E27FC236}">
                    <a16:creationId xmlns:a16="http://schemas.microsoft.com/office/drawing/2014/main" id="{F2DE75C7-8CDF-26B8-56B8-AEDADC42755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469" name="Oval 981">
                <a:extLst>
                  <a:ext uri="{FF2B5EF4-FFF2-40B4-BE49-F238E27FC236}">
                    <a16:creationId xmlns:a16="http://schemas.microsoft.com/office/drawing/2014/main" id="{B3B4EF8B-6BCF-E52D-4888-1A6CCC8EB9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Rectangle 982">
                <a:extLst>
                  <a:ext uri="{FF2B5EF4-FFF2-40B4-BE49-F238E27FC236}">
                    <a16:creationId xmlns:a16="http://schemas.microsoft.com/office/drawing/2014/main" id="{567081E9-AC7B-6D57-8715-45AB81DBDB8C}"/>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9" name="Group 478">
              <a:extLst>
                <a:ext uri="{FF2B5EF4-FFF2-40B4-BE49-F238E27FC236}">
                  <a16:creationId xmlns:a16="http://schemas.microsoft.com/office/drawing/2014/main" id="{31BA2654-24AD-6230-203A-8863C7936D42}"/>
                </a:ext>
              </a:extLst>
            </p:cNvPr>
            <p:cNvGrpSpPr/>
            <p:nvPr/>
          </p:nvGrpSpPr>
          <p:grpSpPr>
            <a:xfrm>
              <a:off x="8996058" y="2369415"/>
              <a:ext cx="753999" cy="373786"/>
              <a:chOff x="7493876" y="2774731"/>
              <a:chExt cx="1481958" cy="894622"/>
            </a:xfrm>
          </p:grpSpPr>
          <p:sp>
            <p:nvSpPr>
              <p:cNvPr id="480" name="Freeform 130">
                <a:extLst>
                  <a:ext uri="{FF2B5EF4-FFF2-40B4-BE49-F238E27FC236}">
                    <a16:creationId xmlns:a16="http://schemas.microsoft.com/office/drawing/2014/main" id="{6FC37BBA-3BBB-9A61-CDF5-F309F16FE2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9F7DCD78-B5CA-65E7-B6BA-4FD1E62110A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29462131-6DE0-C068-B880-4DBD4AC97AC5}"/>
                  </a:ext>
                </a:extLst>
              </p:cNvPr>
              <p:cNvGrpSpPr/>
              <p:nvPr/>
            </p:nvGrpSpPr>
            <p:grpSpPr>
              <a:xfrm>
                <a:off x="7713663" y="2848339"/>
                <a:ext cx="1042107" cy="425543"/>
                <a:chOff x="7786941" y="2884917"/>
                <a:chExt cx="897649" cy="353919"/>
              </a:xfrm>
            </p:grpSpPr>
            <p:sp>
              <p:nvSpPr>
                <p:cNvPr id="483" name="Freeform 133">
                  <a:extLst>
                    <a:ext uri="{FF2B5EF4-FFF2-40B4-BE49-F238E27FC236}">
                      <a16:creationId xmlns:a16="http://schemas.microsoft.com/office/drawing/2014/main" id="{5EE4A265-29E6-527D-6713-1BD09D7494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134">
                  <a:extLst>
                    <a:ext uri="{FF2B5EF4-FFF2-40B4-BE49-F238E27FC236}">
                      <a16:creationId xmlns:a16="http://schemas.microsoft.com/office/drawing/2014/main" id="{831E706D-5E60-3C07-0F20-FA83E98E7B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135">
                  <a:extLst>
                    <a:ext uri="{FF2B5EF4-FFF2-40B4-BE49-F238E27FC236}">
                      <a16:creationId xmlns:a16="http://schemas.microsoft.com/office/drawing/2014/main" id="{59C688B4-A9B7-090C-4CE8-CBC81DDFBB9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136">
                  <a:extLst>
                    <a:ext uri="{FF2B5EF4-FFF2-40B4-BE49-F238E27FC236}">
                      <a16:creationId xmlns:a16="http://schemas.microsoft.com/office/drawing/2014/main" id="{6334D52B-0059-AF26-9F84-F65F59ADE4B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244556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487"/>
                                        </p:tgtEl>
                                        <p:attrNameLst>
                                          <p:attrName>style.visibility</p:attrName>
                                        </p:attrNameLst>
                                      </p:cBhvr>
                                      <p:to>
                                        <p:strVal val="visible"/>
                                      </p:to>
                                    </p:set>
                                    <p:anim calcmode="lin" valueType="num">
                                      <p:cBhvr>
                                        <p:cTn id="19" dur="500" fill="hold"/>
                                        <p:tgtEl>
                                          <p:spTgt spid="487"/>
                                        </p:tgtEl>
                                        <p:attrNameLst>
                                          <p:attrName>ppt_w</p:attrName>
                                        </p:attrNameLst>
                                      </p:cBhvr>
                                      <p:tavLst>
                                        <p:tav tm="0">
                                          <p:val>
                                            <p:fltVal val="0"/>
                                          </p:val>
                                        </p:tav>
                                        <p:tav tm="100000">
                                          <p:val>
                                            <p:strVal val="#ppt_w"/>
                                          </p:val>
                                        </p:tav>
                                      </p:tavLst>
                                    </p:anim>
                                    <p:anim calcmode="lin" valueType="num">
                                      <p:cBhvr>
                                        <p:cTn id="20" dur="500" fill="hold"/>
                                        <p:tgtEl>
                                          <p:spTgt spid="487"/>
                                        </p:tgtEl>
                                        <p:attrNameLst>
                                          <p:attrName>ppt_h</p:attrName>
                                        </p:attrNameLst>
                                      </p:cBhvr>
                                      <p:tavLst>
                                        <p:tav tm="0">
                                          <p:val>
                                            <p:fltVal val="0"/>
                                          </p:val>
                                        </p:tav>
                                        <p:tav tm="100000">
                                          <p:val>
                                            <p:strVal val="#ppt_h"/>
                                          </p:val>
                                        </p:tav>
                                      </p:tavLst>
                                    </p:anim>
                                    <p:animEffect transition="in" filter="fade">
                                      <p:cBhvr>
                                        <p:cTn id="21" dur="500"/>
                                        <p:tgtEl>
                                          <p:spTgt spid="48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dissolve">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up)">
                                      <p:cBhvr>
                                        <p:cTn id="31" dur="500"/>
                                        <p:tgtEl>
                                          <p:spTgt spid="19"/>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dissolve">
                                      <p:cBhvr>
                                        <p:cTn id="3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85</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NETCONF</a:t>
            </a:r>
            <a:r>
              <a:rPr lang="fa-IR" sz="2400" b="1" dirty="0">
                <a:solidFill>
                  <a:srgbClr val="0000FF"/>
                </a:solidFill>
                <a:latin typeface="IRANSans(FaNum)" panose="02040503050201020203" pitchFamily="18" charset="-78"/>
                <a:cs typeface="IRANSans(FaNum)" panose="02040503050201020203" pitchFamily="18" charset="-78"/>
              </a:rPr>
              <a:t>: برخی عملیات </a:t>
            </a:r>
            <a:r>
              <a:rPr lang="en-US" sz="2400" b="1" dirty="0">
                <a:solidFill>
                  <a:srgbClr val="0000FF"/>
                </a:solidFill>
                <a:latin typeface="IRANSans(FaNum)" panose="02040503050201020203" pitchFamily="18" charset="-78"/>
                <a:cs typeface="IRANSans(FaNum)" panose="02040503050201020203" pitchFamily="18" charset="-78"/>
              </a:rPr>
              <a:t>NETCONF</a:t>
            </a:r>
            <a:endParaRPr lang="fa-IR" sz="2400" b="1" dirty="0">
              <a:solidFill>
                <a:srgbClr val="0000FF"/>
              </a:solidFill>
              <a:latin typeface="IRANSans(FaNum)" panose="02040503050201020203" pitchFamily="18" charset="-78"/>
              <a:cs typeface="IRANSans(FaNum)" panose="02040503050201020203" pitchFamily="18" charset="-78"/>
            </a:endParaRPr>
          </a:p>
        </p:txBody>
      </p:sp>
      <p:graphicFrame>
        <p:nvGraphicFramePr>
          <p:cNvPr id="14" name="Table 13">
            <a:extLst>
              <a:ext uri="{FF2B5EF4-FFF2-40B4-BE49-F238E27FC236}">
                <a16:creationId xmlns:a16="http://schemas.microsoft.com/office/drawing/2014/main" id="{281594B2-F7AD-FF9C-222C-EC0C38991163}"/>
              </a:ext>
            </a:extLst>
          </p:cNvPr>
          <p:cNvGraphicFramePr>
            <a:graphicFrameLocks noGrp="1"/>
          </p:cNvGraphicFramePr>
          <p:nvPr>
            <p:extLst>
              <p:ext uri="{D42A27DB-BD31-4B8C-83A1-F6EECF244321}">
                <p14:modId xmlns:p14="http://schemas.microsoft.com/office/powerpoint/2010/main" val="1912454408"/>
              </p:ext>
            </p:extLst>
          </p:nvPr>
        </p:nvGraphicFramePr>
        <p:xfrm>
          <a:off x="558683" y="1912788"/>
          <a:ext cx="10921607" cy="4291584"/>
        </p:xfrm>
        <a:graphic>
          <a:graphicData uri="http://schemas.openxmlformats.org/drawingml/2006/table">
            <a:tbl>
              <a:tblPr firstRow="1" bandRow="1">
                <a:tableStyleId>{5C22544A-7EE6-4342-B048-85BDC9FD1C3A}</a:tableStyleId>
              </a:tblPr>
              <a:tblGrid>
                <a:gridCol w="8011160">
                  <a:extLst>
                    <a:ext uri="{9D8B030D-6E8A-4147-A177-3AD203B41FA5}">
                      <a16:colId xmlns:a16="http://schemas.microsoft.com/office/drawing/2014/main" val="1669389114"/>
                    </a:ext>
                  </a:extLst>
                </a:gridCol>
                <a:gridCol w="2910447">
                  <a:extLst>
                    <a:ext uri="{9D8B030D-6E8A-4147-A177-3AD203B41FA5}">
                      <a16:colId xmlns:a16="http://schemas.microsoft.com/office/drawing/2014/main" val="1543172442"/>
                    </a:ext>
                  </a:extLst>
                </a:gridCol>
              </a:tblGrid>
              <a:tr h="370840">
                <a:tc>
                  <a:txBody>
                    <a:bodyPr/>
                    <a:lstStyle/>
                    <a:p>
                      <a:pPr algn="ctr" rtl="1">
                        <a:lnSpc>
                          <a:spcPct val="120000"/>
                        </a:lnSpc>
                      </a:pPr>
                      <a:r>
                        <a:rPr lang="en-US" sz="1800" b="1" dirty="0">
                          <a:solidFill>
                            <a:srgbClr val="0000C8"/>
                          </a:solidFill>
                          <a:latin typeface="IRANSans(FaNum)" panose="02040503050201020203" pitchFamily="18" charset="-78"/>
                          <a:cs typeface="IRANSans(FaNum)" panose="02040503050201020203" pitchFamily="18" charset="-78"/>
                        </a:rPr>
                        <a:t>Operation Description</a:t>
                      </a:r>
                      <a:endParaRPr lang="en-US" b="1" dirty="0">
                        <a:solidFill>
                          <a:srgbClr val="0000C8"/>
                        </a:solidFill>
                        <a:latin typeface="IRANSans(FaNum)" panose="02040503050201020203" pitchFamily="18" charset="-78"/>
                        <a:cs typeface="IRANSans(FaNum)" panose="02040503050201020203" pitchFamily="18" charset="-7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just" defTabSz="914400" rtl="0" eaLnBrk="1" fontAlgn="auto" latinLnBrk="0" hangingPunct="1">
                        <a:lnSpc>
                          <a:spcPct val="120000"/>
                        </a:lnSpc>
                        <a:spcBef>
                          <a:spcPts val="0"/>
                        </a:spcBef>
                        <a:spcAft>
                          <a:spcPts val="0"/>
                        </a:spcAft>
                        <a:buClrTx/>
                        <a:buSzTx/>
                        <a:buFontTx/>
                        <a:buNone/>
                        <a:tabLst/>
                        <a:defRPr/>
                      </a:pPr>
                      <a:r>
                        <a:rPr lang="en-US" sz="1800" b="1" dirty="0">
                          <a:solidFill>
                            <a:srgbClr val="0000C8"/>
                          </a:solidFill>
                          <a:latin typeface="IRANSans(FaNum)" panose="02040503050201020203" pitchFamily="18" charset="-78"/>
                          <a:cs typeface="IRANSans(FaNum)" panose="02040503050201020203" pitchFamily="18" charset="-78"/>
                        </a:rPr>
                        <a:t>NETCONF</a:t>
                      </a:r>
                      <a:endParaRPr lang="en-US" b="1" dirty="0">
                        <a:solidFill>
                          <a:srgbClr val="0000C8"/>
                        </a:solidFill>
                        <a:latin typeface="IRANSans(FaNum)" panose="02040503050201020203" pitchFamily="18" charset="-78"/>
                        <a:cs typeface="IRANSans(FaNum)" panose="02040503050201020203" pitchFamily="18" charset="-7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641701007"/>
                  </a:ext>
                </a:extLst>
              </a:tr>
              <a:tr h="370840">
                <a:tc>
                  <a:txBody>
                    <a:bodyPr/>
                    <a:lstStyle/>
                    <a:p>
                      <a:pPr algn="just" rtl="1">
                        <a:lnSpc>
                          <a:spcPct val="140000"/>
                        </a:lnSpc>
                      </a:pPr>
                      <a:r>
                        <a:rPr lang="fa-IR" sz="1600" b="1" dirty="0">
                          <a:solidFill>
                            <a:srgbClr val="0000C8"/>
                          </a:solidFill>
                          <a:latin typeface="IRANSans(FaNum)" panose="02040503050201020203" pitchFamily="18" charset="-78"/>
                          <a:cs typeface="IRANSans(FaNum)" panose="02040503050201020203" pitchFamily="18" charset="-78"/>
                        </a:rPr>
                        <a:t>بازیابی کل یا بخشی از یک پیکربندی مشخص‌شده. یک دستگاه ممکن است چندین پیکربندی داشته باشد.</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just">
                        <a:lnSpc>
                          <a:spcPct val="140000"/>
                        </a:lnSpc>
                      </a:pPr>
                      <a:r>
                        <a:rPr lang="en-US" sz="1600" b="1" dirty="0">
                          <a:solidFill>
                            <a:srgbClr val="C00000"/>
                          </a:solidFill>
                          <a:latin typeface="IRANSans(FaNum)" panose="02040503050201020203" pitchFamily="18" charset="-78"/>
                          <a:cs typeface="IRANSans(FaNum)" panose="02040503050201020203" pitchFamily="18" charset="-78"/>
                        </a:rPr>
                        <a:t>&lt;get-config&gt;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928331973"/>
                  </a:ext>
                </a:extLst>
              </a:tr>
              <a:tr h="370840">
                <a:tc>
                  <a:txBody>
                    <a:bodyPr/>
                    <a:lstStyle/>
                    <a:p>
                      <a:pPr marL="0" marR="0" lvl="0" indent="0" algn="just" defTabSz="914400" rtl="1" eaLnBrk="1" fontAlgn="auto" latinLnBrk="0" hangingPunct="1">
                        <a:lnSpc>
                          <a:spcPct val="140000"/>
                        </a:lnSpc>
                        <a:spcBef>
                          <a:spcPts val="0"/>
                        </a:spcBef>
                        <a:spcAft>
                          <a:spcPts val="0"/>
                        </a:spcAft>
                        <a:buClrTx/>
                        <a:buSzTx/>
                        <a:buFontTx/>
                        <a:buNone/>
                        <a:tabLst/>
                        <a:defRPr/>
                      </a:pPr>
                      <a:r>
                        <a:rPr lang="fa-IR" sz="1600" b="1" dirty="0">
                          <a:solidFill>
                            <a:srgbClr val="0000C8"/>
                          </a:solidFill>
                          <a:latin typeface="IRANSans(FaNum)" panose="02040503050201020203" pitchFamily="18" charset="-78"/>
                          <a:cs typeface="IRANSans(FaNum)" panose="02040503050201020203" pitchFamily="18" charset="-78"/>
                        </a:rPr>
                        <a:t>بازیابی کل یا بخشی از اطلاعات وضعیت پیکربندی و وضعیت عملیاتی.</a:t>
                      </a:r>
                      <a:endParaRPr lang="en-US" sz="1600" b="1" dirty="0">
                        <a:solidFill>
                          <a:srgbClr val="0000C8"/>
                        </a:solidFill>
                        <a:latin typeface="IRANSans(FaNum)" panose="02040503050201020203" pitchFamily="18" charset="-78"/>
                        <a:cs typeface="IRANSans(FaNum)" panose="02040503050201020203" pitchFamily="18" charset="-7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just">
                        <a:lnSpc>
                          <a:spcPct val="140000"/>
                        </a:lnSpc>
                      </a:pPr>
                      <a:r>
                        <a:rPr lang="en-US" sz="1600" b="1" dirty="0">
                          <a:solidFill>
                            <a:srgbClr val="C00000"/>
                          </a:solidFill>
                          <a:latin typeface="IRANSans(FaNum)" panose="02040503050201020203" pitchFamily="18" charset="-78"/>
                          <a:cs typeface="IRANSans(FaNum)" panose="02040503050201020203" pitchFamily="18" charset="-78"/>
                        </a:rPr>
                        <a:t>&lt;get&gt;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965910519"/>
                  </a:ext>
                </a:extLst>
              </a:tr>
              <a:tr h="370840">
                <a:tc>
                  <a:txBody>
                    <a:bodyPr/>
                    <a:lstStyle/>
                    <a:p>
                      <a:pPr marL="0" marR="0" lvl="0" indent="0" algn="just" defTabSz="914400" rtl="1" eaLnBrk="1" fontAlgn="auto" latinLnBrk="0" hangingPunct="1">
                        <a:lnSpc>
                          <a:spcPct val="140000"/>
                        </a:lnSpc>
                        <a:spcBef>
                          <a:spcPts val="0"/>
                        </a:spcBef>
                        <a:spcAft>
                          <a:spcPts val="0"/>
                        </a:spcAft>
                        <a:buClrTx/>
                        <a:buSzTx/>
                        <a:buFontTx/>
                        <a:buNone/>
                        <a:tabLst/>
                        <a:defRPr/>
                      </a:pPr>
                      <a:r>
                        <a:rPr lang="fa-IR" sz="1600" b="1" dirty="0">
                          <a:solidFill>
                            <a:srgbClr val="0000C8"/>
                          </a:solidFill>
                          <a:latin typeface="IRANSans(FaNum)" panose="02040503050201020203" pitchFamily="18" charset="-78"/>
                          <a:cs typeface="IRANSans(FaNum)" panose="02040503050201020203" pitchFamily="18" charset="-78"/>
                        </a:rPr>
                        <a:t>تغییر پیکربندی مشخص شده (احتمالاً در حال اجرا) در دستگاه تحت مدیریت.</a:t>
                      </a:r>
                    </a:p>
                    <a:p>
                      <a:pPr marL="0" marR="0" lvl="0" indent="0" algn="just" defTabSz="914400" rtl="1" eaLnBrk="1" fontAlgn="auto" latinLnBrk="0" hangingPunct="1">
                        <a:lnSpc>
                          <a:spcPct val="140000"/>
                        </a:lnSpc>
                        <a:spcBef>
                          <a:spcPts val="0"/>
                        </a:spcBef>
                        <a:spcAft>
                          <a:spcPts val="0"/>
                        </a:spcAft>
                        <a:buClrTx/>
                        <a:buSzTx/>
                        <a:buFontTx/>
                        <a:buNone/>
                        <a:tabLst/>
                        <a:defRPr/>
                      </a:pPr>
                      <a:r>
                        <a:rPr lang="fa-IR" sz="1600" b="1" dirty="0">
                          <a:solidFill>
                            <a:srgbClr val="0000C8"/>
                          </a:solidFill>
                          <a:latin typeface="IRANSans(FaNum)" panose="02040503050201020203" pitchFamily="18" charset="-78"/>
                          <a:cs typeface="IRANSans(FaNum)" panose="02040503050201020203" pitchFamily="18" charset="-78"/>
                        </a:rPr>
                        <a:t>پاسخ &lt;</a:t>
                      </a:r>
                      <a:r>
                        <a:rPr lang="en-US" sz="1600" b="1" dirty="0" err="1">
                          <a:solidFill>
                            <a:srgbClr val="0000C8"/>
                          </a:solidFill>
                          <a:latin typeface="IRANSans(FaNum)" panose="02040503050201020203" pitchFamily="18" charset="-78"/>
                          <a:cs typeface="IRANSans(FaNum)" panose="02040503050201020203" pitchFamily="18" charset="-78"/>
                        </a:rPr>
                        <a:t>rpc</a:t>
                      </a:r>
                      <a:r>
                        <a:rPr lang="en-US" sz="1600" b="1" dirty="0">
                          <a:solidFill>
                            <a:srgbClr val="0000C8"/>
                          </a:solidFill>
                          <a:latin typeface="IRANSans(FaNum)" panose="02040503050201020203" pitchFamily="18" charset="-78"/>
                          <a:cs typeface="IRANSans(FaNum)" panose="02040503050201020203" pitchFamily="18" charset="-78"/>
                        </a:rPr>
                        <a:t>-reply</a:t>
                      </a:r>
                      <a:r>
                        <a:rPr lang="fa-IR" sz="1600" b="1" dirty="0">
                          <a:solidFill>
                            <a:srgbClr val="0000C8"/>
                          </a:solidFill>
                          <a:latin typeface="IRANSans(FaNum)" panose="02040503050201020203" pitchFamily="18" charset="-78"/>
                          <a:cs typeface="IRANSans(FaNum)" panose="02040503050201020203" pitchFamily="18" charset="-78"/>
                        </a:rPr>
                        <a:t>&gt; دستگاه تحت مدیریت حاوی &lt;</a:t>
                      </a:r>
                      <a:r>
                        <a:rPr lang="en-US" sz="1600" b="1" dirty="0">
                          <a:solidFill>
                            <a:srgbClr val="0000C8"/>
                          </a:solidFill>
                          <a:latin typeface="IRANSans(FaNum)" panose="02040503050201020203" pitchFamily="18" charset="-78"/>
                          <a:cs typeface="IRANSans(FaNum)" panose="02040503050201020203" pitchFamily="18" charset="-78"/>
                        </a:rPr>
                        <a:t>ok</a:t>
                      </a:r>
                      <a:r>
                        <a:rPr lang="fa-IR" sz="1600" b="1" dirty="0">
                          <a:solidFill>
                            <a:srgbClr val="0000C8"/>
                          </a:solidFill>
                          <a:latin typeface="IRANSans(FaNum)" panose="02040503050201020203" pitchFamily="18" charset="-78"/>
                          <a:cs typeface="IRANSans(FaNum)" panose="02040503050201020203" pitchFamily="18" charset="-78"/>
                        </a:rPr>
                        <a:t>&gt; یا &lt;</a:t>
                      </a:r>
                      <a:r>
                        <a:rPr lang="en-US" sz="1600" b="1" dirty="0" err="1">
                          <a:solidFill>
                            <a:srgbClr val="0000C8"/>
                          </a:solidFill>
                          <a:latin typeface="IRANSans(FaNum)" panose="02040503050201020203" pitchFamily="18" charset="-78"/>
                          <a:cs typeface="IRANSans(FaNum)" panose="02040503050201020203" pitchFamily="18" charset="-78"/>
                        </a:rPr>
                        <a:t>rpcerror</a:t>
                      </a:r>
                      <a:r>
                        <a:rPr lang="fa-IR" sz="1600" b="1" dirty="0">
                          <a:solidFill>
                            <a:srgbClr val="0000C8"/>
                          </a:solidFill>
                          <a:latin typeface="IRANSans(FaNum)" panose="02040503050201020203" pitchFamily="18" charset="-78"/>
                          <a:cs typeface="IRANSans(FaNum)" panose="02040503050201020203" pitchFamily="18" charset="-78"/>
                        </a:rPr>
                        <a:t>&gt; با بازگشت به عقب است.</a:t>
                      </a:r>
                      <a:endParaRPr lang="en-US" sz="1600" b="1" dirty="0">
                        <a:solidFill>
                          <a:srgbClr val="0000C8"/>
                        </a:solidFill>
                        <a:latin typeface="IRANSans(FaNum)" panose="02040503050201020203" pitchFamily="18" charset="-78"/>
                        <a:cs typeface="IRANSans(FaNum)" panose="02040503050201020203" pitchFamily="18" charset="-7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just">
                        <a:lnSpc>
                          <a:spcPct val="140000"/>
                        </a:lnSpc>
                      </a:pPr>
                      <a:r>
                        <a:rPr lang="en-US" sz="1600" b="1" dirty="0">
                          <a:solidFill>
                            <a:srgbClr val="C00000"/>
                          </a:solidFill>
                          <a:latin typeface="IRANSans(FaNum)" panose="02040503050201020203" pitchFamily="18" charset="-78"/>
                          <a:cs typeface="IRANSans(FaNum)" panose="02040503050201020203" pitchFamily="18" charset="-78"/>
                        </a:rPr>
                        <a:t>&lt;edit-config&gt;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4036402876"/>
                  </a:ext>
                </a:extLst>
              </a:tr>
              <a:tr h="370840">
                <a:tc>
                  <a:txBody>
                    <a:bodyPr/>
                    <a:lstStyle/>
                    <a:p>
                      <a:pPr marL="0" marR="0" lvl="0" indent="0" algn="just" defTabSz="914400" rtl="1" eaLnBrk="1" fontAlgn="auto" latinLnBrk="0" hangingPunct="1">
                        <a:lnSpc>
                          <a:spcPct val="140000"/>
                        </a:lnSpc>
                        <a:spcBef>
                          <a:spcPts val="0"/>
                        </a:spcBef>
                        <a:spcAft>
                          <a:spcPts val="0"/>
                        </a:spcAft>
                        <a:buClrTx/>
                        <a:buSzTx/>
                        <a:buFontTx/>
                        <a:buNone/>
                        <a:tabLst/>
                        <a:defRPr/>
                      </a:pPr>
                      <a:r>
                        <a:rPr lang="fa-IR" sz="1600" b="1" dirty="0">
                          <a:solidFill>
                            <a:srgbClr val="0000C8"/>
                          </a:solidFill>
                          <a:latin typeface="IRANSans(FaNum)" panose="02040503050201020203" pitchFamily="18" charset="-78"/>
                          <a:cs typeface="IRANSans(FaNum)" panose="02040503050201020203" pitchFamily="18" charset="-78"/>
                        </a:rPr>
                        <a:t>عدم اجازه تغییر (قفل کردن) و اجازه تغییر (بازکردن قفل) اطلاعات پیکربندی در دستگاه تحت مدیریت (برای عدم اجازه تغییر اطلاعات توسط دستورات </a:t>
                      </a:r>
                      <a:r>
                        <a:rPr lang="en-US" sz="1600" b="1" dirty="0">
                          <a:solidFill>
                            <a:srgbClr val="0000C8"/>
                          </a:solidFill>
                          <a:latin typeface="IRANSans(FaNum)" panose="02040503050201020203" pitchFamily="18" charset="-78"/>
                          <a:cs typeface="IRANSans(FaNum)" panose="02040503050201020203" pitchFamily="18" charset="-78"/>
                        </a:rPr>
                        <a:t>NETCONF، SNMP</a:t>
                      </a:r>
                      <a:r>
                        <a:rPr lang="fa-IR" sz="1600" b="1" dirty="0">
                          <a:solidFill>
                            <a:srgbClr val="0000C8"/>
                          </a:solidFill>
                          <a:latin typeface="IRANSans(FaNum)" panose="02040503050201020203" pitchFamily="18" charset="-78"/>
                          <a:cs typeface="IRANSans(FaNum)" panose="02040503050201020203" pitchFamily="18" charset="-78"/>
                        </a:rPr>
                        <a:t> </a:t>
                      </a:r>
                      <a:r>
                        <a:rPr lang="en-US" sz="1600" b="1" dirty="0">
                          <a:solidFill>
                            <a:srgbClr val="0000C8"/>
                          </a:solidFill>
                          <a:latin typeface="IRANSans(FaNum)" panose="02040503050201020203" pitchFamily="18" charset="-78"/>
                          <a:cs typeface="IRANSans(FaNum)" panose="02040503050201020203" pitchFamily="18" charset="-78"/>
                        </a:rPr>
                        <a:t> </a:t>
                      </a:r>
                      <a:r>
                        <a:rPr lang="fa-IR" sz="1600" b="1" dirty="0">
                          <a:solidFill>
                            <a:srgbClr val="0000C8"/>
                          </a:solidFill>
                          <a:latin typeface="IRANSans(FaNum)" panose="02040503050201020203" pitchFamily="18" charset="-78"/>
                          <a:cs typeface="IRANSans(FaNum)" panose="02040503050201020203" pitchFamily="18" charset="-78"/>
                        </a:rPr>
                        <a:t>یا </a:t>
                      </a:r>
                      <a:r>
                        <a:rPr lang="en-US" sz="1600" b="1" dirty="0">
                          <a:solidFill>
                            <a:srgbClr val="0000C8"/>
                          </a:solidFill>
                          <a:latin typeface="IRANSans(FaNum)" panose="02040503050201020203" pitchFamily="18" charset="-78"/>
                          <a:cs typeface="IRANSans(FaNum)" panose="02040503050201020203" pitchFamily="18" charset="-78"/>
                        </a:rPr>
                        <a:t>CLI </a:t>
                      </a:r>
                      <a:r>
                        <a:rPr lang="fa-IR" sz="1600" b="1" dirty="0">
                          <a:solidFill>
                            <a:srgbClr val="0000C8"/>
                          </a:solidFill>
                          <a:latin typeface="IRANSans(FaNum)" panose="02040503050201020203" pitchFamily="18" charset="-78"/>
                          <a:cs typeface="IRANSans(FaNum)" panose="02040503050201020203" pitchFamily="18" charset="-78"/>
                        </a:rPr>
                        <a:t> از طریق منابع دیگر).</a:t>
                      </a:r>
                      <a:endParaRPr lang="en-US" sz="1600" b="1" dirty="0">
                        <a:solidFill>
                          <a:srgbClr val="0000C8"/>
                        </a:solidFill>
                        <a:latin typeface="IRANSans(FaNum)" panose="02040503050201020203" pitchFamily="18" charset="-78"/>
                        <a:cs typeface="IRANSans(FaNum)" panose="02040503050201020203" pitchFamily="18" charset="-7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just">
                        <a:lnSpc>
                          <a:spcPct val="140000"/>
                        </a:lnSpc>
                      </a:pPr>
                      <a:r>
                        <a:rPr lang="en-US" sz="1600" b="1" dirty="0">
                          <a:solidFill>
                            <a:srgbClr val="C00000"/>
                          </a:solidFill>
                          <a:latin typeface="IRANSans(FaNum)" panose="02040503050201020203" pitchFamily="18" charset="-78"/>
                          <a:cs typeface="IRANSans(FaNum)" panose="02040503050201020203" pitchFamily="18" charset="-78"/>
                        </a:rPr>
                        <a:t>&lt;lock&gt;, &lt;unlock&gt;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714094279"/>
                  </a:ext>
                </a:extLst>
              </a:tr>
              <a:tr h="370840">
                <a:tc>
                  <a:txBody>
                    <a:bodyPr/>
                    <a:lstStyle/>
                    <a:p>
                      <a:pPr marL="0" marR="0" lvl="0" indent="0" algn="just" defTabSz="914400" rtl="1" eaLnBrk="1" fontAlgn="auto" latinLnBrk="0" hangingPunct="1">
                        <a:lnSpc>
                          <a:spcPct val="140000"/>
                        </a:lnSpc>
                        <a:spcBef>
                          <a:spcPts val="0"/>
                        </a:spcBef>
                        <a:spcAft>
                          <a:spcPts val="0"/>
                        </a:spcAft>
                        <a:buClrTx/>
                        <a:buSzTx/>
                        <a:buFontTx/>
                        <a:buNone/>
                        <a:tabLst/>
                        <a:defRPr/>
                      </a:pPr>
                      <a:r>
                        <a:rPr lang="fa-IR" sz="1600" b="1" dirty="0">
                          <a:solidFill>
                            <a:srgbClr val="0000C8"/>
                          </a:solidFill>
                          <a:latin typeface="IRANSans(FaNum)" panose="02040503050201020203" pitchFamily="18" charset="-78"/>
                          <a:cs typeface="IRANSans(FaNum)" panose="02040503050201020203" pitchFamily="18" charset="-78"/>
                        </a:rPr>
                        <a:t>فعال‌سازی اشتراک دریافت اعلان رویداد از دستگاه تحت مدیریت.</a:t>
                      </a:r>
                      <a:endParaRPr lang="en-US" sz="1600" b="1" dirty="0">
                        <a:solidFill>
                          <a:srgbClr val="0000C8"/>
                        </a:solidFill>
                        <a:latin typeface="IRANSans(FaNum)" panose="02040503050201020203" pitchFamily="18" charset="-78"/>
                        <a:cs typeface="IRANSans(FaNum)" panose="02040503050201020203" pitchFamily="18" charset="-7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marL="0" marR="0" lvl="0" indent="0" algn="just" defTabSz="914400" rtl="0" eaLnBrk="1" fontAlgn="auto" latinLnBrk="0" hangingPunct="1">
                        <a:lnSpc>
                          <a:spcPct val="140000"/>
                        </a:lnSpc>
                        <a:spcBef>
                          <a:spcPts val="0"/>
                        </a:spcBef>
                        <a:spcAft>
                          <a:spcPts val="0"/>
                        </a:spcAft>
                        <a:buClrTx/>
                        <a:buSzTx/>
                        <a:buFontTx/>
                        <a:buNone/>
                        <a:tabLst/>
                        <a:defRPr/>
                      </a:pPr>
                      <a:r>
                        <a:rPr lang="en-US" sz="1600" b="1" dirty="0">
                          <a:solidFill>
                            <a:srgbClr val="C00000"/>
                          </a:solidFill>
                          <a:latin typeface="IRANSans(FaNum)" panose="02040503050201020203" pitchFamily="18" charset="-78"/>
                          <a:cs typeface="IRANSans(FaNum)" panose="02040503050201020203" pitchFamily="18" charset="-78"/>
                        </a:rPr>
                        <a:t>&lt;create-subscription&gt;, &lt;notification&gt;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2246587370"/>
                  </a:ext>
                </a:extLst>
              </a:tr>
            </a:tbl>
          </a:graphicData>
        </a:graphic>
      </p:graphicFrame>
    </p:spTree>
    <p:extLst>
      <p:ext uri="{BB962C8B-B14F-4D97-AF65-F5344CB8AC3E}">
        <p14:creationId xmlns:p14="http://schemas.microsoft.com/office/powerpoint/2010/main" val="3993935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fltVal val="0"/>
                                          </p:val>
                                        </p:tav>
                                        <p:tav tm="100000">
                                          <p:val>
                                            <p:strVal val="#ppt_w"/>
                                          </p:val>
                                        </p:tav>
                                      </p:tavLst>
                                    </p:anim>
                                    <p:anim calcmode="lin" valueType="num">
                                      <p:cBhvr>
                                        <p:cTn id="20" dur="500" fill="hold"/>
                                        <p:tgtEl>
                                          <p:spTgt spid="14"/>
                                        </p:tgtEl>
                                        <p:attrNameLst>
                                          <p:attrName>ppt_h</p:attrName>
                                        </p:attrNameLst>
                                      </p:cBhvr>
                                      <p:tavLst>
                                        <p:tav tm="0">
                                          <p:val>
                                            <p:fltVal val="0"/>
                                          </p:val>
                                        </p:tav>
                                        <p:tav tm="100000">
                                          <p:val>
                                            <p:strVal val="#ppt_h"/>
                                          </p:val>
                                        </p:tav>
                                      </p:tavLst>
                                    </p:anim>
                                    <p:animEffect transition="in" filter="fade">
                                      <p:cBhvr>
                                        <p:cTn id="2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86</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algn="r" rtl="1">
              <a:lnSpc>
                <a:spcPct val="130000"/>
              </a:lnSpc>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NETCONF</a:t>
            </a:r>
            <a:r>
              <a:rPr lang="fa-IR" sz="2400" b="1" dirty="0">
                <a:solidFill>
                  <a:srgbClr val="0000FF"/>
                </a:solidFill>
                <a:latin typeface="IRANSans(FaNum)" panose="02040503050201020203" pitchFamily="18" charset="-78"/>
                <a:cs typeface="IRANSans(FaNum)" panose="02040503050201020203" pitchFamily="18" charset="-78"/>
              </a:rPr>
              <a:t>: یک نمونه پیام </a:t>
            </a:r>
            <a:r>
              <a:rPr lang="en-US" sz="2400" b="1" dirty="0">
                <a:solidFill>
                  <a:srgbClr val="0000FF"/>
                </a:solidFill>
                <a:latin typeface="IRANSans(FaNum)" panose="02040503050201020203" pitchFamily="18" charset="-78"/>
                <a:cs typeface="IRANSans(FaNum)" panose="02040503050201020203" pitchFamily="18" charset="-78"/>
              </a:rPr>
              <a:t>NETCONF RPC</a:t>
            </a:r>
            <a:endParaRPr lang="fa-IR" sz="2400" b="1" dirty="0">
              <a:solidFill>
                <a:srgbClr val="0000FF"/>
              </a:solidFill>
              <a:latin typeface="IRANSans(FaNum)" panose="02040503050201020203" pitchFamily="18" charset="-78"/>
              <a:cs typeface="IRANSans(FaNum)" panose="02040503050201020203" pitchFamily="18" charset="-78"/>
            </a:endParaRPr>
          </a:p>
        </p:txBody>
      </p:sp>
      <p:sp>
        <p:nvSpPr>
          <p:cNvPr id="13" name="TextBox 12">
            <a:extLst>
              <a:ext uri="{FF2B5EF4-FFF2-40B4-BE49-F238E27FC236}">
                <a16:creationId xmlns:a16="http://schemas.microsoft.com/office/drawing/2014/main" id="{4890544F-DC24-3F7B-C20B-39353F6E5105}"/>
              </a:ext>
            </a:extLst>
          </p:cNvPr>
          <p:cNvSpPr txBox="1"/>
          <p:nvPr/>
        </p:nvSpPr>
        <p:spPr>
          <a:xfrm>
            <a:off x="6084098" y="4450380"/>
            <a:ext cx="4527201" cy="338554"/>
          </a:xfrm>
          <a:prstGeom prst="rect">
            <a:avLst/>
          </a:prstGeom>
          <a:noFill/>
        </p:spPr>
        <p:txBody>
          <a:bodyPr wrap="none" rtlCol="0">
            <a:spAutoFit/>
          </a:bodyPr>
          <a:lstStyle/>
          <a:p>
            <a:r>
              <a:rPr lang="en-US" sz="1600" b="1" dirty="0">
                <a:solidFill>
                  <a:srgbClr val="0000A8"/>
                </a:solidFill>
                <a:latin typeface="Arial" panose="020B0604020202020204" pitchFamily="34" charset="0"/>
                <a:cs typeface="Arial" panose="020B0604020202020204" pitchFamily="34" charset="0"/>
              </a:rPr>
              <a:t>change MTU of Ethernet 0/0 interface to 1500</a:t>
            </a:r>
          </a:p>
        </p:txBody>
      </p:sp>
      <p:sp>
        <p:nvSpPr>
          <p:cNvPr id="15" name="TextBox 14">
            <a:extLst>
              <a:ext uri="{FF2B5EF4-FFF2-40B4-BE49-F238E27FC236}">
                <a16:creationId xmlns:a16="http://schemas.microsoft.com/office/drawing/2014/main" id="{C79610C8-827F-385A-95C6-BF8ED701D2CF}"/>
              </a:ext>
            </a:extLst>
          </p:cNvPr>
          <p:cNvSpPr txBox="1"/>
          <p:nvPr/>
        </p:nvSpPr>
        <p:spPr>
          <a:xfrm>
            <a:off x="1438398" y="1773371"/>
            <a:ext cx="7099556" cy="4675639"/>
          </a:xfrm>
          <a:prstGeom prst="rect">
            <a:avLst/>
          </a:prstGeom>
          <a:noFill/>
        </p:spPr>
        <p:txBody>
          <a:bodyPr wrap="square" rtlCol="0">
            <a:spAutoFit/>
          </a:bodyPr>
          <a:lstStyle/>
          <a:p>
            <a:pPr>
              <a:lnSpc>
                <a:spcPct val="110000"/>
              </a:lnSpc>
            </a:pPr>
            <a:r>
              <a:rPr lang="en-US" sz="1600" b="1" dirty="0">
                <a:latin typeface="Arial" panose="020B0604020202020204" pitchFamily="34" charset="0"/>
                <a:cs typeface="Arial" panose="020B0604020202020204" pitchFamily="34" charset="0"/>
              </a:rPr>
              <a:t>01   &lt;?xml version="1.0" encoding="UTF-8"?&gt;</a:t>
            </a:r>
          </a:p>
          <a:p>
            <a:pPr>
              <a:lnSpc>
                <a:spcPct val="110000"/>
              </a:lnSpc>
            </a:pPr>
            <a:r>
              <a:rPr lang="en-US" sz="1600" b="1" dirty="0">
                <a:latin typeface="Arial" panose="020B0604020202020204" pitchFamily="34" charset="0"/>
                <a:cs typeface="Arial" panose="020B0604020202020204" pitchFamily="34" charset="0"/>
              </a:rPr>
              <a:t>02   &lt;</a:t>
            </a:r>
            <a:r>
              <a:rPr lang="en-US" sz="1600" b="1" dirty="0" err="1">
                <a:latin typeface="Arial" panose="020B0604020202020204" pitchFamily="34" charset="0"/>
                <a:cs typeface="Arial" panose="020B0604020202020204" pitchFamily="34" charset="0"/>
              </a:rPr>
              <a:t>rpc</a:t>
            </a:r>
            <a:r>
              <a:rPr lang="en-US" sz="1600" b="1" dirty="0">
                <a:latin typeface="Arial" panose="020B0604020202020204" pitchFamily="34" charset="0"/>
                <a:cs typeface="Arial" panose="020B0604020202020204" pitchFamily="34" charset="0"/>
              </a:rPr>
              <a:t> message-id="101"</a:t>
            </a:r>
          </a:p>
          <a:p>
            <a:pPr>
              <a:lnSpc>
                <a:spcPct val="110000"/>
              </a:lnSpc>
            </a:pPr>
            <a:r>
              <a:rPr lang="en-US" sz="1600" b="1" dirty="0">
                <a:latin typeface="Arial" panose="020B0604020202020204" pitchFamily="34" charset="0"/>
                <a:cs typeface="Arial" panose="020B0604020202020204" pitchFamily="34" charset="0"/>
              </a:rPr>
              <a:t>03        </a:t>
            </a:r>
            <a:r>
              <a:rPr lang="en-US" sz="1600" b="1" dirty="0" err="1">
                <a:latin typeface="Arial" panose="020B0604020202020204" pitchFamily="34" charset="0"/>
                <a:cs typeface="Arial" panose="020B0604020202020204" pitchFamily="34" charset="0"/>
              </a:rPr>
              <a:t>xmlns</a:t>
            </a:r>
            <a:r>
              <a:rPr lang="en-US" sz="1600" b="1" dirty="0">
                <a:latin typeface="Arial" panose="020B0604020202020204" pitchFamily="34" charset="0"/>
                <a:cs typeface="Arial" panose="020B0604020202020204" pitchFamily="34" charset="0"/>
              </a:rPr>
              <a:t>="</a:t>
            </a:r>
            <a:r>
              <a:rPr lang="en-US" sz="1600" b="1" dirty="0" err="1">
                <a:latin typeface="Arial" panose="020B0604020202020204" pitchFamily="34" charset="0"/>
                <a:cs typeface="Arial" panose="020B0604020202020204" pitchFamily="34" charset="0"/>
              </a:rPr>
              <a:t>urn:ietf:params:xml:ns:netconf:base:1.0</a:t>
            </a:r>
            <a:r>
              <a:rPr lang="en-US" sz="1600" b="1" dirty="0">
                <a:latin typeface="Arial" panose="020B0604020202020204" pitchFamily="34" charset="0"/>
                <a:cs typeface="Arial" panose="020B0604020202020204" pitchFamily="34" charset="0"/>
              </a:rPr>
              <a:t>"&gt;</a:t>
            </a:r>
          </a:p>
          <a:p>
            <a:pPr>
              <a:lnSpc>
                <a:spcPct val="110000"/>
              </a:lnSpc>
            </a:pPr>
            <a:r>
              <a:rPr lang="en-US" sz="1600" b="1" dirty="0">
                <a:latin typeface="Arial" panose="020B0604020202020204" pitchFamily="34" charset="0"/>
                <a:cs typeface="Arial" panose="020B0604020202020204" pitchFamily="34" charset="0"/>
              </a:rPr>
              <a:t>04        &lt;edit-config&gt;</a:t>
            </a:r>
          </a:p>
          <a:p>
            <a:pPr>
              <a:lnSpc>
                <a:spcPct val="110000"/>
              </a:lnSpc>
            </a:pPr>
            <a:r>
              <a:rPr lang="en-US" sz="1600" b="1" dirty="0">
                <a:latin typeface="Arial" panose="020B0604020202020204" pitchFamily="34" charset="0"/>
                <a:cs typeface="Arial" panose="020B0604020202020204" pitchFamily="34" charset="0"/>
              </a:rPr>
              <a:t>05             &lt;target&gt;</a:t>
            </a:r>
          </a:p>
          <a:p>
            <a:pPr>
              <a:lnSpc>
                <a:spcPct val="110000"/>
              </a:lnSpc>
            </a:pPr>
            <a:r>
              <a:rPr lang="en-US" sz="1600" b="1" dirty="0">
                <a:latin typeface="Arial" panose="020B0604020202020204" pitchFamily="34" charset="0"/>
                <a:cs typeface="Arial" panose="020B0604020202020204" pitchFamily="34" charset="0"/>
              </a:rPr>
              <a:t>06                  &lt;running/&gt;</a:t>
            </a:r>
          </a:p>
          <a:p>
            <a:pPr>
              <a:lnSpc>
                <a:spcPct val="110000"/>
              </a:lnSpc>
            </a:pPr>
            <a:r>
              <a:rPr lang="en-US" sz="1600" b="1" dirty="0">
                <a:latin typeface="Arial" panose="020B0604020202020204" pitchFamily="34" charset="0"/>
                <a:cs typeface="Arial" panose="020B0604020202020204" pitchFamily="34" charset="0"/>
              </a:rPr>
              <a:t>07             &lt;/target&gt;</a:t>
            </a:r>
          </a:p>
          <a:p>
            <a:pPr>
              <a:lnSpc>
                <a:spcPct val="110000"/>
              </a:lnSpc>
            </a:pPr>
            <a:r>
              <a:rPr lang="en-US" sz="1600" b="1" dirty="0">
                <a:latin typeface="Arial" panose="020B0604020202020204" pitchFamily="34" charset="0"/>
                <a:cs typeface="Arial" panose="020B0604020202020204" pitchFamily="34" charset="0"/>
              </a:rPr>
              <a:t>08             &lt;config&gt;</a:t>
            </a:r>
          </a:p>
          <a:p>
            <a:pPr>
              <a:lnSpc>
                <a:spcPct val="110000"/>
              </a:lnSpc>
            </a:pPr>
            <a:r>
              <a:rPr lang="en-US" sz="1600" b="1" dirty="0">
                <a:latin typeface="Arial" panose="020B0604020202020204" pitchFamily="34" charset="0"/>
                <a:cs typeface="Arial" panose="020B0604020202020204" pitchFamily="34" charset="0"/>
              </a:rPr>
              <a:t>09                  &lt;top </a:t>
            </a:r>
            <a:r>
              <a:rPr lang="en-US" sz="1600" b="1" dirty="0" err="1">
                <a:latin typeface="Arial" panose="020B0604020202020204" pitchFamily="34" charset="0"/>
                <a:cs typeface="Arial" panose="020B0604020202020204" pitchFamily="34" charset="0"/>
              </a:rPr>
              <a:t>xmlns</a:t>
            </a:r>
            <a:r>
              <a:rPr lang="en-US" sz="1600" b="1" dirty="0">
                <a:latin typeface="Arial" panose="020B0604020202020204" pitchFamily="34" charset="0"/>
                <a:cs typeface="Arial" panose="020B0604020202020204" pitchFamily="34" charset="0"/>
              </a:rPr>
              <a:t>="http://example.com/schema/1.2/config"&gt;</a:t>
            </a:r>
          </a:p>
          <a:p>
            <a:pPr>
              <a:lnSpc>
                <a:spcPct val="110000"/>
              </a:lnSpc>
            </a:pPr>
            <a:r>
              <a:rPr lang="en-US" sz="1600" b="1" dirty="0">
                <a:latin typeface="Arial" panose="020B0604020202020204" pitchFamily="34" charset="0"/>
                <a:cs typeface="Arial" panose="020B0604020202020204" pitchFamily="34" charset="0"/>
              </a:rPr>
              <a:t>10                       &lt;interface&gt;</a:t>
            </a:r>
          </a:p>
          <a:p>
            <a:pPr>
              <a:lnSpc>
                <a:spcPct val="110000"/>
              </a:lnSpc>
            </a:pPr>
            <a:r>
              <a:rPr lang="en-US" sz="1600" b="1" dirty="0">
                <a:latin typeface="Arial" panose="020B0604020202020204" pitchFamily="34" charset="0"/>
                <a:cs typeface="Arial" panose="020B0604020202020204" pitchFamily="34" charset="0"/>
              </a:rPr>
              <a:t>11                            &lt;name&gt;</a:t>
            </a:r>
            <a:r>
              <a:rPr lang="en-US" sz="1600" b="1" dirty="0" err="1">
                <a:latin typeface="Arial" panose="020B0604020202020204" pitchFamily="34" charset="0"/>
                <a:cs typeface="Arial" panose="020B0604020202020204" pitchFamily="34" charset="0"/>
              </a:rPr>
              <a:t>Ethernet0</a:t>
            </a:r>
            <a:r>
              <a:rPr lang="en-US" sz="1600" b="1" dirty="0">
                <a:latin typeface="Arial" panose="020B0604020202020204" pitchFamily="34" charset="0"/>
                <a:cs typeface="Arial" panose="020B0604020202020204" pitchFamily="34" charset="0"/>
              </a:rPr>
              <a:t>/0&lt;/name&gt;</a:t>
            </a:r>
          </a:p>
          <a:p>
            <a:pPr>
              <a:lnSpc>
                <a:spcPct val="110000"/>
              </a:lnSpc>
            </a:pPr>
            <a:r>
              <a:rPr lang="en-US" sz="1600" b="1" dirty="0">
                <a:latin typeface="Arial" panose="020B0604020202020204" pitchFamily="34" charset="0"/>
                <a:cs typeface="Arial" panose="020B0604020202020204" pitchFamily="34" charset="0"/>
              </a:rPr>
              <a:t>12                            &lt;</a:t>
            </a:r>
            <a:r>
              <a:rPr lang="en-US" sz="1600" b="1" dirty="0" err="1">
                <a:latin typeface="Arial" panose="020B0604020202020204" pitchFamily="34" charset="0"/>
                <a:cs typeface="Arial" panose="020B0604020202020204" pitchFamily="34" charset="0"/>
              </a:rPr>
              <a:t>mtu</a:t>
            </a:r>
            <a:r>
              <a:rPr lang="en-US" sz="1600" b="1" dirty="0">
                <a:latin typeface="Arial" panose="020B0604020202020204" pitchFamily="34" charset="0"/>
                <a:cs typeface="Arial" panose="020B0604020202020204" pitchFamily="34" charset="0"/>
              </a:rPr>
              <a:t>&gt;1500&lt;/</a:t>
            </a:r>
            <a:r>
              <a:rPr lang="en-US" sz="1600" b="1" dirty="0" err="1">
                <a:latin typeface="Arial" panose="020B0604020202020204" pitchFamily="34" charset="0"/>
                <a:cs typeface="Arial" panose="020B0604020202020204" pitchFamily="34" charset="0"/>
              </a:rPr>
              <a:t>mtu</a:t>
            </a:r>
            <a:r>
              <a:rPr lang="en-US" sz="1600" b="1" dirty="0">
                <a:latin typeface="Arial" panose="020B0604020202020204" pitchFamily="34" charset="0"/>
                <a:cs typeface="Arial" panose="020B0604020202020204" pitchFamily="34" charset="0"/>
              </a:rPr>
              <a:t>&gt;</a:t>
            </a:r>
          </a:p>
          <a:p>
            <a:pPr>
              <a:lnSpc>
                <a:spcPct val="110000"/>
              </a:lnSpc>
            </a:pPr>
            <a:r>
              <a:rPr lang="en-US" sz="1600" b="1" dirty="0">
                <a:latin typeface="Arial" panose="020B0604020202020204" pitchFamily="34" charset="0"/>
                <a:cs typeface="Arial" panose="020B0604020202020204" pitchFamily="34" charset="0"/>
              </a:rPr>
              <a:t>13                       &lt;/interface&gt;</a:t>
            </a:r>
          </a:p>
          <a:p>
            <a:pPr>
              <a:lnSpc>
                <a:spcPct val="110000"/>
              </a:lnSpc>
            </a:pPr>
            <a:r>
              <a:rPr lang="en-US" sz="1600" b="1" dirty="0">
                <a:latin typeface="Arial" panose="020B0604020202020204" pitchFamily="34" charset="0"/>
                <a:cs typeface="Arial" panose="020B0604020202020204" pitchFamily="34" charset="0"/>
              </a:rPr>
              <a:t>14                  &lt;/top&gt;</a:t>
            </a:r>
          </a:p>
          <a:p>
            <a:pPr>
              <a:lnSpc>
                <a:spcPct val="110000"/>
              </a:lnSpc>
            </a:pPr>
            <a:r>
              <a:rPr lang="en-US" sz="1600" b="1" dirty="0">
                <a:latin typeface="Arial" panose="020B0604020202020204" pitchFamily="34" charset="0"/>
                <a:cs typeface="Arial" panose="020B0604020202020204" pitchFamily="34" charset="0"/>
              </a:rPr>
              <a:t>15             &lt;/config&gt;</a:t>
            </a:r>
          </a:p>
          <a:p>
            <a:pPr>
              <a:lnSpc>
                <a:spcPct val="110000"/>
              </a:lnSpc>
            </a:pPr>
            <a:r>
              <a:rPr lang="en-US" sz="1600" b="1" dirty="0">
                <a:latin typeface="Arial" panose="020B0604020202020204" pitchFamily="34" charset="0"/>
                <a:cs typeface="Arial" panose="020B0604020202020204" pitchFamily="34" charset="0"/>
              </a:rPr>
              <a:t>16        &lt;/edit-config&gt;</a:t>
            </a:r>
          </a:p>
          <a:p>
            <a:pPr>
              <a:lnSpc>
                <a:spcPct val="110000"/>
              </a:lnSpc>
            </a:pPr>
            <a:r>
              <a:rPr lang="en-US" sz="1600" b="1" dirty="0">
                <a:latin typeface="Arial" panose="020B0604020202020204" pitchFamily="34" charset="0"/>
                <a:cs typeface="Arial" panose="020B0604020202020204" pitchFamily="34" charset="0"/>
              </a:rPr>
              <a:t>17   &lt;/</a:t>
            </a:r>
            <a:r>
              <a:rPr lang="en-US" sz="1600" b="1" dirty="0" err="1">
                <a:latin typeface="Arial" panose="020B0604020202020204" pitchFamily="34" charset="0"/>
                <a:cs typeface="Arial" panose="020B0604020202020204" pitchFamily="34" charset="0"/>
              </a:rPr>
              <a:t>rpc</a:t>
            </a:r>
            <a:r>
              <a:rPr lang="en-US" sz="1600" b="1" dirty="0">
                <a:latin typeface="Arial" panose="020B0604020202020204" pitchFamily="34" charset="0"/>
                <a:cs typeface="Arial" panose="020B0604020202020204" pitchFamily="34" charset="0"/>
              </a:rPr>
              <a:t>&gt;</a:t>
            </a:r>
          </a:p>
        </p:txBody>
      </p:sp>
      <p:sp>
        <p:nvSpPr>
          <p:cNvPr id="17" name="TextBox 16">
            <a:extLst>
              <a:ext uri="{FF2B5EF4-FFF2-40B4-BE49-F238E27FC236}">
                <a16:creationId xmlns:a16="http://schemas.microsoft.com/office/drawing/2014/main" id="{473E1E4E-F862-8461-3F43-DE0DFFDA40F0}"/>
              </a:ext>
            </a:extLst>
          </p:cNvPr>
          <p:cNvSpPr txBox="1"/>
          <p:nvPr/>
        </p:nvSpPr>
        <p:spPr>
          <a:xfrm>
            <a:off x="4273197" y="1992446"/>
            <a:ext cx="1850186" cy="338554"/>
          </a:xfrm>
          <a:prstGeom prst="rect">
            <a:avLst/>
          </a:prstGeom>
          <a:noFill/>
        </p:spPr>
        <p:txBody>
          <a:bodyPr wrap="none" rtlCol="0">
            <a:spAutoFit/>
          </a:bodyPr>
          <a:lstStyle/>
          <a:p>
            <a:r>
              <a:rPr lang="en-US" sz="1600" b="1" dirty="0">
                <a:solidFill>
                  <a:srgbClr val="0000A8"/>
                </a:solidFill>
                <a:latin typeface="Arial" panose="020B0604020202020204" pitchFamily="34" charset="0"/>
                <a:cs typeface="Arial" panose="020B0604020202020204" pitchFamily="34" charset="0"/>
              </a:rPr>
              <a:t> note message id</a:t>
            </a:r>
          </a:p>
        </p:txBody>
      </p:sp>
      <p:sp>
        <p:nvSpPr>
          <p:cNvPr id="19" name="TextBox 18">
            <a:extLst>
              <a:ext uri="{FF2B5EF4-FFF2-40B4-BE49-F238E27FC236}">
                <a16:creationId xmlns:a16="http://schemas.microsoft.com/office/drawing/2014/main" id="{420B86E2-1273-5F50-836A-C8FAFA71F8E6}"/>
              </a:ext>
            </a:extLst>
          </p:cNvPr>
          <p:cNvSpPr txBox="1"/>
          <p:nvPr/>
        </p:nvSpPr>
        <p:spPr>
          <a:xfrm>
            <a:off x="3878960" y="3102555"/>
            <a:ext cx="3514104" cy="338554"/>
          </a:xfrm>
          <a:prstGeom prst="rect">
            <a:avLst/>
          </a:prstGeom>
          <a:noFill/>
        </p:spPr>
        <p:txBody>
          <a:bodyPr wrap="none" rtlCol="0">
            <a:spAutoFit/>
          </a:bodyPr>
          <a:lstStyle/>
          <a:p>
            <a:r>
              <a:rPr lang="en-US" sz="1600" b="1" dirty="0">
                <a:solidFill>
                  <a:srgbClr val="0000A8"/>
                </a:solidFill>
                <a:latin typeface="Arial" panose="020B0604020202020204" pitchFamily="34" charset="0"/>
                <a:cs typeface="Arial" panose="020B0604020202020204" pitchFamily="34" charset="0"/>
              </a:rPr>
              <a:t>change the running configuration </a:t>
            </a:r>
          </a:p>
        </p:txBody>
      </p:sp>
      <p:sp>
        <p:nvSpPr>
          <p:cNvPr id="20" name="TextBox 19">
            <a:extLst>
              <a:ext uri="{FF2B5EF4-FFF2-40B4-BE49-F238E27FC236}">
                <a16:creationId xmlns:a16="http://schemas.microsoft.com/office/drawing/2014/main" id="{EFA783DD-AF8A-41B0-3A82-3EBBE51CB38C}"/>
              </a:ext>
            </a:extLst>
          </p:cNvPr>
          <p:cNvSpPr txBox="1"/>
          <p:nvPr/>
        </p:nvSpPr>
        <p:spPr>
          <a:xfrm>
            <a:off x="3531558" y="2585010"/>
            <a:ext cx="2441694" cy="338554"/>
          </a:xfrm>
          <a:prstGeom prst="rect">
            <a:avLst/>
          </a:prstGeom>
          <a:noFill/>
        </p:spPr>
        <p:txBody>
          <a:bodyPr wrap="none" rtlCol="0">
            <a:spAutoFit/>
          </a:bodyPr>
          <a:lstStyle/>
          <a:p>
            <a:r>
              <a:rPr lang="en-US" sz="1600" b="1" dirty="0">
                <a:solidFill>
                  <a:srgbClr val="0000A8"/>
                </a:solidFill>
                <a:latin typeface="Arial" panose="020B0604020202020204" pitchFamily="34" charset="0"/>
                <a:cs typeface="Arial" panose="020B0604020202020204" pitchFamily="34" charset="0"/>
              </a:rPr>
              <a:t>change a configuration</a:t>
            </a:r>
          </a:p>
        </p:txBody>
      </p:sp>
    </p:spTree>
    <p:extLst>
      <p:ext uri="{BB962C8B-B14F-4D97-AF65-F5344CB8AC3E}">
        <p14:creationId xmlns:p14="http://schemas.microsoft.com/office/powerpoint/2010/main" val="811858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22" presetClass="entr" presetSubtype="1"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up)">
                                      <p:cBhvr>
                                        <p:cTn id="19" dur="500"/>
                                        <p:tgtEl>
                                          <p:spTgt spid="15"/>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dissolv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dissolve">
                                      <p:cBhvr>
                                        <p:cTn id="29" dur="500"/>
                                        <p:tgtEl>
                                          <p:spTgt spid="20"/>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dissolv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dissolve">
                                      <p:cBhvr>
                                        <p:cTn id="3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P spid="15" grpId="0"/>
      <p:bldP spid="17" grpId="0"/>
      <p:bldP spid="19" grpId="0"/>
      <p:bldP spid="2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84233E5-8059-0A3C-B0E7-DBAAE0D3F11B}"/>
              </a:ext>
            </a:extLst>
          </p:cNvPr>
          <p:cNvGrpSpPr/>
          <p:nvPr/>
        </p:nvGrpSpPr>
        <p:grpSpPr>
          <a:xfrm>
            <a:off x="-12790" y="0"/>
            <a:ext cx="12204790" cy="6858000"/>
            <a:chOff x="-12790" y="0"/>
            <a:chExt cx="12204790" cy="6858000"/>
          </a:xfrm>
        </p:grpSpPr>
        <p:sp>
          <p:nvSpPr>
            <p:cNvPr id="3" name="Rectangle 2">
              <a:extLst>
                <a:ext uri="{FF2B5EF4-FFF2-40B4-BE49-F238E27FC236}">
                  <a16:creationId xmlns:a16="http://schemas.microsoft.com/office/drawing/2014/main" id="{D6157797-29AD-AD25-C835-236A320F028F}"/>
                </a:ext>
              </a:extLst>
            </p:cNvPr>
            <p:cNvSpPr/>
            <p:nvPr/>
          </p:nvSpPr>
          <p:spPr>
            <a:xfrm>
              <a:off x="0" y="0"/>
              <a:ext cx="12192000" cy="6858000"/>
            </a:xfrm>
            <a:prstGeom prst="rect">
              <a:avLst/>
            </a:prstGeom>
            <a:noFill/>
            <a:ln w="152400" cmpd="sng">
              <a:solidFill>
                <a:srgbClr val="000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2">
              <a:extLst>
                <a:ext uri="{FF2B5EF4-FFF2-40B4-BE49-F238E27FC236}">
                  <a16:creationId xmlns:a16="http://schemas.microsoft.com/office/drawing/2014/main" id="{6AE87C8B-A6DD-2C20-98A2-0A8B9C506717}"/>
                </a:ext>
              </a:extLst>
            </p:cNvPr>
            <p:cNvSpPr txBox="1">
              <a:spLocks/>
            </p:cNvSpPr>
            <p:nvPr/>
          </p:nvSpPr>
          <p:spPr>
            <a:xfrm>
              <a:off x="-12790" y="6550952"/>
              <a:ext cx="12204790" cy="266104"/>
            </a:xfrm>
            <a:prstGeom prst="rect">
              <a:avLst/>
            </a:prstGeom>
            <a:solidFill>
              <a:srgbClr val="0000C8"/>
            </a:solidFill>
          </p:spPr>
          <p:txBody>
            <a:bodyPr vert="horz" lIns="91440" tIns="45720" rIns="91440" bIns="45720" rtlCol="0">
              <a:normAutofit lnSpcReduction="10000"/>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fa-IR" sz="1200" b="1" dirty="0">
                  <a:solidFill>
                    <a:srgbClr val="FFF5BE"/>
                  </a:solidFill>
                </a:rPr>
                <a:t>دانشگاه صنعتی امیرکبیر (پلی‌تکنیک تهران) - دانشکده مهندسی کامپیوتر - شبکه‌های کامپیوتری - مسعود صبائی - نیمسال دوم 1404-1403  </a:t>
              </a:r>
              <a:endParaRPr lang="en-US" sz="1200" b="1" dirty="0">
                <a:solidFill>
                  <a:srgbClr val="FFF5BE"/>
                </a:solidFill>
              </a:endParaRPr>
            </a:p>
          </p:txBody>
        </p:sp>
        <p:pic>
          <p:nvPicPr>
            <p:cNvPr id="5" name="Picture 4">
              <a:extLst>
                <a:ext uri="{FF2B5EF4-FFF2-40B4-BE49-F238E27FC236}">
                  <a16:creationId xmlns:a16="http://schemas.microsoft.com/office/drawing/2014/main" id="{E33F907E-03F1-82AA-09D3-D2142D1E2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75210" y="6275024"/>
              <a:ext cx="548640" cy="548640"/>
            </a:xfrm>
            <a:prstGeom prst="rect">
              <a:avLst/>
            </a:prstGeom>
            <a:ln w="31750">
              <a:solidFill>
                <a:srgbClr val="FFF5BE"/>
              </a:solidFill>
            </a:ln>
          </p:spPr>
        </p:pic>
        <p:pic>
          <p:nvPicPr>
            <p:cNvPr id="6" name="Picture 5">
              <a:extLst>
                <a:ext uri="{FF2B5EF4-FFF2-40B4-BE49-F238E27FC236}">
                  <a16:creationId xmlns:a16="http://schemas.microsoft.com/office/drawing/2014/main" id="{A04CC9FC-4CBF-8328-9C16-ED6DD1E435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459025" y="6278220"/>
              <a:ext cx="548640" cy="548640"/>
            </a:xfrm>
            <a:prstGeom prst="rect">
              <a:avLst/>
            </a:prstGeom>
            <a:ln w="31750">
              <a:solidFill>
                <a:srgbClr val="FFF5BE"/>
              </a:solidFill>
            </a:ln>
          </p:spPr>
        </p:pic>
      </p:grpSp>
      <p:sp>
        <p:nvSpPr>
          <p:cNvPr id="10" name="Title 1">
            <a:extLst>
              <a:ext uri="{FF2B5EF4-FFF2-40B4-BE49-F238E27FC236}">
                <a16:creationId xmlns:a16="http://schemas.microsoft.com/office/drawing/2014/main" id="{C26AEF12-1E80-9159-75C9-490C9FE2513B}"/>
              </a:ext>
            </a:extLst>
          </p:cNvPr>
          <p:cNvSpPr>
            <a:spLocks noGrp="1"/>
          </p:cNvSpPr>
          <p:nvPr>
            <p:ph type="title"/>
          </p:nvPr>
        </p:nvSpPr>
        <p:spPr>
          <a:xfrm>
            <a:off x="152400" y="137544"/>
            <a:ext cx="11887200" cy="548640"/>
          </a:xfrm>
          <a:solidFill>
            <a:srgbClr val="FFF5BE"/>
          </a:solidFill>
        </p:spPr>
        <p:txBody>
          <a:bodyPr>
            <a:noAutofit/>
          </a:bodyPr>
          <a:lstStyle/>
          <a:p>
            <a:r>
              <a:rPr lang="fa-IR" sz="3200" b="1" dirty="0">
                <a:solidFill>
                  <a:srgbClr val="0000C8"/>
                </a:solidFill>
              </a:rPr>
              <a:t>لایه‌ شبکه – صفحه کنترل</a:t>
            </a:r>
            <a:endParaRPr lang="en-US" sz="3200" b="1" dirty="0">
              <a:solidFill>
                <a:srgbClr val="0000C8"/>
              </a:solidFill>
            </a:endParaRPr>
          </a:p>
        </p:txBody>
      </p:sp>
      <p:sp>
        <p:nvSpPr>
          <p:cNvPr id="7" name="Slide Number Placeholder 3">
            <a:extLst>
              <a:ext uri="{FF2B5EF4-FFF2-40B4-BE49-F238E27FC236}">
                <a16:creationId xmlns:a16="http://schemas.microsoft.com/office/drawing/2014/main" id="{6DE05472-244D-BF5A-A252-8A0B8B80FC07}"/>
              </a:ext>
            </a:extLst>
          </p:cNvPr>
          <p:cNvSpPr>
            <a:spLocks noGrp="1"/>
          </p:cNvSpPr>
          <p:nvPr>
            <p:ph type="sldNum" sz="quarter" idx="12"/>
          </p:nvPr>
        </p:nvSpPr>
        <p:spPr>
          <a:xfrm>
            <a:off x="158668" y="6414187"/>
            <a:ext cx="1097280" cy="274320"/>
          </a:xfrm>
          <a:solidFill>
            <a:srgbClr val="FFF5BE"/>
          </a:solidFill>
          <a:ln w="25400">
            <a:solidFill>
              <a:srgbClr val="0000C8"/>
            </a:solidFill>
          </a:ln>
        </p:spPr>
        <p:txBody>
          <a:bodyPr/>
          <a:lstStyle/>
          <a:p>
            <a:pPr algn="ctr" rtl="1">
              <a:lnSpc>
                <a:spcPct val="120000"/>
              </a:lnSpc>
            </a:pPr>
            <a:fld id="{54529845-36C0-4F72-A5E7-E2D20A56A73D}" type="slidenum">
              <a:rPr lang="en-US" sz="1400" b="1" smtClean="0">
                <a:solidFill>
                  <a:srgbClr val="0000C8"/>
                </a:solidFill>
                <a:latin typeface="IRANSans(FaNum)" panose="02040503050201020203" pitchFamily="18" charset="-78"/>
                <a:cs typeface="IRANSans(FaNum)" panose="02040503050201020203" pitchFamily="18" charset="-78"/>
              </a:rPr>
              <a:pPr algn="ctr" rtl="1">
                <a:lnSpc>
                  <a:spcPct val="120000"/>
                </a:lnSpc>
              </a:pPr>
              <a:t>87</a:t>
            </a:fld>
            <a:r>
              <a:rPr lang="fa-IR" sz="1400" b="1" dirty="0">
                <a:solidFill>
                  <a:srgbClr val="0000C8"/>
                </a:solidFill>
                <a:latin typeface="IRANSans(FaNum)" panose="02040503050201020203" pitchFamily="18" charset="-78"/>
                <a:cs typeface="IRANSans(FaNum)" panose="02040503050201020203" pitchFamily="18" charset="-78"/>
              </a:rPr>
              <a:t> از 87</a:t>
            </a:r>
          </a:p>
        </p:txBody>
      </p:sp>
      <p:sp>
        <p:nvSpPr>
          <p:cNvPr id="509" name="Content Placeholder 2">
            <a:extLst>
              <a:ext uri="{FF2B5EF4-FFF2-40B4-BE49-F238E27FC236}">
                <a16:creationId xmlns:a16="http://schemas.microsoft.com/office/drawing/2014/main" id="{3545141F-4ABD-5D4A-BB74-7C890D423247}"/>
              </a:ext>
            </a:extLst>
          </p:cNvPr>
          <p:cNvSpPr txBox="1">
            <a:spLocks/>
          </p:cNvSpPr>
          <p:nvPr/>
        </p:nvSpPr>
        <p:spPr>
          <a:xfrm>
            <a:off x="152400" y="717959"/>
            <a:ext cx="11887200" cy="548640"/>
          </a:xfrm>
          <a:prstGeom prst="rect">
            <a:avLst/>
          </a:prstGeom>
        </p:spPr>
        <p:txBody>
          <a:bodyPr vert="horz" lIns="91440" tIns="45720" rIns="91440" bIns="45720" rtlCol="0">
            <a:noAutofit/>
          </a:bodyPr>
          <a:lstStyle>
            <a:lvl1pPr marL="228600" indent="-228600" algn="just" defTabSz="914400" rtl="1" eaLnBrk="1" latinLnBrk="0" hangingPunct="1">
              <a:lnSpc>
                <a:spcPct val="90000"/>
              </a:lnSpc>
              <a:spcBef>
                <a:spcPts val="1000"/>
              </a:spcBef>
              <a:buFont typeface="Arial" panose="020B0604020202020204" pitchFamily="34" charset="0"/>
              <a:buChar char="•"/>
              <a:defRPr sz="2800" kern="1200" baseline="0">
                <a:solidFill>
                  <a:schemeClr val="tx1"/>
                </a:solidFill>
                <a:latin typeface="Times New Roman" panose="02020603050405020304" pitchFamily="18" charset="0"/>
                <a:ea typeface="+mn-ea"/>
                <a:cs typeface="IRANSans(FaNum)" panose="02040503050201020203" pitchFamily="18" charset="-78"/>
              </a:defRPr>
            </a:lvl1pPr>
            <a:lvl2pPr marL="685800" indent="-228600" algn="just" defTabSz="914400" rtl="1" eaLnBrk="1" latinLnBrk="0" hangingPunct="1">
              <a:lnSpc>
                <a:spcPct val="90000"/>
              </a:lnSpc>
              <a:spcBef>
                <a:spcPts val="500"/>
              </a:spcBef>
              <a:buFont typeface="Arial" panose="020B0604020202020204" pitchFamily="34" charset="0"/>
              <a:buChar char="•"/>
              <a:defRPr sz="2400" kern="1200" baseline="0">
                <a:solidFill>
                  <a:schemeClr val="tx1"/>
                </a:solidFill>
                <a:latin typeface="Times New Roman" panose="02020603050405020304" pitchFamily="18" charset="0"/>
                <a:ea typeface="+mn-ea"/>
                <a:cs typeface="IRANSans(FaNum)" panose="02040503050201020203" pitchFamily="18" charset="-78"/>
              </a:defRPr>
            </a:lvl2pPr>
            <a:lvl3pPr marL="1143000" indent="-228600" algn="just" defTabSz="914400" rtl="1" eaLnBrk="1" latinLnBrk="0" hangingPunct="1">
              <a:lnSpc>
                <a:spcPct val="90000"/>
              </a:lnSpc>
              <a:spcBef>
                <a:spcPts val="500"/>
              </a:spcBef>
              <a:buFont typeface="Arial" panose="020B0604020202020204" pitchFamily="34" charset="0"/>
              <a:buChar char="•"/>
              <a:defRPr sz="2000" kern="1200" baseline="0">
                <a:solidFill>
                  <a:schemeClr val="tx1"/>
                </a:solidFill>
                <a:latin typeface="Times New Roman" panose="02020603050405020304" pitchFamily="18" charset="0"/>
                <a:ea typeface="+mn-ea"/>
                <a:cs typeface="IRANSans(FaNum)" panose="02040503050201020203" pitchFamily="18" charset="-78"/>
              </a:defRPr>
            </a:lvl3pPr>
            <a:lvl4pPr marL="16002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4pPr>
            <a:lvl5pPr marL="2057400" indent="-228600" algn="just" defTabSz="914400" rtl="1" eaLnBrk="1" latinLnBrk="0" hangingPunct="1">
              <a:lnSpc>
                <a:spcPct val="90000"/>
              </a:lnSpc>
              <a:spcBef>
                <a:spcPts val="500"/>
              </a:spcBef>
              <a:buFont typeface="Arial" panose="020B0604020202020204" pitchFamily="34" charset="0"/>
              <a:buChar char="•"/>
              <a:defRPr sz="1800" kern="1200" baseline="0">
                <a:solidFill>
                  <a:schemeClr val="tx1"/>
                </a:solidFill>
                <a:latin typeface="Times New Roman" panose="02020603050405020304" pitchFamily="18" charset="0"/>
                <a:ea typeface="+mn-ea"/>
                <a:cs typeface="IRANSans(FaNum)" panose="02040503050201020203" pitchFamily="18" charset="-7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None/>
            </a:pPr>
            <a:r>
              <a:rPr lang="fa-IR" b="1" dirty="0">
                <a:solidFill>
                  <a:srgbClr val="C00000"/>
                </a:solidFill>
                <a:latin typeface="IRANSans(FaNum)" panose="02040503050201020203" pitchFamily="18" charset="-78"/>
              </a:rPr>
              <a:t>مدیریت شبکه‌های کامپیوتری – کلیات و مفاهیم پایه</a:t>
            </a:r>
          </a:p>
        </p:txBody>
      </p:sp>
      <p:sp>
        <p:nvSpPr>
          <p:cNvPr id="9" name="TextBox 8">
            <a:extLst>
              <a:ext uri="{FF2B5EF4-FFF2-40B4-BE49-F238E27FC236}">
                <a16:creationId xmlns:a16="http://schemas.microsoft.com/office/drawing/2014/main" id="{82D62D3D-CAA8-81A6-C964-9F83C33993C8}"/>
              </a:ext>
            </a:extLst>
          </p:cNvPr>
          <p:cNvSpPr txBox="1"/>
          <p:nvPr/>
        </p:nvSpPr>
        <p:spPr>
          <a:xfrm>
            <a:off x="2325208" y="1255123"/>
            <a:ext cx="9625781" cy="572464"/>
          </a:xfrm>
          <a:prstGeom prst="rect">
            <a:avLst/>
          </a:prstGeom>
          <a:noFill/>
        </p:spPr>
        <p:txBody>
          <a:bodyPr wrap="square">
            <a:spAutoFit/>
          </a:bodyPr>
          <a:lstStyle/>
          <a:p>
            <a:pPr marL="0" indent="0" algn="r" rtl="1">
              <a:lnSpc>
                <a:spcPct val="130000"/>
              </a:lnSpc>
              <a:spcBef>
                <a:spcPts val="0"/>
              </a:spcBef>
              <a:buNone/>
            </a:pPr>
            <a:r>
              <a:rPr lang="fa-IR" sz="2400" b="1" dirty="0">
                <a:solidFill>
                  <a:srgbClr val="0000FF"/>
                </a:solidFill>
                <a:latin typeface="IRANSans(FaNum)" panose="02040503050201020203" pitchFamily="18" charset="-78"/>
                <a:cs typeface="IRANSans(FaNum)" panose="02040503050201020203" pitchFamily="18" charset="-78"/>
              </a:rPr>
              <a:t>پروتکل </a:t>
            </a:r>
            <a:r>
              <a:rPr lang="en-US" sz="2400" b="1" dirty="0">
                <a:solidFill>
                  <a:srgbClr val="0000FF"/>
                </a:solidFill>
                <a:latin typeface="IRANSans(FaNum)" panose="02040503050201020203" pitchFamily="18" charset="-78"/>
                <a:cs typeface="IRANSans(FaNum)" panose="02040503050201020203" pitchFamily="18" charset="-78"/>
              </a:rPr>
              <a:t>NETCONF</a:t>
            </a:r>
            <a:r>
              <a:rPr lang="fa-IR" sz="2400" b="1" dirty="0">
                <a:solidFill>
                  <a:srgbClr val="0000FF"/>
                </a:solidFill>
                <a:latin typeface="IRANSans(FaNum)" panose="02040503050201020203" pitchFamily="18" charset="-78"/>
                <a:cs typeface="IRANSans(FaNum)" panose="02040503050201020203" pitchFamily="18" charset="-78"/>
              </a:rPr>
              <a:t>: زبان مدل‌سازی </a:t>
            </a:r>
            <a:r>
              <a:rPr lang="en-US" sz="2400" b="1" dirty="0">
                <a:solidFill>
                  <a:srgbClr val="0000FF"/>
                </a:solidFill>
                <a:latin typeface="IRANSans(FaNum)" panose="02040503050201020203" pitchFamily="18" charset="-78"/>
                <a:cs typeface="IRANSans(FaNum)" panose="02040503050201020203" pitchFamily="18" charset="-78"/>
              </a:rPr>
              <a:t>YANG</a:t>
            </a:r>
            <a:endParaRPr lang="fa-IR" sz="2400" b="1" dirty="0">
              <a:solidFill>
                <a:srgbClr val="0000FF"/>
              </a:solidFill>
              <a:latin typeface="IRANSans(FaNum)" panose="02040503050201020203" pitchFamily="18" charset="-78"/>
              <a:cs typeface="IRANSans(FaNum)" panose="02040503050201020203" pitchFamily="18" charset="-78"/>
            </a:endParaRPr>
          </a:p>
        </p:txBody>
      </p:sp>
      <p:sp>
        <p:nvSpPr>
          <p:cNvPr id="20" name="Content Placeholder 2">
            <a:extLst>
              <a:ext uri="{FF2B5EF4-FFF2-40B4-BE49-F238E27FC236}">
                <a16:creationId xmlns:a16="http://schemas.microsoft.com/office/drawing/2014/main" id="{BB06912A-F830-1CBE-8EB8-D044FF7BAC3B}"/>
              </a:ext>
            </a:extLst>
          </p:cNvPr>
          <p:cNvSpPr>
            <a:spLocks noGrp="1"/>
          </p:cNvSpPr>
          <p:nvPr>
            <p:ph idx="1"/>
          </p:nvPr>
        </p:nvSpPr>
        <p:spPr>
          <a:xfrm>
            <a:off x="5628671" y="1884794"/>
            <a:ext cx="5938737" cy="4746045"/>
          </a:xfrm>
        </p:spPr>
        <p:txBody>
          <a:bodyPr>
            <a:normAutofit/>
          </a:bodyPr>
          <a:lstStyle/>
          <a:p>
            <a:pPr marL="216000" indent="-216000">
              <a:lnSpc>
                <a:spcPct val="120000"/>
              </a:lnSpc>
              <a:spcBef>
                <a:spcPts val="0"/>
              </a:spcBef>
              <a:spcAft>
                <a:spcPts val="600"/>
              </a:spcAft>
            </a:pPr>
            <a:r>
              <a:rPr lang="fa-IR" sz="1800" b="1" dirty="0">
                <a:solidFill>
                  <a:srgbClr val="C00000"/>
                </a:solidFill>
                <a:latin typeface="IRANSans(FaNum)" panose="02040503050201020203" pitchFamily="18" charset="-78"/>
              </a:rPr>
              <a:t>زبان مدل‌سازی اطلاعات که در پروتکل </a:t>
            </a:r>
            <a:r>
              <a:rPr lang="en-US" sz="1800" b="1" dirty="0">
                <a:solidFill>
                  <a:srgbClr val="C00000"/>
                </a:solidFill>
                <a:latin typeface="IRANSans(FaNum)" panose="02040503050201020203" pitchFamily="18" charset="-78"/>
              </a:rPr>
              <a:t>NETCONF</a:t>
            </a:r>
            <a:r>
              <a:rPr lang="fa-IR" sz="1800" b="1" dirty="0">
                <a:solidFill>
                  <a:srgbClr val="C00000"/>
                </a:solidFill>
                <a:latin typeface="IRANSans(FaNum)" panose="02040503050201020203" pitchFamily="18" charset="-78"/>
              </a:rPr>
              <a:t> برای مشخص کردن ساختار، نوع و معنا اطلاعات مدیریت شبکه استفاده شده است.</a:t>
            </a:r>
          </a:p>
          <a:p>
            <a:pPr lvl="1">
              <a:lnSpc>
                <a:spcPct val="120000"/>
              </a:lnSpc>
              <a:spcBef>
                <a:spcPts val="0"/>
              </a:spcBef>
              <a:spcAft>
                <a:spcPts val="600"/>
              </a:spcAft>
            </a:pPr>
            <a:r>
              <a:rPr lang="fa-IR" sz="1600" b="1" dirty="0">
                <a:solidFill>
                  <a:srgbClr val="0000C8"/>
                </a:solidFill>
                <a:latin typeface="IRANSans(FaNum)" panose="02040503050201020203" pitchFamily="18" charset="-78"/>
              </a:rPr>
              <a:t>انواع داده‌ها از پیش تعریف شده داخلی، مانند </a:t>
            </a:r>
            <a:r>
              <a:rPr lang="en-US" sz="1600" b="1" dirty="0">
                <a:solidFill>
                  <a:srgbClr val="0000C8"/>
                </a:solidFill>
                <a:latin typeface="IRANSans(FaNum)" panose="02040503050201020203" pitchFamily="18" charset="-78"/>
              </a:rPr>
              <a:t>SMI</a:t>
            </a:r>
            <a:endParaRPr lang="fa-IR" sz="1600" b="1" dirty="0">
              <a:solidFill>
                <a:srgbClr val="0000C8"/>
              </a:solidFill>
              <a:latin typeface="IRANSans(FaNum)" panose="02040503050201020203" pitchFamily="18" charset="-78"/>
            </a:endParaRPr>
          </a:p>
          <a:p>
            <a:pPr marL="216000" indent="-216000">
              <a:lnSpc>
                <a:spcPct val="120000"/>
              </a:lnSpc>
              <a:spcBef>
                <a:spcPts val="1200"/>
              </a:spcBef>
              <a:spcAft>
                <a:spcPts val="600"/>
              </a:spcAft>
            </a:pPr>
            <a:r>
              <a:rPr lang="fa-IR" sz="1800" b="1" dirty="0">
                <a:solidFill>
                  <a:srgbClr val="C00000"/>
                </a:solidFill>
                <a:latin typeface="IRANSans(FaNum)" panose="02040503050201020203" pitchFamily="18" charset="-78"/>
              </a:rPr>
              <a:t>مستندات </a:t>
            </a:r>
            <a:r>
              <a:rPr lang="en-US" sz="1800" b="1" dirty="0">
                <a:solidFill>
                  <a:srgbClr val="C00000"/>
                </a:solidFill>
                <a:latin typeface="IRANSans(FaNum)" panose="02040503050201020203" pitchFamily="18" charset="-78"/>
              </a:rPr>
              <a:t>XML</a:t>
            </a:r>
            <a:r>
              <a:rPr lang="fa-IR" sz="1800" b="1" dirty="0">
                <a:solidFill>
                  <a:srgbClr val="C00000"/>
                </a:solidFill>
                <a:latin typeface="IRANSans(FaNum)" panose="02040503050201020203" pitchFamily="18" charset="-78"/>
              </a:rPr>
              <a:t> توصیف‌کننده قابلیت‌های دستگاه می‌تواند از توصیف با زبان </a:t>
            </a:r>
            <a:r>
              <a:rPr lang="en-US" sz="1800" b="1" dirty="0">
                <a:solidFill>
                  <a:srgbClr val="C00000"/>
                </a:solidFill>
                <a:latin typeface="IRANSans(FaNum)" panose="02040503050201020203" pitchFamily="18" charset="-78"/>
              </a:rPr>
              <a:t>YANG</a:t>
            </a:r>
            <a:r>
              <a:rPr lang="fa-IR" sz="1800" b="1" dirty="0">
                <a:solidFill>
                  <a:srgbClr val="C00000"/>
                </a:solidFill>
                <a:latin typeface="IRANSans(FaNum)" panose="02040503050201020203" pitchFamily="18" charset="-78"/>
              </a:rPr>
              <a:t> تولید شود.</a:t>
            </a:r>
          </a:p>
          <a:p>
            <a:pPr marL="216000" indent="-216000">
              <a:lnSpc>
                <a:spcPct val="120000"/>
              </a:lnSpc>
              <a:spcBef>
                <a:spcPts val="1200"/>
              </a:spcBef>
              <a:spcAft>
                <a:spcPts val="600"/>
              </a:spcAft>
            </a:pPr>
            <a:r>
              <a:rPr lang="fa-IR" sz="1800" b="1" dirty="0">
                <a:solidFill>
                  <a:srgbClr val="C00000"/>
                </a:solidFill>
                <a:latin typeface="IRANSans(FaNum)" panose="02040503050201020203" pitchFamily="18" charset="-78"/>
              </a:rPr>
              <a:t>می‌تواند محدودیت‌هایی که باید توسط یک پیکربندی معتبر </a:t>
            </a:r>
            <a:r>
              <a:rPr lang="en-US" sz="1800" b="1" dirty="0">
                <a:solidFill>
                  <a:srgbClr val="C00000"/>
                </a:solidFill>
                <a:latin typeface="IRANSans(FaNum)" panose="02040503050201020203" pitchFamily="18" charset="-78"/>
              </a:rPr>
              <a:t>NETCONF</a:t>
            </a:r>
            <a:r>
              <a:rPr lang="fa-IR" sz="1800" b="1" dirty="0">
                <a:solidFill>
                  <a:srgbClr val="C00000"/>
                </a:solidFill>
                <a:latin typeface="IRANSans(FaNum)" panose="02040503050201020203" pitchFamily="18" charset="-78"/>
              </a:rPr>
              <a:t> در اطلاعات رعایت شود را بیان کند.</a:t>
            </a:r>
            <a:endParaRPr lang="en-US" sz="1800" b="1" dirty="0">
              <a:solidFill>
                <a:srgbClr val="C00000"/>
              </a:solidFill>
              <a:latin typeface="IRANSans(FaNum)" panose="02040503050201020203" pitchFamily="18" charset="-78"/>
            </a:endParaRPr>
          </a:p>
          <a:p>
            <a:pPr lvl="1">
              <a:lnSpc>
                <a:spcPct val="120000"/>
              </a:lnSpc>
              <a:spcBef>
                <a:spcPts val="0"/>
              </a:spcBef>
              <a:spcAft>
                <a:spcPts val="600"/>
              </a:spcAft>
            </a:pPr>
            <a:r>
              <a:rPr lang="fa-IR" sz="1600" b="1" dirty="0">
                <a:solidFill>
                  <a:srgbClr val="0000C8"/>
                </a:solidFill>
                <a:latin typeface="IRANSans(FaNum)" panose="02040503050201020203" pitchFamily="18" charset="-78"/>
              </a:rPr>
              <a:t>ایجاد اطمینان از اینکه پیکربندی </a:t>
            </a:r>
            <a:r>
              <a:rPr lang="en-US" sz="1600" b="1" dirty="0">
                <a:solidFill>
                  <a:srgbClr val="0000C8"/>
                </a:solidFill>
                <a:latin typeface="IRANSans(FaNum)" panose="02040503050201020203" pitchFamily="18" charset="-78"/>
              </a:rPr>
              <a:t>NETCONF</a:t>
            </a:r>
            <a:r>
              <a:rPr lang="fa-IR" sz="1600" b="1" dirty="0">
                <a:solidFill>
                  <a:srgbClr val="0000C8"/>
                </a:solidFill>
                <a:latin typeface="IRANSans(FaNum)" panose="02040503050201020203" pitchFamily="18" charset="-78"/>
              </a:rPr>
              <a:t> محدودیت‌های درستی و سازگاری اطلاعات را برآورده می‌کند.</a:t>
            </a:r>
            <a:endParaRPr lang="en-US" sz="1600" b="1" dirty="0">
              <a:solidFill>
                <a:srgbClr val="0000C8"/>
              </a:solidFill>
              <a:latin typeface="IRANSans(FaNum)" panose="02040503050201020203" pitchFamily="18" charset="-78"/>
            </a:endParaRPr>
          </a:p>
        </p:txBody>
      </p:sp>
      <p:grpSp>
        <p:nvGrpSpPr>
          <p:cNvPr id="476" name="Group 475">
            <a:extLst>
              <a:ext uri="{FF2B5EF4-FFF2-40B4-BE49-F238E27FC236}">
                <a16:creationId xmlns:a16="http://schemas.microsoft.com/office/drawing/2014/main" id="{BEC747E7-3C9B-5BD8-0C5F-09B1F927F4B1}"/>
              </a:ext>
            </a:extLst>
          </p:cNvPr>
          <p:cNvGrpSpPr/>
          <p:nvPr/>
        </p:nvGrpSpPr>
        <p:grpSpPr>
          <a:xfrm>
            <a:off x="244133" y="1327429"/>
            <a:ext cx="3841865" cy="4294815"/>
            <a:chOff x="244133" y="1327429"/>
            <a:chExt cx="3841865" cy="4294815"/>
          </a:xfrm>
        </p:grpSpPr>
        <p:sp>
          <p:nvSpPr>
            <p:cNvPr id="460" name="Right Arrow 124">
              <a:extLst>
                <a:ext uri="{FF2B5EF4-FFF2-40B4-BE49-F238E27FC236}">
                  <a16:creationId xmlns:a16="http://schemas.microsoft.com/office/drawing/2014/main" id="{9E7D722F-79DC-C877-0BF7-948957429E0B}"/>
                </a:ext>
              </a:extLst>
            </p:cNvPr>
            <p:cNvSpPr/>
            <p:nvPr/>
          </p:nvSpPr>
          <p:spPr>
            <a:xfrm rot="6540000">
              <a:off x="2020971" y="3815836"/>
              <a:ext cx="2665307" cy="344442"/>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CC7FF015-47C9-3B8E-70DF-CAE22977A879}"/>
                </a:ext>
              </a:extLst>
            </p:cNvPr>
            <p:cNvGrpSpPr/>
            <p:nvPr/>
          </p:nvGrpSpPr>
          <p:grpSpPr>
            <a:xfrm>
              <a:off x="2440486" y="5243788"/>
              <a:ext cx="683116" cy="378456"/>
              <a:chOff x="7493876" y="2774731"/>
              <a:chExt cx="1481958" cy="894622"/>
            </a:xfrm>
          </p:grpSpPr>
          <p:sp>
            <p:nvSpPr>
              <p:cNvPr id="22" name="Freeform 84">
                <a:extLst>
                  <a:ext uri="{FF2B5EF4-FFF2-40B4-BE49-F238E27FC236}">
                    <a16:creationId xmlns:a16="http://schemas.microsoft.com/office/drawing/2014/main" id="{B6532C52-7376-5562-A221-8513CCF6A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 name="Oval 22">
                <a:extLst>
                  <a:ext uri="{FF2B5EF4-FFF2-40B4-BE49-F238E27FC236}">
                    <a16:creationId xmlns:a16="http://schemas.microsoft.com/office/drawing/2014/main" id="{49FBDBCA-BF20-B948-2311-1F90FE3DA4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 name="Group 23">
                <a:extLst>
                  <a:ext uri="{FF2B5EF4-FFF2-40B4-BE49-F238E27FC236}">
                    <a16:creationId xmlns:a16="http://schemas.microsoft.com/office/drawing/2014/main" id="{AC51DB74-7BF5-7618-E7C7-384094CD797E}"/>
                  </a:ext>
                </a:extLst>
              </p:cNvPr>
              <p:cNvGrpSpPr/>
              <p:nvPr/>
            </p:nvGrpSpPr>
            <p:grpSpPr>
              <a:xfrm>
                <a:off x="7713663" y="2848339"/>
                <a:ext cx="1042107" cy="425543"/>
                <a:chOff x="7786941" y="2884917"/>
                <a:chExt cx="897649" cy="353919"/>
              </a:xfrm>
            </p:grpSpPr>
            <p:sp>
              <p:nvSpPr>
                <p:cNvPr id="25" name="Freeform 87">
                  <a:extLst>
                    <a:ext uri="{FF2B5EF4-FFF2-40B4-BE49-F238E27FC236}">
                      <a16:creationId xmlns:a16="http://schemas.microsoft.com/office/drawing/2014/main" id="{59A14659-F1A8-971C-21BE-3F5AAA7B5C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88">
                  <a:extLst>
                    <a:ext uri="{FF2B5EF4-FFF2-40B4-BE49-F238E27FC236}">
                      <a16:creationId xmlns:a16="http://schemas.microsoft.com/office/drawing/2014/main" id="{0E6AA6A5-84A8-FE3B-E6F7-B8954A586B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Freeform 89">
                  <a:extLst>
                    <a:ext uri="{FF2B5EF4-FFF2-40B4-BE49-F238E27FC236}">
                      <a16:creationId xmlns:a16="http://schemas.microsoft.com/office/drawing/2014/main" id="{A5659C05-9E8F-913B-0D84-4DCA23AD0A4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90">
                  <a:extLst>
                    <a:ext uri="{FF2B5EF4-FFF2-40B4-BE49-F238E27FC236}">
                      <a16:creationId xmlns:a16="http://schemas.microsoft.com/office/drawing/2014/main" id="{C3BB4452-FB4C-33E8-A856-773CD15DE8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 name="Group 28">
              <a:extLst>
                <a:ext uri="{FF2B5EF4-FFF2-40B4-BE49-F238E27FC236}">
                  <a16:creationId xmlns:a16="http://schemas.microsoft.com/office/drawing/2014/main" id="{A2DA7AA0-131D-47A0-3072-F321CBE72CB0}"/>
                </a:ext>
              </a:extLst>
            </p:cNvPr>
            <p:cNvGrpSpPr/>
            <p:nvPr/>
          </p:nvGrpSpPr>
          <p:grpSpPr>
            <a:xfrm>
              <a:off x="790617" y="4812743"/>
              <a:ext cx="1784742" cy="783771"/>
              <a:chOff x="3623562" y="5108298"/>
              <a:chExt cx="1784742" cy="783771"/>
            </a:xfrm>
          </p:grpSpPr>
          <p:sp>
            <p:nvSpPr>
              <p:cNvPr id="30" name="Freeform 78">
                <a:extLst>
                  <a:ext uri="{FF2B5EF4-FFF2-40B4-BE49-F238E27FC236}">
                    <a16:creationId xmlns:a16="http://schemas.microsoft.com/office/drawing/2014/main" id="{02EA811C-476B-BBE7-4499-B94C6CFE9EE2}"/>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6">
                <a:extLst>
                  <a:ext uri="{FF2B5EF4-FFF2-40B4-BE49-F238E27FC236}">
                    <a16:creationId xmlns:a16="http://schemas.microsoft.com/office/drawing/2014/main" id="{FAEF07C1-2875-BECC-5620-61EE3003A909}"/>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2" name="Text Box 302">
                <a:extLst>
                  <a:ext uri="{FF2B5EF4-FFF2-40B4-BE49-F238E27FC236}">
                    <a16:creationId xmlns:a16="http://schemas.microsoft.com/office/drawing/2014/main" id="{8A486771-FD24-0CC9-E03E-E92EA0B740D2}"/>
                  </a:ext>
                </a:extLst>
              </p:cNvPr>
              <p:cNvSpPr txBox="1">
                <a:spLocks noChangeArrowheads="1"/>
              </p:cNvSpPr>
              <p:nvPr/>
            </p:nvSpPr>
            <p:spPr bwMode="auto">
              <a:xfrm>
                <a:off x="3673821" y="5250521"/>
                <a:ext cx="532518" cy="3077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عامل</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33" name="Group 32">
                <a:extLst>
                  <a:ext uri="{FF2B5EF4-FFF2-40B4-BE49-F238E27FC236}">
                    <a16:creationId xmlns:a16="http://schemas.microsoft.com/office/drawing/2014/main" id="{9D1EB162-0209-80F9-A9F7-D0B8434818D1}"/>
                  </a:ext>
                </a:extLst>
              </p:cNvPr>
              <p:cNvGrpSpPr/>
              <p:nvPr/>
            </p:nvGrpSpPr>
            <p:grpSpPr>
              <a:xfrm>
                <a:off x="4149229" y="5203301"/>
                <a:ext cx="665567" cy="375927"/>
                <a:chOff x="7184280" y="1864426"/>
                <a:chExt cx="665567" cy="375927"/>
              </a:xfrm>
            </p:grpSpPr>
            <p:sp>
              <p:nvSpPr>
                <p:cNvPr id="34" name="Can 82">
                  <a:extLst>
                    <a:ext uri="{FF2B5EF4-FFF2-40B4-BE49-F238E27FC236}">
                      <a16:creationId xmlns:a16="http://schemas.microsoft.com/office/drawing/2014/main" id="{11A58BAE-41F2-D0E1-C49E-3CC92C76E0CC}"/>
                    </a:ext>
                  </a:extLst>
                </p:cNvPr>
                <p:cNvSpPr/>
                <p:nvPr/>
              </p:nvSpPr>
              <p:spPr>
                <a:xfrm>
                  <a:off x="7265181" y="1864426"/>
                  <a:ext cx="50128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Text Box 305">
                  <a:extLst>
                    <a:ext uri="{FF2B5EF4-FFF2-40B4-BE49-F238E27FC236}">
                      <a16:creationId xmlns:a16="http://schemas.microsoft.com/office/drawing/2014/main" id="{428F6978-B17C-1F78-C13E-86A952A520FC}"/>
                    </a:ext>
                  </a:extLst>
                </p:cNvPr>
                <p:cNvSpPr txBox="1">
                  <a:spLocks noChangeArrowheads="1"/>
                </p:cNvSpPr>
                <p:nvPr/>
              </p:nvSpPr>
              <p:spPr bwMode="auto">
                <a:xfrm>
                  <a:off x="7184280" y="1963354"/>
                  <a:ext cx="665567" cy="2769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2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grpSp>
          <p:nvGrpSpPr>
            <p:cNvPr id="36" name="Group 35">
              <a:extLst>
                <a:ext uri="{FF2B5EF4-FFF2-40B4-BE49-F238E27FC236}">
                  <a16:creationId xmlns:a16="http://schemas.microsoft.com/office/drawing/2014/main" id="{F8EF79AB-ECA4-AE08-F44C-E7BBB4018E46}"/>
                </a:ext>
              </a:extLst>
            </p:cNvPr>
            <p:cNvGrpSpPr/>
            <p:nvPr/>
          </p:nvGrpSpPr>
          <p:grpSpPr>
            <a:xfrm>
              <a:off x="1653584" y="1327429"/>
              <a:ext cx="2432414" cy="1421500"/>
              <a:chOff x="6729466" y="2092867"/>
              <a:chExt cx="2432414" cy="1421500"/>
            </a:xfrm>
          </p:grpSpPr>
          <p:sp>
            <p:nvSpPr>
              <p:cNvPr id="37" name="Freeform 21">
                <a:extLst>
                  <a:ext uri="{FF2B5EF4-FFF2-40B4-BE49-F238E27FC236}">
                    <a16:creationId xmlns:a16="http://schemas.microsoft.com/office/drawing/2014/main" id="{2AF061FD-99A1-BCD7-CE81-F6DDE58A7395}"/>
                  </a:ext>
                </a:extLst>
              </p:cNvPr>
              <p:cNvSpPr/>
              <p:nvPr/>
            </p:nvSpPr>
            <p:spPr>
              <a:xfrm flipH="1">
                <a:off x="7131647" y="2745280"/>
                <a:ext cx="1600398" cy="585409"/>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851" h="585409">
                    <a:moveTo>
                      <a:pt x="41393" y="206474"/>
                    </a:moveTo>
                    <a:cubicBezTo>
                      <a:pt x="186988" y="162723"/>
                      <a:pt x="239468" y="114212"/>
                      <a:pt x="299240" y="0"/>
                    </a:cubicBezTo>
                    <a:cubicBezTo>
                      <a:pt x="766287" y="135093"/>
                      <a:pt x="734070" y="180625"/>
                      <a:pt x="1463851" y="83572"/>
                    </a:cubicBezTo>
                    <a:cubicBezTo>
                      <a:pt x="672235" y="284786"/>
                      <a:pt x="601683" y="339985"/>
                      <a:pt x="0" y="585409"/>
                    </a:cubicBezTo>
                    <a:lnTo>
                      <a:pt x="41393" y="206474"/>
                    </a:ln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Oval 280">
                <a:extLst>
                  <a:ext uri="{FF2B5EF4-FFF2-40B4-BE49-F238E27FC236}">
                    <a16:creationId xmlns:a16="http://schemas.microsoft.com/office/drawing/2014/main" id="{CA3808ED-52CB-1303-7F1D-8B3130FA325C}"/>
                  </a:ext>
                </a:extLst>
              </p:cNvPr>
              <p:cNvSpPr>
                <a:spLocks noChangeArrowheads="1"/>
              </p:cNvSpPr>
              <p:nvPr/>
            </p:nvSpPr>
            <p:spPr bwMode="auto">
              <a:xfrm>
                <a:off x="6729466" y="2201533"/>
                <a:ext cx="1853311" cy="684610"/>
              </a:xfrm>
              <a:prstGeom prst="ellipse">
                <a:avLst/>
              </a:prstGeom>
              <a:solidFill>
                <a:schemeClr val="bg1">
                  <a:lumMod val="95000"/>
                </a:schemeClr>
              </a:solidFill>
              <a:ln w="19050">
                <a:solidFill>
                  <a:schemeClr val="tx1">
                    <a:lumMod val="65000"/>
                    <a:lumOff val="35000"/>
                  </a:schemeClr>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9" name="Text Box 276">
                <a:extLst>
                  <a:ext uri="{FF2B5EF4-FFF2-40B4-BE49-F238E27FC236}">
                    <a16:creationId xmlns:a16="http://schemas.microsoft.com/office/drawing/2014/main" id="{AEDC6922-414F-3BE4-8A25-61FED465535E}"/>
                  </a:ext>
                </a:extLst>
              </p:cNvPr>
              <p:cNvSpPr txBox="1">
                <a:spLocks noChangeArrowheads="1"/>
              </p:cNvSpPr>
              <p:nvPr/>
            </p:nvSpPr>
            <p:spPr bwMode="auto">
              <a:xfrm>
                <a:off x="6751500" y="2244164"/>
                <a:ext cx="1677393" cy="52322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1" eaLnBrk="0" fontAlgn="base" latinLnBrk="0" hangingPunct="0">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کنترل‌کننده یا</a:t>
                </a:r>
              </a:p>
              <a:p>
                <a:pPr marL="0" marR="0" lvl="0" indent="0" algn="ctr" defTabSz="914400" rtl="1" eaLnBrk="0" fontAlgn="base" latinLnBrk="0" hangingPunct="0">
                  <a:spcBef>
                    <a:spcPct val="0"/>
                  </a:spcBef>
                  <a:spcAft>
                    <a:spcPct val="0"/>
                  </a:spcAft>
                  <a:buClrTx/>
                  <a:buSzTx/>
                  <a:buFontTx/>
                  <a:buNone/>
                  <a:tabLst/>
                  <a:defRPr/>
                </a:pPr>
                <a:r>
                  <a:rPr kumimoji="0" lang="fa-IR"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rPr>
                  <a:t> سیستم مدیریتی</a:t>
                </a:r>
                <a:endParaRPr kumimoji="0" lang="en-US" sz="1400" b="1" i="0" u="none" strike="noStrike" kern="0" cap="none" spc="0" normalizeH="0" baseline="0" noProof="0" dirty="0">
                  <a:ln>
                    <a:noFill/>
                  </a:ln>
                  <a:solidFill>
                    <a:srgbClr val="000000"/>
                  </a:solidFill>
                  <a:effectLst/>
                  <a:uLnTx/>
                  <a:uFillTx/>
                  <a:latin typeface="IRANSans(FaNum)" panose="02040503050201020203" pitchFamily="18" charset="-78"/>
                  <a:ea typeface="ＭＳ Ｐゴシック" charset="0"/>
                  <a:cs typeface="IRANSans(FaNum)" panose="02040503050201020203" pitchFamily="18" charset="-78"/>
                </a:endParaRPr>
              </a:p>
            </p:txBody>
          </p:sp>
          <p:grpSp>
            <p:nvGrpSpPr>
              <p:cNvPr id="40" name="Group 39">
                <a:extLst>
                  <a:ext uri="{FF2B5EF4-FFF2-40B4-BE49-F238E27FC236}">
                    <a16:creationId xmlns:a16="http://schemas.microsoft.com/office/drawing/2014/main" id="{4427ADC4-C79F-37CD-03D2-1EE94E78C389}"/>
                  </a:ext>
                </a:extLst>
              </p:cNvPr>
              <p:cNvGrpSpPr/>
              <p:nvPr/>
            </p:nvGrpSpPr>
            <p:grpSpPr>
              <a:xfrm>
                <a:off x="8113557" y="2092867"/>
                <a:ext cx="897159" cy="433796"/>
                <a:chOff x="7338951" y="1864426"/>
                <a:chExt cx="427511" cy="378110"/>
              </a:xfrm>
            </p:grpSpPr>
            <p:sp>
              <p:nvSpPr>
                <p:cNvPr id="458" name="Can 69">
                  <a:extLst>
                    <a:ext uri="{FF2B5EF4-FFF2-40B4-BE49-F238E27FC236}">
                      <a16:creationId xmlns:a16="http://schemas.microsoft.com/office/drawing/2014/main" id="{BB40C2BD-FA58-FD09-C4E5-276F90713943}"/>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9" name="Text Box 305">
                  <a:extLst>
                    <a:ext uri="{FF2B5EF4-FFF2-40B4-BE49-F238E27FC236}">
                      <a16:creationId xmlns:a16="http://schemas.microsoft.com/office/drawing/2014/main" id="{844AA128-8FD8-8078-9622-754F80EE5E8F}"/>
                    </a:ext>
                  </a:extLst>
                </p:cNvPr>
                <p:cNvSpPr txBox="1">
                  <a:spLocks noChangeArrowheads="1"/>
                </p:cNvSpPr>
                <p:nvPr/>
              </p:nvSpPr>
              <p:spPr bwMode="auto">
                <a:xfrm>
                  <a:off x="7356236" y="1974268"/>
                  <a:ext cx="399056" cy="2682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fa-IR" sz="14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rPr>
                    <a:t>اطلاعات</a:t>
                  </a:r>
                  <a:endParaRPr kumimoji="0" lang="en-US" sz="1400" b="1" i="0" u="none" strike="noStrike" kern="0" cap="none" spc="0" normalizeH="0" baseline="0" noProof="0" dirty="0">
                    <a:ln>
                      <a:noFill/>
                    </a:ln>
                    <a:solidFill>
                      <a:srgbClr val="0000A8"/>
                    </a:solidFill>
                    <a:effectLst/>
                    <a:uLnTx/>
                    <a:uFillTx/>
                    <a:latin typeface="IRANSans(FaNum)" panose="02040503050201020203" pitchFamily="18" charset="-78"/>
                    <a:ea typeface="ＭＳ Ｐゴシック" charset="0"/>
                    <a:cs typeface="IRANSans(FaNum)" panose="02040503050201020203" pitchFamily="18" charset="-78"/>
                  </a:endParaRPr>
                </a:p>
              </p:txBody>
            </p:sp>
          </p:grpSp>
          <p:grpSp>
            <p:nvGrpSpPr>
              <p:cNvPr id="41" name="Group 906">
                <a:extLst>
                  <a:ext uri="{FF2B5EF4-FFF2-40B4-BE49-F238E27FC236}">
                    <a16:creationId xmlns:a16="http://schemas.microsoft.com/office/drawing/2014/main" id="{BFF53192-16D4-148D-5FFD-291455069E27}"/>
                  </a:ext>
                </a:extLst>
              </p:cNvPr>
              <p:cNvGrpSpPr>
                <a:grpSpLocks/>
              </p:cNvGrpSpPr>
              <p:nvPr/>
            </p:nvGrpSpPr>
            <p:grpSpPr bwMode="auto">
              <a:xfrm>
                <a:off x="8692311" y="2648933"/>
                <a:ext cx="469569" cy="865434"/>
                <a:chOff x="4140" y="429"/>
                <a:chExt cx="1425" cy="2396"/>
              </a:xfrm>
            </p:grpSpPr>
            <p:sp>
              <p:nvSpPr>
                <p:cNvPr id="42" name="Freeform 907">
                  <a:extLst>
                    <a:ext uri="{FF2B5EF4-FFF2-40B4-BE49-F238E27FC236}">
                      <a16:creationId xmlns:a16="http://schemas.microsoft.com/office/drawing/2014/main" id="{9B6FB003-245D-EE15-B243-DBF4D025595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Rectangle 908">
                  <a:extLst>
                    <a:ext uri="{FF2B5EF4-FFF2-40B4-BE49-F238E27FC236}">
                      <a16:creationId xmlns:a16="http://schemas.microsoft.com/office/drawing/2014/main" id="{3B83EA86-0831-0B9E-0F5E-95F18C45916B}"/>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4" name="Freeform 909">
                  <a:extLst>
                    <a:ext uri="{FF2B5EF4-FFF2-40B4-BE49-F238E27FC236}">
                      <a16:creationId xmlns:a16="http://schemas.microsoft.com/office/drawing/2014/main" id="{11B4685C-0C33-591A-F034-B1DD0D0BC177}"/>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Freeform 910">
                  <a:extLst>
                    <a:ext uri="{FF2B5EF4-FFF2-40B4-BE49-F238E27FC236}">
                      <a16:creationId xmlns:a16="http://schemas.microsoft.com/office/drawing/2014/main" id="{1C986B7C-8BAC-21F7-61B7-A3376B1AA6F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Rectangle 911">
                  <a:extLst>
                    <a:ext uri="{FF2B5EF4-FFF2-40B4-BE49-F238E27FC236}">
                      <a16:creationId xmlns:a16="http://schemas.microsoft.com/office/drawing/2014/main" id="{4707E0A6-31CD-61E3-ED7C-6095E6810C61}"/>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7" name="Group 912">
                  <a:extLst>
                    <a:ext uri="{FF2B5EF4-FFF2-40B4-BE49-F238E27FC236}">
                      <a16:creationId xmlns:a16="http://schemas.microsoft.com/office/drawing/2014/main" id="{9E974725-3C6E-9AE4-9D8A-B4A629E2B3E2}"/>
                    </a:ext>
                  </a:extLst>
                </p:cNvPr>
                <p:cNvGrpSpPr>
                  <a:grpSpLocks/>
                </p:cNvGrpSpPr>
                <p:nvPr/>
              </p:nvGrpSpPr>
              <p:grpSpPr bwMode="auto">
                <a:xfrm>
                  <a:off x="4749" y="668"/>
                  <a:ext cx="581" cy="145"/>
                  <a:chOff x="614" y="2568"/>
                  <a:chExt cx="725" cy="139"/>
                </a:xfrm>
              </p:grpSpPr>
              <p:sp>
                <p:nvSpPr>
                  <p:cNvPr id="456" name="AutoShape 913">
                    <a:extLst>
                      <a:ext uri="{FF2B5EF4-FFF2-40B4-BE49-F238E27FC236}">
                        <a16:creationId xmlns:a16="http://schemas.microsoft.com/office/drawing/2014/main" id="{245EBA6D-7BFF-DC19-9BAD-6AE25B9986D3}"/>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7" name="AutoShape 914">
                    <a:extLst>
                      <a:ext uri="{FF2B5EF4-FFF2-40B4-BE49-F238E27FC236}">
                        <a16:creationId xmlns:a16="http://schemas.microsoft.com/office/drawing/2014/main" id="{BB1942E7-A7B3-8FE3-74EE-FD4425D19B0F}"/>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48" name="Rectangle 915">
                  <a:extLst>
                    <a:ext uri="{FF2B5EF4-FFF2-40B4-BE49-F238E27FC236}">
                      <a16:creationId xmlns:a16="http://schemas.microsoft.com/office/drawing/2014/main" id="{330FA323-ADF5-C9B5-2A54-1DBD36DD9C75}"/>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49" name="Group 916">
                  <a:extLst>
                    <a:ext uri="{FF2B5EF4-FFF2-40B4-BE49-F238E27FC236}">
                      <a16:creationId xmlns:a16="http://schemas.microsoft.com/office/drawing/2014/main" id="{C99AC57E-5A0B-2535-D9D2-49E957406D46}"/>
                    </a:ext>
                  </a:extLst>
                </p:cNvPr>
                <p:cNvGrpSpPr>
                  <a:grpSpLocks/>
                </p:cNvGrpSpPr>
                <p:nvPr/>
              </p:nvGrpSpPr>
              <p:grpSpPr bwMode="auto">
                <a:xfrm>
                  <a:off x="4747" y="994"/>
                  <a:ext cx="581" cy="134"/>
                  <a:chOff x="614" y="2568"/>
                  <a:chExt cx="725" cy="139"/>
                </a:xfrm>
              </p:grpSpPr>
              <p:sp>
                <p:nvSpPr>
                  <p:cNvPr id="454" name="AutoShape 917">
                    <a:extLst>
                      <a:ext uri="{FF2B5EF4-FFF2-40B4-BE49-F238E27FC236}">
                        <a16:creationId xmlns:a16="http://schemas.microsoft.com/office/drawing/2014/main" id="{A2F1E20C-C585-198A-2F12-EBD58F83E777}"/>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5" name="AutoShape 918">
                    <a:extLst>
                      <a:ext uri="{FF2B5EF4-FFF2-40B4-BE49-F238E27FC236}">
                        <a16:creationId xmlns:a16="http://schemas.microsoft.com/office/drawing/2014/main" id="{C910AAC6-6373-8E20-4A60-68C1677893F8}"/>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0" name="Rectangle 919">
                  <a:extLst>
                    <a:ext uri="{FF2B5EF4-FFF2-40B4-BE49-F238E27FC236}">
                      <a16:creationId xmlns:a16="http://schemas.microsoft.com/office/drawing/2014/main" id="{5197EA0A-69BD-451F-36CD-0D34053B75C3}"/>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1" name="Rectangle 920">
                  <a:extLst>
                    <a:ext uri="{FF2B5EF4-FFF2-40B4-BE49-F238E27FC236}">
                      <a16:creationId xmlns:a16="http://schemas.microsoft.com/office/drawing/2014/main" id="{FD510B80-FE3F-757B-4808-4BB3BC509E73}"/>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2" name="Group 921">
                  <a:extLst>
                    <a:ext uri="{FF2B5EF4-FFF2-40B4-BE49-F238E27FC236}">
                      <a16:creationId xmlns:a16="http://schemas.microsoft.com/office/drawing/2014/main" id="{E7F4183D-0414-123A-ADE1-49B1B1E571DE}"/>
                    </a:ext>
                  </a:extLst>
                </p:cNvPr>
                <p:cNvGrpSpPr>
                  <a:grpSpLocks/>
                </p:cNvGrpSpPr>
                <p:nvPr/>
              </p:nvGrpSpPr>
              <p:grpSpPr bwMode="auto">
                <a:xfrm>
                  <a:off x="4735" y="1627"/>
                  <a:ext cx="582" cy="151"/>
                  <a:chOff x="614" y="2568"/>
                  <a:chExt cx="725" cy="139"/>
                </a:xfrm>
              </p:grpSpPr>
              <p:sp>
                <p:nvSpPr>
                  <p:cNvPr id="452" name="AutoShape 922">
                    <a:extLst>
                      <a:ext uri="{FF2B5EF4-FFF2-40B4-BE49-F238E27FC236}">
                        <a16:creationId xmlns:a16="http://schemas.microsoft.com/office/drawing/2014/main" id="{89D9E0F0-4F47-7B75-25A2-CAD089CB44BF}"/>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3" name="AutoShape 923">
                    <a:extLst>
                      <a:ext uri="{FF2B5EF4-FFF2-40B4-BE49-F238E27FC236}">
                        <a16:creationId xmlns:a16="http://schemas.microsoft.com/office/drawing/2014/main" id="{25D86DAE-7F75-7195-4DC3-DA3A40BF9BA7}"/>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3" name="Freeform 924">
                  <a:extLst>
                    <a:ext uri="{FF2B5EF4-FFF2-40B4-BE49-F238E27FC236}">
                      <a16:creationId xmlns:a16="http://schemas.microsoft.com/office/drawing/2014/main" id="{561F4DED-BCDE-7648-43D4-2DBA3BEA67F0}"/>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4" name="Group 925">
                  <a:extLst>
                    <a:ext uri="{FF2B5EF4-FFF2-40B4-BE49-F238E27FC236}">
                      <a16:creationId xmlns:a16="http://schemas.microsoft.com/office/drawing/2014/main" id="{B112873D-EE20-79F8-35B3-C60BD0DE415D}"/>
                    </a:ext>
                  </a:extLst>
                </p:cNvPr>
                <p:cNvGrpSpPr>
                  <a:grpSpLocks/>
                </p:cNvGrpSpPr>
                <p:nvPr/>
              </p:nvGrpSpPr>
              <p:grpSpPr bwMode="auto">
                <a:xfrm>
                  <a:off x="4739" y="1327"/>
                  <a:ext cx="582" cy="139"/>
                  <a:chOff x="614" y="2568"/>
                  <a:chExt cx="725" cy="139"/>
                </a:xfrm>
              </p:grpSpPr>
              <p:sp>
                <p:nvSpPr>
                  <p:cNvPr id="450" name="AutoShape 926">
                    <a:extLst>
                      <a:ext uri="{FF2B5EF4-FFF2-40B4-BE49-F238E27FC236}">
                        <a16:creationId xmlns:a16="http://schemas.microsoft.com/office/drawing/2014/main" id="{EBA0CFC5-8BBF-1D70-22C7-9A27AA1F1DB0}"/>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1" name="AutoShape 927">
                    <a:extLst>
                      <a:ext uri="{FF2B5EF4-FFF2-40B4-BE49-F238E27FC236}">
                        <a16:creationId xmlns:a16="http://schemas.microsoft.com/office/drawing/2014/main" id="{413DE90E-942C-5566-B667-1E6E2D4CEEED}"/>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5" name="Rectangle 928">
                  <a:extLst>
                    <a:ext uri="{FF2B5EF4-FFF2-40B4-BE49-F238E27FC236}">
                      <a16:creationId xmlns:a16="http://schemas.microsoft.com/office/drawing/2014/main" id="{A3E7268F-EAD6-2E61-367B-A5C08A0A1C13}"/>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6" name="Freeform 929">
                  <a:extLst>
                    <a:ext uri="{FF2B5EF4-FFF2-40B4-BE49-F238E27FC236}">
                      <a16:creationId xmlns:a16="http://schemas.microsoft.com/office/drawing/2014/main" id="{79E31140-C13F-44CB-A192-CE3546179E1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Freeform 930">
                  <a:extLst>
                    <a:ext uri="{FF2B5EF4-FFF2-40B4-BE49-F238E27FC236}">
                      <a16:creationId xmlns:a16="http://schemas.microsoft.com/office/drawing/2014/main" id="{C4E865DF-0B99-6461-3264-2AE837BB3F2F}"/>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Oval 931">
                  <a:extLst>
                    <a:ext uri="{FF2B5EF4-FFF2-40B4-BE49-F238E27FC236}">
                      <a16:creationId xmlns:a16="http://schemas.microsoft.com/office/drawing/2014/main" id="{D39BF908-852E-72F4-B7B3-BB5B50CD4D43}"/>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9" name="Freeform 932">
                  <a:extLst>
                    <a:ext uri="{FF2B5EF4-FFF2-40B4-BE49-F238E27FC236}">
                      <a16:creationId xmlns:a16="http://schemas.microsoft.com/office/drawing/2014/main" id="{C8877E6A-C046-2B71-FBB7-BEA5E2645CBE}"/>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AutoShape 933">
                  <a:extLst>
                    <a:ext uri="{FF2B5EF4-FFF2-40B4-BE49-F238E27FC236}">
                      <a16:creationId xmlns:a16="http://schemas.microsoft.com/office/drawing/2014/main" id="{C50F63CD-CFCF-F7D0-038D-57CA1571A29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1" name="AutoShape 934">
                  <a:extLst>
                    <a:ext uri="{FF2B5EF4-FFF2-40B4-BE49-F238E27FC236}">
                      <a16:creationId xmlns:a16="http://schemas.microsoft.com/office/drawing/2014/main" id="{48DA354B-30F8-03AD-7A0F-E2DE03495E48}"/>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2" name="Oval 935">
                  <a:extLst>
                    <a:ext uri="{FF2B5EF4-FFF2-40B4-BE49-F238E27FC236}">
                      <a16:creationId xmlns:a16="http://schemas.microsoft.com/office/drawing/2014/main" id="{36AEF3A5-8C10-4B5A-49E3-697A2AB6DF11}"/>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3" name="Oval 936">
                  <a:extLst>
                    <a:ext uri="{FF2B5EF4-FFF2-40B4-BE49-F238E27FC236}">
                      <a16:creationId xmlns:a16="http://schemas.microsoft.com/office/drawing/2014/main" id="{206A5D3B-C47D-4D39-5B0B-223C774E5A31}"/>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448" name="Oval 937">
                  <a:extLst>
                    <a:ext uri="{FF2B5EF4-FFF2-40B4-BE49-F238E27FC236}">
                      <a16:creationId xmlns:a16="http://schemas.microsoft.com/office/drawing/2014/main" id="{AA3F1E64-01CD-8077-1936-603AA97D3204}"/>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49" name="Rectangle 938">
                  <a:extLst>
                    <a:ext uri="{FF2B5EF4-FFF2-40B4-BE49-F238E27FC236}">
                      <a16:creationId xmlns:a16="http://schemas.microsoft.com/office/drawing/2014/main" id="{1E27775A-ACCE-6D2E-0282-119FCA0F650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sp>
          <p:nvSpPr>
            <p:cNvPr id="461" name="TextBox 460">
              <a:extLst>
                <a:ext uri="{FF2B5EF4-FFF2-40B4-BE49-F238E27FC236}">
                  <a16:creationId xmlns:a16="http://schemas.microsoft.com/office/drawing/2014/main" id="{346E9A13-7791-FA87-906A-39DD349C950C}"/>
                </a:ext>
              </a:extLst>
            </p:cNvPr>
            <p:cNvSpPr txBox="1"/>
            <p:nvPr/>
          </p:nvSpPr>
          <p:spPr>
            <a:xfrm>
              <a:off x="244133" y="2572503"/>
              <a:ext cx="2013724" cy="338554"/>
            </a:xfrm>
            <a:prstGeom prst="rect">
              <a:avLst/>
            </a:prstGeom>
            <a:noFill/>
          </p:spPr>
          <p:txBody>
            <a:bodyPr wrap="square" rtlCol="0">
              <a:spAutoFit/>
            </a:bodyPr>
            <a:lstStyle/>
            <a:p>
              <a:pPr algn="ctr" rtl="1"/>
              <a:r>
                <a:rPr lang="fa-IR" sz="1600" b="1" dirty="0">
                  <a:latin typeface="IRANSans(FaNum)" panose="02040503050201020203" pitchFamily="18" charset="-78"/>
                  <a:cs typeface="IRANSans(FaNum)" panose="02040503050201020203" pitchFamily="18" charset="-78"/>
                </a:rPr>
                <a:t>پیام </a:t>
              </a:r>
              <a:r>
                <a:rPr lang="en-US" sz="1600" b="1" dirty="0">
                  <a:latin typeface="IRANSans(FaNum)" panose="02040503050201020203" pitchFamily="18" charset="-78"/>
                  <a:cs typeface="IRANSans(FaNum)" panose="02040503050201020203" pitchFamily="18" charset="-78"/>
                </a:rPr>
                <a:t>NETCONF RPC</a:t>
              </a:r>
            </a:p>
          </p:txBody>
        </p:sp>
        <p:grpSp>
          <p:nvGrpSpPr>
            <p:cNvPr id="462" name="Group 461">
              <a:extLst>
                <a:ext uri="{FF2B5EF4-FFF2-40B4-BE49-F238E27FC236}">
                  <a16:creationId xmlns:a16="http://schemas.microsoft.com/office/drawing/2014/main" id="{AC6DFDB7-CA84-2B42-86AD-7B1E30D8C4EB}"/>
                </a:ext>
              </a:extLst>
            </p:cNvPr>
            <p:cNvGrpSpPr/>
            <p:nvPr/>
          </p:nvGrpSpPr>
          <p:grpSpPr>
            <a:xfrm>
              <a:off x="254673" y="2864453"/>
              <a:ext cx="2778034" cy="1372199"/>
              <a:chOff x="7090083" y="2881745"/>
              <a:chExt cx="2778034" cy="1372199"/>
            </a:xfrm>
          </p:grpSpPr>
          <p:sp>
            <p:nvSpPr>
              <p:cNvPr id="463" name="Rectangle 462">
                <a:extLst>
                  <a:ext uri="{FF2B5EF4-FFF2-40B4-BE49-F238E27FC236}">
                    <a16:creationId xmlns:a16="http://schemas.microsoft.com/office/drawing/2014/main" id="{675EE64D-0A2F-D3DB-5B0A-CB523DB58304}"/>
                  </a:ext>
                </a:extLst>
              </p:cNvPr>
              <p:cNvSpPr/>
              <p:nvPr/>
            </p:nvSpPr>
            <p:spPr>
              <a:xfrm>
                <a:off x="7148945" y="2881745"/>
                <a:ext cx="2369128" cy="87283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TextBox 463">
                <a:extLst>
                  <a:ext uri="{FF2B5EF4-FFF2-40B4-BE49-F238E27FC236}">
                    <a16:creationId xmlns:a16="http://schemas.microsoft.com/office/drawing/2014/main" id="{12E14AC5-6404-F22D-F585-613F707AE06C}"/>
                  </a:ext>
                </a:extLst>
              </p:cNvPr>
              <p:cNvSpPr txBox="1"/>
              <p:nvPr/>
            </p:nvSpPr>
            <p:spPr>
              <a:xfrm>
                <a:off x="7162800" y="2895600"/>
                <a:ext cx="2402496" cy="861774"/>
              </a:xfrm>
              <a:prstGeom prst="rect">
                <a:avLst/>
              </a:prstGeom>
              <a:noFill/>
            </p:spPr>
            <p:txBody>
              <a:bodyPr wrap="square" rtlCol="0">
                <a:spAutoFit/>
              </a:bodyPr>
              <a:lstStyle/>
              <a:p>
                <a:r>
                  <a:rPr lang="en-US" sz="1600" dirty="0">
                    <a:latin typeface="Courier New" panose="02070309020205020404" pitchFamily="49" charset="0"/>
                    <a:cs typeface="Courier New" panose="02070309020205020404" pitchFamily="49" charset="0"/>
                  </a:rPr>
                  <a:t>&lt;edit-config&gt;</a:t>
                </a:r>
              </a:p>
              <a:p>
                <a:r>
                  <a:rPr lang="en-US" dirty="0"/>
                  <a:t>  YANG-generated XML</a:t>
                </a:r>
              </a:p>
              <a:p>
                <a:r>
                  <a:rPr lang="en-US" sz="1600" dirty="0">
                    <a:latin typeface="Courier New" panose="02070309020205020404" pitchFamily="49" charset="0"/>
                    <a:cs typeface="Courier New" panose="02070309020205020404" pitchFamily="49" charset="0"/>
                  </a:rPr>
                  <a:t>&lt;/edit-config&gt;</a:t>
                </a:r>
              </a:p>
            </p:txBody>
          </p:sp>
          <p:sp>
            <p:nvSpPr>
              <p:cNvPr id="465" name="Freeform 133">
                <a:extLst>
                  <a:ext uri="{FF2B5EF4-FFF2-40B4-BE49-F238E27FC236}">
                    <a16:creationId xmlns:a16="http://schemas.microsoft.com/office/drawing/2014/main" id="{E56040F9-997D-1955-7C4B-2D92870D8BAE}"/>
                  </a:ext>
                </a:extLst>
              </p:cNvPr>
              <p:cNvSpPr/>
              <p:nvPr/>
            </p:nvSpPr>
            <p:spPr>
              <a:xfrm flipH="1">
                <a:off x="7090083" y="2948098"/>
                <a:ext cx="2778034" cy="1305846"/>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1010" h="1305846">
                    <a:moveTo>
                      <a:pt x="3375" y="926911"/>
                    </a:moveTo>
                    <a:cubicBezTo>
                      <a:pt x="148970" y="883160"/>
                      <a:pt x="277486" y="114212"/>
                      <a:pt x="337258" y="0"/>
                    </a:cubicBezTo>
                    <a:cubicBezTo>
                      <a:pt x="221372" y="1035639"/>
                      <a:pt x="455275" y="804080"/>
                      <a:pt x="2541010" y="804009"/>
                    </a:cubicBezTo>
                    <a:cubicBezTo>
                      <a:pt x="1749394" y="1005223"/>
                      <a:pt x="601683" y="1060422"/>
                      <a:pt x="0" y="1305846"/>
                    </a:cubicBezTo>
                    <a:lnTo>
                      <a:pt x="3375" y="926911"/>
                    </a:ln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66" name="Group 201">
              <a:extLst>
                <a:ext uri="{FF2B5EF4-FFF2-40B4-BE49-F238E27FC236}">
                  <a16:creationId xmlns:a16="http://schemas.microsoft.com/office/drawing/2014/main" id="{FCDDDF14-9CF2-636D-38B5-42A02856230A}"/>
                </a:ext>
              </a:extLst>
            </p:cNvPr>
            <p:cNvGrpSpPr>
              <a:grpSpLocks/>
            </p:cNvGrpSpPr>
            <p:nvPr/>
          </p:nvGrpSpPr>
          <p:grpSpPr bwMode="auto">
            <a:xfrm>
              <a:off x="2904336" y="3751144"/>
              <a:ext cx="587606" cy="741718"/>
              <a:chOff x="375561" y="297711"/>
              <a:chExt cx="1252683" cy="2138362"/>
            </a:xfrm>
          </p:grpSpPr>
          <p:sp>
            <p:nvSpPr>
              <p:cNvPr id="467" name="Freeform 126">
                <a:extLst>
                  <a:ext uri="{FF2B5EF4-FFF2-40B4-BE49-F238E27FC236}">
                    <a16:creationId xmlns:a16="http://schemas.microsoft.com/office/drawing/2014/main" id="{69AABEBF-DF04-9960-AFC5-670878DEC830}"/>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8" name="Freeform 127">
                <a:extLst>
                  <a:ext uri="{FF2B5EF4-FFF2-40B4-BE49-F238E27FC236}">
                    <a16:creationId xmlns:a16="http://schemas.microsoft.com/office/drawing/2014/main" id="{23DA99E5-0CF7-7E5C-0EB6-57C30BA93CF4}"/>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9" name="Rectangle 468">
                <a:extLst>
                  <a:ext uri="{FF2B5EF4-FFF2-40B4-BE49-F238E27FC236}">
                    <a16:creationId xmlns:a16="http://schemas.microsoft.com/office/drawing/2014/main" id="{985F81C6-8EB6-C23E-C62D-F78726A13464}"/>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grpSp>
        <p:nvGrpSpPr>
          <p:cNvPr id="470" name="Group 469">
            <a:extLst>
              <a:ext uri="{FF2B5EF4-FFF2-40B4-BE49-F238E27FC236}">
                <a16:creationId xmlns:a16="http://schemas.microsoft.com/office/drawing/2014/main" id="{348A5115-0742-67E0-2C91-F2F0EACCA45E}"/>
              </a:ext>
            </a:extLst>
          </p:cNvPr>
          <p:cNvGrpSpPr/>
          <p:nvPr/>
        </p:nvGrpSpPr>
        <p:grpSpPr>
          <a:xfrm>
            <a:off x="1945428" y="1734848"/>
            <a:ext cx="3740340" cy="3197000"/>
            <a:chOff x="5089406" y="1087143"/>
            <a:chExt cx="3740340" cy="3197000"/>
          </a:xfrm>
        </p:grpSpPr>
        <p:sp>
          <p:nvSpPr>
            <p:cNvPr id="471" name="TextBox 470">
              <a:extLst>
                <a:ext uri="{FF2B5EF4-FFF2-40B4-BE49-F238E27FC236}">
                  <a16:creationId xmlns:a16="http://schemas.microsoft.com/office/drawing/2014/main" id="{97C13621-82CA-25FD-BC27-341BC5FE6416}"/>
                </a:ext>
              </a:extLst>
            </p:cNvPr>
            <p:cNvSpPr txBox="1"/>
            <p:nvPr/>
          </p:nvSpPr>
          <p:spPr>
            <a:xfrm>
              <a:off x="6923066" y="2727606"/>
              <a:ext cx="1906680" cy="630942"/>
            </a:xfrm>
            <a:prstGeom prst="rect">
              <a:avLst/>
            </a:prstGeom>
            <a:noFill/>
          </p:spPr>
          <p:txBody>
            <a:bodyPr wrap="square" rtlCol="0">
              <a:spAutoFit/>
            </a:bodyPr>
            <a:lstStyle/>
            <a:p>
              <a:pPr algn="ctr" rtl="1">
                <a:lnSpc>
                  <a:spcPct val="125000"/>
                </a:lnSpc>
              </a:pPr>
              <a:r>
                <a:rPr lang="fa-IR" sz="1400" b="1" dirty="0">
                  <a:solidFill>
                    <a:srgbClr val="0000A8"/>
                  </a:solidFill>
                  <a:latin typeface="IRANSans(FaNum)" panose="02040503050201020203" pitchFamily="18" charset="-78"/>
                  <a:cs typeface="IRANSans(FaNum)" panose="02040503050201020203" pitchFamily="18" charset="-78"/>
                </a:rPr>
                <a:t>تولید شده</a:t>
              </a:r>
            </a:p>
            <a:p>
              <a:pPr algn="ctr" rtl="1">
                <a:lnSpc>
                  <a:spcPct val="125000"/>
                </a:lnSpc>
              </a:pPr>
              <a:r>
                <a:rPr lang="fa-IR" sz="1400" b="1" dirty="0">
                  <a:solidFill>
                    <a:srgbClr val="0000A8"/>
                  </a:solidFill>
                  <a:latin typeface="IRANSans(FaNum)" panose="02040503050201020203" pitchFamily="18" charset="-78"/>
                  <a:cs typeface="IRANSans(FaNum)" panose="02040503050201020203" pitchFamily="18" charset="-78"/>
                </a:rPr>
                <a:t>توسط </a:t>
              </a:r>
              <a:r>
                <a:rPr lang="en-US" sz="1400" b="1" dirty="0">
                  <a:solidFill>
                    <a:srgbClr val="0000A8"/>
                  </a:solidFill>
                  <a:latin typeface="IRANSans(FaNum)" panose="02040503050201020203" pitchFamily="18" charset="-78"/>
                  <a:cs typeface="IRANSans(FaNum)" panose="02040503050201020203" pitchFamily="18" charset="-78"/>
                </a:rPr>
                <a:t>YANG</a:t>
              </a:r>
            </a:p>
          </p:txBody>
        </p:sp>
        <p:cxnSp>
          <p:nvCxnSpPr>
            <p:cNvPr id="472" name="Straight Arrow Connector 471">
              <a:extLst>
                <a:ext uri="{FF2B5EF4-FFF2-40B4-BE49-F238E27FC236}">
                  <a16:creationId xmlns:a16="http://schemas.microsoft.com/office/drawing/2014/main" id="{9553C4CA-6E5B-0051-9650-75B368A1E3C9}"/>
                </a:ext>
              </a:extLst>
            </p:cNvPr>
            <p:cNvCxnSpPr>
              <a:cxnSpLocks/>
              <a:stCxn id="471" idx="1"/>
            </p:cNvCxnSpPr>
            <p:nvPr/>
          </p:nvCxnSpPr>
          <p:spPr>
            <a:xfrm flipH="1" flipV="1">
              <a:off x="6565398" y="1087143"/>
              <a:ext cx="357668" cy="1955934"/>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3" name="Straight Arrow Connector 472">
              <a:extLst>
                <a:ext uri="{FF2B5EF4-FFF2-40B4-BE49-F238E27FC236}">
                  <a16:creationId xmlns:a16="http://schemas.microsoft.com/office/drawing/2014/main" id="{AE293CC6-6B42-7C83-53EC-AC1FD1CAF0C8}"/>
                </a:ext>
              </a:extLst>
            </p:cNvPr>
            <p:cNvCxnSpPr>
              <a:cxnSpLocks/>
              <a:stCxn id="471" idx="1"/>
            </p:cNvCxnSpPr>
            <p:nvPr/>
          </p:nvCxnSpPr>
          <p:spPr>
            <a:xfrm flipH="1">
              <a:off x="5089406" y="3043077"/>
              <a:ext cx="1833660" cy="1241066"/>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4" name="Straight Arrow Connector 473">
              <a:extLst>
                <a:ext uri="{FF2B5EF4-FFF2-40B4-BE49-F238E27FC236}">
                  <a16:creationId xmlns:a16="http://schemas.microsoft.com/office/drawing/2014/main" id="{0159435A-0372-B866-497C-DAF56555FC08}"/>
                </a:ext>
              </a:extLst>
            </p:cNvPr>
            <p:cNvCxnSpPr>
              <a:cxnSpLocks/>
              <a:stCxn id="471" idx="1"/>
            </p:cNvCxnSpPr>
            <p:nvPr/>
          </p:nvCxnSpPr>
          <p:spPr>
            <a:xfrm flipH="1" flipV="1">
              <a:off x="5686156" y="2630176"/>
              <a:ext cx="1236910" cy="412901"/>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78702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09">
                                            <p:txEl>
                                              <p:pRg st="0" end="0"/>
                                            </p:txEl>
                                          </p:spTgt>
                                        </p:tgtEl>
                                        <p:attrNameLst>
                                          <p:attrName>style.visibility</p:attrName>
                                        </p:attrNameLst>
                                      </p:cBhvr>
                                      <p:to>
                                        <p:strVal val="visible"/>
                                      </p:to>
                                    </p:set>
                                    <p:animEffect transition="in" filter="fade">
                                      <p:cBhvr>
                                        <p:cTn id="7" dur="1000"/>
                                        <p:tgtEl>
                                          <p:spTgt spid="509">
                                            <p:txEl>
                                              <p:pRg st="0" end="0"/>
                                            </p:txEl>
                                          </p:spTgt>
                                        </p:tgtEl>
                                      </p:cBhvr>
                                    </p:animEffect>
                                    <p:anim calcmode="lin" valueType="num">
                                      <p:cBhvr>
                                        <p:cTn id="8" dur="1000" fill="hold"/>
                                        <p:tgtEl>
                                          <p:spTgt spid="50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09">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20">
                                            <p:txEl>
                                              <p:pRg st="1" end="1"/>
                                            </p:txEl>
                                          </p:spTgt>
                                        </p:tgtEl>
                                        <p:attrNameLst>
                                          <p:attrName>style.visibility</p:attrName>
                                        </p:attrNameLst>
                                      </p:cBhvr>
                                      <p:to>
                                        <p:strVal val="visible"/>
                                      </p:to>
                                    </p:set>
                                    <p:animEffect transition="in" filter="dissolve">
                                      <p:cBhvr>
                                        <p:cTn id="23" dur="500"/>
                                        <p:tgtEl>
                                          <p:spTgt spid="20">
                                            <p:txEl>
                                              <p:pRg st="1" end="1"/>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20">
                                            <p:txEl>
                                              <p:pRg st="2" end="2"/>
                                            </p:txEl>
                                          </p:spTgt>
                                        </p:tgtEl>
                                        <p:attrNameLst>
                                          <p:attrName>style.visibility</p:attrName>
                                        </p:attrNameLst>
                                      </p:cBhvr>
                                      <p:to>
                                        <p:strVal val="visible"/>
                                      </p:to>
                                    </p:set>
                                    <p:animEffect transition="in" filter="dissolve">
                                      <p:cBhvr>
                                        <p:cTn id="28" dur="500"/>
                                        <p:tgtEl>
                                          <p:spTgt spid="20">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0">
                                            <p:txEl>
                                              <p:pRg st="3" end="3"/>
                                            </p:txEl>
                                          </p:spTgt>
                                        </p:tgtEl>
                                        <p:attrNameLst>
                                          <p:attrName>style.visibility</p:attrName>
                                        </p:attrNameLst>
                                      </p:cBhvr>
                                      <p:to>
                                        <p:strVal val="visible"/>
                                      </p:to>
                                    </p:set>
                                    <p:animEffect transition="in" filter="dissolve">
                                      <p:cBhvr>
                                        <p:cTn id="33" dur="500"/>
                                        <p:tgtEl>
                                          <p:spTgt spid="20">
                                            <p:txEl>
                                              <p:pRg st="3" end="3"/>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20">
                                            <p:txEl>
                                              <p:pRg st="4" end="4"/>
                                            </p:txEl>
                                          </p:spTgt>
                                        </p:tgtEl>
                                        <p:attrNameLst>
                                          <p:attrName>style.visibility</p:attrName>
                                        </p:attrNameLst>
                                      </p:cBhvr>
                                      <p:to>
                                        <p:strVal val="visible"/>
                                      </p:to>
                                    </p:set>
                                    <p:animEffect transition="in" filter="dissolve">
                                      <p:cBhvr>
                                        <p:cTn id="36" dur="500"/>
                                        <p:tgtEl>
                                          <p:spTgt spid="20">
                                            <p:txEl>
                                              <p:pRg st="4" end="4"/>
                                            </p:txEl>
                                          </p:spTgt>
                                        </p:tgtEl>
                                      </p:cBhvr>
                                    </p:animEffect>
                                  </p:childTnLst>
                                </p:cTn>
                              </p:par>
                            </p:childTnLst>
                          </p:cTn>
                        </p:par>
                        <p:par>
                          <p:cTn id="37" fill="hold">
                            <p:stCondLst>
                              <p:cond delay="500"/>
                            </p:stCondLst>
                            <p:childTnLst>
                              <p:par>
                                <p:cTn id="38" presetID="53" presetClass="entr" presetSubtype="16" fill="hold" nodeType="afterEffect">
                                  <p:stCondLst>
                                    <p:cond delay="0"/>
                                  </p:stCondLst>
                                  <p:childTnLst>
                                    <p:set>
                                      <p:cBhvr>
                                        <p:cTn id="39" dur="1" fill="hold">
                                          <p:stCondLst>
                                            <p:cond delay="0"/>
                                          </p:stCondLst>
                                        </p:cTn>
                                        <p:tgtEl>
                                          <p:spTgt spid="476"/>
                                        </p:tgtEl>
                                        <p:attrNameLst>
                                          <p:attrName>style.visibility</p:attrName>
                                        </p:attrNameLst>
                                      </p:cBhvr>
                                      <p:to>
                                        <p:strVal val="visible"/>
                                      </p:to>
                                    </p:set>
                                    <p:anim calcmode="lin" valueType="num">
                                      <p:cBhvr>
                                        <p:cTn id="40" dur="500" fill="hold"/>
                                        <p:tgtEl>
                                          <p:spTgt spid="476"/>
                                        </p:tgtEl>
                                        <p:attrNameLst>
                                          <p:attrName>ppt_w</p:attrName>
                                        </p:attrNameLst>
                                      </p:cBhvr>
                                      <p:tavLst>
                                        <p:tav tm="0">
                                          <p:val>
                                            <p:fltVal val="0"/>
                                          </p:val>
                                        </p:tav>
                                        <p:tav tm="100000">
                                          <p:val>
                                            <p:strVal val="#ppt_w"/>
                                          </p:val>
                                        </p:tav>
                                      </p:tavLst>
                                    </p:anim>
                                    <p:anim calcmode="lin" valueType="num">
                                      <p:cBhvr>
                                        <p:cTn id="41" dur="500" fill="hold"/>
                                        <p:tgtEl>
                                          <p:spTgt spid="476"/>
                                        </p:tgtEl>
                                        <p:attrNameLst>
                                          <p:attrName>ppt_h</p:attrName>
                                        </p:attrNameLst>
                                      </p:cBhvr>
                                      <p:tavLst>
                                        <p:tav tm="0">
                                          <p:val>
                                            <p:fltVal val="0"/>
                                          </p:val>
                                        </p:tav>
                                        <p:tav tm="100000">
                                          <p:val>
                                            <p:strVal val="#ppt_h"/>
                                          </p:val>
                                        </p:tav>
                                      </p:tavLst>
                                    </p:anim>
                                    <p:animEffect transition="in" filter="fade">
                                      <p:cBhvr>
                                        <p:cTn id="42" dur="500"/>
                                        <p:tgtEl>
                                          <p:spTgt spid="476"/>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470"/>
                                        </p:tgtEl>
                                        <p:attrNameLst>
                                          <p:attrName>style.visibility</p:attrName>
                                        </p:attrNameLst>
                                      </p:cBhvr>
                                      <p:to>
                                        <p:strVal val="visible"/>
                                      </p:to>
                                    </p:set>
                                    <p:animEffect transition="in" filter="dissolve">
                                      <p:cBhvr>
                                        <p:cTn id="47" dur="500"/>
                                        <p:tgtEl>
                                          <p:spTgt spid="4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0" grpId="0" uiExpand="1" build="p"/>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72004</TotalTime>
  <Words>14151</Words>
  <Application>Microsoft Office PowerPoint</Application>
  <PresentationFormat>Widescreen</PresentationFormat>
  <Paragraphs>2318</Paragraphs>
  <Slides>87</Slides>
  <Notes>0</Notes>
  <HiddenSlides>0</HiddenSlides>
  <MMClips>0</MMClips>
  <ScaleCrop>false</ScaleCrop>
  <HeadingPairs>
    <vt:vector size="6" baseType="variant">
      <vt:variant>
        <vt:lpstr>Fonts Used</vt:lpstr>
      </vt:variant>
      <vt:variant>
        <vt:i4>11</vt:i4>
      </vt:variant>
      <vt:variant>
        <vt:lpstr>Theme</vt:lpstr>
      </vt:variant>
      <vt:variant>
        <vt:i4>1</vt:i4>
      </vt:variant>
      <vt:variant>
        <vt:lpstr>Slide Titles</vt:lpstr>
      </vt:variant>
      <vt:variant>
        <vt:i4>87</vt:i4>
      </vt:variant>
    </vt:vector>
  </HeadingPairs>
  <TitlesOfParts>
    <vt:vector size="99" baseType="lpstr">
      <vt:lpstr>Arial</vt:lpstr>
      <vt:lpstr>Arial Narrow</vt:lpstr>
      <vt:lpstr>Calibri</vt:lpstr>
      <vt:lpstr>Cambria Math</vt:lpstr>
      <vt:lpstr>Comic Sans MS</vt:lpstr>
      <vt:lpstr>Courier New</vt:lpstr>
      <vt:lpstr>Gill Sans MT</vt:lpstr>
      <vt:lpstr>IRANSans(FaNum)</vt:lpstr>
      <vt:lpstr>Times New Roman</vt:lpstr>
      <vt:lpstr>Wingdings</vt:lpstr>
      <vt:lpstr>ZapfDingbats</vt:lpstr>
      <vt:lpstr>Office Theme</vt:lpstr>
      <vt:lpstr>شبکه‌های کامپیوتری</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lpstr>لایه‌ شبکه – صفحه کنترل</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شبکه‌های کامپیوتری</dc:title>
  <dc:creator>Masoud Sabaei</dc:creator>
  <cp:lastModifiedBy>Masoud Sabaei</cp:lastModifiedBy>
  <cp:revision>593</cp:revision>
  <dcterms:created xsi:type="dcterms:W3CDTF">2022-07-24T13:36:10Z</dcterms:created>
  <dcterms:modified xsi:type="dcterms:W3CDTF">2025-01-22T15:49:34Z</dcterms:modified>
</cp:coreProperties>
</file>