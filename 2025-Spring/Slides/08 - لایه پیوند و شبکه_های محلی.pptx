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09" r:id="rId3"/>
    <p:sldId id="1123" r:id="rId4"/>
    <p:sldId id="1132" r:id="rId5"/>
    <p:sldId id="1133" r:id="rId6"/>
    <p:sldId id="1134" r:id="rId7"/>
    <p:sldId id="1136" r:id="rId8"/>
    <p:sldId id="1135" r:id="rId9"/>
    <p:sldId id="1137" r:id="rId10"/>
    <p:sldId id="1138" r:id="rId11"/>
    <p:sldId id="1139" r:id="rId12"/>
    <p:sldId id="1140" r:id="rId13"/>
    <p:sldId id="1141" r:id="rId14"/>
    <p:sldId id="1142" r:id="rId15"/>
    <p:sldId id="1143" r:id="rId16"/>
    <p:sldId id="1145" r:id="rId17"/>
    <p:sldId id="1144" r:id="rId18"/>
    <p:sldId id="1170" r:id="rId19"/>
    <p:sldId id="1147" r:id="rId20"/>
    <p:sldId id="1149" r:id="rId21"/>
    <p:sldId id="1172" r:id="rId22"/>
    <p:sldId id="1173" r:id="rId23"/>
    <p:sldId id="1151" r:id="rId24"/>
    <p:sldId id="1152" r:id="rId25"/>
    <p:sldId id="1153" r:id="rId26"/>
    <p:sldId id="1154" r:id="rId27"/>
    <p:sldId id="1155" r:id="rId28"/>
    <p:sldId id="1158" r:id="rId29"/>
    <p:sldId id="1159" r:id="rId30"/>
    <p:sldId id="1160" r:id="rId31"/>
    <p:sldId id="1162" r:id="rId32"/>
    <p:sldId id="1163" r:id="rId33"/>
    <p:sldId id="1164" r:id="rId34"/>
    <p:sldId id="1165" r:id="rId35"/>
    <p:sldId id="1168" r:id="rId36"/>
    <p:sldId id="1169" r:id="rId37"/>
    <p:sldId id="1166" r:id="rId38"/>
    <p:sldId id="1167" r:id="rId39"/>
    <p:sldId id="98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0"/>
    <a:srgbClr val="0000FF"/>
    <a:srgbClr val="0000C8"/>
    <a:srgbClr val="FF9966"/>
    <a:srgbClr val="1F1FFF"/>
    <a:srgbClr val="FFCC99"/>
    <a:srgbClr val="99CCFF"/>
    <a:srgbClr val="3F3FFF"/>
    <a:srgbClr val="96C8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B77C6-3742-456C-853E-08A994320328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1E622-424D-4821-9BC5-D51FCC0A6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6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1E622-424D-4821-9BC5-D51FCC0A629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72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796B-6985-E1F2-2519-DEFBE26E9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aseline="0">
                <a:latin typeface="Times New Roman" panose="02020603050405020304" pitchFamily="18" charset="0"/>
                <a:cs typeface="IRANSans(FaNum)" panose="02040503050201020203" pitchFamily="18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2CE19-9741-944E-C8D8-1894844B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4AA34-00E2-3A17-F040-70EF3FE4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94E78-3F3A-469E-6B58-7369039D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85238-211F-4474-8F40-265D7E15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3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13D9-6A7D-4EE6-E6E3-7FFE4C18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494BE-23B1-CDCB-B8C6-783D5BB3E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462A0-81FB-9427-3DF5-458E7027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FF172-7813-A3C8-E59E-1D005DA1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087F6-0F79-FB66-3B64-E59B905C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8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5D9B7-BA94-860D-F6F9-F09E1D37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8118E-E01F-79A9-3BCE-FEE649417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638CB-03ED-88D0-E31F-EDA73030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7756-234C-7908-6770-584A84EC9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B85D1-87ED-CCD0-813A-61E35B7F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6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C474-40C7-A737-A0B7-1E0403EE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0DCA-B54B-332B-D072-A08D6C6A8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E8E65-3F2E-9BAD-3C5D-F2B4CFA6F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DA938-E65C-5701-B5AF-E2BE08AD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ECFF7-0373-E651-E76C-BE02BC6E0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835A6-91E8-DBE9-FC62-2FE114BA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CB5E-2594-8C6A-3982-8BB6CC5EB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1C71B-3C62-0D92-2550-7F1001549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433B6-F0E3-1938-67DF-E91B592B4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0B837-4FA4-F281-40C6-694A1C60D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150C4-A930-45C3-A73C-0298837FC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2BD3E-98EF-D9B5-561B-3F8206EB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96AA-BB2D-DC5E-66E8-630FDA67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46BA9-1F0D-C5E4-CBCC-B8AC80D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9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1D32-7DE0-98E9-17A8-21BC63122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6A811-EA1E-1CFC-3C51-69FEE27B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B796D-8B3E-9EB1-383D-586EAB072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9A7E6-AA6E-9D2D-FE96-E722FA4C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2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15CE1-82B1-313A-0F69-349E2617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90E392-0DFA-E13C-FF5B-1F4EDA87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AE471-70AB-4B21-49D0-31BD26E9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0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9FFD-1F57-5216-70E2-6A8D3E76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8098-86CB-ABE0-E7B7-47D117F9B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76F6C-F76F-C05E-95FF-4AC5892F6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33650-CBC6-0922-0ABE-8C5B4637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42549-1142-74E2-F236-B5D2D78F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E3F82-AC24-A07D-B8FB-83F68D67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8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3D94-576B-88A6-EC78-A550A231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0710B-02D0-9616-347F-8E2D7D8B2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C5598-16A7-0582-AD1C-4769363C9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EFDCF-B755-BF71-D9D8-B3F13CF2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9282-DBB6-7EBC-A982-41CDD341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C0587-9620-6D62-81C2-9F0461AE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9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9BEF-B6A1-97C1-21B3-2D070ABB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AFC0-034A-5951-8F6C-6CE3058D1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FEA8-0766-D518-FFED-134E9AC1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8B13-1A6B-14F5-D1D8-CCCA5DA3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4ABF1-125F-C658-93B8-92E8A5BC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2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5483B-DD0F-9585-0646-EE17FAC2E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BD070-147A-9AC3-3B92-81F039A9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DBB9D-89EF-5461-86AD-8638456A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77B52-B497-7A18-8F68-A758C9EE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EFD7D-999B-D6B3-B685-2C688BDD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8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01BB72-AE30-F9FD-8D96-43E8C9D2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BBE60-E48F-CAD3-7C60-CEE0D90A6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023B-2AFB-3C30-C984-F1C70C211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D7105-2C35-4170-949C-F2E6E83EF7D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2C3FB-FE60-65F8-17B0-49703F272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76915-2A9A-35B6-CD1D-3B28147C3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29845-36C0-4F72-A5E7-E2D20A56A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3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IRANSans(FaNum)" panose="02040503050201020203" pitchFamily="18" charset="-78"/>
        </a:defRPr>
      </a:lvl1pPr>
    </p:titleStyle>
    <p:bodyStyle>
      <a:lvl1pPr marL="228600" indent="-228600" algn="just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IRANSans(FaNum)" panose="02040503050201020203" pitchFamily="18" charset="-78"/>
        </a:defRPr>
      </a:lvl1pPr>
      <a:lvl2pPr marL="685800" indent="-22860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IRANSans(FaNum)" panose="02040503050201020203" pitchFamily="18" charset="-78"/>
        </a:defRPr>
      </a:lvl2pPr>
      <a:lvl3pPr marL="1143000" indent="-22860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IRANSans(FaNum)" panose="02040503050201020203" pitchFamily="18" charset="-78"/>
        </a:defRPr>
      </a:lvl3pPr>
      <a:lvl4pPr marL="1600200" indent="-22860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IRANSans(FaNum)" panose="02040503050201020203" pitchFamily="18" charset="-78"/>
        </a:defRPr>
      </a:lvl4pPr>
      <a:lvl5pPr marL="2057400" indent="-228600" algn="just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IRANSans(FaNum)" panose="02040503050201020203" pitchFamily="18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1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12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24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12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24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32.png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11.png"/><Relationship Id="rId5" Type="http://schemas.openxmlformats.org/officeDocument/2006/relationships/image" Target="../media/image30.jpeg"/><Relationship Id="rId10" Type="http://schemas.openxmlformats.org/officeDocument/2006/relationships/image" Target="../media/image22.png"/><Relationship Id="rId4" Type="http://schemas.openxmlformats.org/officeDocument/2006/relationships/image" Target="../media/image29.gif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47.png"/><Relationship Id="rId10" Type="http://schemas.openxmlformats.org/officeDocument/2006/relationships/image" Target="../media/image9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28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jpg"/><Relationship Id="rId7" Type="http://schemas.openxmlformats.org/officeDocument/2006/relationships/image" Target="../media/image50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6.png"/><Relationship Id="rId7" Type="http://schemas.openxmlformats.org/officeDocument/2006/relationships/image" Target="../media/image56.png"/><Relationship Id="rId12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2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A931-E663-322D-BAA3-A9A787BC9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5676"/>
            <a:ext cx="9144000" cy="1655762"/>
          </a:xfrm>
        </p:spPr>
        <p:txBody>
          <a:bodyPr/>
          <a:lstStyle/>
          <a:p>
            <a:r>
              <a:rPr lang="fa-IR" b="1" dirty="0">
                <a:solidFill>
                  <a:srgbClr val="FFFFF0"/>
                </a:solidFill>
              </a:rPr>
              <a:t>شبکه‌های کامپیوتری</a:t>
            </a:r>
            <a:endParaRPr lang="en-US" b="1" dirty="0">
              <a:solidFill>
                <a:srgbClr val="FFFF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277FC-D4A8-5D64-E6A7-9D7D7E73D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8215"/>
            <a:ext cx="9144000" cy="1547201"/>
          </a:xfrm>
        </p:spPr>
        <p:txBody>
          <a:bodyPr>
            <a:normAutofit fontScale="85000" lnSpcReduction="20000"/>
          </a:bodyPr>
          <a:lstStyle/>
          <a:p>
            <a:pPr rtl="1">
              <a:lnSpc>
                <a:spcPct val="150000"/>
              </a:lnSpc>
            </a:pPr>
            <a:r>
              <a:rPr lang="fa-IR" b="1" dirty="0">
                <a:solidFill>
                  <a:srgbClr val="FFFFF0"/>
                </a:solidFill>
              </a:rPr>
              <a:t>مسعود صبائی</a:t>
            </a:r>
          </a:p>
          <a:p>
            <a:pPr rtl="1">
              <a:lnSpc>
                <a:spcPct val="150000"/>
              </a:lnSpc>
            </a:pPr>
            <a:r>
              <a:rPr lang="fa-IR" b="1" dirty="0">
                <a:solidFill>
                  <a:srgbClr val="FFFFF0"/>
                </a:solidFill>
              </a:rPr>
              <a:t>دانشکده مهندسی کامپیوتر</a:t>
            </a:r>
          </a:p>
          <a:p>
            <a:pPr rtl="1">
              <a:lnSpc>
                <a:spcPct val="150000"/>
              </a:lnSpc>
            </a:pPr>
            <a:r>
              <a:rPr lang="fa-IR" b="1" dirty="0">
                <a:solidFill>
                  <a:srgbClr val="FFFFF0"/>
                </a:solidFill>
              </a:rPr>
              <a:t>دانشگاه صنعتی امیرکبیر</a:t>
            </a:r>
            <a:endParaRPr lang="en-US" b="1" dirty="0">
              <a:solidFill>
                <a:srgbClr val="FFFFF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91B61D-19F6-FC7B-3ACA-7C759E0F9CBD}"/>
              </a:ext>
            </a:extLst>
          </p:cNvPr>
          <p:cNvSpPr txBox="1">
            <a:spLocks/>
          </p:cNvSpPr>
          <p:nvPr/>
        </p:nvSpPr>
        <p:spPr>
          <a:xfrm>
            <a:off x="0" y="5288322"/>
            <a:ext cx="11887200" cy="59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IRANSans(FaNum)" panose="02040503050201020203" pitchFamily="18" charset="-78"/>
              </a:defRPr>
            </a:lvl1pPr>
          </a:lstStyle>
          <a:p>
            <a:r>
              <a:rPr lang="fa-IR" b="1" dirty="0">
                <a:solidFill>
                  <a:srgbClr val="FFFF00"/>
                </a:solidFill>
              </a:rPr>
              <a:t>لایه پیوند و شبکه‌های محلی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8185E-C560-3CAF-D3E6-2183644275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52400" cmpd="sng">
            <a:solidFill>
              <a:srgbClr val="000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121CB-88D2-9D34-65A6-F165CFE55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680" y="421388"/>
            <a:ext cx="2468880" cy="2468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599940-2B79-E2E6-648E-5F702B228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3" y="387457"/>
            <a:ext cx="246888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5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59A0CE5-F492-F1D0-609A-E0BA4BCC8B03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C6934E-D500-3756-A9ED-FAC76E118AE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DD1093FF-38A4-3220-A2C8-2B6102960EB8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9FE288-345B-63BE-BC5E-FB3749D32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036E675-6EAB-ECC4-1CCA-150A5C6CF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67DEC4-2C49-8E3A-630C-963512DACD5A}"/>
              </a:ext>
            </a:extLst>
          </p:cNvPr>
          <p:cNvSpPr txBox="1">
            <a:spLocks/>
          </p:cNvSpPr>
          <p:nvPr/>
        </p:nvSpPr>
        <p:spPr>
          <a:xfrm>
            <a:off x="609600" y="928541"/>
            <a:ext cx="10972800" cy="5451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FF0000"/>
                </a:solidFill>
                <a:latin typeface="IRANSans(FaNum)" panose="02040503050201020203" pitchFamily="18" charset="-78"/>
              </a:rPr>
              <a:t>فهرست مطالب: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fa-IR" sz="1800" b="1" dirty="0">
                <a:solidFill>
                  <a:srgbClr val="0000FF"/>
                </a:solidFill>
              </a:rPr>
              <a:t>معرفی لایه پیوند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سرویس‌ها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پیاده‌سازی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fa-IR" sz="1800" b="1" dirty="0">
                <a:solidFill>
                  <a:srgbClr val="0000FF"/>
                </a:solidFill>
              </a:rPr>
              <a:t>روش‌های کنترل دسترسی به رسانه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بخش‌بندی ثابت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کانال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دسترسی تصادفی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نوبت‌بندی</a:t>
            </a:r>
            <a:endParaRPr lang="fa-IR" sz="1600" b="1" dirty="0">
              <a:solidFill>
                <a:srgbClr val="0000FF"/>
              </a:solidFill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fa-IR" sz="1800" b="1" dirty="0">
                <a:solidFill>
                  <a:srgbClr val="0000FF"/>
                </a:solidFill>
              </a:rPr>
              <a:t>شبکه‌های محلی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کلیات استاندارد 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IEEE 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802</a:t>
            </a:r>
            <a:endParaRPr lang="fa-IR" sz="1600" b="1" dirty="0">
              <a:solidFill>
                <a:srgbClr val="C00000"/>
              </a:solidFill>
              <a:latin typeface="+mn-lt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اترنت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Ethernet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 محلی بی‌سیم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Wireless LAN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7D71B99-963B-8EB8-1835-1E315D9A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498A1-9E83-CD57-19DD-3D392EB5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</p:spTree>
    <p:extLst>
      <p:ext uri="{BB962C8B-B14F-4D97-AF65-F5344CB8AC3E}">
        <p14:creationId xmlns:p14="http://schemas.microsoft.com/office/powerpoint/2010/main" val="221033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0000FF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AC531C9F-0F49-CB5A-D3E9-6C7A23BC528F}"/>
              </a:ext>
            </a:extLst>
          </p:cNvPr>
          <p:cNvSpPr/>
          <p:nvPr/>
        </p:nvSpPr>
        <p:spPr>
          <a:xfrm>
            <a:off x="2225973" y="2768455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89956675-723D-E115-9AF0-C72C5A2B3DBA}"/>
              </a:ext>
            </a:extLst>
          </p:cNvPr>
          <p:cNvSpPr>
            <a:spLocks/>
          </p:cNvSpPr>
          <p:nvPr/>
        </p:nvSpPr>
        <p:spPr bwMode="auto">
          <a:xfrm>
            <a:off x="514861" y="1528712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11" name="Group 418">
            <a:extLst>
              <a:ext uri="{FF2B5EF4-FFF2-40B4-BE49-F238E27FC236}">
                <a16:creationId xmlns:a16="http://schemas.microsoft.com/office/drawing/2014/main" id="{8A335BAA-5069-0384-CECF-17E3F2894582}"/>
              </a:ext>
            </a:extLst>
          </p:cNvPr>
          <p:cNvGrpSpPr>
            <a:grpSpLocks/>
          </p:cNvGrpSpPr>
          <p:nvPr/>
        </p:nvGrpSpPr>
        <p:grpSpPr bwMode="auto">
          <a:xfrm>
            <a:off x="446135" y="2991928"/>
            <a:ext cx="1458912" cy="933450"/>
            <a:chOff x="2889" y="1631"/>
            <a:chExt cx="980" cy="743"/>
          </a:xfrm>
        </p:grpSpPr>
        <p:sp>
          <p:nvSpPr>
            <p:cNvPr id="12" name="Rectangle 419">
              <a:extLst>
                <a:ext uri="{FF2B5EF4-FFF2-40B4-BE49-F238E27FC236}">
                  <a16:creationId xmlns:a16="http://schemas.microsoft.com/office/drawing/2014/main" id="{22D69E66-5574-B769-C66B-78930C798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13" name="AutoShape 420">
              <a:extLst>
                <a:ext uri="{FF2B5EF4-FFF2-40B4-BE49-F238E27FC236}">
                  <a16:creationId xmlns:a16="http://schemas.microsoft.com/office/drawing/2014/main" id="{AA1F0136-16D9-A56C-5004-9DEFA8962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sp>
        <p:nvSpPr>
          <p:cNvPr id="14" name="Freeform 427">
            <a:extLst>
              <a:ext uri="{FF2B5EF4-FFF2-40B4-BE49-F238E27FC236}">
                <a16:creationId xmlns:a16="http://schemas.microsoft.com/office/drawing/2014/main" id="{3343D65E-A564-DA67-8F3B-7F3DF487115F}"/>
              </a:ext>
            </a:extLst>
          </p:cNvPr>
          <p:cNvSpPr>
            <a:spLocks/>
          </p:cNvSpPr>
          <p:nvPr/>
        </p:nvSpPr>
        <p:spPr bwMode="auto">
          <a:xfrm>
            <a:off x="953186" y="4385811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0E0C01AE-A4B5-ADF1-BE0E-D000D84B4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305" y="1239876"/>
            <a:ext cx="1066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altLang="en-US" sz="1400" dirty="0">
                <a:solidFill>
                  <a:prstClr val="black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شبکه موبایل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69D825F-E645-5135-DBAB-BD1CB48B9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717" y="5482452"/>
            <a:ext cx="1164100" cy="27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rPr>
              <a:t>شبکه سازمانی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7" name="Freeform 19">
            <a:extLst>
              <a:ext uri="{FF2B5EF4-FFF2-40B4-BE49-F238E27FC236}">
                <a16:creationId xmlns:a16="http://schemas.microsoft.com/office/drawing/2014/main" id="{C846B878-72D5-D2FE-B166-062E8368CA1A}"/>
              </a:ext>
            </a:extLst>
          </p:cNvPr>
          <p:cNvSpPr/>
          <p:nvPr/>
        </p:nvSpPr>
        <p:spPr>
          <a:xfrm>
            <a:off x="3462931" y="2882217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5ECB62-5312-94B8-1E7E-854002C70C4F}"/>
              </a:ext>
            </a:extLst>
          </p:cNvPr>
          <p:cNvGrpSpPr/>
          <p:nvPr/>
        </p:nvGrpSpPr>
        <p:grpSpPr>
          <a:xfrm>
            <a:off x="4078485" y="3630727"/>
            <a:ext cx="687393" cy="721548"/>
            <a:chOff x="5203089" y="1751190"/>
            <a:chExt cx="858331" cy="662414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EB9A17C-E363-D771-FEB4-D8C41C8968D5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63DA109F-BE25-99E2-10F5-2FB9DA8707AB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EA1CC6-F19B-2031-9DB4-51ED33A3794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B1ABC17-53DA-5121-B4A5-82E26599670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C24939C-CC5E-179E-6E56-E232E16C054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91471E1-9A53-9F13-9388-CFCD9CD2F93E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D320E4-25AA-0DAF-4ECE-D75618F355C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FE6E29C-892E-7B74-AEE8-ACC7C6031F6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9DFE96-654C-FC4D-4056-039B1B8D0AE7}"/>
              </a:ext>
            </a:extLst>
          </p:cNvPr>
          <p:cNvGrpSpPr/>
          <p:nvPr/>
        </p:nvGrpSpPr>
        <p:grpSpPr>
          <a:xfrm>
            <a:off x="4011956" y="2896848"/>
            <a:ext cx="594613" cy="648336"/>
            <a:chOff x="5203089" y="1751190"/>
            <a:chExt cx="858331" cy="662414"/>
          </a:xfrm>
        </p:grpSpPr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CCE29F6-CE68-4CE6-5E3D-E5F20859CBC3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6C9121A4-FD12-652D-8DFB-EADDED14942A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8E034D-6D8F-9257-90BD-F9394C7672D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EDA5C5A-6574-5001-52D7-E4A2A0C343C0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874C257-3E7C-1A25-F4D6-953AA8C9C40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2A5BC6C-212C-7FAE-668A-6FDD4DA5161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8F3D4E-3FA6-59BA-773D-183B9B10F3D8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0C3309-B001-760D-F4E2-5FF44104DDB8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Freeform 38">
            <a:extLst>
              <a:ext uri="{FF2B5EF4-FFF2-40B4-BE49-F238E27FC236}">
                <a16:creationId xmlns:a16="http://schemas.microsoft.com/office/drawing/2014/main" id="{3E8AB144-59D7-B006-6FC1-B16F9CC41168}"/>
              </a:ext>
            </a:extLst>
          </p:cNvPr>
          <p:cNvSpPr/>
          <p:nvPr/>
        </p:nvSpPr>
        <p:spPr>
          <a:xfrm>
            <a:off x="2781598" y="1484719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688856-D750-72AF-393A-D7DD0D383B52}"/>
              </a:ext>
            </a:extLst>
          </p:cNvPr>
          <p:cNvSpPr txBox="1"/>
          <p:nvPr/>
        </p:nvSpPr>
        <p:spPr>
          <a:xfrm>
            <a:off x="2506015" y="1417020"/>
            <a:ext cx="1992853" cy="291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rPr>
              <a:t>ISP</a:t>
            </a:r>
            <a:r>
              <a:rPr kumimoji="0" lang="fa-I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rPr>
              <a:t> سراسری یا بین‌المللی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C679F0-AA03-5026-3D1D-3D33DC1FC097}"/>
              </a:ext>
            </a:extLst>
          </p:cNvPr>
          <p:cNvSpPr/>
          <p:nvPr/>
        </p:nvSpPr>
        <p:spPr>
          <a:xfrm>
            <a:off x="2519853" y="3380585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97AB9B-9B6A-F4A7-B22E-7D80E0E3B660}"/>
              </a:ext>
            </a:extLst>
          </p:cNvPr>
          <p:cNvSpPr txBox="1"/>
          <p:nvPr/>
        </p:nvSpPr>
        <p:spPr>
          <a:xfrm>
            <a:off x="3934725" y="4389603"/>
            <a:ext cx="973343" cy="2417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rPr>
              <a:t>شبکه مرکز داده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9FEA81D-5C49-5FEC-6463-25BC9F8A6B84}"/>
              </a:ext>
            </a:extLst>
          </p:cNvPr>
          <p:cNvCxnSpPr>
            <a:cxnSpLocks/>
          </p:cNvCxnSpPr>
          <p:nvPr/>
        </p:nvCxnSpPr>
        <p:spPr>
          <a:xfrm flipH="1" flipV="1">
            <a:off x="3800705" y="3282802"/>
            <a:ext cx="412964" cy="63712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10D4BE9-55BF-8C4A-7228-2627D5C811C7}"/>
              </a:ext>
            </a:extLst>
          </p:cNvPr>
          <p:cNvCxnSpPr>
            <a:cxnSpLocks/>
          </p:cNvCxnSpPr>
          <p:nvPr/>
        </p:nvCxnSpPr>
        <p:spPr>
          <a:xfrm flipH="1" flipV="1">
            <a:off x="3901620" y="3343361"/>
            <a:ext cx="345866" cy="738975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89B6EDE-3528-90FB-F253-FB24B3DB1929}"/>
              </a:ext>
            </a:extLst>
          </p:cNvPr>
          <p:cNvCxnSpPr>
            <a:cxnSpLocks/>
          </p:cNvCxnSpPr>
          <p:nvPr/>
        </p:nvCxnSpPr>
        <p:spPr>
          <a:xfrm flipV="1">
            <a:off x="3877682" y="3336098"/>
            <a:ext cx="335987" cy="39534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3D1CD42-363D-057A-57CB-59D07FFFC93F}"/>
              </a:ext>
            </a:extLst>
          </p:cNvPr>
          <p:cNvCxnSpPr>
            <a:cxnSpLocks/>
          </p:cNvCxnSpPr>
          <p:nvPr/>
        </p:nvCxnSpPr>
        <p:spPr>
          <a:xfrm flipH="1" flipV="1">
            <a:off x="3811559" y="3297573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16EDD5-1BFE-625F-239B-8420F306323E}"/>
              </a:ext>
            </a:extLst>
          </p:cNvPr>
          <p:cNvCxnSpPr>
            <a:cxnSpLocks/>
          </p:cNvCxnSpPr>
          <p:nvPr/>
        </p:nvCxnSpPr>
        <p:spPr>
          <a:xfrm flipH="1" flipV="1">
            <a:off x="3791405" y="3774319"/>
            <a:ext cx="508543" cy="348647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E594A2-575C-0646-331E-0341E5C75C53}"/>
              </a:ext>
            </a:extLst>
          </p:cNvPr>
          <p:cNvCxnSpPr>
            <a:cxnSpLocks/>
          </p:cNvCxnSpPr>
          <p:nvPr/>
        </p:nvCxnSpPr>
        <p:spPr>
          <a:xfrm flipH="1">
            <a:off x="3135980" y="3790419"/>
            <a:ext cx="655425" cy="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E9E2E2B-08A9-9FE7-0B63-BCBCA8D4CEAA}"/>
              </a:ext>
            </a:extLst>
          </p:cNvPr>
          <p:cNvCxnSpPr>
            <a:cxnSpLocks/>
          </p:cNvCxnSpPr>
          <p:nvPr/>
        </p:nvCxnSpPr>
        <p:spPr>
          <a:xfrm flipH="1">
            <a:off x="2460401" y="3790419"/>
            <a:ext cx="655425" cy="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355F07D-976B-5AD9-CDB8-E944EAAE2AC3}"/>
              </a:ext>
            </a:extLst>
          </p:cNvPr>
          <p:cNvCxnSpPr>
            <a:cxnSpLocks/>
          </p:cNvCxnSpPr>
          <p:nvPr/>
        </p:nvCxnSpPr>
        <p:spPr>
          <a:xfrm flipH="1">
            <a:off x="2517653" y="3210349"/>
            <a:ext cx="382424" cy="51705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5F0572C-1E10-AB79-267C-73CDBBB2D17E}"/>
              </a:ext>
            </a:extLst>
          </p:cNvPr>
          <p:cNvCxnSpPr>
            <a:cxnSpLocks/>
          </p:cNvCxnSpPr>
          <p:nvPr/>
        </p:nvCxnSpPr>
        <p:spPr>
          <a:xfrm>
            <a:off x="2973854" y="3210349"/>
            <a:ext cx="0" cy="540294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314D42-C435-602C-3EC9-91807B0344D1}"/>
              </a:ext>
            </a:extLst>
          </p:cNvPr>
          <p:cNvCxnSpPr/>
          <p:nvPr/>
        </p:nvCxnSpPr>
        <p:spPr>
          <a:xfrm>
            <a:off x="3378453" y="2457369"/>
            <a:ext cx="488174" cy="839333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4AA20DD-4B99-F586-0DB7-4D7DE668094E}"/>
              </a:ext>
            </a:extLst>
          </p:cNvPr>
          <p:cNvCxnSpPr>
            <a:cxnSpLocks/>
          </p:cNvCxnSpPr>
          <p:nvPr/>
        </p:nvCxnSpPr>
        <p:spPr>
          <a:xfrm flipH="1">
            <a:off x="3039504" y="2397690"/>
            <a:ext cx="380432" cy="694807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Line 428">
            <a:extLst>
              <a:ext uri="{FF2B5EF4-FFF2-40B4-BE49-F238E27FC236}">
                <a16:creationId xmlns:a16="http://schemas.microsoft.com/office/drawing/2014/main" id="{E3D0036E-972A-5713-B6E5-405AF65D4EBE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030394" y="4954416"/>
            <a:ext cx="388062" cy="756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2" name="Line 430">
            <a:extLst>
              <a:ext uri="{FF2B5EF4-FFF2-40B4-BE49-F238E27FC236}">
                <a16:creationId xmlns:a16="http://schemas.microsoft.com/office/drawing/2014/main" id="{7A6CE49F-4D72-E9D0-C96D-455A2F6E79C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450711" y="5107963"/>
            <a:ext cx="0" cy="11430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3" name="Line 431">
            <a:extLst>
              <a:ext uri="{FF2B5EF4-FFF2-40B4-BE49-F238E27FC236}">
                <a16:creationId xmlns:a16="http://schemas.microsoft.com/office/drawing/2014/main" id="{FB4F079F-FB8E-EDA1-7E20-7D0AC15F8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744" y="4541194"/>
            <a:ext cx="524483" cy="261537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4" name="Line 432">
            <a:extLst>
              <a:ext uri="{FF2B5EF4-FFF2-40B4-BE49-F238E27FC236}">
                <a16:creationId xmlns:a16="http://schemas.microsoft.com/office/drawing/2014/main" id="{375CA0BF-D005-9786-F606-2F40F00E8D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0851" y="4541194"/>
            <a:ext cx="569255" cy="246266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5" name="Line 433">
            <a:extLst>
              <a:ext uri="{FF2B5EF4-FFF2-40B4-BE49-F238E27FC236}">
                <a16:creationId xmlns:a16="http://schemas.microsoft.com/office/drawing/2014/main" id="{4AAB1A87-FB08-E37C-2A5C-453B6325F4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2529" y="4811553"/>
            <a:ext cx="1030502" cy="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6" name="Line 435">
            <a:extLst>
              <a:ext uri="{FF2B5EF4-FFF2-40B4-BE49-F238E27FC236}">
                <a16:creationId xmlns:a16="http://schemas.microsoft.com/office/drawing/2014/main" id="{08D324BF-F695-B0AD-45D9-2FC29ACFD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0992" y="4820011"/>
            <a:ext cx="22680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7" name="Line 436">
            <a:extLst>
              <a:ext uri="{FF2B5EF4-FFF2-40B4-BE49-F238E27FC236}">
                <a16:creationId xmlns:a16="http://schemas.microsoft.com/office/drawing/2014/main" id="{0FEACA57-8542-E616-0088-AF112EE082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9152" y="4993147"/>
            <a:ext cx="412750" cy="12700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8" name="Line 439">
            <a:extLst>
              <a:ext uri="{FF2B5EF4-FFF2-40B4-BE49-F238E27FC236}">
                <a16:creationId xmlns:a16="http://schemas.microsoft.com/office/drawing/2014/main" id="{74C8DE2A-97E4-380F-0311-77DF1B2388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4602" y="4984929"/>
            <a:ext cx="68080" cy="29396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9" name="Line 440">
            <a:extLst>
              <a:ext uri="{FF2B5EF4-FFF2-40B4-BE49-F238E27FC236}">
                <a16:creationId xmlns:a16="http://schemas.microsoft.com/office/drawing/2014/main" id="{658CC246-C43A-17FD-B4B6-3456D0564C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29516" y="5010608"/>
            <a:ext cx="280374" cy="269876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0" name="Line 441">
            <a:extLst>
              <a:ext uri="{FF2B5EF4-FFF2-40B4-BE49-F238E27FC236}">
                <a16:creationId xmlns:a16="http://schemas.microsoft.com/office/drawing/2014/main" id="{832ADDA4-D4D2-637C-EDEC-40A7CD18B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9516" y="4960725"/>
            <a:ext cx="914184" cy="46862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1" name="Line 443">
            <a:extLst>
              <a:ext uri="{FF2B5EF4-FFF2-40B4-BE49-F238E27FC236}">
                <a16:creationId xmlns:a16="http://schemas.microsoft.com/office/drawing/2014/main" id="{FACDC4AD-40DB-B652-3099-F27304A62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8563" y="3532647"/>
            <a:ext cx="0" cy="13176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2" name="Line 449">
            <a:extLst>
              <a:ext uri="{FF2B5EF4-FFF2-40B4-BE49-F238E27FC236}">
                <a16:creationId xmlns:a16="http://schemas.microsoft.com/office/drawing/2014/main" id="{27DB2B9A-F384-6995-5967-B524FDF4A0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37451" y="3743784"/>
            <a:ext cx="168275" cy="317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3" name="Line 428">
            <a:extLst>
              <a:ext uri="{FF2B5EF4-FFF2-40B4-BE49-F238E27FC236}">
                <a16:creationId xmlns:a16="http://schemas.microsoft.com/office/drawing/2014/main" id="{606447F9-F433-CFFD-3EB9-EF90C6665601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126330" y="5286148"/>
            <a:ext cx="366793" cy="148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448" name="Line 440">
            <a:extLst>
              <a:ext uri="{FF2B5EF4-FFF2-40B4-BE49-F238E27FC236}">
                <a16:creationId xmlns:a16="http://schemas.microsoft.com/office/drawing/2014/main" id="{386BA04C-23EA-48E9-A790-CB1D33C902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0210" y="4739239"/>
            <a:ext cx="404236" cy="207771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B5B50159-5A78-6415-B834-3549D2AABE67}"/>
              </a:ext>
            </a:extLst>
          </p:cNvPr>
          <p:cNvCxnSpPr/>
          <p:nvPr/>
        </p:nvCxnSpPr>
        <p:spPr>
          <a:xfrm flipH="1">
            <a:off x="3341420" y="1872109"/>
            <a:ext cx="761467" cy="577355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051446A4-D44D-E599-0532-32D231FF1819}"/>
              </a:ext>
            </a:extLst>
          </p:cNvPr>
          <p:cNvCxnSpPr/>
          <p:nvPr/>
        </p:nvCxnSpPr>
        <p:spPr>
          <a:xfrm flipH="1">
            <a:off x="3341420" y="1970990"/>
            <a:ext cx="3970" cy="5184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03540145-2497-ADAC-EBCF-ED6588B4D13D}"/>
              </a:ext>
            </a:extLst>
          </p:cNvPr>
          <p:cNvCxnSpPr/>
          <p:nvPr/>
        </p:nvCxnSpPr>
        <p:spPr>
          <a:xfrm flipH="1">
            <a:off x="3912920" y="1903183"/>
            <a:ext cx="149360" cy="5184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DC3CA7B5-2F49-0591-806D-E38CCF969165}"/>
              </a:ext>
            </a:extLst>
          </p:cNvPr>
          <p:cNvCxnSpPr/>
          <p:nvPr/>
        </p:nvCxnSpPr>
        <p:spPr>
          <a:xfrm flipH="1">
            <a:off x="3382951" y="2421644"/>
            <a:ext cx="574283" cy="27820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91EA414C-C819-524E-4F98-E708F53C53C9}"/>
              </a:ext>
            </a:extLst>
          </p:cNvPr>
          <p:cNvCxnSpPr/>
          <p:nvPr/>
        </p:nvCxnSpPr>
        <p:spPr>
          <a:xfrm flipH="1">
            <a:off x="3310327" y="1872109"/>
            <a:ext cx="788589" cy="98881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62C160C5-027C-4642-57FD-B13DCE682A11}"/>
              </a:ext>
            </a:extLst>
          </p:cNvPr>
          <p:cNvCxnSpPr/>
          <p:nvPr/>
        </p:nvCxnSpPr>
        <p:spPr>
          <a:xfrm flipH="1">
            <a:off x="4102888" y="1830002"/>
            <a:ext cx="279002" cy="42107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8FCAA234-1422-A3DA-49E7-25A2AFAFB02E}"/>
              </a:ext>
            </a:extLst>
          </p:cNvPr>
          <p:cNvCxnSpPr/>
          <p:nvPr/>
        </p:nvCxnSpPr>
        <p:spPr>
          <a:xfrm flipH="1" flipV="1">
            <a:off x="3922779" y="2421644"/>
            <a:ext cx="353541" cy="67807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3E1853D-66DA-2A5C-FF0E-C14B81230A5F}"/>
              </a:ext>
            </a:extLst>
          </p:cNvPr>
          <p:cNvCxnSpPr/>
          <p:nvPr/>
        </p:nvCxnSpPr>
        <p:spPr>
          <a:xfrm flipH="1">
            <a:off x="2010008" y="1970990"/>
            <a:ext cx="1300319" cy="606622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Line 541">
            <a:extLst>
              <a:ext uri="{FF2B5EF4-FFF2-40B4-BE49-F238E27FC236}">
                <a16:creationId xmlns:a16="http://schemas.microsoft.com/office/drawing/2014/main" id="{E226F6FC-9EA1-A2EE-37A2-6A00E598C4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490" y="3816056"/>
            <a:ext cx="429324" cy="705603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458" name="Line 424">
            <a:extLst>
              <a:ext uri="{FF2B5EF4-FFF2-40B4-BE49-F238E27FC236}">
                <a16:creationId xmlns:a16="http://schemas.microsoft.com/office/drawing/2014/main" id="{8AD02A45-2D20-5D8D-11A3-206A77F788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5339" y="3750133"/>
            <a:ext cx="969051" cy="317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459" name="Picture 778" descr="antenna_radiation_stylized">
            <a:extLst>
              <a:ext uri="{FF2B5EF4-FFF2-40B4-BE49-F238E27FC236}">
                <a16:creationId xmlns:a16="http://schemas.microsoft.com/office/drawing/2014/main" id="{586EC9E0-CCFB-9ADC-3B94-7A9AA8DB3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23" y="3516607"/>
            <a:ext cx="506412" cy="106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" name="Picture 781" descr="antenna_radiation_stylized">
            <a:extLst>
              <a:ext uri="{FF2B5EF4-FFF2-40B4-BE49-F238E27FC236}">
                <a16:creationId xmlns:a16="http://schemas.microsoft.com/office/drawing/2014/main" id="{C6DF7CE5-4985-6321-0ECC-3F7FA26A6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8" y="5183615"/>
            <a:ext cx="452014" cy="9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" name="Picture 799" descr="cell_tower_radiation copy">
            <a:extLst>
              <a:ext uri="{FF2B5EF4-FFF2-40B4-BE49-F238E27FC236}">
                <a16:creationId xmlns:a16="http://schemas.microsoft.com/office/drawing/2014/main" id="{2CAE2851-1EDE-CCB7-8453-E0EB7E64A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651" y="1860844"/>
            <a:ext cx="457200" cy="33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" name="Oval 800">
            <a:extLst>
              <a:ext uri="{FF2B5EF4-FFF2-40B4-BE49-F238E27FC236}">
                <a16:creationId xmlns:a16="http://schemas.microsoft.com/office/drawing/2014/main" id="{AA3F570D-6D2A-F8B9-BC74-3A56E0532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326" y="1995672"/>
            <a:ext cx="52388" cy="4948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463" name="Line 426">
            <a:extLst>
              <a:ext uri="{FF2B5EF4-FFF2-40B4-BE49-F238E27FC236}">
                <a16:creationId xmlns:a16="http://schemas.microsoft.com/office/drawing/2014/main" id="{540480ED-A733-B7F9-2763-2C3B83135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8645" y="2403036"/>
            <a:ext cx="227964" cy="17435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464" name="Picture 777" descr="access_point_stylized_small">
            <a:extLst>
              <a:ext uri="{FF2B5EF4-FFF2-40B4-BE49-F238E27FC236}">
                <a16:creationId xmlns:a16="http://schemas.microsoft.com/office/drawing/2014/main" id="{0AC9FD86-1B3C-CDED-CCAD-954E7EDCA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667" y="3564576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5" name="Picture 780" descr="access_point_stylized_small">
            <a:extLst>
              <a:ext uri="{FF2B5EF4-FFF2-40B4-BE49-F238E27FC236}">
                <a16:creationId xmlns:a16="http://schemas.microsoft.com/office/drawing/2014/main" id="{4E024EDF-2DF0-839F-8FF5-01F50FAAB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395" y="5226909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6" name="Group 465">
            <a:extLst>
              <a:ext uri="{FF2B5EF4-FFF2-40B4-BE49-F238E27FC236}">
                <a16:creationId xmlns:a16="http://schemas.microsoft.com/office/drawing/2014/main" id="{C59F6BFB-A034-8C11-8A32-5EB9E19F2AB4}"/>
              </a:ext>
            </a:extLst>
          </p:cNvPr>
          <p:cNvGrpSpPr/>
          <p:nvPr/>
        </p:nvGrpSpPr>
        <p:grpSpPr>
          <a:xfrm>
            <a:off x="1917404" y="4670097"/>
            <a:ext cx="393760" cy="218578"/>
            <a:chOff x="7493876" y="2774731"/>
            <a:chExt cx="1481958" cy="894622"/>
          </a:xfrm>
        </p:grpSpPr>
        <p:sp>
          <p:nvSpPr>
            <p:cNvPr id="467" name="Freeform 121">
              <a:extLst>
                <a:ext uri="{FF2B5EF4-FFF2-40B4-BE49-F238E27FC236}">
                  <a16:creationId xmlns:a16="http://schemas.microsoft.com/office/drawing/2014/main" id="{62DCB93B-A74D-4DA9-6A92-9ECAF33431F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46905DA2-1CB0-2DFF-75E9-4E35B2CC5D1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92A8FA58-7B5F-6BA0-B129-9DCD8E783F9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0" name="Freeform 124">
                <a:extLst>
                  <a:ext uri="{FF2B5EF4-FFF2-40B4-BE49-F238E27FC236}">
                    <a16:creationId xmlns:a16="http://schemas.microsoft.com/office/drawing/2014/main" id="{B1110E84-31E6-8E03-07C4-53879F5BFFB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1" name="Freeform 125">
                <a:extLst>
                  <a:ext uri="{FF2B5EF4-FFF2-40B4-BE49-F238E27FC236}">
                    <a16:creationId xmlns:a16="http://schemas.microsoft.com/office/drawing/2014/main" id="{8EF8047C-57EC-8149-AA05-8791E5EC21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2" name="Freeform 126">
                <a:extLst>
                  <a:ext uri="{FF2B5EF4-FFF2-40B4-BE49-F238E27FC236}">
                    <a16:creationId xmlns:a16="http://schemas.microsoft.com/office/drawing/2014/main" id="{0854D0EC-A824-B018-5DC9-05B0E45837C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3" name="Freeform 127">
                <a:extLst>
                  <a:ext uri="{FF2B5EF4-FFF2-40B4-BE49-F238E27FC236}">
                    <a16:creationId xmlns:a16="http://schemas.microsoft.com/office/drawing/2014/main" id="{F245DE7F-A9C6-83DE-3E29-9E9DA2D1A05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8A62D55D-D4D5-D14F-D553-ACDF7CCAC06A}"/>
              </a:ext>
            </a:extLst>
          </p:cNvPr>
          <p:cNvGrpSpPr/>
          <p:nvPr/>
        </p:nvGrpSpPr>
        <p:grpSpPr>
          <a:xfrm>
            <a:off x="1552614" y="4883181"/>
            <a:ext cx="309187" cy="167750"/>
            <a:chOff x="3668110" y="2448910"/>
            <a:chExt cx="3794234" cy="2165130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67FD6720-815C-1507-2F50-F1BE9238300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476" name="Freeform 130">
              <a:extLst>
                <a:ext uri="{FF2B5EF4-FFF2-40B4-BE49-F238E27FC236}">
                  <a16:creationId xmlns:a16="http://schemas.microsoft.com/office/drawing/2014/main" id="{76D8C64A-A636-3E70-E2E8-27D4B1335632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224DAFD6-7D52-5776-E440-0E4881E3E7D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78" name="Freeform 132">
                <a:extLst>
                  <a:ext uri="{FF2B5EF4-FFF2-40B4-BE49-F238E27FC236}">
                    <a16:creationId xmlns:a16="http://schemas.microsoft.com/office/drawing/2014/main" id="{C8BEF319-4B37-A61B-E116-1239C510B2A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9" name="Freeform 133">
                <a:extLst>
                  <a:ext uri="{FF2B5EF4-FFF2-40B4-BE49-F238E27FC236}">
                    <a16:creationId xmlns:a16="http://schemas.microsoft.com/office/drawing/2014/main" id="{3C4D5678-BF16-84D1-0E23-0BB0769F488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0" name="Freeform 134">
                <a:extLst>
                  <a:ext uri="{FF2B5EF4-FFF2-40B4-BE49-F238E27FC236}">
                    <a16:creationId xmlns:a16="http://schemas.microsoft.com/office/drawing/2014/main" id="{4DC84757-8F8B-98A1-B8E5-E7192075687C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1" name="Freeform 135">
                <a:extLst>
                  <a:ext uri="{FF2B5EF4-FFF2-40B4-BE49-F238E27FC236}">
                    <a16:creationId xmlns:a16="http://schemas.microsoft.com/office/drawing/2014/main" id="{434B676E-AAB2-12BB-34FB-6F2AF5A53E28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6F646819-43DC-D3CF-297C-316B76136961}"/>
              </a:ext>
            </a:extLst>
          </p:cNvPr>
          <p:cNvGrpSpPr/>
          <p:nvPr/>
        </p:nvGrpSpPr>
        <p:grpSpPr>
          <a:xfrm>
            <a:off x="1680612" y="2514986"/>
            <a:ext cx="353678" cy="168275"/>
            <a:chOff x="7493876" y="2774731"/>
            <a:chExt cx="1481958" cy="894622"/>
          </a:xfrm>
        </p:grpSpPr>
        <p:sp>
          <p:nvSpPr>
            <p:cNvPr id="483" name="Freeform 137">
              <a:extLst>
                <a:ext uri="{FF2B5EF4-FFF2-40B4-BE49-F238E27FC236}">
                  <a16:creationId xmlns:a16="http://schemas.microsoft.com/office/drawing/2014/main" id="{2127CE81-AE13-669B-9626-9DE19EB209A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27B64AE3-167F-1C7B-2087-2D0030BC21E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C42F47B9-5663-2BB8-C3AB-52222E02876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6" name="Freeform 140">
                <a:extLst>
                  <a:ext uri="{FF2B5EF4-FFF2-40B4-BE49-F238E27FC236}">
                    <a16:creationId xmlns:a16="http://schemas.microsoft.com/office/drawing/2014/main" id="{841F4778-D281-2AEA-D7D8-3AA7A753672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7" name="Freeform 141">
                <a:extLst>
                  <a:ext uri="{FF2B5EF4-FFF2-40B4-BE49-F238E27FC236}">
                    <a16:creationId xmlns:a16="http://schemas.microsoft.com/office/drawing/2014/main" id="{070ABD17-8E8C-348E-BB73-3874247841B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8" name="Freeform 142">
                <a:extLst>
                  <a:ext uri="{FF2B5EF4-FFF2-40B4-BE49-F238E27FC236}">
                    <a16:creationId xmlns:a16="http://schemas.microsoft.com/office/drawing/2014/main" id="{F2F2E6F6-4CE3-1B37-FE81-DA427AF185A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9" name="Freeform 143">
                <a:extLst>
                  <a:ext uri="{FF2B5EF4-FFF2-40B4-BE49-F238E27FC236}">
                    <a16:creationId xmlns:a16="http://schemas.microsoft.com/office/drawing/2014/main" id="{2F6D864F-B74B-12D4-5199-FFCA4B67B2E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CE86DB2B-5FB9-49B7-4D91-00B3043A23D0}"/>
              </a:ext>
            </a:extLst>
          </p:cNvPr>
          <p:cNvGrpSpPr/>
          <p:nvPr/>
        </p:nvGrpSpPr>
        <p:grpSpPr>
          <a:xfrm>
            <a:off x="4124870" y="3304042"/>
            <a:ext cx="170989" cy="97052"/>
            <a:chOff x="7493876" y="2774731"/>
            <a:chExt cx="1481958" cy="894622"/>
          </a:xfrm>
        </p:grpSpPr>
        <p:sp>
          <p:nvSpPr>
            <p:cNvPr id="491" name="Freeform 153">
              <a:extLst>
                <a:ext uri="{FF2B5EF4-FFF2-40B4-BE49-F238E27FC236}">
                  <a16:creationId xmlns:a16="http://schemas.microsoft.com/office/drawing/2014/main" id="{27BE8717-3883-DD66-BA36-14C4E149DC0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CA003E47-A9AC-8C6B-8820-74C37B1E062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55F1CFC-253D-AE96-EF76-C4C408C4A0A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4" name="Freeform 156">
                <a:extLst>
                  <a:ext uri="{FF2B5EF4-FFF2-40B4-BE49-F238E27FC236}">
                    <a16:creationId xmlns:a16="http://schemas.microsoft.com/office/drawing/2014/main" id="{2319CAE1-4656-7735-1CF8-D6AE5AD3CCF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95" name="Freeform 157">
                <a:extLst>
                  <a:ext uri="{FF2B5EF4-FFF2-40B4-BE49-F238E27FC236}">
                    <a16:creationId xmlns:a16="http://schemas.microsoft.com/office/drawing/2014/main" id="{60DF2817-391C-B4C7-5589-D39243F6C51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96" name="Freeform 158">
                <a:extLst>
                  <a:ext uri="{FF2B5EF4-FFF2-40B4-BE49-F238E27FC236}">
                    <a16:creationId xmlns:a16="http://schemas.microsoft.com/office/drawing/2014/main" id="{3901C0D7-7978-03BC-8E96-378D45F6AB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97" name="Freeform 159">
                <a:extLst>
                  <a:ext uri="{FF2B5EF4-FFF2-40B4-BE49-F238E27FC236}">
                    <a16:creationId xmlns:a16="http://schemas.microsoft.com/office/drawing/2014/main" id="{1BF482A1-0721-3DBD-AEEA-36566241A75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95AD7A2C-9248-2425-C37A-2EE0D7880F86}"/>
              </a:ext>
            </a:extLst>
          </p:cNvPr>
          <p:cNvGrpSpPr/>
          <p:nvPr/>
        </p:nvGrpSpPr>
        <p:grpSpPr>
          <a:xfrm>
            <a:off x="3651394" y="3198815"/>
            <a:ext cx="353678" cy="198344"/>
            <a:chOff x="7493876" y="2774731"/>
            <a:chExt cx="1481958" cy="894622"/>
          </a:xfrm>
        </p:grpSpPr>
        <p:sp>
          <p:nvSpPr>
            <p:cNvPr id="499" name="Freeform 161">
              <a:extLst>
                <a:ext uri="{FF2B5EF4-FFF2-40B4-BE49-F238E27FC236}">
                  <a16:creationId xmlns:a16="http://schemas.microsoft.com/office/drawing/2014/main" id="{ED018DA8-311C-724B-C61A-ED03DED92DF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B8D5BBF6-2197-DE0D-D006-BD415B1A5C4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F2424F3E-518D-8DAE-8A87-A415DEF436C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2" name="Freeform 164">
                <a:extLst>
                  <a:ext uri="{FF2B5EF4-FFF2-40B4-BE49-F238E27FC236}">
                    <a16:creationId xmlns:a16="http://schemas.microsoft.com/office/drawing/2014/main" id="{7FC9AEB9-E598-90EC-045E-D5AFB44BD1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3" name="Freeform 165">
                <a:extLst>
                  <a:ext uri="{FF2B5EF4-FFF2-40B4-BE49-F238E27FC236}">
                    <a16:creationId xmlns:a16="http://schemas.microsoft.com/office/drawing/2014/main" id="{55E05823-80AA-02CF-0316-E32A3FC9C6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4" name="Freeform 166">
                <a:extLst>
                  <a:ext uri="{FF2B5EF4-FFF2-40B4-BE49-F238E27FC236}">
                    <a16:creationId xmlns:a16="http://schemas.microsoft.com/office/drawing/2014/main" id="{8D50D96B-82FD-AABC-1512-8C6FD3A487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5" name="Freeform 167">
                <a:extLst>
                  <a:ext uri="{FF2B5EF4-FFF2-40B4-BE49-F238E27FC236}">
                    <a16:creationId xmlns:a16="http://schemas.microsoft.com/office/drawing/2014/main" id="{78DBC10D-DB67-4932-329C-59C8375101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55B9C0F8-590F-F8E6-C3C9-223B144FC522}"/>
              </a:ext>
            </a:extLst>
          </p:cNvPr>
          <p:cNvGrpSpPr/>
          <p:nvPr/>
        </p:nvGrpSpPr>
        <p:grpSpPr>
          <a:xfrm>
            <a:off x="3189509" y="1904969"/>
            <a:ext cx="353678" cy="198344"/>
            <a:chOff x="7493876" y="2774731"/>
            <a:chExt cx="1481958" cy="894622"/>
          </a:xfrm>
        </p:grpSpPr>
        <p:sp>
          <p:nvSpPr>
            <p:cNvPr id="507" name="Freeform 169">
              <a:extLst>
                <a:ext uri="{FF2B5EF4-FFF2-40B4-BE49-F238E27FC236}">
                  <a16:creationId xmlns:a16="http://schemas.microsoft.com/office/drawing/2014/main" id="{1F337D49-2D28-7128-5EED-FE380D504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E28A3C09-165C-891F-1BD7-C70E686F81F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27ABB1AF-F72C-9893-132E-494734B5772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1" name="Freeform 172">
                <a:extLst>
                  <a:ext uri="{FF2B5EF4-FFF2-40B4-BE49-F238E27FC236}">
                    <a16:creationId xmlns:a16="http://schemas.microsoft.com/office/drawing/2014/main" id="{78043508-3E98-06B4-A8AA-48258FCF00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12" name="Freeform 173">
                <a:extLst>
                  <a:ext uri="{FF2B5EF4-FFF2-40B4-BE49-F238E27FC236}">
                    <a16:creationId xmlns:a16="http://schemas.microsoft.com/office/drawing/2014/main" id="{21E94909-A38F-FD5A-2857-DA429873DC5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13" name="Freeform 174">
                <a:extLst>
                  <a:ext uri="{FF2B5EF4-FFF2-40B4-BE49-F238E27FC236}">
                    <a16:creationId xmlns:a16="http://schemas.microsoft.com/office/drawing/2014/main" id="{6ADDF845-D33F-6E39-96EB-9A2858886CB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14" name="Freeform 175">
                <a:extLst>
                  <a:ext uri="{FF2B5EF4-FFF2-40B4-BE49-F238E27FC236}">
                    <a16:creationId xmlns:a16="http://schemas.microsoft.com/office/drawing/2014/main" id="{6450BA28-3151-DB0E-CA1A-A325EED318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15B5ADE1-7F5B-87A9-75D8-E5F06BCB50E2}"/>
              </a:ext>
            </a:extLst>
          </p:cNvPr>
          <p:cNvGrpSpPr/>
          <p:nvPr/>
        </p:nvGrpSpPr>
        <p:grpSpPr>
          <a:xfrm>
            <a:off x="3767999" y="2316044"/>
            <a:ext cx="353678" cy="198344"/>
            <a:chOff x="7493876" y="2774731"/>
            <a:chExt cx="1481958" cy="894622"/>
          </a:xfrm>
        </p:grpSpPr>
        <p:sp>
          <p:nvSpPr>
            <p:cNvPr id="516" name="Freeform 177">
              <a:extLst>
                <a:ext uri="{FF2B5EF4-FFF2-40B4-BE49-F238E27FC236}">
                  <a16:creationId xmlns:a16="http://schemas.microsoft.com/office/drawing/2014/main" id="{EB7AB724-5F5A-37DE-1CA4-429E8BB72B4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F45EB95C-707D-87B9-7488-0E9EBB01696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18" name="Group 517">
              <a:extLst>
                <a:ext uri="{FF2B5EF4-FFF2-40B4-BE49-F238E27FC236}">
                  <a16:creationId xmlns:a16="http://schemas.microsoft.com/office/drawing/2014/main" id="{6C5592D2-18A4-4EA9-0A08-652E3C588A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9" name="Freeform 180">
                <a:extLst>
                  <a:ext uri="{FF2B5EF4-FFF2-40B4-BE49-F238E27FC236}">
                    <a16:creationId xmlns:a16="http://schemas.microsoft.com/office/drawing/2014/main" id="{760C0821-9076-0B9E-E757-CFDCE6E7ED5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20" name="Freeform 181">
                <a:extLst>
                  <a:ext uri="{FF2B5EF4-FFF2-40B4-BE49-F238E27FC236}">
                    <a16:creationId xmlns:a16="http://schemas.microsoft.com/office/drawing/2014/main" id="{19A8AF94-8A6A-12D5-0DBF-DBE5120167A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21" name="Freeform 182">
                <a:extLst>
                  <a:ext uri="{FF2B5EF4-FFF2-40B4-BE49-F238E27FC236}">
                    <a16:creationId xmlns:a16="http://schemas.microsoft.com/office/drawing/2014/main" id="{135A0D49-2BD3-0ACA-C82A-572BAD8BD3D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22" name="Freeform 183">
                <a:extLst>
                  <a:ext uri="{FF2B5EF4-FFF2-40B4-BE49-F238E27FC236}">
                    <a16:creationId xmlns:a16="http://schemas.microsoft.com/office/drawing/2014/main" id="{B67EB4ED-B77B-93EF-F7C7-A2C5617E421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7E0D7126-10BD-158C-C7B8-5CAD34A9596C}"/>
              </a:ext>
            </a:extLst>
          </p:cNvPr>
          <p:cNvGrpSpPr/>
          <p:nvPr/>
        </p:nvGrpSpPr>
        <p:grpSpPr>
          <a:xfrm>
            <a:off x="3884610" y="1810640"/>
            <a:ext cx="353678" cy="198344"/>
            <a:chOff x="7493876" y="2774731"/>
            <a:chExt cx="1481958" cy="894622"/>
          </a:xfrm>
        </p:grpSpPr>
        <p:sp>
          <p:nvSpPr>
            <p:cNvPr id="524" name="Freeform 185">
              <a:extLst>
                <a:ext uri="{FF2B5EF4-FFF2-40B4-BE49-F238E27FC236}">
                  <a16:creationId xmlns:a16="http://schemas.microsoft.com/office/drawing/2014/main" id="{C8048CA2-8B43-431C-07B0-5D5FF3CCBCE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6A349910-310F-D9FE-2933-6E2234D2828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297D49A8-DD35-E48E-F5EA-1B9CBEBBB17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7" name="Freeform 188">
                <a:extLst>
                  <a:ext uri="{FF2B5EF4-FFF2-40B4-BE49-F238E27FC236}">
                    <a16:creationId xmlns:a16="http://schemas.microsoft.com/office/drawing/2014/main" id="{BD400775-A287-1FDF-5A74-605FA873CD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28" name="Freeform 189">
                <a:extLst>
                  <a:ext uri="{FF2B5EF4-FFF2-40B4-BE49-F238E27FC236}">
                    <a16:creationId xmlns:a16="http://schemas.microsoft.com/office/drawing/2014/main" id="{14C172F2-D668-7B34-76DB-439DFD0CEAA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29" name="Freeform 190">
                <a:extLst>
                  <a:ext uri="{FF2B5EF4-FFF2-40B4-BE49-F238E27FC236}">
                    <a16:creationId xmlns:a16="http://schemas.microsoft.com/office/drawing/2014/main" id="{10541FFE-7332-6113-7F41-649B965A005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30" name="Freeform 191">
                <a:extLst>
                  <a:ext uri="{FF2B5EF4-FFF2-40B4-BE49-F238E27FC236}">
                    <a16:creationId xmlns:a16="http://schemas.microsoft.com/office/drawing/2014/main" id="{6701F039-91E8-0D13-D5AD-4450291E07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08E8915D-607F-A9D3-E690-B6B8F5095D49}"/>
              </a:ext>
            </a:extLst>
          </p:cNvPr>
          <p:cNvGrpSpPr/>
          <p:nvPr/>
        </p:nvGrpSpPr>
        <p:grpSpPr>
          <a:xfrm>
            <a:off x="3220911" y="2364242"/>
            <a:ext cx="353678" cy="198344"/>
            <a:chOff x="7493876" y="2774731"/>
            <a:chExt cx="1481958" cy="894622"/>
          </a:xfrm>
        </p:grpSpPr>
        <p:sp>
          <p:nvSpPr>
            <p:cNvPr id="532" name="Freeform 201">
              <a:extLst>
                <a:ext uri="{FF2B5EF4-FFF2-40B4-BE49-F238E27FC236}">
                  <a16:creationId xmlns:a16="http://schemas.microsoft.com/office/drawing/2014/main" id="{35BB83A0-6BA8-B12D-0EE7-9060807AF2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23E48196-7675-D844-2267-1C1EFAA5A2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34" name="Group 533">
              <a:extLst>
                <a:ext uri="{FF2B5EF4-FFF2-40B4-BE49-F238E27FC236}">
                  <a16:creationId xmlns:a16="http://schemas.microsoft.com/office/drawing/2014/main" id="{8FD3C65D-67A9-4749-8120-488BE8CD099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5" name="Freeform 204">
                <a:extLst>
                  <a:ext uri="{FF2B5EF4-FFF2-40B4-BE49-F238E27FC236}">
                    <a16:creationId xmlns:a16="http://schemas.microsoft.com/office/drawing/2014/main" id="{D650AC04-D63C-11BA-953A-FF6BB7E7555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36" name="Freeform 205">
                <a:extLst>
                  <a:ext uri="{FF2B5EF4-FFF2-40B4-BE49-F238E27FC236}">
                    <a16:creationId xmlns:a16="http://schemas.microsoft.com/office/drawing/2014/main" id="{48B4DCBF-FD73-16BB-7A25-E174B21CA8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37" name="Freeform 206">
                <a:extLst>
                  <a:ext uri="{FF2B5EF4-FFF2-40B4-BE49-F238E27FC236}">
                    <a16:creationId xmlns:a16="http://schemas.microsoft.com/office/drawing/2014/main" id="{32F53172-4C49-1504-69ED-78EBB83C08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38" name="Freeform 207">
                <a:extLst>
                  <a:ext uri="{FF2B5EF4-FFF2-40B4-BE49-F238E27FC236}">
                    <a16:creationId xmlns:a16="http://schemas.microsoft.com/office/drawing/2014/main" id="{AA6CE56B-86EB-4079-4AA8-2A67B46E638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9A93E198-7651-FBCB-F52A-1E4CB0A092FC}"/>
              </a:ext>
            </a:extLst>
          </p:cNvPr>
          <p:cNvGrpSpPr/>
          <p:nvPr/>
        </p:nvGrpSpPr>
        <p:grpSpPr>
          <a:xfrm>
            <a:off x="2737923" y="3096709"/>
            <a:ext cx="367224" cy="240304"/>
            <a:chOff x="7493876" y="2774731"/>
            <a:chExt cx="1481958" cy="894622"/>
          </a:xfrm>
        </p:grpSpPr>
        <p:sp>
          <p:nvSpPr>
            <p:cNvPr id="540" name="Freeform 209">
              <a:extLst>
                <a:ext uri="{FF2B5EF4-FFF2-40B4-BE49-F238E27FC236}">
                  <a16:creationId xmlns:a16="http://schemas.microsoft.com/office/drawing/2014/main" id="{0C238F45-265E-3E85-7D19-37B8D72088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3B81F097-28C8-346B-2A0C-0100056296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7FEB9D5C-9299-8C15-9E5D-B74BCD1CFE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" name="Freeform 212">
                <a:extLst>
                  <a:ext uri="{FF2B5EF4-FFF2-40B4-BE49-F238E27FC236}">
                    <a16:creationId xmlns:a16="http://schemas.microsoft.com/office/drawing/2014/main" id="{E57B7D57-48A1-E596-9EA4-B04AA7CC181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44" name="Freeform 213">
                <a:extLst>
                  <a:ext uri="{FF2B5EF4-FFF2-40B4-BE49-F238E27FC236}">
                    <a16:creationId xmlns:a16="http://schemas.microsoft.com/office/drawing/2014/main" id="{46561D05-E26E-3E33-FAD8-14D3CE69B9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45" name="Freeform 214">
                <a:extLst>
                  <a:ext uri="{FF2B5EF4-FFF2-40B4-BE49-F238E27FC236}">
                    <a16:creationId xmlns:a16="http://schemas.microsoft.com/office/drawing/2014/main" id="{22ED6FB2-D9AB-0120-7011-EFC2CFE5B9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46" name="Freeform 215">
                <a:extLst>
                  <a:ext uri="{FF2B5EF4-FFF2-40B4-BE49-F238E27FC236}">
                    <a16:creationId xmlns:a16="http://schemas.microsoft.com/office/drawing/2014/main" id="{3D403503-1BCA-6F94-DC5D-1C428379016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0126DE4E-C364-7471-7671-6B61E4B4CE8C}"/>
              </a:ext>
            </a:extLst>
          </p:cNvPr>
          <p:cNvGrpSpPr/>
          <p:nvPr/>
        </p:nvGrpSpPr>
        <p:grpSpPr>
          <a:xfrm>
            <a:off x="3616044" y="3695002"/>
            <a:ext cx="353678" cy="198344"/>
            <a:chOff x="7493876" y="2774731"/>
            <a:chExt cx="1481958" cy="894622"/>
          </a:xfrm>
        </p:grpSpPr>
        <p:sp>
          <p:nvSpPr>
            <p:cNvPr id="548" name="Freeform 225">
              <a:extLst>
                <a:ext uri="{FF2B5EF4-FFF2-40B4-BE49-F238E27FC236}">
                  <a16:creationId xmlns:a16="http://schemas.microsoft.com/office/drawing/2014/main" id="{D9620E57-8868-15EA-561B-59224855409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49" name="Oval 548">
              <a:extLst>
                <a:ext uri="{FF2B5EF4-FFF2-40B4-BE49-F238E27FC236}">
                  <a16:creationId xmlns:a16="http://schemas.microsoft.com/office/drawing/2014/main" id="{9AF8D974-4AFC-18B4-5B9C-F5D834B293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50" name="Group 549">
              <a:extLst>
                <a:ext uri="{FF2B5EF4-FFF2-40B4-BE49-F238E27FC236}">
                  <a16:creationId xmlns:a16="http://schemas.microsoft.com/office/drawing/2014/main" id="{63DCB601-0741-A812-6586-FEC02CC6EB9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" name="Freeform 228">
                <a:extLst>
                  <a:ext uri="{FF2B5EF4-FFF2-40B4-BE49-F238E27FC236}">
                    <a16:creationId xmlns:a16="http://schemas.microsoft.com/office/drawing/2014/main" id="{A9C58D80-1752-42FA-7432-9DAAC1D1C1A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52" name="Freeform 229">
                <a:extLst>
                  <a:ext uri="{FF2B5EF4-FFF2-40B4-BE49-F238E27FC236}">
                    <a16:creationId xmlns:a16="http://schemas.microsoft.com/office/drawing/2014/main" id="{C11378B0-7EBE-8477-AF59-12657E37BA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53" name="Freeform 230">
                <a:extLst>
                  <a:ext uri="{FF2B5EF4-FFF2-40B4-BE49-F238E27FC236}">
                    <a16:creationId xmlns:a16="http://schemas.microsoft.com/office/drawing/2014/main" id="{41FCB0DB-F848-25B6-AC1E-76E11A08DC5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54" name="Freeform 231">
                <a:extLst>
                  <a:ext uri="{FF2B5EF4-FFF2-40B4-BE49-F238E27FC236}">
                    <a16:creationId xmlns:a16="http://schemas.microsoft.com/office/drawing/2014/main" id="{BD26313F-024E-905C-3D89-46708CFBF1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F9B862DE-A4B5-3BCD-403F-9B2AA79E7BBD}"/>
              </a:ext>
            </a:extLst>
          </p:cNvPr>
          <p:cNvGrpSpPr/>
          <p:nvPr/>
        </p:nvGrpSpPr>
        <p:grpSpPr>
          <a:xfrm>
            <a:off x="4166767" y="4071802"/>
            <a:ext cx="228295" cy="120400"/>
            <a:chOff x="7493876" y="2774731"/>
            <a:chExt cx="1481958" cy="894622"/>
          </a:xfrm>
        </p:grpSpPr>
        <p:sp>
          <p:nvSpPr>
            <p:cNvPr id="556" name="Freeform 241">
              <a:extLst>
                <a:ext uri="{FF2B5EF4-FFF2-40B4-BE49-F238E27FC236}">
                  <a16:creationId xmlns:a16="http://schemas.microsoft.com/office/drawing/2014/main" id="{EC1F345B-289B-BBEA-5EFC-F6ADEBB075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557" name="Oval 556">
              <a:extLst>
                <a:ext uri="{FF2B5EF4-FFF2-40B4-BE49-F238E27FC236}">
                  <a16:creationId xmlns:a16="http://schemas.microsoft.com/office/drawing/2014/main" id="{683A3E15-1C24-AB29-4E4E-58DCA6D5D0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558" name="Group 557">
              <a:extLst>
                <a:ext uri="{FF2B5EF4-FFF2-40B4-BE49-F238E27FC236}">
                  <a16:creationId xmlns:a16="http://schemas.microsoft.com/office/drawing/2014/main" id="{CA8B7DCE-5EE6-208D-443C-DCD871D79BD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9" name="Freeform 244">
                <a:extLst>
                  <a:ext uri="{FF2B5EF4-FFF2-40B4-BE49-F238E27FC236}">
                    <a16:creationId xmlns:a16="http://schemas.microsoft.com/office/drawing/2014/main" id="{38639927-FF89-35DA-2E28-EFFAD9FAA3F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0" name="Freeform 245">
                <a:extLst>
                  <a:ext uri="{FF2B5EF4-FFF2-40B4-BE49-F238E27FC236}">
                    <a16:creationId xmlns:a16="http://schemas.microsoft.com/office/drawing/2014/main" id="{FF203435-828B-7A76-3013-5B5AB761C2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1" name="Freeform 246">
                <a:extLst>
                  <a:ext uri="{FF2B5EF4-FFF2-40B4-BE49-F238E27FC236}">
                    <a16:creationId xmlns:a16="http://schemas.microsoft.com/office/drawing/2014/main" id="{420EA143-88C9-16B1-C6B7-594B63D57BF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2" name="Freeform 247">
                <a:extLst>
                  <a:ext uri="{FF2B5EF4-FFF2-40B4-BE49-F238E27FC236}">
                    <a16:creationId xmlns:a16="http://schemas.microsoft.com/office/drawing/2014/main" id="{9E6F9025-11D3-ED2A-2FB0-A087F8AD7C2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0601CA80-AC3B-CA99-B378-D558A2582651}"/>
              </a:ext>
            </a:extLst>
          </p:cNvPr>
          <p:cNvGrpSpPr/>
          <p:nvPr/>
        </p:nvGrpSpPr>
        <p:grpSpPr>
          <a:xfrm>
            <a:off x="679859" y="2059290"/>
            <a:ext cx="534987" cy="407988"/>
            <a:chOff x="7432700" y="2327293"/>
            <a:chExt cx="534987" cy="407988"/>
          </a:xfrm>
        </p:grpSpPr>
        <p:pic>
          <p:nvPicPr>
            <p:cNvPr id="564" name="Picture 1017" descr="antenna_stylized">
              <a:extLst>
                <a:ext uri="{FF2B5EF4-FFF2-40B4-BE49-F238E27FC236}">
                  <a16:creationId xmlns:a16="http://schemas.microsoft.com/office/drawing/2014/main" id="{04F069FD-4EB1-8592-4B89-F52343752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5" name="Picture 1018" descr="laptop_keyboard">
              <a:extLst>
                <a:ext uri="{FF2B5EF4-FFF2-40B4-BE49-F238E27FC236}">
                  <a16:creationId xmlns:a16="http://schemas.microsoft.com/office/drawing/2014/main" id="{1C7238CF-1C99-2980-172A-9372310200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6" name="Freeform 1019">
              <a:extLst>
                <a:ext uri="{FF2B5EF4-FFF2-40B4-BE49-F238E27FC236}">
                  <a16:creationId xmlns:a16="http://schemas.microsoft.com/office/drawing/2014/main" id="{A6A31BFA-A6C9-3045-E569-76D8B2885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pic>
          <p:nvPicPr>
            <p:cNvPr id="567" name="Picture 1020" descr="screen">
              <a:extLst>
                <a:ext uri="{FF2B5EF4-FFF2-40B4-BE49-F238E27FC236}">
                  <a16:creationId xmlns:a16="http://schemas.microsoft.com/office/drawing/2014/main" id="{60618411-6B70-F277-3B1A-2C2DE849F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8" name="Freeform 1021">
              <a:extLst>
                <a:ext uri="{FF2B5EF4-FFF2-40B4-BE49-F238E27FC236}">
                  <a16:creationId xmlns:a16="http://schemas.microsoft.com/office/drawing/2014/main" id="{14886B64-B23E-FCE7-E7B4-8A7AC37FE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69" name="Freeform 1022">
              <a:extLst>
                <a:ext uri="{FF2B5EF4-FFF2-40B4-BE49-F238E27FC236}">
                  <a16:creationId xmlns:a16="http://schemas.microsoft.com/office/drawing/2014/main" id="{07BFD494-15FB-95D1-19C2-CDFD00901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0" name="Freeform 1023">
              <a:extLst>
                <a:ext uri="{FF2B5EF4-FFF2-40B4-BE49-F238E27FC236}">
                  <a16:creationId xmlns:a16="http://schemas.microsoft.com/office/drawing/2014/main" id="{29AFEAFC-2DC9-AF68-9784-5AB329DA9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1" name="Freeform 1024">
              <a:extLst>
                <a:ext uri="{FF2B5EF4-FFF2-40B4-BE49-F238E27FC236}">
                  <a16:creationId xmlns:a16="http://schemas.microsoft.com/office/drawing/2014/main" id="{06C3BC46-0F04-E3F7-7FF8-81FF2C209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2" name="Freeform 1025">
              <a:extLst>
                <a:ext uri="{FF2B5EF4-FFF2-40B4-BE49-F238E27FC236}">
                  <a16:creationId xmlns:a16="http://schemas.microsoft.com/office/drawing/2014/main" id="{BB57C1BB-2D59-1F68-3E33-9CF1DB751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3" name="Freeform 1026">
              <a:extLst>
                <a:ext uri="{FF2B5EF4-FFF2-40B4-BE49-F238E27FC236}">
                  <a16:creationId xmlns:a16="http://schemas.microsoft.com/office/drawing/2014/main" id="{1000D74E-447E-7EB0-14D8-4F6B67E96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574" name="Group 1027">
              <a:extLst>
                <a:ext uri="{FF2B5EF4-FFF2-40B4-BE49-F238E27FC236}">
                  <a16:creationId xmlns:a16="http://schemas.microsoft.com/office/drawing/2014/main" id="{904A0F83-B036-51D5-A019-6DE4D26361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81" name="Freeform 1028">
                <a:extLst>
                  <a:ext uri="{FF2B5EF4-FFF2-40B4-BE49-F238E27FC236}">
                    <a16:creationId xmlns:a16="http://schemas.microsoft.com/office/drawing/2014/main" id="{274101D7-DDE9-6923-705E-9469ECE49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82" name="Freeform 1029">
                <a:extLst>
                  <a:ext uri="{FF2B5EF4-FFF2-40B4-BE49-F238E27FC236}">
                    <a16:creationId xmlns:a16="http://schemas.microsoft.com/office/drawing/2014/main" id="{12F981CA-0C1F-2E2F-D6D3-C0AC4EA43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83" name="Freeform 1030">
                <a:extLst>
                  <a:ext uri="{FF2B5EF4-FFF2-40B4-BE49-F238E27FC236}">
                    <a16:creationId xmlns:a16="http://schemas.microsoft.com/office/drawing/2014/main" id="{9CB50F9A-AD6C-7F1E-8D09-9BC309778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84" name="Freeform 1031">
                <a:extLst>
                  <a:ext uri="{FF2B5EF4-FFF2-40B4-BE49-F238E27FC236}">
                    <a16:creationId xmlns:a16="http://schemas.microsoft.com/office/drawing/2014/main" id="{258B7146-9586-A6A0-66A7-03C782816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85" name="Freeform 1032">
                <a:extLst>
                  <a:ext uri="{FF2B5EF4-FFF2-40B4-BE49-F238E27FC236}">
                    <a16:creationId xmlns:a16="http://schemas.microsoft.com/office/drawing/2014/main" id="{156D0C12-609D-5B9C-9D2B-447F79725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86" name="Freeform 1033">
                <a:extLst>
                  <a:ext uri="{FF2B5EF4-FFF2-40B4-BE49-F238E27FC236}">
                    <a16:creationId xmlns:a16="http://schemas.microsoft.com/office/drawing/2014/main" id="{106338A1-59FD-E47B-0819-FA23ADCDD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75" name="Freeform 1034">
              <a:extLst>
                <a:ext uri="{FF2B5EF4-FFF2-40B4-BE49-F238E27FC236}">
                  <a16:creationId xmlns:a16="http://schemas.microsoft.com/office/drawing/2014/main" id="{5E93EAAF-D169-ACA5-AA8C-6CC5D39E6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6" name="Freeform 1035">
              <a:extLst>
                <a:ext uri="{FF2B5EF4-FFF2-40B4-BE49-F238E27FC236}">
                  <a16:creationId xmlns:a16="http://schemas.microsoft.com/office/drawing/2014/main" id="{C5079428-69F0-6E61-3B0E-A9FA93B05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7" name="Freeform 1036">
              <a:extLst>
                <a:ext uri="{FF2B5EF4-FFF2-40B4-BE49-F238E27FC236}">
                  <a16:creationId xmlns:a16="http://schemas.microsoft.com/office/drawing/2014/main" id="{81542CD0-DAEE-6451-8B36-E06FE3C38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8" name="Freeform 1037">
              <a:extLst>
                <a:ext uri="{FF2B5EF4-FFF2-40B4-BE49-F238E27FC236}">
                  <a16:creationId xmlns:a16="http://schemas.microsoft.com/office/drawing/2014/main" id="{A74E223C-B454-26AB-23BB-A6D3FCAF3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79" name="Freeform 1038">
              <a:extLst>
                <a:ext uri="{FF2B5EF4-FFF2-40B4-BE49-F238E27FC236}">
                  <a16:creationId xmlns:a16="http://schemas.microsoft.com/office/drawing/2014/main" id="{B2B82571-AF67-CF96-77F3-88308A749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580" name="Freeform 1039">
              <a:extLst>
                <a:ext uri="{FF2B5EF4-FFF2-40B4-BE49-F238E27FC236}">
                  <a16:creationId xmlns:a16="http://schemas.microsoft.com/office/drawing/2014/main" id="{F4A64BFF-D5B1-43ED-E4E3-5F9D825A9E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587" name="Group 586">
            <a:extLst>
              <a:ext uri="{FF2B5EF4-FFF2-40B4-BE49-F238E27FC236}">
                <a16:creationId xmlns:a16="http://schemas.microsoft.com/office/drawing/2014/main" id="{471D557B-4BB2-21A9-63C8-09252D54E1AE}"/>
              </a:ext>
            </a:extLst>
          </p:cNvPr>
          <p:cNvGrpSpPr/>
          <p:nvPr/>
        </p:nvGrpSpPr>
        <p:grpSpPr>
          <a:xfrm>
            <a:off x="1878566" y="2022404"/>
            <a:ext cx="530702" cy="478009"/>
            <a:chOff x="8631407" y="2290407"/>
            <a:chExt cx="530702" cy="478009"/>
          </a:xfrm>
        </p:grpSpPr>
        <p:pic>
          <p:nvPicPr>
            <p:cNvPr id="588" name="Picture 568" descr="light2.png">
              <a:extLst>
                <a:ext uri="{FF2B5EF4-FFF2-40B4-BE49-F238E27FC236}">
                  <a16:creationId xmlns:a16="http://schemas.microsoft.com/office/drawing/2014/main" id="{BE4F5E3E-7789-26E3-9865-B521FB3A0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9" name="Picture 1017" descr="antenna_stylized">
              <a:extLst>
                <a:ext uri="{FF2B5EF4-FFF2-40B4-BE49-F238E27FC236}">
                  <a16:creationId xmlns:a16="http://schemas.microsoft.com/office/drawing/2014/main" id="{9C2894B4-F536-32A3-3D2E-D3C56B77E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0" name="Group 589">
            <a:extLst>
              <a:ext uri="{FF2B5EF4-FFF2-40B4-BE49-F238E27FC236}">
                <a16:creationId xmlns:a16="http://schemas.microsoft.com/office/drawing/2014/main" id="{D17AF844-63D4-0493-E768-5BE49060E732}"/>
              </a:ext>
            </a:extLst>
          </p:cNvPr>
          <p:cNvGrpSpPr/>
          <p:nvPr/>
        </p:nvGrpSpPr>
        <p:grpSpPr>
          <a:xfrm>
            <a:off x="1740324" y="1761801"/>
            <a:ext cx="849312" cy="226109"/>
            <a:chOff x="8493165" y="2029804"/>
            <a:chExt cx="849312" cy="226109"/>
          </a:xfrm>
        </p:grpSpPr>
        <p:pic>
          <p:nvPicPr>
            <p:cNvPr id="591" name="Picture 603" descr="car_icon_small">
              <a:extLst>
                <a:ext uri="{FF2B5EF4-FFF2-40B4-BE49-F238E27FC236}">
                  <a16:creationId xmlns:a16="http://schemas.microsoft.com/office/drawing/2014/main" id="{828903AD-EBA9-5D82-2F7F-B991F51CDE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2" name="Picture 1017" descr="antenna_stylized">
              <a:extLst>
                <a:ext uri="{FF2B5EF4-FFF2-40B4-BE49-F238E27FC236}">
                  <a16:creationId xmlns:a16="http://schemas.microsoft.com/office/drawing/2014/main" id="{E6505D9A-1B9A-9660-F5A9-F681A1F48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94E87FE3-FBB5-BC87-FCBF-E68AABEC77AB}"/>
              </a:ext>
            </a:extLst>
          </p:cNvPr>
          <p:cNvGrpSpPr/>
          <p:nvPr/>
        </p:nvGrpSpPr>
        <p:grpSpPr>
          <a:xfrm>
            <a:off x="734303" y="3028101"/>
            <a:ext cx="857739" cy="583764"/>
            <a:chOff x="7487144" y="3296104"/>
            <a:chExt cx="857739" cy="583764"/>
          </a:xfrm>
        </p:grpSpPr>
        <p:grpSp>
          <p:nvGrpSpPr>
            <p:cNvPr id="594" name="Group 593">
              <a:extLst>
                <a:ext uri="{FF2B5EF4-FFF2-40B4-BE49-F238E27FC236}">
                  <a16:creationId xmlns:a16="http://schemas.microsoft.com/office/drawing/2014/main" id="{9E5624A9-7D4B-51D9-CBDE-EBA482756516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601" name="Picture 1115" descr="antenna_stylized">
                <a:extLst>
                  <a:ext uri="{FF2B5EF4-FFF2-40B4-BE49-F238E27FC236}">
                    <a16:creationId xmlns:a16="http://schemas.microsoft.com/office/drawing/2014/main" id="{2454EB15-E92D-8DF3-26EC-53F7C43691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2" name="Picture 1116" descr="laptop_keyboard">
                <a:extLst>
                  <a:ext uri="{FF2B5EF4-FFF2-40B4-BE49-F238E27FC236}">
                    <a16:creationId xmlns:a16="http://schemas.microsoft.com/office/drawing/2014/main" id="{F966C789-250C-1518-F497-F6AFFDA116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3" name="Freeform 1117">
                <a:extLst>
                  <a:ext uri="{FF2B5EF4-FFF2-40B4-BE49-F238E27FC236}">
                    <a16:creationId xmlns:a16="http://schemas.microsoft.com/office/drawing/2014/main" id="{5AC274BB-A5A5-686F-3520-60799884B9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pic>
            <p:nvPicPr>
              <p:cNvPr id="604" name="Picture 1118" descr="screen">
                <a:extLst>
                  <a:ext uri="{FF2B5EF4-FFF2-40B4-BE49-F238E27FC236}">
                    <a16:creationId xmlns:a16="http://schemas.microsoft.com/office/drawing/2014/main" id="{D0E009DA-DD43-102F-568E-4DF413578A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" name="Freeform 1119">
                <a:extLst>
                  <a:ext uri="{FF2B5EF4-FFF2-40B4-BE49-F238E27FC236}">
                    <a16:creationId xmlns:a16="http://schemas.microsoft.com/office/drawing/2014/main" id="{3CFA06E2-2970-2389-EB0F-16613B3BE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6" name="Freeform 1120">
                <a:extLst>
                  <a:ext uri="{FF2B5EF4-FFF2-40B4-BE49-F238E27FC236}">
                    <a16:creationId xmlns:a16="http://schemas.microsoft.com/office/drawing/2014/main" id="{A5CE0B9F-A1E9-9F58-0B14-7D4A2D4CE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7" name="Freeform 1121">
                <a:extLst>
                  <a:ext uri="{FF2B5EF4-FFF2-40B4-BE49-F238E27FC236}">
                    <a16:creationId xmlns:a16="http://schemas.microsoft.com/office/drawing/2014/main" id="{FCE37A3D-2596-41C4-8DD2-38F5A9749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8" name="Freeform 1122">
                <a:extLst>
                  <a:ext uri="{FF2B5EF4-FFF2-40B4-BE49-F238E27FC236}">
                    <a16:creationId xmlns:a16="http://schemas.microsoft.com/office/drawing/2014/main" id="{A2D026D8-05AD-BD27-FEDD-90727DDD9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9" name="Freeform 1123">
                <a:extLst>
                  <a:ext uri="{FF2B5EF4-FFF2-40B4-BE49-F238E27FC236}">
                    <a16:creationId xmlns:a16="http://schemas.microsoft.com/office/drawing/2014/main" id="{22B55731-8686-CBB5-1328-B064C7C18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0" name="Freeform 1124">
                <a:extLst>
                  <a:ext uri="{FF2B5EF4-FFF2-40B4-BE49-F238E27FC236}">
                    <a16:creationId xmlns:a16="http://schemas.microsoft.com/office/drawing/2014/main" id="{C9B7306D-03EC-26B7-01E2-59EC78235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grpSp>
            <p:nvGrpSpPr>
              <p:cNvPr id="611" name="Group 1125">
                <a:extLst>
                  <a:ext uri="{FF2B5EF4-FFF2-40B4-BE49-F238E27FC236}">
                    <a16:creationId xmlns:a16="http://schemas.microsoft.com/office/drawing/2014/main" id="{C2CBA7F3-9FCE-C222-431C-6DDE7535D0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618" name="Freeform 1126">
                  <a:extLst>
                    <a:ext uri="{FF2B5EF4-FFF2-40B4-BE49-F238E27FC236}">
                      <a16:creationId xmlns:a16="http://schemas.microsoft.com/office/drawing/2014/main" id="{48302995-E981-548A-620F-CE8AC38A4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19" name="Freeform 1127">
                  <a:extLst>
                    <a:ext uri="{FF2B5EF4-FFF2-40B4-BE49-F238E27FC236}">
                      <a16:creationId xmlns:a16="http://schemas.microsoft.com/office/drawing/2014/main" id="{DC767231-C440-B85A-B18F-6DCD4F2093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20" name="Freeform 1128">
                  <a:extLst>
                    <a:ext uri="{FF2B5EF4-FFF2-40B4-BE49-F238E27FC236}">
                      <a16:creationId xmlns:a16="http://schemas.microsoft.com/office/drawing/2014/main" id="{9B71C932-0E10-234A-4459-5346DC3084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21" name="Freeform 1129">
                  <a:extLst>
                    <a:ext uri="{FF2B5EF4-FFF2-40B4-BE49-F238E27FC236}">
                      <a16:creationId xmlns:a16="http://schemas.microsoft.com/office/drawing/2014/main" id="{16A065B2-63F1-DDDA-1FEB-3856985A51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22" name="Freeform 1130">
                  <a:extLst>
                    <a:ext uri="{FF2B5EF4-FFF2-40B4-BE49-F238E27FC236}">
                      <a16:creationId xmlns:a16="http://schemas.microsoft.com/office/drawing/2014/main" id="{FF342AC1-DACA-EBF8-B5F6-6954D1E945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23" name="Freeform 1131">
                  <a:extLst>
                    <a:ext uri="{FF2B5EF4-FFF2-40B4-BE49-F238E27FC236}">
                      <a16:creationId xmlns:a16="http://schemas.microsoft.com/office/drawing/2014/main" id="{D01E5482-55AE-3117-22B0-B6F23F6555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sp>
            <p:nvSpPr>
              <p:cNvPr id="612" name="Freeform 1132">
                <a:extLst>
                  <a:ext uri="{FF2B5EF4-FFF2-40B4-BE49-F238E27FC236}">
                    <a16:creationId xmlns:a16="http://schemas.microsoft.com/office/drawing/2014/main" id="{47D5265E-2965-9B0A-5347-022BC797B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3" name="Freeform 1133">
                <a:extLst>
                  <a:ext uri="{FF2B5EF4-FFF2-40B4-BE49-F238E27FC236}">
                    <a16:creationId xmlns:a16="http://schemas.microsoft.com/office/drawing/2014/main" id="{1C5422FA-A2EB-620B-694A-2D7C12EB7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4" name="Freeform 1134">
                <a:extLst>
                  <a:ext uri="{FF2B5EF4-FFF2-40B4-BE49-F238E27FC236}">
                    <a16:creationId xmlns:a16="http://schemas.microsoft.com/office/drawing/2014/main" id="{33C6C4C6-F2A0-8302-7465-148F38DD4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5" name="Freeform 1135">
                <a:extLst>
                  <a:ext uri="{FF2B5EF4-FFF2-40B4-BE49-F238E27FC236}">
                    <a16:creationId xmlns:a16="http://schemas.microsoft.com/office/drawing/2014/main" id="{2315514E-7406-99AE-32F3-BBC742E3F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6" name="Freeform 1136">
                <a:extLst>
                  <a:ext uri="{FF2B5EF4-FFF2-40B4-BE49-F238E27FC236}">
                    <a16:creationId xmlns:a16="http://schemas.microsoft.com/office/drawing/2014/main" id="{29C008BB-C9DF-FD9D-323F-54406F4F5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7" name="Freeform 1137">
                <a:extLst>
                  <a:ext uri="{FF2B5EF4-FFF2-40B4-BE49-F238E27FC236}">
                    <a16:creationId xmlns:a16="http://schemas.microsoft.com/office/drawing/2014/main" id="{EAF03EB7-7B89-7570-0AD3-D845C67880D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grpSp>
          <p:nvGrpSpPr>
            <p:cNvPr id="595" name="Group 1139">
              <a:extLst>
                <a:ext uri="{FF2B5EF4-FFF2-40B4-BE49-F238E27FC236}">
                  <a16:creationId xmlns:a16="http://schemas.microsoft.com/office/drawing/2014/main" id="{4227ED47-DC85-1068-C3AA-E9439A39498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599" name="Picture 1140" descr="desktop_computer_stylized_medium">
                <a:extLst>
                  <a:ext uri="{FF2B5EF4-FFF2-40B4-BE49-F238E27FC236}">
                    <a16:creationId xmlns:a16="http://schemas.microsoft.com/office/drawing/2014/main" id="{907ABCD3-9FA1-0D8C-DD1D-EE30F19341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0" name="Freeform 1141">
                <a:extLst>
                  <a:ext uri="{FF2B5EF4-FFF2-40B4-BE49-F238E27FC236}">
                    <a16:creationId xmlns:a16="http://schemas.microsoft.com/office/drawing/2014/main" id="{02DA68F3-1464-5775-0947-1D1D1ABC5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401FD094-0FBA-EFBA-4392-D46873736BD1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597" name="Picture 571" descr="fridge2.png">
                <a:extLst>
                  <a:ext uri="{FF2B5EF4-FFF2-40B4-BE49-F238E27FC236}">
                    <a16:creationId xmlns:a16="http://schemas.microsoft.com/office/drawing/2014/main" id="{75A8B9DE-0D39-BC68-3F83-263C52C5FC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98" name="Picture 1115" descr="antenna_stylized">
                <a:extLst>
                  <a:ext uri="{FF2B5EF4-FFF2-40B4-BE49-F238E27FC236}">
                    <a16:creationId xmlns:a16="http://schemas.microsoft.com/office/drawing/2014/main" id="{02811611-9C03-F58F-255E-759B89FC34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A6401C54-52E7-BB15-BE17-D501F120B4AD}"/>
              </a:ext>
            </a:extLst>
          </p:cNvPr>
          <p:cNvGrpSpPr/>
          <p:nvPr/>
        </p:nvGrpSpPr>
        <p:grpSpPr>
          <a:xfrm>
            <a:off x="4305732" y="3131162"/>
            <a:ext cx="518448" cy="1212242"/>
            <a:chOff x="11058573" y="3399165"/>
            <a:chExt cx="518448" cy="1212242"/>
          </a:xfrm>
        </p:grpSpPr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2062FF5F-38ED-843C-7C50-8F2E421EB15F}"/>
                </a:ext>
              </a:extLst>
            </p:cNvPr>
            <p:cNvGrpSpPr/>
            <p:nvPr/>
          </p:nvGrpSpPr>
          <p:grpSpPr>
            <a:xfrm>
              <a:off x="11150622" y="4159591"/>
              <a:ext cx="426399" cy="451816"/>
              <a:chOff x="5182936" y="2693365"/>
              <a:chExt cx="532434" cy="414788"/>
            </a:xfrm>
          </p:grpSpPr>
          <p:cxnSp>
            <p:nvCxnSpPr>
              <p:cNvPr id="632" name="Straight Connector 631">
                <a:extLst>
                  <a:ext uri="{FF2B5EF4-FFF2-40B4-BE49-F238E27FC236}">
                    <a16:creationId xmlns:a16="http://schemas.microsoft.com/office/drawing/2014/main" id="{9A822C21-8687-9135-4AA4-25EDB2C4BF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2936" y="2914214"/>
                <a:ext cx="153344" cy="0"/>
              </a:xfrm>
              <a:prstGeom prst="line">
                <a:avLst/>
              </a:prstGeom>
              <a:ln w="12700">
                <a:solidFill>
                  <a:srgbClr val="E4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3" name="Group 632">
                <a:extLst>
                  <a:ext uri="{FF2B5EF4-FFF2-40B4-BE49-F238E27FC236}">
                    <a16:creationId xmlns:a16="http://schemas.microsoft.com/office/drawing/2014/main" id="{2C6DB02E-68E7-CE00-05DF-4978FE5D1BD4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634" name="Picture 633" descr="server_rack.png">
                  <a:extLst>
                    <a:ext uri="{FF2B5EF4-FFF2-40B4-BE49-F238E27FC236}">
                      <a16:creationId xmlns:a16="http://schemas.microsoft.com/office/drawing/2014/main" id="{34A4EAE2-DD24-7F4C-1480-4AC5EE55CA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635" name="Picture 634" descr="server_rack.png">
                  <a:extLst>
                    <a:ext uri="{FF2B5EF4-FFF2-40B4-BE49-F238E27FC236}">
                      <a16:creationId xmlns:a16="http://schemas.microsoft.com/office/drawing/2014/main" id="{9C12BE93-7A2E-48E6-FC70-A84C39FB22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636" name="Picture 635" descr="server_rack.png">
                  <a:extLst>
                    <a:ext uri="{FF2B5EF4-FFF2-40B4-BE49-F238E27FC236}">
                      <a16:creationId xmlns:a16="http://schemas.microsoft.com/office/drawing/2014/main" id="{BD6151E2-ED32-0889-F6DF-326FEDC934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2A4EAEF7-1CD7-85FF-2DF3-060717036734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84FD6C29-F44B-92F1-D02A-DDEE5CBF2C44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rgbClr val="E4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8" name="Group 627">
                <a:extLst>
                  <a:ext uri="{FF2B5EF4-FFF2-40B4-BE49-F238E27FC236}">
                    <a16:creationId xmlns:a16="http://schemas.microsoft.com/office/drawing/2014/main" id="{519B8662-426B-9C57-F747-3A63DADB5B64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629" name="Picture 628" descr="server_rack.png">
                  <a:extLst>
                    <a:ext uri="{FF2B5EF4-FFF2-40B4-BE49-F238E27FC236}">
                      <a16:creationId xmlns:a16="http://schemas.microsoft.com/office/drawing/2014/main" id="{513286D1-2044-8841-D7C1-93791EDC38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630" name="Picture 629" descr="server_rack.png">
                  <a:extLst>
                    <a:ext uri="{FF2B5EF4-FFF2-40B4-BE49-F238E27FC236}">
                      <a16:creationId xmlns:a16="http://schemas.microsoft.com/office/drawing/2014/main" id="{2C3E7079-AB6B-0C52-E9D6-FD0013C898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631" name="Picture 630" descr="server_rack.png">
                  <a:extLst>
                    <a:ext uri="{FF2B5EF4-FFF2-40B4-BE49-F238E27FC236}">
                      <a16:creationId xmlns:a16="http://schemas.microsoft.com/office/drawing/2014/main" id="{7403884D-940D-4AC9-E85D-98870F6AB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637" name="Group 590">
            <a:extLst>
              <a:ext uri="{FF2B5EF4-FFF2-40B4-BE49-F238E27FC236}">
                <a16:creationId xmlns:a16="http://schemas.microsoft.com/office/drawing/2014/main" id="{7E250C9D-0C03-8507-322E-701248FA1FE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221640" y="4602838"/>
            <a:ext cx="345630" cy="320302"/>
            <a:chOff x="2839" y="3501"/>
            <a:chExt cx="755" cy="803"/>
          </a:xfrm>
        </p:grpSpPr>
        <p:pic>
          <p:nvPicPr>
            <p:cNvPr id="638" name="Picture 591" descr="desktop_computer_stylized_medium">
              <a:extLst>
                <a:ext uri="{FF2B5EF4-FFF2-40B4-BE49-F238E27FC236}">
                  <a16:creationId xmlns:a16="http://schemas.microsoft.com/office/drawing/2014/main" id="{102073F7-A6F0-5FA7-7B11-F7394E9FB3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592">
              <a:extLst>
                <a:ext uri="{FF2B5EF4-FFF2-40B4-BE49-F238E27FC236}">
                  <a16:creationId xmlns:a16="http://schemas.microsoft.com/office/drawing/2014/main" id="{63C64A13-163E-DB43-3023-49BC61A1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40" name="Group 1064">
            <a:extLst>
              <a:ext uri="{FF2B5EF4-FFF2-40B4-BE49-F238E27FC236}">
                <a16:creationId xmlns:a16="http://schemas.microsoft.com/office/drawing/2014/main" id="{7F9EB631-3A45-EB2A-F3B1-F84FB4D47B35}"/>
              </a:ext>
            </a:extLst>
          </p:cNvPr>
          <p:cNvGrpSpPr>
            <a:grpSpLocks/>
          </p:cNvGrpSpPr>
          <p:nvPr/>
        </p:nvGrpSpPr>
        <p:grpSpPr bwMode="auto">
          <a:xfrm>
            <a:off x="2442466" y="5555486"/>
            <a:ext cx="310186" cy="307808"/>
            <a:chOff x="877" y="1008"/>
            <a:chExt cx="2747" cy="2591"/>
          </a:xfrm>
        </p:grpSpPr>
        <p:pic>
          <p:nvPicPr>
            <p:cNvPr id="641" name="Picture 1065" descr="antenna_stylized">
              <a:extLst>
                <a:ext uri="{FF2B5EF4-FFF2-40B4-BE49-F238E27FC236}">
                  <a16:creationId xmlns:a16="http://schemas.microsoft.com/office/drawing/2014/main" id="{449A485B-3C65-A7E0-4346-5AB356B79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2" name="Picture 1066" descr="laptop_keyboard">
              <a:extLst>
                <a:ext uri="{FF2B5EF4-FFF2-40B4-BE49-F238E27FC236}">
                  <a16:creationId xmlns:a16="http://schemas.microsoft.com/office/drawing/2014/main" id="{A2E6E341-D59B-5467-EE03-A02A5E6DA4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3" name="Freeform 1067">
              <a:extLst>
                <a:ext uri="{FF2B5EF4-FFF2-40B4-BE49-F238E27FC236}">
                  <a16:creationId xmlns:a16="http://schemas.microsoft.com/office/drawing/2014/main" id="{8FA707EB-451E-E821-993B-01882235A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pic>
          <p:nvPicPr>
            <p:cNvPr id="644" name="Picture 1068" descr="screen">
              <a:extLst>
                <a:ext uri="{FF2B5EF4-FFF2-40B4-BE49-F238E27FC236}">
                  <a16:creationId xmlns:a16="http://schemas.microsoft.com/office/drawing/2014/main" id="{0A73006A-25AA-78B1-8DCA-CE23F42B2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" name="Freeform 1069">
              <a:extLst>
                <a:ext uri="{FF2B5EF4-FFF2-40B4-BE49-F238E27FC236}">
                  <a16:creationId xmlns:a16="http://schemas.microsoft.com/office/drawing/2014/main" id="{F4FEA6AA-389B-03CD-FE11-024D22E08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46" name="Freeform 1070">
              <a:extLst>
                <a:ext uri="{FF2B5EF4-FFF2-40B4-BE49-F238E27FC236}">
                  <a16:creationId xmlns:a16="http://schemas.microsoft.com/office/drawing/2014/main" id="{EEF9E7BB-6DA2-7517-86FC-824686C3B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47" name="Freeform 1071">
              <a:extLst>
                <a:ext uri="{FF2B5EF4-FFF2-40B4-BE49-F238E27FC236}">
                  <a16:creationId xmlns:a16="http://schemas.microsoft.com/office/drawing/2014/main" id="{4AD887D8-2EB6-AA24-98EF-8475D7839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48" name="Freeform 1072">
              <a:extLst>
                <a:ext uri="{FF2B5EF4-FFF2-40B4-BE49-F238E27FC236}">
                  <a16:creationId xmlns:a16="http://schemas.microsoft.com/office/drawing/2014/main" id="{98B11033-5263-C661-1A11-8C0AD1342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49" name="Freeform 1073">
              <a:extLst>
                <a:ext uri="{FF2B5EF4-FFF2-40B4-BE49-F238E27FC236}">
                  <a16:creationId xmlns:a16="http://schemas.microsoft.com/office/drawing/2014/main" id="{741D7BED-19EF-CA8F-741F-E1956657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50" name="Freeform 1074">
              <a:extLst>
                <a:ext uri="{FF2B5EF4-FFF2-40B4-BE49-F238E27FC236}">
                  <a16:creationId xmlns:a16="http://schemas.microsoft.com/office/drawing/2014/main" id="{B4838A95-6BB9-BEA6-4F85-F14B659C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651" name="Group 1075">
              <a:extLst>
                <a:ext uri="{FF2B5EF4-FFF2-40B4-BE49-F238E27FC236}">
                  <a16:creationId xmlns:a16="http://schemas.microsoft.com/office/drawing/2014/main" id="{DB39DD22-7BC1-5016-199C-621B0ABD50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58" name="Freeform 1076">
                <a:extLst>
                  <a:ext uri="{FF2B5EF4-FFF2-40B4-BE49-F238E27FC236}">
                    <a16:creationId xmlns:a16="http://schemas.microsoft.com/office/drawing/2014/main" id="{29D83E35-04E0-9119-2FFB-47DDAA189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59" name="Freeform 1077">
                <a:extLst>
                  <a:ext uri="{FF2B5EF4-FFF2-40B4-BE49-F238E27FC236}">
                    <a16:creationId xmlns:a16="http://schemas.microsoft.com/office/drawing/2014/main" id="{3620C0F6-F9AE-4741-52DB-F777AB4B95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60" name="Freeform 1078">
                <a:extLst>
                  <a:ext uri="{FF2B5EF4-FFF2-40B4-BE49-F238E27FC236}">
                    <a16:creationId xmlns:a16="http://schemas.microsoft.com/office/drawing/2014/main" id="{6BCD6DA4-FABC-BAAD-B1F2-A21332F51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61" name="Freeform 1079">
                <a:extLst>
                  <a:ext uri="{FF2B5EF4-FFF2-40B4-BE49-F238E27FC236}">
                    <a16:creationId xmlns:a16="http://schemas.microsoft.com/office/drawing/2014/main" id="{BBDB203F-C3E6-ADE6-7CF6-C235E6ABA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62" name="Freeform 1080">
                <a:extLst>
                  <a:ext uri="{FF2B5EF4-FFF2-40B4-BE49-F238E27FC236}">
                    <a16:creationId xmlns:a16="http://schemas.microsoft.com/office/drawing/2014/main" id="{59E48556-54D1-BBA8-4C28-39375BEF2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63" name="Freeform 1081">
                <a:extLst>
                  <a:ext uri="{FF2B5EF4-FFF2-40B4-BE49-F238E27FC236}">
                    <a16:creationId xmlns:a16="http://schemas.microsoft.com/office/drawing/2014/main" id="{FB6D017D-352C-BB9C-9C32-064235D1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652" name="Freeform 1082">
              <a:extLst>
                <a:ext uri="{FF2B5EF4-FFF2-40B4-BE49-F238E27FC236}">
                  <a16:creationId xmlns:a16="http://schemas.microsoft.com/office/drawing/2014/main" id="{92E20475-7A1B-63DE-8694-D9F442A02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53" name="Freeform 1083">
              <a:extLst>
                <a:ext uri="{FF2B5EF4-FFF2-40B4-BE49-F238E27FC236}">
                  <a16:creationId xmlns:a16="http://schemas.microsoft.com/office/drawing/2014/main" id="{C50D6999-F8DC-A20F-5632-0271D261E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54" name="Freeform 1084">
              <a:extLst>
                <a:ext uri="{FF2B5EF4-FFF2-40B4-BE49-F238E27FC236}">
                  <a16:creationId xmlns:a16="http://schemas.microsoft.com/office/drawing/2014/main" id="{D962B12E-7C00-A3A3-AB9B-5E53FE255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55" name="Freeform 1085">
              <a:extLst>
                <a:ext uri="{FF2B5EF4-FFF2-40B4-BE49-F238E27FC236}">
                  <a16:creationId xmlns:a16="http://schemas.microsoft.com/office/drawing/2014/main" id="{A1CA0A7C-8378-9B20-23E3-944A722EA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56" name="Freeform 1086">
              <a:extLst>
                <a:ext uri="{FF2B5EF4-FFF2-40B4-BE49-F238E27FC236}">
                  <a16:creationId xmlns:a16="http://schemas.microsoft.com/office/drawing/2014/main" id="{AEFE5AB8-A673-1381-848D-68668D4B2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57" name="Freeform 1087">
              <a:extLst>
                <a:ext uri="{FF2B5EF4-FFF2-40B4-BE49-F238E27FC236}">
                  <a16:creationId xmlns:a16="http://schemas.microsoft.com/office/drawing/2014/main" id="{95263DD3-051D-8B76-03BE-23BA9E542DF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64" name="Group 590">
            <a:extLst>
              <a:ext uri="{FF2B5EF4-FFF2-40B4-BE49-F238E27FC236}">
                <a16:creationId xmlns:a16="http://schemas.microsoft.com/office/drawing/2014/main" id="{CF2ECE49-BA4D-05E4-E6C1-840260CD11A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394694" y="5207334"/>
            <a:ext cx="345630" cy="320302"/>
            <a:chOff x="2839" y="3501"/>
            <a:chExt cx="755" cy="803"/>
          </a:xfrm>
        </p:grpSpPr>
        <p:pic>
          <p:nvPicPr>
            <p:cNvPr id="665" name="Picture 591" descr="desktop_computer_stylized_medium">
              <a:extLst>
                <a:ext uri="{FF2B5EF4-FFF2-40B4-BE49-F238E27FC236}">
                  <a16:creationId xmlns:a16="http://schemas.microsoft.com/office/drawing/2014/main" id="{84762EA3-B892-3ED5-CD38-863BB5B3B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" name="Freeform 592">
              <a:extLst>
                <a:ext uri="{FF2B5EF4-FFF2-40B4-BE49-F238E27FC236}">
                  <a16:creationId xmlns:a16="http://schemas.microsoft.com/office/drawing/2014/main" id="{651113A0-0DEF-A011-C894-9C6178DA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67" name="Group 590">
            <a:extLst>
              <a:ext uri="{FF2B5EF4-FFF2-40B4-BE49-F238E27FC236}">
                <a16:creationId xmlns:a16="http://schemas.microsoft.com/office/drawing/2014/main" id="{99EC8BCA-EA27-1811-1319-6E2BE489702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792919" y="5228807"/>
            <a:ext cx="345630" cy="320302"/>
            <a:chOff x="2839" y="3501"/>
            <a:chExt cx="755" cy="803"/>
          </a:xfrm>
        </p:grpSpPr>
        <p:pic>
          <p:nvPicPr>
            <p:cNvPr id="668" name="Picture 591" descr="desktop_computer_stylized_medium">
              <a:extLst>
                <a:ext uri="{FF2B5EF4-FFF2-40B4-BE49-F238E27FC236}">
                  <a16:creationId xmlns:a16="http://schemas.microsoft.com/office/drawing/2014/main" id="{E029B9EB-A923-4FA3-59C1-D3E56B8F8D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9" name="Freeform 592">
              <a:extLst>
                <a:ext uri="{FF2B5EF4-FFF2-40B4-BE49-F238E27FC236}">
                  <a16:creationId xmlns:a16="http://schemas.microsoft.com/office/drawing/2014/main" id="{E364431F-E5C1-70B5-3918-1BA657FA1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70" name="Group 1064">
            <a:extLst>
              <a:ext uri="{FF2B5EF4-FFF2-40B4-BE49-F238E27FC236}">
                <a16:creationId xmlns:a16="http://schemas.microsoft.com/office/drawing/2014/main" id="{9A1D4ABF-04DB-131B-CE94-45EEFD3ED29A}"/>
              </a:ext>
            </a:extLst>
          </p:cNvPr>
          <p:cNvGrpSpPr>
            <a:grpSpLocks/>
          </p:cNvGrpSpPr>
          <p:nvPr/>
        </p:nvGrpSpPr>
        <p:grpSpPr bwMode="auto">
          <a:xfrm>
            <a:off x="2775531" y="5497815"/>
            <a:ext cx="319264" cy="253379"/>
            <a:chOff x="877" y="1008"/>
            <a:chExt cx="2747" cy="2591"/>
          </a:xfrm>
        </p:grpSpPr>
        <p:pic>
          <p:nvPicPr>
            <p:cNvPr id="671" name="Picture 1065" descr="antenna_stylized">
              <a:extLst>
                <a:ext uri="{FF2B5EF4-FFF2-40B4-BE49-F238E27FC236}">
                  <a16:creationId xmlns:a16="http://schemas.microsoft.com/office/drawing/2014/main" id="{C71FCDDE-6141-E4BE-1758-AF9CDA710F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2" name="Picture 1066" descr="laptop_keyboard">
              <a:extLst>
                <a:ext uri="{FF2B5EF4-FFF2-40B4-BE49-F238E27FC236}">
                  <a16:creationId xmlns:a16="http://schemas.microsoft.com/office/drawing/2014/main" id="{9586247A-7413-A23A-61F3-7B375DB41C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3" name="Freeform 1067">
              <a:extLst>
                <a:ext uri="{FF2B5EF4-FFF2-40B4-BE49-F238E27FC236}">
                  <a16:creationId xmlns:a16="http://schemas.microsoft.com/office/drawing/2014/main" id="{BADEB0FD-EB18-9956-4309-8E050F2B0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pic>
          <p:nvPicPr>
            <p:cNvPr id="674" name="Picture 1068" descr="screen">
              <a:extLst>
                <a:ext uri="{FF2B5EF4-FFF2-40B4-BE49-F238E27FC236}">
                  <a16:creationId xmlns:a16="http://schemas.microsoft.com/office/drawing/2014/main" id="{596FB977-B0CA-3D04-E641-C38F68CBC2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" name="Freeform 1069">
              <a:extLst>
                <a:ext uri="{FF2B5EF4-FFF2-40B4-BE49-F238E27FC236}">
                  <a16:creationId xmlns:a16="http://schemas.microsoft.com/office/drawing/2014/main" id="{2CCB188B-4FB6-8515-6420-6B47EE39C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76" name="Freeform 1070">
              <a:extLst>
                <a:ext uri="{FF2B5EF4-FFF2-40B4-BE49-F238E27FC236}">
                  <a16:creationId xmlns:a16="http://schemas.microsoft.com/office/drawing/2014/main" id="{6DB943FD-A362-45DA-5670-35EB52FE6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77" name="Freeform 1071">
              <a:extLst>
                <a:ext uri="{FF2B5EF4-FFF2-40B4-BE49-F238E27FC236}">
                  <a16:creationId xmlns:a16="http://schemas.microsoft.com/office/drawing/2014/main" id="{B623E45C-3BF6-EC6A-F1A1-523AE6BEC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78" name="Freeform 1072">
              <a:extLst>
                <a:ext uri="{FF2B5EF4-FFF2-40B4-BE49-F238E27FC236}">
                  <a16:creationId xmlns:a16="http://schemas.microsoft.com/office/drawing/2014/main" id="{960C36BD-7B29-F1CA-7AC6-BBD7EBB57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79" name="Freeform 1073">
              <a:extLst>
                <a:ext uri="{FF2B5EF4-FFF2-40B4-BE49-F238E27FC236}">
                  <a16:creationId xmlns:a16="http://schemas.microsoft.com/office/drawing/2014/main" id="{9C60CFAB-C1E5-5E42-A596-2F235F3EA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80" name="Freeform 1074">
              <a:extLst>
                <a:ext uri="{FF2B5EF4-FFF2-40B4-BE49-F238E27FC236}">
                  <a16:creationId xmlns:a16="http://schemas.microsoft.com/office/drawing/2014/main" id="{A5CA920A-60DC-6A7F-A0C6-205288505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681" name="Group 1075">
              <a:extLst>
                <a:ext uri="{FF2B5EF4-FFF2-40B4-BE49-F238E27FC236}">
                  <a16:creationId xmlns:a16="http://schemas.microsoft.com/office/drawing/2014/main" id="{CE644345-AFDE-9F4F-5D42-9C96FB18C7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88" name="Freeform 1076">
                <a:extLst>
                  <a:ext uri="{FF2B5EF4-FFF2-40B4-BE49-F238E27FC236}">
                    <a16:creationId xmlns:a16="http://schemas.microsoft.com/office/drawing/2014/main" id="{A3ED88A0-DE06-A118-D42A-872B156F8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9" name="Freeform 1077">
                <a:extLst>
                  <a:ext uri="{FF2B5EF4-FFF2-40B4-BE49-F238E27FC236}">
                    <a16:creationId xmlns:a16="http://schemas.microsoft.com/office/drawing/2014/main" id="{65F4BF4A-762A-77A7-3B9E-2020B1418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90" name="Freeform 1078">
                <a:extLst>
                  <a:ext uri="{FF2B5EF4-FFF2-40B4-BE49-F238E27FC236}">
                    <a16:creationId xmlns:a16="http://schemas.microsoft.com/office/drawing/2014/main" id="{5ED861DE-2116-A838-DEFA-F5D6FB079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91" name="Freeform 1079">
                <a:extLst>
                  <a:ext uri="{FF2B5EF4-FFF2-40B4-BE49-F238E27FC236}">
                    <a16:creationId xmlns:a16="http://schemas.microsoft.com/office/drawing/2014/main" id="{BE94766F-7636-05B9-37A3-25DACBA60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92" name="Freeform 1080">
                <a:extLst>
                  <a:ext uri="{FF2B5EF4-FFF2-40B4-BE49-F238E27FC236}">
                    <a16:creationId xmlns:a16="http://schemas.microsoft.com/office/drawing/2014/main" id="{3102F4F3-04DE-FF55-D6A1-694F5D833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93" name="Freeform 1081">
                <a:extLst>
                  <a:ext uri="{FF2B5EF4-FFF2-40B4-BE49-F238E27FC236}">
                    <a16:creationId xmlns:a16="http://schemas.microsoft.com/office/drawing/2014/main" id="{FFA5AC31-AA18-DAF8-6F4A-CDE09F9E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682" name="Freeform 1082">
              <a:extLst>
                <a:ext uri="{FF2B5EF4-FFF2-40B4-BE49-F238E27FC236}">
                  <a16:creationId xmlns:a16="http://schemas.microsoft.com/office/drawing/2014/main" id="{AFF5AF4D-0DD3-9ADC-F3D6-4B3506586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83" name="Freeform 1083">
              <a:extLst>
                <a:ext uri="{FF2B5EF4-FFF2-40B4-BE49-F238E27FC236}">
                  <a16:creationId xmlns:a16="http://schemas.microsoft.com/office/drawing/2014/main" id="{3CDFBE21-FE1A-A8F1-4025-D3A791132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84" name="Freeform 1084">
              <a:extLst>
                <a:ext uri="{FF2B5EF4-FFF2-40B4-BE49-F238E27FC236}">
                  <a16:creationId xmlns:a16="http://schemas.microsoft.com/office/drawing/2014/main" id="{092087F5-FF4E-4F52-EB60-9EA30A6CA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85" name="Freeform 1085">
              <a:extLst>
                <a:ext uri="{FF2B5EF4-FFF2-40B4-BE49-F238E27FC236}">
                  <a16:creationId xmlns:a16="http://schemas.microsoft.com/office/drawing/2014/main" id="{172284A2-410E-7F40-FE2B-3C870AFCF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86" name="Freeform 1086">
              <a:extLst>
                <a:ext uri="{FF2B5EF4-FFF2-40B4-BE49-F238E27FC236}">
                  <a16:creationId xmlns:a16="http://schemas.microsoft.com/office/drawing/2014/main" id="{762FACB1-C574-D8E4-9CA5-C88FBFE11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87" name="Freeform 1087">
              <a:extLst>
                <a:ext uri="{FF2B5EF4-FFF2-40B4-BE49-F238E27FC236}">
                  <a16:creationId xmlns:a16="http://schemas.microsoft.com/office/drawing/2014/main" id="{07F47B9B-A031-196E-19C8-399568CA427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sp>
        <p:nvSpPr>
          <p:cNvPr id="694" name="Freeform 984">
            <a:extLst>
              <a:ext uri="{FF2B5EF4-FFF2-40B4-BE49-F238E27FC236}">
                <a16:creationId xmlns:a16="http://schemas.microsoft.com/office/drawing/2014/main" id="{0CA63F54-4236-27AB-7051-F105BCDD0F9E}"/>
              </a:ext>
            </a:extLst>
          </p:cNvPr>
          <p:cNvSpPr>
            <a:spLocks/>
          </p:cNvSpPr>
          <p:nvPr/>
        </p:nvSpPr>
        <p:spPr bwMode="auto">
          <a:xfrm>
            <a:off x="3394378" y="5339648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95" name="Freeform 986">
            <a:extLst>
              <a:ext uri="{FF2B5EF4-FFF2-40B4-BE49-F238E27FC236}">
                <a16:creationId xmlns:a16="http://schemas.microsoft.com/office/drawing/2014/main" id="{9AECEDAC-E2A1-DA93-C891-75E98F85E390}"/>
              </a:ext>
            </a:extLst>
          </p:cNvPr>
          <p:cNvSpPr>
            <a:spLocks/>
          </p:cNvSpPr>
          <p:nvPr/>
        </p:nvSpPr>
        <p:spPr bwMode="auto">
          <a:xfrm>
            <a:off x="3400755" y="5359600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96" name="Freeform 987">
            <a:extLst>
              <a:ext uri="{FF2B5EF4-FFF2-40B4-BE49-F238E27FC236}">
                <a16:creationId xmlns:a16="http://schemas.microsoft.com/office/drawing/2014/main" id="{3A64FF2B-05E7-DF43-5413-CB1FC974DAAA}"/>
              </a:ext>
            </a:extLst>
          </p:cNvPr>
          <p:cNvSpPr>
            <a:spLocks/>
          </p:cNvSpPr>
          <p:nvPr/>
        </p:nvSpPr>
        <p:spPr bwMode="auto">
          <a:xfrm>
            <a:off x="3396303" y="5515430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97" name="Rectangle 988">
            <a:extLst>
              <a:ext uri="{FF2B5EF4-FFF2-40B4-BE49-F238E27FC236}">
                <a16:creationId xmlns:a16="http://schemas.microsoft.com/office/drawing/2014/main" id="{09BD27F3-6553-938B-4B25-57242B39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84" y="537707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698" name="Group 989">
            <a:extLst>
              <a:ext uri="{FF2B5EF4-FFF2-40B4-BE49-F238E27FC236}">
                <a16:creationId xmlns:a16="http://schemas.microsoft.com/office/drawing/2014/main" id="{641C6061-2608-55AA-BDE2-DB47976F6B07}"/>
              </a:ext>
            </a:extLst>
          </p:cNvPr>
          <p:cNvGrpSpPr>
            <a:grpSpLocks/>
          </p:cNvGrpSpPr>
          <p:nvPr/>
        </p:nvGrpSpPr>
        <p:grpSpPr bwMode="auto">
          <a:xfrm>
            <a:off x="3331934" y="5373872"/>
            <a:ext cx="69903" cy="21117"/>
            <a:chOff x="614" y="2568"/>
            <a:chExt cx="725" cy="139"/>
          </a:xfrm>
        </p:grpSpPr>
        <p:sp>
          <p:nvSpPr>
            <p:cNvPr id="699" name="AutoShape 990">
              <a:extLst>
                <a:ext uri="{FF2B5EF4-FFF2-40B4-BE49-F238E27FC236}">
                  <a16:creationId xmlns:a16="http://schemas.microsoft.com/office/drawing/2014/main" id="{30AE8A9C-79E7-03D9-29F0-F4927C154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00" name="AutoShape 991">
              <a:extLst>
                <a:ext uri="{FF2B5EF4-FFF2-40B4-BE49-F238E27FC236}">
                  <a16:creationId xmlns:a16="http://schemas.microsoft.com/office/drawing/2014/main" id="{A93DF519-EF1F-4BC0-556A-338C4BE60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sp>
        <p:nvSpPr>
          <p:cNvPr id="701" name="Rectangle 992">
            <a:extLst>
              <a:ext uri="{FF2B5EF4-FFF2-40B4-BE49-F238E27FC236}">
                <a16:creationId xmlns:a16="http://schemas.microsoft.com/office/drawing/2014/main" id="{8ED57DC2-CA19-CF19-D6CF-A6AB2753B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287" y="542542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702" name="Group 993">
            <a:extLst>
              <a:ext uri="{FF2B5EF4-FFF2-40B4-BE49-F238E27FC236}">
                <a16:creationId xmlns:a16="http://schemas.microsoft.com/office/drawing/2014/main" id="{B5A38D67-22EF-1247-6E41-CF6544DC7D57}"/>
              </a:ext>
            </a:extLst>
          </p:cNvPr>
          <p:cNvGrpSpPr>
            <a:grpSpLocks/>
          </p:cNvGrpSpPr>
          <p:nvPr/>
        </p:nvGrpSpPr>
        <p:grpSpPr bwMode="auto">
          <a:xfrm>
            <a:off x="3331694" y="5421349"/>
            <a:ext cx="69903" cy="19515"/>
            <a:chOff x="614" y="2568"/>
            <a:chExt cx="725" cy="139"/>
          </a:xfrm>
        </p:grpSpPr>
        <p:sp>
          <p:nvSpPr>
            <p:cNvPr id="703" name="AutoShape 994">
              <a:extLst>
                <a:ext uri="{FF2B5EF4-FFF2-40B4-BE49-F238E27FC236}">
                  <a16:creationId xmlns:a16="http://schemas.microsoft.com/office/drawing/2014/main" id="{F2752F6A-01B9-1C7A-32E5-024089CA9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04" name="AutoShape 995">
              <a:extLst>
                <a:ext uri="{FF2B5EF4-FFF2-40B4-BE49-F238E27FC236}">
                  <a16:creationId xmlns:a16="http://schemas.microsoft.com/office/drawing/2014/main" id="{A71CB477-BD05-5767-FA25-6D93F1C2B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sp>
        <p:nvSpPr>
          <p:cNvPr id="705" name="Rectangle 996">
            <a:extLst>
              <a:ext uri="{FF2B5EF4-FFF2-40B4-BE49-F238E27FC236}">
                <a16:creationId xmlns:a16="http://schemas.microsoft.com/office/drawing/2014/main" id="{A4BA2347-06DB-C95F-0124-147676F45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287" y="547377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06" name="Rectangle 997">
            <a:extLst>
              <a:ext uri="{FF2B5EF4-FFF2-40B4-BE49-F238E27FC236}">
                <a16:creationId xmlns:a16="http://schemas.microsoft.com/office/drawing/2014/main" id="{FD77D6ED-31CB-10D1-4187-19B28D299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490" y="551761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707" name="Group 998">
            <a:extLst>
              <a:ext uri="{FF2B5EF4-FFF2-40B4-BE49-F238E27FC236}">
                <a16:creationId xmlns:a16="http://schemas.microsoft.com/office/drawing/2014/main" id="{B3F48274-5732-9C3E-7F0F-3BC86ACF1DAE}"/>
              </a:ext>
            </a:extLst>
          </p:cNvPr>
          <p:cNvGrpSpPr>
            <a:grpSpLocks/>
          </p:cNvGrpSpPr>
          <p:nvPr/>
        </p:nvGrpSpPr>
        <p:grpSpPr bwMode="auto">
          <a:xfrm>
            <a:off x="3330250" y="5513537"/>
            <a:ext cx="70024" cy="21991"/>
            <a:chOff x="614" y="2568"/>
            <a:chExt cx="725" cy="139"/>
          </a:xfrm>
        </p:grpSpPr>
        <p:sp>
          <p:nvSpPr>
            <p:cNvPr id="708" name="AutoShape 999">
              <a:extLst>
                <a:ext uri="{FF2B5EF4-FFF2-40B4-BE49-F238E27FC236}">
                  <a16:creationId xmlns:a16="http://schemas.microsoft.com/office/drawing/2014/main" id="{B3068F9D-F532-07ED-1D2E-49036ECA2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09" name="AutoShape 1000">
              <a:extLst>
                <a:ext uri="{FF2B5EF4-FFF2-40B4-BE49-F238E27FC236}">
                  <a16:creationId xmlns:a16="http://schemas.microsoft.com/office/drawing/2014/main" id="{C3C470C4-F72A-7101-DD83-7BF691321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sp>
        <p:nvSpPr>
          <p:cNvPr id="710" name="Freeform 1001">
            <a:extLst>
              <a:ext uri="{FF2B5EF4-FFF2-40B4-BE49-F238E27FC236}">
                <a16:creationId xmlns:a16="http://schemas.microsoft.com/office/drawing/2014/main" id="{9AFD0813-E781-41E3-F088-181D7A2EFCC8}"/>
              </a:ext>
            </a:extLst>
          </p:cNvPr>
          <p:cNvSpPr>
            <a:spLocks/>
          </p:cNvSpPr>
          <p:nvPr/>
        </p:nvSpPr>
        <p:spPr bwMode="auto">
          <a:xfrm>
            <a:off x="3396785" y="5473778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711" name="Group 1002">
            <a:extLst>
              <a:ext uri="{FF2B5EF4-FFF2-40B4-BE49-F238E27FC236}">
                <a16:creationId xmlns:a16="http://schemas.microsoft.com/office/drawing/2014/main" id="{EE327ABD-D7A4-8F9D-C7E4-7DB53AF69E5E}"/>
              </a:ext>
            </a:extLst>
          </p:cNvPr>
          <p:cNvGrpSpPr>
            <a:grpSpLocks/>
          </p:cNvGrpSpPr>
          <p:nvPr/>
        </p:nvGrpSpPr>
        <p:grpSpPr bwMode="auto">
          <a:xfrm>
            <a:off x="3330731" y="5469846"/>
            <a:ext cx="70024" cy="20243"/>
            <a:chOff x="614" y="2568"/>
            <a:chExt cx="725" cy="139"/>
          </a:xfrm>
        </p:grpSpPr>
        <p:sp>
          <p:nvSpPr>
            <p:cNvPr id="712" name="AutoShape 1003">
              <a:extLst>
                <a:ext uri="{FF2B5EF4-FFF2-40B4-BE49-F238E27FC236}">
                  <a16:creationId xmlns:a16="http://schemas.microsoft.com/office/drawing/2014/main" id="{AACC4FF0-F936-71DF-146B-749BECDE3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13" name="AutoShape 1004">
              <a:extLst>
                <a:ext uri="{FF2B5EF4-FFF2-40B4-BE49-F238E27FC236}">
                  <a16:creationId xmlns:a16="http://schemas.microsoft.com/office/drawing/2014/main" id="{84F18C0F-C9EE-AA35-CC72-4987F2F4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sp>
        <p:nvSpPr>
          <p:cNvPr id="714" name="Rectangle 1005">
            <a:extLst>
              <a:ext uri="{FF2B5EF4-FFF2-40B4-BE49-F238E27FC236}">
                <a16:creationId xmlns:a16="http://schemas.microsoft.com/office/drawing/2014/main" id="{A89CE90D-A26B-5924-757F-7A0FF7185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1731" y="5339065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15" name="Freeform 1006">
            <a:extLst>
              <a:ext uri="{FF2B5EF4-FFF2-40B4-BE49-F238E27FC236}">
                <a16:creationId xmlns:a16="http://schemas.microsoft.com/office/drawing/2014/main" id="{74A7EDED-9EFE-CB1F-7329-667877AAA616}"/>
              </a:ext>
            </a:extLst>
          </p:cNvPr>
          <p:cNvSpPr>
            <a:spLocks/>
          </p:cNvSpPr>
          <p:nvPr/>
        </p:nvSpPr>
        <p:spPr bwMode="auto">
          <a:xfrm>
            <a:off x="3399672" y="5423243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16" name="Freeform 1007">
            <a:extLst>
              <a:ext uri="{FF2B5EF4-FFF2-40B4-BE49-F238E27FC236}">
                <a16:creationId xmlns:a16="http://schemas.microsoft.com/office/drawing/2014/main" id="{584DD0C3-15E0-4B26-AFEB-9710CEC93258}"/>
              </a:ext>
            </a:extLst>
          </p:cNvPr>
          <p:cNvSpPr>
            <a:spLocks/>
          </p:cNvSpPr>
          <p:nvPr/>
        </p:nvSpPr>
        <p:spPr bwMode="auto">
          <a:xfrm>
            <a:off x="3400033" y="5375620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17" name="Oval 1008">
            <a:extLst>
              <a:ext uri="{FF2B5EF4-FFF2-40B4-BE49-F238E27FC236}">
                <a16:creationId xmlns:a16="http://schemas.microsoft.com/office/drawing/2014/main" id="{DC04DC48-1E7D-DE12-47CF-9896B8F0A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096" y="5656843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18" name="Freeform 1009">
            <a:extLst>
              <a:ext uri="{FF2B5EF4-FFF2-40B4-BE49-F238E27FC236}">
                <a16:creationId xmlns:a16="http://schemas.microsoft.com/office/drawing/2014/main" id="{91160E08-954F-CBDC-3F7D-CABD867EC16C}"/>
              </a:ext>
            </a:extLst>
          </p:cNvPr>
          <p:cNvSpPr>
            <a:spLocks/>
          </p:cNvSpPr>
          <p:nvPr/>
        </p:nvSpPr>
        <p:spPr bwMode="auto">
          <a:xfrm>
            <a:off x="3398469" y="5657280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19" name="AutoShape 1010">
            <a:extLst>
              <a:ext uri="{FF2B5EF4-FFF2-40B4-BE49-F238E27FC236}">
                <a16:creationId xmlns:a16="http://schemas.microsoft.com/office/drawing/2014/main" id="{D0B4C399-B9A5-5305-75EB-D9BB9FBC6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8662" y="5666164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20" name="AutoShape 1011">
            <a:extLst>
              <a:ext uri="{FF2B5EF4-FFF2-40B4-BE49-F238E27FC236}">
                <a16:creationId xmlns:a16="http://schemas.microsoft.com/office/drawing/2014/main" id="{BCD436D9-154A-F8A8-D094-674F7EF9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84" y="5671843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21" name="Oval 1012">
            <a:extLst>
              <a:ext uri="{FF2B5EF4-FFF2-40B4-BE49-F238E27FC236}">
                <a16:creationId xmlns:a16="http://schemas.microsoft.com/office/drawing/2014/main" id="{BE12873A-C5FA-A72F-E8A7-86B934498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995" y="5623492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22" name="Oval 1013">
            <a:extLst>
              <a:ext uri="{FF2B5EF4-FFF2-40B4-BE49-F238E27FC236}">
                <a16:creationId xmlns:a16="http://schemas.microsoft.com/office/drawing/2014/main" id="{538F2FD9-C787-8C8F-AB01-712548137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652" y="5623492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23" name="Oval 1014">
            <a:extLst>
              <a:ext uri="{FF2B5EF4-FFF2-40B4-BE49-F238E27FC236}">
                <a16:creationId xmlns:a16="http://schemas.microsoft.com/office/drawing/2014/main" id="{C99602AE-BDD5-86FE-2361-D649BE074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986" y="5623492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24" name="Rectangle 1015">
            <a:extLst>
              <a:ext uri="{FF2B5EF4-FFF2-40B4-BE49-F238E27FC236}">
                <a16:creationId xmlns:a16="http://schemas.microsoft.com/office/drawing/2014/main" id="{E67C1531-3E0A-E1C9-10BB-D6D2B1E89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195" y="5544121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725" name="Group 590">
            <a:extLst>
              <a:ext uri="{FF2B5EF4-FFF2-40B4-BE49-F238E27FC236}">
                <a16:creationId xmlns:a16="http://schemas.microsoft.com/office/drawing/2014/main" id="{51A56503-08A7-181B-BB6C-283BDD4ACED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4766" y="4983737"/>
            <a:ext cx="345630" cy="320302"/>
            <a:chOff x="2839" y="3501"/>
            <a:chExt cx="755" cy="803"/>
          </a:xfrm>
        </p:grpSpPr>
        <p:pic>
          <p:nvPicPr>
            <p:cNvPr id="726" name="Picture 591" descr="desktop_computer_stylized_medium">
              <a:extLst>
                <a:ext uri="{FF2B5EF4-FFF2-40B4-BE49-F238E27FC236}">
                  <a16:creationId xmlns:a16="http://schemas.microsoft.com/office/drawing/2014/main" id="{762CE0B1-F06B-B0D1-5795-05518392D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" name="Freeform 592">
              <a:extLst>
                <a:ext uri="{FF2B5EF4-FFF2-40B4-BE49-F238E27FC236}">
                  <a16:creationId xmlns:a16="http://schemas.microsoft.com/office/drawing/2014/main" id="{532B9B85-5780-EDD7-6C66-977D79411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728" name="Group 652">
            <a:extLst>
              <a:ext uri="{FF2B5EF4-FFF2-40B4-BE49-F238E27FC236}">
                <a16:creationId xmlns:a16="http://schemas.microsoft.com/office/drawing/2014/main" id="{31CAD019-CDF9-E49B-D687-DBE21B1D934C}"/>
              </a:ext>
            </a:extLst>
          </p:cNvPr>
          <p:cNvGrpSpPr>
            <a:grpSpLocks/>
          </p:cNvGrpSpPr>
          <p:nvPr/>
        </p:nvGrpSpPr>
        <p:grpSpPr bwMode="auto">
          <a:xfrm>
            <a:off x="991009" y="1562402"/>
            <a:ext cx="415925" cy="385763"/>
            <a:chOff x="2751" y="1851"/>
            <a:chExt cx="462" cy="478"/>
          </a:xfrm>
        </p:grpSpPr>
        <p:pic>
          <p:nvPicPr>
            <p:cNvPr id="729" name="Picture 653" descr="iphone_stylized_small">
              <a:extLst>
                <a:ext uri="{FF2B5EF4-FFF2-40B4-BE49-F238E27FC236}">
                  <a16:creationId xmlns:a16="http://schemas.microsoft.com/office/drawing/2014/main" id="{539FA796-006C-4C71-7E68-039A68A5FA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0" name="Picture 654" descr="antenna_radiation_stylized">
              <a:extLst>
                <a:ext uri="{FF2B5EF4-FFF2-40B4-BE49-F238E27FC236}">
                  <a16:creationId xmlns:a16="http://schemas.microsoft.com/office/drawing/2014/main" id="{E6C7A79F-2CF4-4AF2-CADA-D9DFD37723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1" name="Group 950">
            <a:extLst>
              <a:ext uri="{FF2B5EF4-FFF2-40B4-BE49-F238E27FC236}">
                <a16:creationId xmlns:a16="http://schemas.microsoft.com/office/drawing/2014/main" id="{604205A8-EBF4-7329-7773-D7E0C1E442C8}"/>
              </a:ext>
            </a:extLst>
          </p:cNvPr>
          <p:cNvGrpSpPr>
            <a:grpSpLocks/>
          </p:cNvGrpSpPr>
          <p:nvPr/>
        </p:nvGrpSpPr>
        <p:grpSpPr bwMode="auto">
          <a:xfrm>
            <a:off x="3494775" y="4976628"/>
            <a:ext cx="177192" cy="330833"/>
            <a:chOff x="4140" y="429"/>
            <a:chExt cx="1425" cy="2396"/>
          </a:xfrm>
        </p:grpSpPr>
        <p:sp>
          <p:nvSpPr>
            <p:cNvPr id="732" name="Freeform 951">
              <a:extLst>
                <a:ext uri="{FF2B5EF4-FFF2-40B4-BE49-F238E27FC236}">
                  <a16:creationId xmlns:a16="http://schemas.microsoft.com/office/drawing/2014/main" id="{FDD40E68-5E75-FA9E-19C8-9B22E6CA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33" name="Rectangle 952">
              <a:extLst>
                <a:ext uri="{FF2B5EF4-FFF2-40B4-BE49-F238E27FC236}">
                  <a16:creationId xmlns:a16="http://schemas.microsoft.com/office/drawing/2014/main" id="{6D5298FE-0F87-88AA-1DEE-B575BBECB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34" name="Freeform 953">
              <a:extLst>
                <a:ext uri="{FF2B5EF4-FFF2-40B4-BE49-F238E27FC236}">
                  <a16:creationId xmlns:a16="http://schemas.microsoft.com/office/drawing/2014/main" id="{CC112427-065D-B403-76EC-736CB3C3E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35" name="Freeform 954">
              <a:extLst>
                <a:ext uri="{FF2B5EF4-FFF2-40B4-BE49-F238E27FC236}">
                  <a16:creationId xmlns:a16="http://schemas.microsoft.com/office/drawing/2014/main" id="{246A5FB4-C0CE-35AC-9C12-2A227A74A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36" name="Rectangle 955">
              <a:extLst>
                <a:ext uri="{FF2B5EF4-FFF2-40B4-BE49-F238E27FC236}">
                  <a16:creationId xmlns:a16="http://schemas.microsoft.com/office/drawing/2014/main" id="{A4C5CE44-1197-D6C5-69E7-F28A9011B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37" name="Group 956">
              <a:extLst>
                <a:ext uri="{FF2B5EF4-FFF2-40B4-BE49-F238E27FC236}">
                  <a16:creationId xmlns:a16="http://schemas.microsoft.com/office/drawing/2014/main" id="{065E70CF-385A-02A6-C625-0BE1D6F71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62" name="AutoShape 957">
                <a:extLst>
                  <a:ext uri="{FF2B5EF4-FFF2-40B4-BE49-F238E27FC236}">
                    <a16:creationId xmlns:a16="http://schemas.microsoft.com/office/drawing/2014/main" id="{9285DCF9-EDDC-7F15-6ACB-DB09DA78A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63" name="AutoShape 958">
                <a:extLst>
                  <a:ext uri="{FF2B5EF4-FFF2-40B4-BE49-F238E27FC236}">
                    <a16:creationId xmlns:a16="http://schemas.microsoft.com/office/drawing/2014/main" id="{33BA352D-D531-433B-5828-F17A822D8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38" name="Rectangle 959">
              <a:extLst>
                <a:ext uri="{FF2B5EF4-FFF2-40B4-BE49-F238E27FC236}">
                  <a16:creationId xmlns:a16="http://schemas.microsoft.com/office/drawing/2014/main" id="{0A06529B-364F-865B-D95A-F7161C234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39" name="Group 960">
              <a:extLst>
                <a:ext uri="{FF2B5EF4-FFF2-40B4-BE49-F238E27FC236}">
                  <a16:creationId xmlns:a16="http://schemas.microsoft.com/office/drawing/2014/main" id="{816FE804-474E-6B75-845A-8B4786085F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60" name="AutoShape 961">
                <a:extLst>
                  <a:ext uri="{FF2B5EF4-FFF2-40B4-BE49-F238E27FC236}">
                    <a16:creationId xmlns:a16="http://schemas.microsoft.com/office/drawing/2014/main" id="{231442C3-91F8-AD4A-2834-25A3E1C06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61" name="AutoShape 962">
                <a:extLst>
                  <a:ext uri="{FF2B5EF4-FFF2-40B4-BE49-F238E27FC236}">
                    <a16:creationId xmlns:a16="http://schemas.microsoft.com/office/drawing/2014/main" id="{7CB91128-A427-CD3F-E22F-A1408113C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40" name="Rectangle 963">
              <a:extLst>
                <a:ext uri="{FF2B5EF4-FFF2-40B4-BE49-F238E27FC236}">
                  <a16:creationId xmlns:a16="http://schemas.microsoft.com/office/drawing/2014/main" id="{3253690D-00A0-CC0E-12BC-3382C96B5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41" name="Rectangle 964">
              <a:extLst>
                <a:ext uri="{FF2B5EF4-FFF2-40B4-BE49-F238E27FC236}">
                  <a16:creationId xmlns:a16="http://schemas.microsoft.com/office/drawing/2014/main" id="{63547437-14A0-D932-C6CF-966D8523B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42" name="Group 965">
              <a:extLst>
                <a:ext uri="{FF2B5EF4-FFF2-40B4-BE49-F238E27FC236}">
                  <a16:creationId xmlns:a16="http://schemas.microsoft.com/office/drawing/2014/main" id="{93FD1824-3376-F87E-DD0C-5EE438F9C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8" name="AutoShape 966">
                <a:extLst>
                  <a:ext uri="{FF2B5EF4-FFF2-40B4-BE49-F238E27FC236}">
                    <a16:creationId xmlns:a16="http://schemas.microsoft.com/office/drawing/2014/main" id="{40ED42CC-04C0-99E9-12AA-6B99FB94C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59" name="AutoShape 967">
                <a:extLst>
                  <a:ext uri="{FF2B5EF4-FFF2-40B4-BE49-F238E27FC236}">
                    <a16:creationId xmlns:a16="http://schemas.microsoft.com/office/drawing/2014/main" id="{5E0294B8-1646-CE91-3495-9B32EA0C1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43" name="Freeform 968">
              <a:extLst>
                <a:ext uri="{FF2B5EF4-FFF2-40B4-BE49-F238E27FC236}">
                  <a16:creationId xmlns:a16="http://schemas.microsoft.com/office/drawing/2014/main" id="{11DFDE80-035B-B84B-8667-EDC059AA2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44" name="Group 969">
              <a:extLst>
                <a:ext uri="{FF2B5EF4-FFF2-40B4-BE49-F238E27FC236}">
                  <a16:creationId xmlns:a16="http://schemas.microsoft.com/office/drawing/2014/main" id="{B8A372AA-8E64-5D41-31D5-DB347E810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6" name="AutoShape 970">
                <a:extLst>
                  <a:ext uri="{FF2B5EF4-FFF2-40B4-BE49-F238E27FC236}">
                    <a16:creationId xmlns:a16="http://schemas.microsoft.com/office/drawing/2014/main" id="{5AC403A6-BF35-5936-5BF3-803436F8B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57" name="AutoShape 971">
                <a:extLst>
                  <a:ext uri="{FF2B5EF4-FFF2-40B4-BE49-F238E27FC236}">
                    <a16:creationId xmlns:a16="http://schemas.microsoft.com/office/drawing/2014/main" id="{34FE9EF6-64D8-2933-9371-6AE0E1A63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45" name="Rectangle 972">
              <a:extLst>
                <a:ext uri="{FF2B5EF4-FFF2-40B4-BE49-F238E27FC236}">
                  <a16:creationId xmlns:a16="http://schemas.microsoft.com/office/drawing/2014/main" id="{155EA760-5EDD-C77E-3784-F644599E5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46" name="Freeform 973">
              <a:extLst>
                <a:ext uri="{FF2B5EF4-FFF2-40B4-BE49-F238E27FC236}">
                  <a16:creationId xmlns:a16="http://schemas.microsoft.com/office/drawing/2014/main" id="{C49CAB25-0672-7377-4C4D-53F151D55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47" name="Freeform 974">
              <a:extLst>
                <a:ext uri="{FF2B5EF4-FFF2-40B4-BE49-F238E27FC236}">
                  <a16:creationId xmlns:a16="http://schemas.microsoft.com/office/drawing/2014/main" id="{B6A5C25C-B8D6-6F65-8CB2-29E68401B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48" name="Oval 975">
              <a:extLst>
                <a:ext uri="{FF2B5EF4-FFF2-40B4-BE49-F238E27FC236}">
                  <a16:creationId xmlns:a16="http://schemas.microsoft.com/office/drawing/2014/main" id="{4E9CE936-62C3-104B-50D3-4415D276C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49" name="Freeform 976">
              <a:extLst>
                <a:ext uri="{FF2B5EF4-FFF2-40B4-BE49-F238E27FC236}">
                  <a16:creationId xmlns:a16="http://schemas.microsoft.com/office/drawing/2014/main" id="{B31C13BA-DAE4-9633-FA07-07FB27E06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50" name="AutoShape 977">
              <a:extLst>
                <a:ext uri="{FF2B5EF4-FFF2-40B4-BE49-F238E27FC236}">
                  <a16:creationId xmlns:a16="http://schemas.microsoft.com/office/drawing/2014/main" id="{7520B102-A0D1-2A6E-AD68-BE155E847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51" name="AutoShape 978">
              <a:extLst>
                <a:ext uri="{FF2B5EF4-FFF2-40B4-BE49-F238E27FC236}">
                  <a16:creationId xmlns:a16="http://schemas.microsoft.com/office/drawing/2014/main" id="{C3F4E1C1-9156-B50A-A861-094218260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52" name="Oval 979">
              <a:extLst>
                <a:ext uri="{FF2B5EF4-FFF2-40B4-BE49-F238E27FC236}">
                  <a16:creationId xmlns:a16="http://schemas.microsoft.com/office/drawing/2014/main" id="{D88E91F8-5B92-8151-4453-C249C2010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53" name="Oval 980">
              <a:extLst>
                <a:ext uri="{FF2B5EF4-FFF2-40B4-BE49-F238E27FC236}">
                  <a16:creationId xmlns:a16="http://schemas.microsoft.com/office/drawing/2014/main" id="{C0C91B7E-6807-D9DD-209A-C428AD4B6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54" name="Oval 981">
              <a:extLst>
                <a:ext uri="{FF2B5EF4-FFF2-40B4-BE49-F238E27FC236}">
                  <a16:creationId xmlns:a16="http://schemas.microsoft.com/office/drawing/2014/main" id="{F221979F-5B09-3D91-E921-8E1C2F9FC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55" name="Rectangle 982">
              <a:extLst>
                <a:ext uri="{FF2B5EF4-FFF2-40B4-BE49-F238E27FC236}">
                  <a16:creationId xmlns:a16="http://schemas.microsoft.com/office/drawing/2014/main" id="{0BEB0B65-D209-2845-A42D-7FC84A19E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764" name="Group 950">
            <a:extLst>
              <a:ext uri="{FF2B5EF4-FFF2-40B4-BE49-F238E27FC236}">
                <a16:creationId xmlns:a16="http://schemas.microsoft.com/office/drawing/2014/main" id="{C16C1877-1A1E-3B71-8006-0ED829B480E7}"/>
              </a:ext>
            </a:extLst>
          </p:cNvPr>
          <p:cNvGrpSpPr>
            <a:grpSpLocks/>
          </p:cNvGrpSpPr>
          <p:nvPr/>
        </p:nvGrpSpPr>
        <p:grpSpPr bwMode="auto">
          <a:xfrm>
            <a:off x="3243293" y="5319077"/>
            <a:ext cx="214974" cy="403920"/>
            <a:chOff x="4140" y="429"/>
            <a:chExt cx="1425" cy="2396"/>
          </a:xfrm>
        </p:grpSpPr>
        <p:sp>
          <p:nvSpPr>
            <p:cNvPr id="765" name="Freeform 951">
              <a:extLst>
                <a:ext uri="{FF2B5EF4-FFF2-40B4-BE49-F238E27FC236}">
                  <a16:creationId xmlns:a16="http://schemas.microsoft.com/office/drawing/2014/main" id="{1EAD2001-8D40-994E-BE07-86F6D47E4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66" name="Rectangle 952">
              <a:extLst>
                <a:ext uri="{FF2B5EF4-FFF2-40B4-BE49-F238E27FC236}">
                  <a16:creationId xmlns:a16="http://schemas.microsoft.com/office/drawing/2014/main" id="{C9D4EB4A-BC36-FFAC-D79B-9F72B01D2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67" name="Freeform 953">
              <a:extLst>
                <a:ext uri="{FF2B5EF4-FFF2-40B4-BE49-F238E27FC236}">
                  <a16:creationId xmlns:a16="http://schemas.microsoft.com/office/drawing/2014/main" id="{F80C705E-24C6-E0D8-272D-EA60B0551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68" name="Freeform 954">
              <a:extLst>
                <a:ext uri="{FF2B5EF4-FFF2-40B4-BE49-F238E27FC236}">
                  <a16:creationId xmlns:a16="http://schemas.microsoft.com/office/drawing/2014/main" id="{A08E8F2E-E6FC-9C7D-B811-78915DF14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69" name="Rectangle 955">
              <a:extLst>
                <a:ext uri="{FF2B5EF4-FFF2-40B4-BE49-F238E27FC236}">
                  <a16:creationId xmlns:a16="http://schemas.microsoft.com/office/drawing/2014/main" id="{4492D3AC-CB18-5638-6DB1-C5E9111A5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70" name="Group 956">
              <a:extLst>
                <a:ext uri="{FF2B5EF4-FFF2-40B4-BE49-F238E27FC236}">
                  <a16:creationId xmlns:a16="http://schemas.microsoft.com/office/drawing/2014/main" id="{615623A2-0FBF-81CD-386E-85FCDD11C1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5" name="AutoShape 957">
                <a:extLst>
                  <a:ext uri="{FF2B5EF4-FFF2-40B4-BE49-F238E27FC236}">
                    <a16:creationId xmlns:a16="http://schemas.microsoft.com/office/drawing/2014/main" id="{E2D15F80-F8FC-A9E6-9A07-DFFE693E0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6" name="AutoShape 958">
                <a:extLst>
                  <a:ext uri="{FF2B5EF4-FFF2-40B4-BE49-F238E27FC236}">
                    <a16:creationId xmlns:a16="http://schemas.microsoft.com/office/drawing/2014/main" id="{EF97B8B1-0930-2E01-8BEF-1EA5C501F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71" name="Rectangle 959">
              <a:extLst>
                <a:ext uri="{FF2B5EF4-FFF2-40B4-BE49-F238E27FC236}">
                  <a16:creationId xmlns:a16="http://schemas.microsoft.com/office/drawing/2014/main" id="{6F7BA37A-9457-C4B0-22FE-700EB62BE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72" name="Group 960">
              <a:extLst>
                <a:ext uri="{FF2B5EF4-FFF2-40B4-BE49-F238E27FC236}">
                  <a16:creationId xmlns:a16="http://schemas.microsoft.com/office/drawing/2014/main" id="{779D5AAE-4DF6-A2D3-E2F5-A1C05BD13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3" name="AutoShape 961">
                <a:extLst>
                  <a:ext uri="{FF2B5EF4-FFF2-40B4-BE49-F238E27FC236}">
                    <a16:creationId xmlns:a16="http://schemas.microsoft.com/office/drawing/2014/main" id="{1208D61D-E9B7-14FE-CD42-E98EC65A3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4" name="AutoShape 962">
                <a:extLst>
                  <a:ext uri="{FF2B5EF4-FFF2-40B4-BE49-F238E27FC236}">
                    <a16:creationId xmlns:a16="http://schemas.microsoft.com/office/drawing/2014/main" id="{0EF9DE48-5559-2FFE-49C0-F8C183445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73" name="Rectangle 963">
              <a:extLst>
                <a:ext uri="{FF2B5EF4-FFF2-40B4-BE49-F238E27FC236}">
                  <a16:creationId xmlns:a16="http://schemas.microsoft.com/office/drawing/2014/main" id="{83E9A3E1-BA08-A6CA-5380-8CF2895E5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74" name="Rectangle 964">
              <a:extLst>
                <a:ext uri="{FF2B5EF4-FFF2-40B4-BE49-F238E27FC236}">
                  <a16:creationId xmlns:a16="http://schemas.microsoft.com/office/drawing/2014/main" id="{51B943C0-D216-A193-2AD1-51DE4E92F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75" name="Group 965">
              <a:extLst>
                <a:ext uri="{FF2B5EF4-FFF2-40B4-BE49-F238E27FC236}">
                  <a16:creationId xmlns:a16="http://schemas.microsoft.com/office/drawing/2014/main" id="{E8EA6B05-E7A4-61A2-4A19-AF79ACFFD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1" name="AutoShape 966">
                <a:extLst>
                  <a:ext uri="{FF2B5EF4-FFF2-40B4-BE49-F238E27FC236}">
                    <a16:creationId xmlns:a16="http://schemas.microsoft.com/office/drawing/2014/main" id="{4E62EAC4-D353-8D3E-7186-B69650522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2" name="AutoShape 967">
                <a:extLst>
                  <a:ext uri="{FF2B5EF4-FFF2-40B4-BE49-F238E27FC236}">
                    <a16:creationId xmlns:a16="http://schemas.microsoft.com/office/drawing/2014/main" id="{53973AD5-371A-1D53-7421-14BB05B13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76" name="Freeform 968">
              <a:extLst>
                <a:ext uri="{FF2B5EF4-FFF2-40B4-BE49-F238E27FC236}">
                  <a16:creationId xmlns:a16="http://schemas.microsoft.com/office/drawing/2014/main" id="{65A75A7B-ED6B-8F7A-65DE-69D2560CA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777" name="Group 969">
              <a:extLst>
                <a:ext uri="{FF2B5EF4-FFF2-40B4-BE49-F238E27FC236}">
                  <a16:creationId xmlns:a16="http://schemas.microsoft.com/office/drawing/2014/main" id="{C93CC3DA-92CF-8B08-7ACD-3BCC3B09E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89" name="AutoShape 970">
                <a:extLst>
                  <a:ext uri="{FF2B5EF4-FFF2-40B4-BE49-F238E27FC236}">
                    <a16:creationId xmlns:a16="http://schemas.microsoft.com/office/drawing/2014/main" id="{44E9D7B9-DADD-3EAB-4A98-5E601B7D9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0" name="AutoShape 971">
                <a:extLst>
                  <a:ext uri="{FF2B5EF4-FFF2-40B4-BE49-F238E27FC236}">
                    <a16:creationId xmlns:a16="http://schemas.microsoft.com/office/drawing/2014/main" id="{35BAA835-26C8-8F65-64FB-BE4476AA7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78" name="Rectangle 972">
              <a:extLst>
                <a:ext uri="{FF2B5EF4-FFF2-40B4-BE49-F238E27FC236}">
                  <a16:creationId xmlns:a16="http://schemas.microsoft.com/office/drawing/2014/main" id="{D26E1E0C-1E99-FF81-A726-3645D56F2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79" name="Freeform 973">
              <a:extLst>
                <a:ext uri="{FF2B5EF4-FFF2-40B4-BE49-F238E27FC236}">
                  <a16:creationId xmlns:a16="http://schemas.microsoft.com/office/drawing/2014/main" id="{20CB5356-62E0-6082-458A-A32EF1CD0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0" name="Freeform 974">
              <a:extLst>
                <a:ext uri="{FF2B5EF4-FFF2-40B4-BE49-F238E27FC236}">
                  <a16:creationId xmlns:a16="http://schemas.microsoft.com/office/drawing/2014/main" id="{8EF594AB-E34B-8D45-C6C7-8A9831E2E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1" name="Oval 975">
              <a:extLst>
                <a:ext uri="{FF2B5EF4-FFF2-40B4-BE49-F238E27FC236}">
                  <a16:creationId xmlns:a16="http://schemas.microsoft.com/office/drawing/2014/main" id="{4D477D90-026F-25E1-96C7-69643B23E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2" name="Freeform 976">
              <a:extLst>
                <a:ext uri="{FF2B5EF4-FFF2-40B4-BE49-F238E27FC236}">
                  <a16:creationId xmlns:a16="http://schemas.microsoft.com/office/drawing/2014/main" id="{9EBE8CB3-465A-8229-FD36-C1065D5A6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3" name="AutoShape 977">
              <a:extLst>
                <a:ext uri="{FF2B5EF4-FFF2-40B4-BE49-F238E27FC236}">
                  <a16:creationId xmlns:a16="http://schemas.microsoft.com/office/drawing/2014/main" id="{119BA040-1F7D-3FD9-9A44-740BBBEAE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4" name="AutoShape 978">
              <a:extLst>
                <a:ext uri="{FF2B5EF4-FFF2-40B4-BE49-F238E27FC236}">
                  <a16:creationId xmlns:a16="http://schemas.microsoft.com/office/drawing/2014/main" id="{13768ADB-227E-2F2F-EF1C-93CA784B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5" name="Oval 979">
              <a:extLst>
                <a:ext uri="{FF2B5EF4-FFF2-40B4-BE49-F238E27FC236}">
                  <a16:creationId xmlns:a16="http://schemas.microsoft.com/office/drawing/2014/main" id="{E7EFC74D-6A4E-4A6B-2837-E5B221884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6" name="Oval 980">
              <a:extLst>
                <a:ext uri="{FF2B5EF4-FFF2-40B4-BE49-F238E27FC236}">
                  <a16:creationId xmlns:a16="http://schemas.microsoft.com/office/drawing/2014/main" id="{93595C82-B3C3-A20F-318F-2ADF0B40C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7" name="Oval 981">
              <a:extLst>
                <a:ext uri="{FF2B5EF4-FFF2-40B4-BE49-F238E27FC236}">
                  <a16:creationId xmlns:a16="http://schemas.microsoft.com/office/drawing/2014/main" id="{84D9E4C7-8FE3-1C39-8F0E-1F3EDD2FE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788" name="Rectangle 982">
              <a:extLst>
                <a:ext uri="{FF2B5EF4-FFF2-40B4-BE49-F238E27FC236}">
                  <a16:creationId xmlns:a16="http://schemas.microsoft.com/office/drawing/2014/main" id="{8693EBBF-7B61-DCB6-8A18-D53191A85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39E48F86-EEDC-A200-76FF-7713552B511E}"/>
              </a:ext>
            </a:extLst>
          </p:cNvPr>
          <p:cNvGrpSpPr/>
          <p:nvPr/>
        </p:nvGrpSpPr>
        <p:grpSpPr>
          <a:xfrm>
            <a:off x="2339573" y="3659301"/>
            <a:ext cx="367224" cy="240304"/>
            <a:chOff x="7493876" y="2774731"/>
            <a:chExt cx="1481958" cy="894622"/>
          </a:xfrm>
        </p:grpSpPr>
        <p:sp>
          <p:nvSpPr>
            <p:cNvPr id="798" name="Freeform 193">
              <a:extLst>
                <a:ext uri="{FF2B5EF4-FFF2-40B4-BE49-F238E27FC236}">
                  <a16:creationId xmlns:a16="http://schemas.microsoft.com/office/drawing/2014/main" id="{3EF5C023-5A8A-513C-392A-BDA7579FD22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799" name="Oval 798">
              <a:extLst>
                <a:ext uri="{FF2B5EF4-FFF2-40B4-BE49-F238E27FC236}">
                  <a16:creationId xmlns:a16="http://schemas.microsoft.com/office/drawing/2014/main" id="{1BD4682A-4E7C-94EE-E2DB-AACDC2DCC46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95F28D21-694B-162C-A062-1020373D69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1" name="Freeform 196">
                <a:extLst>
                  <a:ext uri="{FF2B5EF4-FFF2-40B4-BE49-F238E27FC236}">
                    <a16:creationId xmlns:a16="http://schemas.microsoft.com/office/drawing/2014/main" id="{6EEBD2E5-AFF6-558B-3676-CE58AF31A9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02" name="Freeform 197">
                <a:extLst>
                  <a:ext uri="{FF2B5EF4-FFF2-40B4-BE49-F238E27FC236}">
                    <a16:creationId xmlns:a16="http://schemas.microsoft.com/office/drawing/2014/main" id="{EF20BC53-16AF-8721-D250-77A5A28218E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03" name="Freeform 198">
                <a:extLst>
                  <a:ext uri="{FF2B5EF4-FFF2-40B4-BE49-F238E27FC236}">
                    <a16:creationId xmlns:a16="http://schemas.microsoft.com/office/drawing/2014/main" id="{34F01BCC-BA71-AF7B-63B3-69F995EB01B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04" name="Freeform 199">
                <a:extLst>
                  <a:ext uri="{FF2B5EF4-FFF2-40B4-BE49-F238E27FC236}">
                    <a16:creationId xmlns:a16="http://schemas.microsoft.com/office/drawing/2014/main" id="{A0CB40CD-611E-81DF-1A17-820693C1809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805" name="Group 804">
            <a:extLst>
              <a:ext uri="{FF2B5EF4-FFF2-40B4-BE49-F238E27FC236}">
                <a16:creationId xmlns:a16="http://schemas.microsoft.com/office/drawing/2014/main" id="{C7C95337-3F2F-AD79-FD60-5D348DA6EBE7}"/>
              </a:ext>
            </a:extLst>
          </p:cNvPr>
          <p:cNvGrpSpPr/>
          <p:nvPr/>
        </p:nvGrpSpPr>
        <p:grpSpPr>
          <a:xfrm>
            <a:off x="2842339" y="3702440"/>
            <a:ext cx="367224" cy="240304"/>
            <a:chOff x="7493876" y="2774731"/>
            <a:chExt cx="1481958" cy="894622"/>
          </a:xfrm>
        </p:grpSpPr>
        <p:sp>
          <p:nvSpPr>
            <p:cNvPr id="806" name="Freeform 217">
              <a:extLst>
                <a:ext uri="{FF2B5EF4-FFF2-40B4-BE49-F238E27FC236}">
                  <a16:creationId xmlns:a16="http://schemas.microsoft.com/office/drawing/2014/main" id="{764486D4-101F-7418-3470-C08E607609A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807" name="Oval 806">
              <a:extLst>
                <a:ext uri="{FF2B5EF4-FFF2-40B4-BE49-F238E27FC236}">
                  <a16:creationId xmlns:a16="http://schemas.microsoft.com/office/drawing/2014/main" id="{AC79BE14-A6EC-4DB6-B5B3-91C38A3DF50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808" name="Group 807">
              <a:extLst>
                <a:ext uri="{FF2B5EF4-FFF2-40B4-BE49-F238E27FC236}">
                  <a16:creationId xmlns:a16="http://schemas.microsoft.com/office/drawing/2014/main" id="{887D5235-A3A3-06D7-271C-7119F84D45E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" name="Freeform 220">
                <a:extLst>
                  <a:ext uri="{FF2B5EF4-FFF2-40B4-BE49-F238E27FC236}">
                    <a16:creationId xmlns:a16="http://schemas.microsoft.com/office/drawing/2014/main" id="{0008BF68-C169-C473-8409-1EF3B55DABA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10" name="Freeform 222">
                <a:extLst>
                  <a:ext uri="{FF2B5EF4-FFF2-40B4-BE49-F238E27FC236}">
                    <a16:creationId xmlns:a16="http://schemas.microsoft.com/office/drawing/2014/main" id="{C8B08DC2-5C07-BB0B-EAFD-0083D0CF731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11" name="Freeform 223">
                <a:extLst>
                  <a:ext uri="{FF2B5EF4-FFF2-40B4-BE49-F238E27FC236}">
                    <a16:creationId xmlns:a16="http://schemas.microsoft.com/office/drawing/2014/main" id="{BEA84084-C4CB-CF81-2236-A18D7322A0B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12" name="Freeform 221">
                <a:extLst>
                  <a:ext uri="{FF2B5EF4-FFF2-40B4-BE49-F238E27FC236}">
                    <a16:creationId xmlns:a16="http://schemas.microsoft.com/office/drawing/2014/main" id="{D090AA6E-4DF2-4265-FAF3-351B83C3BE6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813" name="Group 812">
            <a:extLst>
              <a:ext uri="{FF2B5EF4-FFF2-40B4-BE49-F238E27FC236}">
                <a16:creationId xmlns:a16="http://schemas.microsoft.com/office/drawing/2014/main" id="{9DA276D3-C890-55BB-0421-F255DCB9DC76}"/>
              </a:ext>
            </a:extLst>
          </p:cNvPr>
          <p:cNvGrpSpPr/>
          <p:nvPr/>
        </p:nvGrpSpPr>
        <p:grpSpPr>
          <a:xfrm>
            <a:off x="1290855" y="3668671"/>
            <a:ext cx="354986" cy="175668"/>
            <a:chOff x="7493876" y="2774731"/>
            <a:chExt cx="1481958" cy="894622"/>
          </a:xfrm>
        </p:grpSpPr>
        <p:sp>
          <p:nvSpPr>
            <p:cNvPr id="814" name="Freeform 145">
              <a:extLst>
                <a:ext uri="{FF2B5EF4-FFF2-40B4-BE49-F238E27FC236}">
                  <a16:creationId xmlns:a16="http://schemas.microsoft.com/office/drawing/2014/main" id="{7F16AFD8-C267-C6B0-94E9-0D3052F579C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815" name="Oval 814">
              <a:extLst>
                <a:ext uri="{FF2B5EF4-FFF2-40B4-BE49-F238E27FC236}">
                  <a16:creationId xmlns:a16="http://schemas.microsoft.com/office/drawing/2014/main" id="{D6AEB04B-3504-2CCC-C0A3-6B783027782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816" name="Group 815">
              <a:extLst>
                <a:ext uri="{FF2B5EF4-FFF2-40B4-BE49-F238E27FC236}">
                  <a16:creationId xmlns:a16="http://schemas.microsoft.com/office/drawing/2014/main" id="{20D008FB-78BD-59CB-A135-212EAD3CFDB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7" name="Freeform 148">
                <a:extLst>
                  <a:ext uri="{FF2B5EF4-FFF2-40B4-BE49-F238E27FC236}">
                    <a16:creationId xmlns:a16="http://schemas.microsoft.com/office/drawing/2014/main" id="{DB08398F-4DD0-2D9B-988C-7435B3FE07D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18" name="Freeform 149">
                <a:extLst>
                  <a:ext uri="{FF2B5EF4-FFF2-40B4-BE49-F238E27FC236}">
                    <a16:creationId xmlns:a16="http://schemas.microsoft.com/office/drawing/2014/main" id="{C89CAD5C-CF60-DC5D-BDF8-4F3C7FA6B79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19" name="Freeform 150">
                <a:extLst>
                  <a:ext uri="{FF2B5EF4-FFF2-40B4-BE49-F238E27FC236}">
                    <a16:creationId xmlns:a16="http://schemas.microsoft.com/office/drawing/2014/main" id="{144A3C1F-79CE-7328-5C55-AD3772152D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20" name="Freeform 151">
                <a:extLst>
                  <a:ext uri="{FF2B5EF4-FFF2-40B4-BE49-F238E27FC236}">
                    <a16:creationId xmlns:a16="http://schemas.microsoft.com/office/drawing/2014/main" id="{6E89528B-1BC2-1DF2-B7B0-76F89548E8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821" name="Group 820">
            <a:extLst>
              <a:ext uri="{FF2B5EF4-FFF2-40B4-BE49-F238E27FC236}">
                <a16:creationId xmlns:a16="http://schemas.microsoft.com/office/drawing/2014/main" id="{68983471-E8C7-69AE-96B5-8EFAE2FC6EF9}"/>
              </a:ext>
            </a:extLst>
          </p:cNvPr>
          <p:cNvGrpSpPr/>
          <p:nvPr/>
        </p:nvGrpSpPr>
        <p:grpSpPr>
          <a:xfrm>
            <a:off x="2488678" y="4478363"/>
            <a:ext cx="393760" cy="218578"/>
            <a:chOff x="7493876" y="2774731"/>
            <a:chExt cx="1481958" cy="894622"/>
          </a:xfrm>
        </p:grpSpPr>
        <p:sp>
          <p:nvSpPr>
            <p:cNvPr id="822" name="Freeform 233">
              <a:extLst>
                <a:ext uri="{FF2B5EF4-FFF2-40B4-BE49-F238E27FC236}">
                  <a16:creationId xmlns:a16="http://schemas.microsoft.com/office/drawing/2014/main" id="{1B19B0F1-3B22-9D7D-C725-5095D762633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823" name="Oval 822">
              <a:extLst>
                <a:ext uri="{FF2B5EF4-FFF2-40B4-BE49-F238E27FC236}">
                  <a16:creationId xmlns:a16="http://schemas.microsoft.com/office/drawing/2014/main" id="{F33D2A2F-81E1-D932-5B82-94BD1DF15C9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824" name="Group 823">
              <a:extLst>
                <a:ext uri="{FF2B5EF4-FFF2-40B4-BE49-F238E27FC236}">
                  <a16:creationId xmlns:a16="http://schemas.microsoft.com/office/drawing/2014/main" id="{335EF3DC-46AE-436E-4FC2-F2C9BE15F4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5" name="Freeform 236">
                <a:extLst>
                  <a:ext uri="{FF2B5EF4-FFF2-40B4-BE49-F238E27FC236}">
                    <a16:creationId xmlns:a16="http://schemas.microsoft.com/office/drawing/2014/main" id="{C5064F20-7B7F-D713-D4A0-732DF6A802D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26" name="Freeform 237">
                <a:extLst>
                  <a:ext uri="{FF2B5EF4-FFF2-40B4-BE49-F238E27FC236}">
                    <a16:creationId xmlns:a16="http://schemas.microsoft.com/office/drawing/2014/main" id="{99D54B82-C98D-28FA-0B5E-70289BC43C1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27" name="Freeform 238">
                <a:extLst>
                  <a:ext uri="{FF2B5EF4-FFF2-40B4-BE49-F238E27FC236}">
                    <a16:creationId xmlns:a16="http://schemas.microsoft.com/office/drawing/2014/main" id="{70C46107-D287-4DF2-D0E6-C3A0961BD1F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28" name="Freeform 239">
                <a:extLst>
                  <a:ext uri="{FF2B5EF4-FFF2-40B4-BE49-F238E27FC236}">
                    <a16:creationId xmlns:a16="http://schemas.microsoft.com/office/drawing/2014/main" id="{E5359A60-DEC1-6419-BA08-8FFC4AF3A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829" name="Group 828">
            <a:extLst>
              <a:ext uri="{FF2B5EF4-FFF2-40B4-BE49-F238E27FC236}">
                <a16:creationId xmlns:a16="http://schemas.microsoft.com/office/drawing/2014/main" id="{B732AD76-6BC5-975C-3050-B9DBB1873030}"/>
              </a:ext>
            </a:extLst>
          </p:cNvPr>
          <p:cNvGrpSpPr/>
          <p:nvPr/>
        </p:nvGrpSpPr>
        <p:grpSpPr>
          <a:xfrm>
            <a:off x="3024343" y="4692660"/>
            <a:ext cx="393760" cy="218578"/>
            <a:chOff x="7493876" y="2774731"/>
            <a:chExt cx="1481958" cy="894622"/>
          </a:xfrm>
        </p:grpSpPr>
        <p:sp>
          <p:nvSpPr>
            <p:cNvPr id="830" name="Freeform 105">
              <a:extLst>
                <a:ext uri="{FF2B5EF4-FFF2-40B4-BE49-F238E27FC236}">
                  <a16:creationId xmlns:a16="http://schemas.microsoft.com/office/drawing/2014/main" id="{D273FEA5-DFCC-A409-4F27-014A335F82B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831" name="Oval 830">
              <a:extLst>
                <a:ext uri="{FF2B5EF4-FFF2-40B4-BE49-F238E27FC236}">
                  <a16:creationId xmlns:a16="http://schemas.microsoft.com/office/drawing/2014/main" id="{263E3274-07D1-D357-4CC8-1A329A33473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832" name="Group 831">
              <a:extLst>
                <a:ext uri="{FF2B5EF4-FFF2-40B4-BE49-F238E27FC236}">
                  <a16:creationId xmlns:a16="http://schemas.microsoft.com/office/drawing/2014/main" id="{EDA7E29C-F7A0-9BFA-B866-6481D8F649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" name="Freeform 108">
                <a:extLst>
                  <a:ext uri="{FF2B5EF4-FFF2-40B4-BE49-F238E27FC236}">
                    <a16:creationId xmlns:a16="http://schemas.microsoft.com/office/drawing/2014/main" id="{8C919EF3-940F-8AE4-AE89-EC175E9658E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34" name="Freeform 109">
                <a:extLst>
                  <a:ext uri="{FF2B5EF4-FFF2-40B4-BE49-F238E27FC236}">
                    <a16:creationId xmlns:a16="http://schemas.microsoft.com/office/drawing/2014/main" id="{275D9781-AF42-A4A2-5480-FCB9662E37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35" name="Freeform 110">
                <a:extLst>
                  <a:ext uri="{FF2B5EF4-FFF2-40B4-BE49-F238E27FC236}">
                    <a16:creationId xmlns:a16="http://schemas.microsoft.com/office/drawing/2014/main" id="{5610EB63-47C6-7259-6390-856494387BB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36" name="Freeform 111">
                <a:extLst>
                  <a:ext uri="{FF2B5EF4-FFF2-40B4-BE49-F238E27FC236}">
                    <a16:creationId xmlns:a16="http://schemas.microsoft.com/office/drawing/2014/main" id="{8771117F-513E-77BE-40A3-71612DC815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837" name="Group 850">
            <a:extLst>
              <a:ext uri="{FF2B5EF4-FFF2-40B4-BE49-F238E27FC236}">
                <a16:creationId xmlns:a16="http://schemas.microsoft.com/office/drawing/2014/main" id="{D69F8FCC-A318-5BD9-3AAC-3A07A3030814}"/>
              </a:ext>
            </a:extLst>
          </p:cNvPr>
          <p:cNvGrpSpPr>
            <a:grpSpLocks/>
          </p:cNvGrpSpPr>
          <p:nvPr/>
        </p:nvGrpSpPr>
        <p:grpSpPr bwMode="auto">
          <a:xfrm>
            <a:off x="807134" y="3515491"/>
            <a:ext cx="496588" cy="96676"/>
            <a:chOff x="2199" y="955"/>
            <a:chExt cx="2547" cy="506"/>
          </a:xfrm>
        </p:grpSpPr>
        <p:sp>
          <p:nvSpPr>
            <p:cNvPr id="838" name="Freeform 851">
              <a:extLst>
                <a:ext uri="{FF2B5EF4-FFF2-40B4-BE49-F238E27FC236}">
                  <a16:creationId xmlns:a16="http://schemas.microsoft.com/office/drawing/2014/main" id="{49B07C71-E50C-5754-AB56-4586F6C5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39" name="Freeform 852">
              <a:extLst>
                <a:ext uri="{FF2B5EF4-FFF2-40B4-BE49-F238E27FC236}">
                  <a16:creationId xmlns:a16="http://schemas.microsoft.com/office/drawing/2014/main" id="{F08DF876-3D37-CC45-227B-578544C3C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0" name="Freeform 853">
              <a:extLst>
                <a:ext uri="{FF2B5EF4-FFF2-40B4-BE49-F238E27FC236}">
                  <a16:creationId xmlns:a16="http://schemas.microsoft.com/office/drawing/2014/main" id="{5B0438F7-7BAA-103B-FB50-781818538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1" name="Freeform 854">
              <a:extLst>
                <a:ext uri="{FF2B5EF4-FFF2-40B4-BE49-F238E27FC236}">
                  <a16:creationId xmlns:a16="http://schemas.microsoft.com/office/drawing/2014/main" id="{DB72C48B-8A1D-5586-C8FC-1B29119CA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2" name="Freeform 855">
              <a:extLst>
                <a:ext uri="{FF2B5EF4-FFF2-40B4-BE49-F238E27FC236}">
                  <a16:creationId xmlns:a16="http://schemas.microsoft.com/office/drawing/2014/main" id="{461B1916-2939-F1AD-D674-467952B45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3" name="Freeform 856">
              <a:extLst>
                <a:ext uri="{FF2B5EF4-FFF2-40B4-BE49-F238E27FC236}">
                  <a16:creationId xmlns:a16="http://schemas.microsoft.com/office/drawing/2014/main" id="{DADE69BA-D798-656B-8745-F1CB95CF3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44" name="Group 850">
            <a:extLst>
              <a:ext uri="{FF2B5EF4-FFF2-40B4-BE49-F238E27FC236}">
                <a16:creationId xmlns:a16="http://schemas.microsoft.com/office/drawing/2014/main" id="{20A528F8-2B98-19B6-B118-BBBDE5BF4A95}"/>
              </a:ext>
            </a:extLst>
          </p:cNvPr>
          <p:cNvGrpSpPr>
            <a:grpSpLocks/>
          </p:cNvGrpSpPr>
          <p:nvPr/>
        </p:nvGrpSpPr>
        <p:grpSpPr bwMode="auto">
          <a:xfrm>
            <a:off x="1042562" y="3030077"/>
            <a:ext cx="269073" cy="46492"/>
            <a:chOff x="2199" y="955"/>
            <a:chExt cx="2547" cy="506"/>
          </a:xfrm>
        </p:grpSpPr>
        <p:sp>
          <p:nvSpPr>
            <p:cNvPr id="845" name="Freeform 851">
              <a:extLst>
                <a:ext uri="{FF2B5EF4-FFF2-40B4-BE49-F238E27FC236}">
                  <a16:creationId xmlns:a16="http://schemas.microsoft.com/office/drawing/2014/main" id="{5658B88A-9154-6F54-DC40-1C4D49C6F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6" name="Freeform 852">
              <a:extLst>
                <a:ext uri="{FF2B5EF4-FFF2-40B4-BE49-F238E27FC236}">
                  <a16:creationId xmlns:a16="http://schemas.microsoft.com/office/drawing/2014/main" id="{D4785C67-8B73-BAC8-32A1-942811E9D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7" name="Freeform 853">
              <a:extLst>
                <a:ext uri="{FF2B5EF4-FFF2-40B4-BE49-F238E27FC236}">
                  <a16:creationId xmlns:a16="http://schemas.microsoft.com/office/drawing/2014/main" id="{08BA2D78-D580-B014-DF67-DED0ED908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8" name="Freeform 854">
              <a:extLst>
                <a:ext uri="{FF2B5EF4-FFF2-40B4-BE49-F238E27FC236}">
                  <a16:creationId xmlns:a16="http://schemas.microsoft.com/office/drawing/2014/main" id="{F90A56B6-2185-CDCF-1032-DF3875334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49" name="Freeform 855">
              <a:extLst>
                <a:ext uri="{FF2B5EF4-FFF2-40B4-BE49-F238E27FC236}">
                  <a16:creationId xmlns:a16="http://schemas.microsoft.com/office/drawing/2014/main" id="{51BE8574-2758-92BD-4CDE-E7F15FF4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50" name="Freeform 856">
              <a:extLst>
                <a:ext uri="{FF2B5EF4-FFF2-40B4-BE49-F238E27FC236}">
                  <a16:creationId xmlns:a16="http://schemas.microsoft.com/office/drawing/2014/main" id="{50D11EE1-BF87-F51C-F190-CF607BD08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51" name="Group 850">
            <a:extLst>
              <a:ext uri="{FF2B5EF4-FFF2-40B4-BE49-F238E27FC236}">
                <a16:creationId xmlns:a16="http://schemas.microsoft.com/office/drawing/2014/main" id="{9C8C6EE4-3B5C-DA14-C05A-3D718E5C7D69}"/>
              </a:ext>
            </a:extLst>
          </p:cNvPr>
          <p:cNvGrpSpPr>
            <a:grpSpLocks/>
          </p:cNvGrpSpPr>
          <p:nvPr/>
        </p:nvGrpSpPr>
        <p:grpSpPr bwMode="auto">
          <a:xfrm>
            <a:off x="734587" y="3125327"/>
            <a:ext cx="269073" cy="46492"/>
            <a:chOff x="2199" y="955"/>
            <a:chExt cx="2547" cy="506"/>
          </a:xfrm>
        </p:grpSpPr>
        <p:sp>
          <p:nvSpPr>
            <p:cNvPr id="852" name="Freeform 851">
              <a:extLst>
                <a:ext uri="{FF2B5EF4-FFF2-40B4-BE49-F238E27FC236}">
                  <a16:creationId xmlns:a16="http://schemas.microsoft.com/office/drawing/2014/main" id="{A258A551-0120-DD94-C2FC-9180D2166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53" name="Freeform 852">
              <a:extLst>
                <a:ext uri="{FF2B5EF4-FFF2-40B4-BE49-F238E27FC236}">
                  <a16:creationId xmlns:a16="http://schemas.microsoft.com/office/drawing/2014/main" id="{565AAC88-C2AA-AD21-0478-F19078B81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54" name="Freeform 853">
              <a:extLst>
                <a:ext uri="{FF2B5EF4-FFF2-40B4-BE49-F238E27FC236}">
                  <a16:creationId xmlns:a16="http://schemas.microsoft.com/office/drawing/2014/main" id="{9D44D64B-5E4C-902E-CA24-825652245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55" name="Freeform 854">
              <a:extLst>
                <a:ext uri="{FF2B5EF4-FFF2-40B4-BE49-F238E27FC236}">
                  <a16:creationId xmlns:a16="http://schemas.microsoft.com/office/drawing/2014/main" id="{B8EFD962-85C9-6A5D-5DBB-EB01AD6E9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56" name="Freeform 855">
              <a:extLst>
                <a:ext uri="{FF2B5EF4-FFF2-40B4-BE49-F238E27FC236}">
                  <a16:creationId xmlns:a16="http://schemas.microsoft.com/office/drawing/2014/main" id="{DA669F80-B948-A2E5-FA0C-891F21925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57" name="Freeform 856">
              <a:extLst>
                <a:ext uri="{FF2B5EF4-FFF2-40B4-BE49-F238E27FC236}">
                  <a16:creationId xmlns:a16="http://schemas.microsoft.com/office/drawing/2014/main" id="{DC4A7D70-F8D5-70BF-B4A4-3D18A9A7A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58" name="Group 850">
            <a:extLst>
              <a:ext uri="{FF2B5EF4-FFF2-40B4-BE49-F238E27FC236}">
                <a16:creationId xmlns:a16="http://schemas.microsoft.com/office/drawing/2014/main" id="{AA5913EB-CA48-E074-0347-74A3ECC97611}"/>
              </a:ext>
            </a:extLst>
          </p:cNvPr>
          <p:cNvGrpSpPr>
            <a:grpSpLocks/>
          </p:cNvGrpSpPr>
          <p:nvPr/>
        </p:nvGrpSpPr>
        <p:grpSpPr bwMode="auto">
          <a:xfrm>
            <a:off x="680134" y="2058527"/>
            <a:ext cx="399726" cy="74090"/>
            <a:chOff x="2199" y="955"/>
            <a:chExt cx="2547" cy="506"/>
          </a:xfrm>
        </p:grpSpPr>
        <p:sp>
          <p:nvSpPr>
            <p:cNvPr id="859" name="Freeform 851">
              <a:extLst>
                <a:ext uri="{FF2B5EF4-FFF2-40B4-BE49-F238E27FC236}">
                  <a16:creationId xmlns:a16="http://schemas.microsoft.com/office/drawing/2014/main" id="{B8E16EFA-7511-5FA9-D967-B187C2C20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0" name="Freeform 852">
              <a:extLst>
                <a:ext uri="{FF2B5EF4-FFF2-40B4-BE49-F238E27FC236}">
                  <a16:creationId xmlns:a16="http://schemas.microsoft.com/office/drawing/2014/main" id="{1D860233-8077-0807-7B77-5B5278DB5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1" name="Freeform 853">
              <a:extLst>
                <a:ext uri="{FF2B5EF4-FFF2-40B4-BE49-F238E27FC236}">
                  <a16:creationId xmlns:a16="http://schemas.microsoft.com/office/drawing/2014/main" id="{30F79AD4-8E82-A4A4-8409-00CD8182A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2" name="Freeform 854">
              <a:extLst>
                <a:ext uri="{FF2B5EF4-FFF2-40B4-BE49-F238E27FC236}">
                  <a16:creationId xmlns:a16="http://schemas.microsoft.com/office/drawing/2014/main" id="{827EA66D-217B-7BFF-C31B-41ABAB917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3" name="Freeform 855">
              <a:extLst>
                <a:ext uri="{FF2B5EF4-FFF2-40B4-BE49-F238E27FC236}">
                  <a16:creationId xmlns:a16="http://schemas.microsoft.com/office/drawing/2014/main" id="{EE424CFF-E346-73C8-4F52-85035BA7D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4" name="Freeform 856">
              <a:extLst>
                <a:ext uri="{FF2B5EF4-FFF2-40B4-BE49-F238E27FC236}">
                  <a16:creationId xmlns:a16="http://schemas.microsoft.com/office/drawing/2014/main" id="{5964AE11-01E5-DA0C-700B-080A14222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65" name="Group 850">
            <a:extLst>
              <a:ext uri="{FF2B5EF4-FFF2-40B4-BE49-F238E27FC236}">
                <a16:creationId xmlns:a16="http://schemas.microsoft.com/office/drawing/2014/main" id="{03F26807-0DB0-57D4-000F-9F67D2D7BCF1}"/>
              </a:ext>
            </a:extLst>
          </p:cNvPr>
          <p:cNvGrpSpPr>
            <a:grpSpLocks/>
          </p:cNvGrpSpPr>
          <p:nvPr/>
        </p:nvGrpSpPr>
        <p:grpSpPr bwMode="auto">
          <a:xfrm>
            <a:off x="997634" y="1566402"/>
            <a:ext cx="399726" cy="74090"/>
            <a:chOff x="2199" y="955"/>
            <a:chExt cx="2547" cy="506"/>
          </a:xfrm>
        </p:grpSpPr>
        <p:sp>
          <p:nvSpPr>
            <p:cNvPr id="866" name="Freeform 851">
              <a:extLst>
                <a:ext uri="{FF2B5EF4-FFF2-40B4-BE49-F238E27FC236}">
                  <a16:creationId xmlns:a16="http://schemas.microsoft.com/office/drawing/2014/main" id="{AD6E8AD8-0B50-D840-0616-4A6D7EF8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7" name="Freeform 852">
              <a:extLst>
                <a:ext uri="{FF2B5EF4-FFF2-40B4-BE49-F238E27FC236}">
                  <a16:creationId xmlns:a16="http://schemas.microsoft.com/office/drawing/2014/main" id="{9B9D89CF-DE0E-57D0-5A46-767C31848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8" name="Freeform 853">
              <a:extLst>
                <a:ext uri="{FF2B5EF4-FFF2-40B4-BE49-F238E27FC236}">
                  <a16:creationId xmlns:a16="http://schemas.microsoft.com/office/drawing/2014/main" id="{65A22809-591D-06A9-0B46-9A1735750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69" name="Freeform 854">
              <a:extLst>
                <a:ext uri="{FF2B5EF4-FFF2-40B4-BE49-F238E27FC236}">
                  <a16:creationId xmlns:a16="http://schemas.microsoft.com/office/drawing/2014/main" id="{4AEEF712-B77B-C818-B14C-332F0E6B1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0" name="Freeform 855">
              <a:extLst>
                <a:ext uri="{FF2B5EF4-FFF2-40B4-BE49-F238E27FC236}">
                  <a16:creationId xmlns:a16="http://schemas.microsoft.com/office/drawing/2014/main" id="{60919562-92FF-D3DF-D772-55EFCBDC1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1" name="Freeform 856">
              <a:extLst>
                <a:ext uri="{FF2B5EF4-FFF2-40B4-BE49-F238E27FC236}">
                  <a16:creationId xmlns:a16="http://schemas.microsoft.com/office/drawing/2014/main" id="{16F994E1-697C-A97B-28AE-4097312F3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72" name="Group 850">
            <a:extLst>
              <a:ext uri="{FF2B5EF4-FFF2-40B4-BE49-F238E27FC236}">
                <a16:creationId xmlns:a16="http://schemas.microsoft.com/office/drawing/2014/main" id="{D921FE0E-B12F-5FFA-5104-03A81B5E5C36}"/>
              </a:ext>
            </a:extLst>
          </p:cNvPr>
          <p:cNvGrpSpPr>
            <a:grpSpLocks/>
          </p:cNvGrpSpPr>
          <p:nvPr/>
        </p:nvGrpSpPr>
        <p:grpSpPr bwMode="auto">
          <a:xfrm>
            <a:off x="1950134" y="1760077"/>
            <a:ext cx="399726" cy="74090"/>
            <a:chOff x="2199" y="955"/>
            <a:chExt cx="2547" cy="506"/>
          </a:xfrm>
        </p:grpSpPr>
        <p:sp>
          <p:nvSpPr>
            <p:cNvPr id="873" name="Freeform 851">
              <a:extLst>
                <a:ext uri="{FF2B5EF4-FFF2-40B4-BE49-F238E27FC236}">
                  <a16:creationId xmlns:a16="http://schemas.microsoft.com/office/drawing/2014/main" id="{3A55F525-027A-F1D5-43E0-447F93142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4" name="Freeform 852">
              <a:extLst>
                <a:ext uri="{FF2B5EF4-FFF2-40B4-BE49-F238E27FC236}">
                  <a16:creationId xmlns:a16="http://schemas.microsoft.com/office/drawing/2014/main" id="{D1630B04-D596-3F82-AC3B-8971F90F4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5" name="Freeform 853">
              <a:extLst>
                <a:ext uri="{FF2B5EF4-FFF2-40B4-BE49-F238E27FC236}">
                  <a16:creationId xmlns:a16="http://schemas.microsoft.com/office/drawing/2014/main" id="{D73A2AC1-0BA9-E37B-9311-51735B621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6" name="Freeform 854">
              <a:extLst>
                <a:ext uri="{FF2B5EF4-FFF2-40B4-BE49-F238E27FC236}">
                  <a16:creationId xmlns:a16="http://schemas.microsoft.com/office/drawing/2014/main" id="{C03C78F8-46E9-EC52-BC1B-8D57DA0F0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7" name="Freeform 855">
              <a:extLst>
                <a:ext uri="{FF2B5EF4-FFF2-40B4-BE49-F238E27FC236}">
                  <a16:creationId xmlns:a16="http://schemas.microsoft.com/office/drawing/2014/main" id="{A61E831A-A1A7-7932-5E69-AA1AB6323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78" name="Freeform 856">
              <a:extLst>
                <a:ext uri="{FF2B5EF4-FFF2-40B4-BE49-F238E27FC236}">
                  <a16:creationId xmlns:a16="http://schemas.microsoft.com/office/drawing/2014/main" id="{E8204D3D-A6E2-FA54-CCCD-A63CECA4C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79" name="Group 850">
            <a:extLst>
              <a:ext uri="{FF2B5EF4-FFF2-40B4-BE49-F238E27FC236}">
                <a16:creationId xmlns:a16="http://schemas.microsoft.com/office/drawing/2014/main" id="{33AA46E7-1394-7A8D-CA9F-57CBD3A55CBF}"/>
              </a:ext>
            </a:extLst>
          </p:cNvPr>
          <p:cNvGrpSpPr>
            <a:grpSpLocks/>
          </p:cNvGrpSpPr>
          <p:nvPr/>
        </p:nvGrpSpPr>
        <p:grpSpPr bwMode="auto">
          <a:xfrm>
            <a:off x="1880284" y="2023602"/>
            <a:ext cx="399726" cy="74090"/>
            <a:chOff x="2199" y="955"/>
            <a:chExt cx="2547" cy="506"/>
          </a:xfrm>
        </p:grpSpPr>
        <p:sp>
          <p:nvSpPr>
            <p:cNvPr id="880" name="Freeform 851">
              <a:extLst>
                <a:ext uri="{FF2B5EF4-FFF2-40B4-BE49-F238E27FC236}">
                  <a16:creationId xmlns:a16="http://schemas.microsoft.com/office/drawing/2014/main" id="{61B485AB-208F-E0C4-5B76-4C56F834A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1" name="Freeform 852">
              <a:extLst>
                <a:ext uri="{FF2B5EF4-FFF2-40B4-BE49-F238E27FC236}">
                  <a16:creationId xmlns:a16="http://schemas.microsoft.com/office/drawing/2014/main" id="{920EA066-60C0-C1CF-372F-7668C44EE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2" name="Freeform 853">
              <a:extLst>
                <a:ext uri="{FF2B5EF4-FFF2-40B4-BE49-F238E27FC236}">
                  <a16:creationId xmlns:a16="http://schemas.microsoft.com/office/drawing/2014/main" id="{B254CC15-F286-411E-581D-15EC12191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3" name="Freeform 854">
              <a:extLst>
                <a:ext uri="{FF2B5EF4-FFF2-40B4-BE49-F238E27FC236}">
                  <a16:creationId xmlns:a16="http://schemas.microsoft.com/office/drawing/2014/main" id="{FB29F78E-F979-318D-327F-9B53B8AF4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4" name="Freeform 855">
              <a:extLst>
                <a:ext uri="{FF2B5EF4-FFF2-40B4-BE49-F238E27FC236}">
                  <a16:creationId xmlns:a16="http://schemas.microsoft.com/office/drawing/2014/main" id="{B1814DF2-E30C-CDB2-B0C6-962FBB9D8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5" name="Freeform 856">
              <a:extLst>
                <a:ext uri="{FF2B5EF4-FFF2-40B4-BE49-F238E27FC236}">
                  <a16:creationId xmlns:a16="http://schemas.microsoft.com/office/drawing/2014/main" id="{B9EFB830-BB3A-1593-3116-3120C9AD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86" name="Group 850">
            <a:extLst>
              <a:ext uri="{FF2B5EF4-FFF2-40B4-BE49-F238E27FC236}">
                <a16:creationId xmlns:a16="http://schemas.microsoft.com/office/drawing/2014/main" id="{C6B94A31-27AB-882F-02C9-4246F087A512}"/>
              </a:ext>
            </a:extLst>
          </p:cNvPr>
          <p:cNvGrpSpPr>
            <a:grpSpLocks/>
          </p:cNvGrpSpPr>
          <p:nvPr/>
        </p:nvGrpSpPr>
        <p:grpSpPr bwMode="auto">
          <a:xfrm>
            <a:off x="2486709" y="5179551"/>
            <a:ext cx="450526" cy="96315"/>
            <a:chOff x="2199" y="955"/>
            <a:chExt cx="2547" cy="506"/>
          </a:xfrm>
        </p:grpSpPr>
        <p:sp>
          <p:nvSpPr>
            <p:cNvPr id="887" name="Freeform 851">
              <a:extLst>
                <a:ext uri="{FF2B5EF4-FFF2-40B4-BE49-F238E27FC236}">
                  <a16:creationId xmlns:a16="http://schemas.microsoft.com/office/drawing/2014/main" id="{8E79B81D-96DF-A59A-E6BC-20AF387CC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8" name="Freeform 852">
              <a:extLst>
                <a:ext uri="{FF2B5EF4-FFF2-40B4-BE49-F238E27FC236}">
                  <a16:creationId xmlns:a16="http://schemas.microsoft.com/office/drawing/2014/main" id="{8346B3BA-B993-07CB-3614-A408AB380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89" name="Freeform 853">
              <a:extLst>
                <a:ext uri="{FF2B5EF4-FFF2-40B4-BE49-F238E27FC236}">
                  <a16:creationId xmlns:a16="http://schemas.microsoft.com/office/drawing/2014/main" id="{795584B2-ECA2-223E-6BF7-593D31B04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0" name="Freeform 854">
              <a:extLst>
                <a:ext uri="{FF2B5EF4-FFF2-40B4-BE49-F238E27FC236}">
                  <a16:creationId xmlns:a16="http://schemas.microsoft.com/office/drawing/2014/main" id="{34105F46-4970-1FBD-EE36-E5F0DBBC2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1" name="Freeform 855">
              <a:extLst>
                <a:ext uri="{FF2B5EF4-FFF2-40B4-BE49-F238E27FC236}">
                  <a16:creationId xmlns:a16="http://schemas.microsoft.com/office/drawing/2014/main" id="{BBA690B0-89E8-A3E9-708D-CAC76624C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2" name="Freeform 856">
              <a:extLst>
                <a:ext uri="{FF2B5EF4-FFF2-40B4-BE49-F238E27FC236}">
                  <a16:creationId xmlns:a16="http://schemas.microsoft.com/office/drawing/2014/main" id="{EA37A494-6AAA-B78C-FFA7-1E019A5DA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93" name="Group 850">
            <a:extLst>
              <a:ext uri="{FF2B5EF4-FFF2-40B4-BE49-F238E27FC236}">
                <a16:creationId xmlns:a16="http://schemas.microsoft.com/office/drawing/2014/main" id="{84E377BB-6E3A-7BB0-D269-14BB5D0E78CF}"/>
              </a:ext>
            </a:extLst>
          </p:cNvPr>
          <p:cNvGrpSpPr>
            <a:grpSpLocks/>
          </p:cNvGrpSpPr>
          <p:nvPr/>
        </p:nvGrpSpPr>
        <p:grpSpPr bwMode="auto">
          <a:xfrm>
            <a:off x="2436387" y="5560552"/>
            <a:ext cx="230973" cy="45719"/>
            <a:chOff x="2199" y="955"/>
            <a:chExt cx="2547" cy="506"/>
          </a:xfrm>
        </p:grpSpPr>
        <p:sp>
          <p:nvSpPr>
            <p:cNvPr id="894" name="Freeform 851">
              <a:extLst>
                <a:ext uri="{FF2B5EF4-FFF2-40B4-BE49-F238E27FC236}">
                  <a16:creationId xmlns:a16="http://schemas.microsoft.com/office/drawing/2014/main" id="{055811CC-46B2-90E2-F126-251FDC1C9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5" name="Freeform 852">
              <a:extLst>
                <a:ext uri="{FF2B5EF4-FFF2-40B4-BE49-F238E27FC236}">
                  <a16:creationId xmlns:a16="http://schemas.microsoft.com/office/drawing/2014/main" id="{F360FF61-322C-9DAF-6837-520227832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6" name="Freeform 853">
              <a:extLst>
                <a:ext uri="{FF2B5EF4-FFF2-40B4-BE49-F238E27FC236}">
                  <a16:creationId xmlns:a16="http://schemas.microsoft.com/office/drawing/2014/main" id="{7443F226-061F-53BF-FF4C-9E9B7A815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7" name="Freeform 854">
              <a:extLst>
                <a:ext uri="{FF2B5EF4-FFF2-40B4-BE49-F238E27FC236}">
                  <a16:creationId xmlns:a16="http://schemas.microsoft.com/office/drawing/2014/main" id="{106C91AD-1EC9-6C0C-C5AA-3CDF9A95C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8" name="Freeform 855">
              <a:extLst>
                <a:ext uri="{FF2B5EF4-FFF2-40B4-BE49-F238E27FC236}">
                  <a16:creationId xmlns:a16="http://schemas.microsoft.com/office/drawing/2014/main" id="{E9156CCD-1367-BB4D-1228-67EDA3490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899" name="Freeform 856">
              <a:extLst>
                <a:ext uri="{FF2B5EF4-FFF2-40B4-BE49-F238E27FC236}">
                  <a16:creationId xmlns:a16="http://schemas.microsoft.com/office/drawing/2014/main" id="{4C051691-0E14-5635-6351-17CFE9417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900" name="Group 850">
            <a:extLst>
              <a:ext uri="{FF2B5EF4-FFF2-40B4-BE49-F238E27FC236}">
                <a16:creationId xmlns:a16="http://schemas.microsoft.com/office/drawing/2014/main" id="{2102D580-2F75-8F45-0329-58F740B7A5A8}"/>
              </a:ext>
            </a:extLst>
          </p:cNvPr>
          <p:cNvGrpSpPr>
            <a:grpSpLocks/>
          </p:cNvGrpSpPr>
          <p:nvPr/>
        </p:nvGrpSpPr>
        <p:grpSpPr bwMode="auto">
          <a:xfrm>
            <a:off x="2779287" y="5497052"/>
            <a:ext cx="230973" cy="45719"/>
            <a:chOff x="2199" y="955"/>
            <a:chExt cx="2547" cy="506"/>
          </a:xfrm>
        </p:grpSpPr>
        <p:sp>
          <p:nvSpPr>
            <p:cNvPr id="901" name="Freeform 851">
              <a:extLst>
                <a:ext uri="{FF2B5EF4-FFF2-40B4-BE49-F238E27FC236}">
                  <a16:creationId xmlns:a16="http://schemas.microsoft.com/office/drawing/2014/main" id="{BFDAA428-FA0A-5C44-7352-B2484961D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02" name="Freeform 852">
              <a:extLst>
                <a:ext uri="{FF2B5EF4-FFF2-40B4-BE49-F238E27FC236}">
                  <a16:creationId xmlns:a16="http://schemas.microsoft.com/office/drawing/2014/main" id="{59147291-079D-FBEF-7B80-EF6D68057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03" name="Freeform 853">
              <a:extLst>
                <a:ext uri="{FF2B5EF4-FFF2-40B4-BE49-F238E27FC236}">
                  <a16:creationId xmlns:a16="http://schemas.microsoft.com/office/drawing/2014/main" id="{1336D801-7A84-D6F6-8D87-B601AADAA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04" name="Freeform 854">
              <a:extLst>
                <a:ext uri="{FF2B5EF4-FFF2-40B4-BE49-F238E27FC236}">
                  <a16:creationId xmlns:a16="http://schemas.microsoft.com/office/drawing/2014/main" id="{08BE4FCB-10B0-44F2-8509-4529DDE58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05" name="Freeform 855">
              <a:extLst>
                <a:ext uri="{FF2B5EF4-FFF2-40B4-BE49-F238E27FC236}">
                  <a16:creationId xmlns:a16="http://schemas.microsoft.com/office/drawing/2014/main" id="{EE568C4C-B1B8-5D35-EE00-D9AE3179D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06" name="Freeform 856">
              <a:extLst>
                <a:ext uri="{FF2B5EF4-FFF2-40B4-BE49-F238E27FC236}">
                  <a16:creationId xmlns:a16="http://schemas.microsoft.com/office/drawing/2014/main" id="{68EE36DC-856D-AFE2-CF49-B7B5F7DC4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907" name="Group 817">
            <a:extLst>
              <a:ext uri="{FF2B5EF4-FFF2-40B4-BE49-F238E27FC236}">
                <a16:creationId xmlns:a16="http://schemas.microsoft.com/office/drawing/2014/main" id="{42E829B9-FA71-0B3F-B296-CEAF96F2773D}"/>
              </a:ext>
            </a:extLst>
          </p:cNvPr>
          <p:cNvGrpSpPr>
            <a:grpSpLocks/>
          </p:cNvGrpSpPr>
          <p:nvPr/>
        </p:nvGrpSpPr>
        <p:grpSpPr bwMode="auto">
          <a:xfrm>
            <a:off x="1215848" y="1797238"/>
            <a:ext cx="466245" cy="434369"/>
            <a:chOff x="2920" y="1424"/>
            <a:chExt cx="326" cy="320"/>
          </a:xfrm>
        </p:grpSpPr>
        <p:sp>
          <p:nvSpPr>
            <p:cNvPr id="908" name="Oval 818">
              <a:extLst>
                <a:ext uri="{FF2B5EF4-FFF2-40B4-BE49-F238E27FC236}">
                  <a16:creationId xmlns:a16="http://schemas.microsoft.com/office/drawing/2014/main" id="{D9A29E39-7F3C-2C12-446F-165901B8A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rtl="1">
                <a:defRPr/>
              </a:pPr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909" name="Group 819">
              <a:extLst>
                <a:ext uri="{FF2B5EF4-FFF2-40B4-BE49-F238E27FC236}">
                  <a16:creationId xmlns:a16="http://schemas.microsoft.com/office/drawing/2014/main" id="{80C590BE-1FAD-5D33-F3E6-19DEC75FE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911" name="Oval 820">
                <a:extLst>
                  <a:ext uri="{FF2B5EF4-FFF2-40B4-BE49-F238E27FC236}">
                    <a16:creationId xmlns:a16="http://schemas.microsoft.com/office/drawing/2014/main" id="{0E5B6495-A62E-3B54-F141-811318B2E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rtl="1">
                  <a:defRPr/>
                </a:pPr>
                <a:endParaRPr lang="en-US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12" name="Oval 821">
                <a:extLst>
                  <a:ext uri="{FF2B5EF4-FFF2-40B4-BE49-F238E27FC236}">
                    <a16:creationId xmlns:a16="http://schemas.microsoft.com/office/drawing/2014/main" id="{1BE34F7B-F42A-7883-B61E-91FAC58F5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rtl="1">
                  <a:defRPr/>
                </a:pPr>
                <a:endParaRPr lang="en-US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13" name="Oval 822">
                <a:extLst>
                  <a:ext uri="{FF2B5EF4-FFF2-40B4-BE49-F238E27FC236}">
                    <a16:creationId xmlns:a16="http://schemas.microsoft.com/office/drawing/2014/main" id="{B3EC1F73-2DA1-5010-000E-BA44E51DF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rtl="1">
                  <a:defRPr/>
                </a:pPr>
                <a:endParaRPr lang="en-US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14" name="Oval 823">
                <a:extLst>
                  <a:ext uri="{FF2B5EF4-FFF2-40B4-BE49-F238E27FC236}">
                    <a16:creationId xmlns:a16="http://schemas.microsoft.com/office/drawing/2014/main" id="{78B19F31-38F8-A90C-7750-1C66AAA51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rtl="1">
                  <a:defRPr/>
                </a:pPr>
                <a:endParaRPr lang="en-US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15" name="Freeform 824">
                <a:extLst>
                  <a:ext uri="{FF2B5EF4-FFF2-40B4-BE49-F238E27FC236}">
                    <a16:creationId xmlns:a16="http://schemas.microsoft.com/office/drawing/2014/main" id="{85A0274F-6764-EABE-D95F-9FDB276ABDD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/>
                <a:endParaRPr lang="en-US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910" name="Freeform 825">
              <a:extLst>
                <a:ext uri="{FF2B5EF4-FFF2-40B4-BE49-F238E27FC236}">
                  <a16:creationId xmlns:a16="http://schemas.microsoft.com/office/drawing/2014/main" id="{2CE0F4E6-2971-0E24-8236-8911DF1CD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 rtl="1"/>
              <a:endParaRPr lang="en-US" dirty="0"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916" name="Group 783">
            <a:extLst>
              <a:ext uri="{FF2B5EF4-FFF2-40B4-BE49-F238E27FC236}">
                <a16:creationId xmlns:a16="http://schemas.microsoft.com/office/drawing/2014/main" id="{3E9A41A4-773A-3EB5-CBB6-4B01FE2C428D}"/>
              </a:ext>
            </a:extLst>
          </p:cNvPr>
          <p:cNvGrpSpPr>
            <a:grpSpLocks/>
          </p:cNvGrpSpPr>
          <p:nvPr/>
        </p:nvGrpSpPr>
        <p:grpSpPr bwMode="auto">
          <a:xfrm>
            <a:off x="1291483" y="2012053"/>
            <a:ext cx="298450" cy="464008"/>
            <a:chOff x="3130" y="3288"/>
            <a:chExt cx="410" cy="742"/>
          </a:xfrm>
        </p:grpSpPr>
        <p:sp>
          <p:nvSpPr>
            <p:cNvPr id="917" name="Line 270">
              <a:extLst>
                <a:ext uri="{FF2B5EF4-FFF2-40B4-BE49-F238E27FC236}">
                  <a16:creationId xmlns:a16="http://schemas.microsoft.com/office/drawing/2014/main" id="{52FC3DE1-AD1E-70E5-77AA-4428ADDA4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18" name="Line 271">
              <a:extLst>
                <a:ext uri="{FF2B5EF4-FFF2-40B4-BE49-F238E27FC236}">
                  <a16:creationId xmlns:a16="http://schemas.microsoft.com/office/drawing/2014/main" id="{80A8ADF1-D98B-28BF-339C-238809BC0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19" name="Line 272">
              <a:extLst>
                <a:ext uri="{FF2B5EF4-FFF2-40B4-BE49-F238E27FC236}">
                  <a16:creationId xmlns:a16="http://schemas.microsoft.com/office/drawing/2014/main" id="{92B578DA-4F75-F9F7-0587-7B3A133CE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0" name="Line 273">
              <a:extLst>
                <a:ext uri="{FF2B5EF4-FFF2-40B4-BE49-F238E27FC236}">
                  <a16:creationId xmlns:a16="http://schemas.microsoft.com/office/drawing/2014/main" id="{9B93F8B6-D197-7963-6C20-4433B7175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1" name="Line 274">
              <a:extLst>
                <a:ext uri="{FF2B5EF4-FFF2-40B4-BE49-F238E27FC236}">
                  <a16:creationId xmlns:a16="http://schemas.microsoft.com/office/drawing/2014/main" id="{1201AC50-AC83-BCE7-9204-2BE0D6F3D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2" name="Line 275">
              <a:extLst>
                <a:ext uri="{FF2B5EF4-FFF2-40B4-BE49-F238E27FC236}">
                  <a16:creationId xmlns:a16="http://schemas.microsoft.com/office/drawing/2014/main" id="{1818D364-8B4D-5A65-6DB6-84C13A7FB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3" name="Line 276">
              <a:extLst>
                <a:ext uri="{FF2B5EF4-FFF2-40B4-BE49-F238E27FC236}">
                  <a16:creationId xmlns:a16="http://schemas.microsoft.com/office/drawing/2014/main" id="{F94E3591-B13E-BC31-868C-9426DF794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4" name="Line 277">
              <a:extLst>
                <a:ext uri="{FF2B5EF4-FFF2-40B4-BE49-F238E27FC236}">
                  <a16:creationId xmlns:a16="http://schemas.microsoft.com/office/drawing/2014/main" id="{F9138058-607F-56D6-D6A6-2AA607F9C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5" name="Line 278">
              <a:extLst>
                <a:ext uri="{FF2B5EF4-FFF2-40B4-BE49-F238E27FC236}">
                  <a16:creationId xmlns:a16="http://schemas.microsoft.com/office/drawing/2014/main" id="{61461492-738F-AB43-2A58-9ADCFC9A61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6" name="Line 279">
              <a:extLst>
                <a:ext uri="{FF2B5EF4-FFF2-40B4-BE49-F238E27FC236}">
                  <a16:creationId xmlns:a16="http://schemas.microsoft.com/office/drawing/2014/main" id="{FF062D95-F582-764B-6468-FF091ED84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7" name="Line 280">
              <a:extLst>
                <a:ext uri="{FF2B5EF4-FFF2-40B4-BE49-F238E27FC236}">
                  <a16:creationId xmlns:a16="http://schemas.microsoft.com/office/drawing/2014/main" id="{E667CC03-F94E-BC4D-23B9-CCD539758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8" name="Line 281">
              <a:extLst>
                <a:ext uri="{FF2B5EF4-FFF2-40B4-BE49-F238E27FC236}">
                  <a16:creationId xmlns:a16="http://schemas.microsoft.com/office/drawing/2014/main" id="{D17B0DAB-2852-F1F3-0D62-A12F69F5D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29" name="Line 282">
              <a:extLst>
                <a:ext uri="{FF2B5EF4-FFF2-40B4-BE49-F238E27FC236}">
                  <a16:creationId xmlns:a16="http://schemas.microsoft.com/office/drawing/2014/main" id="{F73FC8E9-94D3-2361-9BFA-0021B2BE69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30" name="Line 283">
              <a:extLst>
                <a:ext uri="{FF2B5EF4-FFF2-40B4-BE49-F238E27FC236}">
                  <a16:creationId xmlns:a16="http://schemas.microsoft.com/office/drawing/2014/main" id="{18966362-A70B-C269-639D-21F9AC025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31" name="Line 284">
              <a:extLst>
                <a:ext uri="{FF2B5EF4-FFF2-40B4-BE49-F238E27FC236}">
                  <a16:creationId xmlns:a16="http://schemas.microsoft.com/office/drawing/2014/main" id="{F74F6DE1-287C-BC34-2EA2-300A7FC3D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932" name="Group 931">
            <a:extLst>
              <a:ext uri="{FF2B5EF4-FFF2-40B4-BE49-F238E27FC236}">
                <a16:creationId xmlns:a16="http://schemas.microsoft.com/office/drawing/2014/main" id="{C25F2673-8B2A-B1CF-92D9-072F766A2CF6}"/>
              </a:ext>
            </a:extLst>
          </p:cNvPr>
          <p:cNvGrpSpPr/>
          <p:nvPr/>
        </p:nvGrpSpPr>
        <p:grpSpPr>
          <a:xfrm>
            <a:off x="3125952" y="5055316"/>
            <a:ext cx="309187" cy="167750"/>
            <a:chOff x="3668110" y="2448910"/>
            <a:chExt cx="3794234" cy="2165130"/>
          </a:xfrm>
        </p:grpSpPr>
        <p:sp>
          <p:nvSpPr>
            <p:cNvPr id="933" name="Rectangle 932">
              <a:extLst>
                <a:ext uri="{FF2B5EF4-FFF2-40B4-BE49-F238E27FC236}">
                  <a16:creationId xmlns:a16="http://schemas.microsoft.com/office/drawing/2014/main" id="{8E6F45BF-9864-BC22-37C5-789F61B4CBC5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934" name="Freeform 676">
              <a:extLst>
                <a:ext uri="{FF2B5EF4-FFF2-40B4-BE49-F238E27FC236}">
                  <a16:creationId xmlns:a16="http://schemas.microsoft.com/office/drawing/2014/main" id="{45FD923E-7913-9B02-736F-E63DC7AB2EB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60B01FD0-F4E3-B3B1-B214-C0DE1F441E0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36" name="Freeform 678">
                <a:extLst>
                  <a:ext uri="{FF2B5EF4-FFF2-40B4-BE49-F238E27FC236}">
                    <a16:creationId xmlns:a16="http://schemas.microsoft.com/office/drawing/2014/main" id="{87A2F133-BA2B-E335-CD51-7A268FBCE491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37" name="Freeform 679">
                <a:extLst>
                  <a:ext uri="{FF2B5EF4-FFF2-40B4-BE49-F238E27FC236}">
                    <a16:creationId xmlns:a16="http://schemas.microsoft.com/office/drawing/2014/main" id="{139F1022-CAC4-C23A-0857-F6AE7E902C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38" name="Freeform 680">
                <a:extLst>
                  <a:ext uri="{FF2B5EF4-FFF2-40B4-BE49-F238E27FC236}">
                    <a16:creationId xmlns:a16="http://schemas.microsoft.com/office/drawing/2014/main" id="{15E7DF20-D48A-4D3C-0ADB-4A437DFC86DB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939" name="Freeform 681">
                <a:extLst>
                  <a:ext uri="{FF2B5EF4-FFF2-40B4-BE49-F238E27FC236}">
                    <a16:creationId xmlns:a16="http://schemas.microsoft.com/office/drawing/2014/main" id="{3F959553-41E4-B5A6-382D-78ED240EFE9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sp>
        <p:nvSpPr>
          <p:cNvPr id="941" name="Content Placeholder 2">
            <a:extLst>
              <a:ext uri="{FF2B5EF4-FFF2-40B4-BE49-F238E27FC236}">
                <a16:creationId xmlns:a16="http://schemas.microsoft.com/office/drawing/2014/main" id="{FE5A7853-ECB8-FC3E-0596-E89280A5E1DA}"/>
              </a:ext>
            </a:extLst>
          </p:cNvPr>
          <p:cNvSpPr txBox="1">
            <a:spLocks/>
          </p:cNvSpPr>
          <p:nvPr/>
        </p:nvSpPr>
        <p:spPr>
          <a:xfrm>
            <a:off x="5223614" y="1251765"/>
            <a:ext cx="6227940" cy="2953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ar-IQ" sz="20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اصطلاحات:</a:t>
            </a:r>
            <a:endParaRPr lang="en-US" sz="2000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گره‌ها: </a:t>
            </a:r>
            <a:r>
              <a:rPr lang="ar-IQ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میزبان‌ها و مسیریاب‌ه</a:t>
            </a: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ا</a:t>
            </a:r>
            <a:endParaRPr lang="en-US" sz="1800" b="1" dirty="0">
              <a:solidFill>
                <a:srgbClr val="0000FF"/>
              </a:solidFill>
              <a:latin typeface="IRANSans(FaNum)" panose="02040503050201020203" pitchFamily="18" charset="-78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پیوندها (لینک‌ها): </a:t>
            </a:r>
            <a:r>
              <a:rPr lang="ar-IQ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کانال‌های ارتباطی که گره‌های مجاور را در مسیر ارتباطی به هم متصل می‌کنند</a:t>
            </a:r>
            <a:endParaRPr lang="fa-IR" sz="1800" b="1" dirty="0">
              <a:solidFill>
                <a:srgbClr val="0000FF"/>
              </a:solidFill>
              <a:latin typeface="IRANSans(FaNum)" panose="02040503050201020203" pitchFamily="18" charset="-78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سیمی</a:t>
            </a:r>
            <a:endParaRPr lang="en-US" sz="1600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بی‌سیم</a:t>
            </a:r>
            <a:endParaRPr lang="en-US" sz="1600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LANs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قاب (فریم): واحد اطلاعاتی پروتکل</a:t>
            </a:r>
            <a:r>
              <a:rPr lang="ar-IQ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 لایه دوم</a:t>
            </a: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 که یک بسته </a:t>
            </a:r>
            <a:r>
              <a:rPr lang="ar-IQ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را در خود جای می‌دهد</a:t>
            </a: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</a:rPr>
              <a:t>.</a:t>
            </a:r>
          </a:p>
        </p:txBody>
      </p:sp>
      <p:sp>
        <p:nvSpPr>
          <p:cNvPr id="943" name="Text Box 467">
            <a:extLst>
              <a:ext uri="{FF2B5EF4-FFF2-40B4-BE49-F238E27FC236}">
                <a16:creationId xmlns:a16="http://schemas.microsoft.com/office/drawing/2014/main" id="{00A80A7A-479A-9C3B-3070-E08B3E316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7543" y="5188544"/>
            <a:ext cx="4606546" cy="113107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>
              <a:lnSpc>
                <a:spcPct val="125000"/>
              </a:lnSpc>
              <a:defRPr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لایه پیوند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Link Layer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</a:t>
            </a:r>
            <a:r>
              <a:rPr lang="ar-IQ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وظیفه دارد </a:t>
            </a:r>
            <a:r>
              <a:rPr lang="fa-IR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یک بسته</a:t>
            </a:r>
            <a:r>
              <a:rPr lang="ar-IQ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 را از یک گره به گره‌ی مجاور و متصل به آن، از طریق </a:t>
            </a:r>
            <a:r>
              <a:rPr lang="ar-IQ" b="1" i="0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یک پیوند فیزیکی</a:t>
            </a:r>
            <a:r>
              <a:rPr lang="ar-IQ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 منتقل کند.</a:t>
            </a:r>
            <a:endParaRPr lang="en-US" b="1" i="0" dirty="0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3F16D6C1-065F-93CF-1473-6D9EA90D8DD5}"/>
              </a:ext>
            </a:extLst>
          </p:cNvPr>
          <p:cNvSpPr/>
          <p:nvPr/>
        </p:nvSpPr>
        <p:spPr>
          <a:xfrm>
            <a:off x="5235857" y="5130308"/>
            <a:ext cx="5226627" cy="123305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25000"/>
              </a:lnSpc>
            </a:pPr>
            <a:endParaRPr lang="en-US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770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4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0000FF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3398EC7-2BA2-4849-585B-26251AC15C56}"/>
              </a:ext>
            </a:extLst>
          </p:cNvPr>
          <p:cNvSpPr txBox="1">
            <a:spLocks noChangeArrowheads="1"/>
          </p:cNvSpPr>
          <p:nvPr/>
        </p:nvSpPr>
        <p:spPr>
          <a:xfrm>
            <a:off x="6213987" y="2005781"/>
            <a:ext cx="5519358" cy="4144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25000"/>
              </a:lnSpc>
              <a:defRPr/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یک بسته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توسط پروتکل‌های مختلف 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لایه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پیوند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و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طریق پیوندهای متفاوت منتقل می‌شود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lvl="1" algn="r" rtl="1">
              <a:lnSpc>
                <a:spcPct val="125000"/>
              </a:lnSpc>
              <a:defRPr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 عنوان نمونه: </a:t>
            </a:r>
            <a:r>
              <a:rPr lang="en-US" sz="1800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WiFi</a:t>
            </a: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در اولین پیوند و اترنت (</a:t>
            </a:r>
            <a:r>
              <a:rPr lang="en-US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Ethernet</a:t>
            </a: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در پیوند بعدی</a:t>
            </a:r>
            <a:endParaRPr lang="en-US" sz="18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algn="r" rtl="1">
              <a:lnSpc>
                <a:spcPct val="125000"/>
              </a:lnSpc>
              <a:defRPr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هر پروتکل 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لایه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پیوند، 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سرویس‌های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متفاوتی ارائه می‌دهد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lvl="1" algn="r" rtl="1">
              <a:lnSpc>
                <a:spcPct val="125000"/>
              </a:lnSpc>
              <a:defRPr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برای نمونه، ممکن است انتقال مطمئن داده‌ها را بر روی پیوند فراهم کند یا نکند.</a:t>
            </a:r>
            <a:endParaRPr lang="en-US" sz="18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195963B-8875-16AA-5EBE-E04EBE59FFC5}"/>
              </a:ext>
            </a:extLst>
          </p:cNvPr>
          <p:cNvSpPr txBox="1">
            <a:spLocks noChangeArrowheads="1"/>
          </p:cNvSpPr>
          <p:nvPr/>
        </p:nvSpPr>
        <p:spPr>
          <a:xfrm>
            <a:off x="458655" y="2005780"/>
            <a:ext cx="4664507" cy="395498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35000"/>
              </a:lnSpc>
              <a:buFont typeface="Wingdings" charset="0"/>
              <a:buNone/>
              <a:defRPr/>
            </a:pP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مقایسه با حمل و نقل:</a:t>
            </a:r>
            <a:endParaRPr lang="en-US" sz="20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algn="r" rtl="1">
              <a:lnSpc>
                <a:spcPct val="135000"/>
              </a:lnSpc>
              <a:defRPr/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یک سفر از شهر کرج به جزیره قشم</a:t>
            </a:r>
            <a:endParaRPr lang="en-US" sz="18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lvl="1" algn="r" rtl="1">
              <a:lnSpc>
                <a:spcPct val="135000"/>
              </a:lnSpc>
              <a:defRPr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تاکسی: </a:t>
            </a: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از کرج تا فرودگاه مهرآباد</a:t>
            </a:r>
            <a:endParaRPr lang="en-US" sz="18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lvl="1" algn="r" rtl="1">
              <a:lnSpc>
                <a:spcPct val="135000"/>
              </a:lnSpc>
              <a:defRPr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هواپیما: </a:t>
            </a: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از فرودگاه مهرآباد تا بندرعباس</a:t>
            </a:r>
          </a:p>
          <a:p>
            <a:pPr lvl="1" algn="r" rtl="1">
              <a:lnSpc>
                <a:spcPct val="135000"/>
              </a:lnSpc>
              <a:defRPr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کشتی: </a:t>
            </a: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از بندرعباس تا جزیره قشم</a:t>
            </a:r>
          </a:p>
          <a:p>
            <a:pPr algn="r" rtl="1">
              <a:lnSpc>
                <a:spcPct val="125000"/>
              </a:lnSpc>
              <a:defRPr/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مسافر = </a:t>
            </a: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بسته</a:t>
            </a:r>
            <a:endParaRPr lang="en-US" sz="18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algn="r" rtl="1">
              <a:lnSpc>
                <a:spcPct val="125000"/>
              </a:lnSpc>
              <a:defRPr/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بخش حمل و نقل = </a:t>
            </a: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پیوند ارتباطی</a:t>
            </a:r>
            <a:endParaRPr lang="en-US" sz="18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algn="r" rtl="1">
              <a:lnSpc>
                <a:spcPct val="125000"/>
              </a:lnSpc>
              <a:defRPr/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وسیله حمل و نقل = </a:t>
            </a: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لایه پیوند</a:t>
            </a:r>
          </a:p>
          <a:p>
            <a:pPr algn="r" rtl="1">
              <a:lnSpc>
                <a:spcPct val="125000"/>
              </a:lnSpc>
              <a:defRPr/>
            </a:pPr>
            <a:r>
              <a:rPr lang="fa-IR" sz="18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آژانس مسافرتی = </a:t>
            </a: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الگوریتم مسیریابی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D8A487-77AF-AE28-56B9-708FF15E9ECB}"/>
              </a:ext>
            </a:extLst>
          </p:cNvPr>
          <p:cNvSpPr txBox="1">
            <a:spLocks/>
          </p:cNvSpPr>
          <p:nvPr/>
        </p:nvSpPr>
        <p:spPr>
          <a:xfrm>
            <a:off x="1200058" y="1276367"/>
            <a:ext cx="10706471" cy="5722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C00000"/>
                </a:solidFill>
              </a:rPr>
              <a:t>لایه پیوند: زمینه</a:t>
            </a:r>
          </a:p>
        </p:txBody>
      </p:sp>
    </p:spTree>
    <p:extLst>
      <p:ext uri="{BB962C8B-B14F-4D97-AF65-F5344CB8AC3E}">
        <p14:creationId xmlns:p14="http://schemas.microsoft.com/office/powerpoint/2010/main" val="68380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5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D8A487-77AF-AE28-56B9-708FF15E9ECB}"/>
              </a:ext>
            </a:extLst>
          </p:cNvPr>
          <p:cNvSpPr txBox="1">
            <a:spLocks/>
          </p:cNvSpPr>
          <p:nvPr/>
        </p:nvSpPr>
        <p:spPr>
          <a:xfrm>
            <a:off x="75884" y="1019176"/>
            <a:ext cx="11931781" cy="5722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0000FF"/>
                </a:solidFill>
              </a:rPr>
              <a:t>لایه پیوند: سرویس‌ها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5045054" y="1543833"/>
            <a:ext cx="6861476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کنترل دسترسی به رسانه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صورتی که رسانه فیزیکی (کانال) یک رسانه مشترک باشد، نیاز به روش کنترل دسترسی به رسانه مشترک است. </a:t>
            </a:r>
          </a:p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قاب‌بندی (فریم‌بندی) 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مشخص کردن اینکه از کدام بیت تا کدام بیت یک قاب است که درون آن یک بسته قرار گرفته است. 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اضافه کردن اطلاعات کنترلی پروتکل لایه پیوند شامل آدرس </a:t>
            </a:r>
            <a:r>
              <a:rPr lang="en-US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MAC</a:t>
            </a: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مبدأ و مقصد فریم و سایر اطلاعات کنترلی دیگر در ایتدا و انتهای (سرآیند و پی‌آیند) یک قاب</a:t>
            </a:r>
          </a:p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پیوند دوطرفه نیمه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half-duplex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و دوطرفه کامل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full-duplex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دوطرفه نیمه، یک گره در یک زمان نمی‌تواند هم ارسال و هم دریافت کند.</a:t>
            </a:r>
          </a:p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کنترل جریان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کنترل سرعت ارسال فرستنده توسط گره گیرند0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 روش‌های کنترل جریان آشنا هستیم</a:t>
            </a:r>
          </a:p>
        </p:txBody>
      </p:sp>
      <p:sp>
        <p:nvSpPr>
          <p:cNvPr id="13" name="Oval 800">
            <a:extLst>
              <a:ext uri="{FF2B5EF4-FFF2-40B4-BE49-F238E27FC236}">
                <a16:creationId xmlns:a16="http://schemas.microsoft.com/office/drawing/2014/main" id="{A6561707-D280-941D-5877-E17D7BE30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491" y="3567333"/>
            <a:ext cx="69106" cy="791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" name="Group 817">
            <a:extLst>
              <a:ext uri="{FF2B5EF4-FFF2-40B4-BE49-F238E27FC236}">
                <a16:creationId xmlns:a16="http://schemas.microsoft.com/office/drawing/2014/main" id="{91BD1305-FAF4-9C0D-BB37-83994F933D82}"/>
              </a:ext>
            </a:extLst>
          </p:cNvPr>
          <p:cNvGrpSpPr>
            <a:grpSpLocks/>
          </p:cNvGrpSpPr>
          <p:nvPr/>
        </p:nvGrpSpPr>
        <p:grpSpPr bwMode="auto">
          <a:xfrm>
            <a:off x="1619357" y="3250049"/>
            <a:ext cx="615031" cy="694531"/>
            <a:chOff x="2920" y="1424"/>
            <a:chExt cx="326" cy="320"/>
          </a:xfrm>
        </p:grpSpPr>
        <p:sp>
          <p:nvSpPr>
            <p:cNvPr id="15" name="Oval 818">
              <a:extLst>
                <a:ext uri="{FF2B5EF4-FFF2-40B4-BE49-F238E27FC236}">
                  <a16:creationId xmlns:a16="http://schemas.microsoft.com/office/drawing/2014/main" id="{48235341-0372-762F-355E-0D45DA9C0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" name="Group 819">
              <a:extLst>
                <a:ext uri="{FF2B5EF4-FFF2-40B4-BE49-F238E27FC236}">
                  <a16:creationId xmlns:a16="http://schemas.microsoft.com/office/drawing/2014/main" id="{49B336B1-EB91-B51A-8229-8CAC33325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8" name="Oval 820">
                <a:extLst>
                  <a:ext uri="{FF2B5EF4-FFF2-40B4-BE49-F238E27FC236}">
                    <a16:creationId xmlns:a16="http://schemas.microsoft.com/office/drawing/2014/main" id="{644BDC92-D804-E600-E858-9DCB83EDF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9" name="Oval 821">
                <a:extLst>
                  <a:ext uri="{FF2B5EF4-FFF2-40B4-BE49-F238E27FC236}">
                    <a16:creationId xmlns:a16="http://schemas.microsoft.com/office/drawing/2014/main" id="{89BB4FEB-9EE0-8F8C-6B90-E7B4AF75E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0" name="Oval 822">
                <a:extLst>
                  <a:ext uri="{FF2B5EF4-FFF2-40B4-BE49-F238E27FC236}">
                    <a16:creationId xmlns:a16="http://schemas.microsoft.com/office/drawing/2014/main" id="{1382C035-D2A9-C6DB-F5E8-EECF8D31A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1" name="Oval 823">
                <a:extLst>
                  <a:ext uri="{FF2B5EF4-FFF2-40B4-BE49-F238E27FC236}">
                    <a16:creationId xmlns:a16="http://schemas.microsoft.com/office/drawing/2014/main" id="{8ADCAA57-B7F7-0D9E-F510-CE94B35FE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2" name="Freeform 824">
                <a:extLst>
                  <a:ext uri="{FF2B5EF4-FFF2-40B4-BE49-F238E27FC236}">
                    <a16:creationId xmlns:a16="http://schemas.microsoft.com/office/drawing/2014/main" id="{8248ADB1-1D84-7B24-2BE9-EFD360EFFF7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7" name="Freeform 825">
              <a:extLst>
                <a:ext uri="{FF2B5EF4-FFF2-40B4-BE49-F238E27FC236}">
                  <a16:creationId xmlns:a16="http://schemas.microsoft.com/office/drawing/2014/main" id="{D13098E4-94F1-DA15-C044-43064887C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3" name="Group 783">
            <a:extLst>
              <a:ext uri="{FF2B5EF4-FFF2-40B4-BE49-F238E27FC236}">
                <a16:creationId xmlns:a16="http://schemas.microsoft.com/office/drawing/2014/main" id="{27E15AEA-89C7-2B65-2269-15742C3CF29D}"/>
              </a:ext>
            </a:extLst>
          </p:cNvPr>
          <p:cNvGrpSpPr>
            <a:grpSpLocks/>
          </p:cNvGrpSpPr>
          <p:nvPr/>
        </p:nvGrpSpPr>
        <p:grpSpPr bwMode="auto">
          <a:xfrm>
            <a:off x="1719128" y="3593524"/>
            <a:ext cx="393690" cy="1049595"/>
            <a:chOff x="3130" y="3288"/>
            <a:chExt cx="410" cy="742"/>
          </a:xfrm>
        </p:grpSpPr>
        <p:sp>
          <p:nvSpPr>
            <p:cNvPr id="24" name="Line 270">
              <a:extLst>
                <a:ext uri="{FF2B5EF4-FFF2-40B4-BE49-F238E27FC236}">
                  <a16:creationId xmlns:a16="http://schemas.microsoft.com/office/drawing/2014/main" id="{AC636D18-9DEF-99D7-A0F4-408FEC722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271">
              <a:extLst>
                <a:ext uri="{FF2B5EF4-FFF2-40B4-BE49-F238E27FC236}">
                  <a16:creationId xmlns:a16="http://schemas.microsoft.com/office/drawing/2014/main" id="{ADFAA190-A565-24BD-EC6C-336287678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272">
              <a:extLst>
                <a:ext uri="{FF2B5EF4-FFF2-40B4-BE49-F238E27FC236}">
                  <a16:creationId xmlns:a16="http://schemas.microsoft.com/office/drawing/2014/main" id="{1D0379DC-6F54-0516-096C-AC58BD4DE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273">
              <a:extLst>
                <a:ext uri="{FF2B5EF4-FFF2-40B4-BE49-F238E27FC236}">
                  <a16:creationId xmlns:a16="http://schemas.microsoft.com/office/drawing/2014/main" id="{CC8B2CB7-AA3D-D771-F71E-FD37C3086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Line 274">
              <a:extLst>
                <a:ext uri="{FF2B5EF4-FFF2-40B4-BE49-F238E27FC236}">
                  <a16:creationId xmlns:a16="http://schemas.microsoft.com/office/drawing/2014/main" id="{3BAAD068-D369-89B4-9A5D-4B945FD5F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Line 275">
              <a:extLst>
                <a:ext uri="{FF2B5EF4-FFF2-40B4-BE49-F238E27FC236}">
                  <a16:creationId xmlns:a16="http://schemas.microsoft.com/office/drawing/2014/main" id="{F7FDA5C8-6889-8E6F-D7F1-FCE76E431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Line 276">
              <a:extLst>
                <a:ext uri="{FF2B5EF4-FFF2-40B4-BE49-F238E27FC236}">
                  <a16:creationId xmlns:a16="http://schemas.microsoft.com/office/drawing/2014/main" id="{68BAC7E6-6681-FA23-0940-01E749FC4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Line 277">
              <a:extLst>
                <a:ext uri="{FF2B5EF4-FFF2-40B4-BE49-F238E27FC236}">
                  <a16:creationId xmlns:a16="http://schemas.microsoft.com/office/drawing/2014/main" id="{BC0AC68A-BD8B-CDCE-763C-4C53EC08B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Line 278">
              <a:extLst>
                <a:ext uri="{FF2B5EF4-FFF2-40B4-BE49-F238E27FC236}">
                  <a16:creationId xmlns:a16="http://schemas.microsoft.com/office/drawing/2014/main" id="{6E590031-9843-8A0C-1964-469D4C164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Line 279">
              <a:extLst>
                <a:ext uri="{FF2B5EF4-FFF2-40B4-BE49-F238E27FC236}">
                  <a16:creationId xmlns:a16="http://schemas.microsoft.com/office/drawing/2014/main" id="{F4C99EB8-5CA0-DA5E-2348-CBFEB3A04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Line 280">
              <a:extLst>
                <a:ext uri="{FF2B5EF4-FFF2-40B4-BE49-F238E27FC236}">
                  <a16:creationId xmlns:a16="http://schemas.microsoft.com/office/drawing/2014/main" id="{FD2E0ED6-49E8-8ECF-6840-B9F168F18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Line 281">
              <a:extLst>
                <a:ext uri="{FF2B5EF4-FFF2-40B4-BE49-F238E27FC236}">
                  <a16:creationId xmlns:a16="http://schemas.microsoft.com/office/drawing/2014/main" id="{A4D8D249-6639-BEC8-67BB-1E9DF9CEB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Line 282">
              <a:extLst>
                <a:ext uri="{FF2B5EF4-FFF2-40B4-BE49-F238E27FC236}">
                  <a16:creationId xmlns:a16="http://schemas.microsoft.com/office/drawing/2014/main" id="{CFA5874A-38C4-E445-1ED1-E88178D99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Line 283">
              <a:extLst>
                <a:ext uri="{FF2B5EF4-FFF2-40B4-BE49-F238E27FC236}">
                  <a16:creationId xmlns:a16="http://schemas.microsoft.com/office/drawing/2014/main" id="{5A717CE6-A9AA-7845-247B-CE2B37A97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Line 284">
              <a:extLst>
                <a:ext uri="{FF2B5EF4-FFF2-40B4-BE49-F238E27FC236}">
                  <a16:creationId xmlns:a16="http://schemas.microsoft.com/office/drawing/2014/main" id="{B5E5105A-5E4C-8DB1-56BC-280B2F807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C084DDC-4FFC-A4CE-A3D2-9329EBF62895}"/>
              </a:ext>
            </a:extLst>
          </p:cNvPr>
          <p:cNvGrpSpPr/>
          <p:nvPr/>
        </p:nvGrpSpPr>
        <p:grpSpPr>
          <a:xfrm>
            <a:off x="1002383" y="3073180"/>
            <a:ext cx="527285" cy="593983"/>
            <a:chOff x="8328836" y="2202873"/>
            <a:chExt cx="527285" cy="593983"/>
          </a:xfrm>
        </p:grpSpPr>
        <p:pic>
          <p:nvPicPr>
            <p:cNvPr id="40" name="Picture 653" descr="iphone_stylized_small">
              <a:extLst>
                <a:ext uri="{FF2B5EF4-FFF2-40B4-BE49-F238E27FC236}">
                  <a16:creationId xmlns:a16="http://schemas.microsoft.com/office/drawing/2014/main" id="{12349490-EC1A-CF6F-8850-C6867C67D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" name="Group 850">
              <a:extLst>
                <a:ext uri="{FF2B5EF4-FFF2-40B4-BE49-F238E27FC236}">
                  <a16:creationId xmlns:a16="http://schemas.microsoft.com/office/drawing/2014/main" id="{2DDECC21-8298-5A47-B36D-4995F8F4E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42" name="Freeform 851">
                <a:extLst>
                  <a:ext uri="{FF2B5EF4-FFF2-40B4-BE49-F238E27FC236}">
                    <a16:creationId xmlns:a16="http://schemas.microsoft.com/office/drawing/2014/main" id="{6CC4C59B-3A5F-0B32-86B4-560081F9C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852">
                <a:extLst>
                  <a:ext uri="{FF2B5EF4-FFF2-40B4-BE49-F238E27FC236}">
                    <a16:creationId xmlns:a16="http://schemas.microsoft.com/office/drawing/2014/main" id="{A4DE4550-EF9D-8D44-0402-DC529EA92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853">
                <a:extLst>
                  <a:ext uri="{FF2B5EF4-FFF2-40B4-BE49-F238E27FC236}">
                    <a16:creationId xmlns:a16="http://schemas.microsoft.com/office/drawing/2014/main" id="{79875140-772C-D346-F973-4F3B29D31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854">
                <a:extLst>
                  <a:ext uri="{FF2B5EF4-FFF2-40B4-BE49-F238E27FC236}">
                    <a16:creationId xmlns:a16="http://schemas.microsoft.com/office/drawing/2014/main" id="{9FAB647B-B6B1-5F48-D0FB-E6EDCE22C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855">
                <a:extLst>
                  <a:ext uri="{FF2B5EF4-FFF2-40B4-BE49-F238E27FC236}">
                    <a16:creationId xmlns:a16="http://schemas.microsoft.com/office/drawing/2014/main" id="{CD7DE8E5-DF6C-ABB9-05E8-C5F20B4BF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856">
                <a:extLst>
                  <a:ext uri="{FF2B5EF4-FFF2-40B4-BE49-F238E27FC236}">
                    <a16:creationId xmlns:a16="http://schemas.microsoft.com/office/drawing/2014/main" id="{C9F8ED1B-84E1-776E-07E2-93874BD17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3AB9C78-99EB-ECF8-4CFB-1742E4D616E0}"/>
              </a:ext>
            </a:extLst>
          </p:cNvPr>
          <p:cNvGrpSpPr/>
          <p:nvPr/>
        </p:nvGrpSpPr>
        <p:grpSpPr>
          <a:xfrm>
            <a:off x="488662" y="3998956"/>
            <a:ext cx="1120341" cy="347863"/>
            <a:chOff x="9561515" y="2748013"/>
            <a:chExt cx="1120341" cy="347863"/>
          </a:xfrm>
        </p:grpSpPr>
        <p:pic>
          <p:nvPicPr>
            <p:cNvPr id="49" name="Picture 603" descr="car_icon_small">
              <a:extLst>
                <a:ext uri="{FF2B5EF4-FFF2-40B4-BE49-F238E27FC236}">
                  <a16:creationId xmlns:a16="http://schemas.microsoft.com/office/drawing/2014/main" id="{F5B966CA-BD05-8F25-92C2-F07439160B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0" name="Group 850">
              <a:extLst>
                <a:ext uri="{FF2B5EF4-FFF2-40B4-BE49-F238E27FC236}">
                  <a16:creationId xmlns:a16="http://schemas.microsoft.com/office/drawing/2014/main" id="{5ED78E25-1A30-8D47-FC46-1D57660D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52" name="Freeform 851">
                <a:extLst>
                  <a:ext uri="{FF2B5EF4-FFF2-40B4-BE49-F238E27FC236}">
                    <a16:creationId xmlns:a16="http://schemas.microsoft.com/office/drawing/2014/main" id="{6832B49D-2F56-3CC9-372F-0DA2C3AF0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3" name="Freeform 852">
                <a:extLst>
                  <a:ext uri="{FF2B5EF4-FFF2-40B4-BE49-F238E27FC236}">
                    <a16:creationId xmlns:a16="http://schemas.microsoft.com/office/drawing/2014/main" id="{B70523B7-2CD2-0E10-1988-A0DD5C0B6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4" name="Freeform 853">
                <a:extLst>
                  <a:ext uri="{FF2B5EF4-FFF2-40B4-BE49-F238E27FC236}">
                    <a16:creationId xmlns:a16="http://schemas.microsoft.com/office/drawing/2014/main" id="{A0301E99-3416-4D2D-01A0-A2E28C104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5" name="Freeform 854">
                <a:extLst>
                  <a:ext uri="{FF2B5EF4-FFF2-40B4-BE49-F238E27FC236}">
                    <a16:creationId xmlns:a16="http://schemas.microsoft.com/office/drawing/2014/main" id="{3D627C6B-67A0-E432-41E9-4A06CA203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" name="Freeform 855">
                <a:extLst>
                  <a:ext uri="{FF2B5EF4-FFF2-40B4-BE49-F238E27FC236}">
                    <a16:creationId xmlns:a16="http://schemas.microsoft.com/office/drawing/2014/main" id="{5A84AB1F-4CFF-62C0-8505-451628328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Freeform 856">
                <a:extLst>
                  <a:ext uri="{FF2B5EF4-FFF2-40B4-BE49-F238E27FC236}">
                    <a16:creationId xmlns:a16="http://schemas.microsoft.com/office/drawing/2014/main" id="{8534EA12-F023-C5D9-64C2-C44EE559F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FEF0827-0B24-40FA-68D8-B336A7C0C74B}"/>
                </a:ext>
              </a:extLst>
            </p:cNvPr>
            <p:cNvCxnSpPr/>
            <p:nvPr/>
          </p:nvCxnSpPr>
          <p:spPr>
            <a:xfrm>
              <a:off x="10032156" y="2798664"/>
              <a:ext cx="31623" cy="1368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D08C79-52B0-ED38-AB46-40BC674A0397}"/>
              </a:ext>
            </a:extLst>
          </p:cNvPr>
          <p:cNvGrpSpPr/>
          <p:nvPr/>
        </p:nvGrpSpPr>
        <p:grpSpPr>
          <a:xfrm>
            <a:off x="2328746" y="3437317"/>
            <a:ext cx="502369" cy="512348"/>
            <a:chOff x="7341491" y="2307905"/>
            <a:chExt cx="509280" cy="43957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D0CA53C-BEA4-FA97-05B2-12704151F025}"/>
                </a:ext>
              </a:extLst>
            </p:cNvPr>
            <p:cNvGrpSpPr/>
            <p:nvPr/>
          </p:nvGrpSpPr>
          <p:grpSpPr>
            <a:xfrm>
              <a:off x="7341491" y="2426725"/>
              <a:ext cx="509280" cy="320753"/>
              <a:chOff x="7458407" y="2414528"/>
              <a:chExt cx="509280" cy="320753"/>
            </a:xfrm>
          </p:grpSpPr>
          <p:pic>
            <p:nvPicPr>
              <p:cNvPr id="452" name="Picture 1018" descr="laptop_keyboard">
                <a:extLst>
                  <a:ext uri="{FF2B5EF4-FFF2-40B4-BE49-F238E27FC236}">
                    <a16:creationId xmlns:a16="http://schemas.microsoft.com/office/drawing/2014/main" id="{5AAD1212-EBAA-5656-B7FE-104978FF4B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3" name="Freeform 1019">
                <a:extLst>
                  <a:ext uri="{FF2B5EF4-FFF2-40B4-BE49-F238E27FC236}">
                    <a16:creationId xmlns:a16="http://schemas.microsoft.com/office/drawing/2014/main" id="{4EE60EDE-A3BE-23BA-15B6-27D1A18F6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454" name="Picture 1020" descr="screen">
                <a:extLst>
                  <a:ext uri="{FF2B5EF4-FFF2-40B4-BE49-F238E27FC236}">
                    <a16:creationId xmlns:a16="http://schemas.microsoft.com/office/drawing/2014/main" id="{D5486D8A-E590-C2D5-9867-9B7A1787AB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5" name="Freeform 1021">
                <a:extLst>
                  <a:ext uri="{FF2B5EF4-FFF2-40B4-BE49-F238E27FC236}">
                    <a16:creationId xmlns:a16="http://schemas.microsoft.com/office/drawing/2014/main" id="{45C20298-93E6-AECF-FE49-4EBE25ECA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6" name="Freeform 1022">
                <a:extLst>
                  <a:ext uri="{FF2B5EF4-FFF2-40B4-BE49-F238E27FC236}">
                    <a16:creationId xmlns:a16="http://schemas.microsoft.com/office/drawing/2014/main" id="{1F15C24B-728C-3B29-8EF6-C0A62A0AC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7" name="Freeform 1023">
                <a:extLst>
                  <a:ext uri="{FF2B5EF4-FFF2-40B4-BE49-F238E27FC236}">
                    <a16:creationId xmlns:a16="http://schemas.microsoft.com/office/drawing/2014/main" id="{16C939FE-0123-FD9C-9718-7AFE66B64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8" name="Freeform 1024">
                <a:extLst>
                  <a:ext uri="{FF2B5EF4-FFF2-40B4-BE49-F238E27FC236}">
                    <a16:creationId xmlns:a16="http://schemas.microsoft.com/office/drawing/2014/main" id="{1AD1C67B-37F3-D46B-FBB9-E07112B66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9" name="Freeform 1025">
                <a:extLst>
                  <a:ext uri="{FF2B5EF4-FFF2-40B4-BE49-F238E27FC236}">
                    <a16:creationId xmlns:a16="http://schemas.microsoft.com/office/drawing/2014/main" id="{0E2BDCDF-2285-2E80-2187-DD0A1C47C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1026">
                <a:extLst>
                  <a:ext uri="{FF2B5EF4-FFF2-40B4-BE49-F238E27FC236}">
                    <a16:creationId xmlns:a16="http://schemas.microsoft.com/office/drawing/2014/main" id="{E0FE130D-7CB0-BF22-41AA-DEC5CC5F8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61" name="Group 1027">
                <a:extLst>
                  <a:ext uri="{FF2B5EF4-FFF2-40B4-BE49-F238E27FC236}">
                    <a16:creationId xmlns:a16="http://schemas.microsoft.com/office/drawing/2014/main" id="{0885426C-2526-0810-C28D-4E90B3B88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468" name="Freeform 1028">
                  <a:extLst>
                    <a:ext uri="{FF2B5EF4-FFF2-40B4-BE49-F238E27FC236}">
                      <a16:creationId xmlns:a16="http://schemas.microsoft.com/office/drawing/2014/main" id="{F215C2C7-369E-4A9C-E2D1-499D77DF8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9" name="Freeform 1029">
                  <a:extLst>
                    <a:ext uri="{FF2B5EF4-FFF2-40B4-BE49-F238E27FC236}">
                      <a16:creationId xmlns:a16="http://schemas.microsoft.com/office/drawing/2014/main" id="{BD8DEDCE-A54E-0ED1-C980-BB482EC11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Freeform 1030">
                  <a:extLst>
                    <a:ext uri="{FF2B5EF4-FFF2-40B4-BE49-F238E27FC236}">
                      <a16:creationId xmlns:a16="http://schemas.microsoft.com/office/drawing/2014/main" id="{70517E13-3CDB-5ACE-27D9-5AFCEA9594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Freeform 1031">
                  <a:extLst>
                    <a:ext uri="{FF2B5EF4-FFF2-40B4-BE49-F238E27FC236}">
                      <a16:creationId xmlns:a16="http://schemas.microsoft.com/office/drawing/2014/main" id="{2EC6CE08-6F80-EA75-5701-9C80C3D25F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2" name="Freeform 1032">
                  <a:extLst>
                    <a:ext uri="{FF2B5EF4-FFF2-40B4-BE49-F238E27FC236}">
                      <a16:creationId xmlns:a16="http://schemas.microsoft.com/office/drawing/2014/main" id="{3C77F6D1-D421-3C52-EC82-9CBC5B3F46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3" name="Freeform 1033">
                  <a:extLst>
                    <a:ext uri="{FF2B5EF4-FFF2-40B4-BE49-F238E27FC236}">
                      <a16:creationId xmlns:a16="http://schemas.microsoft.com/office/drawing/2014/main" id="{E658CECF-2849-09DA-D7BB-E985F4AE7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2" name="Freeform 1034">
                <a:extLst>
                  <a:ext uri="{FF2B5EF4-FFF2-40B4-BE49-F238E27FC236}">
                    <a16:creationId xmlns:a16="http://schemas.microsoft.com/office/drawing/2014/main" id="{F4A59A93-DE20-C36A-1DBE-C324814E6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1035">
                <a:extLst>
                  <a:ext uri="{FF2B5EF4-FFF2-40B4-BE49-F238E27FC236}">
                    <a16:creationId xmlns:a16="http://schemas.microsoft.com/office/drawing/2014/main" id="{92356DCC-BDF2-0CE0-FDDB-142B5654D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1036">
                <a:extLst>
                  <a:ext uri="{FF2B5EF4-FFF2-40B4-BE49-F238E27FC236}">
                    <a16:creationId xmlns:a16="http://schemas.microsoft.com/office/drawing/2014/main" id="{EFA254EB-158E-CD15-A08B-E45ED6D09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1037">
                <a:extLst>
                  <a:ext uri="{FF2B5EF4-FFF2-40B4-BE49-F238E27FC236}">
                    <a16:creationId xmlns:a16="http://schemas.microsoft.com/office/drawing/2014/main" id="{B1CF9832-2BA1-1B91-1F1C-AD5136CCE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1038">
                <a:extLst>
                  <a:ext uri="{FF2B5EF4-FFF2-40B4-BE49-F238E27FC236}">
                    <a16:creationId xmlns:a16="http://schemas.microsoft.com/office/drawing/2014/main" id="{B28E578D-7687-26DE-44BF-E7D48F79D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7" name="Freeform 1039">
                <a:extLst>
                  <a:ext uri="{FF2B5EF4-FFF2-40B4-BE49-F238E27FC236}">
                    <a16:creationId xmlns:a16="http://schemas.microsoft.com/office/drawing/2014/main" id="{6A1863B8-5333-5EBA-BD2F-C42C6379273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850">
              <a:extLst>
                <a:ext uri="{FF2B5EF4-FFF2-40B4-BE49-F238E27FC236}">
                  <a16:creationId xmlns:a16="http://schemas.microsoft.com/office/drawing/2014/main" id="{A10F71A2-CD32-B4D1-A2A8-A206F433E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62" name="Freeform 851">
                <a:extLst>
                  <a:ext uri="{FF2B5EF4-FFF2-40B4-BE49-F238E27FC236}">
                    <a16:creationId xmlns:a16="http://schemas.microsoft.com/office/drawing/2014/main" id="{7F8D1CAE-34B8-8DA7-DB2C-2263481D5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3" name="Freeform 852">
                <a:extLst>
                  <a:ext uri="{FF2B5EF4-FFF2-40B4-BE49-F238E27FC236}">
                    <a16:creationId xmlns:a16="http://schemas.microsoft.com/office/drawing/2014/main" id="{8F74A792-B223-DB2D-B491-75223D16B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8" name="Freeform 853">
                <a:extLst>
                  <a:ext uri="{FF2B5EF4-FFF2-40B4-BE49-F238E27FC236}">
                    <a16:creationId xmlns:a16="http://schemas.microsoft.com/office/drawing/2014/main" id="{2088EDB3-5E78-ED23-A02C-C89681440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9" name="Freeform 854">
                <a:extLst>
                  <a:ext uri="{FF2B5EF4-FFF2-40B4-BE49-F238E27FC236}">
                    <a16:creationId xmlns:a16="http://schemas.microsoft.com/office/drawing/2014/main" id="{6FA511DE-D13E-F470-E461-918D6C2D6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0" name="Freeform 855">
                <a:extLst>
                  <a:ext uri="{FF2B5EF4-FFF2-40B4-BE49-F238E27FC236}">
                    <a16:creationId xmlns:a16="http://schemas.microsoft.com/office/drawing/2014/main" id="{F373AF75-521A-92C7-2C0E-F1B717BAD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1" name="Freeform 856">
                <a:extLst>
                  <a:ext uri="{FF2B5EF4-FFF2-40B4-BE49-F238E27FC236}">
                    <a16:creationId xmlns:a16="http://schemas.microsoft.com/office/drawing/2014/main" id="{18FE567B-F503-14B6-D052-AB34AC01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2857037-51B6-B7CC-C622-C8A153BEC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314" y="2366481"/>
              <a:ext cx="39385" cy="70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4" name="Line 435">
            <a:extLst>
              <a:ext uri="{FF2B5EF4-FFF2-40B4-BE49-F238E27FC236}">
                <a16:creationId xmlns:a16="http://schemas.microsoft.com/office/drawing/2014/main" id="{B5594312-0722-5385-2094-1EB9A4E1F8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6729" y="3796689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5" name="Line 436">
            <a:extLst>
              <a:ext uri="{FF2B5EF4-FFF2-40B4-BE49-F238E27FC236}">
                <a16:creationId xmlns:a16="http://schemas.microsoft.com/office/drawing/2014/main" id="{F9B3EA38-8714-977B-8F35-1D450410C2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5500" y="4461978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Line 439">
            <a:extLst>
              <a:ext uri="{FF2B5EF4-FFF2-40B4-BE49-F238E27FC236}">
                <a16:creationId xmlns:a16="http://schemas.microsoft.com/office/drawing/2014/main" id="{961B832D-17C8-A4D8-624F-6F9D82389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7987" y="4447325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80CABA1F-B29C-FB1C-89BF-578266F57D79}"/>
              </a:ext>
            </a:extLst>
          </p:cNvPr>
          <p:cNvGrpSpPr/>
          <p:nvPr/>
        </p:nvGrpSpPr>
        <p:grpSpPr>
          <a:xfrm>
            <a:off x="3681503" y="4265876"/>
            <a:ext cx="581004" cy="299152"/>
            <a:chOff x="3668110" y="2448910"/>
            <a:chExt cx="3794234" cy="2165130"/>
          </a:xfrm>
        </p:grpSpPr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0CBA333B-EE43-0EC4-494D-E0490CE7250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" name="Freeform 12">
              <a:extLst>
                <a:ext uri="{FF2B5EF4-FFF2-40B4-BE49-F238E27FC236}">
                  <a16:creationId xmlns:a16="http://schemas.microsoft.com/office/drawing/2014/main" id="{400AB364-DD8B-319C-8916-80D8DD6C39F8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7ED50454-6782-2C49-46EF-0A4BB7B0D27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1" name="Freeform 14">
                <a:extLst>
                  <a:ext uri="{FF2B5EF4-FFF2-40B4-BE49-F238E27FC236}">
                    <a16:creationId xmlns:a16="http://schemas.microsoft.com/office/drawing/2014/main" id="{4E03916D-506E-0C95-83BE-F088655022E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2" name="Freeform 15">
                <a:extLst>
                  <a:ext uri="{FF2B5EF4-FFF2-40B4-BE49-F238E27FC236}">
                    <a16:creationId xmlns:a16="http://schemas.microsoft.com/office/drawing/2014/main" id="{71238425-DA97-A936-2F3A-5BA63FDD193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3" name="Freeform 16">
                <a:extLst>
                  <a:ext uri="{FF2B5EF4-FFF2-40B4-BE49-F238E27FC236}">
                    <a16:creationId xmlns:a16="http://schemas.microsoft.com/office/drawing/2014/main" id="{60919B8D-B9D5-DF2D-2813-7261A9B149D1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17">
                <a:extLst>
                  <a:ext uri="{FF2B5EF4-FFF2-40B4-BE49-F238E27FC236}">
                    <a16:creationId xmlns:a16="http://schemas.microsoft.com/office/drawing/2014/main" id="{1F4F3E8D-9C9F-12DD-F5B6-508D5BEC156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5" name="Group 590">
            <a:extLst>
              <a:ext uri="{FF2B5EF4-FFF2-40B4-BE49-F238E27FC236}">
                <a16:creationId xmlns:a16="http://schemas.microsoft.com/office/drawing/2014/main" id="{339062B5-1FD9-1671-40AD-DCE15135775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14966" y="3296185"/>
            <a:ext cx="649485" cy="571200"/>
            <a:chOff x="2839" y="3501"/>
            <a:chExt cx="755" cy="803"/>
          </a:xfrm>
        </p:grpSpPr>
        <p:pic>
          <p:nvPicPr>
            <p:cNvPr id="486" name="Picture 591" descr="desktop_computer_stylized_medium">
              <a:extLst>
                <a:ext uri="{FF2B5EF4-FFF2-40B4-BE49-F238E27FC236}">
                  <a16:creationId xmlns:a16="http://schemas.microsoft.com/office/drawing/2014/main" id="{C750F9EE-5B75-698D-6E4C-60C988ACF5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7" name="Freeform 592">
              <a:extLst>
                <a:ext uri="{FF2B5EF4-FFF2-40B4-BE49-F238E27FC236}">
                  <a16:creationId xmlns:a16="http://schemas.microsoft.com/office/drawing/2014/main" id="{1CDD8630-D617-FB63-5206-30923138F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8" name="Group 590">
            <a:extLst>
              <a:ext uri="{FF2B5EF4-FFF2-40B4-BE49-F238E27FC236}">
                <a16:creationId xmlns:a16="http://schemas.microsoft.com/office/drawing/2014/main" id="{3EAEED10-D0A6-2F1C-EF85-34E99419290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846523" y="4384239"/>
            <a:ext cx="649485" cy="571200"/>
            <a:chOff x="2839" y="3501"/>
            <a:chExt cx="755" cy="803"/>
          </a:xfrm>
        </p:grpSpPr>
        <p:pic>
          <p:nvPicPr>
            <p:cNvPr id="489" name="Picture 591" descr="desktop_computer_stylized_medium">
              <a:extLst>
                <a:ext uri="{FF2B5EF4-FFF2-40B4-BE49-F238E27FC236}">
                  <a16:creationId xmlns:a16="http://schemas.microsoft.com/office/drawing/2014/main" id="{FBC57EEB-58B7-F42F-AEA5-E99122495E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0" name="Freeform 592">
              <a:extLst>
                <a:ext uri="{FF2B5EF4-FFF2-40B4-BE49-F238E27FC236}">
                  <a16:creationId xmlns:a16="http://schemas.microsoft.com/office/drawing/2014/main" id="{9B58A7DB-DA5D-618D-22FA-75AD383A4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1" name="Group 590">
            <a:extLst>
              <a:ext uri="{FF2B5EF4-FFF2-40B4-BE49-F238E27FC236}">
                <a16:creationId xmlns:a16="http://schemas.microsoft.com/office/drawing/2014/main" id="{A321BE3F-15F3-6754-8196-61E3A991454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394810" y="4723083"/>
            <a:ext cx="649485" cy="571200"/>
            <a:chOff x="2839" y="3501"/>
            <a:chExt cx="755" cy="803"/>
          </a:xfrm>
        </p:grpSpPr>
        <p:pic>
          <p:nvPicPr>
            <p:cNvPr id="492" name="Picture 591" descr="desktop_computer_stylized_medium">
              <a:extLst>
                <a:ext uri="{FF2B5EF4-FFF2-40B4-BE49-F238E27FC236}">
                  <a16:creationId xmlns:a16="http://schemas.microsoft.com/office/drawing/2014/main" id="{BDCAA427-AC52-BE51-13E2-4B602A6B1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592">
              <a:extLst>
                <a:ext uri="{FF2B5EF4-FFF2-40B4-BE49-F238E27FC236}">
                  <a16:creationId xmlns:a16="http://schemas.microsoft.com/office/drawing/2014/main" id="{80CD0DC9-8FEA-9CF6-718A-C60F445A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5A7BBDF1-A1DC-9ACB-BBD0-F88A638D6886}"/>
              </a:ext>
            </a:extLst>
          </p:cNvPr>
          <p:cNvGrpSpPr/>
          <p:nvPr/>
        </p:nvGrpSpPr>
        <p:grpSpPr>
          <a:xfrm>
            <a:off x="826581" y="5173920"/>
            <a:ext cx="1923291" cy="1159453"/>
            <a:chOff x="9874069" y="4049856"/>
            <a:chExt cx="1165513" cy="683960"/>
          </a:xfrm>
        </p:grpSpPr>
        <p:pic>
          <p:nvPicPr>
            <p:cNvPr id="495" name="Picture 781" descr="antenna_radiation_stylized">
              <a:extLst>
                <a:ext uri="{FF2B5EF4-FFF2-40B4-BE49-F238E27FC236}">
                  <a16:creationId xmlns:a16="http://schemas.microsoft.com/office/drawing/2014/main" id="{62D045E0-F883-68C7-94D7-6F31C2DD84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6" name="Picture 780" descr="access_point_stylized_small">
              <a:extLst>
                <a:ext uri="{FF2B5EF4-FFF2-40B4-BE49-F238E27FC236}">
                  <a16:creationId xmlns:a16="http://schemas.microsoft.com/office/drawing/2014/main" id="{4539CFB0-27F9-EBF3-DB38-F5B135E9C5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7" name="Group 850">
              <a:extLst>
                <a:ext uri="{FF2B5EF4-FFF2-40B4-BE49-F238E27FC236}">
                  <a16:creationId xmlns:a16="http://schemas.microsoft.com/office/drawing/2014/main" id="{0D070D17-6609-6507-AFF3-668BFB8C1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563" name="Freeform 851">
                <a:extLst>
                  <a:ext uri="{FF2B5EF4-FFF2-40B4-BE49-F238E27FC236}">
                    <a16:creationId xmlns:a16="http://schemas.microsoft.com/office/drawing/2014/main" id="{A5DA075D-997F-7066-DF71-FA75FC0F4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4" name="Freeform 852">
                <a:extLst>
                  <a:ext uri="{FF2B5EF4-FFF2-40B4-BE49-F238E27FC236}">
                    <a16:creationId xmlns:a16="http://schemas.microsoft.com/office/drawing/2014/main" id="{4C9B94CC-4A5F-DDA4-5476-A5E07592A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5" name="Freeform 853">
                <a:extLst>
                  <a:ext uri="{FF2B5EF4-FFF2-40B4-BE49-F238E27FC236}">
                    <a16:creationId xmlns:a16="http://schemas.microsoft.com/office/drawing/2014/main" id="{D5F02CE5-632A-63A9-3359-99913BF28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6" name="Freeform 854">
                <a:extLst>
                  <a:ext uri="{FF2B5EF4-FFF2-40B4-BE49-F238E27FC236}">
                    <a16:creationId xmlns:a16="http://schemas.microsoft.com/office/drawing/2014/main" id="{F11748BD-6B31-0FDE-1449-3EADF7D8D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7" name="Freeform 855">
                <a:extLst>
                  <a:ext uri="{FF2B5EF4-FFF2-40B4-BE49-F238E27FC236}">
                    <a16:creationId xmlns:a16="http://schemas.microsoft.com/office/drawing/2014/main" id="{982D53B7-3926-0820-4C61-425DBB3AA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8" name="Freeform 856">
                <a:extLst>
                  <a:ext uri="{FF2B5EF4-FFF2-40B4-BE49-F238E27FC236}">
                    <a16:creationId xmlns:a16="http://schemas.microsoft.com/office/drawing/2014/main" id="{C1F6565A-26D7-26D1-8149-1AE9891C9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41700887-53EA-8BB6-AE62-A1726643D048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B972B28E-9FC3-2659-7F1B-55657C654CC1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541" name="Picture 1018" descr="laptop_keyboard">
                  <a:extLst>
                    <a:ext uri="{FF2B5EF4-FFF2-40B4-BE49-F238E27FC236}">
                      <a16:creationId xmlns:a16="http://schemas.microsoft.com/office/drawing/2014/main" id="{C3F4753B-A385-5700-7DD9-B85DBF9A93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42" name="Freeform 1019">
                  <a:extLst>
                    <a:ext uri="{FF2B5EF4-FFF2-40B4-BE49-F238E27FC236}">
                      <a16:creationId xmlns:a16="http://schemas.microsoft.com/office/drawing/2014/main" id="{827C0C96-29BA-15CD-5047-FAEB0AE3A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543" name="Picture 1020" descr="screen">
                  <a:extLst>
                    <a:ext uri="{FF2B5EF4-FFF2-40B4-BE49-F238E27FC236}">
                      <a16:creationId xmlns:a16="http://schemas.microsoft.com/office/drawing/2014/main" id="{C4D3DBD8-88BE-87CF-FCF1-CBA23A01B9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44" name="Freeform 1021">
                  <a:extLst>
                    <a:ext uri="{FF2B5EF4-FFF2-40B4-BE49-F238E27FC236}">
                      <a16:creationId xmlns:a16="http://schemas.microsoft.com/office/drawing/2014/main" id="{CB18F900-59EB-915F-76B1-91BB7F0E15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5" name="Freeform 1022">
                  <a:extLst>
                    <a:ext uri="{FF2B5EF4-FFF2-40B4-BE49-F238E27FC236}">
                      <a16:creationId xmlns:a16="http://schemas.microsoft.com/office/drawing/2014/main" id="{D59C2528-F510-8EC9-5DE5-BE59E977E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6" name="Freeform 1023">
                  <a:extLst>
                    <a:ext uri="{FF2B5EF4-FFF2-40B4-BE49-F238E27FC236}">
                      <a16:creationId xmlns:a16="http://schemas.microsoft.com/office/drawing/2014/main" id="{4B316058-10CE-DFDA-9CD8-4B8EA8248F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7" name="Freeform 1024">
                  <a:extLst>
                    <a:ext uri="{FF2B5EF4-FFF2-40B4-BE49-F238E27FC236}">
                      <a16:creationId xmlns:a16="http://schemas.microsoft.com/office/drawing/2014/main" id="{C200AA24-D3BA-2242-168F-8554D0B1A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8" name="Freeform 1025">
                  <a:extLst>
                    <a:ext uri="{FF2B5EF4-FFF2-40B4-BE49-F238E27FC236}">
                      <a16:creationId xmlns:a16="http://schemas.microsoft.com/office/drawing/2014/main" id="{13F0B2C6-5E61-2C3D-1BC0-87CC8D2A9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9" name="Freeform 1026">
                  <a:extLst>
                    <a:ext uri="{FF2B5EF4-FFF2-40B4-BE49-F238E27FC236}">
                      <a16:creationId xmlns:a16="http://schemas.microsoft.com/office/drawing/2014/main" id="{C9BFFA93-B2AB-7FE6-4E13-4878485D76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550" name="Group 1027">
                  <a:extLst>
                    <a:ext uri="{FF2B5EF4-FFF2-40B4-BE49-F238E27FC236}">
                      <a16:creationId xmlns:a16="http://schemas.microsoft.com/office/drawing/2014/main" id="{F81C1DDD-9721-6BF8-617C-855F80EC48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557" name="Freeform 1028">
                    <a:extLst>
                      <a:ext uri="{FF2B5EF4-FFF2-40B4-BE49-F238E27FC236}">
                        <a16:creationId xmlns:a16="http://schemas.microsoft.com/office/drawing/2014/main" id="{0C73C1B2-F412-7C15-FFF4-19CF92E122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8" name="Freeform 1029">
                    <a:extLst>
                      <a:ext uri="{FF2B5EF4-FFF2-40B4-BE49-F238E27FC236}">
                        <a16:creationId xmlns:a16="http://schemas.microsoft.com/office/drawing/2014/main" id="{7951988D-47D9-AF11-3174-19EBB59E0A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9" name="Freeform 1030">
                    <a:extLst>
                      <a:ext uri="{FF2B5EF4-FFF2-40B4-BE49-F238E27FC236}">
                        <a16:creationId xmlns:a16="http://schemas.microsoft.com/office/drawing/2014/main" id="{697968E8-3B68-E232-88A7-85754744F4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0" name="Freeform 1031">
                    <a:extLst>
                      <a:ext uri="{FF2B5EF4-FFF2-40B4-BE49-F238E27FC236}">
                        <a16:creationId xmlns:a16="http://schemas.microsoft.com/office/drawing/2014/main" id="{7DC050D6-EFD0-7C16-0253-F452DD6693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1" name="Freeform 1032">
                    <a:extLst>
                      <a:ext uri="{FF2B5EF4-FFF2-40B4-BE49-F238E27FC236}">
                        <a16:creationId xmlns:a16="http://schemas.microsoft.com/office/drawing/2014/main" id="{6F94E3DF-5111-A2D8-BC2B-79464A2C91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2" name="Freeform 1033">
                    <a:extLst>
                      <a:ext uri="{FF2B5EF4-FFF2-40B4-BE49-F238E27FC236}">
                        <a16:creationId xmlns:a16="http://schemas.microsoft.com/office/drawing/2014/main" id="{64F78E64-8D53-64EA-5E12-2C84E31F9E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51" name="Freeform 1034">
                  <a:extLst>
                    <a:ext uri="{FF2B5EF4-FFF2-40B4-BE49-F238E27FC236}">
                      <a16:creationId xmlns:a16="http://schemas.microsoft.com/office/drawing/2014/main" id="{B93054CC-9E67-60D5-B002-978C0FBB19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Freeform 1035">
                  <a:extLst>
                    <a:ext uri="{FF2B5EF4-FFF2-40B4-BE49-F238E27FC236}">
                      <a16:creationId xmlns:a16="http://schemas.microsoft.com/office/drawing/2014/main" id="{59BB86FF-2F47-40A1-2EB6-C8635EFC7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3" name="Freeform 1036">
                  <a:extLst>
                    <a:ext uri="{FF2B5EF4-FFF2-40B4-BE49-F238E27FC236}">
                      <a16:creationId xmlns:a16="http://schemas.microsoft.com/office/drawing/2014/main" id="{E8265A21-B484-01EE-96E2-C1A3C4C2D7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4" name="Freeform 1037">
                  <a:extLst>
                    <a:ext uri="{FF2B5EF4-FFF2-40B4-BE49-F238E27FC236}">
                      <a16:creationId xmlns:a16="http://schemas.microsoft.com/office/drawing/2014/main" id="{60EA8E61-ACCF-20EB-726B-DBD7E2CE84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5" name="Freeform 1038">
                  <a:extLst>
                    <a:ext uri="{FF2B5EF4-FFF2-40B4-BE49-F238E27FC236}">
                      <a16:creationId xmlns:a16="http://schemas.microsoft.com/office/drawing/2014/main" id="{C49FE942-F191-CF87-7FC5-AE3C33D4F8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6" name="Freeform 1039">
                  <a:extLst>
                    <a:ext uri="{FF2B5EF4-FFF2-40B4-BE49-F238E27FC236}">
                      <a16:creationId xmlns:a16="http://schemas.microsoft.com/office/drawing/2014/main" id="{C5B95D43-8BE4-73C7-340D-9A6B9F7C00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3" name="Group 850">
                <a:extLst>
                  <a:ext uri="{FF2B5EF4-FFF2-40B4-BE49-F238E27FC236}">
                    <a16:creationId xmlns:a16="http://schemas.microsoft.com/office/drawing/2014/main" id="{E33A9A36-B55F-C1EC-EACE-94F1C93E9E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535" name="Freeform 851">
                  <a:extLst>
                    <a:ext uri="{FF2B5EF4-FFF2-40B4-BE49-F238E27FC236}">
                      <a16:creationId xmlns:a16="http://schemas.microsoft.com/office/drawing/2014/main" id="{38CC5487-FEC3-4341-4B91-B9E7879258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6" name="Freeform 852">
                  <a:extLst>
                    <a:ext uri="{FF2B5EF4-FFF2-40B4-BE49-F238E27FC236}">
                      <a16:creationId xmlns:a16="http://schemas.microsoft.com/office/drawing/2014/main" id="{0AA65A53-0A80-117E-EE93-30BE7C9279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7" name="Freeform 853">
                  <a:extLst>
                    <a:ext uri="{FF2B5EF4-FFF2-40B4-BE49-F238E27FC236}">
                      <a16:creationId xmlns:a16="http://schemas.microsoft.com/office/drawing/2014/main" id="{31D9240D-5C74-937B-9661-3A3207472F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8" name="Freeform 854">
                  <a:extLst>
                    <a:ext uri="{FF2B5EF4-FFF2-40B4-BE49-F238E27FC236}">
                      <a16:creationId xmlns:a16="http://schemas.microsoft.com/office/drawing/2014/main" id="{2CADD24E-0F6F-8001-53B2-77D2C56A1B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9" name="Freeform 855">
                  <a:extLst>
                    <a:ext uri="{FF2B5EF4-FFF2-40B4-BE49-F238E27FC236}">
                      <a16:creationId xmlns:a16="http://schemas.microsoft.com/office/drawing/2014/main" id="{B9009188-2C2D-CE78-62B1-9FF9EE49A4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40" name="Freeform 856">
                  <a:extLst>
                    <a:ext uri="{FF2B5EF4-FFF2-40B4-BE49-F238E27FC236}">
                      <a16:creationId xmlns:a16="http://schemas.microsoft.com/office/drawing/2014/main" id="{79001A1D-7743-4B6D-A156-70EE224054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534" name="Straight Connector 533">
                <a:extLst>
                  <a:ext uri="{FF2B5EF4-FFF2-40B4-BE49-F238E27FC236}">
                    <a16:creationId xmlns:a16="http://schemas.microsoft.com/office/drawing/2014/main" id="{6D79CBBC-B23B-785C-039D-2B5719C347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EC296B00-5B08-4554-77AA-1C74F2C51F63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AE06DBF2-3E87-32A7-5C51-5724D4D1BF15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510" name="Picture 1018" descr="laptop_keyboard">
                  <a:extLst>
                    <a:ext uri="{FF2B5EF4-FFF2-40B4-BE49-F238E27FC236}">
                      <a16:creationId xmlns:a16="http://schemas.microsoft.com/office/drawing/2014/main" id="{C96ECC0E-AA6C-E5B4-1DD0-13C0E3DA48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1" name="Freeform 1019">
                  <a:extLst>
                    <a:ext uri="{FF2B5EF4-FFF2-40B4-BE49-F238E27FC236}">
                      <a16:creationId xmlns:a16="http://schemas.microsoft.com/office/drawing/2014/main" id="{839A6024-387A-8C93-F864-58667D7188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512" name="Picture 1020" descr="screen">
                  <a:extLst>
                    <a:ext uri="{FF2B5EF4-FFF2-40B4-BE49-F238E27FC236}">
                      <a16:creationId xmlns:a16="http://schemas.microsoft.com/office/drawing/2014/main" id="{AD135104-8136-BE83-BE9A-D098EBE8FBD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3" name="Freeform 1021">
                  <a:extLst>
                    <a:ext uri="{FF2B5EF4-FFF2-40B4-BE49-F238E27FC236}">
                      <a16:creationId xmlns:a16="http://schemas.microsoft.com/office/drawing/2014/main" id="{C4553488-1C1D-EF9E-E84E-44EE45CB39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4" name="Freeform 1022">
                  <a:extLst>
                    <a:ext uri="{FF2B5EF4-FFF2-40B4-BE49-F238E27FC236}">
                      <a16:creationId xmlns:a16="http://schemas.microsoft.com/office/drawing/2014/main" id="{6FB60A1B-EB94-B5EB-540E-5DD039559F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5" name="Freeform 1023">
                  <a:extLst>
                    <a:ext uri="{FF2B5EF4-FFF2-40B4-BE49-F238E27FC236}">
                      <a16:creationId xmlns:a16="http://schemas.microsoft.com/office/drawing/2014/main" id="{626A8133-F8C9-F030-2181-75C79B1DC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6" name="Freeform 1024">
                  <a:extLst>
                    <a:ext uri="{FF2B5EF4-FFF2-40B4-BE49-F238E27FC236}">
                      <a16:creationId xmlns:a16="http://schemas.microsoft.com/office/drawing/2014/main" id="{ADF271D4-8FF1-F999-FE42-DB6B06E923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7" name="Freeform 1025">
                  <a:extLst>
                    <a:ext uri="{FF2B5EF4-FFF2-40B4-BE49-F238E27FC236}">
                      <a16:creationId xmlns:a16="http://schemas.microsoft.com/office/drawing/2014/main" id="{3CCDC8F0-3A2B-C237-3056-7F17F5CF8F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8" name="Freeform 1026">
                  <a:extLst>
                    <a:ext uri="{FF2B5EF4-FFF2-40B4-BE49-F238E27FC236}">
                      <a16:creationId xmlns:a16="http://schemas.microsoft.com/office/drawing/2014/main" id="{D6A5AF56-C01B-4A95-72A3-94C2425B9E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519" name="Group 1027">
                  <a:extLst>
                    <a:ext uri="{FF2B5EF4-FFF2-40B4-BE49-F238E27FC236}">
                      <a16:creationId xmlns:a16="http://schemas.microsoft.com/office/drawing/2014/main" id="{07AF200E-C8DC-723E-63E3-3B2D28E94F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526" name="Freeform 1028">
                    <a:extLst>
                      <a:ext uri="{FF2B5EF4-FFF2-40B4-BE49-F238E27FC236}">
                        <a16:creationId xmlns:a16="http://schemas.microsoft.com/office/drawing/2014/main" id="{E01ADB66-E90E-A502-2AA8-C284C3979A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7" name="Freeform 1029">
                    <a:extLst>
                      <a:ext uri="{FF2B5EF4-FFF2-40B4-BE49-F238E27FC236}">
                        <a16:creationId xmlns:a16="http://schemas.microsoft.com/office/drawing/2014/main" id="{9480C3E4-A625-46A2-0A1F-CB67434134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8" name="Freeform 1030">
                    <a:extLst>
                      <a:ext uri="{FF2B5EF4-FFF2-40B4-BE49-F238E27FC236}">
                        <a16:creationId xmlns:a16="http://schemas.microsoft.com/office/drawing/2014/main" id="{65DC81EB-F68D-36AC-8351-7D5A208F12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9" name="Freeform 1031">
                    <a:extLst>
                      <a:ext uri="{FF2B5EF4-FFF2-40B4-BE49-F238E27FC236}">
                        <a16:creationId xmlns:a16="http://schemas.microsoft.com/office/drawing/2014/main" id="{A37A438C-B859-712A-0ED7-B492FEC6B5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Freeform 1032">
                    <a:extLst>
                      <a:ext uri="{FF2B5EF4-FFF2-40B4-BE49-F238E27FC236}">
                        <a16:creationId xmlns:a16="http://schemas.microsoft.com/office/drawing/2014/main" id="{1D982B0E-C3A8-0B3E-DDF1-8D5A3EE9CF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1" name="Freeform 1033">
                    <a:extLst>
                      <a:ext uri="{FF2B5EF4-FFF2-40B4-BE49-F238E27FC236}">
                        <a16:creationId xmlns:a16="http://schemas.microsoft.com/office/drawing/2014/main" id="{9292B924-BC60-56C9-1F8E-A74922F980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20" name="Freeform 1034">
                  <a:extLst>
                    <a:ext uri="{FF2B5EF4-FFF2-40B4-BE49-F238E27FC236}">
                      <a16:creationId xmlns:a16="http://schemas.microsoft.com/office/drawing/2014/main" id="{FF1E4A8E-FA94-5D95-E77B-F00FF40094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1" name="Freeform 1035">
                  <a:extLst>
                    <a:ext uri="{FF2B5EF4-FFF2-40B4-BE49-F238E27FC236}">
                      <a16:creationId xmlns:a16="http://schemas.microsoft.com/office/drawing/2014/main" id="{59C38ABE-A4ED-E7DE-6589-C3AB43285C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Freeform 1036">
                  <a:extLst>
                    <a:ext uri="{FF2B5EF4-FFF2-40B4-BE49-F238E27FC236}">
                      <a16:creationId xmlns:a16="http://schemas.microsoft.com/office/drawing/2014/main" id="{C3453497-48CE-8BA5-4B73-8A76E4C7F8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3" name="Freeform 1037">
                  <a:extLst>
                    <a:ext uri="{FF2B5EF4-FFF2-40B4-BE49-F238E27FC236}">
                      <a16:creationId xmlns:a16="http://schemas.microsoft.com/office/drawing/2014/main" id="{D6EA0387-DC8C-77B4-E301-50EECE55B0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4" name="Freeform 1038">
                  <a:extLst>
                    <a:ext uri="{FF2B5EF4-FFF2-40B4-BE49-F238E27FC236}">
                      <a16:creationId xmlns:a16="http://schemas.microsoft.com/office/drawing/2014/main" id="{A37A5174-6D17-3D77-BA92-6B9DB3E201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5" name="Freeform 1039">
                  <a:extLst>
                    <a:ext uri="{FF2B5EF4-FFF2-40B4-BE49-F238E27FC236}">
                      <a16:creationId xmlns:a16="http://schemas.microsoft.com/office/drawing/2014/main" id="{8C89C1E6-644F-1CE3-EC15-4D40DD199B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1" name="Group 850">
                <a:extLst>
                  <a:ext uri="{FF2B5EF4-FFF2-40B4-BE49-F238E27FC236}">
                    <a16:creationId xmlns:a16="http://schemas.microsoft.com/office/drawing/2014/main" id="{74CC20C3-43EB-2A03-6B01-59B5739AF5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503" name="Freeform 851">
                  <a:extLst>
                    <a:ext uri="{FF2B5EF4-FFF2-40B4-BE49-F238E27FC236}">
                      <a16:creationId xmlns:a16="http://schemas.microsoft.com/office/drawing/2014/main" id="{5C09BA79-7CD2-5378-3BE2-7F8EB4655C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4" name="Freeform 852">
                  <a:extLst>
                    <a:ext uri="{FF2B5EF4-FFF2-40B4-BE49-F238E27FC236}">
                      <a16:creationId xmlns:a16="http://schemas.microsoft.com/office/drawing/2014/main" id="{DC2F91DC-D6AE-700C-799A-0DE0B175B5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5" name="Freeform 853">
                  <a:extLst>
                    <a:ext uri="{FF2B5EF4-FFF2-40B4-BE49-F238E27FC236}">
                      <a16:creationId xmlns:a16="http://schemas.microsoft.com/office/drawing/2014/main" id="{764A1CE2-5221-EB9E-4E32-8D27774FD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6" name="Freeform 854">
                  <a:extLst>
                    <a:ext uri="{FF2B5EF4-FFF2-40B4-BE49-F238E27FC236}">
                      <a16:creationId xmlns:a16="http://schemas.microsoft.com/office/drawing/2014/main" id="{D40BAD5A-CE94-9335-4C71-34453557C6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7" name="Freeform 855">
                  <a:extLst>
                    <a:ext uri="{FF2B5EF4-FFF2-40B4-BE49-F238E27FC236}">
                      <a16:creationId xmlns:a16="http://schemas.microsoft.com/office/drawing/2014/main" id="{B6113FA3-935B-AD2B-4FD1-EA7BFEF4CA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8" name="Freeform 856">
                  <a:extLst>
                    <a:ext uri="{FF2B5EF4-FFF2-40B4-BE49-F238E27FC236}">
                      <a16:creationId xmlns:a16="http://schemas.microsoft.com/office/drawing/2014/main" id="{7603A608-40E8-0558-ACB8-BD10AE950B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502" name="Straight Connector 501">
                <a:extLst>
                  <a:ext uri="{FF2B5EF4-FFF2-40B4-BE49-F238E27FC236}">
                    <a16:creationId xmlns:a16="http://schemas.microsoft.com/office/drawing/2014/main" id="{86D9E512-AB92-FA4F-A1C9-131ED93E30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70DBD5EF-B60E-5223-3EC3-9E69021C91EC}"/>
              </a:ext>
            </a:extLst>
          </p:cNvPr>
          <p:cNvGrpSpPr/>
          <p:nvPr/>
        </p:nvGrpSpPr>
        <p:grpSpPr>
          <a:xfrm>
            <a:off x="437499" y="1217011"/>
            <a:ext cx="4037013" cy="1377421"/>
            <a:chOff x="7785100" y="730250"/>
            <a:chExt cx="4037013" cy="1377421"/>
          </a:xfrm>
        </p:grpSpPr>
        <p:grpSp>
          <p:nvGrpSpPr>
            <p:cNvPr id="570" name="Group 117">
              <a:extLst>
                <a:ext uri="{FF2B5EF4-FFF2-40B4-BE49-F238E27FC236}">
                  <a16:creationId xmlns:a16="http://schemas.microsoft.com/office/drawing/2014/main" id="{FA3FDB9C-BD20-56EF-C278-B12C100AB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637" name="AutoShape 111">
                <a:extLst>
                  <a:ext uri="{FF2B5EF4-FFF2-40B4-BE49-F238E27FC236}">
                    <a16:creationId xmlns:a16="http://schemas.microsoft.com/office/drawing/2014/main" id="{23E74A09-59C9-AF52-A0A2-D2AA9C3EB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638" name="Group 116">
                <a:extLst>
                  <a:ext uri="{FF2B5EF4-FFF2-40B4-BE49-F238E27FC236}">
                    <a16:creationId xmlns:a16="http://schemas.microsoft.com/office/drawing/2014/main" id="{67A8342B-EC6B-0726-02FC-BC4983A302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639" name="Rectangle 99">
                  <a:extLst>
                    <a:ext uri="{FF2B5EF4-FFF2-40B4-BE49-F238E27FC236}">
                      <a16:creationId xmlns:a16="http://schemas.microsoft.com/office/drawing/2014/main" id="{FA604928-6310-1039-47B2-54EEBD7EBD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40" name="Line 7">
                  <a:extLst>
                    <a:ext uri="{FF2B5EF4-FFF2-40B4-BE49-F238E27FC236}">
                      <a16:creationId xmlns:a16="http://schemas.microsoft.com/office/drawing/2014/main" id="{005D570A-494D-64C9-060F-5AE1702F76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0" y="2271"/>
                  <a:ext cx="673" cy="7"/>
                </a:xfrm>
                <a:prstGeom prst="line">
                  <a:avLst/>
                </a:pr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41" name="Group 103">
                  <a:extLst>
                    <a:ext uri="{FF2B5EF4-FFF2-40B4-BE49-F238E27FC236}">
                      <a16:creationId xmlns:a16="http://schemas.microsoft.com/office/drawing/2014/main" id="{13C31220-B6FF-A110-22FB-C3D6C0080D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646" name="Rectangle 104">
                    <a:extLst>
                      <a:ext uri="{FF2B5EF4-FFF2-40B4-BE49-F238E27FC236}">
                        <a16:creationId xmlns:a16="http://schemas.microsoft.com/office/drawing/2014/main" id="{A8FACC35-3BFF-082C-9ECF-186BD4F565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7" name="Rectangle 105">
                    <a:extLst>
                      <a:ext uri="{FF2B5EF4-FFF2-40B4-BE49-F238E27FC236}">
                        <a16:creationId xmlns:a16="http://schemas.microsoft.com/office/drawing/2014/main" id="{E5A9B83C-9982-8F57-2EA8-A74283A9B9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8" name="Rectangle 106">
                    <a:extLst>
                      <a:ext uri="{FF2B5EF4-FFF2-40B4-BE49-F238E27FC236}">
                        <a16:creationId xmlns:a16="http://schemas.microsoft.com/office/drawing/2014/main" id="{6CA06FEC-7016-462C-1787-6E31FC1D8C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9" name="Rectangle 107">
                    <a:extLst>
                      <a:ext uri="{FF2B5EF4-FFF2-40B4-BE49-F238E27FC236}">
                        <a16:creationId xmlns:a16="http://schemas.microsoft.com/office/drawing/2014/main" id="{AA608E85-579F-992B-5253-F124FD7964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50" name="Rectangle 108">
                    <a:extLst>
                      <a:ext uri="{FF2B5EF4-FFF2-40B4-BE49-F238E27FC236}">
                        <a16:creationId xmlns:a16="http://schemas.microsoft.com/office/drawing/2014/main" id="{9055D506-008C-5A86-9496-B0132F4923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51" name="AutoShape 109">
                    <a:extLst>
                      <a:ext uri="{FF2B5EF4-FFF2-40B4-BE49-F238E27FC236}">
                        <a16:creationId xmlns:a16="http://schemas.microsoft.com/office/drawing/2014/main" id="{116C4825-D3AE-11C0-6BF8-37618E8D14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642" name="Picture 110" descr="desktop_computer_stylized_small">
                  <a:extLst>
                    <a:ext uri="{FF2B5EF4-FFF2-40B4-BE49-F238E27FC236}">
                      <a16:creationId xmlns:a16="http://schemas.microsoft.com/office/drawing/2014/main" id="{1DE60785-5431-E293-6A62-7AB6F27E72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43" name="Rectangle 112">
                  <a:extLst>
                    <a:ext uri="{FF2B5EF4-FFF2-40B4-BE49-F238E27FC236}">
                      <a16:creationId xmlns:a16="http://schemas.microsoft.com/office/drawing/2014/main" id="{D101CF1A-0602-C4CE-62B5-E1ED39B82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44" name="Freeform 113">
                  <a:extLst>
                    <a:ext uri="{FF2B5EF4-FFF2-40B4-BE49-F238E27FC236}">
                      <a16:creationId xmlns:a16="http://schemas.microsoft.com/office/drawing/2014/main" id="{D011374B-1DDB-86FA-D018-1085F0F899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14 w 381"/>
                    <a:gd name="T1" fmla="*/ 274 h 274"/>
                    <a:gd name="T2" fmla="*/ 14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645" name="Picture 115" descr="tv">
                  <a:extLst>
                    <a:ext uri="{FF2B5EF4-FFF2-40B4-BE49-F238E27FC236}">
                      <a16:creationId xmlns:a16="http://schemas.microsoft.com/office/drawing/2014/main" id="{6570575B-0050-E7B8-B520-A46673A56C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571" name="Line 169">
              <a:extLst>
                <a:ext uri="{FF2B5EF4-FFF2-40B4-BE49-F238E27FC236}">
                  <a16:creationId xmlns:a16="http://schemas.microsoft.com/office/drawing/2014/main" id="{9B16AC57-4FD5-F27F-870B-EE2DFE27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564" y="1479550"/>
              <a:ext cx="2593686" cy="0"/>
            </a:xfrm>
            <a:prstGeom prst="line">
              <a:avLst/>
            </a:prstGeom>
            <a:noFill/>
            <a:ln w="19050">
              <a:solidFill>
                <a:srgbClr val="E4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2" name="Text Box 204">
              <a:extLst>
                <a:ext uri="{FF2B5EF4-FFF2-40B4-BE49-F238E27FC236}">
                  <a16:creationId xmlns:a16="http://schemas.microsoft.com/office/drawing/2014/main" id="{43DE419B-5BC4-C181-949A-9F3DDA51D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573" name="Group 572">
              <a:extLst>
                <a:ext uri="{FF2B5EF4-FFF2-40B4-BE49-F238E27FC236}">
                  <a16:creationId xmlns:a16="http://schemas.microsoft.com/office/drawing/2014/main" id="{3F56AF39-FC42-A8B4-943A-D32F9ADBB2DD}"/>
                </a:ext>
              </a:extLst>
            </p:cNvPr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620" name="Group 135">
                <a:extLst>
                  <a:ext uri="{FF2B5EF4-FFF2-40B4-BE49-F238E27FC236}">
                    <a16:creationId xmlns:a16="http://schemas.microsoft.com/office/drawing/2014/main" id="{13CA5FD3-3D97-ECCB-8CF0-756BDE2D60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622" name="AutoShape 136">
                  <a:extLst>
                    <a:ext uri="{FF2B5EF4-FFF2-40B4-BE49-F238E27FC236}">
                      <a16:creationId xmlns:a16="http://schemas.microsoft.com/office/drawing/2014/main" id="{F7BBCF76-5A0F-95F4-E212-3AE08A14A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3" name="Group 137">
                  <a:extLst>
                    <a:ext uri="{FF2B5EF4-FFF2-40B4-BE49-F238E27FC236}">
                      <a16:creationId xmlns:a16="http://schemas.microsoft.com/office/drawing/2014/main" id="{C29BBFA0-CBDD-95E2-685A-9573089DC9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624" name="Rectangle 138">
                    <a:extLst>
                      <a:ext uri="{FF2B5EF4-FFF2-40B4-BE49-F238E27FC236}">
                        <a16:creationId xmlns:a16="http://schemas.microsoft.com/office/drawing/2014/main" id="{A02EFC7C-EF5C-4DE5-AD4F-92C90CE610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25" name="Line 7">
                    <a:extLst>
                      <a:ext uri="{FF2B5EF4-FFF2-40B4-BE49-F238E27FC236}">
                        <a16:creationId xmlns:a16="http://schemas.microsoft.com/office/drawing/2014/main" id="{F42AED64-08BC-AFAF-BAB3-50534EF686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626" name="Group 140">
                    <a:extLst>
                      <a:ext uri="{FF2B5EF4-FFF2-40B4-BE49-F238E27FC236}">
                        <a16:creationId xmlns:a16="http://schemas.microsoft.com/office/drawing/2014/main" id="{7DC2A861-68ED-9107-DEDB-CAF0CCBBE3E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631" name="Rectangle 141">
                      <a:extLst>
                        <a:ext uri="{FF2B5EF4-FFF2-40B4-BE49-F238E27FC236}">
                          <a16:creationId xmlns:a16="http://schemas.microsoft.com/office/drawing/2014/main" id="{8828CBF4-ECDD-039B-3E4C-D0EB9D0DB6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2" name="Rectangle 142">
                      <a:extLst>
                        <a:ext uri="{FF2B5EF4-FFF2-40B4-BE49-F238E27FC236}">
                          <a16:creationId xmlns:a16="http://schemas.microsoft.com/office/drawing/2014/main" id="{6557ADE3-D281-E08D-A247-7EA802FE51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3" name="Rectangle 143">
                      <a:extLst>
                        <a:ext uri="{FF2B5EF4-FFF2-40B4-BE49-F238E27FC236}">
                          <a16:creationId xmlns:a16="http://schemas.microsoft.com/office/drawing/2014/main" id="{668909FB-FC9C-1F8C-13DC-7E1800FE1E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4" name="Rectangle 144">
                      <a:extLst>
                        <a:ext uri="{FF2B5EF4-FFF2-40B4-BE49-F238E27FC236}">
                          <a16:creationId xmlns:a16="http://schemas.microsoft.com/office/drawing/2014/main" id="{32A3949D-18D5-A097-4082-DC0E998DDD1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5" name="Rectangle 145">
                      <a:extLst>
                        <a:ext uri="{FF2B5EF4-FFF2-40B4-BE49-F238E27FC236}">
                          <a16:creationId xmlns:a16="http://schemas.microsoft.com/office/drawing/2014/main" id="{27E1E91C-F2C8-0C70-5BC6-D8C78899F1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6" name="AutoShape 146">
                      <a:extLst>
                        <a:ext uri="{FF2B5EF4-FFF2-40B4-BE49-F238E27FC236}">
                          <a16:creationId xmlns:a16="http://schemas.microsoft.com/office/drawing/2014/main" id="{98C4D83C-64FE-3E85-79DB-CC0AE0B887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627" name="Picture 147" descr="desktop_computer_stylized_small">
                    <a:extLst>
                      <a:ext uri="{FF2B5EF4-FFF2-40B4-BE49-F238E27FC236}">
                        <a16:creationId xmlns:a16="http://schemas.microsoft.com/office/drawing/2014/main" id="{DD1A73CE-E764-5621-725B-F7BDE83AC4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28" name="Rectangle 148">
                    <a:extLst>
                      <a:ext uri="{FF2B5EF4-FFF2-40B4-BE49-F238E27FC236}">
                        <a16:creationId xmlns:a16="http://schemas.microsoft.com/office/drawing/2014/main" id="{6B00AE11-DC7E-A8BB-5AF3-7F230DB36A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29" name="Freeform 149">
                    <a:extLst>
                      <a:ext uri="{FF2B5EF4-FFF2-40B4-BE49-F238E27FC236}">
                        <a16:creationId xmlns:a16="http://schemas.microsoft.com/office/drawing/2014/main" id="{09AC048A-98C7-2746-C8E2-0164FAAFE3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30" name="Picture 151" descr="tv">
                    <a:extLst>
                      <a:ext uri="{FF2B5EF4-FFF2-40B4-BE49-F238E27FC236}">
                        <a16:creationId xmlns:a16="http://schemas.microsoft.com/office/drawing/2014/main" id="{E61874BC-8DA4-3448-2346-9728149DD47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621" name="Freeform 209">
                <a:extLst>
                  <a:ext uri="{FF2B5EF4-FFF2-40B4-BE49-F238E27FC236}">
                    <a16:creationId xmlns:a16="http://schemas.microsoft.com/office/drawing/2014/main" id="{72D040C7-061C-4755-DC46-3A2D8E15C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74" name="Rectangle 44">
              <a:extLst>
                <a:ext uri="{FF2B5EF4-FFF2-40B4-BE49-F238E27FC236}">
                  <a16:creationId xmlns:a16="http://schemas.microsoft.com/office/drawing/2014/main" id="{1C43F3CE-3680-424E-1D08-3CFAE2ADA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10541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Freeform 216">
              <a:extLst>
                <a:ext uri="{FF2B5EF4-FFF2-40B4-BE49-F238E27FC236}">
                  <a16:creationId xmlns:a16="http://schemas.microsoft.com/office/drawing/2014/main" id="{F7D150A1-D725-2469-5905-8B6C036DA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2488" y="12366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rgbClr val="E4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Freeform 217">
              <a:extLst>
                <a:ext uri="{FF2B5EF4-FFF2-40B4-BE49-F238E27FC236}">
                  <a16:creationId xmlns:a16="http://schemas.microsoft.com/office/drawing/2014/main" id="{A3F8C6FD-E127-8672-1DF8-1D2815FF4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842" y="1167342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7" name="Line 218">
              <a:extLst>
                <a:ext uri="{FF2B5EF4-FFF2-40B4-BE49-F238E27FC236}">
                  <a16:creationId xmlns:a16="http://schemas.microsoft.com/office/drawing/2014/main" id="{1FF35AC9-23BA-77FA-CA60-4E37F07C8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9513" y="12954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8" name="Line 219">
              <a:extLst>
                <a:ext uri="{FF2B5EF4-FFF2-40B4-BE49-F238E27FC236}">
                  <a16:creationId xmlns:a16="http://schemas.microsoft.com/office/drawing/2014/main" id="{9C2C49F7-690D-6DB0-4724-42981AC83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1063" y="14668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9" name="Freeform 220">
              <a:extLst>
                <a:ext uri="{FF2B5EF4-FFF2-40B4-BE49-F238E27FC236}">
                  <a16:creationId xmlns:a16="http://schemas.microsoft.com/office/drawing/2014/main" id="{AC7B9407-F692-1DD5-88A7-C9453806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4713" y="12906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0" name="Freeform 221">
              <a:extLst>
                <a:ext uri="{FF2B5EF4-FFF2-40B4-BE49-F238E27FC236}">
                  <a16:creationId xmlns:a16="http://schemas.microsoft.com/office/drawing/2014/main" id="{83E46923-1CBB-BDA9-736B-18C41B039EA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34713" y="15271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1" name="AutoShape 225">
              <a:extLst>
                <a:ext uri="{FF2B5EF4-FFF2-40B4-BE49-F238E27FC236}">
                  <a16:creationId xmlns:a16="http://schemas.microsoft.com/office/drawing/2014/main" id="{2618AA40-50D8-D2C7-486E-E0AB19435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7905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82" name="Group 581">
              <a:extLst>
                <a:ext uri="{FF2B5EF4-FFF2-40B4-BE49-F238E27FC236}">
                  <a16:creationId xmlns:a16="http://schemas.microsoft.com/office/drawing/2014/main" id="{3900995E-2F64-C961-9958-ADF34DFF3BD7}"/>
                </a:ext>
              </a:extLst>
            </p:cNvPr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603" name="Group 117">
                <a:extLst>
                  <a:ext uri="{FF2B5EF4-FFF2-40B4-BE49-F238E27FC236}">
                    <a16:creationId xmlns:a16="http://schemas.microsoft.com/office/drawing/2014/main" id="{785C2081-2F58-D1E8-6677-AF0D385607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605" name="AutoShape 111">
                  <a:extLst>
                    <a:ext uri="{FF2B5EF4-FFF2-40B4-BE49-F238E27FC236}">
                      <a16:creationId xmlns:a16="http://schemas.microsoft.com/office/drawing/2014/main" id="{CA406939-C976-4EDD-38F7-69CA8722D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06" name="Group 116">
                  <a:extLst>
                    <a:ext uri="{FF2B5EF4-FFF2-40B4-BE49-F238E27FC236}">
                      <a16:creationId xmlns:a16="http://schemas.microsoft.com/office/drawing/2014/main" id="{34DB036D-A099-9302-B458-885B0E00BB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607" name="Rectangle 99">
                    <a:extLst>
                      <a:ext uri="{FF2B5EF4-FFF2-40B4-BE49-F238E27FC236}">
                        <a16:creationId xmlns:a16="http://schemas.microsoft.com/office/drawing/2014/main" id="{2CDD37D1-0380-32D4-5F11-C487C67B97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8" name="Line 7">
                    <a:extLst>
                      <a:ext uri="{FF2B5EF4-FFF2-40B4-BE49-F238E27FC236}">
                        <a16:creationId xmlns:a16="http://schemas.microsoft.com/office/drawing/2014/main" id="{0E41B113-9815-7BBB-1224-B7539D5EEF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3" cy="7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609" name="Group 103">
                    <a:extLst>
                      <a:ext uri="{FF2B5EF4-FFF2-40B4-BE49-F238E27FC236}">
                        <a16:creationId xmlns:a16="http://schemas.microsoft.com/office/drawing/2014/main" id="{4A00AC03-3CCA-AAAF-D1DC-E240BFE642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614" name="Rectangle 104">
                      <a:extLst>
                        <a:ext uri="{FF2B5EF4-FFF2-40B4-BE49-F238E27FC236}">
                          <a16:creationId xmlns:a16="http://schemas.microsoft.com/office/drawing/2014/main" id="{1254E774-457E-E32C-60DC-1C192828FF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5" name="Rectangle 105">
                      <a:extLst>
                        <a:ext uri="{FF2B5EF4-FFF2-40B4-BE49-F238E27FC236}">
                          <a16:creationId xmlns:a16="http://schemas.microsoft.com/office/drawing/2014/main" id="{F399C953-3B2C-5D26-EBCF-38B7233D0A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6" name="Rectangle 106">
                      <a:extLst>
                        <a:ext uri="{FF2B5EF4-FFF2-40B4-BE49-F238E27FC236}">
                          <a16:creationId xmlns:a16="http://schemas.microsoft.com/office/drawing/2014/main" id="{C2F0C1B9-C7AF-680E-7F3A-65B3C1A7EB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7" name="Rectangle 107">
                      <a:extLst>
                        <a:ext uri="{FF2B5EF4-FFF2-40B4-BE49-F238E27FC236}">
                          <a16:creationId xmlns:a16="http://schemas.microsoft.com/office/drawing/2014/main" id="{6711B015-E27E-390D-A4B5-0379BE1CD5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8" name="Rectangle 108">
                      <a:extLst>
                        <a:ext uri="{FF2B5EF4-FFF2-40B4-BE49-F238E27FC236}">
                          <a16:creationId xmlns:a16="http://schemas.microsoft.com/office/drawing/2014/main" id="{BBC03D26-816E-4EC6-4BB5-93FBD36BE5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9" name="AutoShape 109">
                      <a:extLst>
                        <a:ext uri="{FF2B5EF4-FFF2-40B4-BE49-F238E27FC236}">
                          <a16:creationId xmlns:a16="http://schemas.microsoft.com/office/drawing/2014/main" id="{C3463E4D-CE94-42FE-29E1-9F85B69834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610" name="Picture 110" descr="desktop_computer_stylized_small">
                    <a:extLst>
                      <a:ext uri="{FF2B5EF4-FFF2-40B4-BE49-F238E27FC236}">
                        <a16:creationId xmlns:a16="http://schemas.microsoft.com/office/drawing/2014/main" id="{45455D74-E8BB-2DC7-A55C-94C55DE557B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11" name="Rectangle 112">
                    <a:extLst>
                      <a:ext uri="{FF2B5EF4-FFF2-40B4-BE49-F238E27FC236}">
                        <a16:creationId xmlns:a16="http://schemas.microsoft.com/office/drawing/2014/main" id="{16B821C0-C6F6-A643-78B9-AA8BB9D379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12" name="Freeform 113">
                    <a:extLst>
                      <a:ext uri="{FF2B5EF4-FFF2-40B4-BE49-F238E27FC236}">
                        <a16:creationId xmlns:a16="http://schemas.microsoft.com/office/drawing/2014/main" id="{B06F7E54-E8E0-7D91-0057-3CF441EE11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13" name="Picture 115" descr="tv">
                    <a:extLst>
                      <a:ext uri="{FF2B5EF4-FFF2-40B4-BE49-F238E27FC236}">
                        <a16:creationId xmlns:a16="http://schemas.microsoft.com/office/drawing/2014/main" id="{70E2AA51-80B6-0368-5BA2-EB96EBA1FF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604" name="Straight Connector 603">
                <a:extLst>
                  <a:ext uri="{FF2B5EF4-FFF2-40B4-BE49-F238E27FC236}">
                    <a16:creationId xmlns:a16="http://schemas.microsoft.com/office/drawing/2014/main" id="{4A1F88FF-B70E-79E6-8431-8693E2DDF49C}"/>
                  </a:ext>
                </a:extLst>
              </p:cNvPr>
              <p:cNvCxnSpPr/>
              <p:nvPr/>
            </p:nvCxnSpPr>
            <p:spPr>
              <a:xfrm>
                <a:off x="9334500" y="1147233"/>
                <a:ext cx="0" cy="338667"/>
              </a:xfrm>
              <a:prstGeom prst="line">
                <a:avLst/>
              </a:prstGeom>
              <a:ln w="9525">
                <a:solidFill>
                  <a:srgbClr val="E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BA4FFC36-E254-803A-E630-806B220B8B90}"/>
                </a:ext>
              </a:extLst>
            </p:cNvPr>
            <p:cNvCxnSpPr/>
            <p:nvPr/>
          </p:nvCxnSpPr>
          <p:spPr>
            <a:xfrm>
              <a:off x="8428567" y="1151466"/>
              <a:ext cx="0" cy="338667"/>
            </a:xfrm>
            <a:prstGeom prst="line">
              <a:avLst/>
            </a:prstGeom>
            <a:ln w="9525">
              <a:solidFill>
                <a:srgbClr val="E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22AE6FB0-DC30-18A9-0A2B-5576DB3BAD41}"/>
                </a:ext>
              </a:extLst>
            </p:cNvPr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586" name="Group 135">
                <a:extLst>
                  <a:ext uri="{FF2B5EF4-FFF2-40B4-BE49-F238E27FC236}">
                    <a16:creationId xmlns:a16="http://schemas.microsoft.com/office/drawing/2014/main" id="{0807844D-1A48-1CB1-4224-844F497621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588" name="AutoShape 136">
                  <a:extLst>
                    <a:ext uri="{FF2B5EF4-FFF2-40B4-BE49-F238E27FC236}">
                      <a16:creationId xmlns:a16="http://schemas.microsoft.com/office/drawing/2014/main" id="{1A2CDA96-24CF-0283-4A47-81C266D43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9" name="Group 137">
                  <a:extLst>
                    <a:ext uri="{FF2B5EF4-FFF2-40B4-BE49-F238E27FC236}">
                      <a16:creationId xmlns:a16="http://schemas.microsoft.com/office/drawing/2014/main" id="{04A4547B-CEDD-51DD-E7D1-E63015A469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590" name="Rectangle 138">
                    <a:extLst>
                      <a:ext uri="{FF2B5EF4-FFF2-40B4-BE49-F238E27FC236}">
                        <a16:creationId xmlns:a16="http://schemas.microsoft.com/office/drawing/2014/main" id="{8CFB516A-9B7D-B322-7909-D0FE832705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91" name="Line 7">
                    <a:extLst>
                      <a:ext uri="{FF2B5EF4-FFF2-40B4-BE49-F238E27FC236}">
                        <a16:creationId xmlns:a16="http://schemas.microsoft.com/office/drawing/2014/main" id="{F19C23AC-342C-954A-13E7-DB3AA2CD41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592" name="Group 140">
                    <a:extLst>
                      <a:ext uri="{FF2B5EF4-FFF2-40B4-BE49-F238E27FC236}">
                        <a16:creationId xmlns:a16="http://schemas.microsoft.com/office/drawing/2014/main" id="{4C52FCDD-AF99-DEEB-96E5-ABD461F8EB8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597" name="Rectangle 141">
                      <a:extLst>
                        <a:ext uri="{FF2B5EF4-FFF2-40B4-BE49-F238E27FC236}">
                          <a16:creationId xmlns:a16="http://schemas.microsoft.com/office/drawing/2014/main" id="{858E2BCF-0FD1-C85E-C7DA-DD972EB55B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98" name="Rectangle 142">
                      <a:extLst>
                        <a:ext uri="{FF2B5EF4-FFF2-40B4-BE49-F238E27FC236}">
                          <a16:creationId xmlns:a16="http://schemas.microsoft.com/office/drawing/2014/main" id="{B813F47B-C0A0-4910-6513-B6A930E79D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99" name="Rectangle 143">
                      <a:extLst>
                        <a:ext uri="{FF2B5EF4-FFF2-40B4-BE49-F238E27FC236}">
                          <a16:creationId xmlns:a16="http://schemas.microsoft.com/office/drawing/2014/main" id="{88F6880E-EEB7-5FBB-AF06-527A4BE039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0" name="Rectangle 144">
                      <a:extLst>
                        <a:ext uri="{FF2B5EF4-FFF2-40B4-BE49-F238E27FC236}">
                          <a16:creationId xmlns:a16="http://schemas.microsoft.com/office/drawing/2014/main" id="{D750B177-E82B-2716-14F1-F91D9138AD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1" name="Rectangle 145">
                      <a:extLst>
                        <a:ext uri="{FF2B5EF4-FFF2-40B4-BE49-F238E27FC236}">
                          <a16:creationId xmlns:a16="http://schemas.microsoft.com/office/drawing/2014/main" id="{D11FA65D-597B-B590-9D6B-6B43A8E5D68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2" name="AutoShape 146">
                      <a:extLst>
                        <a:ext uri="{FF2B5EF4-FFF2-40B4-BE49-F238E27FC236}">
                          <a16:creationId xmlns:a16="http://schemas.microsoft.com/office/drawing/2014/main" id="{A136040F-C140-6FB0-BC39-8F6B93E55C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59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21E6D4ED-C08C-9953-A352-FCC20EFD44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94" name="Rectangle 148">
                    <a:extLst>
                      <a:ext uri="{FF2B5EF4-FFF2-40B4-BE49-F238E27FC236}">
                        <a16:creationId xmlns:a16="http://schemas.microsoft.com/office/drawing/2014/main" id="{95E056D0-E82D-A26A-F1BD-54D93FB971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95" name="Freeform 149">
                    <a:extLst>
                      <a:ext uri="{FF2B5EF4-FFF2-40B4-BE49-F238E27FC236}">
                        <a16:creationId xmlns:a16="http://schemas.microsoft.com/office/drawing/2014/main" id="{B3DA42F8-02B2-BB47-5579-80E1B12A19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96" name="Picture 151" descr="tv">
                    <a:extLst>
                      <a:ext uri="{FF2B5EF4-FFF2-40B4-BE49-F238E27FC236}">
                        <a16:creationId xmlns:a16="http://schemas.microsoft.com/office/drawing/2014/main" id="{0B80D28D-2094-6810-C1E3-8CB3F22D0C5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587" name="Freeform 209">
                <a:extLst>
                  <a:ext uri="{FF2B5EF4-FFF2-40B4-BE49-F238E27FC236}">
                    <a16:creationId xmlns:a16="http://schemas.microsoft.com/office/drawing/2014/main" id="{29E742E0-B079-2BB3-AD4D-7B11514B3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85" name="Text Box 204">
              <a:extLst>
                <a:ext uri="{FF2B5EF4-FFF2-40B4-BE49-F238E27FC236}">
                  <a16:creationId xmlns:a16="http://schemas.microsoft.com/office/drawing/2014/main" id="{19E97C91-5C0F-9AAA-00E2-9EDB108AC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89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6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D8A487-77AF-AE28-56B9-708FF15E9ECB}"/>
              </a:ext>
            </a:extLst>
          </p:cNvPr>
          <p:cNvSpPr txBox="1">
            <a:spLocks/>
          </p:cNvSpPr>
          <p:nvPr/>
        </p:nvSpPr>
        <p:spPr>
          <a:xfrm>
            <a:off x="75884" y="1019176"/>
            <a:ext cx="11931781" cy="5722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0000FF"/>
                </a:solidFill>
              </a:rPr>
              <a:t>لایه پیوند: سرویس‌ها (ادامه)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5045054" y="1543833"/>
            <a:ext cx="6861476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تشخیص خطا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خطا ناشی از تضعیف سیگنال و نویز است.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 استفاده از بیت‌های چک‌کننده در گیرنده خطا تشخیص می‌دهد.</a:t>
            </a:r>
          </a:p>
          <a:p>
            <a:pPr marL="1177200" lvl="2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حذف فریم دارای خطا (در پیوندهای با نرخ خطای پایین، معمولاً تصحیح خطا صورت نمی‌گیرد.)</a:t>
            </a:r>
          </a:p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تصحیح خطا (تحویل مطمئن بسته‌ به گره‌های مجاور)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 روش‌های تحویل مطمئن داده‌ها آشنا هستیم (روش‌های </a:t>
            </a:r>
            <a:r>
              <a:rPr lang="en-US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ARQ</a:t>
            </a: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و </a:t>
            </a:r>
            <a:r>
              <a:rPr lang="en-US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FEC</a:t>
            </a: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پیوندهای با نرخ خطای بالا نظیر پیوندهای بی‌سیم تصحیح خطا انجام می‌شود (ارسال مطمئن داده‌ها)</a:t>
            </a:r>
          </a:p>
          <a:p>
            <a:pPr marL="1177200" lvl="2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سؤال: چرا هم در سطح پیوند و هم به صورت انتها به انتها کنترل خطا لازم است.</a:t>
            </a:r>
          </a:p>
        </p:txBody>
      </p:sp>
      <p:sp>
        <p:nvSpPr>
          <p:cNvPr id="13" name="Oval 800">
            <a:extLst>
              <a:ext uri="{FF2B5EF4-FFF2-40B4-BE49-F238E27FC236}">
                <a16:creationId xmlns:a16="http://schemas.microsoft.com/office/drawing/2014/main" id="{A6561707-D280-941D-5877-E17D7BE30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491" y="3567333"/>
            <a:ext cx="69106" cy="791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" name="Group 817">
            <a:extLst>
              <a:ext uri="{FF2B5EF4-FFF2-40B4-BE49-F238E27FC236}">
                <a16:creationId xmlns:a16="http://schemas.microsoft.com/office/drawing/2014/main" id="{91BD1305-FAF4-9C0D-BB37-83994F933D82}"/>
              </a:ext>
            </a:extLst>
          </p:cNvPr>
          <p:cNvGrpSpPr>
            <a:grpSpLocks/>
          </p:cNvGrpSpPr>
          <p:nvPr/>
        </p:nvGrpSpPr>
        <p:grpSpPr bwMode="auto">
          <a:xfrm>
            <a:off x="1619357" y="3250049"/>
            <a:ext cx="615031" cy="694531"/>
            <a:chOff x="2920" y="1424"/>
            <a:chExt cx="326" cy="320"/>
          </a:xfrm>
        </p:grpSpPr>
        <p:sp>
          <p:nvSpPr>
            <p:cNvPr id="15" name="Oval 818">
              <a:extLst>
                <a:ext uri="{FF2B5EF4-FFF2-40B4-BE49-F238E27FC236}">
                  <a16:creationId xmlns:a16="http://schemas.microsoft.com/office/drawing/2014/main" id="{48235341-0372-762F-355E-0D45DA9C0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" name="Group 819">
              <a:extLst>
                <a:ext uri="{FF2B5EF4-FFF2-40B4-BE49-F238E27FC236}">
                  <a16:creationId xmlns:a16="http://schemas.microsoft.com/office/drawing/2014/main" id="{49B336B1-EB91-B51A-8229-8CAC33325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8" name="Oval 820">
                <a:extLst>
                  <a:ext uri="{FF2B5EF4-FFF2-40B4-BE49-F238E27FC236}">
                    <a16:creationId xmlns:a16="http://schemas.microsoft.com/office/drawing/2014/main" id="{644BDC92-D804-E600-E858-9DCB83EDF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9" name="Oval 821">
                <a:extLst>
                  <a:ext uri="{FF2B5EF4-FFF2-40B4-BE49-F238E27FC236}">
                    <a16:creationId xmlns:a16="http://schemas.microsoft.com/office/drawing/2014/main" id="{89BB4FEB-9EE0-8F8C-6B90-E7B4AF75E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0" name="Oval 822">
                <a:extLst>
                  <a:ext uri="{FF2B5EF4-FFF2-40B4-BE49-F238E27FC236}">
                    <a16:creationId xmlns:a16="http://schemas.microsoft.com/office/drawing/2014/main" id="{1382C035-D2A9-C6DB-F5E8-EECF8D31A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1" name="Oval 823">
                <a:extLst>
                  <a:ext uri="{FF2B5EF4-FFF2-40B4-BE49-F238E27FC236}">
                    <a16:creationId xmlns:a16="http://schemas.microsoft.com/office/drawing/2014/main" id="{8ADCAA57-B7F7-0D9E-F510-CE94B35FE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2" name="Freeform 824">
                <a:extLst>
                  <a:ext uri="{FF2B5EF4-FFF2-40B4-BE49-F238E27FC236}">
                    <a16:creationId xmlns:a16="http://schemas.microsoft.com/office/drawing/2014/main" id="{8248ADB1-1D84-7B24-2BE9-EFD360EFFF7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7" name="Freeform 825">
              <a:extLst>
                <a:ext uri="{FF2B5EF4-FFF2-40B4-BE49-F238E27FC236}">
                  <a16:creationId xmlns:a16="http://schemas.microsoft.com/office/drawing/2014/main" id="{D13098E4-94F1-DA15-C044-43064887C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3" name="Group 783">
            <a:extLst>
              <a:ext uri="{FF2B5EF4-FFF2-40B4-BE49-F238E27FC236}">
                <a16:creationId xmlns:a16="http://schemas.microsoft.com/office/drawing/2014/main" id="{27E15AEA-89C7-2B65-2269-15742C3CF29D}"/>
              </a:ext>
            </a:extLst>
          </p:cNvPr>
          <p:cNvGrpSpPr>
            <a:grpSpLocks/>
          </p:cNvGrpSpPr>
          <p:nvPr/>
        </p:nvGrpSpPr>
        <p:grpSpPr bwMode="auto">
          <a:xfrm>
            <a:off x="1719128" y="3593524"/>
            <a:ext cx="393690" cy="1049595"/>
            <a:chOff x="3130" y="3288"/>
            <a:chExt cx="410" cy="742"/>
          </a:xfrm>
        </p:grpSpPr>
        <p:sp>
          <p:nvSpPr>
            <p:cNvPr id="24" name="Line 270">
              <a:extLst>
                <a:ext uri="{FF2B5EF4-FFF2-40B4-BE49-F238E27FC236}">
                  <a16:creationId xmlns:a16="http://schemas.microsoft.com/office/drawing/2014/main" id="{AC636D18-9DEF-99D7-A0F4-408FEC722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271">
              <a:extLst>
                <a:ext uri="{FF2B5EF4-FFF2-40B4-BE49-F238E27FC236}">
                  <a16:creationId xmlns:a16="http://schemas.microsoft.com/office/drawing/2014/main" id="{ADFAA190-A565-24BD-EC6C-336287678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272">
              <a:extLst>
                <a:ext uri="{FF2B5EF4-FFF2-40B4-BE49-F238E27FC236}">
                  <a16:creationId xmlns:a16="http://schemas.microsoft.com/office/drawing/2014/main" id="{1D0379DC-6F54-0516-096C-AC58BD4DE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273">
              <a:extLst>
                <a:ext uri="{FF2B5EF4-FFF2-40B4-BE49-F238E27FC236}">
                  <a16:creationId xmlns:a16="http://schemas.microsoft.com/office/drawing/2014/main" id="{CC8B2CB7-AA3D-D771-F71E-FD37C3086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Line 274">
              <a:extLst>
                <a:ext uri="{FF2B5EF4-FFF2-40B4-BE49-F238E27FC236}">
                  <a16:creationId xmlns:a16="http://schemas.microsoft.com/office/drawing/2014/main" id="{3BAAD068-D369-89B4-9A5D-4B945FD5F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Line 275">
              <a:extLst>
                <a:ext uri="{FF2B5EF4-FFF2-40B4-BE49-F238E27FC236}">
                  <a16:creationId xmlns:a16="http://schemas.microsoft.com/office/drawing/2014/main" id="{F7FDA5C8-6889-8E6F-D7F1-FCE76E431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Line 276">
              <a:extLst>
                <a:ext uri="{FF2B5EF4-FFF2-40B4-BE49-F238E27FC236}">
                  <a16:creationId xmlns:a16="http://schemas.microsoft.com/office/drawing/2014/main" id="{68BAC7E6-6681-FA23-0940-01E749FC4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Line 277">
              <a:extLst>
                <a:ext uri="{FF2B5EF4-FFF2-40B4-BE49-F238E27FC236}">
                  <a16:creationId xmlns:a16="http://schemas.microsoft.com/office/drawing/2014/main" id="{BC0AC68A-BD8B-CDCE-763C-4C53EC08B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Line 278">
              <a:extLst>
                <a:ext uri="{FF2B5EF4-FFF2-40B4-BE49-F238E27FC236}">
                  <a16:creationId xmlns:a16="http://schemas.microsoft.com/office/drawing/2014/main" id="{6E590031-9843-8A0C-1964-469D4C164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Line 279">
              <a:extLst>
                <a:ext uri="{FF2B5EF4-FFF2-40B4-BE49-F238E27FC236}">
                  <a16:creationId xmlns:a16="http://schemas.microsoft.com/office/drawing/2014/main" id="{F4C99EB8-5CA0-DA5E-2348-CBFEB3A04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Line 280">
              <a:extLst>
                <a:ext uri="{FF2B5EF4-FFF2-40B4-BE49-F238E27FC236}">
                  <a16:creationId xmlns:a16="http://schemas.microsoft.com/office/drawing/2014/main" id="{FD2E0ED6-49E8-8ECF-6840-B9F168F18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Line 281">
              <a:extLst>
                <a:ext uri="{FF2B5EF4-FFF2-40B4-BE49-F238E27FC236}">
                  <a16:creationId xmlns:a16="http://schemas.microsoft.com/office/drawing/2014/main" id="{A4D8D249-6639-BEC8-67BB-1E9DF9CEB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Line 282">
              <a:extLst>
                <a:ext uri="{FF2B5EF4-FFF2-40B4-BE49-F238E27FC236}">
                  <a16:creationId xmlns:a16="http://schemas.microsoft.com/office/drawing/2014/main" id="{CFA5874A-38C4-E445-1ED1-E88178D99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Line 283">
              <a:extLst>
                <a:ext uri="{FF2B5EF4-FFF2-40B4-BE49-F238E27FC236}">
                  <a16:creationId xmlns:a16="http://schemas.microsoft.com/office/drawing/2014/main" id="{5A717CE6-A9AA-7845-247B-CE2B37A97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Line 284">
              <a:extLst>
                <a:ext uri="{FF2B5EF4-FFF2-40B4-BE49-F238E27FC236}">
                  <a16:creationId xmlns:a16="http://schemas.microsoft.com/office/drawing/2014/main" id="{B5E5105A-5E4C-8DB1-56BC-280B2F807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C084DDC-4FFC-A4CE-A3D2-9329EBF62895}"/>
              </a:ext>
            </a:extLst>
          </p:cNvPr>
          <p:cNvGrpSpPr/>
          <p:nvPr/>
        </p:nvGrpSpPr>
        <p:grpSpPr>
          <a:xfrm>
            <a:off x="1002383" y="3073180"/>
            <a:ext cx="527285" cy="593983"/>
            <a:chOff x="8328836" y="2202873"/>
            <a:chExt cx="527285" cy="593983"/>
          </a:xfrm>
        </p:grpSpPr>
        <p:pic>
          <p:nvPicPr>
            <p:cNvPr id="40" name="Picture 653" descr="iphone_stylized_small">
              <a:extLst>
                <a:ext uri="{FF2B5EF4-FFF2-40B4-BE49-F238E27FC236}">
                  <a16:creationId xmlns:a16="http://schemas.microsoft.com/office/drawing/2014/main" id="{12349490-EC1A-CF6F-8850-C6867C67D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" name="Group 850">
              <a:extLst>
                <a:ext uri="{FF2B5EF4-FFF2-40B4-BE49-F238E27FC236}">
                  <a16:creationId xmlns:a16="http://schemas.microsoft.com/office/drawing/2014/main" id="{2DDECC21-8298-5A47-B36D-4995F8F4E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42" name="Freeform 851">
                <a:extLst>
                  <a:ext uri="{FF2B5EF4-FFF2-40B4-BE49-F238E27FC236}">
                    <a16:creationId xmlns:a16="http://schemas.microsoft.com/office/drawing/2014/main" id="{6CC4C59B-3A5F-0B32-86B4-560081F9C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852">
                <a:extLst>
                  <a:ext uri="{FF2B5EF4-FFF2-40B4-BE49-F238E27FC236}">
                    <a16:creationId xmlns:a16="http://schemas.microsoft.com/office/drawing/2014/main" id="{A4DE4550-EF9D-8D44-0402-DC529EA92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853">
                <a:extLst>
                  <a:ext uri="{FF2B5EF4-FFF2-40B4-BE49-F238E27FC236}">
                    <a16:creationId xmlns:a16="http://schemas.microsoft.com/office/drawing/2014/main" id="{79875140-772C-D346-F973-4F3B29D31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854">
                <a:extLst>
                  <a:ext uri="{FF2B5EF4-FFF2-40B4-BE49-F238E27FC236}">
                    <a16:creationId xmlns:a16="http://schemas.microsoft.com/office/drawing/2014/main" id="{9FAB647B-B6B1-5F48-D0FB-E6EDCE22C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855">
                <a:extLst>
                  <a:ext uri="{FF2B5EF4-FFF2-40B4-BE49-F238E27FC236}">
                    <a16:creationId xmlns:a16="http://schemas.microsoft.com/office/drawing/2014/main" id="{CD7DE8E5-DF6C-ABB9-05E8-C5F20B4BF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856">
                <a:extLst>
                  <a:ext uri="{FF2B5EF4-FFF2-40B4-BE49-F238E27FC236}">
                    <a16:creationId xmlns:a16="http://schemas.microsoft.com/office/drawing/2014/main" id="{C9F8ED1B-84E1-776E-07E2-93874BD17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3AB9C78-99EB-ECF8-4CFB-1742E4D616E0}"/>
              </a:ext>
            </a:extLst>
          </p:cNvPr>
          <p:cNvGrpSpPr/>
          <p:nvPr/>
        </p:nvGrpSpPr>
        <p:grpSpPr>
          <a:xfrm>
            <a:off x="488662" y="3998956"/>
            <a:ext cx="1120341" cy="347863"/>
            <a:chOff x="9561515" y="2748013"/>
            <a:chExt cx="1120341" cy="347863"/>
          </a:xfrm>
        </p:grpSpPr>
        <p:pic>
          <p:nvPicPr>
            <p:cNvPr id="49" name="Picture 603" descr="car_icon_small">
              <a:extLst>
                <a:ext uri="{FF2B5EF4-FFF2-40B4-BE49-F238E27FC236}">
                  <a16:creationId xmlns:a16="http://schemas.microsoft.com/office/drawing/2014/main" id="{F5B966CA-BD05-8F25-92C2-F07439160B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0" name="Group 850">
              <a:extLst>
                <a:ext uri="{FF2B5EF4-FFF2-40B4-BE49-F238E27FC236}">
                  <a16:creationId xmlns:a16="http://schemas.microsoft.com/office/drawing/2014/main" id="{5ED78E25-1A30-8D47-FC46-1D57660D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52" name="Freeform 851">
                <a:extLst>
                  <a:ext uri="{FF2B5EF4-FFF2-40B4-BE49-F238E27FC236}">
                    <a16:creationId xmlns:a16="http://schemas.microsoft.com/office/drawing/2014/main" id="{6832B49D-2F56-3CC9-372F-0DA2C3AF0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3" name="Freeform 852">
                <a:extLst>
                  <a:ext uri="{FF2B5EF4-FFF2-40B4-BE49-F238E27FC236}">
                    <a16:creationId xmlns:a16="http://schemas.microsoft.com/office/drawing/2014/main" id="{B70523B7-2CD2-0E10-1988-A0DD5C0B6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4" name="Freeform 853">
                <a:extLst>
                  <a:ext uri="{FF2B5EF4-FFF2-40B4-BE49-F238E27FC236}">
                    <a16:creationId xmlns:a16="http://schemas.microsoft.com/office/drawing/2014/main" id="{A0301E99-3416-4D2D-01A0-A2E28C104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5" name="Freeform 854">
                <a:extLst>
                  <a:ext uri="{FF2B5EF4-FFF2-40B4-BE49-F238E27FC236}">
                    <a16:creationId xmlns:a16="http://schemas.microsoft.com/office/drawing/2014/main" id="{3D627C6B-67A0-E432-41E9-4A06CA203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" name="Freeform 855">
                <a:extLst>
                  <a:ext uri="{FF2B5EF4-FFF2-40B4-BE49-F238E27FC236}">
                    <a16:creationId xmlns:a16="http://schemas.microsoft.com/office/drawing/2014/main" id="{5A84AB1F-4CFF-62C0-8505-451628328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Freeform 856">
                <a:extLst>
                  <a:ext uri="{FF2B5EF4-FFF2-40B4-BE49-F238E27FC236}">
                    <a16:creationId xmlns:a16="http://schemas.microsoft.com/office/drawing/2014/main" id="{8534EA12-F023-C5D9-64C2-C44EE559F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FEF0827-0B24-40FA-68D8-B336A7C0C74B}"/>
                </a:ext>
              </a:extLst>
            </p:cNvPr>
            <p:cNvCxnSpPr/>
            <p:nvPr/>
          </p:nvCxnSpPr>
          <p:spPr>
            <a:xfrm>
              <a:off x="10032156" y="2798664"/>
              <a:ext cx="31623" cy="1368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D08C79-52B0-ED38-AB46-40BC674A0397}"/>
              </a:ext>
            </a:extLst>
          </p:cNvPr>
          <p:cNvGrpSpPr/>
          <p:nvPr/>
        </p:nvGrpSpPr>
        <p:grpSpPr>
          <a:xfrm>
            <a:off x="2328746" y="3437317"/>
            <a:ext cx="502369" cy="512348"/>
            <a:chOff x="7341491" y="2307905"/>
            <a:chExt cx="509280" cy="43957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D0CA53C-BEA4-FA97-05B2-12704151F025}"/>
                </a:ext>
              </a:extLst>
            </p:cNvPr>
            <p:cNvGrpSpPr/>
            <p:nvPr/>
          </p:nvGrpSpPr>
          <p:grpSpPr>
            <a:xfrm>
              <a:off x="7341491" y="2426725"/>
              <a:ext cx="509280" cy="320753"/>
              <a:chOff x="7458407" y="2414528"/>
              <a:chExt cx="509280" cy="320753"/>
            </a:xfrm>
          </p:grpSpPr>
          <p:pic>
            <p:nvPicPr>
              <p:cNvPr id="452" name="Picture 1018" descr="laptop_keyboard">
                <a:extLst>
                  <a:ext uri="{FF2B5EF4-FFF2-40B4-BE49-F238E27FC236}">
                    <a16:creationId xmlns:a16="http://schemas.microsoft.com/office/drawing/2014/main" id="{5AAD1212-EBAA-5656-B7FE-104978FF4B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3" name="Freeform 1019">
                <a:extLst>
                  <a:ext uri="{FF2B5EF4-FFF2-40B4-BE49-F238E27FC236}">
                    <a16:creationId xmlns:a16="http://schemas.microsoft.com/office/drawing/2014/main" id="{4EE60EDE-A3BE-23BA-15B6-27D1A18F6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454" name="Picture 1020" descr="screen">
                <a:extLst>
                  <a:ext uri="{FF2B5EF4-FFF2-40B4-BE49-F238E27FC236}">
                    <a16:creationId xmlns:a16="http://schemas.microsoft.com/office/drawing/2014/main" id="{D5486D8A-E590-C2D5-9867-9B7A1787AB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5" name="Freeform 1021">
                <a:extLst>
                  <a:ext uri="{FF2B5EF4-FFF2-40B4-BE49-F238E27FC236}">
                    <a16:creationId xmlns:a16="http://schemas.microsoft.com/office/drawing/2014/main" id="{45C20298-93E6-AECF-FE49-4EBE25ECA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6" name="Freeform 1022">
                <a:extLst>
                  <a:ext uri="{FF2B5EF4-FFF2-40B4-BE49-F238E27FC236}">
                    <a16:creationId xmlns:a16="http://schemas.microsoft.com/office/drawing/2014/main" id="{1F15C24B-728C-3B29-8EF6-C0A62A0AC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7" name="Freeform 1023">
                <a:extLst>
                  <a:ext uri="{FF2B5EF4-FFF2-40B4-BE49-F238E27FC236}">
                    <a16:creationId xmlns:a16="http://schemas.microsoft.com/office/drawing/2014/main" id="{16C939FE-0123-FD9C-9718-7AFE66B64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8" name="Freeform 1024">
                <a:extLst>
                  <a:ext uri="{FF2B5EF4-FFF2-40B4-BE49-F238E27FC236}">
                    <a16:creationId xmlns:a16="http://schemas.microsoft.com/office/drawing/2014/main" id="{1AD1C67B-37F3-D46B-FBB9-E07112B66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9" name="Freeform 1025">
                <a:extLst>
                  <a:ext uri="{FF2B5EF4-FFF2-40B4-BE49-F238E27FC236}">
                    <a16:creationId xmlns:a16="http://schemas.microsoft.com/office/drawing/2014/main" id="{0E2BDCDF-2285-2E80-2187-DD0A1C47C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1026">
                <a:extLst>
                  <a:ext uri="{FF2B5EF4-FFF2-40B4-BE49-F238E27FC236}">
                    <a16:creationId xmlns:a16="http://schemas.microsoft.com/office/drawing/2014/main" id="{E0FE130D-7CB0-BF22-41AA-DEC5CC5F8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61" name="Group 1027">
                <a:extLst>
                  <a:ext uri="{FF2B5EF4-FFF2-40B4-BE49-F238E27FC236}">
                    <a16:creationId xmlns:a16="http://schemas.microsoft.com/office/drawing/2014/main" id="{0885426C-2526-0810-C28D-4E90B3B88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468" name="Freeform 1028">
                  <a:extLst>
                    <a:ext uri="{FF2B5EF4-FFF2-40B4-BE49-F238E27FC236}">
                      <a16:creationId xmlns:a16="http://schemas.microsoft.com/office/drawing/2014/main" id="{F215C2C7-369E-4A9C-E2D1-499D77DF8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9" name="Freeform 1029">
                  <a:extLst>
                    <a:ext uri="{FF2B5EF4-FFF2-40B4-BE49-F238E27FC236}">
                      <a16:creationId xmlns:a16="http://schemas.microsoft.com/office/drawing/2014/main" id="{BD8DEDCE-A54E-0ED1-C980-BB482EC11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Freeform 1030">
                  <a:extLst>
                    <a:ext uri="{FF2B5EF4-FFF2-40B4-BE49-F238E27FC236}">
                      <a16:creationId xmlns:a16="http://schemas.microsoft.com/office/drawing/2014/main" id="{70517E13-3CDB-5ACE-27D9-5AFCEA9594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Freeform 1031">
                  <a:extLst>
                    <a:ext uri="{FF2B5EF4-FFF2-40B4-BE49-F238E27FC236}">
                      <a16:creationId xmlns:a16="http://schemas.microsoft.com/office/drawing/2014/main" id="{2EC6CE08-6F80-EA75-5701-9C80C3D25F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2" name="Freeform 1032">
                  <a:extLst>
                    <a:ext uri="{FF2B5EF4-FFF2-40B4-BE49-F238E27FC236}">
                      <a16:creationId xmlns:a16="http://schemas.microsoft.com/office/drawing/2014/main" id="{3C77F6D1-D421-3C52-EC82-9CBC5B3F46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3" name="Freeform 1033">
                  <a:extLst>
                    <a:ext uri="{FF2B5EF4-FFF2-40B4-BE49-F238E27FC236}">
                      <a16:creationId xmlns:a16="http://schemas.microsoft.com/office/drawing/2014/main" id="{E658CECF-2849-09DA-D7BB-E985F4AE7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2" name="Freeform 1034">
                <a:extLst>
                  <a:ext uri="{FF2B5EF4-FFF2-40B4-BE49-F238E27FC236}">
                    <a16:creationId xmlns:a16="http://schemas.microsoft.com/office/drawing/2014/main" id="{F4A59A93-DE20-C36A-1DBE-C324814E6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1035">
                <a:extLst>
                  <a:ext uri="{FF2B5EF4-FFF2-40B4-BE49-F238E27FC236}">
                    <a16:creationId xmlns:a16="http://schemas.microsoft.com/office/drawing/2014/main" id="{92356DCC-BDF2-0CE0-FDDB-142B5654D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1036">
                <a:extLst>
                  <a:ext uri="{FF2B5EF4-FFF2-40B4-BE49-F238E27FC236}">
                    <a16:creationId xmlns:a16="http://schemas.microsoft.com/office/drawing/2014/main" id="{EFA254EB-158E-CD15-A08B-E45ED6D09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1037">
                <a:extLst>
                  <a:ext uri="{FF2B5EF4-FFF2-40B4-BE49-F238E27FC236}">
                    <a16:creationId xmlns:a16="http://schemas.microsoft.com/office/drawing/2014/main" id="{B1CF9832-2BA1-1B91-1F1C-AD5136CCE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1038">
                <a:extLst>
                  <a:ext uri="{FF2B5EF4-FFF2-40B4-BE49-F238E27FC236}">
                    <a16:creationId xmlns:a16="http://schemas.microsoft.com/office/drawing/2014/main" id="{B28E578D-7687-26DE-44BF-E7D48F79D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7" name="Freeform 1039">
                <a:extLst>
                  <a:ext uri="{FF2B5EF4-FFF2-40B4-BE49-F238E27FC236}">
                    <a16:creationId xmlns:a16="http://schemas.microsoft.com/office/drawing/2014/main" id="{6A1863B8-5333-5EBA-BD2F-C42C6379273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850">
              <a:extLst>
                <a:ext uri="{FF2B5EF4-FFF2-40B4-BE49-F238E27FC236}">
                  <a16:creationId xmlns:a16="http://schemas.microsoft.com/office/drawing/2014/main" id="{A10F71A2-CD32-B4D1-A2A8-A206F433E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62" name="Freeform 851">
                <a:extLst>
                  <a:ext uri="{FF2B5EF4-FFF2-40B4-BE49-F238E27FC236}">
                    <a16:creationId xmlns:a16="http://schemas.microsoft.com/office/drawing/2014/main" id="{7F8D1CAE-34B8-8DA7-DB2C-2263481D5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3" name="Freeform 852">
                <a:extLst>
                  <a:ext uri="{FF2B5EF4-FFF2-40B4-BE49-F238E27FC236}">
                    <a16:creationId xmlns:a16="http://schemas.microsoft.com/office/drawing/2014/main" id="{8F74A792-B223-DB2D-B491-75223D16B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8" name="Freeform 853">
                <a:extLst>
                  <a:ext uri="{FF2B5EF4-FFF2-40B4-BE49-F238E27FC236}">
                    <a16:creationId xmlns:a16="http://schemas.microsoft.com/office/drawing/2014/main" id="{2088EDB3-5E78-ED23-A02C-C89681440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9" name="Freeform 854">
                <a:extLst>
                  <a:ext uri="{FF2B5EF4-FFF2-40B4-BE49-F238E27FC236}">
                    <a16:creationId xmlns:a16="http://schemas.microsoft.com/office/drawing/2014/main" id="{6FA511DE-D13E-F470-E461-918D6C2D6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0" name="Freeform 855">
                <a:extLst>
                  <a:ext uri="{FF2B5EF4-FFF2-40B4-BE49-F238E27FC236}">
                    <a16:creationId xmlns:a16="http://schemas.microsoft.com/office/drawing/2014/main" id="{F373AF75-521A-92C7-2C0E-F1B717BAD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1" name="Freeform 856">
                <a:extLst>
                  <a:ext uri="{FF2B5EF4-FFF2-40B4-BE49-F238E27FC236}">
                    <a16:creationId xmlns:a16="http://schemas.microsoft.com/office/drawing/2014/main" id="{18FE567B-F503-14B6-D052-AB34AC01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2857037-51B6-B7CC-C622-C8A153BEC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314" y="2366481"/>
              <a:ext cx="39385" cy="70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4" name="Line 435">
            <a:extLst>
              <a:ext uri="{FF2B5EF4-FFF2-40B4-BE49-F238E27FC236}">
                <a16:creationId xmlns:a16="http://schemas.microsoft.com/office/drawing/2014/main" id="{B5594312-0722-5385-2094-1EB9A4E1F8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6729" y="3796689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5" name="Line 436">
            <a:extLst>
              <a:ext uri="{FF2B5EF4-FFF2-40B4-BE49-F238E27FC236}">
                <a16:creationId xmlns:a16="http://schemas.microsoft.com/office/drawing/2014/main" id="{F9B3EA38-8714-977B-8F35-1D450410C2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5500" y="4461978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Line 439">
            <a:extLst>
              <a:ext uri="{FF2B5EF4-FFF2-40B4-BE49-F238E27FC236}">
                <a16:creationId xmlns:a16="http://schemas.microsoft.com/office/drawing/2014/main" id="{961B832D-17C8-A4D8-624F-6F9D82389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7987" y="4447325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80CABA1F-B29C-FB1C-89BF-578266F57D79}"/>
              </a:ext>
            </a:extLst>
          </p:cNvPr>
          <p:cNvGrpSpPr/>
          <p:nvPr/>
        </p:nvGrpSpPr>
        <p:grpSpPr>
          <a:xfrm>
            <a:off x="3681503" y="4265876"/>
            <a:ext cx="581004" cy="299152"/>
            <a:chOff x="3668110" y="2448910"/>
            <a:chExt cx="3794234" cy="2165130"/>
          </a:xfrm>
        </p:grpSpPr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0CBA333B-EE43-0EC4-494D-E0490CE7250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" name="Freeform 12">
              <a:extLst>
                <a:ext uri="{FF2B5EF4-FFF2-40B4-BE49-F238E27FC236}">
                  <a16:creationId xmlns:a16="http://schemas.microsoft.com/office/drawing/2014/main" id="{400AB364-DD8B-319C-8916-80D8DD6C39F8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7ED50454-6782-2C49-46EF-0A4BB7B0D27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1" name="Freeform 14">
                <a:extLst>
                  <a:ext uri="{FF2B5EF4-FFF2-40B4-BE49-F238E27FC236}">
                    <a16:creationId xmlns:a16="http://schemas.microsoft.com/office/drawing/2014/main" id="{4E03916D-506E-0C95-83BE-F088655022E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2" name="Freeform 15">
                <a:extLst>
                  <a:ext uri="{FF2B5EF4-FFF2-40B4-BE49-F238E27FC236}">
                    <a16:creationId xmlns:a16="http://schemas.microsoft.com/office/drawing/2014/main" id="{71238425-DA97-A936-2F3A-5BA63FDD193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3" name="Freeform 16">
                <a:extLst>
                  <a:ext uri="{FF2B5EF4-FFF2-40B4-BE49-F238E27FC236}">
                    <a16:creationId xmlns:a16="http://schemas.microsoft.com/office/drawing/2014/main" id="{60919B8D-B9D5-DF2D-2813-7261A9B149D1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17">
                <a:extLst>
                  <a:ext uri="{FF2B5EF4-FFF2-40B4-BE49-F238E27FC236}">
                    <a16:creationId xmlns:a16="http://schemas.microsoft.com/office/drawing/2014/main" id="{1F4F3E8D-9C9F-12DD-F5B6-508D5BEC156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5" name="Group 590">
            <a:extLst>
              <a:ext uri="{FF2B5EF4-FFF2-40B4-BE49-F238E27FC236}">
                <a16:creationId xmlns:a16="http://schemas.microsoft.com/office/drawing/2014/main" id="{339062B5-1FD9-1671-40AD-DCE15135775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514966" y="3296185"/>
            <a:ext cx="649485" cy="571200"/>
            <a:chOff x="2839" y="3501"/>
            <a:chExt cx="755" cy="803"/>
          </a:xfrm>
        </p:grpSpPr>
        <p:pic>
          <p:nvPicPr>
            <p:cNvPr id="486" name="Picture 591" descr="desktop_computer_stylized_medium">
              <a:extLst>
                <a:ext uri="{FF2B5EF4-FFF2-40B4-BE49-F238E27FC236}">
                  <a16:creationId xmlns:a16="http://schemas.microsoft.com/office/drawing/2014/main" id="{C750F9EE-5B75-698D-6E4C-60C988ACF5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7" name="Freeform 592">
              <a:extLst>
                <a:ext uri="{FF2B5EF4-FFF2-40B4-BE49-F238E27FC236}">
                  <a16:creationId xmlns:a16="http://schemas.microsoft.com/office/drawing/2014/main" id="{1CDD8630-D617-FB63-5206-30923138F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8" name="Group 590">
            <a:extLst>
              <a:ext uri="{FF2B5EF4-FFF2-40B4-BE49-F238E27FC236}">
                <a16:creationId xmlns:a16="http://schemas.microsoft.com/office/drawing/2014/main" id="{3EAEED10-D0A6-2F1C-EF85-34E99419290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846523" y="4384239"/>
            <a:ext cx="649485" cy="571200"/>
            <a:chOff x="2839" y="3501"/>
            <a:chExt cx="755" cy="803"/>
          </a:xfrm>
        </p:grpSpPr>
        <p:pic>
          <p:nvPicPr>
            <p:cNvPr id="489" name="Picture 591" descr="desktop_computer_stylized_medium">
              <a:extLst>
                <a:ext uri="{FF2B5EF4-FFF2-40B4-BE49-F238E27FC236}">
                  <a16:creationId xmlns:a16="http://schemas.microsoft.com/office/drawing/2014/main" id="{FBC57EEB-58B7-F42F-AEA5-E99122495E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0" name="Freeform 592">
              <a:extLst>
                <a:ext uri="{FF2B5EF4-FFF2-40B4-BE49-F238E27FC236}">
                  <a16:creationId xmlns:a16="http://schemas.microsoft.com/office/drawing/2014/main" id="{9B58A7DB-DA5D-618D-22FA-75AD383A4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1" name="Group 590">
            <a:extLst>
              <a:ext uri="{FF2B5EF4-FFF2-40B4-BE49-F238E27FC236}">
                <a16:creationId xmlns:a16="http://schemas.microsoft.com/office/drawing/2014/main" id="{A321BE3F-15F3-6754-8196-61E3A991454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394810" y="4723083"/>
            <a:ext cx="649485" cy="571200"/>
            <a:chOff x="2839" y="3501"/>
            <a:chExt cx="755" cy="803"/>
          </a:xfrm>
        </p:grpSpPr>
        <p:pic>
          <p:nvPicPr>
            <p:cNvPr id="492" name="Picture 591" descr="desktop_computer_stylized_medium">
              <a:extLst>
                <a:ext uri="{FF2B5EF4-FFF2-40B4-BE49-F238E27FC236}">
                  <a16:creationId xmlns:a16="http://schemas.microsoft.com/office/drawing/2014/main" id="{BDCAA427-AC52-BE51-13E2-4B602A6B1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592">
              <a:extLst>
                <a:ext uri="{FF2B5EF4-FFF2-40B4-BE49-F238E27FC236}">
                  <a16:creationId xmlns:a16="http://schemas.microsoft.com/office/drawing/2014/main" id="{80CD0DC9-8FEA-9CF6-718A-C60F445A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5A7BBDF1-A1DC-9ACB-BBD0-F88A638D6886}"/>
              </a:ext>
            </a:extLst>
          </p:cNvPr>
          <p:cNvGrpSpPr/>
          <p:nvPr/>
        </p:nvGrpSpPr>
        <p:grpSpPr>
          <a:xfrm>
            <a:off x="826581" y="5173920"/>
            <a:ext cx="1923291" cy="1159453"/>
            <a:chOff x="9874069" y="4049856"/>
            <a:chExt cx="1165513" cy="683960"/>
          </a:xfrm>
        </p:grpSpPr>
        <p:pic>
          <p:nvPicPr>
            <p:cNvPr id="495" name="Picture 781" descr="antenna_radiation_stylized">
              <a:extLst>
                <a:ext uri="{FF2B5EF4-FFF2-40B4-BE49-F238E27FC236}">
                  <a16:creationId xmlns:a16="http://schemas.microsoft.com/office/drawing/2014/main" id="{62D045E0-F883-68C7-94D7-6F31C2DD84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6" name="Picture 780" descr="access_point_stylized_small">
              <a:extLst>
                <a:ext uri="{FF2B5EF4-FFF2-40B4-BE49-F238E27FC236}">
                  <a16:creationId xmlns:a16="http://schemas.microsoft.com/office/drawing/2014/main" id="{4539CFB0-27F9-EBF3-DB38-F5B135E9C5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7" name="Group 850">
              <a:extLst>
                <a:ext uri="{FF2B5EF4-FFF2-40B4-BE49-F238E27FC236}">
                  <a16:creationId xmlns:a16="http://schemas.microsoft.com/office/drawing/2014/main" id="{0D070D17-6609-6507-AFF3-668BFB8C1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563" name="Freeform 851">
                <a:extLst>
                  <a:ext uri="{FF2B5EF4-FFF2-40B4-BE49-F238E27FC236}">
                    <a16:creationId xmlns:a16="http://schemas.microsoft.com/office/drawing/2014/main" id="{A5DA075D-997F-7066-DF71-FA75FC0F4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4" name="Freeform 852">
                <a:extLst>
                  <a:ext uri="{FF2B5EF4-FFF2-40B4-BE49-F238E27FC236}">
                    <a16:creationId xmlns:a16="http://schemas.microsoft.com/office/drawing/2014/main" id="{4C9B94CC-4A5F-DDA4-5476-A5E07592A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5" name="Freeform 853">
                <a:extLst>
                  <a:ext uri="{FF2B5EF4-FFF2-40B4-BE49-F238E27FC236}">
                    <a16:creationId xmlns:a16="http://schemas.microsoft.com/office/drawing/2014/main" id="{D5F02CE5-632A-63A9-3359-99913BF28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6" name="Freeform 854">
                <a:extLst>
                  <a:ext uri="{FF2B5EF4-FFF2-40B4-BE49-F238E27FC236}">
                    <a16:creationId xmlns:a16="http://schemas.microsoft.com/office/drawing/2014/main" id="{F11748BD-6B31-0FDE-1449-3EADF7D8D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7" name="Freeform 855">
                <a:extLst>
                  <a:ext uri="{FF2B5EF4-FFF2-40B4-BE49-F238E27FC236}">
                    <a16:creationId xmlns:a16="http://schemas.microsoft.com/office/drawing/2014/main" id="{982D53B7-3926-0820-4C61-425DBB3AA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8" name="Freeform 856">
                <a:extLst>
                  <a:ext uri="{FF2B5EF4-FFF2-40B4-BE49-F238E27FC236}">
                    <a16:creationId xmlns:a16="http://schemas.microsoft.com/office/drawing/2014/main" id="{C1F6565A-26D7-26D1-8149-1AE9891C9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41700887-53EA-8BB6-AE62-A1726643D048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B972B28E-9FC3-2659-7F1B-55657C654CC1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541" name="Picture 1018" descr="laptop_keyboard">
                  <a:extLst>
                    <a:ext uri="{FF2B5EF4-FFF2-40B4-BE49-F238E27FC236}">
                      <a16:creationId xmlns:a16="http://schemas.microsoft.com/office/drawing/2014/main" id="{C3F4753B-A385-5700-7DD9-B85DBF9A93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42" name="Freeform 1019">
                  <a:extLst>
                    <a:ext uri="{FF2B5EF4-FFF2-40B4-BE49-F238E27FC236}">
                      <a16:creationId xmlns:a16="http://schemas.microsoft.com/office/drawing/2014/main" id="{827C0C96-29BA-15CD-5047-FAEB0AE3A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543" name="Picture 1020" descr="screen">
                  <a:extLst>
                    <a:ext uri="{FF2B5EF4-FFF2-40B4-BE49-F238E27FC236}">
                      <a16:creationId xmlns:a16="http://schemas.microsoft.com/office/drawing/2014/main" id="{C4D3DBD8-88BE-87CF-FCF1-CBA23A01B9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44" name="Freeform 1021">
                  <a:extLst>
                    <a:ext uri="{FF2B5EF4-FFF2-40B4-BE49-F238E27FC236}">
                      <a16:creationId xmlns:a16="http://schemas.microsoft.com/office/drawing/2014/main" id="{CB18F900-59EB-915F-76B1-91BB7F0E15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5" name="Freeform 1022">
                  <a:extLst>
                    <a:ext uri="{FF2B5EF4-FFF2-40B4-BE49-F238E27FC236}">
                      <a16:creationId xmlns:a16="http://schemas.microsoft.com/office/drawing/2014/main" id="{D59C2528-F510-8EC9-5DE5-BE59E977E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6" name="Freeform 1023">
                  <a:extLst>
                    <a:ext uri="{FF2B5EF4-FFF2-40B4-BE49-F238E27FC236}">
                      <a16:creationId xmlns:a16="http://schemas.microsoft.com/office/drawing/2014/main" id="{4B316058-10CE-DFDA-9CD8-4B8EA8248F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7" name="Freeform 1024">
                  <a:extLst>
                    <a:ext uri="{FF2B5EF4-FFF2-40B4-BE49-F238E27FC236}">
                      <a16:creationId xmlns:a16="http://schemas.microsoft.com/office/drawing/2014/main" id="{C200AA24-D3BA-2242-168F-8554D0B1A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8" name="Freeform 1025">
                  <a:extLst>
                    <a:ext uri="{FF2B5EF4-FFF2-40B4-BE49-F238E27FC236}">
                      <a16:creationId xmlns:a16="http://schemas.microsoft.com/office/drawing/2014/main" id="{13F0B2C6-5E61-2C3D-1BC0-87CC8D2A9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9" name="Freeform 1026">
                  <a:extLst>
                    <a:ext uri="{FF2B5EF4-FFF2-40B4-BE49-F238E27FC236}">
                      <a16:creationId xmlns:a16="http://schemas.microsoft.com/office/drawing/2014/main" id="{C9BFFA93-B2AB-7FE6-4E13-4878485D76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550" name="Group 1027">
                  <a:extLst>
                    <a:ext uri="{FF2B5EF4-FFF2-40B4-BE49-F238E27FC236}">
                      <a16:creationId xmlns:a16="http://schemas.microsoft.com/office/drawing/2014/main" id="{F81C1DDD-9721-6BF8-617C-855F80EC48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557" name="Freeform 1028">
                    <a:extLst>
                      <a:ext uri="{FF2B5EF4-FFF2-40B4-BE49-F238E27FC236}">
                        <a16:creationId xmlns:a16="http://schemas.microsoft.com/office/drawing/2014/main" id="{0C73C1B2-F412-7C15-FFF4-19CF92E122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8" name="Freeform 1029">
                    <a:extLst>
                      <a:ext uri="{FF2B5EF4-FFF2-40B4-BE49-F238E27FC236}">
                        <a16:creationId xmlns:a16="http://schemas.microsoft.com/office/drawing/2014/main" id="{7951988D-47D9-AF11-3174-19EBB59E0A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9" name="Freeform 1030">
                    <a:extLst>
                      <a:ext uri="{FF2B5EF4-FFF2-40B4-BE49-F238E27FC236}">
                        <a16:creationId xmlns:a16="http://schemas.microsoft.com/office/drawing/2014/main" id="{697968E8-3B68-E232-88A7-85754744F4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0" name="Freeform 1031">
                    <a:extLst>
                      <a:ext uri="{FF2B5EF4-FFF2-40B4-BE49-F238E27FC236}">
                        <a16:creationId xmlns:a16="http://schemas.microsoft.com/office/drawing/2014/main" id="{7DC050D6-EFD0-7C16-0253-F452DD6693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1" name="Freeform 1032">
                    <a:extLst>
                      <a:ext uri="{FF2B5EF4-FFF2-40B4-BE49-F238E27FC236}">
                        <a16:creationId xmlns:a16="http://schemas.microsoft.com/office/drawing/2014/main" id="{6F94E3DF-5111-A2D8-BC2B-79464A2C91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2" name="Freeform 1033">
                    <a:extLst>
                      <a:ext uri="{FF2B5EF4-FFF2-40B4-BE49-F238E27FC236}">
                        <a16:creationId xmlns:a16="http://schemas.microsoft.com/office/drawing/2014/main" id="{64F78E64-8D53-64EA-5E12-2C84E31F9E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51" name="Freeform 1034">
                  <a:extLst>
                    <a:ext uri="{FF2B5EF4-FFF2-40B4-BE49-F238E27FC236}">
                      <a16:creationId xmlns:a16="http://schemas.microsoft.com/office/drawing/2014/main" id="{B93054CC-9E67-60D5-B002-978C0FBB19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Freeform 1035">
                  <a:extLst>
                    <a:ext uri="{FF2B5EF4-FFF2-40B4-BE49-F238E27FC236}">
                      <a16:creationId xmlns:a16="http://schemas.microsoft.com/office/drawing/2014/main" id="{59BB86FF-2F47-40A1-2EB6-C8635EFC7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3" name="Freeform 1036">
                  <a:extLst>
                    <a:ext uri="{FF2B5EF4-FFF2-40B4-BE49-F238E27FC236}">
                      <a16:creationId xmlns:a16="http://schemas.microsoft.com/office/drawing/2014/main" id="{E8265A21-B484-01EE-96E2-C1A3C4C2D7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4" name="Freeform 1037">
                  <a:extLst>
                    <a:ext uri="{FF2B5EF4-FFF2-40B4-BE49-F238E27FC236}">
                      <a16:creationId xmlns:a16="http://schemas.microsoft.com/office/drawing/2014/main" id="{60EA8E61-ACCF-20EB-726B-DBD7E2CE84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5" name="Freeform 1038">
                  <a:extLst>
                    <a:ext uri="{FF2B5EF4-FFF2-40B4-BE49-F238E27FC236}">
                      <a16:creationId xmlns:a16="http://schemas.microsoft.com/office/drawing/2014/main" id="{C49FE942-F191-CF87-7FC5-AE3C33D4F8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6" name="Freeform 1039">
                  <a:extLst>
                    <a:ext uri="{FF2B5EF4-FFF2-40B4-BE49-F238E27FC236}">
                      <a16:creationId xmlns:a16="http://schemas.microsoft.com/office/drawing/2014/main" id="{C5B95D43-8BE4-73C7-340D-9A6B9F7C00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3" name="Group 850">
                <a:extLst>
                  <a:ext uri="{FF2B5EF4-FFF2-40B4-BE49-F238E27FC236}">
                    <a16:creationId xmlns:a16="http://schemas.microsoft.com/office/drawing/2014/main" id="{E33A9A36-B55F-C1EC-EACE-94F1C93E9E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535" name="Freeform 851">
                  <a:extLst>
                    <a:ext uri="{FF2B5EF4-FFF2-40B4-BE49-F238E27FC236}">
                      <a16:creationId xmlns:a16="http://schemas.microsoft.com/office/drawing/2014/main" id="{38CC5487-FEC3-4341-4B91-B9E7879258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6" name="Freeform 852">
                  <a:extLst>
                    <a:ext uri="{FF2B5EF4-FFF2-40B4-BE49-F238E27FC236}">
                      <a16:creationId xmlns:a16="http://schemas.microsoft.com/office/drawing/2014/main" id="{0AA65A53-0A80-117E-EE93-30BE7C9279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7" name="Freeform 853">
                  <a:extLst>
                    <a:ext uri="{FF2B5EF4-FFF2-40B4-BE49-F238E27FC236}">
                      <a16:creationId xmlns:a16="http://schemas.microsoft.com/office/drawing/2014/main" id="{31D9240D-5C74-937B-9661-3A3207472F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8" name="Freeform 854">
                  <a:extLst>
                    <a:ext uri="{FF2B5EF4-FFF2-40B4-BE49-F238E27FC236}">
                      <a16:creationId xmlns:a16="http://schemas.microsoft.com/office/drawing/2014/main" id="{2CADD24E-0F6F-8001-53B2-77D2C56A1B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9" name="Freeform 855">
                  <a:extLst>
                    <a:ext uri="{FF2B5EF4-FFF2-40B4-BE49-F238E27FC236}">
                      <a16:creationId xmlns:a16="http://schemas.microsoft.com/office/drawing/2014/main" id="{B9009188-2C2D-CE78-62B1-9FF9EE49A4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40" name="Freeform 856">
                  <a:extLst>
                    <a:ext uri="{FF2B5EF4-FFF2-40B4-BE49-F238E27FC236}">
                      <a16:creationId xmlns:a16="http://schemas.microsoft.com/office/drawing/2014/main" id="{79001A1D-7743-4B6D-A156-70EE224054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534" name="Straight Connector 533">
                <a:extLst>
                  <a:ext uri="{FF2B5EF4-FFF2-40B4-BE49-F238E27FC236}">
                    <a16:creationId xmlns:a16="http://schemas.microsoft.com/office/drawing/2014/main" id="{6D79CBBC-B23B-785C-039D-2B5719C347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EC296B00-5B08-4554-77AA-1C74F2C51F63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AE06DBF2-3E87-32A7-5C51-5724D4D1BF15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510" name="Picture 1018" descr="laptop_keyboard">
                  <a:extLst>
                    <a:ext uri="{FF2B5EF4-FFF2-40B4-BE49-F238E27FC236}">
                      <a16:creationId xmlns:a16="http://schemas.microsoft.com/office/drawing/2014/main" id="{C96ECC0E-AA6C-E5B4-1DD0-13C0E3DA48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1" name="Freeform 1019">
                  <a:extLst>
                    <a:ext uri="{FF2B5EF4-FFF2-40B4-BE49-F238E27FC236}">
                      <a16:creationId xmlns:a16="http://schemas.microsoft.com/office/drawing/2014/main" id="{839A6024-387A-8C93-F864-58667D7188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512" name="Picture 1020" descr="screen">
                  <a:extLst>
                    <a:ext uri="{FF2B5EF4-FFF2-40B4-BE49-F238E27FC236}">
                      <a16:creationId xmlns:a16="http://schemas.microsoft.com/office/drawing/2014/main" id="{AD135104-8136-BE83-BE9A-D098EBE8FBD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3" name="Freeform 1021">
                  <a:extLst>
                    <a:ext uri="{FF2B5EF4-FFF2-40B4-BE49-F238E27FC236}">
                      <a16:creationId xmlns:a16="http://schemas.microsoft.com/office/drawing/2014/main" id="{C4553488-1C1D-EF9E-E84E-44EE45CB39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4" name="Freeform 1022">
                  <a:extLst>
                    <a:ext uri="{FF2B5EF4-FFF2-40B4-BE49-F238E27FC236}">
                      <a16:creationId xmlns:a16="http://schemas.microsoft.com/office/drawing/2014/main" id="{6FB60A1B-EB94-B5EB-540E-5DD039559F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5" name="Freeform 1023">
                  <a:extLst>
                    <a:ext uri="{FF2B5EF4-FFF2-40B4-BE49-F238E27FC236}">
                      <a16:creationId xmlns:a16="http://schemas.microsoft.com/office/drawing/2014/main" id="{626A8133-F8C9-F030-2181-75C79B1DC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6" name="Freeform 1024">
                  <a:extLst>
                    <a:ext uri="{FF2B5EF4-FFF2-40B4-BE49-F238E27FC236}">
                      <a16:creationId xmlns:a16="http://schemas.microsoft.com/office/drawing/2014/main" id="{ADF271D4-8FF1-F999-FE42-DB6B06E923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7" name="Freeform 1025">
                  <a:extLst>
                    <a:ext uri="{FF2B5EF4-FFF2-40B4-BE49-F238E27FC236}">
                      <a16:creationId xmlns:a16="http://schemas.microsoft.com/office/drawing/2014/main" id="{3CCDC8F0-3A2B-C237-3056-7F17F5CF8F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8" name="Freeform 1026">
                  <a:extLst>
                    <a:ext uri="{FF2B5EF4-FFF2-40B4-BE49-F238E27FC236}">
                      <a16:creationId xmlns:a16="http://schemas.microsoft.com/office/drawing/2014/main" id="{D6A5AF56-C01B-4A95-72A3-94C2425B9E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519" name="Group 1027">
                  <a:extLst>
                    <a:ext uri="{FF2B5EF4-FFF2-40B4-BE49-F238E27FC236}">
                      <a16:creationId xmlns:a16="http://schemas.microsoft.com/office/drawing/2014/main" id="{07AF200E-C8DC-723E-63E3-3B2D28E94F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526" name="Freeform 1028">
                    <a:extLst>
                      <a:ext uri="{FF2B5EF4-FFF2-40B4-BE49-F238E27FC236}">
                        <a16:creationId xmlns:a16="http://schemas.microsoft.com/office/drawing/2014/main" id="{E01ADB66-E90E-A502-2AA8-C284C3979A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7" name="Freeform 1029">
                    <a:extLst>
                      <a:ext uri="{FF2B5EF4-FFF2-40B4-BE49-F238E27FC236}">
                        <a16:creationId xmlns:a16="http://schemas.microsoft.com/office/drawing/2014/main" id="{9480C3E4-A625-46A2-0A1F-CB67434134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8" name="Freeform 1030">
                    <a:extLst>
                      <a:ext uri="{FF2B5EF4-FFF2-40B4-BE49-F238E27FC236}">
                        <a16:creationId xmlns:a16="http://schemas.microsoft.com/office/drawing/2014/main" id="{65DC81EB-F68D-36AC-8351-7D5A208F12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9" name="Freeform 1031">
                    <a:extLst>
                      <a:ext uri="{FF2B5EF4-FFF2-40B4-BE49-F238E27FC236}">
                        <a16:creationId xmlns:a16="http://schemas.microsoft.com/office/drawing/2014/main" id="{A37A438C-B859-712A-0ED7-B492FEC6B5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Freeform 1032">
                    <a:extLst>
                      <a:ext uri="{FF2B5EF4-FFF2-40B4-BE49-F238E27FC236}">
                        <a16:creationId xmlns:a16="http://schemas.microsoft.com/office/drawing/2014/main" id="{1D982B0E-C3A8-0B3E-DDF1-8D5A3EE9CF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1" name="Freeform 1033">
                    <a:extLst>
                      <a:ext uri="{FF2B5EF4-FFF2-40B4-BE49-F238E27FC236}">
                        <a16:creationId xmlns:a16="http://schemas.microsoft.com/office/drawing/2014/main" id="{9292B924-BC60-56C9-1F8E-A74922F980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20" name="Freeform 1034">
                  <a:extLst>
                    <a:ext uri="{FF2B5EF4-FFF2-40B4-BE49-F238E27FC236}">
                      <a16:creationId xmlns:a16="http://schemas.microsoft.com/office/drawing/2014/main" id="{FF1E4A8E-FA94-5D95-E77B-F00FF40094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1" name="Freeform 1035">
                  <a:extLst>
                    <a:ext uri="{FF2B5EF4-FFF2-40B4-BE49-F238E27FC236}">
                      <a16:creationId xmlns:a16="http://schemas.microsoft.com/office/drawing/2014/main" id="{59C38ABE-A4ED-E7DE-6589-C3AB43285C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Freeform 1036">
                  <a:extLst>
                    <a:ext uri="{FF2B5EF4-FFF2-40B4-BE49-F238E27FC236}">
                      <a16:creationId xmlns:a16="http://schemas.microsoft.com/office/drawing/2014/main" id="{C3453497-48CE-8BA5-4B73-8A76E4C7F8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3" name="Freeform 1037">
                  <a:extLst>
                    <a:ext uri="{FF2B5EF4-FFF2-40B4-BE49-F238E27FC236}">
                      <a16:creationId xmlns:a16="http://schemas.microsoft.com/office/drawing/2014/main" id="{D6EA0387-DC8C-77B4-E301-50EECE55B0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4" name="Freeform 1038">
                  <a:extLst>
                    <a:ext uri="{FF2B5EF4-FFF2-40B4-BE49-F238E27FC236}">
                      <a16:creationId xmlns:a16="http://schemas.microsoft.com/office/drawing/2014/main" id="{A37A5174-6D17-3D77-BA92-6B9DB3E201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5" name="Freeform 1039">
                  <a:extLst>
                    <a:ext uri="{FF2B5EF4-FFF2-40B4-BE49-F238E27FC236}">
                      <a16:creationId xmlns:a16="http://schemas.microsoft.com/office/drawing/2014/main" id="{8C89C1E6-644F-1CE3-EC15-4D40DD199B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1" name="Group 850">
                <a:extLst>
                  <a:ext uri="{FF2B5EF4-FFF2-40B4-BE49-F238E27FC236}">
                    <a16:creationId xmlns:a16="http://schemas.microsoft.com/office/drawing/2014/main" id="{74CC20C3-43EB-2A03-6B01-59B5739AF5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503" name="Freeform 851">
                  <a:extLst>
                    <a:ext uri="{FF2B5EF4-FFF2-40B4-BE49-F238E27FC236}">
                      <a16:creationId xmlns:a16="http://schemas.microsoft.com/office/drawing/2014/main" id="{5C09BA79-7CD2-5378-3BE2-7F8EB4655C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4" name="Freeform 852">
                  <a:extLst>
                    <a:ext uri="{FF2B5EF4-FFF2-40B4-BE49-F238E27FC236}">
                      <a16:creationId xmlns:a16="http://schemas.microsoft.com/office/drawing/2014/main" id="{DC2F91DC-D6AE-700C-799A-0DE0B175B5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5" name="Freeform 853">
                  <a:extLst>
                    <a:ext uri="{FF2B5EF4-FFF2-40B4-BE49-F238E27FC236}">
                      <a16:creationId xmlns:a16="http://schemas.microsoft.com/office/drawing/2014/main" id="{764A1CE2-5221-EB9E-4E32-8D27774FD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6" name="Freeform 854">
                  <a:extLst>
                    <a:ext uri="{FF2B5EF4-FFF2-40B4-BE49-F238E27FC236}">
                      <a16:creationId xmlns:a16="http://schemas.microsoft.com/office/drawing/2014/main" id="{D40BAD5A-CE94-9335-4C71-34453557C6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7" name="Freeform 855">
                  <a:extLst>
                    <a:ext uri="{FF2B5EF4-FFF2-40B4-BE49-F238E27FC236}">
                      <a16:creationId xmlns:a16="http://schemas.microsoft.com/office/drawing/2014/main" id="{B6113FA3-935B-AD2B-4FD1-EA7BFEF4CA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8" name="Freeform 856">
                  <a:extLst>
                    <a:ext uri="{FF2B5EF4-FFF2-40B4-BE49-F238E27FC236}">
                      <a16:creationId xmlns:a16="http://schemas.microsoft.com/office/drawing/2014/main" id="{7603A608-40E8-0558-ACB8-BD10AE950B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502" name="Straight Connector 501">
                <a:extLst>
                  <a:ext uri="{FF2B5EF4-FFF2-40B4-BE49-F238E27FC236}">
                    <a16:creationId xmlns:a16="http://schemas.microsoft.com/office/drawing/2014/main" id="{86D9E512-AB92-FA4F-A1C9-131ED93E30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70DBD5EF-B60E-5223-3EC3-9E69021C91EC}"/>
              </a:ext>
            </a:extLst>
          </p:cNvPr>
          <p:cNvGrpSpPr/>
          <p:nvPr/>
        </p:nvGrpSpPr>
        <p:grpSpPr>
          <a:xfrm>
            <a:off x="437499" y="1217011"/>
            <a:ext cx="4037013" cy="1377421"/>
            <a:chOff x="7785100" y="730250"/>
            <a:chExt cx="4037013" cy="1377421"/>
          </a:xfrm>
        </p:grpSpPr>
        <p:grpSp>
          <p:nvGrpSpPr>
            <p:cNvPr id="570" name="Group 117">
              <a:extLst>
                <a:ext uri="{FF2B5EF4-FFF2-40B4-BE49-F238E27FC236}">
                  <a16:creationId xmlns:a16="http://schemas.microsoft.com/office/drawing/2014/main" id="{FA3FDB9C-BD20-56EF-C278-B12C100AB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637" name="AutoShape 111">
                <a:extLst>
                  <a:ext uri="{FF2B5EF4-FFF2-40B4-BE49-F238E27FC236}">
                    <a16:creationId xmlns:a16="http://schemas.microsoft.com/office/drawing/2014/main" id="{23E74A09-59C9-AF52-A0A2-D2AA9C3EB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638" name="Group 116">
                <a:extLst>
                  <a:ext uri="{FF2B5EF4-FFF2-40B4-BE49-F238E27FC236}">
                    <a16:creationId xmlns:a16="http://schemas.microsoft.com/office/drawing/2014/main" id="{67A8342B-EC6B-0726-02FC-BC4983A302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639" name="Rectangle 99">
                  <a:extLst>
                    <a:ext uri="{FF2B5EF4-FFF2-40B4-BE49-F238E27FC236}">
                      <a16:creationId xmlns:a16="http://schemas.microsoft.com/office/drawing/2014/main" id="{FA604928-6310-1039-47B2-54EEBD7EBD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40" name="Line 7">
                  <a:extLst>
                    <a:ext uri="{FF2B5EF4-FFF2-40B4-BE49-F238E27FC236}">
                      <a16:creationId xmlns:a16="http://schemas.microsoft.com/office/drawing/2014/main" id="{005D570A-494D-64C9-060F-5AE1702F76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0" y="2271"/>
                  <a:ext cx="673" cy="7"/>
                </a:xfrm>
                <a:prstGeom prst="line">
                  <a:avLst/>
                </a:pr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41" name="Group 103">
                  <a:extLst>
                    <a:ext uri="{FF2B5EF4-FFF2-40B4-BE49-F238E27FC236}">
                      <a16:creationId xmlns:a16="http://schemas.microsoft.com/office/drawing/2014/main" id="{13C31220-B6FF-A110-22FB-C3D6C0080D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646" name="Rectangle 104">
                    <a:extLst>
                      <a:ext uri="{FF2B5EF4-FFF2-40B4-BE49-F238E27FC236}">
                        <a16:creationId xmlns:a16="http://schemas.microsoft.com/office/drawing/2014/main" id="{A8FACC35-3BFF-082C-9ECF-186BD4F565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7" name="Rectangle 105">
                    <a:extLst>
                      <a:ext uri="{FF2B5EF4-FFF2-40B4-BE49-F238E27FC236}">
                        <a16:creationId xmlns:a16="http://schemas.microsoft.com/office/drawing/2014/main" id="{E5A9B83C-9982-8F57-2EA8-A74283A9B9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8" name="Rectangle 106">
                    <a:extLst>
                      <a:ext uri="{FF2B5EF4-FFF2-40B4-BE49-F238E27FC236}">
                        <a16:creationId xmlns:a16="http://schemas.microsoft.com/office/drawing/2014/main" id="{6CA06FEC-7016-462C-1787-6E31FC1D8C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9" name="Rectangle 107">
                    <a:extLst>
                      <a:ext uri="{FF2B5EF4-FFF2-40B4-BE49-F238E27FC236}">
                        <a16:creationId xmlns:a16="http://schemas.microsoft.com/office/drawing/2014/main" id="{AA608E85-579F-992B-5253-F124FD7964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50" name="Rectangle 108">
                    <a:extLst>
                      <a:ext uri="{FF2B5EF4-FFF2-40B4-BE49-F238E27FC236}">
                        <a16:creationId xmlns:a16="http://schemas.microsoft.com/office/drawing/2014/main" id="{9055D506-008C-5A86-9496-B0132F4923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51" name="AutoShape 109">
                    <a:extLst>
                      <a:ext uri="{FF2B5EF4-FFF2-40B4-BE49-F238E27FC236}">
                        <a16:creationId xmlns:a16="http://schemas.microsoft.com/office/drawing/2014/main" id="{116C4825-D3AE-11C0-6BF8-37618E8D14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642" name="Picture 110" descr="desktop_computer_stylized_small">
                  <a:extLst>
                    <a:ext uri="{FF2B5EF4-FFF2-40B4-BE49-F238E27FC236}">
                      <a16:creationId xmlns:a16="http://schemas.microsoft.com/office/drawing/2014/main" id="{1DE60785-5431-E293-6A62-7AB6F27E72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43" name="Rectangle 112">
                  <a:extLst>
                    <a:ext uri="{FF2B5EF4-FFF2-40B4-BE49-F238E27FC236}">
                      <a16:creationId xmlns:a16="http://schemas.microsoft.com/office/drawing/2014/main" id="{D101CF1A-0602-C4CE-62B5-E1ED39B82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44" name="Freeform 113">
                  <a:extLst>
                    <a:ext uri="{FF2B5EF4-FFF2-40B4-BE49-F238E27FC236}">
                      <a16:creationId xmlns:a16="http://schemas.microsoft.com/office/drawing/2014/main" id="{D011374B-1DDB-86FA-D018-1085F0F899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14 w 381"/>
                    <a:gd name="T1" fmla="*/ 274 h 274"/>
                    <a:gd name="T2" fmla="*/ 14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645" name="Picture 115" descr="tv">
                  <a:extLst>
                    <a:ext uri="{FF2B5EF4-FFF2-40B4-BE49-F238E27FC236}">
                      <a16:creationId xmlns:a16="http://schemas.microsoft.com/office/drawing/2014/main" id="{6570575B-0050-E7B8-B520-A46673A56C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571" name="Line 169">
              <a:extLst>
                <a:ext uri="{FF2B5EF4-FFF2-40B4-BE49-F238E27FC236}">
                  <a16:creationId xmlns:a16="http://schemas.microsoft.com/office/drawing/2014/main" id="{9B16AC57-4FD5-F27F-870B-EE2DFE27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564" y="1479550"/>
              <a:ext cx="2593686" cy="0"/>
            </a:xfrm>
            <a:prstGeom prst="line">
              <a:avLst/>
            </a:prstGeom>
            <a:noFill/>
            <a:ln w="19050">
              <a:solidFill>
                <a:srgbClr val="E4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2" name="Text Box 204">
              <a:extLst>
                <a:ext uri="{FF2B5EF4-FFF2-40B4-BE49-F238E27FC236}">
                  <a16:creationId xmlns:a16="http://schemas.microsoft.com/office/drawing/2014/main" id="{43DE419B-5BC4-C181-949A-9F3DDA51D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573" name="Group 572">
              <a:extLst>
                <a:ext uri="{FF2B5EF4-FFF2-40B4-BE49-F238E27FC236}">
                  <a16:creationId xmlns:a16="http://schemas.microsoft.com/office/drawing/2014/main" id="{3F56AF39-FC42-A8B4-943A-D32F9ADBB2DD}"/>
                </a:ext>
              </a:extLst>
            </p:cNvPr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620" name="Group 135">
                <a:extLst>
                  <a:ext uri="{FF2B5EF4-FFF2-40B4-BE49-F238E27FC236}">
                    <a16:creationId xmlns:a16="http://schemas.microsoft.com/office/drawing/2014/main" id="{13CA5FD3-3D97-ECCB-8CF0-756BDE2D60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622" name="AutoShape 136">
                  <a:extLst>
                    <a:ext uri="{FF2B5EF4-FFF2-40B4-BE49-F238E27FC236}">
                      <a16:creationId xmlns:a16="http://schemas.microsoft.com/office/drawing/2014/main" id="{F7BBCF76-5A0F-95F4-E212-3AE08A14A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3" name="Group 137">
                  <a:extLst>
                    <a:ext uri="{FF2B5EF4-FFF2-40B4-BE49-F238E27FC236}">
                      <a16:creationId xmlns:a16="http://schemas.microsoft.com/office/drawing/2014/main" id="{C29BBFA0-CBDD-95E2-685A-9573089DC9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624" name="Rectangle 138">
                    <a:extLst>
                      <a:ext uri="{FF2B5EF4-FFF2-40B4-BE49-F238E27FC236}">
                        <a16:creationId xmlns:a16="http://schemas.microsoft.com/office/drawing/2014/main" id="{A02EFC7C-EF5C-4DE5-AD4F-92C90CE610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25" name="Line 7">
                    <a:extLst>
                      <a:ext uri="{FF2B5EF4-FFF2-40B4-BE49-F238E27FC236}">
                        <a16:creationId xmlns:a16="http://schemas.microsoft.com/office/drawing/2014/main" id="{F42AED64-08BC-AFAF-BAB3-50534EF686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626" name="Group 140">
                    <a:extLst>
                      <a:ext uri="{FF2B5EF4-FFF2-40B4-BE49-F238E27FC236}">
                        <a16:creationId xmlns:a16="http://schemas.microsoft.com/office/drawing/2014/main" id="{7DC2A861-68ED-9107-DEDB-CAF0CCBBE3E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631" name="Rectangle 141">
                      <a:extLst>
                        <a:ext uri="{FF2B5EF4-FFF2-40B4-BE49-F238E27FC236}">
                          <a16:creationId xmlns:a16="http://schemas.microsoft.com/office/drawing/2014/main" id="{8828CBF4-ECDD-039B-3E4C-D0EB9D0DB6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2" name="Rectangle 142">
                      <a:extLst>
                        <a:ext uri="{FF2B5EF4-FFF2-40B4-BE49-F238E27FC236}">
                          <a16:creationId xmlns:a16="http://schemas.microsoft.com/office/drawing/2014/main" id="{6557ADE3-D281-E08D-A247-7EA802FE51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3" name="Rectangle 143">
                      <a:extLst>
                        <a:ext uri="{FF2B5EF4-FFF2-40B4-BE49-F238E27FC236}">
                          <a16:creationId xmlns:a16="http://schemas.microsoft.com/office/drawing/2014/main" id="{668909FB-FC9C-1F8C-13DC-7E1800FE1E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4" name="Rectangle 144">
                      <a:extLst>
                        <a:ext uri="{FF2B5EF4-FFF2-40B4-BE49-F238E27FC236}">
                          <a16:creationId xmlns:a16="http://schemas.microsoft.com/office/drawing/2014/main" id="{32A3949D-18D5-A097-4082-DC0E998DDD1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5" name="Rectangle 145">
                      <a:extLst>
                        <a:ext uri="{FF2B5EF4-FFF2-40B4-BE49-F238E27FC236}">
                          <a16:creationId xmlns:a16="http://schemas.microsoft.com/office/drawing/2014/main" id="{27E1E91C-F2C8-0C70-5BC6-D8C78899F1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36" name="AutoShape 146">
                      <a:extLst>
                        <a:ext uri="{FF2B5EF4-FFF2-40B4-BE49-F238E27FC236}">
                          <a16:creationId xmlns:a16="http://schemas.microsoft.com/office/drawing/2014/main" id="{98C4D83C-64FE-3E85-79DB-CC0AE0B887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627" name="Picture 147" descr="desktop_computer_stylized_small">
                    <a:extLst>
                      <a:ext uri="{FF2B5EF4-FFF2-40B4-BE49-F238E27FC236}">
                        <a16:creationId xmlns:a16="http://schemas.microsoft.com/office/drawing/2014/main" id="{DD1A73CE-E764-5621-725B-F7BDE83AC4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28" name="Rectangle 148">
                    <a:extLst>
                      <a:ext uri="{FF2B5EF4-FFF2-40B4-BE49-F238E27FC236}">
                        <a16:creationId xmlns:a16="http://schemas.microsoft.com/office/drawing/2014/main" id="{6B00AE11-DC7E-A8BB-5AF3-7F230DB36A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29" name="Freeform 149">
                    <a:extLst>
                      <a:ext uri="{FF2B5EF4-FFF2-40B4-BE49-F238E27FC236}">
                        <a16:creationId xmlns:a16="http://schemas.microsoft.com/office/drawing/2014/main" id="{09AC048A-98C7-2746-C8E2-0164FAAFE3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30" name="Picture 151" descr="tv">
                    <a:extLst>
                      <a:ext uri="{FF2B5EF4-FFF2-40B4-BE49-F238E27FC236}">
                        <a16:creationId xmlns:a16="http://schemas.microsoft.com/office/drawing/2014/main" id="{E61874BC-8DA4-3448-2346-9728149DD47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621" name="Freeform 209">
                <a:extLst>
                  <a:ext uri="{FF2B5EF4-FFF2-40B4-BE49-F238E27FC236}">
                    <a16:creationId xmlns:a16="http://schemas.microsoft.com/office/drawing/2014/main" id="{72D040C7-061C-4755-DC46-3A2D8E15C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74" name="Rectangle 44">
              <a:extLst>
                <a:ext uri="{FF2B5EF4-FFF2-40B4-BE49-F238E27FC236}">
                  <a16:creationId xmlns:a16="http://schemas.microsoft.com/office/drawing/2014/main" id="{1C43F3CE-3680-424E-1D08-3CFAE2ADA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10541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Freeform 216">
              <a:extLst>
                <a:ext uri="{FF2B5EF4-FFF2-40B4-BE49-F238E27FC236}">
                  <a16:creationId xmlns:a16="http://schemas.microsoft.com/office/drawing/2014/main" id="{F7D150A1-D725-2469-5905-8B6C036DA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2488" y="12366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rgbClr val="E4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Freeform 217">
              <a:extLst>
                <a:ext uri="{FF2B5EF4-FFF2-40B4-BE49-F238E27FC236}">
                  <a16:creationId xmlns:a16="http://schemas.microsoft.com/office/drawing/2014/main" id="{A3F8C6FD-E127-8672-1DF8-1D2815FF4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842" y="1167342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7" name="Line 218">
              <a:extLst>
                <a:ext uri="{FF2B5EF4-FFF2-40B4-BE49-F238E27FC236}">
                  <a16:creationId xmlns:a16="http://schemas.microsoft.com/office/drawing/2014/main" id="{1FF35AC9-23BA-77FA-CA60-4E37F07C8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9513" y="12954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8" name="Line 219">
              <a:extLst>
                <a:ext uri="{FF2B5EF4-FFF2-40B4-BE49-F238E27FC236}">
                  <a16:creationId xmlns:a16="http://schemas.microsoft.com/office/drawing/2014/main" id="{9C2C49F7-690D-6DB0-4724-42981AC83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1063" y="14668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9" name="Freeform 220">
              <a:extLst>
                <a:ext uri="{FF2B5EF4-FFF2-40B4-BE49-F238E27FC236}">
                  <a16:creationId xmlns:a16="http://schemas.microsoft.com/office/drawing/2014/main" id="{AC7B9407-F692-1DD5-88A7-C9453806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4713" y="12906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0" name="Freeform 221">
              <a:extLst>
                <a:ext uri="{FF2B5EF4-FFF2-40B4-BE49-F238E27FC236}">
                  <a16:creationId xmlns:a16="http://schemas.microsoft.com/office/drawing/2014/main" id="{83E46923-1CBB-BDA9-736B-18C41B039EA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34713" y="15271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1" name="AutoShape 225">
              <a:extLst>
                <a:ext uri="{FF2B5EF4-FFF2-40B4-BE49-F238E27FC236}">
                  <a16:creationId xmlns:a16="http://schemas.microsoft.com/office/drawing/2014/main" id="{2618AA40-50D8-D2C7-486E-E0AB19435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7905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82" name="Group 581">
              <a:extLst>
                <a:ext uri="{FF2B5EF4-FFF2-40B4-BE49-F238E27FC236}">
                  <a16:creationId xmlns:a16="http://schemas.microsoft.com/office/drawing/2014/main" id="{3900995E-2F64-C961-9958-ADF34DFF3BD7}"/>
                </a:ext>
              </a:extLst>
            </p:cNvPr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603" name="Group 117">
                <a:extLst>
                  <a:ext uri="{FF2B5EF4-FFF2-40B4-BE49-F238E27FC236}">
                    <a16:creationId xmlns:a16="http://schemas.microsoft.com/office/drawing/2014/main" id="{785C2081-2F58-D1E8-6677-AF0D385607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605" name="AutoShape 111">
                  <a:extLst>
                    <a:ext uri="{FF2B5EF4-FFF2-40B4-BE49-F238E27FC236}">
                      <a16:creationId xmlns:a16="http://schemas.microsoft.com/office/drawing/2014/main" id="{CA406939-C976-4EDD-38F7-69CA8722D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06" name="Group 116">
                  <a:extLst>
                    <a:ext uri="{FF2B5EF4-FFF2-40B4-BE49-F238E27FC236}">
                      <a16:creationId xmlns:a16="http://schemas.microsoft.com/office/drawing/2014/main" id="{34DB036D-A099-9302-B458-885B0E00BB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607" name="Rectangle 99">
                    <a:extLst>
                      <a:ext uri="{FF2B5EF4-FFF2-40B4-BE49-F238E27FC236}">
                        <a16:creationId xmlns:a16="http://schemas.microsoft.com/office/drawing/2014/main" id="{2CDD37D1-0380-32D4-5F11-C487C67B97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8" name="Line 7">
                    <a:extLst>
                      <a:ext uri="{FF2B5EF4-FFF2-40B4-BE49-F238E27FC236}">
                        <a16:creationId xmlns:a16="http://schemas.microsoft.com/office/drawing/2014/main" id="{0E41B113-9815-7BBB-1224-B7539D5EEF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3" cy="7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609" name="Group 103">
                    <a:extLst>
                      <a:ext uri="{FF2B5EF4-FFF2-40B4-BE49-F238E27FC236}">
                        <a16:creationId xmlns:a16="http://schemas.microsoft.com/office/drawing/2014/main" id="{4A00AC03-3CCA-AAAF-D1DC-E240BFE642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614" name="Rectangle 104">
                      <a:extLst>
                        <a:ext uri="{FF2B5EF4-FFF2-40B4-BE49-F238E27FC236}">
                          <a16:creationId xmlns:a16="http://schemas.microsoft.com/office/drawing/2014/main" id="{1254E774-457E-E32C-60DC-1C192828FF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5" name="Rectangle 105">
                      <a:extLst>
                        <a:ext uri="{FF2B5EF4-FFF2-40B4-BE49-F238E27FC236}">
                          <a16:creationId xmlns:a16="http://schemas.microsoft.com/office/drawing/2014/main" id="{F399C953-3B2C-5D26-EBCF-38B7233D0A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6" name="Rectangle 106">
                      <a:extLst>
                        <a:ext uri="{FF2B5EF4-FFF2-40B4-BE49-F238E27FC236}">
                          <a16:creationId xmlns:a16="http://schemas.microsoft.com/office/drawing/2014/main" id="{C2F0C1B9-C7AF-680E-7F3A-65B3C1A7EB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7" name="Rectangle 107">
                      <a:extLst>
                        <a:ext uri="{FF2B5EF4-FFF2-40B4-BE49-F238E27FC236}">
                          <a16:creationId xmlns:a16="http://schemas.microsoft.com/office/drawing/2014/main" id="{6711B015-E27E-390D-A4B5-0379BE1CD5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8" name="Rectangle 108">
                      <a:extLst>
                        <a:ext uri="{FF2B5EF4-FFF2-40B4-BE49-F238E27FC236}">
                          <a16:creationId xmlns:a16="http://schemas.microsoft.com/office/drawing/2014/main" id="{BBC03D26-816E-4EC6-4BB5-93FBD36BE5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19" name="AutoShape 109">
                      <a:extLst>
                        <a:ext uri="{FF2B5EF4-FFF2-40B4-BE49-F238E27FC236}">
                          <a16:creationId xmlns:a16="http://schemas.microsoft.com/office/drawing/2014/main" id="{C3463E4D-CE94-42FE-29E1-9F85B69834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610" name="Picture 110" descr="desktop_computer_stylized_small">
                    <a:extLst>
                      <a:ext uri="{FF2B5EF4-FFF2-40B4-BE49-F238E27FC236}">
                        <a16:creationId xmlns:a16="http://schemas.microsoft.com/office/drawing/2014/main" id="{45455D74-E8BB-2DC7-A55C-94C55DE557B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11" name="Rectangle 112">
                    <a:extLst>
                      <a:ext uri="{FF2B5EF4-FFF2-40B4-BE49-F238E27FC236}">
                        <a16:creationId xmlns:a16="http://schemas.microsoft.com/office/drawing/2014/main" id="{16B821C0-C6F6-A643-78B9-AA8BB9D379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12" name="Freeform 113">
                    <a:extLst>
                      <a:ext uri="{FF2B5EF4-FFF2-40B4-BE49-F238E27FC236}">
                        <a16:creationId xmlns:a16="http://schemas.microsoft.com/office/drawing/2014/main" id="{B06F7E54-E8E0-7D91-0057-3CF441EE11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13" name="Picture 115" descr="tv">
                    <a:extLst>
                      <a:ext uri="{FF2B5EF4-FFF2-40B4-BE49-F238E27FC236}">
                        <a16:creationId xmlns:a16="http://schemas.microsoft.com/office/drawing/2014/main" id="{70E2AA51-80B6-0368-5BA2-EB96EBA1FF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604" name="Straight Connector 603">
                <a:extLst>
                  <a:ext uri="{FF2B5EF4-FFF2-40B4-BE49-F238E27FC236}">
                    <a16:creationId xmlns:a16="http://schemas.microsoft.com/office/drawing/2014/main" id="{4A1F88FF-B70E-79E6-8431-8693E2DDF49C}"/>
                  </a:ext>
                </a:extLst>
              </p:cNvPr>
              <p:cNvCxnSpPr/>
              <p:nvPr/>
            </p:nvCxnSpPr>
            <p:spPr>
              <a:xfrm>
                <a:off x="9334500" y="1147233"/>
                <a:ext cx="0" cy="338667"/>
              </a:xfrm>
              <a:prstGeom prst="line">
                <a:avLst/>
              </a:prstGeom>
              <a:ln w="9525">
                <a:solidFill>
                  <a:srgbClr val="E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BA4FFC36-E254-803A-E630-806B220B8B90}"/>
                </a:ext>
              </a:extLst>
            </p:cNvPr>
            <p:cNvCxnSpPr/>
            <p:nvPr/>
          </p:nvCxnSpPr>
          <p:spPr>
            <a:xfrm>
              <a:off x="8428567" y="1151466"/>
              <a:ext cx="0" cy="338667"/>
            </a:xfrm>
            <a:prstGeom prst="line">
              <a:avLst/>
            </a:prstGeom>
            <a:ln w="9525">
              <a:solidFill>
                <a:srgbClr val="E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22AE6FB0-DC30-18A9-0A2B-5576DB3BAD41}"/>
                </a:ext>
              </a:extLst>
            </p:cNvPr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586" name="Group 135">
                <a:extLst>
                  <a:ext uri="{FF2B5EF4-FFF2-40B4-BE49-F238E27FC236}">
                    <a16:creationId xmlns:a16="http://schemas.microsoft.com/office/drawing/2014/main" id="{0807844D-1A48-1CB1-4224-844F497621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588" name="AutoShape 136">
                  <a:extLst>
                    <a:ext uri="{FF2B5EF4-FFF2-40B4-BE49-F238E27FC236}">
                      <a16:creationId xmlns:a16="http://schemas.microsoft.com/office/drawing/2014/main" id="{1A2CDA96-24CF-0283-4A47-81C266D43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9" name="Group 137">
                  <a:extLst>
                    <a:ext uri="{FF2B5EF4-FFF2-40B4-BE49-F238E27FC236}">
                      <a16:creationId xmlns:a16="http://schemas.microsoft.com/office/drawing/2014/main" id="{04A4547B-CEDD-51DD-E7D1-E63015A469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590" name="Rectangle 138">
                    <a:extLst>
                      <a:ext uri="{FF2B5EF4-FFF2-40B4-BE49-F238E27FC236}">
                        <a16:creationId xmlns:a16="http://schemas.microsoft.com/office/drawing/2014/main" id="{8CFB516A-9B7D-B322-7909-D0FE832705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91" name="Line 7">
                    <a:extLst>
                      <a:ext uri="{FF2B5EF4-FFF2-40B4-BE49-F238E27FC236}">
                        <a16:creationId xmlns:a16="http://schemas.microsoft.com/office/drawing/2014/main" id="{F19C23AC-342C-954A-13E7-DB3AA2CD41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592" name="Group 140">
                    <a:extLst>
                      <a:ext uri="{FF2B5EF4-FFF2-40B4-BE49-F238E27FC236}">
                        <a16:creationId xmlns:a16="http://schemas.microsoft.com/office/drawing/2014/main" id="{4C52FCDD-AF99-DEEB-96E5-ABD461F8EB8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597" name="Rectangle 141">
                      <a:extLst>
                        <a:ext uri="{FF2B5EF4-FFF2-40B4-BE49-F238E27FC236}">
                          <a16:creationId xmlns:a16="http://schemas.microsoft.com/office/drawing/2014/main" id="{858E2BCF-0FD1-C85E-C7DA-DD972EB55B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98" name="Rectangle 142">
                      <a:extLst>
                        <a:ext uri="{FF2B5EF4-FFF2-40B4-BE49-F238E27FC236}">
                          <a16:creationId xmlns:a16="http://schemas.microsoft.com/office/drawing/2014/main" id="{B813F47B-C0A0-4910-6513-B6A930E79D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99" name="Rectangle 143">
                      <a:extLst>
                        <a:ext uri="{FF2B5EF4-FFF2-40B4-BE49-F238E27FC236}">
                          <a16:creationId xmlns:a16="http://schemas.microsoft.com/office/drawing/2014/main" id="{88F6880E-EEB7-5FBB-AF06-527A4BE039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0" name="Rectangle 144">
                      <a:extLst>
                        <a:ext uri="{FF2B5EF4-FFF2-40B4-BE49-F238E27FC236}">
                          <a16:creationId xmlns:a16="http://schemas.microsoft.com/office/drawing/2014/main" id="{D750B177-E82B-2716-14F1-F91D9138AD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1" name="Rectangle 145">
                      <a:extLst>
                        <a:ext uri="{FF2B5EF4-FFF2-40B4-BE49-F238E27FC236}">
                          <a16:creationId xmlns:a16="http://schemas.microsoft.com/office/drawing/2014/main" id="{D11FA65D-597B-B590-9D6B-6B43A8E5D68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2" name="AutoShape 146">
                      <a:extLst>
                        <a:ext uri="{FF2B5EF4-FFF2-40B4-BE49-F238E27FC236}">
                          <a16:creationId xmlns:a16="http://schemas.microsoft.com/office/drawing/2014/main" id="{A136040F-C140-6FB0-BC39-8F6B93E55C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59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21E6D4ED-C08C-9953-A352-FCC20EFD44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94" name="Rectangle 148">
                    <a:extLst>
                      <a:ext uri="{FF2B5EF4-FFF2-40B4-BE49-F238E27FC236}">
                        <a16:creationId xmlns:a16="http://schemas.microsoft.com/office/drawing/2014/main" id="{95E056D0-E82D-A26A-F1BD-54D93FB971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95" name="Freeform 149">
                    <a:extLst>
                      <a:ext uri="{FF2B5EF4-FFF2-40B4-BE49-F238E27FC236}">
                        <a16:creationId xmlns:a16="http://schemas.microsoft.com/office/drawing/2014/main" id="{B3DA42F8-02B2-BB47-5579-80E1B12A19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96" name="Picture 151" descr="tv">
                    <a:extLst>
                      <a:ext uri="{FF2B5EF4-FFF2-40B4-BE49-F238E27FC236}">
                        <a16:creationId xmlns:a16="http://schemas.microsoft.com/office/drawing/2014/main" id="{0B80D28D-2094-6810-C1E3-8CB3F22D0C5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587" name="Freeform 209">
                <a:extLst>
                  <a:ext uri="{FF2B5EF4-FFF2-40B4-BE49-F238E27FC236}">
                    <a16:creationId xmlns:a16="http://schemas.microsoft.com/office/drawing/2014/main" id="{29E742E0-B079-2BB3-AD4D-7B11514B3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85" name="Text Box 204">
              <a:extLst>
                <a:ext uri="{FF2B5EF4-FFF2-40B4-BE49-F238E27FC236}">
                  <a16:creationId xmlns:a16="http://schemas.microsoft.com/office/drawing/2014/main" id="{19E97C91-5C0F-9AAA-00E2-9EDB108AC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219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7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0000FF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D8A487-77AF-AE28-56B9-708FF15E9ECB}"/>
              </a:ext>
            </a:extLst>
          </p:cNvPr>
          <p:cNvSpPr txBox="1">
            <a:spLocks/>
          </p:cNvSpPr>
          <p:nvPr/>
        </p:nvSpPr>
        <p:spPr>
          <a:xfrm>
            <a:off x="75884" y="1019176"/>
            <a:ext cx="11931781" cy="5722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C00000"/>
                </a:solidFill>
              </a:rPr>
              <a:t>پیاده‌سازی لایه پیوند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5045054" y="1543833"/>
            <a:ext cx="6861476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هر گره شبکه (میزبان یا مسیریاب) که از طریق یک رسانه فیزیکی به گره‌(های) مجاور متصل است لایه پیوند پیاده‌سازی شده است.</a:t>
            </a:r>
          </a:p>
          <a:p>
            <a:pPr marL="360000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لایه پیوند در کارت واسط شبکه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NIC – Network Interface Card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پیاده‌سازی می‌شود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کارت واسط شبکه اترنت (</a:t>
            </a:r>
            <a:r>
              <a:rPr 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Ethernet</a:t>
            </a: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)، وای‌فای (</a:t>
            </a:r>
            <a:r>
              <a:rPr lang="en-US" sz="1400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WiFi</a:t>
            </a: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r>
              <a:rPr 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و ...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هر کارت واسط شبکه لایه پیوند و لایه فیزیکی را پیاده‌سازی شده است.</a:t>
            </a:r>
          </a:p>
          <a:p>
            <a:pPr marL="7200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کارت واسط شبکه می‌تواند به صورت یک تراشه (</a:t>
            </a:r>
            <a:r>
              <a:rPr 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chip</a:t>
            </a: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در هر گره تعبیه شود.</a:t>
            </a:r>
          </a:p>
          <a:p>
            <a:pPr marL="360000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کارت واسط شبکه از طریق گذرگاه داخلی به سیستم (میزبان یا مسیریاب) متصل شده است.</a:t>
            </a:r>
          </a:p>
          <a:p>
            <a:pPr marL="360000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وظایف لایه پیوند به صورت ترکیبی از مدارات سخت‌افزاری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hardware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)، نرم‌افزار پایه سیستمی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firmware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و نرم‌افزار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software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پیاده‌سازی شده است.</a:t>
            </a:r>
          </a:p>
        </p:txBody>
      </p:sp>
      <p:sp>
        <p:nvSpPr>
          <p:cNvPr id="8" name="Freeform 92">
            <a:extLst>
              <a:ext uri="{FF2B5EF4-FFF2-40B4-BE49-F238E27FC236}">
                <a16:creationId xmlns:a16="http://schemas.microsoft.com/office/drawing/2014/main" id="{F2910395-10E0-4996-DF4A-0B146970F6BD}"/>
              </a:ext>
            </a:extLst>
          </p:cNvPr>
          <p:cNvSpPr>
            <a:spLocks/>
          </p:cNvSpPr>
          <p:nvPr/>
        </p:nvSpPr>
        <p:spPr bwMode="auto">
          <a:xfrm>
            <a:off x="1161800" y="4922318"/>
            <a:ext cx="2308225" cy="79749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connsiteX0" fmla="*/ 0 w 10000"/>
              <a:gd name="connsiteY0" fmla="*/ 7479 h 8422"/>
              <a:gd name="connsiteX1" fmla="*/ 138 w 10000"/>
              <a:gd name="connsiteY1" fmla="*/ 7232 h 8422"/>
              <a:gd name="connsiteX2" fmla="*/ 1933 w 10000"/>
              <a:gd name="connsiteY2" fmla="*/ 6289 h 8422"/>
              <a:gd name="connsiteX3" fmla="*/ 8569 w 10000"/>
              <a:gd name="connsiteY3" fmla="*/ 0 h 8422"/>
              <a:gd name="connsiteX4" fmla="*/ 10000 w 10000"/>
              <a:gd name="connsiteY4" fmla="*/ 6247 h 8422"/>
              <a:gd name="connsiteX5" fmla="*/ 1706 w 10000"/>
              <a:gd name="connsiteY5" fmla="*/ 8422 h 8422"/>
              <a:gd name="connsiteX6" fmla="*/ 0 w 10000"/>
              <a:gd name="connsiteY6" fmla="*/ 7479 h 8422"/>
              <a:gd name="connsiteX0" fmla="*/ 0 w 10000"/>
              <a:gd name="connsiteY0" fmla="*/ 1463 h 2583"/>
              <a:gd name="connsiteX1" fmla="*/ 138 w 10000"/>
              <a:gd name="connsiteY1" fmla="*/ 1170 h 2583"/>
              <a:gd name="connsiteX2" fmla="*/ 1933 w 10000"/>
              <a:gd name="connsiteY2" fmla="*/ 50 h 2583"/>
              <a:gd name="connsiteX3" fmla="*/ 6408 w 10000"/>
              <a:gd name="connsiteY3" fmla="*/ 241 h 2583"/>
              <a:gd name="connsiteX4" fmla="*/ 10000 w 10000"/>
              <a:gd name="connsiteY4" fmla="*/ 0 h 2583"/>
              <a:gd name="connsiteX5" fmla="*/ 1706 w 10000"/>
              <a:gd name="connsiteY5" fmla="*/ 2583 h 2583"/>
              <a:gd name="connsiteX6" fmla="*/ 0 w 10000"/>
              <a:gd name="connsiteY6" fmla="*/ 1463 h 2583"/>
              <a:gd name="connsiteX0" fmla="*/ 0 w 10000"/>
              <a:gd name="connsiteY0" fmla="*/ 5664 h 14626"/>
              <a:gd name="connsiteX1" fmla="*/ 138 w 10000"/>
              <a:gd name="connsiteY1" fmla="*/ 4530 h 14626"/>
              <a:gd name="connsiteX2" fmla="*/ 1933 w 10000"/>
              <a:gd name="connsiteY2" fmla="*/ 194 h 14626"/>
              <a:gd name="connsiteX3" fmla="*/ 6408 w 10000"/>
              <a:gd name="connsiteY3" fmla="*/ 933 h 14626"/>
              <a:gd name="connsiteX4" fmla="*/ 10000 w 10000"/>
              <a:gd name="connsiteY4" fmla="*/ 0 h 14626"/>
              <a:gd name="connsiteX5" fmla="*/ 1526 w 10000"/>
              <a:gd name="connsiteY5" fmla="*/ 14626 h 14626"/>
              <a:gd name="connsiteX6" fmla="*/ 0 w 10000"/>
              <a:gd name="connsiteY6" fmla="*/ 5664 h 14626"/>
              <a:gd name="connsiteX0" fmla="*/ 0 w 10000"/>
              <a:gd name="connsiteY0" fmla="*/ 5664 h 12103"/>
              <a:gd name="connsiteX1" fmla="*/ 138 w 10000"/>
              <a:gd name="connsiteY1" fmla="*/ 4530 h 12103"/>
              <a:gd name="connsiteX2" fmla="*/ 1933 w 10000"/>
              <a:gd name="connsiteY2" fmla="*/ 194 h 12103"/>
              <a:gd name="connsiteX3" fmla="*/ 6408 w 10000"/>
              <a:gd name="connsiteY3" fmla="*/ 933 h 12103"/>
              <a:gd name="connsiteX4" fmla="*/ 10000 w 10000"/>
              <a:gd name="connsiteY4" fmla="*/ 0 h 12103"/>
              <a:gd name="connsiteX5" fmla="*/ 1286 w 10000"/>
              <a:gd name="connsiteY5" fmla="*/ 12103 h 12103"/>
              <a:gd name="connsiteX6" fmla="*/ 0 w 10000"/>
              <a:gd name="connsiteY6" fmla="*/ 5664 h 1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2103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2A54B2FE-4511-EB48-E3C6-C2E30E7F4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875" y="2550700"/>
            <a:ext cx="1836737" cy="2401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2" name="Rectangle 44">
            <a:extLst>
              <a:ext uri="{FF2B5EF4-FFF2-40B4-BE49-F238E27FC236}">
                <a16:creationId xmlns:a16="http://schemas.microsoft.com/office/drawing/2014/main" id="{1589FCA8-6D49-57D3-088F-6A26685B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137" y="4489037"/>
            <a:ext cx="666750" cy="2825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3" name="Rectangle 45">
            <a:extLst>
              <a:ext uri="{FF2B5EF4-FFF2-40B4-BE49-F238E27FC236}">
                <a16:creationId xmlns:a16="http://schemas.microsoft.com/office/drawing/2014/main" id="{421EEFC8-6291-3D7C-FF21-2CAD1194F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137" y="3901662"/>
            <a:ext cx="657225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controller</a:t>
            </a:r>
          </a:p>
        </p:txBody>
      </p:sp>
      <p:sp>
        <p:nvSpPr>
          <p:cNvPr id="654" name="Text Box 46">
            <a:extLst>
              <a:ext uri="{FF2B5EF4-FFF2-40B4-BE49-F238E27FC236}">
                <a16:creationId xmlns:a16="http://schemas.microsoft.com/office/drawing/2014/main" id="{96F3E59C-03FD-A634-0EA9-6DB879F11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0" y="4498562"/>
            <a:ext cx="737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physical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55" name="Freeform 47">
            <a:extLst>
              <a:ext uri="{FF2B5EF4-FFF2-40B4-BE49-F238E27FC236}">
                <a16:creationId xmlns:a16="http://schemas.microsoft.com/office/drawing/2014/main" id="{CBE0CC17-BC38-BA1E-79A9-7DE4A5ADBC61}"/>
              </a:ext>
            </a:extLst>
          </p:cNvPr>
          <p:cNvSpPr>
            <a:spLocks/>
          </p:cNvSpPr>
          <p:nvPr/>
        </p:nvSpPr>
        <p:spPr bwMode="auto">
          <a:xfrm>
            <a:off x="2136525" y="3420650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6" name="Line 48">
            <a:extLst>
              <a:ext uri="{FF2B5EF4-FFF2-40B4-BE49-F238E27FC236}">
                <a16:creationId xmlns:a16="http://schemas.microsoft.com/office/drawing/2014/main" id="{43499F0F-576B-0088-B971-8FBD1C0DD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1587" y="3593687"/>
            <a:ext cx="135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7" name="Line 49">
            <a:extLst>
              <a:ext uri="{FF2B5EF4-FFF2-40B4-BE49-F238E27FC236}">
                <a16:creationId xmlns:a16="http://schemas.microsoft.com/office/drawing/2014/main" id="{3331F480-91C9-5443-C507-96BB869298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6875" y="3601625"/>
            <a:ext cx="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8" name="Rectangle 50">
            <a:extLst>
              <a:ext uri="{FF2B5EF4-FFF2-40B4-BE49-F238E27FC236}">
                <a16:creationId xmlns:a16="http://schemas.microsoft.com/office/drawing/2014/main" id="{71FD7608-D7E3-FF04-8F3B-E0C294E3F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462" y="2903125"/>
            <a:ext cx="657225" cy="51911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cpu</a:t>
            </a:r>
          </a:p>
        </p:txBody>
      </p:sp>
      <p:sp>
        <p:nvSpPr>
          <p:cNvPr id="659" name="Rectangle 51">
            <a:extLst>
              <a:ext uri="{FF2B5EF4-FFF2-40B4-BE49-F238E27FC236}">
                <a16:creationId xmlns:a16="http://schemas.microsoft.com/office/drawing/2014/main" id="{8FF6231B-9080-DE3E-8D0A-F034BDB78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612" y="2904712"/>
            <a:ext cx="657225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memory</a:t>
            </a:r>
          </a:p>
        </p:txBody>
      </p:sp>
      <p:sp>
        <p:nvSpPr>
          <p:cNvPr id="660" name="Line 52">
            <a:extLst>
              <a:ext uri="{FF2B5EF4-FFF2-40B4-BE49-F238E27FC236}">
                <a16:creationId xmlns:a16="http://schemas.microsoft.com/office/drawing/2014/main" id="{94059B2C-E198-3FE2-CB4B-FCAA95E137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3675" y="3423825"/>
            <a:ext cx="1587" cy="169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1" name="Line 53">
            <a:extLst>
              <a:ext uri="{FF2B5EF4-FFF2-40B4-BE49-F238E27FC236}">
                <a16:creationId xmlns:a16="http://schemas.microsoft.com/office/drawing/2014/main" id="{69FE2F45-A019-4495-BB9F-DF5C630DE0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66800" y="3425412"/>
            <a:ext cx="1587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2" name="Text Box 54">
            <a:extLst>
              <a:ext uri="{FF2B5EF4-FFF2-40B4-BE49-F238E27FC236}">
                <a16:creationId xmlns:a16="http://schemas.microsoft.com/office/drawing/2014/main" id="{7E20F8E7-6590-1D86-8796-B63522725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475" y="3722275"/>
            <a:ext cx="1038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host bus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(e.g., PCI)</a:t>
            </a:r>
          </a:p>
        </p:txBody>
      </p:sp>
      <p:sp>
        <p:nvSpPr>
          <p:cNvPr id="663" name="Line 55">
            <a:extLst>
              <a:ext uri="{FF2B5EF4-FFF2-40B4-BE49-F238E27FC236}">
                <a16:creationId xmlns:a16="http://schemas.microsoft.com/office/drawing/2014/main" id="{70A7DF87-2971-F5CF-919C-1CA592B8E4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6875" y="4209637"/>
            <a:ext cx="12700" cy="339725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4" name="Line 56">
            <a:extLst>
              <a:ext uri="{FF2B5EF4-FFF2-40B4-BE49-F238E27FC236}">
                <a16:creationId xmlns:a16="http://schemas.microsoft.com/office/drawing/2014/main" id="{1F3BD2F8-C729-C193-7909-C6A7EA5FD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8673" y="4793836"/>
            <a:ext cx="0" cy="366713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5" name="Line 57">
            <a:extLst>
              <a:ext uri="{FF2B5EF4-FFF2-40B4-BE49-F238E27FC236}">
                <a16:creationId xmlns:a16="http://schemas.microsoft.com/office/drawing/2014/main" id="{FBA0C0D7-486E-CC8C-D8E4-6900BEBD8C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2212" y="3598450"/>
            <a:ext cx="382588" cy="268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6" name="Text Box 58">
            <a:extLst>
              <a:ext uri="{FF2B5EF4-FFF2-40B4-BE49-F238E27FC236}">
                <a16:creationId xmlns:a16="http://schemas.microsoft.com/office/drawing/2014/main" id="{4BFBBB3B-9338-A5F7-7B89-B88D46BF2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687" y="5292312"/>
            <a:ext cx="135325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network interface</a:t>
            </a:r>
          </a:p>
        </p:txBody>
      </p:sp>
      <p:sp>
        <p:nvSpPr>
          <p:cNvPr id="667" name="Line 59">
            <a:extLst>
              <a:ext uri="{FF2B5EF4-FFF2-40B4-BE49-F238E27FC236}">
                <a16:creationId xmlns:a16="http://schemas.microsoft.com/office/drawing/2014/main" id="{F93F307E-D6B1-AB4E-2EB5-5403E71093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09650" y="4616037"/>
            <a:ext cx="271462" cy="750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8" name="Rectangle 43">
            <a:extLst>
              <a:ext uri="{FF2B5EF4-FFF2-40B4-BE49-F238E27FC236}">
                <a16:creationId xmlns:a16="http://schemas.microsoft.com/office/drawing/2014/main" id="{2717A2AF-EE3E-D4A6-1382-7313E32EE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125" y="3790537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9" name="Group 84">
            <a:extLst>
              <a:ext uri="{FF2B5EF4-FFF2-40B4-BE49-F238E27FC236}">
                <a16:creationId xmlns:a16="http://schemas.microsoft.com/office/drawing/2014/main" id="{9C5EE965-F6A3-B96D-4D54-C393A56E14F0}"/>
              </a:ext>
            </a:extLst>
          </p:cNvPr>
          <p:cNvGrpSpPr>
            <a:grpSpLocks/>
          </p:cNvGrpSpPr>
          <p:nvPr/>
        </p:nvGrpSpPr>
        <p:grpSpPr bwMode="auto">
          <a:xfrm>
            <a:off x="606177" y="2742786"/>
            <a:ext cx="1470026" cy="2035175"/>
            <a:chOff x="2695" y="1742"/>
            <a:chExt cx="926" cy="1282"/>
          </a:xfrm>
        </p:grpSpPr>
        <p:sp>
          <p:nvSpPr>
            <p:cNvPr id="670" name="Freeform 62">
              <a:extLst>
                <a:ext uri="{FF2B5EF4-FFF2-40B4-BE49-F238E27FC236}">
                  <a16:creationId xmlns:a16="http://schemas.microsoft.com/office/drawing/2014/main" id="{BB481571-1BF8-B7CC-2F9A-F1746C262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488"/>
              <a:ext cx="393" cy="536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9933 w 9933"/>
                <a:gd name="connsiteY0" fmla="*/ 0 h 10000"/>
                <a:gd name="connsiteX1" fmla="*/ 0 w 9933"/>
                <a:gd name="connsiteY1" fmla="*/ 1944 h 10000"/>
                <a:gd name="connsiteX2" fmla="*/ 10 w 9933"/>
                <a:gd name="connsiteY2" fmla="*/ 8327 h 10000"/>
                <a:gd name="connsiteX3" fmla="*/ 9882 w 9933"/>
                <a:gd name="connsiteY3" fmla="*/ 10000 h 10000"/>
                <a:gd name="connsiteX4" fmla="*/ 9933 w 9933"/>
                <a:gd name="connsiteY4" fmla="*/ 0 h 10000"/>
                <a:gd name="connsiteX0" fmla="*/ 10067 w 10067"/>
                <a:gd name="connsiteY0" fmla="*/ 2667 h 8056"/>
                <a:gd name="connsiteX1" fmla="*/ 0 w 10067"/>
                <a:gd name="connsiteY1" fmla="*/ 0 h 8056"/>
                <a:gd name="connsiteX2" fmla="*/ 10 w 10067"/>
                <a:gd name="connsiteY2" fmla="*/ 6383 h 8056"/>
                <a:gd name="connsiteX3" fmla="*/ 9949 w 10067"/>
                <a:gd name="connsiteY3" fmla="*/ 8056 h 8056"/>
                <a:gd name="connsiteX4" fmla="*/ 10067 w 10067"/>
                <a:gd name="connsiteY4" fmla="*/ 2667 h 8056"/>
                <a:gd name="connsiteX0" fmla="*/ 10134 w 10134"/>
                <a:gd name="connsiteY0" fmla="*/ 2191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2191 h 10000"/>
                <a:gd name="connsiteX0" fmla="*/ 10134 w 10134"/>
                <a:gd name="connsiteY0" fmla="*/ 1569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1569 h 10000"/>
                <a:gd name="connsiteX0" fmla="*/ 10134 w 10134"/>
                <a:gd name="connsiteY0" fmla="*/ 1569 h 9876"/>
                <a:gd name="connsiteX1" fmla="*/ 0 w 10134"/>
                <a:gd name="connsiteY1" fmla="*/ 0 h 9876"/>
                <a:gd name="connsiteX2" fmla="*/ 10 w 10134"/>
                <a:gd name="connsiteY2" fmla="*/ 7923 h 9876"/>
                <a:gd name="connsiteX3" fmla="*/ 10084 w 10134"/>
                <a:gd name="connsiteY3" fmla="*/ 9876 h 9876"/>
                <a:gd name="connsiteX4" fmla="*/ 10134 w 10134"/>
                <a:gd name="connsiteY4" fmla="*/ 1569 h 9876"/>
                <a:gd name="connsiteX0" fmla="*/ 9934 w 9954"/>
                <a:gd name="connsiteY0" fmla="*/ 0 h 12944"/>
                <a:gd name="connsiteX1" fmla="*/ 0 w 9954"/>
                <a:gd name="connsiteY1" fmla="*/ 2944 h 12944"/>
                <a:gd name="connsiteX2" fmla="*/ 10 w 9954"/>
                <a:gd name="connsiteY2" fmla="*/ 10966 h 12944"/>
                <a:gd name="connsiteX3" fmla="*/ 9951 w 9954"/>
                <a:gd name="connsiteY3" fmla="*/ 12944 h 12944"/>
                <a:gd name="connsiteX4" fmla="*/ 9934 w 9954"/>
                <a:gd name="connsiteY4" fmla="*/ 0 h 1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4" h="1294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1" name="Rectangle 73">
              <a:extLst>
                <a:ext uri="{FF2B5EF4-FFF2-40B4-BE49-F238E27FC236}">
                  <a16:creationId xmlns:a16="http://schemas.microsoft.com/office/drawing/2014/main" id="{16613DBD-3B18-AD77-5AAD-7ED20A0D5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2" name="Freeform 63">
              <a:extLst>
                <a:ext uri="{FF2B5EF4-FFF2-40B4-BE49-F238E27FC236}">
                  <a16:creationId xmlns:a16="http://schemas.microsoft.com/office/drawing/2014/main" id="{F3D7B502-4A15-4FC5-A82E-28233B8F2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3" name="Rectangle 82">
              <a:extLst>
                <a:ext uri="{FF2B5EF4-FFF2-40B4-BE49-F238E27FC236}">
                  <a16:creationId xmlns:a16="http://schemas.microsoft.com/office/drawing/2014/main" id="{E942DCEF-9340-FD1B-3487-02DEAA17E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4" name="Text Box 65">
              <a:extLst>
                <a:ext uri="{FF2B5EF4-FFF2-40B4-BE49-F238E27FC236}">
                  <a16:creationId xmlns:a16="http://schemas.microsoft.com/office/drawing/2014/main" id="{196F451B-29FB-129B-EA3A-82267FA63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</p:txBody>
        </p:sp>
        <p:sp>
          <p:nvSpPr>
            <p:cNvPr id="675" name="Line 66">
              <a:extLst>
                <a:ext uri="{FF2B5EF4-FFF2-40B4-BE49-F238E27FC236}">
                  <a16:creationId xmlns:a16="http://schemas.microsoft.com/office/drawing/2014/main" id="{57677DD2-DA97-CD23-85BE-3B29985D2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1898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6" name="Line 67">
              <a:extLst>
                <a:ext uri="{FF2B5EF4-FFF2-40B4-BE49-F238E27FC236}">
                  <a16:creationId xmlns:a16="http://schemas.microsoft.com/office/drawing/2014/main" id="{6AD6F5CB-CEFC-5577-9E00-93410D1B6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001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7" name="Line 68">
              <a:extLst>
                <a:ext uri="{FF2B5EF4-FFF2-40B4-BE49-F238E27FC236}">
                  <a16:creationId xmlns:a16="http://schemas.microsoft.com/office/drawing/2014/main" id="{BB43D4D4-7C95-FBC5-A59B-7F40B836B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110"/>
              <a:ext cx="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8" name="Rectangle 70">
              <a:extLst>
                <a:ext uri="{FF2B5EF4-FFF2-40B4-BE49-F238E27FC236}">
                  <a16:creationId xmlns:a16="http://schemas.microsoft.com/office/drawing/2014/main" id="{F07BDAA8-5897-46A2-6EFB-D04EE8F57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79" name="Line 71">
              <a:extLst>
                <a:ext uri="{FF2B5EF4-FFF2-40B4-BE49-F238E27FC236}">
                  <a16:creationId xmlns:a16="http://schemas.microsoft.com/office/drawing/2014/main" id="{3C6283FF-321B-0252-291A-F4D2843B6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4" y="222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0" name="Line 72">
              <a:extLst>
                <a:ext uri="{FF2B5EF4-FFF2-40B4-BE49-F238E27FC236}">
                  <a16:creationId xmlns:a16="http://schemas.microsoft.com/office/drawing/2014/main" id="{9C477D3E-2E79-A3B3-1F34-89A72E189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1" name="Text Box 74">
              <a:extLst>
                <a:ext uri="{FF2B5EF4-FFF2-40B4-BE49-F238E27FC236}">
                  <a16:creationId xmlns:a16="http://schemas.microsoft.com/office/drawing/2014/main" id="{206DC231-BBDD-38E6-8A5D-5195237D3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physical</a:t>
              </a:r>
            </a:p>
          </p:txBody>
        </p:sp>
        <p:sp>
          <p:nvSpPr>
            <p:cNvPr id="682" name="Line 78">
              <a:extLst>
                <a:ext uri="{FF2B5EF4-FFF2-40B4-BE49-F238E27FC236}">
                  <a16:creationId xmlns:a16="http://schemas.microsoft.com/office/drawing/2014/main" id="{53533DE7-CDCC-3F77-3611-35F70E8BF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03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3" name="Line 80">
              <a:extLst>
                <a:ext uri="{FF2B5EF4-FFF2-40B4-BE49-F238E27FC236}">
                  <a16:creationId xmlns:a16="http://schemas.microsoft.com/office/drawing/2014/main" id="{D5CC087F-5F67-8E2B-8997-918631DFD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4" name="Line 81">
              <a:extLst>
                <a:ext uri="{FF2B5EF4-FFF2-40B4-BE49-F238E27FC236}">
                  <a16:creationId xmlns:a16="http://schemas.microsoft.com/office/drawing/2014/main" id="{B1DF166E-5EC5-75D1-1038-08021FA99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685" name="Picture 86">
            <a:extLst>
              <a:ext uri="{FF2B5EF4-FFF2-40B4-BE49-F238E27FC236}">
                <a16:creationId xmlns:a16="http://schemas.microsoft.com/office/drawing/2014/main" id="{C7C0BA96-9F0A-21D1-8458-BFD8D4FA9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619" y="1113866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86" name="Picture 87">
            <a:extLst>
              <a:ext uri="{FF2B5EF4-FFF2-40B4-BE49-F238E27FC236}">
                <a16:creationId xmlns:a16="http://schemas.microsoft.com/office/drawing/2014/main" id="{4CB24748-060D-F967-5BF3-182DAFA63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537" y="1253712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687" name="Group 89">
            <a:extLst>
              <a:ext uri="{FF2B5EF4-FFF2-40B4-BE49-F238E27FC236}">
                <a16:creationId xmlns:a16="http://schemas.microsoft.com/office/drawing/2014/main" id="{9C88900C-D939-2B5A-2650-5F45E274FDB0}"/>
              </a:ext>
            </a:extLst>
          </p:cNvPr>
          <p:cNvGrpSpPr>
            <a:grpSpLocks/>
          </p:cNvGrpSpPr>
          <p:nvPr/>
        </p:nvGrpSpPr>
        <p:grpSpPr bwMode="auto">
          <a:xfrm>
            <a:off x="568075" y="5187537"/>
            <a:ext cx="1109662" cy="820449"/>
            <a:chOff x="-44" y="1473"/>
            <a:chExt cx="981" cy="1105"/>
          </a:xfrm>
        </p:grpSpPr>
        <p:pic>
          <p:nvPicPr>
            <p:cNvPr id="688" name="Picture 90" descr="desktop_computer_stylized_medium">
              <a:extLst>
                <a:ext uri="{FF2B5EF4-FFF2-40B4-BE49-F238E27FC236}">
                  <a16:creationId xmlns:a16="http://schemas.microsoft.com/office/drawing/2014/main" id="{F0C721BB-C3F6-F96B-B7EA-6CEA3BA73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9" name="Freeform 91">
              <a:extLst>
                <a:ext uri="{FF2B5EF4-FFF2-40B4-BE49-F238E27FC236}">
                  <a16:creationId xmlns:a16="http://schemas.microsoft.com/office/drawing/2014/main" id="{4F9B160A-2EF9-113F-55B2-E7653AC0C7C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264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8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0000FF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D8A487-77AF-AE28-56B9-708FF15E9ECB}"/>
              </a:ext>
            </a:extLst>
          </p:cNvPr>
          <p:cNvSpPr txBox="1">
            <a:spLocks/>
          </p:cNvSpPr>
          <p:nvPr/>
        </p:nvSpPr>
        <p:spPr>
          <a:xfrm>
            <a:off x="75884" y="1019176"/>
            <a:ext cx="11931781" cy="5722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C00000"/>
                </a:solidFill>
              </a:rPr>
              <a:t>تبادل داده‌ها بین واسط‌ها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6815128" y="4527864"/>
            <a:ext cx="504853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algn="just" rtl="1">
              <a:lnSpc>
                <a:spcPct val="125000"/>
              </a:lnSpc>
              <a:spcBef>
                <a:spcPts val="600"/>
              </a:spcBef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سمت فرستنده: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172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بسته درون قاب قرار می‌گیرد.</a:t>
            </a:r>
          </a:p>
          <a:p>
            <a:pPr marL="8172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اطلاعات کنترلی نظیر آدرس فیزیکی، بیت‌های چک کننده خطا، ارسال مطمئن داده‌ها، کنترل خطا و موارد دیگر در ابتدا و انتهای قاب اضافه می‌شوند.</a:t>
            </a:r>
          </a:p>
        </p:txBody>
      </p: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B5B71C4B-EE92-D158-7685-9A6C45A580CC}"/>
              </a:ext>
            </a:extLst>
          </p:cNvPr>
          <p:cNvGrpSpPr/>
          <p:nvPr/>
        </p:nvGrpSpPr>
        <p:grpSpPr>
          <a:xfrm>
            <a:off x="7030649" y="1801381"/>
            <a:ext cx="1654101" cy="2401887"/>
            <a:chOff x="3457903" y="1592254"/>
            <a:chExt cx="1654101" cy="2401887"/>
          </a:xfrm>
        </p:grpSpPr>
        <p:sp>
          <p:nvSpPr>
            <p:cNvPr id="691" name="Rectangle 42">
              <a:extLst>
                <a:ext uri="{FF2B5EF4-FFF2-40B4-BE49-F238E27FC236}">
                  <a16:creationId xmlns:a16="http://schemas.microsoft.com/office/drawing/2014/main" id="{29185239-053E-960E-785E-4925E1443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903" y="1592254"/>
              <a:ext cx="1654101" cy="2401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2" name="Rectangle 44">
              <a:extLst>
                <a:ext uri="{FF2B5EF4-FFF2-40B4-BE49-F238E27FC236}">
                  <a16:creationId xmlns:a16="http://schemas.microsoft.com/office/drawing/2014/main" id="{3F2EC6CD-5C4E-6A71-8DC9-968945685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43" y="3517620"/>
              <a:ext cx="666750" cy="282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3" name="Rectangle 45">
              <a:extLst>
                <a:ext uri="{FF2B5EF4-FFF2-40B4-BE49-F238E27FC236}">
                  <a16:creationId xmlns:a16="http://schemas.microsoft.com/office/drawing/2014/main" id="{87D1177B-3A4A-AE1F-9297-0A7C2809B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418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controller</a:t>
              </a:r>
            </a:p>
          </p:txBody>
        </p:sp>
        <p:sp>
          <p:nvSpPr>
            <p:cNvPr id="694" name="Text Box 46">
              <a:extLst>
                <a:ext uri="{FF2B5EF4-FFF2-40B4-BE49-F238E27FC236}">
                  <a16:creationId xmlns:a16="http://schemas.microsoft.com/office/drawing/2014/main" id="{54F0D0E1-BBC8-0013-A177-A22DA1A25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3393" y="3514379"/>
              <a:ext cx="7377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physical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695" name="Freeform 47">
              <a:extLst>
                <a:ext uri="{FF2B5EF4-FFF2-40B4-BE49-F238E27FC236}">
                  <a16:creationId xmlns:a16="http://schemas.microsoft.com/office/drawing/2014/main" id="{C5A80801-5B43-C8CB-F581-226531554F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97726" y="2473508"/>
              <a:ext cx="291334" cy="460375"/>
            </a:xfrm>
            <a:custGeom>
              <a:avLst/>
              <a:gdLst>
                <a:gd name="T0" fmla="*/ 0 w 361"/>
                <a:gd name="T1" fmla="*/ 0 h 478"/>
                <a:gd name="T2" fmla="*/ 0 w 361"/>
                <a:gd name="T3" fmla="*/ 2147483647 h 478"/>
                <a:gd name="T4" fmla="*/ 2147483647 w 361"/>
                <a:gd name="T5" fmla="*/ 2147483647 h 478"/>
                <a:gd name="T6" fmla="*/ 2147483647 w 361"/>
                <a:gd name="T7" fmla="*/ 2147483647 h 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1" h="478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w="38100" cmpd="sng">
              <a:solidFill>
                <a:srgbClr val="0000A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6" name="Line 48">
              <a:extLst>
                <a:ext uri="{FF2B5EF4-FFF2-40B4-BE49-F238E27FC236}">
                  <a16:creationId xmlns:a16="http://schemas.microsoft.com/office/drawing/2014/main" id="{6EA4C23F-E322-284A-7973-5F9058926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959" y="2628755"/>
              <a:ext cx="1358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7" name="Line 49">
              <a:extLst>
                <a:ext uri="{FF2B5EF4-FFF2-40B4-BE49-F238E27FC236}">
                  <a16:creationId xmlns:a16="http://schemas.microsoft.com/office/drawing/2014/main" id="{42E95CD0-FF52-240A-BD33-10A0576BF2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2165" y="2631881"/>
              <a:ext cx="0" cy="300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8" name="Rectangle 50">
              <a:extLst>
                <a:ext uri="{FF2B5EF4-FFF2-40B4-BE49-F238E27FC236}">
                  <a16:creationId xmlns:a16="http://schemas.microsoft.com/office/drawing/2014/main" id="{E4562B1B-2CCE-8F44-06AB-93417E4DC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392" y="1927519"/>
              <a:ext cx="657225" cy="5191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memory</a:t>
              </a:r>
            </a:p>
          </p:txBody>
        </p:sp>
        <p:sp>
          <p:nvSpPr>
            <p:cNvPr id="699" name="Rectangle 51">
              <a:extLst>
                <a:ext uri="{FF2B5EF4-FFF2-40B4-BE49-F238E27FC236}">
                  <a16:creationId xmlns:a16="http://schemas.microsoft.com/office/drawing/2014/main" id="{19AF6EF2-49DE-C53B-365D-7812B9266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E4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CPU</a:t>
              </a:r>
            </a:p>
          </p:txBody>
        </p:sp>
        <p:sp>
          <p:nvSpPr>
            <p:cNvPr id="700" name="Line 52">
              <a:extLst>
                <a:ext uri="{FF2B5EF4-FFF2-40B4-BE49-F238E27FC236}">
                  <a16:creationId xmlns:a16="http://schemas.microsoft.com/office/drawing/2014/main" id="{B381EE41-2819-0D76-2D47-828B72BEB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6047" y="2458893"/>
              <a:ext cx="1587" cy="169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1" name="Line 53">
              <a:extLst>
                <a:ext uri="{FF2B5EF4-FFF2-40B4-BE49-F238E27FC236}">
                  <a16:creationId xmlns:a16="http://schemas.microsoft.com/office/drawing/2014/main" id="{469CA9C7-B8A9-55D5-35C1-906C18AA53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09172" y="2460480"/>
              <a:ext cx="1587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2" name="Line 55">
              <a:extLst>
                <a:ext uri="{FF2B5EF4-FFF2-40B4-BE49-F238E27FC236}">
                  <a16:creationId xmlns:a16="http://schemas.microsoft.com/office/drawing/2014/main" id="{4166C1FF-0191-164A-4398-F87AD8DBE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8787" y="3249620"/>
              <a:ext cx="4474" cy="356262"/>
            </a:xfrm>
            <a:prstGeom prst="line">
              <a:avLst/>
            </a:prstGeom>
            <a:noFill/>
            <a:ln w="38100">
              <a:solidFill>
                <a:srgbClr val="0000A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3" name="Rectangle 43">
              <a:extLst>
                <a:ext uri="{FF2B5EF4-FFF2-40B4-BE49-F238E27FC236}">
                  <a16:creationId xmlns:a16="http://schemas.microsoft.com/office/drawing/2014/main" id="{206B45E0-CD45-1E7F-712E-4F493D7D5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8524" y="2820792"/>
              <a:ext cx="1122362" cy="10826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04" name="Group 703">
            <a:extLst>
              <a:ext uri="{FF2B5EF4-FFF2-40B4-BE49-F238E27FC236}">
                <a16:creationId xmlns:a16="http://schemas.microsoft.com/office/drawing/2014/main" id="{561935DE-BC51-7652-E101-5E1E02344F0D}"/>
              </a:ext>
            </a:extLst>
          </p:cNvPr>
          <p:cNvGrpSpPr/>
          <p:nvPr/>
        </p:nvGrpSpPr>
        <p:grpSpPr>
          <a:xfrm>
            <a:off x="3557831" y="1807507"/>
            <a:ext cx="1709144" cy="2401887"/>
            <a:chOff x="3386648" y="1585768"/>
            <a:chExt cx="1709144" cy="2401887"/>
          </a:xfrm>
        </p:grpSpPr>
        <p:sp>
          <p:nvSpPr>
            <p:cNvPr id="705" name="Rectangle 42">
              <a:extLst>
                <a:ext uri="{FF2B5EF4-FFF2-40B4-BE49-F238E27FC236}">
                  <a16:creationId xmlns:a16="http://schemas.microsoft.com/office/drawing/2014/main" id="{06E0E097-BC16-6D50-4141-1F75D2776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648" y="1585768"/>
              <a:ext cx="1709144" cy="2401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6" name="Rectangle 44">
              <a:extLst>
                <a:ext uri="{FF2B5EF4-FFF2-40B4-BE49-F238E27FC236}">
                  <a16:creationId xmlns:a16="http://schemas.microsoft.com/office/drawing/2014/main" id="{5D780DA3-27B8-D5A6-BAA2-B544BF8D3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7201" y="3524105"/>
              <a:ext cx="666750" cy="2825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7" name="Rectangle 45">
              <a:extLst>
                <a:ext uri="{FF2B5EF4-FFF2-40B4-BE49-F238E27FC236}">
                  <a16:creationId xmlns:a16="http://schemas.microsoft.com/office/drawing/2014/main" id="{2CEB917D-A097-3B2F-8E3B-7FBB61901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453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controller</a:t>
              </a:r>
            </a:p>
          </p:txBody>
        </p:sp>
        <p:sp>
          <p:nvSpPr>
            <p:cNvPr id="708" name="Text Box 46">
              <a:extLst>
                <a:ext uri="{FF2B5EF4-FFF2-40B4-BE49-F238E27FC236}">
                  <a16:creationId xmlns:a16="http://schemas.microsoft.com/office/drawing/2014/main" id="{9B7EA334-9350-ACCC-F16E-0523C3095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993" y="3514379"/>
              <a:ext cx="7377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physical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709" name="Freeform 47">
              <a:extLst>
                <a:ext uri="{FF2B5EF4-FFF2-40B4-BE49-F238E27FC236}">
                  <a16:creationId xmlns:a16="http://schemas.microsoft.com/office/drawing/2014/main" id="{6C676A4F-9A43-8B94-7BD7-8AFE4408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897" y="2455718"/>
              <a:ext cx="326278" cy="460375"/>
            </a:xfrm>
            <a:custGeom>
              <a:avLst/>
              <a:gdLst>
                <a:gd name="T0" fmla="*/ 0 w 361"/>
                <a:gd name="T1" fmla="*/ 0 h 478"/>
                <a:gd name="T2" fmla="*/ 0 w 361"/>
                <a:gd name="T3" fmla="*/ 2147483647 h 478"/>
                <a:gd name="T4" fmla="*/ 2147483647 w 361"/>
                <a:gd name="T5" fmla="*/ 2147483647 h 478"/>
                <a:gd name="T6" fmla="*/ 2147483647 w 361"/>
                <a:gd name="T7" fmla="*/ 2147483647 h 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1" h="478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w="38100" cmpd="sng">
              <a:solidFill>
                <a:srgbClr val="0000A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0" name="Line 48">
              <a:extLst>
                <a:ext uri="{FF2B5EF4-FFF2-40B4-BE49-F238E27FC236}">
                  <a16:creationId xmlns:a16="http://schemas.microsoft.com/office/drawing/2014/main" id="{0C212769-DA11-6344-C99C-98A332AE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959" y="2628755"/>
              <a:ext cx="1358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1" name="Line 49">
              <a:extLst>
                <a:ext uri="{FF2B5EF4-FFF2-40B4-BE49-F238E27FC236}">
                  <a16:creationId xmlns:a16="http://schemas.microsoft.com/office/drawing/2014/main" id="{96999608-097E-273E-1FCC-56DB1E01B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4375" y="2631881"/>
              <a:ext cx="0" cy="300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2" name="Rectangle 50">
              <a:extLst>
                <a:ext uri="{FF2B5EF4-FFF2-40B4-BE49-F238E27FC236}">
                  <a16:creationId xmlns:a16="http://schemas.microsoft.com/office/drawing/2014/main" id="{33751B7C-2724-86FB-4BCA-030E38769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834" y="1938193"/>
              <a:ext cx="657225" cy="5191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cpu</a:t>
              </a:r>
            </a:p>
          </p:txBody>
        </p:sp>
        <p:sp>
          <p:nvSpPr>
            <p:cNvPr id="713" name="Rectangle 51">
              <a:extLst>
                <a:ext uri="{FF2B5EF4-FFF2-40B4-BE49-F238E27FC236}">
                  <a16:creationId xmlns:a16="http://schemas.microsoft.com/office/drawing/2014/main" id="{625156FB-F639-0556-24C8-3DBDACA51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memory</a:t>
              </a:r>
            </a:p>
          </p:txBody>
        </p:sp>
        <p:sp>
          <p:nvSpPr>
            <p:cNvPr id="714" name="Line 52">
              <a:extLst>
                <a:ext uri="{FF2B5EF4-FFF2-40B4-BE49-F238E27FC236}">
                  <a16:creationId xmlns:a16="http://schemas.microsoft.com/office/drawing/2014/main" id="{262306DA-8AD0-54B7-F9F3-E1A89000E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6047" y="2458893"/>
              <a:ext cx="1587" cy="169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5" name="Line 53">
              <a:extLst>
                <a:ext uri="{FF2B5EF4-FFF2-40B4-BE49-F238E27FC236}">
                  <a16:creationId xmlns:a16="http://schemas.microsoft.com/office/drawing/2014/main" id="{5695E3CA-A4DE-A487-ACB8-D5003BDD3A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09172" y="2460480"/>
              <a:ext cx="1587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6" name="Line 55">
              <a:extLst>
                <a:ext uri="{FF2B5EF4-FFF2-40B4-BE49-F238E27FC236}">
                  <a16:creationId xmlns:a16="http://schemas.microsoft.com/office/drawing/2014/main" id="{56F5B41C-25B4-D6A3-4552-F63C58F60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2601" y="3239892"/>
              <a:ext cx="4474" cy="356262"/>
            </a:xfrm>
            <a:prstGeom prst="line">
              <a:avLst/>
            </a:prstGeom>
            <a:noFill/>
            <a:ln w="38100">
              <a:solidFill>
                <a:srgbClr val="0000A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17" name="Rectangle 43">
              <a:extLst>
                <a:ext uri="{FF2B5EF4-FFF2-40B4-BE49-F238E27FC236}">
                  <a16:creationId xmlns:a16="http://schemas.microsoft.com/office/drawing/2014/main" id="{78D9E0D6-E715-6448-338A-FFE1CE94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876" y="2820792"/>
              <a:ext cx="1122362" cy="10826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18" name="Group 84">
            <a:extLst>
              <a:ext uri="{FF2B5EF4-FFF2-40B4-BE49-F238E27FC236}">
                <a16:creationId xmlns:a16="http://schemas.microsoft.com/office/drawing/2014/main" id="{A6010B5A-4D44-AD88-3CC5-76B9D2E3EE70}"/>
              </a:ext>
            </a:extLst>
          </p:cNvPr>
          <p:cNvGrpSpPr>
            <a:grpSpLocks/>
          </p:cNvGrpSpPr>
          <p:nvPr/>
        </p:nvGrpSpPr>
        <p:grpSpPr bwMode="auto">
          <a:xfrm>
            <a:off x="2471768" y="1999593"/>
            <a:ext cx="1508125" cy="2035175"/>
            <a:chOff x="2695" y="1742"/>
            <a:chExt cx="950" cy="1282"/>
          </a:xfrm>
        </p:grpSpPr>
        <p:sp>
          <p:nvSpPr>
            <p:cNvPr id="719" name="Freeform 62">
              <a:extLst>
                <a:ext uri="{FF2B5EF4-FFF2-40B4-BE49-F238E27FC236}">
                  <a16:creationId xmlns:a16="http://schemas.microsoft.com/office/drawing/2014/main" id="{60C0445B-66FC-FA2A-E7AB-E56032770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488"/>
              <a:ext cx="417" cy="536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9933 w 9933"/>
                <a:gd name="connsiteY0" fmla="*/ 0 h 10000"/>
                <a:gd name="connsiteX1" fmla="*/ 0 w 9933"/>
                <a:gd name="connsiteY1" fmla="*/ 1944 h 10000"/>
                <a:gd name="connsiteX2" fmla="*/ 10 w 9933"/>
                <a:gd name="connsiteY2" fmla="*/ 8327 h 10000"/>
                <a:gd name="connsiteX3" fmla="*/ 9882 w 9933"/>
                <a:gd name="connsiteY3" fmla="*/ 10000 h 10000"/>
                <a:gd name="connsiteX4" fmla="*/ 9933 w 9933"/>
                <a:gd name="connsiteY4" fmla="*/ 0 h 10000"/>
                <a:gd name="connsiteX0" fmla="*/ 10067 w 10067"/>
                <a:gd name="connsiteY0" fmla="*/ 2667 h 8056"/>
                <a:gd name="connsiteX1" fmla="*/ 0 w 10067"/>
                <a:gd name="connsiteY1" fmla="*/ 0 h 8056"/>
                <a:gd name="connsiteX2" fmla="*/ 10 w 10067"/>
                <a:gd name="connsiteY2" fmla="*/ 6383 h 8056"/>
                <a:gd name="connsiteX3" fmla="*/ 9949 w 10067"/>
                <a:gd name="connsiteY3" fmla="*/ 8056 h 8056"/>
                <a:gd name="connsiteX4" fmla="*/ 10067 w 10067"/>
                <a:gd name="connsiteY4" fmla="*/ 2667 h 8056"/>
                <a:gd name="connsiteX0" fmla="*/ 10134 w 10134"/>
                <a:gd name="connsiteY0" fmla="*/ 2191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2191 h 10000"/>
                <a:gd name="connsiteX0" fmla="*/ 10134 w 10134"/>
                <a:gd name="connsiteY0" fmla="*/ 1569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1569 h 10000"/>
                <a:gd name="connsiteX0" fmla="*/ 10134 w 10134"/>
                <a:gd name="connsiteY0" fmla="*/ 1569 h 9876"/>
                <a:gd name="connsiteX1" fmla="*/ 0 w 10134"/>
                <a:gd name="connsiteY1" fmla="*/ 0 h 9876"/>
                <a:gd name="connsiteX2" fmla="*/ 10 w 10134"/>
                <a:gd name="connsiteY2" fmla="*/ 7923 h 9876"/>
                <a:gd name="connsiteX3" fmla="*/ 10084 w 10134"/>
                <a:gd name="connsiteY3" fmla="*/ 9876 h 9876"/>
                <a:gd name="connsiteX4" fmla="*/ 10134 w 10134"/>
                <a:gd name="connsiteY4" fmla="*/ 1569 h 9876"/>
                <a:gd name="connsiteX0" fmla="*/ 9934 w 9954"/>
                <a:gd name="connsiteY0" fmla="*/ 0 h 12944"/>
                <a:gd name="connsiteX1" fmla="*/ 0 w 9954"/>
                <a:gd name="connsiteY1" fmla="*/ 2944 h 12944"/>
                <a:gd name="connsiteX2" fmla="*/ 10 w 9954"/>
                <a:gd name="connsiteY2" fmla="*/ 10966 h 12944"/>
                <a:gd name="connsiteX3" fmla="*/ 9951 w 9954"/>
                <a:gd name="connsiteY3" fmla="*/ 12944 h 12944"/>
                <a:gd name="connsiteX4" fmla="*/ 9934 w 9954"/>
                <a:gd name="connsiteY4" fmla="*/ 0 h 1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4" h="1294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rgbClr val="FFFFFF">
                    <a:alpha val="74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0" name="Rectangle 73">
              <a:extLst>
                <a:ext uri="{FF2B5EF4-FFF2-40B4-BE49-F238E27FC236}">
                  <a16:creationId xmlns:a16="http://schemas.microsoft.com/office/drawing/2014/main" id="{8A195500-599F-93E9-A974-3426CD4B4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1" name="Freeform 63">
              <a:extLst>
                <a:ext uri="{FF2B5EF4-FFF2-40B4-BE49-F238E27FC236}">
                  <a16:creationId xmlns:a16="http://schemas.microsoft.com/office/drawing/2014/main" id="{D02072CF-82A0-FD06-9164-ED152FFA8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7"/>
              <a:ext cx="244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65000"/>
                  </a:schemeClr>
                </a:gs>
                <a:gs pos="99000">
                  <a:srgbClr val="FFFFFF">
                    <a:alpha val="66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2" name="Rectangle 82">
              <a:extLst>
                <a:ext uri="{FF2B5EF4-FFF2-40B4-BE49-F238E27FC236}">
                  <a16:creationId xmlns:a16="http://schemas.microsoft.com/office/drawing/2014/main" id="{1D53A4D1-AA4A-69CE-216F-27A111509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3" name="Text Box 65">
              <a:extLst>
                <a:ext uri="{FF2B5EF4-FFF2-40B4-BE49-F238E27FC236}">
                  <a16:creationId xmlns:a16="http://schemas.microsoft.com/office/drawing/2014/main" id="{F63DEC63-2FD6-D776-C151-3B613E138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</p:txBody>
        </p:sp>
        <p:sp>
          <p:nvSpPr>
            <p:cNvPr id="724" name="Line 66">
              <a:extLst>
                <a:ext uri="{FF2B5EF4-FFF2-40B4-BE49-F238E27FC236}">
                  <a16:creationId xmlns:a16="http://schemas.microsoft.com/office/drawing/2014/main" id="{AA75D037-D69C-88CB-08AE-108CCB43C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1898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5" name="Line 67">
              <a:extLst>
                <a:ext uri="{FF2B5EF4-FFF2-40B4-BE49-F238E27FC236}">
                  <a16:creationId xmlns:a16="http://schemas.microsoft.com/office/drawing/2014/main" id="{BCBBA5A0-96E5-F8FB-07D4-7B94C5117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001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6" name="Line 68">
              <a:extLst>
                <a:ext uri="{FF2B5EF4-FFF2-40B4-BE49-F238E27FC236}">
                  <a16:creationId xmlns:a16="http://schemas.microsoft.com/office/drawing/2014/main" id="{87E885E6-3C36-DBC5-F3B9-CAC3379B5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110"/>
              <a:ext cx="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7" name="Rectangle 70">
              <a:extLst>
                <a:ext uri="{FF2B5EF4-FFF2-40B4-BE49-F238E27FC236}">
                  <a16:creationId xmlns:a16="http://schemas.microsoft.com/office/drawing/2014/main" id="{C7223124-72B6-36E2-5019-F6B0C0028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8" name="Line 71">
              <a:extLst>
                <a:ext uri="{FF2B5EF4-FFF2-40B4-BE49-F238E27FC236}">
                  <a16:creationId xmlns:a16="http://schemas.microsoft.com/office/drawing/2014/main" id="{4E6E95C0-650D-FF79-F942-BEBD7F54D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4" y="222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9" name="Line 72">
              <a:extLst>
                <a:ext uri="{FF2B5EF4-FFF2-40B4-BE49-F238E27FC236}">
                  <a16:creationId xmlns:a16="http://schemas.microsoft.com/office/drawing/2014/main" id="{9A1A98F3-D3B2-08FF-4CF5-F5DC79F00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0" name="Text Box 74">
              <a:extLst>
                <a:ext uri="{FF2B5EF4-FFF2-40B4-BE49-F238E27FC236}">
                  <a16:creationId xmlns:a16="http://schemas.microsoft.com/office/drawing/2014/main" id="{4CD140EC-1EA8-16F9-458D-97AB17485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physical</a:t>
              </a:r>
            </a:p>
          </p:txBody>
        </p:sp>
        <p:sp>
          <p:nvSpPr>
            <p:cNvPr id="731" name="Line 78">
              <a:extLst>
                <a:ext uri="{FF2B5EF4-FFF2-40B4-BE49-F238E27FC236}">
                  <a16:creationId xmlns:a16="http://schemas.microsoft.com/office/drawing/2014/main" id="{0C65F584-FE85-64B1-0E17-73599D044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03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2" name="Line 80">
              <a:extLst>
                <a:ext uri="{FF2B5EF4-FFF2-40B4-BE49-F238E27FC236}">
                  <a16:creationId xmlns:a16="http://schemas.microsoft.com/office/drawing/2014/main" id="{FC16D5F2-9C0F-D881-A8A0-29030F541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3" name="Line 81">
              <a:extLst>
                <a:ext uri="{FF2B5EF4-FFF2-40B4-BE49-F238E27FC236}">
                  <a16:creationId xmlns:a16="http://schemas.microsoft.com/office/drawing/2014/main" id="{CA900196-443F-040D-8603-0CF4457AA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CC787C53-2FD8-67AF-2842-5E8CF05AEE7E}"/>
              </a:ext>
            </a:extLst>
          </p:cNvPr>
          <p:cNvGrpSpPr/>
          <p:nvPr/>
        </p:nvGrpSpPr>
        <p:grpSpPr>
          <a:xfrm>
            <a:off x="8325757" y="1962773"/>
            <a:ext cx="1453373" cy="2053837"/>
            <a:chOff x="9730606" y="1055376"/>
            <a:chExt cx="1453373" cy="2053837"/>
          </a:xfrm>
        </p:grpSpPr>
        <p:sp>
          <p:nvSpPr>
            <p:cNvPr id="735" name="Freeform 62">
              <a:extLst>
                <a:ext uri="{FF2B5EF4-FFF2-40B4-BE49-F238E27FC236}">
                  <a16:creationId xmlns:a16="http://schemas.microsoft.com/office/drawing/2014/main" id="{9E30CC3D-BAEE-561B-1FF3-756CC695A3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30606" y="2258313"/>
              <a:ext cx="623888" cy="85090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9933 w 9933"/>
                <a:gd name="connsiteY0" fmla="*/ 0 h 10000"/>
                <a:gd name="connsiteX1" fmla="*/ 0 w 9933"/>
                <a:gd name="connsiteY1" fmla="*/ 1944 h 10000"/>
                <a:gd name="connsiteX2" fmla="*/ 10 w 9933"/>
                <a:gd name="connsiteY2" fmla="*/ 8327 h 10000"/>
                <a:gd name="connsiteX3" fmla="*/ 9882 w 9933"/>
                <a:gd name="connsiteY3" fmla="*/ 10000 h 10000"/>
                <a:gd name="connsiteX4" fmla="*/ 9933 w 9933"/>
                <a:gd name="connsiteY4" fmla="*/ 0 h 10000"/>
                <a:gd name="connsiteX0" fmla="*/ 10067 w 10067"/>
                <a:gd name="connsiteY0" fmla="*/ 2667 h 8056"/>
                <a:gd name="connsiteX1" fmla="*/ 0 w 10067"/>
                <a:gd name="connsiteY1" fmla="*/ 0 h 8056"/>
                <a:gd name="connsiteX2" fmla="*/ 10 w 10067"/>
                <a:gd name="connsiteY2" fmla="*/ 6383 h 8056"/>
                <a:gd name="connsiteX3" fmla="*/ 9949 w 10067"/>
                <a:gd name="connsiteY3" fmla="*/ 8056 h 8056"/>
                <a:gd name="connsiteX4" fmla="*/ 10067 w 10067"/>
                <a:gd name="connsiteY4" fmla="*/ 2667 h 8056"/>
                <a:gd name="connsiteX0" fmla="*/ 10134 w 10134"/>
                <a:gd name="connsiteY0" fmla="*/ 2191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2191 h 10000"/>
                <a:gd name="connsiteX0" fmla="*/ 10134 w 10134"/>
                <a:gd name="connsiteY0" fmla="*/ 1569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1569 h 10000"/>
                <a:gd name="connsiteX0" fmla="*/ 10134 w 10134"/>
                <a:gd name="connsiteY0" fmla="*/ 1569 h 9876"/>
                <a:gd name="connsiteX1" fmla="*/ 0 w 10134"/>
                <a:gd name="connsiteY1" fmla="*/ 0 h 9876"/>
                <a:gd name="connsiteX2" fmla="*/ 10 w 10134"/>
                <a:gd name="connsiteY2" fmla="*/ 7923 h 9876"/>
                <a:gd name="connsiteX3" fmla="*/ 10084 w 10134"/>
                <a:gd name="connsiteY3" fmla="*/ 9876 h 9876"/>
                <a:gd name="connsiteX4" fmla="*/ 10134 w 10134"/>
                <a:gd name="connsiteY4" fmla="*/ 1569 h 9876"/>
                <a:gd name="connsiteX0" fmla="*/ 9934 w 9954"/>
                <a:gd name="connsiteY0" fmla="*/ 0 h 12944"/>
                <a:gd name="connsiteX1" fmla="*/ 0 w 9954"/>
                <a:gd name="connsiteY1" fmla="*/ 2944 h 12944"/>
                <a:gd name="connsiteX2" fmla="*/ 10 w 9954"/>
                <a:gd name="connsiteY2" fmla="*/ 10966 h 12944"/>
                <a:gd name="connsiteX3" fmla="*/ 9951 w 9954"/>
                <a:gd name="connsiteY3" fmla="*/ 12944 h 12944"/>
                <a:gd name="connsiteX4" fmla="*/ 9934 w 9954"/>
                <a:gd name="connsiteY4" fmla="*/ 0 h 1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4" h="1294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rgbClr val="FFFFFF">
                    <a:alpha val="82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6" name="Rectangle 73">
              <a:extLst>
                <a:ext uri="{FF2B5EF4-FFF2-40B4-BE49-F238E27FC236}">
                  <a16:creationId xmlns:a16="http://schemas.microsoft.com/office/drawing/2014/main" id="{CFF32E1F-A746-AA5F-0258-002FD957F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066" y="2541276"/>
              <a:ext cx="776288" cy="4159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7" name="Freeform 63">
              <a:extLst>
                <a:ext uri="{FF2B5EF4-FFF2-40B4-BE49-F238E27FC236}">
                  <a16:creationId xmlns:a16="http://schemas.microsoft.com/office/drawing/2014/main" id="{06E70040-597A-1473-0151-525709C3FC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935685" y="1076403"/>
              <a:ext cx="436563" cy="70326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>
                    <a:alpha val="81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8" name="Rectangle 82">
              <a:extLst>
                <a:ext uri="{FF2B5EF4-FFF2-40B4-BE49-F238E27FC236}">
                  <a16:creationId xmlns:a16="http://schemas.microsoft.com/office/drawing/2014/main" id="{FE3500E8-5BAB-CACD-9066-0FA6DD911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5304" y="1090301"/>
              <a:ext cx="777876" cy="7350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9" name="Text Box 65">
              <a:extLst>
                <a:ext uri="{FF2B5EF4-FFF2-40B4-BE49-F238E27FC236}">
                  <a16:creationId xmlns:a16="http://schemas.microsoft.com/office/drawing/2014/main" id="{FB1882D9-423F-9529-FB8A-12B82DEE5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06091" y="1055376"/>
              <a:ext cx="877888" cy="83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</p:txBody>
        </p:sp>
        <p:sp>
          <p:nvSpPr>
            <p:cNvPr id="740" name="Line 66">
              <a:extLst>
                <a:ext uri="{FF2B5EF4-FFF2-40B4-BE49-F238E27FC236}">
                  <a16:creationId xmlns:a16="http://schemas.microsoft.com/office/drawing/2014/main" id="{7734F523-3225-CF99-B48C-75A28AF47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60066" y="1303026"/>
              <a:ext cx="776288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1" name="Line 67">
              <a:extLst>
                <a:ext uri="{FF2B5EF4-FFF2-40B4-BE49-F238E27FC236}">
                  <a16:creationId xmlns:a16="http://schemas.microsoft.com/office/drawing/2014/main" id="{CCD94511-139B-EFDE-4282-8F02B8421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60066" y="1466539"/>
              <a:ext cx="776288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2" name="Line 68">
              <a:extLst>
                <a:ext uri="{FF2B5EF4-FFF2-40B4-BE49-F238E27FC236}">
                  <a16:creationId xmlns:a16="http://schemas.microsoft.com/office/drawing/2014/main" id="{36FF18FC-F692-60DE-E57F-2BA4CCC38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6891" y="1639576"/>
              <a:ext cx="776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3" name="Rectangle 70">
              <a:extLst>
                <a:ext uri="{FF2B5EF4-FFF2-40B4-BE49-F238E27FC236}">
                  <a16:creationId xmlns:a16="http://schemas.microsoft.com/office/drawing/2014/main" id="{9F517363-F5D0-2BA1-2B94-7A050E53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3391" y="1801501"/>
              <a:ext cx="876301" cy="1825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4" name="Line 71">
              <a:extLst>
                <a:ext uri="{FF2B5EF4-FFF2-40B4-BE49-F238E27FC236}">
                  <a16:creationId xmlns:a16="http://schemas.microsoft.com/office/drawing/2014/main" id="{49C67EB0-B970-D7E6-03C6-C69452CD6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5304" y="1820551"/>
              <a:ext cx="0" cy="103188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5" name="Line 72">
              <a:extLst>
                <a:ext uri="{FF2B5EF4-FFF2-40B4-BE49-F238E27FC236}">
                  <a16:creationId xmlns:a16="http://schemas.microsoft.com/office/drawing/2014/main" id="{6DB2CFF2-DE7B-821F-3C63-6C2A77B00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34767" y="1811026"/>
              <a:ext cx="0" cy="10160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6" name="Text Box 74">
              <a:extLst>
                <a:ext uri="{FF2B5EF4-FFF2-40B4-BE49-F238E27FC236}">
                  <a16:creationId xmlns:a16="http://schemas.microsoft.com/office/drawing/2014/main" id="{26BB69FF-CB66-5EB1-2E38-05BEAC394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8641" y="2501589"/>
              <a:ext cx="68421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physical</a:t>
              </a:r>
            </a:p>
          </p:txBody>
        </p:sp>
        <p:sp>
          <p:nvSpPr>
            <p:cNvPr id="747" name="Line 78">
              <a:extLst>
                <a:ext uri="{FF2B5EF4-FFF2-40B4-BE49-F238E27FC236}">
                  <a16:creationId xmlns:a16="http://schemas.microsoft.com/office/drawing/2014/main" id="{63304502-E42A-B3C8-A3A6-C71AB20C0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8479" y="2739714"/>
              <a:ext cx="776288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8" name="Line 80">
              <a:extLst>
                <a:ext uri="{FF2B5EF4-FFF2-40B4-BE49-F238E27FC236}">
                  <a16:creationId xmlns:a16="http://schemas.microsoft.com/office/drawing/2014/main" id="{B8F2D8CB-3FEA-2EE5-6822-94C7E7D06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60066" y="2439676"/>
              <a:ext cx="0" cy="103188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9" name="Line 81">
              <a:extLst>
                <a:ext uri="{FF2B5EF4-FFF2-40B4-BE49-F238E27FC236}">
                  <a16:creationId xmlns:a16="http://schemas.microsoft.com/office/drawing/2014/main" id="{17D7525A-9E06-2C5A-CE2D-F97B14147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36354" y="2439676"/>
              <a:ext cx="0" cy="10160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50" name="Freeform 4">
            <a:extLst>
              <a:ext uri="{FF2B5EF4-FFF2-40B4-BE49-F238E27FC236}">
                <a16:creationId xmlns:a16="http://schemas.microsoft.com/office/drawing/2014/main" id="{5A77B3D0-58D8-C8F9-18E9-C284A7407005}"/>
              </a:ext>
            </a:extLst>
          </p:cNvPr>
          <p:cNvSpPr/>
          <p:nvPr/>
        </p:nvSpPr>
        <p:spPr>
          <a:xfrm>
            <a:off x="4324484" y="4007690"/>
            <a:ext cx="3591390" cy="522811"/>
          </a:xfrm>
          <a:custGeom>
            <a:avLst/>
            <a:gdLst>
              <a:gd name="connsiteX0" fmla="*/ 0 w 5874327"/>
              <a:gd name="connsiteY0" fmla="*/ 0 h 277091"/>
              <a:gd name="connsiteX1" fmla="*/ 0 w 5874327"/>
              <a:gd name="connsiteY1" fmla="*/ 277091 h 277091"/>
              <a:gd name="connsiteX2" fmla="*/ 5874327 w 5874327"/>
              <a:gd name="connsiteY2" fmla="*/ 277091 h 277091"/>
              <a:gd name="connsiteX3" fmla="*/ 5874327 w 5874327"/>
              <a:gd name="connsiteY3" fmla="*/ 41564 h 277091"/>
              <a:gd name="connsiteX4" fmla="*/ 5874327 w 5874327"/>
              <a:gd name="connsiteY4" fmla="*/ 41564 h 277091"/>
              <a:gd name="connsiteX0" fmla="*/ 0 w 5881026"/>
              <a:gd name="connsiteY0" fmla="*/ 0 h 277091"/>
              <a:gd name="connsiteX1" fmla="*/ 0 w 5881026"/>
              <a:gd name="connsiteY1" fmla="*/ 277091 h 277091"/>
              <a:gd name="connsiteX2" fmla="*/ 5874327 w 5881026"/>
              <a:gd name="connsiteY2" fmla="*/ 277091 h 277091"/>
              <a:gd name="connsiteX3" fmla="*/ 5874327 w 5881026"/>
              <a:gd name="connsiteY3" fmla="*/ 41564 h 277091"/>
              <a:gd name="connsiteX4" fmla="*/ 5881026 w 5881026"/>
              <a:gd name="connsiteY4" fmla="*/ 48806 h 277091"/>
              <a:gd name="connsiteX0" fmla="*/ 0 w 5881026"/>
              <a:gd name="connsiteY0" fmla="*/ 0 h 277091"/>
              <a:gd name="connsiteX1" fmla="*/ 0 w 5881026"/>
              <a:gd name="connsiteY1" fmla="*/ 277091 h 277091"/>
              <a:gd name="connsiteX2" fmla="*/ 5874327 w 5881026"/>
              <a:gd name="connsiteY2" fmla="*/ 277091 h 277091"/>
              <a:gd name="connsiteX3" fmla="*/ 5874327 w 5881026"/>
              <a:gd name="connsiteY3" fmla="*/ 41564 h 277091"/>
              <a:gd name="connsiteX4" fmla="*/ 5881026 w 5881026"/>
              <a:gd name="connsiteY4" fmla="*/ 30701 h 277091"/>
              <a:gd name="connsiteX0" fmla="*/ 0 w 5874327"/>
              <a:gd name="connsiteY0" fmla="*/ 0 h 277091"/>
              <a:gd name="connsiteX1" fmla="*/ 0 w 5874327"/>
              <a:gd name="connsiteY1" fmla="*/ 277091 h 277091"/>
              <a:gd name="connsiteX2" fmla="*/ 5874327 w 5874327"/>
              <a:gd name="connsiteY2" fmla="*/ 277091 h 277091"/>
              <a:gd name="connsiteX3" fmla="*/ 5874327 w 5874327"/>
              <a:gd name="connsiteY3" fmla="*/ 41564 h 277091"/>
              <a:gd name="connsiteX0" fmla="*/ 0 w 5874327"/>
              <a:gd name="connsiteY0" fmla="*/ 5510 h 282601"/>
              <a:gd name="connsiteX1" fmla="*/ 0 w 5874327"/>
              <a:gd name="connsiteY1" fmla="*/ 282601 h 282601"/>
              <a:gd name="connsiteX2" fmla="*/ 5874327 w 5874327"/>
              <a:gd name="connsiteY2" fmla="*/ 282601 h 282601"/>
              <a:gd name="connsiteX3" fmla="*/ 5864278 w 5874327"/>
              <a:gd name="connsiteY3" fmla="*/ 0 h 28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4327" h="282601">
                <a:moveTo>
                  <a:pt x="0" y="5510"/>
                </a:moveTo>
                <a:lnTo>
                  <a:pt x="0" y="282601"/>
                </a:lnTo>
                <a:lnTo>
                  <a:pt x="5874327" y="282601"/>
                </a:lnTo>
                <a:cubicBezTo>
                  <a:pt x="5874327" y="204092"/>
                  <a:pt x="5863162" y="41065"/>
                  <a:pt x="5864278" y="0"/>
                </a:cubicBezTo>
              </a:path>
            </a:pathLst>
          </a:custGeom>
          <a:noFill/>
          <a:ln w="34925">
            <a:solidFill>
              <a:srgbClr val="0000A8"/>
            </a:solidFill>
            <a:headEnd type="triangle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1" name="Group 750">
            <a:extLst>
              <a:ext uri="{FF2B5EF4-FFF2-40B4-BE49-F238E27FC236}">
                <a16:creationId xmlns:a16="http://schemas.microsoft.com/office/drawing/2014/main" id="{FE3368A4-6237-9670-542C-4C7BCFA004F5}"/>
              </a:ext>
            </a:extLst>
          </p:cNvPr>
          <p:cNvGrpSpPr/>
          <p:nvPr/>
        </p:nvGrpSpPr>
        <p:grpSpPr>
          <a:xfrm>
            <a:off x="1128483" y="3276551"/>
            <a:ext cx="1569900" cy="338554"/>
            <a:chOff x="946500" y="2082812"/>
            <a:chExt cx="1569900" cy="338554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B117EAE7-F3B6-B8C4-6E5A-447035270D02}"/>
                </a:ext>
              </a:extLst>
            </p:cNvPr>
            <p:cNvSpPr/>
            <p:nvPr/>
          </p:nvSpPr>
          <p:spPr>
            <a:xfrm>
              <a:off x="977194" y="2096985"/>
              <a:ext cx="1539206" cy="31141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3" name="TextBox 752">
              <a:extLst>
                <a:ext uri="{FF2B5EF4-FFF2-40B4-BE49-F238E27FC236}">
                  <a16:creationId xmlns:a16="http://schemas.microsoft.com/office/drawing/2014/main" id="{A9C93B7B-6FEE-02DA-8D50-5F3165D78454}"/>
                </a:ext>
              </a:extLst>
            </p:cNvPr>
            <p:cNvSpPr txBox="1"/>
            <p:nvPr/>
          </p:nvSpPr>
          <p:spPr>
            <a:xfrm>
              <a:off x="946500" y="2082812"/>
              <a:ext cx="6159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link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54" name="Group 753">
            <a:extLst>
              <a:ext uri="{FF2B5EF4-FFF2-40B4-BE49-F238E27FC236}">
                <a16:creationId xmlns:a16="http://schemas.microsoft.com/office/drawing/2014/main" id="{03CD77DB-085D-FEC8-8C14-AE48F39A77BC}"/>
              </a:ext>
            </a:extLst>
          </p:cNvPr>
          <p:cNvGrpSpPr/>
          <p:nvPr/>
        </p:nvGrpSpPr>
        <p:grpSpPr>
          <a:xfrm>
            <a:off x="1127053" y="3276863"/>
            <a:ext cx="1642179" cy="339427"/>
            <a:chOff x="8795014" y="27710"/>
            <a:chExt cx="1642179" cy="339427"/>
          </a:xfrm>
        </p:grpSpPr>
        <p:grpSp>
          <p:nvGrpSpPr>
            <p:cNvPr id="755" name="Group 754">
              <a:extLst>
                <a:ext uri="{FF2B5EF4-FFF2-40B4-BE49-F238E27FC236}">
                  <a16:creationId xmlns:a16="http://schemas.microsoft.com/office/drawing/2014/main" id="{B83534EC-232E-3829-9FAC-02BE7D5189AD}"/>
                </a:ext>
              </a:extLst>
            </p:cNvPr>
            <p:cNvGrpSpPr/>
            <p:nvPr/>
          </p:nvGrpSpPr>
          <p:grpSpPr>
            <a:xfrm>
              <a:off x="8795014" y="28583"/>
              <a:ext cx="1569900" cy="338554"/>
              <a:chOff x="946500" y="2082812"/>
              <a:chExt cx="1569900" cy="338554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0A46CE27-E522-1058-AB11-758DB1A6340D}"/>
                  </a:ext>
                </a:extLst>
              </p:cNvPr>
              <p:cNvSpPr/>
              <p:nvPr/>
            </p:nvSpPr>
            <p:spPr>
              <a:xfrm>
                <a:off x="977194" y="2096985"/>
                <a:ext cx="1539206" cy="31141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090C0FD1-4529-1267-0BAF-A870565E4A06}"/>
                  </a:ext>
                </a:extLst>
              </p:cNvPr>
              <p:cNvSpPr txBox="1"/>
              <p:nvPr/>
            </p:nvSpPr>
            <p:spPr>
              <a:xfrm>
                <a:off x="946500" y="2082812"/>
                <a:ext cx="6159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link</a:t>
                </a:r>
                <a:r>
                  <a:rPr kumimoji="0" lang="en-US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  <a:endPara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56" name="Group 755">
              <a:extLst>
                <a:ext uri="{FF2B5EF4-FFF2-40B4-BE49-F238E27FC236}">
                  <a16:creationId xmlns:a16="http://schemas.microsoft.com/office/drawing/2014/main" id="{05DE60E3-5033-9252-3ADD-3A664E941E98}"/>
                </a:ext>
              </a:extLst>
            </p:cNvPr>
            <p:cNvGrpSpPr/>
            <p:nvPr/>
          </p:nvGrpSpPr>
          <p:grpSpPr>
            <a:xfrm>
              <a:off x="9386857" y="27710"/>
              <a:ext cx="1050336" cy="338554"/>
              <a:chOff x="1551732" y="2084406"/>
              <a:chExt cx="1050336" cy="338554"/>
            </a:xfrm>
          </p:grpSpPr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BB4F8E9B-6D91-F493-C1FF-414E663423DD}"/>
                  </a:ext>
                </a:extLst>
              </p:cNvPr>
              <p:cNvSpPr/>
              <p:nvPr/>
            </p:nvSpPr>
            <p:spPr>
              <a:xfrm>
                <a:off x="1568121" y="2133017"/>
                <a:ext cx="925841" cy="246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70C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E0ED72B0-CA1D-D22C-A577-7ECDB9E4655E}"/>
                  </a:ext>
                </a:extLst>
              </p:cNvPr>
              <p:cNvSpPr txBox="1"/>
              <p:nvPr/>
            </p:nvSpPr>
            <p:spPr>
              <a:xfrm>
                <a:off x="1551732" y="2084406"/>
                <a:ext cx="1050336" cy="33855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packet</a:t>
                </a:r>
              </a:p>
            </p:txBody>
          </p:sp>
        </p:grpSp>
      </p:grp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B07ABCB0-0A6B-65C1-4628-66898FF88097}"/>
              </a:ext>
            </a:extLst>
          </p:cNvPr>
          <p:cNvGrpSpPr/>
          <p:nvPr/>
        </p:nvGrpSpPr>
        <p:grpSpPr>
          <a:xfrm>
            <a:off x="1722915" y="2302545"/>
            <a:ext cx="1050336" cy="338554"/>
            <a:chOff x="1551732" y="2084406"/>
            <a:chExt cx="1050336" cy="338554"/>
          </a:xfrm>
        </p:grpSpPr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EEA52955-92EB-BBB2-D6DA-A8C65CA6C497}"/>
                </a:ext>
              </a:extLst>
            </p:cNvPr>
            <p:cNvSpPr/>
            <p:nvPr/>
          </p:nvSpPr>
          <p:spPr>
            <a:xfrm>
              <a:off x="1568121" y="2133017"/>
              <a:ext cx="925841" cy="246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3" name="TextBox 762">
              <a:extLst>
                <a:ext uri="{FF2B5EF4-FFF2-40B4-BE49-F238E27FC236}">
                  <a16:creationId xmlns:a16="http://schemas.microsoft.com/office/drawing/2014/main" id="{BC97348F-501F-8E42-5B80-120673113DD3}"/>
                </a:ext>
              </a:extLst>
            </p:cNvPr>
            <p:cNvSpPr txBox="1"/>
            <p:nvPr/>
          </p:nvSpPr>
          <p:spPr>
            <a:xfrm>
              <a:off x="1551732" y="2084406"/>
              <a:ext cx="1050336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prstClr val="black"/>
                  </a:solidFill>
                  <a:latin typeface="Calibri"/>
                </a:rPr>
                <a:t>packet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64" name="Group 763">
            <a:extLst>
              <a:ext uri="{FF2B5EF4-FFF2-40B4-BE49-F238E27FC236}">
                <a16:creationId xmlns:a16="http://schemas.microsoft.com/office/drawing/2014/main" id="{1BDBFE05-CAC3-8EF5-2E55-90A8B7709B03}"/>
              </a:ext>
            </a:extLst>
          </p:cNvPr>
          <p:cNvGrpSpPr/>
          <p:nvPr/>
        </p:nvGrpSpPr>
        <p:grpSpPr>
          <a:xfrm>
            <a:off x="10059520" y="3259099"/>
            <a:ext cx="1050336" cy="338554"/>
            <a:chOff x="309834" y="1124253"/>
            <a:chExt cx="1050336" cy="338554"/>
          </a:xfrm>
        </p:grpSpPr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FCDA1385-3CCD-ED4A-00D6-4A5C2D5E3189}"/>
                </a:ext>
              </a:extLst>
            </p:cNvPr>
            <p:cNvSpPr/>
            <p:nvPr/>
          </p:nvSpPr>
          <p:spPr>
            <a:xfrm>
              <a:off x="326223" y="1172864"/>
              <a:ext cx="925841" cy="246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6" name="TextBox 765">
              <a:extLst>
                <a:ext uri="{FF2B5EF4-FFF2-40B4-BE49-F238E27FC236}">
                  <a16:creationId xmlns:a16="http://schemas.microsoft.com/office/drawing/2014/main" id="{1153AC4E-309D-A721-7293-F56EC21DDD6C}"/>
                </a:ext>
              </a:extLst>
            </p:cNvPr>
            <p:cNvSpPr txBox="1"/>
            <p:nvPr/>
          </p:nvSpPr>
          <p:spPr>
            <a:xfrm>
              <a:off x="309834" y="1124253"/>
              <a:ext cx="1050336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packet</a:t>
              </a:r>
            </a:p>
          </p:txBody>
        </p:sp>
      </p:grpSp>
      <p:sp>
        <p:nvSpPr>
          <p:cNvPr id="767" name="TextBox 766">
            <a:extLst>
              <a:ext uri="{FF2B5EF4-FFF2-40B4-BE49-F238E27FC236}">
                <a16:creationId xmlns:a16="http://schemas.microsoft.com/office/drawing/2014/main" id="{0FABCD87-74A2-6070-912D-CE2E3139AA14}"/>
              </a:ext>
            </a:extLst>
          </p:cNvPr>
          <p:cNvSpPr txBox="1"/>
          <p:nvPr/>
        </p:nvSpPr>
        <p:spPr>
          <a:xfrm>
            <a:off x="680983" y="4539032"/>
            <a:ext cx="504853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algn="just" rtl="1">
              <a:lnSpc>
                <a:spcPct val="125000"/>
              </a:lnSpc>
              <a:spcBef>
                <a:spcPts val="600"/>
              </a:spcBef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سمت گیرنده: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172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انجام عملیات تشخیص خطا، انتقال مطمئن داده‌ها، کنترل جریان و موارد دیگر</a:t>
            </a:r>
          </a:p>
          <a:p>
            <a:pPr marL="8172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استخراج بسته و دادن آن به لایه بالاتر در سمت گیرنده</a:t>
            </a:r>
          </a:p>
        </p:txBody>
      </p:sp>
    </p:spTree>
    <p:extLst>
      <p:ext uri="{BB962C8B-B14F-4D97-AF65-F5344CB8AC3E}">
        <p14:creationId xmlns:p14="http://schemas.microsoft.com/office/powerpoint/2010/main" val="270180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-2.5E-6 0.1423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023 C 0.00078 0.05555 0.0017 0.11111 0.00261 0.1669 L 0.68633 0.17477 L 0.68633 -0.00301 " pathEditMode="relative" rAng="0" ptsTypes="AAAA">
                                      <p:cBhvr>
                                        <p:cTn id="37" dur="20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10" y="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23 L -0.00039 -0.1384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9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</a:rPr>
              <a:t>مقدمه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4D8A487-77AF-AE28-56B9-708FF15E9ECB}"/>
              </a:ext>
            </a:extLst>
          </p:cNvPr>
          <p:cNvSpPr txBox="1">
            <a:spLocks/>
          </p:cNvSpPr>
          <p:nvPr/>
        </p:nvSpPr>
        <p:spPr>
          <a:xfrm>
            <a:off x="75884" y="1019176"/>
            <a:ext cx="11931781" cy="5722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a-IR" sz="2400" b="1" dirty="0">
                <a:solidFill>
                  <a:srgbClr val="0000FF"/>
                </a:solidFill>
              </a:rPr>
              <a:t>پروتکل‌های پیوندهای با دسترسی چندگانه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653143" y="1515017"/>
            <a:ext cx="115388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انواع پیوند: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17200" lvl="1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نقطه به نقطه</a:t>
            </a:r>
          </a:p>
          <a:p>
            <a:pPr marL="1274400" lvl="2" indent="-144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پیوند بین دو نقطه مانند پیوند بین میزبان و سوئیج اترنت</a:t>
            </a:r>
          </a:p>
          <a:p>
            <a:pPr marL="1274400" lvl="2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PPP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برای دسترسی </a:t>
            </a:r>
            <a:r>
              <a:rPr lang="en-US" sz="1600" b="1" dirty="0" err="1">
                <a:solidFill>
                  <a:srgbClr val="0000FF"/>
                </a:solidFill>
                <a:cs typeface="IRANSans(FaNum)" panose="02040503050201020203" pitchFamily="18" charset="-78"/>
              </a:rPr>
              <a:t>dail</a:t>
            </a:r>
            <a:r>
              <a:rPr lang="en-US" sz="16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-up</a:t>
            </a:r>
            <a:endParaRPr lang="fa-IR" sz="1600" b="1" dirty="0">
              <a:solidFill>
                <a:srgbClr val="0000FF"/>
              </a:solidFill>
              <a:cs typeface="IRANSans(FaNum)" panose="02040503050201020203" pitchFamily="18" charset="-78"/>
            </a:endParaRPr>
          </a:p>
          <a:p>
            <a:pPr marL="817200" lvl="1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دسترسی چندگانه (رسانه مشترک)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1274400" lvl="2" indent="-144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مشترک بین چندین میزبان مانند شبکه قدیمی اترنت</a:t>
            </a:r>
          </a:p>
          <a:p>
            <a:pPr marL="1274400" lvl="2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شبکه محلی بی‌سیم </a:t>
            </a:r>
            <a:r>
              <a:rPr lang="en-US" sz="16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802.11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شبکه موبایل </a:t>
            </a:r>
            <a:r>
              <a:rPr lang="en-US" sz="1600" b="1" dirty="0" err="1">
                <a:solidFill>
                  <a:srgbClr val="0000FF"/>
                </a:solidFill>
                <a:cs typeface="IRANSans(FaNum)" panose="02040503050201020203" pitchFamily="18" charset="-78"/>
              </a:rPr>
              <a:t>4G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یا </a:t>
            </a:r>
            <a:r>
              <a:rPr lang="en-US" sz="1600" b="1" dirty="0" err="1">
                <a:solidFill>
                  <a:srgbClr val="0000FF"/>
                </a:solidFill>
                <a:cs typeface="IRANSans(FaNum)" panose="02040503050201020203" pitchFamily="18" charset="-78"/>
              </a:rPr>
              <a:t>5G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، ماهواره و ...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222BD66-A388-D8C0-F063-4C8D21336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567" y="5780029"/>
            <a:ext cx="1834156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سیم مشترک</a:t>
            </a:r>
          </a:p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(شبکه محلی اترنت قدیمی)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763C99F5-9294-182F-9F79-177BD6DD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657" y="5874933"/>
            <a:ext cx="1835759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کانال رادیویی مشترک</a:t>
            </a:r>
          </a:p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(شبکه محلی بی‌سیم </a:t>
            </a:r>
            <a:r>
              <a:rPr lang="en-US" sz="1200" b="1" i="0" dirty="0" err="1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WiFi</a:t>
            </a: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52013386-4FBF-6114-6134-ACF139601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6507" y="5879702"/>
            <a:ext cx="1457450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کانال رادیویی مشترک</a:t>
            </a:r>
          </a:p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(ارتباطات ماهواره‌ای)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008EDB4D-D970-2E75-A163-EA1BF0664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810" y="5812884"/>
            <a:ext cx="2666586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گردهمایی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(صوت، رسانه مشترک هوا)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5" name="Line 173">
            <a:extLst>
              <a:ext uri="{FF2B5EF4-FFF2-40B4-BE49-F238E27FC236}">
                <a16:creationId xmlns:a16="http://schemas.microsoft.com/office/drawing/2014/main" id="{35752938-E751-FDAC-DFB3-069037FEC7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2938" y="4608454"/>
            <a:ext cx="466725" cy="890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16" name="Line 174">
            <a:extLst>
              <a:ext uri="{FF2B5EF4-FFF2-40B4-BE49-F238E27FC236}">
                <a16:creationId xmlns:a16="http://schemas.microsoft.com/office/drawing/2014/main" id="{DAADF91E-B79D-D447-6A7B-BD7E19882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5475" y="5079941"/>
            <a:ext cx="242888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17" name="Line 175">
            <a:extLst>
              <a:ext uri="{FF2B5EF4-FFF2-40B4-BE49-F238E27FC236}">
                <a16:creationId xmlns:a16="http://schemas.microsoft.com/office/drawing/2014/main" id="{0E9BFE6E-00DD-BF00-6B75-ACBDE65A4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538" y="5416491"/>
            <a:ext cx="1905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18" name="Line 176">
            <a:extLst>
              <a:ext uri="{FF2B5EF4-FFF2-40B4-BE49-F238E27FC236}">
                <a16:creationId xmlns:a16="http://schemas.microsoft.com/office/drawing/2014/main" id="{73B2313D-6F26-EC8A-BBCF-A1A2F71F67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5038" y="4940241"/>
            <a:ext cx="177800" cy="7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grpSp>
        <p:nvGrpSpPr>
          <p:cNvPr id="19" name="Group 382">
            <a:extLst>
              <a:ext uri="{FF2B5EF4-FFF2-40B4-BE49-F238E27FC236}">
                <a16:creationId xmlns:a16="http://schemas.microsoft.com/office/drawing/2014/main" id="{6B1D03DB-9C0D-0709-1938-717B18C6EEDA}"/>
              </a:ext>
            </a:extLst>
          </p:cNvPr>
          <p:cNvGrpSpPr>
            <a:grpSpLocks/>
          </p:cNvGrpSpPr>
          <p:nvPr/>
        </p:nvGrpSpPr>
        <p:grpSpPr bwMode="auto">
          <a:xfrm>
            <a:off x="7127673" y="5487998"/>
            <a:ext cx="288925" cy="220663"/>
            <a:chOff x="2274" y="2821"/>
            <a:chExt cx="215" cy="238"/>
          </a:xfrm>
        </p:grpSpPr>
        <p:sp>
          <p:nvSpPr>
            <p:cNvPr id="20" name="Freeform 383">
              <a:extLst>
                <a:ext uri="{FF2B5EF4-FFF2-40B4-BE49-F238E27FC236}">
                  <a16:creationId xmlns:a16="http://schemas.microsoft.com/office/drawing/2014/main" id="{C357813B-C1EF-55FA-F504-D0A154879C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1" name="Line 384">
              <a:extLst>
                <a:ext uri="{FF2B5EF4-FFF2-40B4-BE49-F238E27FC236}">
                  <a16:creationId xmlns:a16="http://schemas.microsoft.com/office/drawing/2014/main" id="{DBA2E429-BA52-4DD3-2887-B2A8CB59E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2" name="Freeform 385">
              <a:extLst>
                <a:ext uri="{FF2B5EF4-FFF2-40B4-BE49-F238E27FC236}">
                  <a16:creationId xmlns:a16="http://schemas.microsoft.com/office/drawing/2014/main" id="{4A395EAB-6C56-6140-F768-A06FE6417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3" name="Line 386">
              <a:extLst>
                <a:ext uri="{FF2B5EF4-FFF2-40B4-BE49-F238E27FC236}">
                  <a16:creationId xmlns:a16="http://schemas.microsoft.com/office/drawing/2014/main" id="{2669D14B-78C1-5019-0DDF-8C05958269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4" name="Freeform 387">
              <a:extLst>
                <a:ext uri="{FF2B5EF4-FFF2-40B4-BE49-F238E27FC236}">
                  <a16:creationId xmlns:a16="http://schemas.microsoft.com/office/drawing/2014/main" id="{F9EB1C6F-2C08-C338-B8E4-3243987CC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5" name="Line 388">
              <a:extLst>
                <a:ext uri="{FF2B5EF4-FFF2-40B4-BE49-F238E27FC236}">
                  <a16:creationId xmlns:a16="http://schemas.microsoft.com/office/drawing/2014/main" id="{2EC589D8-0057-2D32-2EFF-7F28CA9E5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6" name="Freeform 389">
              <a:extLst>
                <a:ext uri="{FF2B5EF4-FFF2-40B4-BE49-F238E27FC236}">
                  <a16:creationId xmlns:a16="http://schemas.microsoft.com/office/drawing/2014/main" id="{4794C70F-586B-3261-0CDE-A91E65796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7" name="Freeform 390">
              <a:extLst>
                <a:ext uri="{FF2B5EF4-FFF2-40B4-BE49-F238E27FC236}">
                  <a16:creationId xmlns:a16="http://schemas.microsoft.com/office/drawing/2014/main" id="{B12BC749-0EDC-665B-A5D0-9E75ED51B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8" name="Rectangle 391">
              <a:extLst>
                <a:ext uri="{FF2B5EF4-FFF2-40B4-BE49-F238E27FC236}">
                  <a16:creationId xmlns:a16="http://schemas.microsoft.com/office/drawing/2014/main" id="{005F0D2C-B1D5-7FE0-B78D-9CFC0695F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29" name="Freeform 392">
              <a:extLst>
                <a:ext uri="{FF2B5EF4-FFF2-40B4-BE49-F238E27FC236}">
                  <a16:creationId xmlns:a16="http://schemas.microsoft.com/office/drawing/2014/main" id="{B5AB557B-DAE6-BFFE-606C-C631FC6ED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0" name="Line 393">
              <a:extLst>
                <a:ext uri="{FF2B5EF4-FFF2-40B4-BE49-F238E27FC236}">
                  <a16:creationId xmlns:a16="http://schemas.microsoft.com/office/drawing/2014/main" id="{457773EC-FAA2-4FCA-417C-F40F62330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1" name="Line 394">
              <a:extLst>
                <a:ext uri="{FF2B5EF4-FFF2-40B4-BE49-F238E27FC236}">
                  <a16:creationId xmlns:a16="http://schemas.microsoft.com/office/drawing/2014/main" id="{B70C838A-24AE-A254-0C12-7B90F12F3E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2" name="Line 395">
              <a:extLst>
                <a:ext uri="{FF2B5EF4-FFF2-40B4-BE49-F238E27FC236}">
                  <a16:creationId xmlns:a16="http://schemas.microsoft.com/office/drawing/2014/main" id="{E05A3B05-5E44-A260-C94B-752702851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3" name="Freeform 396">
              <a:extLst>
                <a:ext uri="{FF2B5EF4-FFF2-40B4-BE49-F238E27FC236}">
                  <a16:creationId xmlns:a16="http://schemas.microsoft.com/office/drawing/2014/main" id="{994968F4-633C-A787-D576-ECE67ED9B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34" name="Group 398">
            <a:extLst>
              <a:ext uri="{FF2B5EF4-FFF2-40B4-BE49-F238E27FC236}">
                <a16:creationId xmlns:a16="http://schemas.microsoft.com/office/drawing/2014/main" id="{663A09A6-F5E7-B4AD-6AB5-0EB636A1E683}"/>
              </a:ext>
            </a:extLst>
          </p:cNvPr>
          <p:cNvGrpSpPr>
            <a:grpSpLocks/>
          </p:cNvGrpSpPr>
          <p:nvPr/>
        </p:nvGrpSpPr>
        <p:grpSpPr bwMode="auto">
          <a:xfrm>
            <a:off x="7634085" y="5468948"/>
            <a:ext cx="223838" cy="254000"/>
            <a:chOff x="2274" y="2821"/>
            <a:chExt cx="215" cy="238"/>
          </a:xfrm>
        </p:grpSpPr>
        <p:sp>
          <p:nvSpPr>
            <p:cNvPr id="35" name="Freeform 399">
              <a:extLst>
                <a:ext uri="{FF2B5EF4-FFF2-40B4-BE49-F238E27FC236}">
                  <a16:creationId xmlns:a16="http://schemas.microsoft.com/office/drawing/2014/main" id="{21772041-FFA8-8AED-5D09-473A561170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6" name="Line 400">
              <a:extLst>
                <a:ext uri="{FF2B5EF4-FFF2-40B4-BE49-F238E27FC236}">
                  <a16:creationId xmlns:a16="http://schemas.microsoft.com/office/drawing/2014/main" id="{6202E88C-94FB-E13A-A9C1-C56761D91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7" name="Freeform 401">
              <a:extLst>
                <a:ext uri="{FF2B5EF4-FFF2-40B4-BE49-F238E27FC236}">
                  <a16:creationId xmlns:a16="http://schemas.microsoft.com/office/drawing/2014/main" id="{B6329E70-9168-6FEA-DC8E-A73ACDA0D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8" name="Line 402">
              <a:extLst>
                <a:ext uri="{FF2B5EF4-FFF2-40B4-BE49-F238E27FC236}">
                  <a16:creationId xmlns:a16="http://schemas.microsoft.com/office/drawing/2014/main" id="{7685242E-0CE3-E537-89EF-B15E037AE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39" name="Freeform 403">
              <a:extLst>
                <a:ext uri="{FF2B5EF4-FFF2-40B4-BE49-F238E27FC236}">
                  <a16:creationId xmlns:a16="http://schemas.microsoft.com/office/drawing/2014/main" id="{060C4977-1BCD-07FA-2655-79CB3696F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0" name="Line 404">
              <a:extLst>
                <a:ext uri="{FF2B5EF4-FFF2-40B4-BE49-F238E27FC236}">
                  <a16:creationId xmlns:a16="http://schemas.microsoft.com/office/drawing/2014/main" id="{502B2BB9-BB30-BA3F-9D49-F89DD8D82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1" name="Freeform 405">
              <a:extLst>
                <a:ext uri="{FF2B5EF4-FFF2-40B4-BE49-F238E27FC236}">
                  <a16:creationId xmlns:a16="http://schemas.microsoft.com/office/drawing/2014/main" id="{C9DBAB36-98E1-8403-1FF6-1EAEBB13D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2" name="Freeform 406">
              <a:extLst>
                <a:ext uri="{FF2B5EF4-FFF2-40B4-BE49-F238E27FC236}">
                  <a16:creationId xmlns:a16="http://schemas.microsoft.com/office/drawing/2014/main" id="{ECEACA3B-7935-16DC-214C-C066A727E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3" name="Rectangle 407">
              <a:extLst>
                <a:ext uri="{FF2B5EF4-FFF2-40B4-BE49-F238E27FC236}">
                  <a16:creationId xmlns:a16="http://schemas.microsoft.com/office/drawing/2014/main" id="{B8B41D58-A201-45F1-47C0-5A9F227B9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4" name="Freeform 408">
              <a:extLst>
                <a:ext uri="{FF2B5EF4-FFF2-40B4-BE49-F238E27FC236}">
                  <a16:creationId xmlns:a16="http://schemas.microsoft.com/office/drawing/2014/main" id="{3BE772F8-77C8-8EE5-EC58-B80693C07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5" name="Line 409">
              <a:extLst>
                <a:ext uri="{FF2B5EF4-FFF2-40B4-BE49-F238E27FC236}">
                  <a16:creationId xmlns:a16="http://schemas.microsoft.com/office/drawing/2014/main" id="{DFF6F58D-2119-74E2-FCC1-A083C76FD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" name="Line 410">
              <a:extLst>
                <a:ext uri="{FF2B5EF4-FFF2-40B4-BE49-F238E27FC236}">
                  <a16:creationId xmlns:a16="http://schemas.microsoft.com/office/drawing/2014/main" id="{2B9E417E-02A2-2719-8F99-2D5C89BF0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" name="Line 411">
              <a:extLst>
                <a:ext uri="{FF2B5EF4-FFF2-40B4-BE49-F238E27FC236}">
                  <a16:creationId xmlns:a16="http://schemas.microsoft.com/office/drawing/2014/main" id="{60012307-954E-BB00-4BD9-66D7314D3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8" name="Freeform 412">
              <a:extLst>
                <a:ext uri="{FF2B5EF4-FFF2-40B4-BE49-F238E27FC236}">
                  <a16:creationId xmlns:a16="http://schemas.microsoft.com/office/drawing/2014/main" id="{32451C5C-E591-E4B8-15EF-E375695AB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49" name="Group 413">
            <a:extLst>
              <a:ext uri="{FF2B5EF4-FFF2-40B4-BE49-F238E27FC236}">
                <a16:creationId xmlns:a16="http://schemas.microsoft.com/office/drawing/2014/main" id="{65709E0D-4D31-402D-421F-B2635B6024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13498" y="5497523"/>
            <a:ext cx="298450" cy="211138"/>
            <a:chOff x="2274" y="2821"/>
            <a:chExt cx="215" cy="238"/>
          </a:xfrm>
        </p:grpSpPr>
        <p:sp>
          <p:nvSpPr>
            <p:cNvPr id="50" name="Freeform 414">
              <a:extLst>
                <a:ext uri="{FF2B5EF4-FFF2-40B4-BE49-F238E27FC236}">
                  <a16:creationId xmlns:a16="http://schemas.microsoft.com/office/drawing/2014/main" id="{05137CBC-EB3A-1D2B-FAEB-60F9B3A04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1" name="Line 415">
              <a:extLst>
                <a:ext uri="{FF2B5EF4-FFF2-40B4-BE49-F238E27FC236}">
                  <a16:creationId xmlns:a16="http://schemas.microsoft.com/office/drawing/2014/main" id="{D4B6F517-9631-E8BB-6720-191117842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2" name="Freeform 416">
              <a:extLst>
                <a:ext uri="{FF2B5EF4-FFF2-40B4-BE49-F238E27FC236}">
                  <a16:creationId xmlns:a16="http://schemas.microsoft.com/office/drawing/2014/main" id="{D1180A1E-8C23-7ED0-DE4E-3F4A61E7C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3" name="Line 417">
              <a:extLst>
                <a:ext uri="{FF2B5EF4-FFF2-40B4-BE49-F238E27FC236}">
                  <a16:creationId xmlns:a16="http://schemas.microsoft.com/office/drawing/2014/main" id="{ED3476CD-4E80-2024-882D-7DF652020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4" name="Freeform 418">
              <a:extLst>
                <a:ext uri="{FF2B5EF4-FFF2-40B4-BE49-F238E27FC236}">
                  <a16:creationId xmlns:a16="http://schemas.microsoft.com/office/drawing/2014/main" id="{FB80BDE8-6C04-1BD8-46BC-B2C6F22C6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" name="Line 419">
              <a:extLst>
                <a:ext uri="{FF2B5EF4-FFF2-40B4-BE49-F238E27FC236}">
                  <a16:creationId xmlns:a16="http://schemas.microsoft.com/office/drawing/2014/main" id="{BFA4D06D-2AA1-32A3-6560-88741E1B97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6" name="Freeform 420">
              <a:extLst>
                <a:ext uri="{FF2B5EF4-FFF2-40B4-BE49-F238E27FC236}">
                  <a16:creationId xmlns:a16="http://schemas.microsoft.com/office/drawing/2014/main" id="{8E692051-BF00-7553-7DC8-CF395717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7" name="Freeform 421">
              <a:extLst>
                <a:ext uri="{FF2B5EF4-FFF2-40B4-BE49-F238E27FC236}">
                  <a16:creationId xmlns:a16="http://schemas.microsoft.com/office/drawing/2014/main" id="{24ED0395-FC98-CB7A-F8F8-A154A1559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" name="Rectangle 422">
              <a:extLst>
                <a:ext uri="{FF2B5EF4-FFF2-40B4-BE49-F238E27FC236}">
                  <a16:creationId xmlns:a16="http://schemas.microsoft.com/office/drawing/2014/main" id="{0C797DE3-5040-1DFD-EA62-C86013505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9" name="Freeform 423">
              <a:extLst>
                <a:ext uri="{FF2B5EF4-FFF2-40B4-BE49-F238E27FC236}">
                  <a16:creationId xmlns:a16="http://schemas.microsoft.com/office/drawing/2014/main" id="{22C2E49D-29B3-53DE-AA25-99408E88CA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0" name="Line 424">
              <a:extLst>
                <a:ext uri="{FF2B5EF4-FFF2-40B4-BE49-F238E27FC236}">
                  <a16:creationId xmlns:a16="http://schemas.microsoft.com/office/drawing/2014/main" id="{1F3F04D8-BF38-1CA6-B6C9-0B9DA793F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1" name="Line 425">
              <a:extLst>
                <a:ext uri="{FF2B5EF4-FFF2-40B4-BE49-F238E27FC236}">
                  <a16:creationId xmlns:a16="http://schemas.microsoft.com/office/drawing/2014/main" id="{9D14996E-D9EF-C616-5F02-159B8C7C7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2" name="Line 426">
              <a:extLst>
                <a:ext uri="{FF2B5EF4-FFF2-40B4-BE49-F238E27FC236}">
                  <a16:creationId xmlns:a16="http://schemas.microsoft.com/office/drawing/2014/main" id="{6621B008-AED4-78F4-3E56-B40F14B98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3" name="Freeform 427">
              <a:extLst>
                <a:ext uri="{FF2B5EF4-FFF2-40B4-BE49-F238E27FC236}">
                  <a16:creationId xmlns:a16="http://schemas.microsoft.com/office/drawing/2014/main" id="{9D91B0BD-D79D-540F-30EA-437DB86B1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r" rtl="1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rgbClr val="000000"/>
                </a:solidFill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pic>
        <p:nvPicPr>
          <p:cNvPr id="448" name="Picture 429" descr="MMj03957750000[1]">
            <a:extLst>
              <a:ext uri="{FF2B5EF4-FFF2-40B4-BE49-F238E27FC236}">
                <a16:creationId xmlns:a16="http://schemas.microsoft.com/office/drawing/2014/main" id="{3AACF93C-3AE6-87FE-2DC3-1A33938A2C4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723" y="4775211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9" name="Picture 432" descr="cocktail">
            <a:extLst>
              <a:ext uri="{FF2B5EF4-FFF2-40B4-BE49-F238E27FC236}">
                <a16:creationId xmlns:a16="http://schemas.microsoft.com/office/drawing/2014/main" id="{B92A371C-5D7C-764D-9315-F999C17BA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005" y="4694248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" name="Line 434">
            <a:extLst>
              <a:ext uri="{FF2B5EF4-FFF2-40B4-BE49-F238E27FC236}">
                <a16:creationId xmlns:a16="http://schemas.microsoft.com/office/drawing/2014/main" id="{F0E8CE74-152B-AB97-BC5F-E7FC9FA72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450" y="4713229"/>
            <a:ext cx="2428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51" name="Line 435">
            <a:extLst>
              <a:ext uri="{FF2B5EF4-FFF2-40B4-BE49-F238E27FC236}">
                <a16:creationId xmlns:a16="http://schemas.microsoft.com/office/drawing/2014/main" id="{A0D019AC-6C5A-DFAF-F0E7-BE7745C7A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450" y="4713229"/>
            <a:ext cx="2428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52" name="Line 436">
            <a:extLst>
              <a:ext uri="{FF2B5EF4-FFF2-40B4-BE49-F238E27FC236}">
                <a16:creationId xmlns:a16="http://schemas.microsoft.com/office/drawing/2014/main" id="{11364C0B-7987-CF1D-4E45-6EC29DA45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8188" y="5349816"/>
            <a:ext cx="1905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grpSp>
        <p:nvGrpSpPr>
          <p:cNvPr id="453" name="Group 506">
            <a:extLst>
              <a:ext uri="{FF2B5EF4-FFF2-40B4-BE49-F238E27FC236}">
                <a16:creationId xmlns:a16="http://schemas.microsoft.com/office/drawing/2014/main" id="{D634171D-50D9-B1D8-00A0-FC013B10B60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256200" y="5225991"/>
            <a:ext cx="501650" cy="512763"/>
            <a:chOff x="2839" y="3501"/>
            <a:chExt cx="755" cy="803"/>
          </a:xfrm>
        </p:grpSpPr>
        <p:pic>
          <p:nvPicPr>
            <p:cNvPr id="454" name="Picture 507" descr="desktop_computer_stylized_medium">
              <a:extLst>
                <a:ext uri="{FF2B5EF4-FFF2-40B4-BE49-F238E27FC236}">
                  <a16:creationId xmlns:a16="http://schemas.microsoft.com/office/drawing/2014/main" id="{87B4EE97-BE91-78DF-F532-4E76A78AC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5" name="Freeform 508">
              <a:extLst>
                <a:ext uri="{FF2B5EF4-FFF2-40B4-BE49-F238E27FC236}">
                  <a16:creationId xmlns:a16="http://schemas.microsoft.com/office/drawing/2014/main" id="{2D7658EA-F0F9-9345-1F0F-ED68237D0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456" name="Group 621">
            <a:extLst>
              <a:ext uri="{FF2B5EF4-FFF2-40B4-BE49-F238E27FC236}">
                <a16:creationId xmlns:a16="http://schemas.microsoft.com/office/drawing/2014/main" id="{F5051E6A-DD2A-4747-5389-502B796E6674}"/>
              </a:ext>
            </a:extLst>
          </p:cNvPr>
          <p:cNvGrpSpPr>
            <a:grpSpLocks/>
          </p:cNvGrpSpPr>
          <p:nvPr/>
        </p:nvGrpSpPr>
        <p:grpSpPr bwMode="auto">
          <a:xfrm>
            <a:off x="5370862" y="4417677"/>
            <a:ext cx="635000" cy="485775"/>
            <a:chOff x="3061" y="2530"/>
            <a:chExt cx="400" cy="306"/>
          </a:xfrm>
        </p:grpSpPr>
        <p:grpSp>
          <p:nvGrpSpPr>
            <p:cNvPr id="457" name="Group 494">
              <a:extLst>
                <a:ext uri="{FF2B5EF4-FFF2-40B4-BE49-F238E27FC236}">
                  <a16:creationId xmlns:a16="http://schemas.microsoft.com/office/drawing/2014/main" id="{23027B67-73B6-14ED-1FF8-284A906D1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482" name="Freeform 495">
                <a:extLst>
                  <a:ext uri="{FF2B5EF4-FFF2-40B4-BE49-F238E27FC236}">
                    <a16:creationId xmlns:a16="http://schemas.microsoft.com/office/drawing/2014/main" id="{DA8CEE5F-B8C0-4FCC-0D42-6DA92628B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3" name="Freeform 496">
                <a:extLst>
                  <a:ext uri="{FF2B5EF4-FFF2-40B4-BE49-F238E27FC236}">
                    <a16:creationId xmlns:a16="http://schemas.microsoft.com/office/drawing/2014/main" id="{ADCD4939-C8A3-E855-F524-C443E1160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4" name="Freeform 497">
                <a:extLst>
                  <a:ext uri="{FF2B5EF4-FFF2-40B4-BE49-F238E27FC236}">
                    <a16:creationId xmlns:a16="http://schemas.microsoft.com/office/drawing/2014/main" id="{34120008-FF1B-D44E-AFB4-26B89BA85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5" name="Freeform 498">
                <a:extLst>
                  <a:ext uri="{FF2B5EF4-FFF2-40B4-BE49-F238E27FC236}">
                    <a16:creationId xmlns:a16="http://schemas.microsoft.com/office/drawing/2014/main" id="{12060107-B991-BF11-65B2-C46AD3B5D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6" name="Freeform 499">
                <a:extLst>
                  <a:ext uri="{FF2B5EF4-FFF2-40B4-BE49-F238E27FC236}">
                    <a16:creationId xmlns:a16="http://schemas.microsoft.com/office/drawing/2014/main" id="{A1EF7E6C-4774-67D2-8EF9-9314B3C9A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7" name="Freeform 500">
                <a:extLst>
                  <a:ext uri="{FF2B5EF4-FFF2-40B4-BE49-F238E27FC236}">
                    <a16:creationId xmlns:a16="http://schemas.microsoft.com/office/drawing/2014/main" id="{EB46E6DA-5096-61D3-BC4D-4B04E6B10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pic>
          <p:nvPicPr>
            <p:cNvPr id="458" name="Picture 549" descr="laptop_keyboard">
              <a:extLst>
                <a:ext uri="{FF2B5EF4-FFF2-40B4-BE49-F238E27FC236}">
                  <a16:creationId xmlns:a16="http://schemas.microsoft.com/office/drawing/2014/main" id="{D070E2C9-3426-6C2F-3A95-0BA1878E0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550">
              <a:extLst>
                <a:ext uri="{FF2B5EF4-FFF2-40B4-BE49-F238E27FC236}">
                  <a16:creationId xmlns:a16="http://schemas.microsoft.com/office/drawing/2014/main" id="{971B8FA9-1B41-DDD2-1669-58F1AE81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pic>
          <p:nvPicPr>
            <p:cNvPr id="460" name="Picture 551" descr="screen">
              <a:extLst>
                <a:ext uri="{FF2B5EF4-FFF2-40B4-BE49-F238E27FC236}">
                  <a16:creationId xmlns:a16="http://schemas.microsoft.com/office/drawing/2014/main" id="{FF7A176A-51A3-CD85-F185-4BE0B68F7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1" name="Freeform 552">
              <a:extLst>
                <a:ext uri="{FF2B5EF4-FFF2-40B4-BE49-F238E27FC236}">
                  <a16:creationId xmlns:a16="http://schemas.microsoft.com/office/drawing/2014/main" id="{0D622631-04C1-EA4C-F66D-B2A5DA0A7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2" name="Freeform 553">
              <a:extLst>
                <a:ext uri="{FF2B5EF4-FFF2-40B4-BE49-F238E27FC236}">
                  <a16:creationId xmlns:a16="http://schemas.microsoft.com/office/drawing/2014/main" id="{7BED24B4-8BCA-B781-7129-73E2FC7CF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3" name="Freeform 554">
              <a:extLst>
                <a:ext uri="{FF2B5EF4-FFF2-40B4-BE49-F238E27FC236}">
                  <a16:creationId xmlns:a16="http://schemas.microsoft.com/office/drawing/2014/main" id="{6502E9DA-88E0-410F-28AB-18C25EF58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4" name="Freeform 555">
              <a:extLst>
                <a:ext uri="{FF2B5EF4-FFF2-40B4-BE49-F238E27FC236}">
                  <a16:creationId xmlns:a16="http://schemas.microsoft.com/office/drawing/2014/main" id="{FD0A8765-F79B-30FD-3F9A-D2ECB2BE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5" name="Freeform 556">
              <a:extLst>
                <a:ext uri="{FF2B5EF4-FFF2-40B4-BE49-F238E27FC236}">
                  <a16:creationId xmlns:a16="http://schemas.microsoft.com/office/drawing/2014/main" id="{883A2A14-BEAB-BFFF-E1BC-0F69CCCF1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6" name="Freeform 557">
              <a:extLst>
                <a:ext uri="{FF2B5EF4-FFF2-40B4-BE49-F238E27FC236}">
                  <a16:creationId xmlns:a16="http://schemas.microsoft.com/office/drawing/2014/main" id="{90BF45D2-734B-278E-997E-00BAC4002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467" name="Group 558">
              <a:extLst>
                <a:ext uri="{FF2B5EF4-FFF2-40B4-BE49-F238E27FC236}">
                  <a16:creationId xmlns:a16="http://schemas.microsoft.com/office/drawing/2014/main" id="{9C13CE95-2D16-EC0C-FCFC-446F10F73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476" name="Freeform 559">
                <a:extLst>
                  <a:ext uri="{FF2B5EF4-FFF2-40B4-BE49-F238E27FC236}">
                    <a16:creationId xmlns:a16="http://schemas.microsoft.com/office/drawing/2014/main" id="{9C465467-B6B9-5835-CB88-B2EBFA882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7" name="Freeform 560">
                <a:extLst>
                  <a:ext uri="{FF2B5EF4-FFF2-40B4-BE49-F238E27FC236}">
                    <a16:creationId xmlns:a16="http://schemas.microsoft.com/office/drawing/2014/main" id="{256458F7-5723-521C-0E9A-AFDBDCABD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8" name="Freeform 561">
                <a:extLst>
                  <a:ext uri="{FF2B5EF4-FFF2-40B4-BE49-F238E27FC236}">
                    <a16:creationId xmlns:a16="http://schemas.microsoft.com/office/drawing/2014/main" id="{293F6AB7-4DD4-F987-1B40-4621A992C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79" name="Freeform 562">
                <a:extLst>
                  <a:ext uri="{FF2B5EF4-FFF2-40B4-BE49-F238E27FC236}">
                    <a16:creationId xmlns:a16="http://schemas.microsoft.com/office/drawing/2014/main" id="{854D0455-3B8E-8478-1E52-D36F3FA42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0" name="Freeform 563">
                <a:extLst>
                  <a:ext uri="{FF2B5EF4-FFF2-40B4-BE49-F238E27FC236}">
                    <a16:creationId xmlns:a16="http://schemas.microsoft.com/office/drawing/2014/main" id="{E784E753-4D3F-8D24-7382-9AB3C4171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481" name="Freeform 564">
                <a:extLst>
                  <a:ext uri="{FF2B5EF4-FFF2-40B4-BE49-F238E27FC236}">
                    <a16:creationId xmlns:a16="http://schemas.microsoft.com/office/drawing/2014/main" id="{C0148B2F-CA48-4833-07C3-F90657851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468" name="Freeform 565">
              <a:extLst>
                <a:ext uri="{FF2B5EF4-FFF2-40B4-BE49-F238E27FC236}">
                  <a16:creationId xmlns:a16="http://schemas.microsoft.com/office/drawing/2014/main" id="{FE3AA95A-2471-DBD2-8292-44A9655E8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69" name="Freeform 566">
              <a:extLst>
                <a:ext uri="{FF2B5EF4-FFF2-40B4-BE49-F238E27FC236}">
                  <a16:creationId xmlns:a16="http://schemas.microsoft.com/office/drawing/2014/main" id="{7EB21CC5-1F6E-6F75-A990-C146EE7E4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0" name="Freeform 567">
              <a:extLst>
                <a:ext uri="{FF2B5EF4-FFF2-40B4-BE49-F238E27FC236}">
                  <a16:creationId xmlns:a16="http://schemas.microsoft.com/office/drawing/2014/main" id="{4C3CB411-B8CF-79E2-CD68-C049CB79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1" name="Freeform 568">
              <a:extLst>
                <a:ext uri="{FF2B5EF4-FFF2-40B4-BE49-F238E27FC236}">
                  <a16:creationId xmlns:a16="http://schemas.microsoft.com/office/drawing/2014/main" id="{82773B3F-84F0-94FE-9DF8-C3C658EC9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2" name="Freeform 569">
              <a:extLst>
                <a:ext uri="{FF2B5EF4-FFF2-40B4-BE49-F238E27FC236}">
                  <a16:creationId xmlns:a16="http://schemas.microsoft.com/office/drawing/2014/main" id="{542EBA97-3B08-E11C-4678-DD8197571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3" name="Freeform 570">
              <a:extLst>
                <a:ext uri="{FF2B5EF4-FFF2-40B4-BE49-F238E27FC236}">
                  <a16:creationId xmlns:a16="http://schemas.microsoft.com/office/drawing/2014/main" id="{CF5B92C8-DAA1-A1B4-8F00-F6C0E8B3DAC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4" name="Freeform 589">
              <a:extLst>
                <a:ext uri="{FF2B5EF4-FFF2-40B4-BE49-F238E27FC236}">
                  <a16:creationId xmlns:a16="http://schemas.microsoft.com/office/drawing/2014/main" id="{5EDA24B3-2BA0-C9C3-94D7-A86E326F4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75" name="Freeform 590">
              <a:extLst>
                <a:ext uri="{FF2B5EF4-FFF2-40B4-BE49-F238E27FC236}">
                  <a16:creationId xmlns:a16="http://schemas.microsoft.com/office/drawing/2014/main" id="{CEF7FCCC-68C9-2085-90B8-037A0292F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488" name="Group 632">
            <a:extLst>
              <a:ext uri="{FF2B5EF4-FFF2-40B4-BE49-F238E27FC236}">
                <a16:creationId xmlns:a16="http://schemas.microsoft.com/office/drawing/2014/main" id="{4ABE6AF0-F0A3-8BF4-FCA5-E18AEBB2C9B3}"/>
              </a:ext>
            </a:extLst>
          </p:cNvPr>
          <p:cNvGrpSpPr>
            <a:grpSpLocks/>
          </p:cNvGrpSpPr>
          <p:nvPr/>
        </p:nvGrpSpPr>
        <p:grpSpPr bwMode="auto">
          <a:xfrm>
            <a:off x="6258275" y="4585952"/>
            <a:ext cx="536575" cy="401637"/>
            <a:chOff x="3328" y="2543"/>
            <a:chExt cx="338" cy="253"/>
          </a:xfrm>
        </p:grpSpPr>
        <p:grpSp>
          <p:nvGrpSpPr>
            <p:cNvPr id="489" name="Group 487">
              <a:extLst>
                <a:ext uri="{FF2B5EF4-FFF2-40B4-BE49-F238E27FC236}">
                  <a16:creationId xmlns:a16="http://schemas.microsoft.com/office/drawing/2014/main" id="{D7B1C95F-3568-26AD-E747-FFD45B8F43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511" name="Freeform 488">
                <a:extLst>
                  <a:ext uri="{FF2B5EF4-FFF2-40B4-BE49-F238E27FC236}">
                    <a16:creationId xmlns:a16="http://schemas.microsoft.com/office/drawing/2014/main" id="{AE0D4E47-BAC3-5211-934B-2F8E9B9DA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40" name="Freeform 489">
                <a:extLst>
                  <a:ext uri="{FF2B5EF4-FFF2-40B4-BE49-F238E27FC236}">
                    <a16:creationId xmlns:a16="http://schemas.microsoft.com/office/drawing/2014/main" id="{9F6EEC5D-8666-B787-21DA-E0FF5AF20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41" name="Freeform 490">
                <a:extLst>
                  <a:ext uri="{FF2B5EF4-FFF2-40B4-BE49-F238E27FC236}">
                    <a16:creationId xmlns:a16="http://schemas.microsoft.com/office/drawing/2014/main" id="{1B046122-3169-E873-476D-9CD980E87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42" name="Freeform 491">
                <a:extLst>
                  <a:ext uri="{FF2B5EF4-FFF2-40B4-BE49-F238E27FC236}">
                    <a16:creationId xmlns:a16="http://schemas.microsoft.com/office/drawing/2014/main" id="{02DC118A-C0B6-7888-5ABE-9D6252E5B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43" name="Freeform 492">
                <a:extLst>
                  <a:ext uri="{FF2B5EF4-FFF2-40B4-BE49-F238E27FC236}">
                    <a16:creationId xmlns:a16="http://schemas.microsoft.com/office/drawing/2014/main" id="{682F616D-78DC-D8B1-5AD2-178C75D1A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44" name="Freeform 493">
                <a:extLst>
                  <a:ext uri="{FF2B5EF4-FFF2-40B4-BE49-F238E27FC236}">
                    <a16:creationId xmlns:a16="http://schemas.microsoft.com/office/drawing/2014/main" id="{A07C997D-9FD4-BB46-3E34-C3AB1F6CE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pic>
          <p:nvPicPr>
            <p:cNvPr id="490" name="Picture 571" descr="laptop_keyboard">
              <a:extLst>
                <a:ext uri="{FF2B5EF4-FFF2-40B4-BE49-F238E27FC236}">
                  <a16:creationId xmlns:a16="http://schemas.microsoft.com/office/drawing/2014/main" id="{F41838EA-5141-757F-3D7C-A78E7D2132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Freeform 572">
              <a:extLst>
                <a:ext uri="{FF2B5EF4-FFF2-40B4-BE49-F238E27FC236}">
                  <a16:creationId xmlns:a16="http://schemas.microsoft.com/office/drawing/2014/main" id="{9C4A5DEB-824E-074D-7AFE-6C0B0844E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pic>
          <p:nvPicPr>
            <p:cNvPr id="492" name="Picture 573" descr="screen">
              <a:extLst>
                <a:ext uri="{FF2B5EF4-FFF2-40B4-BE49-F238E27FC236}">
                  <a16:creationId xmlns:a16="http://schemas.microsoft.com/office/drawing/2014/main" id="{A3980C5F-CEB3-6A09-27C5-CF1D16B8B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574">
              <a:extLst>
                <a:ext uri="{FF2B5EF4-FFF2-40B4-BE49-F238E27FC236}">
                  <a16:creationId xmlns:a16="http://schemas.microsoft.com/office/drawing/2014/main" id="{03682B55-4BE7-A1BA-F60C-C7D1F509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94" name="Freeform 575">
              <a:extLst>
                <a:ext uri="{FF2B5EF4-FFF2-40B4-BE49-F238E27FC236}">
                  <a16:creationId xmlns:a16="http://schemas.microsoft.com/office/drawing/2014/main" id="{F1494B9E-2866-0930-F649-52E0A8E05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95" name="Freeform 576">
              <a:extLst>
                <a:ext uri="{FF2B5EF4-FFF2-40B4-BE49-F238E27FC236}">
                  <a16:creationId xmlns:a16="http://schemas.microsoft.com/office/drawing/2014/main" id="{6C7FB834-A5F2-D0DE-7B7E-98C7996CB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96" name="Freeform 577">
              <a:extLst>
                <a:ext uri="{FF2B5EF4-FFF2-40B4-BE49-F238E27FC236}">
                  <a16:creationId xmlns:a16="http://schemas.microsoft.com/office/drawing/2014/main" id="{05EEABA4-B8AE-8DC1-FDA3-B66876CBD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97" name="Freeform 578">
              <a:extLst>
                <a:ext uri="{FF2B5EF4-FFF2-40B4-BE49-F238E27FC236}">
                  <a16:creationId xmlns:a16="http://schemas.microsoft.com/office/drawing/2014/main" id="{76D07D71-7399-16E7-C607-80C4083BB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498" name="Freeform 579">
              <a:extLst>
                <a:ext uri="{FF2B5EF4-FFF2-40B4-BE49-F238E27FC236}">
                  <a16:creationId xmlns:a16="http://schemas.microsoft.com/office/drawing/2014/main" id="{D27D3826-A974-E9D7-6075-76BFD4334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499" name="Group 580">
              <a:extLst>
                <a:ext uri="{FF2B5EF4-FFF2-40B4-BE49-F238E27FC236}">
                  <a16:creationId xmlns:a16="http://schemas.microsoft.com/office/drawing/2014/main" id="{2AC38B3E-BE85-160E-4408-3911684737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504" name="Freeform 581">
                <a:extLst>
                  <a:ext uri="{FF2B5EF4-FFF2-40B4-BE49-F238E27FC236}">
                    <a16:creationId xmlns:a16="http://schemas.microsoft.com/office/drawing/2014/main" id="{251FDB95-4789-002C-E879-92FF49081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5" name="Freeform 582">
                <a:extLst>
                  <a:ext uri="{FF2B5EF4-FFF2-40B4-BE49-F238E27FC236}">
                    <a16:creationId xmlns:a16="http://schemas.microsoft.com/office/drawing/2014/main" id="{44F36175-1568-F420-B64D-CF19F1AF5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6" name="Freeform 583">
                <a:extLst>
                  <a:ext uri="{FF2B5EF4-FFF2-40B4-BE49-F238E27FC236}">
                    <a16:creationId xmlns:a16="http://schemas.microsoft.com/office/drawing/2014/main" id="{A27363E6-2686-5066-2A76-C8210ED97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7" name="Freeform 584">
                <a:extLst>
                  <a:ext uri="{FF2B5EF4-FFF2-40B4-BE49-F238E27FC236}">
                    <a16:creationId xmlns:a16="http://schemas.microsoft.com/office/drawing/2014/main" id="{45A5E6F0-6354-D91B-B0BB-1AE980EC0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08" name="Freeform 585">
                <a:extLst>
                  <a:ext uri="{FF2B5EF4-FFF2-40B4-BE49-F238E27FC236}">
                    <a16:creationId xmlns:a16="http://schemas.microsoft.com/office/drawing/2014/main" id="{DB3270C5-07D8-189A-9727-E1BE2D25F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10" name="Freeform 586">
                <a:extLst>
                  <a:ext uri="{FF2B5EF4-FFF2-40B4-BE49-F238E27FC236}">
                    <a16:creationId xmlns:a16="http://schemas.microsoft.com/office/drawing/2014/main" id="{CEC60237-98B0-1C8E-C477-CBD4ACF3A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00" name="Freeform 587">
              <a:extLst>
                <a:ext uri="{FF2B5EF4-FFF2-40B4-BE49-F238E27FC236}">
                  <a16:creationId xmlns:a16="http://schemas.microsoft.com/office/drawing/2014/main" id="{16BD38D9-EAED-6F85-88B7-10D2935A3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01" name="Freeform 588">
              <a:extLst>
                <a:ext uri="{FF2B5EF4-FFF2-40B4-BE49-F238E27FC236}">
                  <a16:creationId xmlns:a16="http://schemas.microsoft.com/office/drawing/2014/main" id="{BF9AA8A3-CB5F-2568-4CE4-04D6B4DB9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02" name="Freeform 591">
              <a:extLst>
                <a:ext uri="{FF2B5EF4-FFF2-40B4-BE49-F238E27FC236}">
                  <a16:creationId xmlns:a16="http://schemas.microsoft.com/office/drawing/2014/main" id="{DE8DF636-8E00-F8F7-63B6-B52F687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03" name="Freeform 592">
              <a:extLst>
                <a:ext uri="{FF2B5EF4-FFF2-40B4-BE49-F238E27FC236}">
                  <a16:creationId xmlns:a16="http://schemas.microsoft.com/office/drawing/2014/main" id="{2AF99449-E2C2-D3B9-F2DC-17977387389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45" name="Group 631">
            <a:extLst>
              <a:ext uri="{FF2B5EF4-FFF2-40B4-BE49-F238E27FC236}">
                <a16:creationId xmlns:a16="http://schemas.microsoft.com/office/drawing/2014/main" id="{9A2EE2EE-D5AD-89A2-477B-5AF26F1F7CB9}"/>
              </a:ext>
            </a:extLst>
          </p:cNvPr>
          <p:cNvGrpSpPr>
            <a:grpSpLocks/>
          </p:cNvGrpSpPr>
          <p:nvPr/>
        </p:nvGrpSpPr>
        <p:grpSpPr bwMode="auto">
          <a:xfrm>
            <a:off x="5640737" y="4846302"/>
            <a:ext cx="585788" cy="419100"/>
            <a:chOff x="5096" y="2218"/>
            <a:chExt cx="369" cy="264"/>
          </a:xfrm>
        </p:grpSpPr>
        <p:grpSp>
          <p:nvGrpSpPr>
            <p:cNvPr id="646" name="Group 622">
              <a:extLst>
                <a:ext uri="{FF2B5EF4-FFF2-40B4-BE49-F238E27FC236}">
                  <a16:creationId xmlns:a16="http://schemas.microsoft.com/office/drawing/2014/main" id="{A52C903F-4875-14E7-6ACC-7E2D4B0545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649" name="Freeform 623">
                <a:extLst>
                  <a:ext uri="{FF2B5EF4-FFF2-40B4-BE49-F238E27FC236}">
                    <a16:creationId xmlns:a16="http://schemas.microsoft.com/office/drawing/2014/main" id="{F0E014CA-3544-1B1A-B2DC-C2BF5FD40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rgbClr val="000000"/>
                  </a:solidFill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50" name="Freeform 624">
                <a:extLst>
                  <a:ext uri="{FF2B5EF4-FFF2-40B4-BE49-F238E27FC236}">
                    <a16:creationId xmlns:a16="http://schemas.microsoft.com/office/drawing/2014/main" id="{76343A76-E87C-88C2-2F93-32BD4ABDF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rgbClr val="000000"/>
                  </a:solidFill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51" name="Freeform 625">
                <a:extLst>
                  <a:ext uri="{FF2B5EF4-FFF2-40B4-BE49-F238E27FC236}">
                    <a16:creationId xmlns:a16="http://schemas.microsoft.com/office/drawing/2014/main" id="{FF01D4A1-9168-E0FE-941E-7921189C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rgbClr val="000000"/>
                  </a:solidFill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52" name="Freeform 626">
                <a:extLst>
                  <a:ext uri="{FF2B5EF4-FFF2-40B4-BE49-F238E27FC236}">
                    <a16:creationId xmlns:a16="http://schemas.microsoft.com/office/drawing/2014/main" id="{70A77D8F-11AC-5601-38F5-C6E2A5F79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rgbClr val="000000"/>
                  </a:solidFill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53" name="Freeform 627">
                <a:extLst>
                  <a:ext uri="{FF2B5EF4-FFF2-40B4-BE49-F238E27FC236}">
                    <a16:creationId xmlns:a16="http://schemas.microsoft.com/office/drawing/2014/main" id="{CFAFCC0D-DB6C-E720-3EC4-19D8E49F0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rgbClr val="000000"/>
                  </a:solidFill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54" name="Freeform 628">
                <a:extLst>
                  <a:ext uri="{FF2B5EF4-FFF2-40B4-BE49-F238E27FC236}">
                    <a16:creationId xmlns:a16="http://schemas.microsoft.com/office/drawing/2014/main" id="{CA98F2C5-30BB-3AD1-3CDF-ADA505FEA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solidFill>
                    <a:srgbClr val="000000"/>
                  </a:solidFill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pic>
          <p:nvPicPr>
            <p:cNvPr id="647" name="Picture 629" descr="access_point_stylized_small">
              <a:extLst>
                <a:ext uri="{FF2B5EF4-FFF2-40B4-BE49-F238E27FC236}">
                  <a16:creationId xmlns:a16="http://schemas.microsoft.com/office/drawing/2014/main" id="{58610CC7-6B9F-006F-7CB2-6588DF488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8" name="Picture 630" descr="access_point_stylized_small">
              <a:extLst>
                <a:ext uri="{FF2B5EF4-FFF2-40B4-BE49-F238E27FC236}">
                  <a16:creationId xmlns:a16="http://schemas.microsoft.com/office/drawing/2014/main" id="{BC3A0BC6-A763-CFCF-5370-3B310C922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55" name="Group 633">
            <a:extLst>
              <a:ext uri="{FF2B5EF4-FFF2-40B4-BE49-F238E27FC236}">
                <a16:creationId xmlns:a16="http://schemas.microsoft.com/office/drawing/2014/main" id="{28E776F7-71E9-707C-D4EA-A76F5F1B172D}"/>
              </a:ext>
            </a:extLst>
          </p:cNvPr>
          <p:cNvGrpSpPr>
            <a:grpSpLocks/>
          </p:cNvGrpSpPr>
          <p:nvPr/>
        </p:nvGrpSpPr>
        <p:grpSpPr bwMode="auto">
          <a:xfrm>
            <a:off x="5342287" y="5271752"/>
            <a:ext cx="635000" cy="485775"/>
            <a:chOff x="3061" y="2530"/>
            <a:chExt cx="400" cy="306"/>
          </a:xfrm>
        </p:grpSpPr>
        <p:grpSp>
          <p:nvGrpSpPr>
            <p:cNvPr id="656" name="Group 634">
              <a:extLst>
                <a:ext uri="{FF2B5EF4-FFF2-40B4-BE49-F238E27FC236}">
                  <a16:creationId xmlns:a16="http://schemas.microsoft.com/office/drawing/2014/main" id="{6E442B51-F91C-6E7E-F1BF-93BF6132F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681" name="Freeform 635">
                <a:extLst>
                  <a:ext uri="{FF2B5EF4-FFF2-40B4-BE49-F238E27FC236}">
                    <a16:creationId xmlns:a16="http://schemas.microsoft.com/office/drawing/2014/main" id="{13251510-BB0C-C100-ACCF-747AC7EFA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2" name="Freeform 636">
                <a:extLst>
                  <a:ext uri="{FF2B5EF4-FFF2-40B4-BE49-F238E27FC236}">
                    <a16:creationId xmlns:a16="http://schemas.microsoft.com/office/drawing/2014/main" id="{0AA608BE-5611-25CF-5D3D-080CE19B1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3" name="Freeform 637">
                <a:extLst>
                  <a:ext uri="{FF2B5EF4-FFF2-40B4-BE49-F238E27FC236}">
                    <a16:creationId xmlns:a16="http://schemas.microsoft.com/office/drawing/2014/main" id="{D442180D-D153-ADD8-6400-1CC613B91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4" name="Freeform 638">
                <a:extLst>
                  <a:ext uri="{FF2B5EF4-FFF2-40B4-BE49-F238E27FC236}">
                    <a16:creationId xmlns:a16="http://schemas.microsoft.com/office/drawing/2014/main" id="{6631439F-2A93-2BF7-AB89-C7214C412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5" name="Freeform 639">
                <a:extLst>
                  <a:ext uri="{FF2B5EF4-FFF2-40B4-BE49-F238E27FC236}">
                    <a16:creationId xmlns:a16="http://schemas.microsoft.com/office/drawing/2014/main" id="{09E67D70-7CAD-E415-E7F3-5C46FBF67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6" name="Freeform 640">
                <a:extLst>
                  <a:ext uri="{FF2B5EF4-FFF2-40B4-BE49-F238E27FC236}">
                    <a16:creationId xmlns:a16="http://schemas.microsoft.com/office/drawing/2014/main" id="{D87AF311-6ED7-6B77-8462-D4602EEC0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pic>
          <p:nvPicPr>
            <p:cNvPr id="657" name="Picture 641" descr="laptop_keyboard">
              <a:extLst>
                <a:ext uri="{FF2B5EF4-FFF2-40B4-BE49-F238E27FC236}">
                  <a16:creationId xmlns:a16="http://schemas.microsoft.com/office/drawing/2014/main" id="{786AC962-65AF-467B-0F2C-31B1C613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8" name="Freeform 642">
              <a:extLst>
                <a:ext uri="{FF2B5EF4-FFF2-40B4-BE49-F238E27FC236}">
                  <a16:creationId xmlns:a16="http://schemas.microsoft.com/office/drawing/2014/main" id="{33E69371-5A3B-2685-DBBC-9132DFA80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pic>
          <p:nvPicPr>
            <p:cNvPr id="659" name="Picture 643" descr="screen">
              <a:extLst>
                <a:ext uri="{FF2B5EF4-FFF2-40B4-BE49-F238E27FC236}">
                  <a16:creationId xmlns:a16="http://schemas.microsoft.com/office/drawing/2014/main" id="{F8946FFC-416B-400A-E05A-110BC3C775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0" name="Freeform 644">
              <a:extLst>
                <a:ext uri="{FF2B5EF4-FFF2-40B4-BE49-F238E27FC236}">
                  <a16:creationId xmlns:a16="http://schemas.microsoft.com/office/drawing/2014/main" id="{8F8845CB-FC0C-062F-79DA-0DB9CC371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1" name="Freeform 645">
              <a:extLst>
                <a:ext uri="{FF2B5EF4-FFF2-40B4-BE49-F238E27FC236}">
                  <a16:creationId xmlns:a16="http://schemas.microsoft.com/office/drawing/2014/main" id="{1EF48F79-453A-C5EF-C43F-5ADD4AADB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2" name="Freeform 646">
              <a:extLst>
                <a:ext uri="{FF2B5EF4-FFF2-40B4-BE49-F238E27FC236}">
                  <a16:creationId xmlns:a16="http://schemas.microsoft.com/office/drawing/2014/main" id="{0DB5E7FE-220B-908B-6A11-F557E1660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3" name="Freeform 647">
              <a:extLst>
                <a:ext uri="{FF2B5EF4-FFF2-40B4-BE49-F238E27FC236}">
                  <a16:creationId xmlns:a16="http://schemas.microsoft.com/office/drawing/2014/main" id="{45094C8A-C4FF-A52B-1464-B55828394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4" name="Freeform 648">
              <a:extLst>
                <a:ext uri="{FF2B5EF4-FFF2-40B4-BE49-F238E27FC236}">
                  <a16:creationId xmlns:a16="http://schemas.microsoft.com/office/drawing/2014/main" id="{222212E0-947F-4528-2A2B-EDD66445C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5" name="Freeform 649">
              <a:extLst>
                <a:ext uri="{FF2B5EF4-FFF2-40B4-BE49-F238E27FC236}">
                  <a16:creationId xmlns:a16="http://schemas.microsoft.com/office/drawing/2014/main" id="{5A8A4C4A-C61C-8246-26ED-F188D7DF3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666" name="Group 650">
              <a:extLst>
                <a:ext uri="{FF2B5EF4-FFF2-40B4-BE49-F238E27FC236}">
                  <a16:creationId xmlns:a16="http://schemas.microsoft.com/office/drawing/2014/main" id="{B92A081C-7F9C-6CB8-6441-9A03313A2F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675" name="Freeform 651">
                <a:extLst>
                  <a:ext uri="{FF2B5EF4-FFF2-40B4-BE49-F238E27FC236}">
                    <a16:creationId xmlns:a16="http://schemas.microsoft.com/office/drawing/2014/main" id="{0E1BB716-6C48-EC04-B7EC-B625CA39B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76" name="Freeform 652">
                <a:extLst>
                  <a:ext uri="{FF2B5EF4-FFF2-40B4-BE49-F238E27FC236}">
                    <a16:creationId xmlns:a16="http://schemas.microsoft.com/office/drawing/2014/main" id="{AB891BAF-32AC-C9C6-4400-E687B33E7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77" name="Freeform 653">
                <a:extLst>
                  <a:ext uri="{FF2B5EF4-FFF2-40B4-BE49-F238E27FC236}">
                    <a16:creationId xmlns:a16="http://schemas.microsoft.com/office/drawing/2014/main" id="{C54D6C0D-80AB-FA5B-E39F-DCCC9E921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78" name="Freeform 654">
                <a:extLst>
                  <a:ext uri="{FF2B5EF4-FFF2-40B4-BE49-F238E27FC236}">
                    <a16:creationId xmlns:a16="http://schemas.microsoft.com/office/drawing/2014/main" id="{B7419DF9-B874-BBC7-C021-1D3B17A41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79" name="Freeform 655">
                <a:extLst>
                  <a:ext uri="{FF2B5EF4-FFF2-40B4-BE49-F238E27FC236}">
                    <a16:creationId xmlns:a16="http://schemas.microsoft.com/office/drawing/2014/main" id="{AF084957-5958-55B7-DBB9-01E880C6C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80" name="Freeform 656">
                <a:extLst>
                  <a:ext uri="{FF2B5EF4-FFF2-40B4-BE49-F238E27FC236}">
                    <a16:creationId xmlns:a16="http://schemas.microsoft.com/office/drawing/2014/main" id="{1F549C43-F355-9100-7CF4-F597CF089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667" name="Freeform 657">
              <a:extLst>
                <a:ext uri="{FF2B5EF4-FFF2-40B4-BE49-F238E27FC236}">
                  <a16:creationId xmlns:a16="http://schemas.microsoft.com/office/drawing/2014/main" id="{82681BC2-ED13-43BE-CDDB-F9C64A7E3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8" name="Freeform 658">
              <a:extLst>
                <a:ext uri="{FF2B5EF4-FFF2-40B4-BE49-F238E27FC236}">
                  <a16:creationId xmlns:a16="http://schemas.microsoft.com/office/drawing/2014/main" id="{84EE3CA9-83FD-151D-8D34-525E65398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69" name="Freeform 659">
              <a:extLst>
                <a:ext uri="{FF2B5EF4-FFF2-40B4-BE49-F238E27FC236}">
                  <a16:creationId xmlns:a16="http://schemas.microsoft.com/office/drawing/2014/main" id="{18CD145C-A379-26D2-5A03-BFB0F71F2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70" name="Freeform 660">
              <a:extLst>
                <a:ext uri="{FF2B5EF4-FFF2-40B4-BE49-F238E27FC236}">
                  <a16:creationId xmlns:a16="http://schemas.microsoft.com/office/drawing/2014/main" id="{C3FCC1B4-8DFB-06F7-5D9B-BA485BC8B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71" name="Freeform 661">
              <a:extLst>
                <a:ext uri="{FF2B5EF4-FFF2-40B4-BE49-F238E27FC236}">
                  <a16:creationId xmlns:a16="http://schemas.microsoft.com/office/drawing/2014/main" id="{8CB4C710-DDE5-AA38-D791-C3835A705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72" name="Freeform 662">
              <a:extLst>
                <a:ext uri="{FF2B5EF4-FFF2-40B4-BE49-F238E27FC236}">
                  <a16:creationId xmlns:a16="http://schemas.microsoft.com/office/drawing/2014/main" id="{7F33CB32-2252-A103-E86F-E9371A45360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73" name="Freeform 663">
              <a:extLst>
                <a:ext uri="{FF2B5EF4-FFF2-40B4-BE49-F238E27FC236}">
                  <a16:creationId xmlns:a16="http://schemas.microsoft.com/office/drawing/2014/main" id="{E58C6030-D034-584B-5D80-992A569E8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674" name="Freeform 664">
              <a:extLst>
                <a:ext uri="{FF2B5EF4-FFF2-40B4-BE49-F238E27FC236}">
                  <a16:creationId xmlns:a16="http://schemas.microsoft.com/office/drawing/2014/main" id="{CA171136-5034-376C-1149-FC23EAAC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87" name="Group 665">
            <a:extLst>
              <a:ext uri="{FF2B5EF4-FFF2-40B4-BE49-F238E27FC236}">
                <a16:creationId xmlns:a16="http://schemas.microsoft.com/office/drawing/2014/main" id="{A7085299-57A4-F7C6-F407-F16E1103781F}"/>
              </a:ext>
            </a:extLst>
          </p:cNvPr>
          <p:cNvGrpSpPr>
            <a:grpSpLocks/>
          </p:cNvGrpSpPr>
          <p:nvPr/>
        </p:nvGrpSpPr>
        <p:grpSpPr bwMode="auto">
          <a:xfrm>
            <a:off x="5824887" y="5327314"/>
            <a:ext cx="635000" cy="485775"/>
            <a:chOff x="3061" y="2530"/>
            <a:chExt cx="400" cy="306"/>
          </a:xfrm>
        </p:grpSpPr>
        <p:grpSp>
          <p:nvGrpSpPr>
            <p:cNvPr id="688" name="Group 666">
              <a:extLst>
                <a:ext uri="{FF2B5EF4-FFF2-40B4-BE49-F238E27FC236}">
                  <a16:creationId xmlns:a16="http://schemas.microsoft.com/office/drawing/2014/main" id="{B134FBA3-EB6D-1426-36C3-F4207A0F4E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91" name="Freeform 667">
                <a:extLst>
                  <a:ext uri="{FF2B5EF4-FFF2-40B4-BE49-F238E27FC236}">
                    <a16:creationId xmlns:a16="http://schemas.microsoft.com/office/drawing/2014/main" id="{1908FCEC-A203-CEF0-49DC-54292C000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2" name="Freeform 668">
                <a:extLst>
                  <a:ext uri="{FF2B5EF4-FFF2-40B4-BE49-F238E27FC236}">
                    <a16:creationId xmlns:a16="http://schemas.microsoft.com/office/drawing/2014/main" id="{36FD8D00-3EC6-EEDC-8B9A-3D0DC524B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3" name="Freeform 669">
                <a:extLst>
                  <a:ext uri="{FF2B5EF4-FFF2-40B4-BE49-F238E27FC236}">
                    <a16:creationId xmlns:a16="http://schemas.microsoft.com/office/drawing/2014/main" id="{220D7E74-F278-7DD8-32B0-9797E8D46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4" name="Freeform 670">
                <a:extLst>
                  <a:ext uri="{FF2B5EF4-FFF2-40B4-BE49-F238E27FC236}">
                    <a16:creationId xmlns:a16="http://schemas.microsoft.com/office/drawing/2014/main" id="{2A01FC86-6EF9-BB84-6BDD-299B749FB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5" name="Freeform 671">
                <a:extLst>
                  <a:ext uri="{FF2B5EF4-FFF2-40B4-BE49-F238E27FC236}">
                    <a16:creationId xmlns:a16="http://schemas.microsoft.com/office/drawing/2014/main" id="{1C862923-9882-8C7B-A8D9-0A6E86755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6" name="Freeform 672">
                <a:extLst>
                  <a:ext uri="{FF2B5EF4-FFF2-40B4-BE49-F238E27FC236}">
                    <a16:creationId xmlns:a16="http://schemas.microsoft.com/office/drawing/2014/main" id="{91375FB2-82B7-E5A7-F5C8-D56419DDA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pic>
          <p:nvPicPr>
            <p:cNvPr id="689" name="Picture 673" descr="laptop_keyboard">
              <a:extLst>
                <a:ext uri="{FF2B5EF4-FFF2-40B4-BE49-F238E27FC236}">
                  <a16:creationId xmlns:a16="http://schemas.microsoft.com/office/drawing/2014/main" id="{C22D5A33-D056-2F65-9D9D-FD7B46957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" name="Freeform 674">
              <a:extLst>
                <a:ext uri="{FF2B5EF4-FFF2-40B4-BE49-F238E27FC236}">
                  <a16:creationId xmlns:a16="http://schemas.microsoft.com/office/drawing/2014/main" id="{75C6F795-A6EE-9AB4-2B2A-55A3AE797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pic>
          <p:nvPicPr>
            <p:cNvPr id="769" name="Picture 675" descr="screen">
              <a:extLst>
                <a:ext uri="{FF2B5EF4-FFF2-40B4-BE49-F238E27FC236}">
                  <a16:creationId xmlns:a16="http://schemas.microsoft.com/office/drawing/2014/main" id="{BA4405ED-3633-8626-A9EE-F759968016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0" name="Freeform 676">
              <a:extLst>
                <a:ext uri="{FF2B5EF4-FFF2-40B4-BE49-F238E27FC236}">
                  <a16:creationId xmlns:a16="http://schemas.microsoft.com/office/drawing/2014/main" id="{A19792D7-3C48-AB39-9BCF-DF5063C83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1" name="Freeform 677">
              <a:extLst>
                <a:ext uri="{FF2B5EF4-FFF2-40B4-BE49-F238E27FC236}">
                  <a16:creationId xmlns:a16="http://schemas.microsoft.com/office/drawing/2014/main" id="{FA19D733-F108-598C-ABD4-EEBDEEAE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2" name="Freeform 678">
              <a:extLst>
                <a:ext uri="{FF2B5EF4-FFF2-40B4-BE49-F238E27FC236}">
                  <a16:creationId xmlns:a16="http://schemas.microsoft.com/office/drawing/2014/main" id="{D6BC65DD-E027-ED9B-4669-4D3277905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3" name="Freeform 679">
              <a:extLst>
                <a:ext uri="{FF2B5EF4-FFF2-40B4-BE49-F238E27FC236}">
                  <a16:creationId xmlns:a16="http://schemas.microsoft.com/office/drawing/2014/main" id="{C5A2BDDE-EC86-7E62-F3DB-4DFC35F7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4" name="Freeform 680">
              <a:extLst>
                <a:ext uri="{FF2B5EF4-FFF2-40B4-BE49-F238E27FC236}">
                  <a16:creationId xmlns:a16="http://schemas.microsoft.com/office/drawing/2014/main" id="{BCBE3F1A-F186-3F6E-00C0-CAA258072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5" name="Freeform 681">
              <a:extLst>
                <a:ext uri="{FF2B5EF4-FFF2-40B4-BE49-F238E27FC236}">
                  <a16:creationId xmlns:a16="http://schemas.microsoft.com/office/drawing/2014/main" id="{BB23DC65-EAE1-A970-8C7A-92A461C4C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776" name="Group 682">
              <a:extLst>
                <a:ext uri="{FF2B5EF4-FFF2-40B4-BE49-F238E27FC236}">
                  <a16:creationId xmlns:a16="http://schemas.microsoft.com/office/drawing/2014/main" id="{50B13F7A-E39C-B173-90C0-B719BC41E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85" name="Freeform 683">
                <a:extLst>
                  <a:ext uri="{FF2B5EF4-FFF2-40B4-BE49-F238E27FC236}">
                    <a16:creationId xmlns:a16="http://schemas.microsoft.com/office/drawing/2014/main" id="{E1614EBD-581F-1204-BB29-1D180C009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86" name="Freeform 684">
                <a:extLst>
                  <a:ext uri="{FF2B5EF4-FFF2-40B4-BE49-F238E27FC236}">
                    <a16:creationId xmlns:a16="http://schemas.microsoft.com/office/drawing/2014/main" id="{D5E99DF5-D651-C750-E3A8-30790ACC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87" name="Freeform 685">
                <a:extLst>
                  <a:ext uri="{FF2B5EF4-FFF2-40B4-BE49-F238E27FC236}">
                    <a16:creationId xmlns:a16="http://schemas.microsoft.com/office/drawing/2014/main" id="{AE5C4A39-1CF1-2FDC-4A3B-5F35F678C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88" name="Freeform 686">
                <a:extLst>
                  <a:ext uri="{FF2B5EF4-FFF2-40B4-BE49-F238E27FC236}">
                    <a16:creationId xmlns:a16="http://schemas.microsoft.com/office/drawing/2014/main" id="{BF566E66-D32D-86CE-C938-2C780D826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89" name="Freeform 687">
                <a:extLst>
                  <a:ext uri="{FF2B5EF4-FFF2-40B4-BE49-F238E27FC236}">
                    <a16:creationId xmlns:a16="http://schemas.microsoft.com/office/drawing/2014/main" id="{9BA5F26E-CE21-5DF9-8065-AA4251E8B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0" name="Freeform 688">
                <a:extLst>
                  <a:ext uri="{FF2B5EF4-FFF2-40B4-BE49-F238E27FC236}">
                    <a16:creationId xmlns:a16="http://schemas.microsoft.com/office/drawing/2014/main" id="{FA023179-3328-8464-4668-98B30597C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r" defTabSz="914400" rtl="1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777" name="Freeform 689">
              <a:extLst>
                <a:ext uri="{FF2B5EF4-FFF2-40B4-BE49-F238E27FC236}">
                  <a16:creationId xmlns:a16="http://schemas.microsoft.com/office/drawing/2014/main" id="{CD83233B-BD0A-ABC4-444B-D0B6B5B89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8" name="Freeform 690">
              <a:extLst>
                <a:ext uri="{FF2B5EF4-FFF2-40B4-BE49-F238E27FC236}">
                  <a16:creationId xmlns:a16="http://schemas.microsoft.com/office/drawing/2014/main" id="{9F1CB210-6AC0-8ADE-FDC5-3C31690D6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79" name="Freeform 691">
              <a:extLst>
                <a:ext uri="{FF2B5EF4-FFF2-40B4-BE49-F238E27FC236}">
                  <a16:creationId xmlns:a16="http://schemas.microsoft.com/office/drawing/2014/main" id="{EBC78AA7-8FFF-0F84-0248-24258C170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80" name="Freeform 692">
              <a:extLst>
                <a:ext uri="{FF2B5EF4-FFF2-40B4-BE49-F238E27FC236}">
                  <a16:creationId xmlns:a16="http://schemas.microsoft.com/office/drawing/2014/main" id="{0F1D7A0A-3606-68F0-6A87-763122F90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81" name="Freeform 693">
              <a:extLst>
                <a:ext uri="{FF2B5EF4-FFF2-40B4-BE49-F238E27FC236}">
                  <a16:creationId xmlns:a16="http://schemas.microsoft.com/office/drawing/2014/main" id="{4AE4A8BA-EEF9-60DC-29D1-D5B3B78B5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82" name="Freeform 694">
              <a:extLst>
                <a:ext uri="{FF2B5EF4-FFF2-40B4-BE49-F238E27FC236}">
                  <a16:creationId xmlns:a16="http://schemas.microsoft.com/office/drawing/2014/main" id="{CC3E8BBD-A330-2DD1-709F-0A68A6B5117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83" name="Freeform 695">
              <a:extLst>
                <a:ext uri="{FF2B5EF4-FFF2-40B4-BE49-F238E27FC236}">
                  <a16:creationId xmlns:a16="http://schemas.microsoft.com/office/drawing/2014/main" id="{2DB28A53-7C4C-6D47-A3FA-18B449269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784" name="Freeform 696">
              <a:extLst>
                <a:ext uri="{FF2B5EF4-FFF2-40B4-BE49-F238E27FC236}">
                  <a16:creationId xmlns:a16="http://schemas.microsoft.com/office/drawing/2014/main" id="{BE0959A9-D744-2D7B-E5D7-7C9C8E2CA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797" name="Group 699">
            <a:extLst>
              <a:ext uri="{FF2B5EF4-FFF2-40B4-BE49-F238E27FC236}">
                <a16:creationId xmlns:a16="http://schemas.microsoft.com/office/drawing/2014/main" id="{CE541592-E503-5B39-E89C-29F6D01D743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410188" y="4781491"/>
            <a:ext cx="501650" cy="512763"/>
            <a:chOff x="2839" y="3501"/>
            <a:chExt cx="755" cy="803"/>
          </a:xfrm>
        </p:grpSpPr>
        <p:pic>
          <p:nvPicPr>
            <p:cNvPr id="798" name="Picture 700" descr="desktop_computer_stylized_medium">
              <a:extLst>
                <a:ext uri="{FF2B5EF4-FFF2-40B4-BE49-F238E27FC236}">
                  <a16:creationId xmlns:a16="http://schemas.microsoft.com/office/drawing/2014/main" id="{7D7444B0-E0FF-79E5-B17A-006B0C5EF5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" name="Freeform 701">
              <a:extLst>
                <a:ext uri="{FF2B5EF4-FFF2-40B4-BE49-F238E27FC236}">
                  <a16:creationId xmlns:a16="http://schemas.microsoft.com/office/drawing/2014/main" id="{42221A3B-8261-39AA-3D2F-0A8F5924E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00" name="Group 702">
            <a:extLst>
              <a:ext uri="{FF2B5EF4-FFF2-40B4-BE49-F238E27FC236}">
                <a16:creationId xmlns:a16="http://schemas.microsoft.com/office/drawing/2014/main" id="{594E865B-6592-F307-996C-B63DF123207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561000" y="4354454"/>
            <a:ext cx="501650" cy="512762"/>
            <a:chOff x="2839" y="3501"/>
            <a:chExt cx="755" cy="803"/>
          </a:xfrm>
        </p:grpSpPr>
        <p:pic>
          <p:nvPicPr>
            <p:cNvPr id="801" name="Picture 703" descr="desktop_computer_stylized_medium">
              <a:extLst>
                <a:ext uri="{FF2B5EF4-FFF2-40B4-BE49-F238E27FC236}">
                  <a16:creationId xmlns:a16="http://schemas.microsoft.com/office/drawing/2014/main" id="{A285B529-9B72-DC29-8B57-6DE4B5571E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2" name="Freeform 704">
              <a:extLst>
                <a:ext uri="{FF2B5EF4-FFF2-40B4-BE49-F238E27FC236}">
                  <a16:creationId xmlns:a16="http://schemas.microsoft.com/office/drawing/2014/main" id="{31FDA97D-89D5-E3DA-4F5F-31A51FE5E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03" name="Group 705">
            <a:extLst>
              <a:ext uri="{FF2B5EF4-FFF2-40B4-BE49-F238E27FC236}">
                <a16:creationId xmlns:a16="http://schemas.microsoft.com/office/drawing/2014/main" id="{586AAC2A-61FA-56EA-677C-118DD575F15F}"/>
              </a:ext>
            </a:extLst>
          </p:cNvPr>
          <p:cNvGrpSpPr>
            <a:grpSpLocks/>
          </p:cNvGrpSpPr>
          <p:nvPr/>
        </p:nvGrpSpPr>
        <p:grpSpPr bwMode="auto">
          <a:xfrm>
            <a:off x="2234100" y="4741804"/>
            <a:ext cx="501650" cy="512762"/>
            <a:chOff x="2839" y="3501"/>
            <a:chExt cx="755" cy="803"/>
          </a:xfrm>
        </p:grpSpPr>
        <p:pic>
          <p:nvPicPr>
            <p:cNvPr id="804" name="Picture 706" descr="desktop_computer_stylized_medium">
              <a:extLst>
                <a:ext uri="{FF2B5EF4-FFF2-40B4-BE49-F238E27FC236}">
                  <a16:creationId xmlns:a16="http://schemas.microsoft.com/office/drawing/2014/main" id="{BC3C9F0F-E03D-8FC2-069C-04A1FA6D8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5" name="Freeform 707">
              <a:extLst>
                <a:ext uri="{FF2B5EF4-FFF2-40B4-BE49-F238E27FC236}">
                  <a16:creationId xmlns:a16="http://schemas.microsoft.com/office/drawing/2014/main" id="{C6AF3C8C-390A-D474-92AF-BEEE0F665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06" name="Group 708">
            <a:extLst>
              <a:ext uri="{FF2B5EF4-FFF2-40B4-BE49-F238E27FC236}">
                <a16:creationId xmlns:a16="http://schemas.microsoft.com/office/drawing/2014/main" id="{1B7A4FFF-7E29-9067-0EC6-E8CEBD638E03}"/>
              </a:ext>
            </a:extLst>
          </p:cNvPr>
          <p:cNvGrpSpPr>
            <a:grpSpLocks/>
          </p:cNvGrpSpPr>
          <p:nvPr/>
        </p:nvGrpSpPr>
        <p:grpSpPr bwMode="auto">
          <a:xfrm>
            <a:off x="2035663" y="5181541"/>
            <a:ext cx="501650" cy="512763"/>
            <a:chOff x="2839" y="3501"/>
            <a:chExt cx="755" cy="803"/>
          </a:xfrm>
        </p:grpSpPr>
        <p:pic>
          <p:nvPicPr>
            <p:cNvPr id="807" name="Picture 709" descr="desktop_computer_stylized_medium">
              <a:extLst>
                <a:ext uri="{FF2B5EF4-FFF2-40B4-BE49-F238E27FC236}">
                  <a16:creationId xmlns:a16="http://schemas.microsoft.com/office/drawing/2014/main" id="{FC8104E3-9E7C-0670-81A7-D6DEB6C97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8" name="Freeform 710">
              <a:extLst>
                <a:ext uri="{FF2B5EF4-FFF2-40B4-BE49-F238E27FC236}">
                  <a16:creationId xmlns:a16="http://schemas.microsoft.com/office/drawing/2014/main" id="{21DD2E76-7125-6C8A-9283-4FA51DB48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r" defTabSz="914400" rtl="1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809" name="Group 808">
            <a:extLst>
              <a:ext uri="{FF2B5EF4-FFF2-40B4-BE49-F238E27FC236}">
                <a16:creationId xmlns:a16="http://schemas.microsoft.com/office/drawing/2014/main" id="{752F973B-CFF7-57A6-338B-99B23BFF8059}"/>
              </a:ext>
            </a:extLst>
          </p:cNvPr>
          <p:cNvGrpSpPr/>
          <p:nvPr/>
        </p:nvGrpSpPr>
        <p:grpSpPr>
          <a:xfrm>
            <a:off x="3021501" y="4525144"/>
            <a:ext cx="1951525" cy="1263172"/>
            <a:chOff x="7891681" y="3099042"/>
            <a:chExt cx="2342453" cy="1569939"/>
          </a:xfrm>
        </p:grpSpPr>
        <p:sp>
          <p:nvSpPr>
            <p:cNvPr id="810" name="Oval 800">
              <a:extLst>
                <a:ext uri="{FF2B5EF4-FFF2-40B4-BE49-F238E27FC236}">
                  <a16:creationId xmlns:a16="http://schemas.microsoft.com/office/drawing/2014/main" id="{263CEBB4-55E4-710A-9218-9FB931A1B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5510" y="3593195"/>
              <a:ext cx="69106" cy="7912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811" name="Group 817">
              <a:extLst>
                <a:ext uri="{FF2B5EF4-FFF2-40B4-BE49-F238E27FC236}">
                  <a16:creationId xmlns:a16="http://schemas.microsoft.com/office/drawing/2014/main" id="{DBFBB032-AA09-B63F-BD28-899034212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22376" y="3275911"/>
              <a:ext cx="615031" cy="694531"/>
              <a:chOff x="2920" y="1424"/>
              <a:chExt cx="326" cy="320"/>
            </a:xfrm>
          </p:grpSpPr>
          <p:sp>
            <p:nvSpPr>
              <p:cNvPr id="879" name="Oval 818">
                <a:extLst>
                  <a:ext uri="{FF2B5EF4-FFF2-40B4-BE49-F238E27FC236}">
                    <a16:creationId xmlns:a16="http://schemas.microsoft.com/office/drawing/2014/main" id="{EE14F394-75EA-1C7F-FA51-8251574B0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 rtl="1">
                  <a:lnSpc>
                    <a:spcPct val="110000"/>
                  </a:lnSpc>
                  <a:defRPr/>
                </a:pPr>
                <a:endParaRPr lang="en-US" sz="1200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grpSp>
            <p:nvGrpSpPr>
              <p:cNvPr id="880" name="Group 819">
                <a:extLst>
                  <a:ext uri="{FF2B5EF4-FFF2-40B4-BE49-F238E27FC236}">
                    <a16:creationId xmlns:a16="http://schemas.microsoft.com/office/drawing/2014/main" id="{99EEEE52-46B9-2BC2-C120-25927626E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882" name="Oval 820">
                  <a:extLst>
                    <a:ext uri="{FF2B5EF4-FFF2-40B4-BE49-F238E27FC236}">
                      <a16:creationId xmlns:a16="http://schemas.microsoft.com/office/drawing/2014/main" id="{E5AC23A4-9731-B7F9-8DDC-EC1086526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rtl="1">
                    <a:lnSpc>
                      <a:spcPct val="110000"/>
                    </a:lnSpc>
                    <a:defRPr/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83" name="Oval 821">
                  <a:extLst>
                    <a:ext uri="{FF2B5EF4-FFF2-40B4-BE49-F238E27FC236}">
                      <a16:creationId xmlns:a16="http://schemas.microsoft.com/office/drawing/2014/main" id="{C860DB28-279B-4F4E-A483-D0EF9C4BB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rtl="1">
                    <a:lnSpc>
                      <a:spcPct val="110000"/>
                    </a:lnSpc>
                    <a:defRPr/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84" name="Oval 822">
                  <a:extLst>
                    <a:ext uri="{FF2B5EF4-FFF2-40B4-BE49-F238E27FC236}">
                      <a16:creationId xmlns:a16="http://schemas.microsoft.com/office/drawing/2014/main" id="{A34976A7-18E9-111C-CE67-C572EB0472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rtl="1">
                    <a:lnSpc>
                      <a:spcPct val="110000"/>
                    </a:lnSpc>
                    <a:defRPr/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85" name="Oval 823">
                  <a:extLst>
                    <a:ext uri="{FF2B5EF4-FFF2-40B4-BE49-F238E27FC236}">
                      <a16:creationId xmlns:a16="http://schemas.microsoft.com/office/drawing/2014/main" id="{B7F662C0-2159-5583-E07D-F17A357AA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 rtl="1">
                    <a:lnSpc>
                      <a:spcPct val="110000"/>
                    </a:lnSpc>
                    <a:defRPr/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86" name="Freeform 824">
                  <a:extLst>
                    <a:ext uri="{FF2B5EF4-FFF2-40B4-BE49-F238E27FC236}">
                      <a16:creationId xmlns:a16="http://schemas.microsoft.com/office/drawing/2014/main" id="{F26700E1-D79C-A527-26A1-525C685D52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sp>
            <p:nvSpPr>
              <p:cNvPr id="881" name="Freeform 825">
                <a:extLst>
                  <a:ext uri="{FF2B5EF4-FFF2-40B4-BE49-F238E27FC236}">
                    <a16:creationId xmlns:a16="http://schemas.microsoft.com/office/drawing/2014/main" id="{F6C0F88C-31B0-7D1D-6016-7828C2370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r" rtl="1">
                  <a:lnSpc>
                    <a:spcPct val="110000"/>
                  </a:lnSpc>
                </a:pPr>
                <a:endParaRPr lang="en-US" sz="1200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grpSp>
          <p:nvGrpSpPr>
            <p:cNvPr id="812" name="Group 783">
              <a:extLst>
                <a:ext uri="{FF2B5EF4-FFF2-40B4-BE49-F238E27FC236}">
                  <a16:creationId xmlns:a16="http://schemas.microsoft.com/office/drawing/2014/main" id="{15A86748-7361-53D5-BFB3-5D204151DF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2147" y="3619386"/>
              <a:ext cx="393690" cy="1049595"/>
              <a:chOff x="3130" y="3288"/>
              <a:chExt cx="410" cy="742"/>
            </a:xfrm>
          </p:grpSpPr>
          <p:sp>
            <p:nvSpPr>
              <p:cNvPr id="864" name="Line 270">
                <a:extLst>
                  <a:ext uri="{FF2B5EF4-FFF2-40B4-BE49-F238E27FC236}">
                    <a16:creationId xmlns:a16="http://schemas.microsoft.com/office/drawing/2014/main" id="{634F7598-0BA6-D53D-337D-87D8FDFF0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65" name="Line 271">
                <a:extLst>
                  <a:ext uri="{FF2B5EF4-FFF2-40B4-BE49-F238E27FC236}">
                    <a16:creationId xmlns:a16="http://schemas.microsoft.com/office/drawing/2014/main" id="{FA0A7CFA-A1D1-096D-D004-D8F4A7D45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66" name="Line 272">
                <a:extLst>
                  <a:ext uri="{FF2B5EF4-FFF2-40B4-BE49-F238E27FC236}">
                    <a16:creationId xmlns:a16="http://schemas.microsoft.com/office/drawing/2014/main" id="{B1ECC834-A6D3-E870-366D-685D63029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67" name="Line 273">
                <a:extLst>
                  <a:ext uri="{FF2B5EF4-FFF2-40B4-BE49-F238E27FC236}">
                    <a16:creationId xmlns:a16="http://schemas.microsoft.com/office/drawing/2014/main" id="{E552DD89-5E0E-D178-73C6-F4B8888A3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68" name="Line 274">
                <a:extLst>
                  <a:ext uri="{FF2B5EF4-FFF2-40B4-BE49-F238E27FC236}">
                    <a16:creationId xmlns:a16="http://schemas.microsoft.com/office/drawing/2014/main" id="{C933C8A4-0FD2-AB08-88E4-CAF084EF0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69" name="Line 275">
                <a:extLst>
                  <a:ext uri="{FF2B5EF4-FFF2-40B4-BE49-F238E27FC236}">
                    <a16:creationId xmlns:a16="http://schemas.microsoft.com/office/drawing/2014/main" id="{CED70187-6CDB-4236-129C-4FF473B88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0" name="Line 276">
                <a:extLst>
                  <a:ext uri="{FF2B5EF4-FFF2-40B4-BE49-F238E27FC236}">
                    <a16:creationId xmlns:a16="http://schemas.microsoft.com/office/drawing/2014/main" id="{5E72D6D2-AB96-035D-6199-DCF4DD703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1" name="Line 277">
                <a:extLst>
                  <a:ext uri="{FF2B5EF4-FFF2-40B4-BE49-F238E27FC236}">
                    <a16:creationId xmlns:a16="http://schemas.microsoft.com/office/drawing/2014/main" id="{8435B334-90CB-FD9A-2DFE-6BF49DA8B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2" name="Line 278">
                <a:extLst>
                  <a:ext uri="{FF2B5EF4-FFF2-40B4-BE49-F238E27FC236}">
                    <a16:creationId xmlns:a16="http://schemas.microsoft.com/office/drawing/2014/main" id="{D34BE3E1-A33E-E758-0F86-E12252791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3" name="Line 279">
                <a:extLst>
                  <a:ext uri="{FF2B5EF4-FFF2-40B4-BE49-F238E27FC236}">
                    <a16:creationId xmlns:a16="http://schemas.microsoft.com/office/drawing/2014/main" id="{0E4F0A18-6B45-CD63-EAB2-14DF1B5AE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4" name="Line 280">
                <a:extLst>
                  <a:ext uri="{FF2B5EF4-FFF2-40B4-BE49-F238E27FC236}">
                    <a16:creationId xmlns:a16="http://schemas.microsoft.com/office/drawing/2014/main" id="{6A149CC1-2028-BBFA-7147-0F69ECA74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5" name="Line 281">
                <a:extLst>
                  <a:ext uri="{FF2B5EF4-FFF2-40B4-BE49-F238E27FC236}">
                    <a16:creationId xmlns:a16="http://schemas.microsoft.com/office/drawing/2014/main" id="{503AEA3F-D664-22D7-9DEC-3E4ED4BB97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6" name="Line 282">
                <a:extLst>
                  <a:ext uri="{FF2B5EF4-FFF2-40B4-BE49-F238E27FC236}">
                    <a16:creationId xmlns:a16="http://schemas.microsoft.com/office/drawing/2014/main" id="{B89D8379-0822-66C4-E90F-CBB88B5C9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7" name="Line 283">
                <a:extLst>
                  <a:ext uri="{FF2B5EF4-FFF2-40B4-BE49-F238E27FC236}">
                    <a16:creationId xmlns:a16="http://schemas.microsoft.com/office/drawing/2014/main" id="{49F4051F-E5F3-75EC-92FC-F7CD33032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878" name="Line 284">
                <a:extLst>
                  <a:ext uri="{FF2B5EF4-FFF2-40B4-BE49-F238E27FC236}">
                    <a16:creationId xmlns:a16="http://schemas.microsoft.com/office/drawing/2014/main" id="{01054A5D-8227-2715-CFD4-74B2A2D0D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r" defTabSz="914400" rtl="1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3A22140E-80FD-FFCE-D1C9-EB1C703DBED4}"/>
                </a:ext>
              </a:extLst>
            </p:cNvPr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id="856" name="Picture 653" descr="iphone_stylized_small">
                <a:extLst>
                  <a:ext uri="{FF2B5EF4-FFF2-40B4-BE49-F238E27FC236}">
                    <a16:creationId xmlns:a16="http://schemas.microsoft.com/office/drawing/2014/main" id="{05340ED2-B64F-1B1F-B459-8F844A6412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57" name="Group 850">
                <a:extLst>
                  <a:ext uri="{FF2B5EF4-FFF2-40B4-BE49-F238E27FC236}">
                    <a16:creationId xmlns:a16="http://schemas.microsoft.com/office/drawing/2014/main" id="{B8C0F215-76E1-6B18-5DC5-8D845AA46E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858" name="Freeform 851">
                  <a:extLst>
                    <a:ext uri="{FF2B5EF4-FFF2-40B4-BE49-F238E27FC236}">
                      <a16:creationId xmlns:a16="http://schemas.microsoft.com/office/drawing/2014/main" id="{AAEB4DB0-E775-7F98-3D97-D7F868C6CE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59" name="Freeform 852">
                  <a:extLst>
                    <a:ext uri="{FF2B5EF4-FFF2-40B4-BE49-F238E27FC236}">
                      <a16:creationId xmlns:a16="http://schemas.microsoft.com/office/drawing/2014/main" id="{E46C2A82-3EDE-F2EA-D1D9-FC7218AF33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60" name="Freeform 853">
                  <a:extLst>
                    <a:ext uri="{FF2B5EF4-FFF2-40B4-BE49-F238E27FC236}">
                      <a16:creationId xmlns:a16="http://schemas.microsoft.com/office/drawing/2014/main" id="{2373ED24-37FF-FB3C-80D4-A1C4E62EE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61" name="Freeform 854">
                  <a:extLst>
                    <a:ext uri="{FF2B5EF4-FFF2-40B4-BE49-F238E27FC236}">
                      <a16:creationId xmlns:a16="http://schemas.microsoft.com/office/drawing/2014/main" id="{5423A08C-37AD-7408-C034-B45B210529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62" name="Freeform 855">
                  <a:extLst>
                    <a:ext uri="{FF2B5EF4-FFF2-40B4-BE49-F238E27FC236}">
                      <a16:creationId xmlns:a16="http://schemas.microsoft.com/office/drawing/2014/main" id="{D5D38B8C-3F43-A315-F938-0B2A6933DE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63" name="Freeform 856">
                  <a:extLst>
                    <a:ext uri="{FF2B5EF4-FFF2-40B4-BE49-F238E27FC236}">
                      <a16:creationId xmlns:a16="http://schemas.microsoft.com/office/drawing/2014/main" id="{3908029A-EFBD-5DD2-9484-A63856BD74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</p:grpSp>
        <p:grpSp>
          <p:nvGrpSpPr>
            <p:cNvPr id="814" name="Group 813">
              <a:extLst>
                <a:ext uri="{FF2B5EF4-FFF2-40B4-BE49-F238E27FC236}">
                  <a16:creationId xmlns:a16="http://schemas.microsoft.com/office/drawing/2014/main" id="{659BC249-FDC1-50F7-1BB1-0184963BD524}"/>
                </a:ext>
              </a:extLst>
            </p:cNvPr>
            <p:cNvGrpSpPr/>
            <p:nvPr/>
          </p:nvGrpSpPr>
          <p:grpSpPr>
            <a:xfrm>
              <a:off x="7891681" y="4024818"/>
              <a:ext cx="1120341" cy="347863"/>
              <a:chOff x="9561515" y="2748013"/>
              <a:chExt cx="1120341" cy="347863"/>
            </a:xfrm>
          </p:grpSpPr>
          <p:pic>
            <p:nvPicPr>
              <p:cNvPr id="847" name="Picture 603" descr="car_icon_small">
                <a:extLst>
                  <a:ext uri="{FF2B5EF4-FFF2-40B4-BE49-F238E27FC236}">
                    <a16:creationId xmlns:a16="http://schemas.microsoft.com/office/drawing/2014/main" id="{CDB3225F-B585-24DC-38D4-44F52DFDD3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48" name="Group 850">
                <a:extLst>
                  <a:ext uri="{FF2B5EF4-FFF2-40B4-BE49-F238E27FC236}">
                    <a16:creationId xmlns:a16="http://schemas.microsoft.com/office/drawing/2014/main" id="{92E0F3BB-0C6F-3BF9-A6A3-FB025F00A9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850" name="Freeform 851">
                  <a:extLst>
                    <a:ext uri="{FF2B5EF4-FFF2-40B4-BE49-F238E27FC236}">
                      <a16:creationId xmlns:a16="http://schemas.microsoft.com/office/drawing/2014/main" id="{357F577B-5311-4776-3ED1-5AF3FB03C2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51" name="Freeform 852">
                  <a:extLst>
                    <a:ext uri="{FF2B5EF4-FFF2-40B4-BE49-F238E27FC236}">
                      <a16:creationId xmlns:a16="http://schemas.microsoft.com/office/drawing/2014/main" id="{47E114D0-1D53-754C-E8A5-7A1D2E6CA7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52" name="Freeform 853">
                  <a:extLst>
                    <a:ext uri="{FF2B5EF4-FFF2-40B4-BE49-F238E27FC236}">
                      <a16:creationId xmlns:a16="http://schemas.microsoft.com/office/drawing/2014/main" id="{0A79DDE2-1E15-FDAF-29BB-2548CA17CA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53" name="Freeform 854">
                  <a:extLst>
                    <a:ext uri="{FF2B5EF4-FFF2-40B4-BE49-F238E27FC236}">
                      <a16:creationId xmlns:a16="http://schemas.microsoft.com/office/drawing/2014/main" id="{83D98BB3-A81B-1CDC-BE2F-9309164B9B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54" name="Freeform 855">
                  <a:extLst>
                    <a:ext uri="{FF2B5EF4-FFF2-40B4-BE49-F238E27FC236}">
                      <a16:creationId xmlns:a16="http://schemas.microsoft.com/office/drawing/2014/main" id="{D57D36BF-54A3-5580-1428-04E1115C2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55" name="Freeform 856">
                  <a:extLst>
                    <a:ext uri="{FF2B5EF4-FFF2-40B4-BE49-F238E27FC236}">
                      <a16:creationId xmlns:a16="http://schemas.microsoft.com/office/drawing/2014/main" id="{5986905F-C067-B928-9974-E50741CA59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cxnSp>
            <p:nvCxnSpPr>
              <p:cNvPr id="849" name="Straight Connector 848">
                <a:extLst>
                  <a:ext uri="{FF2B5EF4-FFF2-40B4-BE49-F238E27FC236}">
                    <a16:creationId xmlns:a16="http://schemas.microsoft.com/office/drawing/2014/main" id="{C7F659CC-C9E0-4A19-820A-82E5F9135144}"/>
                  </a:ext>
                </a:extLst>
              </p:cNvPr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5" name="Group 814">
              <a:extLst>
                <a:ext uri="{FF2B5EF4-FFF2-40B4-BE49-F238E27FC236}">
                  <a16:creationId xmlns:a16="http://schemas.microsoft.com/office/drawing/2014/main" id="{7F03D212-CDD9-76AF-5907-71081F7FD9F8}"/>
                </a:ext>
              </a:extLst>
            </p:cNvPr>
            <p:cNvGrpSpPr/>
            <p:nvPr/>
          </p:nvGrpSpPr>
          <p:grpSpPr>
            <a:xfrm>
              <a:off x="9731765" y="3463179"/>
              <a:ext cx="502369" cy="512348"/>
              <a:chOff x="7341491" y="2307905"/>
              <a:chExt cx="509280" cy="439573"/>
            </a:xfrm>
          </p:grpSpPr>
          <p:grpSp>
            <p:nvGrpSpPr>
              <p:cNvPr id="816" name="Group 815">
                <a:extLst>
                  <a:ext uri="{FF2B5EF4-FFF2-40B4-BE49-F238E27FC236}">
                    <a16:creationId xmlns:a16="http://schemas.microsoft.com/office/drawing/2014/main" id="{B3BA70E9-E007-6715-0CF7-B4225CBAAEFD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825" name="Picture 1018" descr="laptop_keyboard">
                  <a:extLst>
                    <a:ext uri="{FF2B5EF4-FFF2-40B4-BE49-F238E27FC236}">
                      <a16:creationId xmlns:a16="http://schemas.microsoft.com/office/drawing/2014/main" id="{89D9DB34-B127-99C9-614F-DB655EC6B9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26" name="Freeform 1019">
                  <a:extLst>
                    <a:ext uri="{FF2B5EF4-FFF2-40B4-BE49-F238E27FC236}">
                      <a16:creationId xmlns:a16="http://schemas.microsoft.com/office/drawing/2014/main" id="{FFDE4664-C60B-5842-C377-B13B45F39B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pic>
              <p:nvPicPr>
                <p:cNvPr id="827" name="Picture 1020" descr="screen">
                  <a:extLst>
                    <a:ext uri="{FF2B5EF4-FFF2-40B4-BE49-F238E27FC236}">
                      <a16:creationId xmlns:a16="http://schemas.microsoft.com/office/drawing/2014/main" id="{5FA1DC52-2E7B-81F9-68FA-4C2214BA85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28" name="Freeform 1021">
                  <a:extLst>
                    <a:ext uri="{FF2B5EF4-FFF2-40B4-BE49-F238E27FC236}">
                      <a16:creationId xmlns:a16="http://schemas.microsoft.com/office/drawing/2014/main" id="{717124BA-BCCC-CBD8-8F7B-385F38C33D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29" name="Freeform 1022">
                  <a:extLst>
                    <a:ext uri="{FF2B5EF4-FFF2-40B4-BE49-F238E27FC236}">
                      <a16:creationId xmlns:a16="http://schemas.microsoft.com/office/drawing/2014/main" id="{160C1CD7-9A14-F267-E8A2-EE2F8E0956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0" name="Freeform 1023">
                  <a:extLst>
                    <a:ext uri="{FF2B5EF4-FFF2-40B4-BE49-F238E27FC236}">
                      <a16:creationId xmlns:a16="http://schemas.microsoft.com/office/drawing/2014/main" id="{DC3C473E-3424-FF97-00F8-69CA13E004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1" name="Freeform 1024">
                  <a:extLst>
                    <a:ext uri="{FF2B5EF4-FFF2-40B4-BE49-F238E27FC236}">
                      <a16:creationId xmlns:a16="http://schemas.microsoft.com/office/drawing/2014/main" id="{B8D0C823-6BB8-F7D2-1051-1CAB89B113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2" name="Freeform 1025">
                  <a:extLst>
                    <a:ext uri="{FF2B5EF4-FFF2-40B4-BE49-F238E27FC236}">
                      <a16:creationId xmlns:a16="http://schemas.microsoft.com/office/drawing/2014/main" id="{83ECBA52-23F6-E130-0610-A20F17F0D7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3" name="Freeform 1026">
                  <a:extLst>
                    <a:ext uri="{FF2B5EF4-FFF2-40B4-BE49-F238E27FC236}">
                      <a16:creationId xmlns:a16="http://schemas.microsoft.com/office/drawing/2014/main" id="{075679F4-F141-A213-1049-425A023ED3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grpSp>
              <p:nvGrpSpPr>
                <p:cNvPr id="834" name="Group 1027">
                  <a:extLst>
                    <a:ext uri="{FF2B5EF4-FFF2-40B4-BE49-F238E27FC236}">
                      <a16:creationId xmlns:a16="http://schemas.microsoft.com/office/drawing/2014/main" id="{61964D61-A67E-5ECE-FFD9-9B59E98A2C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841" name="Freeform 1028">
                    <a:extLst>
                      <a:ext uri="{FF2B5EF4-FFF2-40B4-BE49-F238E27FC236}">
                        <a16:creationId xmlns:a16="http://schemas.microsoft.com/office/drawing/2014/main" id="{C0EB5842-7854-C7E8-350C-ADE8AAE359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842" name="Freeform 1029">
                    <a:extLst>
                      <a:ext uri="{FF2B5EF4-FFF2-40B4-BE49-F238E27FC236}">
                        <a16:creationId xmlns:a16="http://schemas.microsoft.com/office/drawing/2014/main" id="{20A37EF2-4224-97D3-678B-166ED017D28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843" name="Freeform 1030">
                    <a:extLst>
                      <a:ext uri="{FF2B5EF4-FFF2-40B4-BE49-F238E27FC236}">
                        <a16:creationId xmlns:a16="http://schemas.microsoft.com/office/drawing/2014/main" id="{1FD524BB-6479-5713-7E23-0C45476889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844" name="Freeform 1031">
                    <a:extLst>
                      <a:ext uri="{FF2B5EF4-FFF2-40B4-BE49-F238E27FC236}">
                        <a16:creationId xmlns:a16="http://schemas.microsoft.com/office/drawing/2014/main" id="{696D468B-5055-ADA6-B18D-816739A92B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845" name="Freeform 1032">
                    <a:extLst>
                      <a:ext uri="{FF2B5EF4-FFF2-40B4-BE49-F238E27FC236}">
                        <a16:creationId xmlns:a16="http://schemas.microsoft.com/office/drawing/2014/main" id="{E682BA7F-E4A5-9224-E972-215A79ECD1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846" name="Freeform 1033">
                    <a:extLst>
                      <a:ext uri="{FF2B5EF4-FFF2-40B4-BE49-F238E27FC236}">
                        <a16:creationId xmlns:a16="http://schemas.microsoft.com/office/drawing/2014/main" id="{5709B8C2-F068-76F4-3FAA-EE29F26ECC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r" defTabSz="914400" rtl="1" eaLnBrk="1" fontAlgn="auto" latinLnBrk="0" hangingPunct="1">
                      <a:lnSpc>
                        <a:spcPct val="11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</p:grpSp>
            <p:sp>
              <p:nvSpPr>
                <p:cNvPr id="835" name="Freeform 1034">
                  <a:extLst>
                    <a:ext uri="{FF2B5EF4-FFF2-40B4-BE49-F238E27FC236}">
                      <a16:creationId xmlns:a16="http://schemas.microsoft.com/office/drawing/2014/main" id="{21DBAC86-8124-7351-A36E-0B0C327381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6" name="Freeform 1035">
                  <a:extLst>
                    <a:ext uri="{FF2B5EF4-FFF2-40B4-BE49-F238E27FC236}">
                      <a16:creationId xmlns:a16="http://schemas.microsoft.com/office/drawing/2014/main" id="{4CBCC9CB-D4E3-6B76-B5D8-532B2827DA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7" name="Freeform 1036">
                  <a:extLst>
                    <a:ext uri="{FF2B5EF4-FFF2-40B4-BE49-F238E27FC236}">
                      <a16:creationId xmlns:a16="http://schemas.microsoft.com/office/drawing/2014/main" id="{63D06704-D0EC-40C8-23EB-81C930771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8" name="Freeform 1037">
                  <a:extLst>
                    <a:ext uri="{FF2B5EF4-FFF2-40B4-BE49-F238E27FC236}">
                      <a16:creationId xmlns:a16="http://schemas.microsoft.com/office/drawing/2014/main" id="{57F6F795-35A5-3C87-717E-8B4DE5B27B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39" name="Freeform 1038">
                  <a:extLst>
                    <a:ext uri="{FF2B5EF4-FFF2-40B4-BE49-F238E27FC236}">
                      <a16:creationId xmlns:a16="http://schemas.microsoft.com/office/drawing/2014/main" id="{A1081A66-1215-ECBD-58EF-B91A26D38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40" name="Freeform 1039">
                  <a:extLst>
                    <a:ext uri="{FF2B5EF4-FFF2-40B4-BE49-F238E27FC236}">
                      <a16:creationId xmlns:a16="http://schemas.microsoft.com/office/drawing/2014/main" id="{1B4594BE-B42F-906C-8F24-1BBA79FFD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grpSp>
            <p:nvGrpSpPr>
              <p:cNvPr id="817" name="Group 850">
                <a:extLst>
                  <a:ext uri="{FF2B5EF4-FFF2-40B4-BE49-F238E27FC236}">
                    <a16:creationId xmlns:a16="http://schemas.microsoft.com/office/drawing/2014/main" id="{94AA14E8-839F-5F74-82BE-8A4AD34DDB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819" name="Freeform 851">
                  <a:extLst>
                    <a:ext uri="{FF2B5EF4-FFF2-40B4-BE49-F238E27FC236}">
                      <a16:creationId xmlns:a16="http://schemas.microsoft.com/office/drawing/2014/main" id="{169FBD81-B476-1EC4-4DEA-A35882985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20" name="Freeform 852">
                  <a:extLst>
                    <a:ext uri="{FF2B5EF4-FFF2-40B4-BE49-F238E27FC236}">
                      <a16:creationId xmlns:a16="http://schemas.microsoft.com/office/drawing/2014/main" id="{A5FF380F-7C8E-FADD-EB8D-2EBAECDB06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21" name="Freeform 853">
                  <a:extLst>
                    <a:ext uri="{FF2B5EF4-FFF2-40B4-BE49-F238E27FC236}">
                      <a16:creationId xmlns:a16="http://schemas.microsoft.com/office/drawing/2014/main" id="{2D65BA01-1844-D67C-BAFB-17F89159A8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22" name="Freeform 854">
                  <a:extLst>
                    <a:ext uri="{FF2B5EF4-FFF2-40B4-BE49-F238E27FC236}">
                      <a16:creationId xmlns:a16="http://schemas.microsoft.com/office/drawing/2014/main" id="{71F57603-5EE5-4668-39F3-0552E529AD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23" name="Freeform 855">
                  <a:extLst>
                    <a:ext uri="{FF2B5EF4-FFF2-40B4-BE49-F238E27FC236}">
                      <a16:creationId xmlns:a16="http://schemas.microsoft.com/office/drawing/2014/main" id="{2A2DA9F0-8F62-1B0A-9A3C-0E7BBA86A7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824" name="Freeform 856">
                  <a:extLst>
                    <a:ext uri="{FF2B5EF4-FFF2-40B4-BE49-F238E27FC236}">
                      <a16:creationId xmlns:a16="http://schemas.microsoft.com/office/drawing/2014/main" id="{D71644F5-C7FB-D073-DF8A-1385AB2AC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 rtl="1">
                    <a:lnSpc>
                      <a:spcPct val="110000"/>
                    </a:lnSpc>
                  </a:pPr>
                  <a:endParaRPr lang="en-US" sz="1200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cxnSp>
            <p:nvCxnSpPr>
              <p:cNvPr id="818" name="Straight Connector 817">
                <a:extLst>
                  <a:ext uri="{FF2B5EF4-FFF2-40B4-BE49-F238E27FC236}">
                    <a16:creationId xmlns:a16="http://schemas.microsoft.com/office/drawing/2014/main" id="{E1658C79-8EDA-9457-0D00-8701934BEB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7" name="Text Box 5">
            <a:extLst>
              <a:ext uri="{FF2B5EF4-FFF2-40B4-BE49-F238E27FC236}">
                <a16:creationId xmlns:a16="http://schemas.microsoft.com/office/drawing/2014/main" id="{70B144A7-D844-E413-BC45-5729ED347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628" y="5879419"/>
            <a:ext cx="1457450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کانال رادیویی مشترک</a:t>
            </a:r>
          </a:p>
          <a:p>
            <a:pPr algn="ctr" rtl="1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(</a:t>
            </a:r>
            <a:r>
              <a:rPr lang="en-US" sz="1200" b="1" i="0" dirty="0" err="1">
                <a:solidFill>
                  <a:srgbClr val="000000"/>
                </a:solidFill>
                <a:latin typeface="+mn-lt"/>
                <a:cs typeface="IRANSans(FaNum)" panose="02040503050201020203" pitchFamily="18" charset="-78"/>
              </a:rPr>
              <a:t>4G</a:t>
            </a: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یا </a:t>
            </a:r>
            <a:r>
              <a:rPr lang="en-US" sz="1200" b="1" i="0" dirty="0" err="1">
                <a:solidFill>
                  <a:srgbClr val="000000"/>
                </a:solidFill>
                <a:latin typeface="+mn-lt"/>
                <a:cs typeface="IRANSans(FaNum)" panose="02040503050201020203" pitchFamily="18" charset="-78"/>
              </a:rPr>
              <a:t>5G</a:t>
            </a: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4808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10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</a:rPr>
              <a:t>پروتکل‌های با دسترسی چندگانه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a-IR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653144" y="1253761"/>
            <a:ext cx="112122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یک رسانه (کانال) مشترک با دسترسی چندگانه</a:t>
            </a:r>
          </a:p>
          <a:p>
            <a:pPr marL="360000" indent="-144000" algn="just" rtl="1">
              <a:lnSpc>
                <a:spcPct val="125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تداخل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Interference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): ارسال همزمان دو تا بیش از دو گره باعث تداخل امواج می‌شود.</a:t>
            </a:r>
          </a:p>
          <a:p>
            <a:pPr marL="817200" lvl="1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تصادم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Collision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): دریافت دو یا بیش از دو سیگنال در یک زمان توسط یک گره</a:t>
            </a:r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95B62ECB-7F1F-E56C-9777-4E8897378F73}"/>
              </a:ext>
            </a:extLst>
          </p:cNvPr>
          <p:cNvSpPr/>
          <p:nvPr/>
        </p:nvSpPr>
        <p:spPr>
          <a:xfrm>
            <a:off x="901148" y="3472071"/>
            <a:ext cx="10442713" cy="23588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TextBox 690">
            <a:extLst>
              <a:ext uri="{FF2B5EF4-FFF2-40B4-BE49-F238E27FC236}">
                <a16:creationId xmlns:a16="http://schemas.microsoft.com/office/drawing/2014/main" id="{6BBB7675-8906-DC4D-5F71-70DB81CCF6C3}"/>
              </a:ext>
            </a:extLst>
          </p:cNvPr>
          <p:cNvSpPr txBox="1"/>
          <p:nvPr/>
        </p:nvSpPr>
        <p:spPr>
          <a:xfrm>
            <a:off x="7311412" y="3208448"/>
            <a:ext cx="3647152" cy="523220"/>
          </a:xfrm>
          <a:prstGeom prst="rect">
            <a:avLst/>
          </a:prstGeom>
          <a:solidFill>
            <a:srgbClr val="FFFFF0"/>
          </a:solidFill>
        </p:spPr>
        <p:txBody>
          <a:bodyPr wrap="none" rtlCol="0">
            <a:spAutoFit/>
          </a:bodyPr>
          <a:lstStyle/>
          <a:p>
            <a:r>
              <a:rPr lang="fa-IR" sz="2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دسترسی چندگانه</a:t>
            </a:r>
            <a:endParaRPr lang="en-US" sz="28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92" name="TextBox 691">
            <a:extLst>
              <a:ext uri="{FF2B5EF4-FFF2-40B4-BE49-F238E27FC236}">
                <a16:creationId xmlns:a16="http://schemas.microsoft.com/office/drawing/2014/main" id="{98F8901C-B369-C6AA-ADCB-5C17564FE3D6}"/>
              </a:ext>
            </a:extLst>
          </p:cNvPr>
          <p:cNvSpPr txBox="1"/>
          <p:nvPr/>
        </p:nvSpPr>
        <p:spPr>
          <a:xfrm>
            <a:off x="1255948" y="3828415"/>
            <a:ext cx="10100703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یک الگوریتم توزیع شده که مشخص می‌کند چگونه گره‌ها کانال مشترک را به اشتراک می‌گذارند. به عبارت دیگر تعیین می‌کند که کدام گره می‌تواند ارسال کند.</a:t>
            </a:r>
          </a:p>
          <a:p>
            <a:pPr marL="360000" indent="-144000" algn="just" rtl="1">
              <a:lnSpc>
                <a:spcPct val="125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برای تبادل اطلاعات به منظور به اشتراک‌گذاری کانال باید از خود کانال استفاده شود.</a:t>
            </a:r>
          </a:p>
          <a:p>
            <a:pPr marL="817200" lvl="1" indent="-144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هیچ کانال خارج از باند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out-of-band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برای هماهنگی وجود ندارد. </a:t>
            </a:r>
          </a:p>
        </p:txBody>
      </p:sp>
    </p:spTree>
    <p:extLst>
      <p:ext uri="{BB962C8B-B14F-4D97-AF65-F5344CB8AC3E}">
        <p14:creationId xmlns:p14="http://schemas.microsoft.com/office/powerpoint/2010/main" val="211247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11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0000FF"/>
                </a:solidFill>
              </a:rPr>
              <a:t>نیازمندی‌های یک پروتکل دسترسی چندگانه ایده‌آل</a:t>
            </a:r>
            <a:endParaRPr lang="fa-IR" sz="36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/>
              <p:nvPr/>
            </p:nvSpPr>
            <p:spPr>
              <a:xfrm>
                <a:off x="212403" y="1381229"/>
                <a:ext cx="11767194" cy="4115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فرض کنید نرخ کانال با دسترسی چندگانه برابر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𝑹</m:t>
                    </m:r>
                  </m:oMath>
                </a14:m>
                <a:r>
                  <a:rPr lang="fa-IR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بیت در ثانیه باشد. 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نیازمندی‌ها:</a:t>
                </a:r>
              </a:p>
              <a:p>
                <a:pPr marL="1016100" lvl="1" indent="-342900" algn="just" rtl="1">
                  <a:lnSpc>
                    <a:spcPct val="125000"/>
                  </a:lnSpc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زمانی که تنها یک گره قصد ارسال دارد، باید بتواند با نرخ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𝑹</m:t>
                    </m:r>
                  </m:oMath>
                </a14:m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بیت در ثانیه ارسال کند.</a:t>
                </a:r>
              </a:p>
              <a:p>
                <a:pPr marL="1016100" lvl="1" indent="-342900" algn="just" rtl="1">
                  <a:lnSpc>
                    <a:spcPct val="125000"/>
                  </a:lnSpc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زمانی که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𝑴</m:t>
                    </m:r>
                  </m:oMath>
                </a14:m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گره قصد ارسال دارند، هر گره باید بتواند با نرخ متوسط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𝑹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/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𝑴</m:t>
                    </m:r>
                  </m:oMath>
                </a14:m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</a:t>
                </a:r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بیت در ثانیه ارسال کند.</a:t>
                </a:r>
              </a:p>
              <a:p>
                <a:pPr marL="1016100" lvl="1" indent="-342900" algn="just" rtl="1">
                  <a:lnSpc>
                    <a:spcPct val="125000"/>
                  </a:lnSpc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کاملاً غیرمتمرکز باشد:</a:t>
                </a:r>
              </a:p>
              <a:p>
                <a:pPr marL="1473300" lvl="2" indent="-3429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هیچ گره خاصی برای هماهنگی ارسال وجود نداشته باشد.</a:t>
                </a:r>
              </a:p>
              <a:p>
                <a:pPr marL="1473300" lvl="2" indent="-3429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هیچ زمان‌بند همگام‌سازی وجود نداشته باشد.</a:t>
                </a:r>
              </a:p>
              <a:p>
                <a:pPr marL="1016100" lvl="1" indent="-342900" algn="just" rtl="1">
                  <a:lnSpc>
                    <a:spcPct val="125000"/>
                  </a:lnSpc>
                  <a:spcBef>
                    <a:spcPts val="1800"/>
                  </a:spcBef>
                  <a:buFont typeface="+mj-lt"/>
                  <a:buAutoNum type="arabicPeriod" startAt="4"/>
                </a:pPr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پیاده‌سازی ساده باشد.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3" y="1381229"/>
                <a:ext cx="11767194" cy="4115037"/>
              </a:xfrm>
              <a:prstGeom prst="rect">
                <a:avLst/>
              </a:prstGeom>
              <a:blipFill>
                <a:blip r:embed="rId4"/>
                <a:stretch>
                  <a:fillRect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755974E-8A20-A234-78C8-C054A7B1C03A}"/>
              </a:ext>
            </a:extLst>
          </p:cNvPr>
          <p:cNvSpPr txBox="1"/>
          <p:nvPr/>
        </p:nvSpPr>
        <p:spPr>
          <a:xfrm>
            <a:off x="272406" y="5542282"/>
            <a:ext cx="1176719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440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Multiple Access Channel (MAC)</a:t>
            </a:r>
          </a:p>
          <a:p>
            <a:pPr marL="360000" indent="-1440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Medium Access Control (MAC)</a:t>
            </a:r>
          </a:p>
        </p:txBody>
      </p:sp>
    </p:spTree>
    <p:extLst>
      <p:ext uri="{BB962C8B-B14F-4D97-AF65-F5344CB8AC3E}">
        <p14:creationId xmlns:p14="http://schemas.microsoft.com/office/powerpoint/2010/main" val="169757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8">
            <a:extLst>
              <a:ext uri="{FF2B5EF4-FFF2-40B4-BE49-F238E27FC236}">
                <a16:creationId xmlns:a16="http://schemas.microsoft.com/office/drawing/2014/main" id="{9A14BDFB-C20B-51B4-1003-E281357F1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8025" y="2735414"/>
            <a:ext cx="1926762" cy="9924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1"/>
            <a:endParaRPr lang="en-US" sz="1600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0447BCCB-8E24-40DC-2000-613E1EA166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64953" y="2735413"/>
            <a:ext cx="2163070" cy="9888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1"/>
            <a:endParaRPr lang="en-US" sz="1600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9CFA1BB4-4915-AEBB-2303-F018C90D7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4957" y="1716911"/>
            <a:ext cx="2163068" cy="1038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1"/>
            <a:endParaRPr lang="en-US" sz="1600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D27198F5-F04F-042D-2C61-756101CCAA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7831" y="1716911"/>
            <a:ext cx="3777126" cy="103572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1"/>
            <a:endParaRPr lang="en-US" sz="1600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12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0000FF"/>
                </a:solidFill>
              </a:rPr>
              <a:t>رویکرد‌های به اشتراک‌گذاری رسانه (کانال) مشترک</a:t>
            </a:r>
            <a:endParaRPr lang="fa-IR" sz="3600" b="1" dirty="0">
              <a:solidFill>
                <a:srgbClr val="0000FF"/>
              </a:solidFill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03BCAF31-B2C7-BFDF-22E2-865CEEE05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80" y="2502235"/>
            <a:ext cx="3439387" cy="430887"/>
          </a:xfrm>
          <a:prstGeom prst="rect">
            <a:avLst/>
          </a:prstGeom>
          <a:solidFill>
            <a:srgbClr val="FFFFF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rtl="1" eaLnBrk="0" hangingPunct="0">
              <a:lnSpc>
                <a:spcPct val="150000"/>
              </a:lnSpc>
            </a:pPr>
            <a:r>
              <a:rPr lang="fa-IR" altLang="en-US" sz="1600" b="1" dirty="0">
                <a:solidFill>
                  <a:schemeClr val="accent6">
                    <a:lumMod val="75000"/>
                  </a:schemeClr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بخش‌بندی کانال</a:t>
            </a:r>
            <a:endParaRPr lang="en-US" altLang="en-US" sz="1600" b="1" dirty="0">
              <a:solidFill>
                <a:schemeClr val="accent6">
                  <a:lumMod val="75000"/>
                </a:schemeClr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10A6E74A-D1CD-C3D1-1AA5-1A0C89F0C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872" y="2512066"/>
            <a:ext cx="2880000" cy="468000"/>
          </a:xfrm>
          <a:prstGeom prst="rect">
            <a:avLst/>
          </a:prstGeom>
          <a:solidFill>
            <a:srgbClr val="FFFFF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rtl="1" eaLnBrk="0" hangingPunct="0">
              <a:lnSpc>
                <a:spcPct val="150000"/>
              </a:lnSpc>
              <a:spcBef>
                <a:spcPct val="50000"/>
              </a:spcBef>
            </a:pPr>
            <a:r>
              <a:rPr lang="fa-IR" altLang="en-US" sz="1600" b="1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دسترسی پویا به رسانه مشترک</a:t>
            </a:r>
            <a:endParaRPr lang="en-US" altLang="en-US" sz="1600" b="1" dirty="0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C68182C-A22A-6CB6-6788-E6F15BB50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723" y="3503576"/>
            <a:ext cx="3468882" cy="430887"/>
          </a:xfrm>
          <a:prstGeom prst="rect">
            <a:avLst/>
          </a:prstGeom>
          <a:solidFill>
            <a:srgbClr val="FFFFF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rtl="1" eaLnBrk="0" hangingPunct="0">
              <a:lnSpc>
                <a:spcPct val="150000"/>
              </a:lnSpc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نوبت‌بندی</a:t>
            </a:r>
            <a:endParaRPr lang="en-US" altLang="en-US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C5DAD5A6-DC4B-7030-2FBA-4E5472646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0881" y="3497728"/>
            <a:ext cx="3459705" cy="430887"/>
          </a:xfrm>
          <a:prstGeom prst="rect">
            <a:avLst/>
          </a:prstGeom>
          <a:solidFill>
            <a:srgbClr val="FFFFF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rtl="1" eaLnBrk="0" hangingPunct="0">
              <a:lnSpc>
                <a:spcPct val="150000"/>
              </a:lnSpc>
            </a:pPr>
            <a:r>
              <a:rPr lang="fa-IR" alt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دسترسی تصادفی</a:t>
            </a:r>
            <a:endParaRPr lang="en-US" altLang="en-US" sz="16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9310062F-3F0F-6338-0E0D-62BBD91C3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223" y="3480624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rtl="1"/>
            <a:endParaRPr lang="en-US" altLang="en-US" sz="1600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4AD9BDB1-4E48-19FA-3F2B-C9278397B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80" y="3016053"/>
            <a:ext cx="3451780" cy="2520000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 algn="l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 algn="l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0000" indent="-180000" algn="r" rtl="1">
              <a:lnSpc>
                <a:spcPct val="120000"/>
              </a:lnSpc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تقسیم‌بندی ثابت رسانه (کانال)</a:t>
            </a:r>
          </a:p>
          <a:p>
            <a:pPr marL="529250" lvl="1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تقسیم زمانی (</a:t>
            </a:r>
            <a:r>
              <a:rPr lang="en-US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TDMA</a:t>
            </a: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29250" lvl="1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تقسیم فرکانسی (</a:t>
            </a:r>
            <a:r>
              <a:rPr lang="en-US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FDMA</a:t>
            </a: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29250" lvl="1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تقسیم کد (</a:t>
            </a:r>
            <a:r>
              <a:rPr lang="en-US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CDMA</a:t>
            </a: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180000" indent="-180000" algn="r" rtl="1">
              <a:lnSpc>
                <a:spcPct val="120000"/>
              </a:lnSpc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تخصیص اختصاصی به کاربران</a:t>
            </a:r>
          </a:p>
          <a:p>
            <a:pPr marL="180000" indent="-180000" algn="r" rtl="1">
              <a:lnSpc>
                <a:spcPct val="120000"/>
              </a:lnSpc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کاربردها:</a:t>
            </a:r>
          </a:p>
          <a:p>
            <a:pPr marL="529250" lvl="1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ارسال ماهواره‌ای</a:t>
            </a:r>
          </a:p>
          <a:p>
            <a:pPr marL="529250" lvl="1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شبکه تلفن (سلولی) قدیمی</a:t>
            </a:r>
          </a:p>
          <a:p>
            <a:pPr marL="180000" indent="-180000" algn="r" rtl="1">
              <a:spcBef>
                <a:spcPts val="600"/>
              </a:spcBef>
            </a:pPr>
            <a:endParaRPr lang="fa-IR" altLang="en-US" sz="18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D1F15786-B31C-2041-4A4E-7538492AB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23" y="4018291"/>
            <a:ext cx="3451780" cy="2412000"/>
          </a:xfrm>
          <a:prstGeom prst="rect">
            <a:avLst/>
          </a:prstGeom>
          <a:noFill/>
          <a:ln w="19050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 algn="l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 algn="l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0000" indent="-180000" algn="r" rtl="1">
              <a:lnSpc>
                <a:spcPct val="120000"/>
              </a:lnSpc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گره‌های بر اساس نوبت ارسال می‌کنند.</a:t>
            </a:r>
            <a:endParaRPr lang="en-US" altLang="en-US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180000" indent="-180000" algn="r" rtl="1">
              <a:lnSpc>
                <a:spcPct val="120000"/>
              </a:lnSpc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گره‌هایی که داده‌های بیشتری برای ارسال دارند می‌توانند نوبت‌های بیشتری داشته باشند.</a:t>
            </a:r>
          </a:p>
          <a:p>
            <a:pPr marL="180000" indent="-180000" algn="r" rtl="1"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نیاز به هماهنگی بین گره‌ها وجود دارد.</a:t>
            </a:r>
          </a:p>
          <a:p>
            <a:pPr marL="180000" indent="-180000" algn="r" rtl="1">
              <a:spcBef>
                <a:spcPts val="60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نمونه‌ها:</a:t>
            </a:r>
          </a:p>
          <a:p>
            <a:pPr marL="529250" lvl="1" indent="-180000" algn="r" rtl="1">
              <a:spcBef>
                <a:spcPts val="0"/>
              </a:spcBef>
            </a:pPr>
            <a:r>
              <a:rPr lang="en-US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Polling, Token Passing</a:t>
            </a:r>
          </a:p>
          <a:p>
            <a:pPr marL="529250" lvl="1" indent="-180000" algn="r" rtl="1">
              <a:spcBef>
                <a:spcPts val="0"/>
              </a:spcBef>
            </a:pPr>
            <a:r>
              <a:rPr lang="en-US" alt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Reservation</a:t>
            </a:r>
            <a:endParaRPr lang="en-US" altLang="en-US" sz="12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C64E1653-8AF2-CA2F-6C49-75A2C09CB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881" y="4024301"/>
            <a:ext cx="3451780" cy="2160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 algn="l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 algn="l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 algn="l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0000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کانال تقسیم نمی‌شود، امکان تصادم وجود دارد</a:t>
            </a:r>
            <a:r>
              <a:rPr lang="en-US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.</a:t>
            </a:r>
            <a:endParaRPr lang="fa-IR" altLang="en-US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180000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تصادم تشخیص داده شده و بازیابی می‌شود.</a:t>
            </a:r>
          </a:p>
          <a:p>
            <a:pPr marL="180000" indent="-180000" algn="r" rtl="1">
              <a:lnSpc>
                <a:spcPct val="120000"/>
              </a:lnSpc>
              <a:spcBef>
                <a:spcPts val="0"/>
              </a:spcBef>
            </a:pPr>
            <a:r>
              <a:rPr lang="fa-IR" alt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نمونه‌ها:</a:t>
            </a:r>
          </a:p>
          <a:p>
            <a:pPr marL="529250" lvl="1" indent="-180000" algn="r" rtl="1">
              <a:spcBef>
                <a:spcPts val="600"/>
              </a:spcBef>
            </a:pPr>
            <a:r>
              <a:rPr lang="en-US" altLang="en-US" sz="12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ALOHA, Slotted ALOHA</a:t>
            </a:r>
          </a:p>
          <a:p>
            <a:pPr marL="529250" lvl="1" indent="-180000" algn="r" rtl="1">
              <a:spcBef>
                <a:spcPts val="600"/>
              </a:spcBef>
            </a:pPr>
            <a:r>
              <a:rPr lang="en-US" altLang="en-US" sz="12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CSMA, CSMA/CD, CSMA/CA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C42140F9-EFAD-0FC1-B5D3-CD164C6CB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503" y="1483647"/>
            <a:ext cx="3240000" cy="504000"/>
          </a:xfrm>
          <a:prstGeom prst="rect">
            <a:avLst/>
          </a:prstGeom>
          <a:solidFill>
            <a:srgbClr val="FFFFF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rtl="1" eaLnBrk="0" hangingPunct="0">
              <a:lnSpc>
                <a:spcPct val="150000"/>
              </a:lnSpc>
            </a:pPr>
            <a:r>
              <a:rPr lang="fa-IR" altLang="en-US" b="1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روش‌های به اشتراک‌گذاری کانال</a:t>
            </a:r>
            <a:endParaRPr lang="en-US" altLang="en-US" b="1" dirty="0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6338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18" grpId="0" animBg="1"/>
      <p:bldP spid="20" grpId="0" animBg="1"/>
      <p:bldP spid="20" grpId="1" animBg="1"/>
      <p:bldP spid="21" grpId="0" animBg="1"/>
      <p:bldP spid="21" grpId="1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13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MAC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بخش‌بندی ثابت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کانال: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TDMA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212403" y="1381229"/>
            <a:ext cx="1176719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1200"/>
              </a:spcBef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دسترسی چندگانه با تقسیم زمانی (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Time Division Multiple Access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دسترسی به کانال به صورت دوره‌ای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round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انجام می‌شود.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هر ایستگاه در هر دور یک برش زمانی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slot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با طول ثابت در اختیار دارد.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برش‌های زمانی استفاده نشده، بدون استفاده باقی می‌مانند (توسط سایر ایستگاه‌ها قابل استفاده نیستند).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مثال: 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یک شبکه محلی با 6 ایستگاه، ایستگاه‌های 1، 3 و 4 در حال ارسال هستند و برش‌های زمانی ایستگاه‌های 2، 5 و 6 بدون استفاده باقی مانده‌اند.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AD657A38-E28F-1999-1BC4-0DC4BA4A8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3556" y="5303782"/>
            <a:ext cx="60848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D9C8C277-2051-9994-308D-BFDDF1462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06" y="5076769"/>
            <a:ext cx="479425" cy="230188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B390DDAE-54A5-4B13-539D-61C0CD61A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656" y="5076769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D91481A1-90AD-F564-97CB-B646DCD56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9318" y="5076769"/>
            <a:ext cx="479425" cy="230188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4CC4AF9B-311C-124B-BAA5-E41D5BF1E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393" y="4964057"/>
            <a:ext cx="0" cy="338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2C9A3A69-C6E8-9C0B-63AF-03BAC6651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2831" y="4967232"/>
            <a:ext cx="0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7637BD25-1B47-1816-262A-99CA5BA8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818" y="5043432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EAF1A35A-C390-AEBD-577C-ADA30C05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968" y="5029144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id="{F1F5D038-7866-613F-2D36-C17965F79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106" y="5035494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1845AEB3-2693-05BD-960E-EE5DDFD56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306" y="5072007"/>
            <a:ext cx="479425" cy="230187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38F3FA62-53D7-960F-63EA-E93495112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156" y="5072007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1EC7B0F-89F4-D4EB-889E-B3AFE817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818" y="5072007"/>
            <a:ext cx="479425" cy="230187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DEC502EC-BB88-B7CB-C4AA-956BF0D37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893" y="4959294"/>
            <a:ext cx="0" cy="3381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9F79D80E-27B6-3BA5-026E-4EDA5B6DA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318" y="5038669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3237CD94-1004-80B1-F37C-9B514A3C2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468" y="5024382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FE38BF67-1494-6AAB-7031-FAF09535B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4606" y="5030732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29" name="Line 34">
            <a:extLst>
              <a:ext uri="{FF2B5EF4-FFF2-40B4-BE49-F238E27FC236}">
                <a16:creationId xmlns:a16="http://schemas.microsoft.com/office/drawing/2014/main" id="{48C8B939-F436-E915-6B2E-0861A7653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8406" y="5068832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0" name="Line 35">
            <a:extLst>
              <a:ext uri="{FF2B5EF4-FFF2-40B4-BE49-F238E27FC236}">
                <a16:creationId xmlns:a16="http://schemas.microsoft.com/office/drawing/2014/main" id="{3A61E8E6-487B-9176-CDDE-DFA75AE0B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656" y="507359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1" name="Line 36">
            <a:extLst>
              <a:ext uri="{FF2B5EF4-FFF2-40B4-BE49-F238E27FC236}">
                <a16:creationId xmlns:a16="http://schemas.microsoft.com/office/drawing/2014/main" id="{E7639358-461D-E8B2-8EC5-5DF82C75F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906" y="507359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" name="Line 37">
            <a:extLst>
              <a:ext uri="{FF2B5EF4-FFF2-40B4-BE49-F238E27FC236}">
                <a16:creationId xmlns:a16="http://schemas.microsoft.com/office/drawing/2014/main" id="{F4354202-8B39-AD9F-5EDA-8EB9E3F0C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7156" y="507359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3" name="Line 38">
            <a:extLst>
              <a:ext uri="{FF2B5EF4-FFF2-40B4-BE49-F238E27FC236}">
                <a16:creationId xmlns:a16="http://schemas.microsoft.com/office/drawing/2014/main" id="{DE3D8803-819D-8FAD-8E96-F920E97F7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168" y="506406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" name="Line 39">
            <a:extLst>
              <a:ext uri="{FF2B5EF4-FFF2-40B4-BE49-F238E27FC236}">
                <a16:creationId xmlns:a16="http://schemas.microsoft.com/office/drawing/2014/main" id="{2EA5D4A3-FA51-FAA6-7DF3-5796329E8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906" y="5068832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" name="Line 40">
            <a:extLst>
              <a:ext uri="{FF2B5EF4-FFF2-40B4-BE49-F238E27FC236}">
                <a16:creationId xmlns:a16="http://schemas.microsoft.com/office/drawing/2014/main" id="{BC877538-8AB3-DA3C-D43C-BBD0614B0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643" y="506406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6" name="Line 41">
            <a:extLst>
              <a:ext uri="{FF2B5EF4-FFF2-40B4-BE49-F238E27FC236}">
                <a16:creationId xmlns:a16="http://schemas.microsoft.com/office/drawing/2014/main" id="{D72FF437-A8FD-90E0-5696-A02425B1F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1381" y="505930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7" name="Line 42">
            <a:extLst>
              <a:ext uri="{FF2B5EF4-FFF2-40B4-BE49-F238E27FC236}">
                <a16:creationId xmlns:a16="http://schemas.microsoft.com/office/drawing/2014/main" id="{79581187-BAE3-6936-2DB1-1717BBC5C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4656" y="5068832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8" name="Line 43">
            <a:extLst>
              <a:ext uri="{FF2B5EF4-FFF2-40B4-BE49-F238E27FC236}">
                <a16:creationId xmlns:a16="http://schemas.microsoft.com/office/drawing/2014/main" id="{CA2846E3-8E8C-11AA-0E36-589F93EE7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2393" y="4973582"/>
            <a:ext cx="0" cy="3381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9" name="Line 44">
            <a:extLst>
              <a:ext uri="{FF2B5EF4-FFF2-40B4-BE49-F238E27FC236}">
                <a16:creationId xmlns:a16="http://schemas.microsoft.com/office/drawing/2014/main" id="{EB28AFAF-713D-2166-D74E-230B25735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156" y="5068832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0" name="Text Box 45">
            <a:extLst>
              <a:ext uri="{FF2B5EF4-FFF2-40B4-BE49-F238E27FC236}">
                <a16:creationId xmlns:a16="http://schemas.microsoft.com/office/drawing/2014/main" id="{F875ABFE-C2A8-DB87-9DC5-25C9FD4BF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767" y="4552394"/>
            <a:ext cx="98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قاب با 6 برش زمانی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41" name="Line 46">
            <a:extLst>
              <a:ext uri="{FF2B5EF4-FFF2-40B4-BE49-F238E27FC236}">
                <a16:creationId xmlns:a16="http://schemas.microsoft.com/office/drawing/2014/main" id="{4B880190-B9AB-AA01-F3FD-9E523D8F1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181" y="4781494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2" name="Line 47">
            <a:extLst>
              <a:ext uri="{FF2B5EF4-FFF2-40B4-BE49-F238E27FC236}">
                <a16:creationId xmlns:a16="http://schemas.microsoft.com/office/drawing/2014/main" id="{DE1F8C44-15AC-DFBD-D187-7F3354F349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1579" y="4776732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03F77250-F94B-19AB-B257-EECB91A0C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868" y="4689419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FEE2DBCC-C84B-5543-09B0-EDC270071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6956" y="4679894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5" name="Text Box 51">
            <a:extLst>
              <a:ext uri="{FF2B5EF4-FFF2-40B4-BE49-F238E27FC236}">
                <a16:creationId xmlns:a16="http://schemas.microsoft.com/office/drawing/2014/main" id="{A16BB4DA-2F51-CAD0-E204-28EB54CF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9781" y="4548671"/>
            <a:ext cx="8588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2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قاب با 6 برش زمانی</a:t>
            </a:r>
            <a:endParaRPr lang="en-US" sz="12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46" name="Line 52">
            <a:extLst>
              <a:ext uri="{FF2B5EF4-FFF2-40B4-BE49-F238E27FC236}">
                <a16:creationId xmlns:a16="http://schemas.microsoft.com/office/drawing/2014/main" id="{D8467534-60D8-3D67-2FDD-58AFDDF157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7031" y="4787844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" name="Line 53">
            <a:extLst>
              <a:ext uri="{FF2B5EF4-FFF2-40B4-BE49-F238E27FC236}">
                <a16:creationId xmlns:a16="http://schemas.microsoft.com/office/drawing/2014/main" id="{ADACF838-91AB-40FB-5E0B-BBA97D0E8C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1575" y="4783082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8" name="Line 55">
            <a:extLst>
              <a:ext uri="{FF2B5EF4-FFF2-40B4-BE49-F238E27FC236}">
                <a16:creationId xmlns:a16="http://schemas.microsoft.com/office/drawing/2014/main" id="{DE867FD2-DE56-686E-C22C-E8FFBFE06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0806" y="4652907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33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14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MAC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بخش‌بندی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کانال: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FDMA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212403" y="1381229"/>
            <a:ext cx="1176719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1200"/>
              </a:spcBef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دسترسی چندگانه با تقسیم فرکانسی (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Frequency Division Multiple Access -FDMA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طیف فرکانسی کانال به باندهای فرکانسی مجزا تقسیم می‌شود.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 هر ایستگاه یک باند فرکانسی ثابت اختصاص داده می‌شود.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باندهای فرکانسی استفاده نشده، بدون استفاده باقی می‌مانند (توسط سایر ایستگاه‌های قابل استفاده نیستند).</a:t>
            </a:r>
          </a:p>
          <a:p>
            <a:pPr marL="540000" indent="-144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مثال: 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یک شبکه محلی با 6 ایستگاه، ایستگاه‌های 1، 3 و 4 در حال ارسال هستند و باندهای فرکانسی ایستگاه‌های 2، 5 و 6 بدون استفاده باقی مانده‌اند.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200358F-1856-AA73-A0CA-EE6DAA11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416" y="4019343"/>
            <a:ext cx="627062" cy="2251075"/>
          </a:xfrm>
          <a:prstGeom prst="rect">
            <a:avLst/>
          </a:prstGeom>
          <a:solidFill>
            <a:srgbClr val="FFFFF0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918CFF55-771F-60DE-D4D3-FA9731C4FE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5124243"/>
            <a:ext cx="6223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8EAF369D-AB82-7EAC-37C4-7302AAD2B4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8066" y="5516355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3EFC8BEC-F769-54D9-5D51-0342ACF2B3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5902118"/>
            <a:ext cx="6270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" name="Line 8">
            <a:extLst>
              <a:ext uri="{FF2B5EF4-FFF2-40B4-BE49-F238E27FC236}">
                <a16:creationId xmlns:a16="http://schemas.microsoft.com/office/drawing/2014/main" id="{EFB9136B-187D-8191-4952-859EF9D54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8066" y="4738480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4A19D6A6-22A6-ACF8-19A0-1D1E216B2D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4352718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F4C9D2ED-06C4-1B12-96F3-456FC672B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553" y="4292393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BEBF384F-76EB-2908-603F-D90CD3510806}"/>
              </a:ext>
            </a:extLst>
          </p:cNvPr>
          <p:cNvSpPr>
            <a:spLocks/>
          </p:cNvSpPr>
          <p:nvPr/>
        </p:nvSpPr>
        <p:spPr bwMode="auto">
          <a:xfrm>
            <a:off x="7641191" y="416288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3333CC"/>
          </a:solidFill>
          <a:ln w="19050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" name="Line 13">
            <a:extLst>
              <a:ext uri="{FF2B5EF4-FFF2-40B4-BE49-F238E27FC236}">
                <a16:creationId xmlns:a16="http://schemas.microsoft.com/office/drawing/2014/main" id="{BFEA89C5-D679-FAE9-CCB4-04E769E6E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1178" y="4695618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172DA826-DC8A-A704-000C-BDDC96A31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1178" y="5094080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7F9BBE6E-660B-CF29-8DC5-D6C990FE48CA}"/>
              </a:ext>
            </a:extLst>
          </p:cNvPr>
          <p:cNvSpPr>
            <a:spLocks/>
          </p:cNvSpPr>
          <p:nvPr/>
        </p:nvSpPr>
        <p:spPr bwMode="auto">
          <a:xfrm>
            <a:off x="7688816" y="4969793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1" name="Group 17">
            <a:extLst>
              <a:ext uri="{FF2B5EF4-FFF2-40B4-BE49-F238E27FC236}">
                <a16:creationId xmlns:a16="http://schemas.microsoft.com/office/drawing/2014/main" id="{830C6922-45F0-AD82-7181-721E79DA7549}"/>
              </a:ext>
            </a:extLst>
          </p:cNvPr>
          <p:cNvGrpSpPr>
            <a:grpSpLocks/>
          </p:cNvGrpSpPr>
          <p:nvPr/>
        </p:nvGrpSpPr>
        <p:grpSpPr bwMode="auto">
          <a:xfrm>
            <a:off x="7558641" y="5375085"/>
            <a:ext cx="2228850" cy="123826"/>
            <a:chOff x="1884" y="2823"/>
            <a:chExt cx="1404" cy="78"/>
          </a:xfrm>
        </p:grpSpPr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DD77BBA5-67AB-9518-A1CF-621EF23C3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noFill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A312DF4-F30F-9984-217C-9FED5AE6A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823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4" name="Line 20">
            <a:extLst>
              <a:ext uri="{FF2B5EF4-FFF2-40B4-BE49-F238E27FC236}">
                <a16:creationId xmlns:a16="http://schemas.microsoft.com/office/drawing/2014/main" id="{645BEC9A-F765-E065-FFDD-D02CCFF39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803" y="5905293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B558AFAC-8F6F-133A-3DDE-16BBC125451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815868" y="4929079"/>
            <a:ext cx="138211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باندهای فرکانسی</a:t>
            </a:r>
            <a:endParaRPr lang="en-US" sz="14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ABF6DF09-EB4E-8C92-4312-A78A930F7767}"/>
              </a:ext>
            </a:extLst>
          </p:cNvPr>
          <p:cNvSpPr txBox="1">
            <a:spLocks noChangeArrowheads="1"/>
          </p:cNvSpPr>
          <p:nvPr/>
        </p:nvSpPr>
        <p:spPr bwMode="auto">
          <a:xfrm rot="67766">
            <a:off x="9535658" y="3871010"/>
            <a:ext cx="5036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زمان</a:t>
            </a:r>
            <a:endParaRPr lang="en-US" sz="1400" b="1" i="0" dirty="0">
              <a:solidFill>
                <a:srgbClr val="0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7" name="Freeform 54">
            <a:extLst>
              <a:ext uri="{FF2B5EF4-FFF2-40B4-BE49-F238E27FC236}">
                <a16:creationId xmlns:a16="http://schemas.microsoft.com/office/drawing/2014/main" id="{CFC645E7-AB02-4F10-8985-D7522882D907}"/>
              </a:ext>
            </a:extLst>
          </p:cNvPr>
          <p:cNvSpPr>
            <a:spLocks/>
          </p:cNvSpPr>
          <p:nvPr/>
        </p:nvSpPr>
        <p:spPr bwMode="auto">
          <a:xfrm>
            <a:off x="4178853" y="422889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8" name="Group 56">
            <a:extLst>
              <a:ext uri="{FF2B5EF4-FFF2-40B4-BE49-F238E27FC236}">
                <a16:creationId xmlns:a16="http://schemas.microsoft.com/office/drawing/2014/main" id="{67195B67-B991-7B4E-62CA-CC36D3C382B4}"/>
              </a:ext>
            </a:extLst>
          </p:cNvPr>
          <p:cNvGrpSpPr>
            <a:grpSpLocks/>
          </p:cNvGrpSpPr>
          <p:nvPr/>
        </p:nvGrpSpPr>
        <p:grpSpPr bwMode="auto">
          <a:xfrm>
            <a:off x="2440541" y="4867068"/>
            <a:ext cx="1666875" cy="314325"/>
            <a:chOff x="1614" y="1494"/>
            <a:chExt cx="1050" cy="198"/>
          </a:xfrm>
        </p:grpSpPr>
        <p:sp>
          <p:nvSpPr>
            <p:cNvPr id="29" name="Rectangle 57">
              <a:extLst>
                <a:ext uri="{FF2B5EF4-FFF2-40B4-BE49-F238E27FC236}">
                  <a16:creationId xmlns:a16="http://schemas.microsoft.com/office/drawing/2014/main" id="{2F22C09B-DDE7-592C-D1B4-2A1B4BE63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Freeform 58">
              <a:extLst>
                <a:ext uri="{FF2B5EF4-FFF2-40B4-BE49-F238E27FC236}">
                  <a16:creationId xmlns:a16="http://schemas.microsoft.com/office/drawing/2014/main" id="{095C4A21-7353-7A1F-6237-05471899D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/>
                </a:gs>
                <a:gs pos="50000">
                  <a:srgbClr val="FFFFFF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Oval 59">
              <a:extLst>
                <a:ext uri="{FF2B5EF4-FFF2-40B4-BE49-F238E27FC236}">
                  <a16:creationId xmlns:a16="http://schemas.microsoft.com/office/drawing/2014/main" id="{047EA312-A8C2-ADEA-4F20-820E45FDB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" name="Line 60">
              <a:extLst>
                <a:ext uri="{FF2B5EF4-FFF2-40B4-BE49-F238E27FC236}">
                  <a16:creationId xmlns:a16="http://schemas.microsoft.com/office/drawing/2014/main" id="{9FB86C98-177E-06A1-5520-E0AD65797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3" name="Text Box 69">
            <a:extLst>
              <a:ext uri="{FF2B5EF4-FFF2-40B4-BE49-F238E27FC236}">
                <a16:creationId xmlns:a16="http://schemas.microsoft.com/office/drawing/2014/main" id="{4C912779-1188-9A1A-7015-930AEB182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766" y="5579855"/>
            <a:ext cx="104387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16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کابل </a:t>
            </a:r>
            <a:r>
              <a:rPr lang="en-US" sz="16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FDM</a:t>
            </a:r>
          </a:p>
        </p:txBody>
      </p:sp>
      <p:sp>
        <p:nvSpPr>
          <p:cNvPr id="34" name="Freeform 4">
            <a:extLst>
              <a:ext uri="{FF2B5EF4-FFF2-40B4-BE49-F238E27FC236}">
                <a16:creationId xmlns:a16="http://schemas.microsoft.com/office/drawing/2014/main" id="{02270FD0-0E3E-8570-906D-CC1AA6140F51}"/>
              </a:ext>
            </a:extLst>
          </p:cNvPr>
          <p:cNvSpPr/>
          <p:nvPr/>
        </p:nvSpPr>
        <p:spPr>
          <a:xfrm>
            <a:off x="5002905" y="5527821"/>
            <a:ext cx="1003515" cy="275129"/>
          </a:xfrm>
          <a:custGeom>
            <a:avLst/>
            <a:gdLst>
              <a:gd name="connsiteX0" fmla="*/ 0 w 1937289"/>
              <a:gd name="connsiteY0" fmla="*/ 228600 h 437827"/>
              <a:gd name="connsiteX1" fmla="*/ 100739 w 1937289"/>
              <a:gd name="connsiteY1" fmla="*/ 0 h 437827"/>
              <a:gd name="connsiteX2" fmla="*/ 286719 w 1937289"/>
              <a:gd name="connsiteY2" fmla="*/ 430078 h 437827"/>
              <a:gd name="connsiteX3" fmla="*/ 480448 w 1937289"/>
              <a:gd name="connsiteY3" fmla="*/ 7749 h 437827"/>
              <a:gd name="connsiteX4" fmla="*/ 681926 w 1937289"/>
              <a:gd name="connsiteY4" fmla="*/ 433953 h 437827"/>
              <a:gd name="connsiteX5" fmla="*/ 867905 w 1937289"/>
              <a:gd name="connsiteY5" fmla="*/ 7749 h 437827"/>
              <a:gd name="connsiteX6" fmla="*/ 1061634 w 1937289"/>
              <a:gd name="connsiteY6" fmla="*/ 430078 h 437827"/>
              <a:gd name="connsiteX7" fmla="*/ 1255363 w 1937289"/>
              <a:gd name="connsiteY7" fmla="*/ 3875 h 437827"/>
              <a:gd name="connsiteX8" fmla="*/ 1452966 w 1937289"/>
              <a:gd name="connsiteY8" fmla="*/ 430078 h 437827"/>
              <a:gd name="connsiteX9" fmla="*/ 1638946 w 1937289"/>
              <a:gd name="connsiteY9" fmla="*/ 3875 h 437827"/>
              <a:gd name="connsiteX10" fmla="*/ 1836550 w 1937289"/>
              <a:gd name="connsiteY10" fmla="*/ 437827 h 437827"/>
              <a:gd name="connsiteX11" fmla="*/ 1937289 w 1937289"/>
              <a:gd name="connsiteY11" fmla="*/ 224726 h 437827"/>
              <a:gd name="connsiteX0" fmla="*/ 0 w 1937289"/>
              <a:gd name="connsiteY0" fmla="*/ 228600 h 437827"/>
              <a:gd name="connsiteX1" fmla="*/ 100739 w 1937289"/>
              <a:gd name="connsiteY1" fmla="*/ 0 h 437827"/>
              <a:gd name="connsiteX2" fmla="*/ 286719 w 1937289"/>
              <a:gd name="connsiteY2" fmla="*/ 430078 h 437827"/>
              <a:gd name="connsiteX3" fmla="*/ 480448 w 1937289"/>
              <a:gd name="connsiteY3" fmla="*/ 7749 h 437827"/>
              <a:gd name="connsiteX4" fmla="*/ 681926 w 1937289"/>
              <a:gd name="connsiteY4" fmla="*/ 433953 h 437827"/>
              <a:gd name="connsiteX5" fmla="*/ 867905 w 1937289"/>
              <a:gd name="connsiteY5" fmla="*/ 7749 h 437827"/>
              <a:gd name="connsiteX6" fmla="*/ 1061634 w 1937289"/>
              <a:gd name="connsiteY6" fmla="*/ 430078 h 437827"/>
              <a:gd name="connsiteX7" fmla="*/ 1255363 w 1937289"/>
              <a:gd name="connsiteY7" fmla="*/ 3875 h 437827"/>
              <a:gd name="connsiteX8" fmla="*/ 1452966 w 1937289"/>
              <a:gd name="connsiteY8" fmla="*/ 430078 h 437827"/>
              <a:gd name="connsiteX9" fmla="*/ 1638946 w 1937289"/>
              <a:gd name="connsiteY9" fmla="*/ 3875 h 437827"/>
              <a:gd name="connsiteX10" fmla="*/ 1836550 w 1937289"/>
              <a:gd name="connsiteY10" fmla="*/ 437827 h 437827"/>
              <a:gd name="connsiteX11" fmla="*/ 1937289 w 1937289"/>
              <a:gd name="connsiteY11" fmla="*/ 224726 h 437827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32613 h 448703"/>
              <a:gd name="connsiteX1" fmla="*/ 100739 w 1937289"/>
              <a:gd name="connsiteY1" fmla="*/ 4013 h 448703"/>
              <a:gd name="connsiteX2" fmla="*/ 286719 w 1937289"/>
              <a:gd name="connsiteY2" fmla="*/ 434091 h 448703"/>
              <a:gd name="connsiteX3" fmla="*/ 480448 w 1937289"/>
              <a:gd name="connsiteY3" fmla="*/ 11762 h 448703"/>
              <a:gd name="connsiteX4" fmla="*/ 681926 w 1937289"/>
              <a:gd name="connsiteY4" fmla="*/ 437966 h 448703"/>
              <a:gd name="connsiteX5" fmla="*/ 867905 w 1937289"/>
              <a:gd name="connsiteY5" fmla="*/ 11762 h 448703"/>
              <a:gd name="connsiteX6" fmla="*/ 1061634 w 1937289"/>
              <a:gd name="connsiteY6" fmla="*/ 434091 h 448703"/>
              <a:gd name="connsiteX7" fmla="*/ 1255363 w 1937289"/>
              <a:gd name="connsiteY7" fmla="*/ 7888 h 448703"/>
              <a:gd name="connsiteX8" fmla="*/ 1452966 w 1937289"/>
              <a:gd name="connsiteY8" fmla="*/ 434091 h 448703"/>
              <a:gd name="connsiteX9" fmla="*/ 1638946 w 1937289"/>
              <a:gd name="connsiteY9" fmla="*/ 7888 h 448703"/>
              <a:gd name="connsiteX10" fmla="*/ 1836550 w 1937289"/>
              <a:gd name="connsiteY10" fmla="*/ 441840 h 448703"/>
              <a:gd name="connsiteX11" fmla="*/ 1937289 w 1937289"/>
              <a:gd name="connsiteY11" fmla="*/ 228739 h 448703"/>
              <a:gd name="connsiteX0" fmla="*/ 0 w 1937289"/>
              <a:gd name="connsiteY0" fmla="*/ 228603 h 444693"/>
              <a:gd name="connsiteX1" fmla="*/ 100739 w 1937289"/>
              <a:gd name="connsiteY1" fmla="*/ 3 h 444693"/>
              <a:gd name="connsiteX2" fmla="*/ 286719 w 1937289"/>
              <a:gd name="connsiteY2" fmla="*/ 430081 h 444693"/>
              <a:gd name="connsiteX3" fmla="*/ 480448 w 1937289"/>
              <a:gd name="connsiteY3" fmla="*/ 7752 h 444693"/>
              <a:gd name="connsiteX4" fmla="*/ 681926 w 1937289"/>
              <a:gd name="connsiteY4" fmla="*/ 433956 h 444693"/>
              <a:gd name="connsiteX5" fmla="*/ 867905 w 1937289"/>
              <a:gd name="connsiteY5" fmla="*/ 7752 h 444693"/>
              <a:gd name="connsiteX6" fmla="*/ 1061634 w 1937289"/>
              <a:gd name="connsiteY6" fmla="*/ 430081 h 444693"/>
              <a:gd name="connsiteX7" fmla="*/ 1255363 w 1937289"/>
              <a:gd name="connsiteY7" fmla="*/ 3878 h 444693"/>
              <a:gd name="connsiteX8" fmla="*/ 1452966 w 1937289"/>
              <a:gd name="connsiteY8" fmla="*/ 430081 h 444693"/>
              <a:gd name="connsiteX9" fmla="*/ 1638946 w 1937289"/>
              <a:gd name="connsiteY9" fmla="*/ 3878 h 444693"/>
              <a:gd name="connsiteX10" fmla="*/ 1836550 w 1937289"/>
              <a:gd name="connsiteY10" fmla="*/ 437830 h 444693"/>
              <a:gd name="connsiteX11" fmla="*/ 1937289 w 1937289"/>
              <a:gd name="connsiteY11" fmla="*/ 224729 h 444693"/>
              <a:gd name="connsiteX0" fmla="*/ 0 w 1937289"/>
              <a:gd name="connsiteY0" fmla="*/ 228603 h 437864"/>
              <a:gd name="connsiteX1" fmla="*/ 100739 w 1937289"/>
              <a:gd name="connsiteY1" fmla="*/ 3 h 437864"/>
              <a:gd name="connsiteX2" fmla="*/ 286719 w 1937289"/>
              <a:gd name="connsiteY2" fmla="*/ 430081 h 437864"/>
              <a:gd name="connsiteX3" fmla="*/ 480448 w 1937289"/>
              <a:gd name="connsiteY3" fmla="*/ 7752 h 437864"/>
              <a:gd name="connsiteX4" fmla="*/ 681926 w 1937289"/>
              <a:gd name="connsiteY4" fmla="*/ 433956 h 437864"/>
              <a:gd name="connsiteX5" fmla="*/ 867905 w 1937289"/>
              <a:gd name="connsiteY5" fmla="*/ 7752 h 437864"/>
              <a:gd name="connsiteX6" fmla="*/ 1061634 w 1937289"/>
              <a:gd name="connsiteY6" fmla="*/ 430081 h 437864"/>
              <a:gd name="connsiteX7" fmla="*/ 1255363 w 1937289"/>
              <a:gd name="connsiteY7" fmla="*/ 3878 h 437864"/>
              <a:gd name="connsiteX8" fmla="*/ 1452966 w 1937289"/>
              <a:gd name="connsiteY8" fmla="*/ 430081 h 437864"/>
              <a:gd name="connsiteX9" fmla="*/ 1638946 w 1937289"/>
              <a:gd name="connsiteY9" fmla="*/ 3878 h 437864"/>
              <a:gd name="connsiteX10" fmla="*/ 1836550 w 1937289"/>
              <a:gd name="connsiteY10" fmla="*/ 437830 h 437864"/>
              <a:gd name="connsiteX11" fmla="*/ 1937289 w 1937289"/>
              <a:gd name="connsiteY11" fmla="*/ 224729 h 43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289" h="437864">
                <a:moveTo>
                  <a:pt x="0" y="228603"/>
                </a:moveTo>
                <a:cubicBezTo>
                  <a:pt x="33580" y="152403"/>
                  <a:pt x="49079" y="1294"/>
                  <a:pt x="100739" y="3"/>
                </a:cubicBezTo>
                <a:cubicBezTo>
                  <a:pt x="152399" y="-1288"/>
                  <a:pt x="223434" y="428790"/>
                  <a:pt x="286719" y="430081"/>
                </a:cubicBezTo>
                <a:cubicBezTo>
                  <a:pt x="350004" y="431372"/>
                  <a:pt x="414580" y="7106"/>
                  <a:pt x="480448" y="7752"/>
                </a:cubicBezTo>
                <a:cubicBezTo>
                  <a:pt x="546316" y="8398"/>
                  <a:pt x="617350" y="433956"/>
                  <a:pt x="681926" y="433956"/>
                </a:cubicBezTo>
                <a:cubicBezTo>
                  <a:pt x="746502" y="433956"/>
                  <a:pt x="804620" y="8398"/>
                  <a:pt x="867905" y="7752"/>
                </a:cubicBezTo>
                <a:cubicBezTo>
                  <a:pt x="931190" y="7106"/>
                  <a:pt x="997058" y="430727"/>
                  <a:pt x="1061634" y="430081"/>
                </a:cubicBezTo>
                <a:cubicBezTo>
                  <a:pt x="1126210" y="429435"/>
                  <a:pt x="1190141" y="3878"/>
                  <a:pt x="1255363" y="3878"/>
                </a:cubicBezTo>
                <a:cubicBezTo>
                  <a:pt x="1320585" y="3878"/>
                  <a:pt x="1389036" y="430081"/>
                  <a:pt x="1452966" y="430081"/>
                </a:cubicBezTo>
                <a:cubicBezTo>
                  <a:pt x="1516896" y="430081"/>
                  <a:pt x="1575015" y="2587"/>
                  <a:pt x="1638946" y="3878"/>
                </a:cubicBezTo>
                <a:cubicBezTo>
                  <a:pt x="1702877" y="5170"/>
                  <a:pt x="1764224" y="435247"/>
                  <a:pt x="1836550" y="437830"/>
                </a:cubicBezTo>
                <a:cubicBezTo>
                  <a:pt x="1908876" y="440413"/>
                  <a:pt x="1903709" y="295763"/>
                  <a:pt x="1937289" y="2247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B58B83-6F9C-6533-DCA7-8FA91C5F95E0}"/>
              </a:ext>
            </a:extLst>
          </p:cNvPr>
          <p:cNvGrpSpPr/>
          <p:nvPr/>
        </p:nvGrpSpPr>
        <p:grpSpPr>
          <a:xfrm>
            <a:off x="5000976" y="4204816"/>
            <a:ext cx="907351" cy="280296"/>
            <a:chOff x="4298196" y="6444710"/>
            <a:chExt cx="907351" cy="280296"/>
          </a:xfrm>
        </p:grpSpPr>
        <p:sp>
          <p:nvSpPr>
            <p:cNvPr id="36" name="Freeform 133">
              <a:extLst>
                <a:ext uri="{FF2B5EF4-FFF2-40B4-BE49-F238E27FC236}">
                  <a16:creationId xmlns:a16="http://schemas.microsoft.com/office/drawing/2014/main" id="{F129EC5B-1D64-ED60-95BC-03B539C00270}"/>
                </a:ext>
              </a:extLst>
            </p:cNvPr>
            <p:cNvSpPr/>
            <p:nvPr/>
          </p:nvSpPr>
          <p:spPr>
            <a:xfrm>
              <a:off x="4298196" y="6444710"/>
              <a:ext cx="455909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134">
              <a:extLst>
                <a:ext uri="{FF2B5EF4-FFF2-40B4-BE49-F238E27FC236}">
                  <a16:creationId xmlns:a16="http://schemas.microsoft.com/office/drawing/2014/main" id="{E850B009-DE6E-0E40-FFD3-035D8EA87FDE}"/>
                </a:ext>
              </a:extLst>
            </p:cNvPr>
            <p:cNvSpPr/>
            <p:nvPr/>
          </p:nvSpPr>
          <p:spPr>
            <a:xfrm>
              <a:off x="4749638" y="6449877"/>
              <a:ext cx="455909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83D8C9-76B1-3896-FD44-4B3D3CCDD849}"/>
              </a:ext>
            </a:extLst>
          </p:cNvPr>
          <p:cNvGrpSpPr/>
          <p:nvPr/>
        </p:nvGrpSpPr>
        <p:grpSpPr>
          <a:xfrm>
            <a:off x="4979505" y="4883429"/>
            <a:ext cx="993354" cy="277839"/>
            <a:chOff x="4343400" y="5348498"/>
            <a:chExt cx="993354" cy="277839"/>
          </a:xfrm>
        </p:grpSpPr>
        <p:sp>
          <p:nvSpPr>
            <p:cNvPr id="39" name="Freeform 137">
              <a:extLst>
                <a:ext uri="{FF2B5EF4-FFF2-40B4-BE49-F238E27FC236}">
                  <a16:creationId xmlns:a16="http://schemas.microsoft.com/office/drawing/2014/main" id="{FBC99E5E-97C3-DA24-A396-439ACF79C2A2}"/>
                </a:ext>
              </a:extLst>
            </p:cNvPr>
            <p:cNvSpPr/>
            <p:nvPr/>
          </p:nvSpPr>
          <p:spPr>
            <a:xfrm>
              <a:off x="4343400" y="5348498"/>
              <a:ext cx="614122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138">
              <a:extLst>
                <a:ext uri="{FF2B5EF4-FFF2-40B4-BE49-F238E27FC236}">
                  <a16:creationId xmlns:a16="http://schemas.microsoft.com/office/drawing/2014/main" id="{13D624F1-29DB-73C1-F8CB-6A227CCB33E0}"/>
                </a:ext>
              </a:extLst>
            </p:cNvPr>
            <p:cNvSpPr/>
            <p:nvPr/>
          </p:nvSpPr>
          <p:spPr>
            <a:xfrm>
              <a:off x="4951503" y="5353664"/>
              <a:ext cx="385251" cy="272673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  <a:gd name="connsiteX0" fmla="*/ 0 w 1836551"/>
                <a:gd name="connsiteY0" fmla="*/ 228603 h 437831"/>
                <a:gd name="connsiteX1" fmla="*/ 100739 w 1836551"/>
                <a:gd name="connsiteY1" fmla="*/ 3 h 437831"/>
                <a:gd name="connsiteX2" fmla="*/ 286719 w 1836551"/>
                <a:gd name="connsiteY2" fmla="*/ 430081 h 437831"/>
                <a:gd name="connsiteX3" fmla="*/ 480448 w 1836551"/>
                <a:gd name="connsiteY3" fmla="*/ 7752 h 437831"/>
                <a:gd name="connsiteX4" fmla="*/ 681926 w 1836551"/>
                <a:gd name="connsiteY4" fmla="*/ 433956 h 437831"/>
                <a:gd name="connsiteX5" fmla="*/ 867905 w 1836551"/>
                <a:gd name="connsiteY5" fmla="*/ 7752 h 437831"/>
                <a:gd name="connsiteX6" fmla="*/ 1061634 w 1836551"/>
                <a:gd name="connsiteY6" fmla="*/ 430081 h 437831"/>
                <a:gd name="connsiteX7" fmla="*/ 1255363 w 1836551"/>
                <a:gd name="connsiteY7" fmla="*/ 3878 h 437831"/>
                <a:gd name="connsiteX8" fmla="*/ 1452966 w 1836551"/>
                <a:gd name="connsiteY8" fmla="*/ 430081 h 437831"/>
                <a:gd name="connsiteX9" fmla="*/ 1638946 w 1836551"/>
                <a:gd name="connsiteY9" fmla="*/ 3878 h 437831"/>
                <a:gd name="connsiteX10" fmla="*/ 1836550 w 1836551"/>
                <a:gd name="connsiteY10" fmla="*/ 437830 h 437831"/>
                <a:gd name="connsiteX0" fmla="*/ 0 w 1638946"/>
                <a:gd name="connsiteY0" fmla="*/ 228603 h 433956"/>
                <a:gd name="connsiteX1" fmla="*/ 100739 w 1638946"/>
                <a:gd name="connsiteY1" fmla="*/ 3 h 433956"/>
                <a:gd name="connsiteX2" fmla="*/ 286719 w 1638946"/>
                <a:gd name="connsiteY2" fmla="*/ 430081 h 433956"/>
                <a:gd name="connsiteX3" fmla="*/ 480448 w 1638946"/>
                <a:gd name="connsiteY3" fmla="*/ 7752 h 433956"/>
                <a:gd name="connsiteX4" fmla="*/ 681926 w 1638946"/>
                <a:gd name="connsiteY4" fmla="*/ 433956 h 433956"/>
                <a:gd name="connsiteX5" fmla="*/ 867905 w 1638946"/>
                <a:gd name="connsiteY5" fmla="*/ 7752 h 433956"/>
                <a:gd name="connsiteX6" fmla="*/ 1061634 w 1638946"/>
                <a:gd name="connsiteY6" fmla="*/ 430081 h 433956"/>
                <a:gd name="connsiteX7" fmla="*/ 1255363 w 1638946"/>
                <a:gd name="connsiteY7" fmla="*/ 3878 h 433956"/>
                <a:gd name="connsiteX8" fmla="*/ 1452966 w 1638946"/>
                <a:gd name="connsiteY8" fmla="*/ 430081 h 433956"/>
                <a:gd name="connsiteX9" fmla="*/ 1638946 w 1638946"/>
                <a:gd name="connsiteY9" fmla="*/ 3878 h 433956"/>
                <a:gd name="connsiteX0" fmla="*/ 0 w 1452965"/>
                <a:gd name="connsiteY0" fmla="*/ 228603 h 433956"/>
                <a:gd name="connsiteX1" fmla="*/ 100739 w 1452965"/>
                <a:gd name="connsiteY1" fmla="*/ 3 h 433956"/>
                <a:gd name="connsiteX2" fmla="*/ 286719 w 1452965"/>
                <a:gd name="connsiteY2" fmla="*/ 430081 h 433956"/>
                <a:gd name="connsiteX3" fmla="*/ 480448 w 1452965"/>
                <a:gd name="connsiteY3" fmla="*/ 7752 h 433956"/>
                <a:gd name="connsiteX4" fmla="*/ 681926 w 1452965"/>
                <a:gd name="connsiteY4" fmla="*/ 433956 h 433956"/>
                <a:gd name="connsiteX5" fmla="*/ 867905 w 1452965"/>
                <a:gd name="connsiteY5" fmla="*/ 7752 h 433956"/>
                <a:gd name="connsiteX6" fmla="*/ 1061634 w 1452965"/>
                <a:gd name="connsiteY6" fmla="*/ 430081 h 433956"/>
                <a:gd name="connsiteX7" fmla="*/ 1255363 w 1452965"/>
                <a:gd name="connsiteY7" fmla="*/ 3878 h 433956"/>
                <a:gd name="connsiteX8" fmla="*/ 1452966 w 1452965"/>
                <a:gd name="connsiteY8" fmla="*/ 430081 h 433956"/>
                <a:gd name="connsiteX0" fmla="*/ 0 w 1255363"/>
                <a:gd name="connsiteY0" fmla="*/ 228603 h 433956"/>
                <a:gd name="connsiteX1" fmla="*/ 100739 w 1255363"/>
                <a:gd name="connsiteY1" fmla="*/ 3 h 433956"/>
                <a:gd name="connsiteX2" fmla="*/ 286719 w 1255363"/>
                <a:gd name="connsiteY2" fmla="*/ 430081 h 433956"/>
                <a:gd name="connsiteX3" fmla="*/ 480448 w 1255363"/>
                <a:gd name="connsiteY3" fmla="*/ 7752 h 433956"/>
                <a:gd name="connsiteX4" fmla="*/ 681926 w 1255363"/>
                <a:gd name="connsiteY4" fmla="*/ 433956 h 433956"/>
                <a:gd name="connsiteX5" fmla="*/ 867905 w 1255363"/>
                <a:gd name="connsiteY5" fmla="*/ 7752 h 433956"/>
                <a:gd name="connsiteX6" fmla="*/ 1061634 w 1255363"/>
                <a:gd name="connsiteY6" fmla="*/ 430081 h 433956"/>
                <a:gd name="connsiteX7" fmla="*/ 1255363 w 1255363"/>
                <a:gd name="connsiteY7" fmla="*/ 3878 h 433956"/>
                <a:gd name="connsiteX0" fmla="*/ 0 w 1255363"/>
                <a:gd name="connsiteY0" fmla="*/ 228603 h 433956"/>
                <a:gd name="connsiteX1" fmla="*/ 100739 w 1255363"/>
                <a:gd name="connsiteY1" fmla="*/ 3 h 433956"/>
                <a:gd name="connsiteX2" fmla="*/ 286719 w 1255363"/>
                <a:gd name="connsiteY2" fmla="*/ 430081 h 433956"/>
                <a:gd name="connsiteX3" fmla="*/ 480448 w 1255363"/>
                <a:gd name="connsiteY3" fmla="*/ 7752 h 433956"/>
                <a:gd name="connsiteX4" fmla="*/ 681926 w 1255363"/>
                <a:gd name="connsiteY4" fmla="*/ 433956 h 433956"/>
                <a:gd name="connsiteX5" fmla="*/ 867905 w 1255363"/>
                <a:gd name="connsiteY5" fmla="*/ 7752 h 433956"/>
                <a:gd name="connsiteX6" fmla="*/ 1061634 w 1255363"/>
                <a:gd name="connsiteY6" fmla="*/ 430081 h 433956"/>
                <a:gd name="connsiteX7" fmla="*/ 1255363 w 1255363"/>
                <a:gd name="connsiteY7" fmla="*/ 3878 h 433956"/>
                <a:gd name="connsiteX0" fmla="*/ 0 w 1215300"/>
                <a:gd name="connsiteY0" fmla="*/ 228603 h 433956"/>
                <a:gd name="connsiteX1" fmla="*/ 100739 w 1215300"/>
                <a:gd name="connsiteY1" fmla="*/ 3 h 433956"/>
                <a:gd name="connsiteX2" fmla="*/ 286719 w 1215300"/>
                <a:gd name="connsiteY2" fmla="*/ 430081 h 433956"/>
                <a:gd name="connsiteX3" fmla="*/ 480448 w 1215300"/>
                <a:gd name="connsiteY3" fmla="*/ 7752 h 433956"/>
                <a:gd name="connsiteX4" fmla="*/ 681926 w 1215300"/>
                <a:gd name="connsiteY4" fmla="*/ 433956 h 433956"/>
                <a:gd name="connsiteX5" fmla="*/ 867905 w 1215300"/>
                <a:gd name="connsiteY5" fmla="*/ 7752 h 433956"/>
                <a:gd name="connsiteX6" fmla="*/ 1061634 w 1215300"/>
                <a:gd name="connsiteY6" fmla="*/ 430081 h 433956"/>
                <a:gd name="connsiteX7" fmla="*/ 1215300 w 1215300"/>
                <a:gd name="connsiteY7" fmla="*/ 200945 h 43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5300" h="433956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1003735" y="397882"/>
                    <a:pt x="1061634" y="430081"/>
                  </a:cubicBezTo>
                  <a:cubicBezTo>
                    <a:pt x="1119533" y="462280"/>
                    <a:pt x="1190142" y="281793"/>
                    <a:pt x="1215300" y="20094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Line 20">
            <a:extLst>
              <a:ext uri="{FF2B5EF4-FFF2-40B4-BE49-F238E27FC236}">
                <a16:creationId xmlns:a16="http://schemas.microsoft.com/office/drawing/2014/main" id="{A6E273EF-AE2F-3804-EE0D-F4D6D70F5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803" y="5499468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2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15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/>
              <p:nvPr/>
            </p:nvSpPr>
            <p:spPr>
              <a:xfrm>
                <a:off x="-12790" y="1283949"/>
                <a:ext cx="11992387" cy="4701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پروتکل‌های دسترسی تصادفی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Random access Protocols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یا پروتکل‌های مبتنی بر رقابت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Contention-based Protocols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</a:t>
                </a:r>
              </a:p>
              <a:p>
                <a:pPr algn="just" rtl="1"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fa-IR" sz="20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کلیات: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زمانی که یک ایستگاه بسته‌ای برای ارسال دارد:</a:t>
                </a:r>
              </a:p>
              <a:p>
                <a:pPr marL="7200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با نرخ کامل کانال(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𝑹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𝐛𝐩𝐬</m:t>
                    </m:r>
                  </m:oMath>
                </a14:m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اقدام به ارسال می‌کند.</a:t>
                </a:r>
              </a:p>
              <a:p>
                <a:pPr marL="7200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هیچ هماهنگی قبلی میان گره‌ها وجود ندارد.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اگر دو یا چند ایستگاه همزمان ارسال کنند، تصادم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Collision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رخ می‌دهد.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در پروتکل‌های دسترسی تصادفی موارد زیر مشخص می‌شود: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نحوه تشخیص تصادم‌ها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نحوه بازیابی از تصادم‌ها (به عنوان مثال: ارسال مجدد با تأخیر تصادفی)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نمونه‌های معروف پروتکل‌های با دسترسی تصادفی: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ALOHA, Slotted ALOHA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CSMA, CSMA/CD, CSMA/CA</a:t>
                </a:r>
                <a:endParaRPr lang="fa-IR" sz="1600" b="1" dirty="0">
                  <a:solidFill>
                    <a:srgbClr val="C00000"/>
                  </a:solidFill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90" y="1283949"/>
                <a:ext cx="11992387" cy="4701031"/>
              </a:xfrm>
              <a:prstGeom prst="rect">
                <a:avLst/>
              </a:prstGeom>
              <a:blipFill>
                <a:blip r:embed="rId4"/>
                <a:stretch>
                  <a:fillRect r="-508" b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17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16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/>
              <p:nvPr/>
            </p:nvSpPr>
            <p:spPr>
              <a:xfrm>
                <a:off x="-12790" y="1283949"/>
                <a:ext cx="11992387" cy="4701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پروتکل‌های دسترسی تصادفی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Random access Protocols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یا پروتکل‌های مبتنی بر رقابت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Contention-based Protocols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</a:t>
                </a:r>
              </a:p>
              <a:p>
                <a:pPr algn="just" rtl="1"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fa-IR" sz="20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کلیات: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زمانی که یک ایستگاه بسته‌ای برای ارسال دارد:</a:t>
                </a:r>
              </a:p>
              <a:p>
                <a:pPr marL="7200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با نرخ کامل کانال(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𝑹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𝐛𝐩𝐬</m:t>
                    </m:r>
                  </m:oMath>
                </a14:m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اقدام به ارسال می‌کند.</a:t>
                </a:r>
              </a:p>
              <a:p>
                <a:pPr marL="7200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هیچ هماهنگی قبلی میان گره‌ها وجود ندارد.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اگر دو یا چند ایستگاه همزمان ارسال کنند، تصادم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Collision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رخ می‌دهد.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در پروتکل‌های دسترسی تصادفی موارد زیر مشخص می‌شود: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نحوه تشخیص تصادم‌ها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نحوه بازیابی از تصادم‌ها (به عنوان مثال: ارسال مجدد با تأخیر تصادفی)</a:t>
                </a:r>
              </a:p>
              <a:p>
                <a:pPr marL="360000" indent="-144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نمونه‌های معروف پروتکل‌های با دسترسی تصادفی: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ALOHA, Slotted ALOHA</a:t>
                </a:r>
              </a:p>
              <a:p>
                <a:pPr marL="817200" lvl="1" indent="-144000" algn="just" rtl="1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CSMA, CSMA/CD, CSMA/CA</a:t>
                </a:r>
                <a:endParaRPr lang="fa-IR" sz="1600" b="1" dirty="0">
                  <a:solidFill>
                    <a:srgbClr val="C00000"/>
                  </a:solidFill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90" y="1283949"/>
                <a:ext cx="11992387" cy="4701031"/>
              </a:xfrm>
              <a:prstGeom prst="rect">
                <a:avLst/>
              </a:prstGeom>
              <a:blipFill>
                <a:blip r:embed="rId4"/>
                <a:stretch>
                  <a:fillRect r="-508" b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18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17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326574" y="1283949"/>
            <a:ext cx="11653023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</a:t>
            </a:r>
            <a:r>
              <a:rPr lang="en-US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ALOHA</a:t>
            </a: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en-US" sz="20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این پروتکل برای برقراری ارتباط بی‌سیم بین پردیس اصلی و پردیس‌های دورافتاده دانشگاه هاوایی طراحی شد.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ALOHA، 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هر ایستگاه هر زمان که داده‌ای برای ارسال داشته باشد، آن را ارسال می‌کند (بدون توجه به وضعیت کانال و ...)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اگر دو یا چند ایستگاه به‌طور هم‌زمان فریم‌هایی را ارسال کنند، تصادم (تداخل) رخ می‌دهد و همه فریم‌های در حال ارسال از بین می‌روند.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اگر ایستگاه در مدت زمان مشخص، پیام تأیید دریافت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ACK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را دریافت نکند، یک زمان تصادفی برای بازگشت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Backoff Time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انتخاب می‌کند تا از تصادم مجدد جلوگیری شود.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پس از پایان زمان برگشت، ایستگاه تلاش می‌کند فریم را مجدداً ارسال کند.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بهره‌وری این پروتکل در بهترین حالت حدود ۱۸ درصد است.</a:t>
            </a:r>
          </a:p>
        </p:txBody>
      </p:sp>
      <p:sp>
        <p:nvSpPr>
          <p:cNvPr id="8" name="Line 31">
            <a:extLst>
              <a:ext uri="{FF2B5EF4-FFF2-40B4-BE49-F238E27FC236}">
                <a16:creationId xmlns:a16="http://schemas.microsoft.com/office/drawing/2014/main" id="{D2B07C0D-64EF-9FE7-F830-7997E2AF2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0975" y="5329018"/>
            <a:ext cx="7780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8E05A32A-4977-8437-8FA0-BF131FF28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725" y="5090893"/>
            <a:ext cx="26289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i="1">
                <a:cs typeface="IRANSans(FaNum)" panose="02040503050201020203" pitchFamily="18" charset="-78"/>
              </a:rPr>
              <a:t>t</a:t>
            </a:r>
          </a:p>
        </p:txBody>
      </p:sp>
      <p:sp>
        <p:nvSpPr>
          <p:cNvPr id="11" name="Line 33">
            <a:extLst>
              <a:ext uri="{FF2B5EF4-FFF2-40B4-BE49-F238E27FC236}">
                <a16:creationId xmlns:a16="http://schemas.microsoft.com/office/drawing/2014/main" id="{8BA31D0A-3C56-7368-1664-8226A0C5B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0213" y="5244880"/>
            <a:ext cx="0" cy="230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  <p:sp>
        <p:nvSpPr>
          <p:cNvPr id="13" name="Line 34">
            <a:extLst>
              <a:ext uri="{FF2B5EF4-FFF2-40B4-BE49-F238E27FC236}">
                <a16:creationId xmlns:a16="http://schemas.microsoft.com/office/drawing/2014/main" id="{1354D89D-8ED1-8FB7-8A64-CC2578C15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8475" y="5230593"/>
            <a:ext cx="0" cy="230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82ECF0EE-D204-2BCA-FA3D-726270058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375" y="5184555"/>
            <a:ext cx="842963" cy="1381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95ACC480-869F-9806-339F-772DCC4C7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063" y="5184555"/>
            <a:ext cx="842962" cy="1381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  <p:sp>
        <p:nvSpPr>
          <p:cNvPr id="16" name="Rectangle 37">
            <a:extLst>
              <a:ext uri="{FF2B5EF4-FFF2-40B4-BE49-F238E27FC236}">
                <a16:creationId xmlns:a16="http://schemas.microsoft.com/office/drawing/2014/main" id="{9EBDE110-3CF2-41FF-5C90-D2E050D92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875" y="5368705"/>
            <a:ext cx="3414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i="1">
                <a:cs typeface="IRANSans(FaNum)" panose="02040503050201020203" pitchFamily="18" charset="-78"/>
              </a:rPr>
              <a:t>t</a:t>
            </a:r>
            <a:r>
              <a:rPr lang="en-US" altLang="en-US" b="1" i="1" baseline="-25000">
                <a:cs typeface="IRANSans(FaNum)" panose="02040503050201020203" pitchFamily="18" charset="-78"/>
              </a:rPr>
              <a:t>0</a:t>
            </a:r>
          </a:p>
        </p:txBody>
      </p:sp>
      <p:sp>
        <p:nvSpPr>
          <p:cNvPr id="17" name="Rectangle 38">
            <a:extLst>
              <a:ext uri="{FF2B5EF4-FFF2-40B4-BE49-F238E27FC236}">
                <a16:creationId xmlns:a16="http://schemas.microsoft.com/office/drawing/2014/main" id="{9C587F68-FD50-DA50-829B-F65E0C4D1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000" y="5398868"/>
            <a:ext cx="53861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i="1">
                <a:cs typeface="IRANSans(FaNum)" panose="02040503050201020203" pitchFamily="18" charset="-78"/>
              </a:rPr>
              <a:t>t</a:t>
            </a:r>
            <a:r>
              <a:rPr lang="en-US" altLang="en-US" b="1" i="1" baseline="-25000">
                <a:cs typeface="IRANSans(FaNum)" panose="02040503050201020203" pitchFamily="18" charset="-78"/>
              </a:rPr>
              <a:t>0</a:t>
            </a:r>
            <a:r>
              <a:rPr lang="en-US" altLang="en-US" b="1" i="1">
                <a:cs typeface="IRANSans(FaNum)" panose="02040503050201020203" pitchFamily="18" charset="-78"/>
              </a:rPr>
              <a:t>-X</a:t>
            </a:r>
          </a:p>
        </p:txBody>
      </p:sp>
      <p:sp>
        <p:nvSpPr>
          <p:cNvPr id="18" name="Rectangle 39">
            <a:extLst>
              <a:ext uri="{FF2B5EF4-FFF2-40B4-BE49-F238E27FC236}">
                <a16:creationId xmlns:a16="http://schemas.microsoft.com/office/drawing/2014/main" id="{6B048550-8571-1D9A-AF27-E52EEF6EA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738" y="5382993"/>
            <a:ext cx="583494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i="1">
                <a:cs typeface="IRANSans(FaNum)" panose="02040503050201020203" pitchFamily="18" charset="-78"/>
              </a:rPr>
              <a:t>t</a:t>
            </a:r>
            <a:r>
              <a:rPr lang="en-US" altLang="en-US" b="1" i="1" baseline="-25000">
                <a:cs typeface="IRANSans(FaNum)" panose="02040503050201020203" pitchFamily="18" charset="-78"/>
              </a:rPr>
              <a:t>0</a:t>
            </a:r>
            <a:r>
              <a:rPr lang="en-US" altLang="en-US" b="1" i="1">
                <a:cs typeface="IRANSans(FaNum)" panose="02040503050201020203" pitchFamily="18" charset="-78"/>
              </a:rPr>
              <a:t>+X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75A0A71A-73B3-0B5C-A2D1-19F8CE46C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938" y="5475068"/>
            <a:ext cx="11958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i="1">
                <a:cs typeface="IRANSans(FaNum)" panose="02040503050201020203" pitchFamily="18" charset="-78"/>
              </a:rPr>
              <a:t>t</a:t>
            </a:r>
            <a:r>
              <a:rPr lang="en-US" altLang="en-US" b="1" i="1" baseline="-25000">
                <a:cs typeface="IRANSans(FaNum)" panose="02040503050201020203" pitchFamily="18" charset="-78"/>
              </a:rPr>
              <a:t>0</a:t>
            </a:r>
            <a:r>
              <a:rPr lang="en-US" altLang="en-US" b="1" i="1">
                <a:cs typeface="IRANSans(FaNum)" panose="02040503050201020203" pitchFamily="18" charset="-78"/>
              </a:rPr>
              <a:t>+X+2t</a:t>
            </a:r>
            <a:r>
              <a:rPr lang="en-US" altLang="en-US" b="1" i="1" baseline="-25000">
                <a:cs typeface="IRANSans(FaNum)" panose="02040503050201020203" pitchFamily="18" charset="-78"/>
              </a:rPr>
              <a:t>prop</a:t>
            </a:r>
            <a:endParaRPr lang="en-US" altLang="en-US" b="1" i="1">
              <a:cs typeface="IRANSans(FaNum)" panose="02040503050201020203" pitchFamily="18" charset="-78"/>
            </a:endParaRPr>
          </a:p>
        </p:txBody>
      </p:sp>
      <p:sp>
        <p:nvSpPr>
          <p:cNvPr id="20" name="Rectangle 41">
            <a:extLst>
              <a:ext uri="{FF2B5EF4-FFF2-40B4-BE49-F238E27FC236}">
                <a16:creationId xmlns:a16="http://schemas.microsoft.com/office/drawing/2014/main" id="{E8CA2FCF-D6B8-1A99-DB4A-28C07218E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6738" y="5414743"/>
            <a:ext cx="166391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i="1" dirty="0" err="1">
                <a:cs typeface="IRANSans(FaNum)" panose="02040503050201020203" pitchFamily="18" charset="-78"/>
              </a:rPr>
              <a:t>t</a:t>
            </a:r>
            <a:r>
              <a:rPr lang="en-US" altLang="en-US" b="1" i="1" baseline="-25000" dirty="0" err="1">
                <a:cs typeface="IRANSans(FaNum)" panose="02040503050201020203" pitchFamily="18" charset="-78"/>
              </a:rPr>
              <a:t>0</a:t>
            </a:r>
            <a:r>
              <a:rPr lang="en-US" altLang="en-US" b="1" i="1" dirty="0" err="1">
                <a:cs typeface="IRANSans(FaNum)" panose="02040503050201020203" pitchFamily="18" charset="-78"/>
              </a:rPr>
              <a:t>+X+2t</a:t>
            </a:r>
            <a:r>
              <a:rPr lang="en-US" altLang="en-US" b="1" i="1" baseline="-25000" dirty="0" err="1">
                <a:cs typeface="IRANSans(FaNum)" panose="02040503050201020203" pitchFamily="18" charset="-78"/>
              </a:rPr>
              <a:t>prop</a:t>
            </a:r>
            <a:r>
              <a:rPr lang="en-US" altLang="en-US" b="1" i="1" dirty="0">
                <a:cs typeface="IRANSans(FaNum)" panose="02040503050201020203" pitchFamily="18" charset="-78"/>
              </a:rPr>
              <a:t> + B</a:t>
            </a:r>
          </a:p>
        </p:txBody>
      </p:sp>
      <p:sp>
        <p:nvSpPr>
          <p:cNvPr id="21" name="Rectangle 43">
            <a:extLst>
              <a:ext uri="{FF2B5EF4-FFF2-40B4-BE49-F238E27FC236}">
                <a16:creationId xmlns:a16="http://schemas.microsoft.com/office/drawing/2014/main" id="{5BED16B6-6956-A121-5205-5F1586C74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725" y="5945933"/>
            <a:ext cx="1216296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b="1" dirty="0">
                <a:solidFill>
                  <a:srgbClr val="FF3300"/>
                </a:solidFill>
                <a:cs typeface="IRANSans(FaNum)" panose="02040503050201020203" pitchFamily="18" charset="-78"/>
              </a:rPr>
              <a:t>Vulnerable</a:t>
            </a:r>
          </a:p>
          <a:p>
            <a:pPr algn="ctr" eaLnBrk="0" hangingPunct="0"/>
            <a:r>
              <a:rPr lang="en-US" altLang="en-US" b="1" dirty="0">
                <a:solidFill>
                  <a:srgbClr val="FF3300"/>
                </a:solidFill>
                <a:cs typeface="IRANSans(FaNum)" panose="02040503050201020203" pitchFamily="18" charset="-78"/>
              </a:rPr>
              <a:t>period</a:t>
            </a:r>
          </a:p>
        </p:txBody>
      </p:sp>
      <p:sp>
        <p:nvSpPr>
          <p:cNvPr id="22" name="Rectangle 45">
            <a:extLst>
              <a:ext uri="{FF2B5EF4-FFF2-40B4-BE49-F238E27FC236}">
                <a16:creationId xmlns:a16="http://schemas.microsoft.com/office/drawing/2014/main" id="{B824829D-299D-B3A0-CA4F-C3FE0CE03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69" y="5930582"/>
            <a:ext cx="1053174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dirty="0">
                <a:cs typeface="IRANSans(FaNum)" panose="02040503050201020203" pitchFamily="18" charset="-78"/>
              </a:rPr>
              <a:t>Time-out</a:t>
            </a:r>
          </a:p>
        </p:txBody>
      </p:sp>
      <p:sp>
        <p:nvSpPr>
          <p:cNvPr id="23" name="Line 46">
            <a:extLst>
              <a:ext uri="{FF2B5EF4-FFF2-40B4-BE49-F238E27FC236}">
                <a16:creationId xmlns:a16="http://schemas.microsoft.com/office/drawing/2014/main" id="{7EB231AA-2D8B-6A39-D10C-D92EB2FD7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288" y="5181380"/>
            <a:ext cx="3154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  <p:sp>
        <p:nvSpPr>
          <p:cNvPr id="24" name="Rectangle 47">
            <a:extLst>
              <a:ext uri="{FF2B5EF4-FFF2-40B4-BE49-F238E27FC236}">
                <a16:creationId xmlns:a16="http://schemas.microsoft.com/office/drawing/2014/main" id="{2E7D47D4-A947-044C-39B7-6825F8116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575" y="4773393"/>
            <a:ext cx="263207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/>
            <a:r>
              <a:rPr lang="en-US" altLang="en-US" b="1">
                <a:cs typeface="IRANSans(FaNum)" panose="02040503050201020203" pitchFamily="18" charset="-78"/>
              </a:rPr>
              <a:t>Backoff period </a:t>
            </a:r>
            <a:r>
              <a:rPr lang="en-US" altLang="en-US" b="1" i="1">
                <a:cs typeface="IRANSans(FaNum)" panose="02040503050201020203" pitchFamily="18" charset="-78"/>
              </a:rPr>
              <a:t>B</a:t>
            </a:r>
            <a:endParaRPr lang="en-US" altLang="en-US" b="1">
              <a:cs typeface="IRANSans(FaNum)" panose="02040503050201020203" pitchFamily="18" charset="-78"/>
            </a:endParaRPr>
          </a:p>
        </p:txBody>
      </p:sp>
      <p:sp>
        <p:nvSpPr>
          <p:cNvPr id="25" name="Text Box 50">
            <a:extLst>
              <a:ext uri="{FF2B5EF4-FFF2-40B4-BE49-F238E27FC236}">
                <a16:creationId xmlns:a16="http://schemas.microsoft.com/office/drawing/2014/main" id="{A3C6C5AA-E9DE-0958-59E0-FED4D7A02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213" y="4566512"/>
            <a:ext cx="25431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b="1">
                <a:cs typeface="IRANSans(FaNum)" panose="02040503050201020203" pitchFamily="18" charset="-78"/>
              </a:rPr>
              <a:t>First transmission</a:t>
            </a:r>
          </a:p>
        </p:txBody>
      </p:sp>
      <p:sp>
        <p:nvSpPr>
          <p:cNvPr id="26" name="Text Box 51">
            <a:extLst>
              <a:ext uri="{FF2B5EF4-FFF2-40B4-BE49-F238E27FC236}">
                <a16:creationId xmlns:a16="http://schemas.microsoft.com/office/drawing/2014/main" id="{CBFA0B46-65BC-85D0-B1BF-676ACF9E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0288" y="4637056"/>
            <a:ext cx="19764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b="1" dirty="0">
                <a:cs typeface="IRANSans(FaNum)" panose="02040503050201020203" pitchFamily="18" charset="-78"/>
              </a:rPr>
              <a:t>Retransmission</a:t>
            </a:r>
          </a:p>
        </p:txBody>
      </p:sp>
      <p:sp>
        <p:nvSpPr>
          <p:cNvPr id="27" name="AutoShape 53">
            <a:extLst>
              <a:ext uri="{FF2B5EF4-FFF2-40B4-BE49-F238E27FC236}">
                <a16:creationId xmlns:a16="http://schemas.microsoft.com/office/drawing/2014/main" id="{020C6B9D-D3FA-10E7-0244-D7A627ACEC10}"/>
              </a:ext>
            </a:extLst>
          </p:cNvPr>
          <p:cNvSpPr>
            <a:spLocks/>
          </p:cNvSpPr>
          <p:nvPr/>
        </p:nvSpPr>
        <p:spPr bwMode="auto">
          <a:xfrm rot="16200000">
            <a:off x="2850462" y="5035331"/>
            <a:ext cx="220663" cy="1668462"/>
          </a:xfrm>
          <a:prstGeom prst="leftBrace">
            <a:avLst>
              <a:gd name="adj1" fmla="val 63009"/>
              <a:gd name="adj2" fmla="val 53704"/>
            </a:avLst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754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18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354642" y="1315633"/>
            <a:ext cx="1165302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</a:t>
            </a:r>
            <a:r>
              <a:rPr lang="en-US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Slotted ALOHA</a:t>
            </a: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en-US" sz="20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شبیه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ALOHA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است با این تفاوت که زمان به برش‌هایی به طول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X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ثانیه تقسیم می‌شود.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همه ایستگاه‌ها با این برش‌هایی زمانی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slots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همگام هستند.</a:t>
            </a:r>
            <a:endParaRPr lang="en-US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هر ایستگاه، فریم خود را در اولین برش زمانی پس از آماده شدن فریم ارسال می‌کند.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فواصل تأخیر بازگشت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Backoff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به صورت مضرب‌هایی از طول برش زمانی به صورت تصادفی انتخاب می‌شوند. 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بهره‌وری این پروتکل در بهترین حالت حدود 36 درصد است.</a:t>
            </a:r>
          </a:p>
        </p:txBody>
      </p:sp>
      <p:grpSp>
        <p:nvGrpSpPr>
          <p:cNvPr id="28" name="Group 40">
            <a:extLst>
              <a:ext uri="{FF2B5EF4-FFF2-40B4-BE49-F238E27FC236}">
                <a16:creationId xmlns:a16="http://schemas.microsoft.com/office/drawing/2014/main" id="{A489624A-A4F5-966C-AAB0-BB085EFEB63F}"/>
              </a:ext>
            </a:extLst>
          </p:cNvPr>
          <p:cNvGrpSpPr>
            <a:grpSpLocks/>
          </p:cNvGrpSpPr>
          <p:nvPr/>
        </p:nvGrpSpPr>
        <p:grpSpPr bwMode="auto">
          <a:xfrm>
            <a:off x="1786479" y="4852624"/>
            <a:ext cx="7950200" cy="152400"/>
            <a:chOff x="797" y="2493"/>
            <a:chExt cx="4102" cy="60"/>
          </a:xfrm>
        </p:grpSpPr>
        <p:sp>
          <p:nvSpPr>
            <p:cNvPr id="29" name="Line 41">
              <a:extLst>
                <a:ext uri="{FF2B5EF4-FFF2-40B4-BE49-F238E27FC236}">
                  <a16:creationId xmlns:a16="http://schemas.microsoft.com/office/drawing/2014/main" id="{AB0BA1CE-1A11-5806-E624-FB8B5AEEC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" y="2517"/>
              <a:ext cx="406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1"/>
            </a:p>
          </p:txBody>
        </p:sp>
        <p:sp>
          <p:nvSpPr>
            <p:cNvPr id="30" name="Freeform 42">
              <a:extLst>
                <a:ext uri="{FF2B5EF4-FFF2-40B4-BE49-F238E27FC236}">
                  <a16:creationId xmlns:a16="http://schemas.microsoft.com/office/drawing/2014/main" id="{5A9863DE-2671-06E2-DCBA-2BDE66C8B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2493"/>
              <a:ext cx="60" cy="60"/>
            </a:xfrm>
            <a:custGeom>
              <a:avLst/>
              <a:gdLst>
                <a:gd name="T0" fmla="*/ 0 w 60"/>
                <a:gd name="T1" fmla="*/ 60 h 60"/>
                <a:gd name="T2" fmla="*/ 60 w 60"/>
                <a:gd name="T3" fmla="*/ 24 h 60"/>
                <a:gd name="T4" fmla="*/ 0 w 60"/>
                <a:gd name="T5" fmla="*/ 0 h 60"/>
                <a:gd name="T6" fmla="*/ 0 w 60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60">
                  <a:moveTo>
                    <a:pt x="0" y="60"/>
                  </a:moveTo>
                  <a:lnTo>
                    <a:pt x="60" y="24"/>
                  </a:lnTo>
                  <a:lnTo>
                    <a:pt x="0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b="1"/>
            </a:p>
          </p:txBody>
        </p:sp>
      </p:grpSp>
      <p:sp>
        <p:nvSpPr>
          <p:cNvPr id="31" name="Rectangle 43">
            <a:extLst>
              <a:ext uri="{FF2B5EF4-FFF2-40B4-BE49-F238E27FC236}">
                <a16:creationId xmlns:a16="http://schemas.microsoft.com/office/drawing/2014/main" id="{2316DA1B-A9A7-FC14-DB47-566AD25E2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6379" y="4547824"/>
            <a:ext cx="300037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32" name="Rectangle 44">
            <a:extLst>
              <a:ext uri="{FF2B5EF4-FFF2-40B4-BE49-F238E27FC236}">
                <a16:creationId xmlns:a16="http://schemas.microsoft.com/office/drawing/2014/main" id="{57D70545-99E0-67A5-CF35-22B132C34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6841" y="4800237"/>
            <a:ext cx="881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000" b="1" i="1">
                <a:solidFill>
                  <a:srgbClr val="000000"/>
                </a:solidFill>
              </a:rPr>
              <a:t>t</a:t>
            </a:r>
            <a:endParaRPr lang="en-US" altLang="en-US" sz="1200" b="1"/>
          </a:p>
        </p:txBody>
      </p:sp>
      <p:sp>
        <p:nvSpPr>
          <p:cNvPr id="33" name="Line 45">
            <a:extLst>
              <a:ext uri="{FF2B5EF4-FFF2-40B4-BE49-F238E27FC236}">
                <a16:creationId xmlns:a16="http://schemas.microsoft.com/office/drawing/2014/main" id="{6E2DEC3B-D03B-AF1A-DADF-A437A6A6A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2066" y="4763724"/>
            <a:ext cx="1588" cy="3063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34" name="Line 46">
            <a:extLst>
              <a:ext uri="{FF2B5EF4-FFF2-40B4-BE49-F238E27FC236}">
                <a16:creationId xmlns:a16="http://schemas.microsoft.com/office/drawing/2014/main" id="{F29CDF18-FCF1-08CF-5CC4-302BBE701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7479" y="4733562"/>
            <a:ext cx="1587" cy="3063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35" name="Rectangle 47">
            <a:extLst>
              <a:ext uri="{FF2B5EF4-FFF2-40B4-BE49-F238E27FC236}">
                <a16:creationId xmlns:a16="http://schemas.microsoft.com/office/drawing/2014/main" id="{4F44A78D-B1A0-5101-1896-19051AD8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279" y="4725624"/>
            <a:ext cx="857250" cy="1793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b="1"/>
          </a:p>
        </p:txBody>
      </p:sp>
      <p:sp>
        <p:nvSpPr>
          <p:cNvPr id="36" name="Rectangle 48">
            <a:extLst>
              <a:ext uri="{FF2B5EF4-FFF2-40B4-BE49-F238E27FC236}">
                <a16:creationId xmlns:a16="http://schemas.microsoft.com/office/drawing/2014/main" id="{B4B12DB4-C451-EDF0-578A-BC3AA6095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204" y="4724037"/>
            <a:ext cx="858837" cy="1825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b="1"/>
          </a:p>
        </p:txBody>
      </p:sp>
      <p:sp>
        <p:nvSpPr>
          <p:cNvPr id="37" name="Rectangle 49">
            <a:extLst>
              <a:ext uri="{FF2B5EF4-FFF2-40B4-BE49-F238E27FC236}">
                <a16:creationId xmlns:a16="http://schemas.microsoft.com/office/drawing/2014/main" id="{BA303D15-7711-D20B-68DC-2D8AB22EE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916" y="4917712"/>
            <a:ext cx="1112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38" name="Rectangle 50">
            <a:extLst>
              <a:ext uri="{FF2B5EF4-FFF2-40B4-BE49-F238E27FC236}">
                <a16:creationId xmlns:a16="http://schemas.microsoft.com/office/drawing/2014/main" id="{F0516027-F298-1C99-768D-03E16E29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166" y="5039949"/>
            <a:ext cx="6828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000" b="1" i="1">
                <a:solidFill>
                  <a:srgbClr val="000000"/>
                </a:solidFill>
              </a:rPr>
              <a:t>(k+1)X</a:t>
            </a:r>
            <a:endParaRPr lang="en-US" altLang="en-US" sz="1200" b="1"/>
          </a:p>
        </p:txBody>
      </p:sp>
      <p:sp>
        <p:nvSpPr>
          <p:cNvPr id="39" name="Rectangle 51">
            <a:extLst>
              <a:ext uri="{FF2B5EF4-FFF2-40B4-BE49-F238E27FC236}">
                <a16:creationId xmlns:a16="http://schemas.microsoft.com/office/drawing/2014/main" id="{A274AB52-1D4C-78A7-BC7A-EDC00E67B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216" y="4978037"/>
            <a:ext cx="555625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40" name="Rectangle 52">
            <a:extLst>
              <a:ext uri="{FF2B5EF4-FFF2-40B4-BE49-F238E27FC236}">
                <a16:creationId xmlns:a16="http://schemas.microsoft.com/office/drawing/2014/main" id="{DD9DBCAD-3250-675D-4B1E-D06CB7398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654" y="5100274"/>
            <a:ext cx="2644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000" b="1" i="1">
                <a:solidFill>
                  <a:srgbClr val="000000"/>
                </a:solidFill>
              </a:rPr>
              <a:t>kX</a:t>
            </a:r>
            <a:endParaRPr lang="en-US" altLang="en-US" sz="1200" b="1"/>
          </a:p>
        </p:txBody>
      </p:sp>
      <p:sp>
        <p:nvSpPr>
          <p:cNvPr id="41" name="Rectangle 53">
            <a:extLst>
              <a:ext uri="{FF2B5EF4-FFF2-40B4-BE49-F238E27FC236}">
                <a16:creationId xmlns:a16="http://schemas.microsoft.com/office/drawing/2014/main" id="{BDC3692A-EC36-7D8D-2796-4675F8CE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641" y="4947874"/>
            <a:ext cx="415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42" name="Rectangle 54">
            <a:extLst>
              <a:ext uri="{FF2B5EF4-FFF2-40B4-BE49-F238E27FC236}">
                <a16:creationId xmlns:a16="http://schemas.microsoft.com/office/drawing/2014/main" id="{4D9F9681-958A-4103-0FE9-AFD24497E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766" y="4978037"/>
            <a:ext cx="16684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43" name="Rectangle 55">
            <a:extLst>
              <a:ext uri="{FF2B5EF4-FFF2-40B4-BE49-F238E27FC236}">
                <a16:creationId xmlns:a16="http://schemas.microsoft.com/office/drawing/2014/main" id="{6800C3BB-F80B-ACFE-6DA1-B7F18B8E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716" y="5130437"/>
            <a:ext cx="2114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 eaLnBrk="0" hangingPunct="0">
              <a:spcBef>
                <a:spcPct val="30000"/>
              </a:spcBef>
            </a:pPr>
            <a:r>
              <a:rPr lang="en-US" altLang="en-US" sz="2000" b="1" i="1">
                <a:solidFill>
                  <a:srgbClr val="000000"/>
                </a:solidFill>
              </a:rPr>
              <a:t>t</a:t>
            </a:r>
            <a:r>
              <a:rPr lang="en-US" altLang="en-US" sz="2000" b="1" i="1" baseline="-25000">
                <a:solidFill>
                  <a:srgbClr val="000000"/>
                </a:solidFill>
              </a:rPr>
              <a:t>0</a:t>
            </a:r>
            <a:r>
              <a:rPr lang="en-US" altLang="en-US" sz="1400" b="1" i="1">
                <a:solidFill>
                  <a:srgbClr val="000000"/>
                </a:solidFill>
              </a:rPr>
              <a:t> </a:t>
            </a:r>
            <a:r>
              <a:rPr lang="en-US" altLang="en-US" sz="2000" b="1" i="1">
                <a:solidFill>
                  <a:srgbClr val="000000"/>
                </a:solidFill>
              </a:rPr>
              <a:t>+X+2</a:t>
            </a:r>
            <a:r>
              <a:rPr lang="en-US" altLang="en-US" sz="2000" b="1" i="1"/>
              <a:t>t</a:t>
            </a:r>
            <a:r>
              <a:rPr lang="en-US" altLang="en-US" sz="2000" b="1" i="1" baseline="-25000"/>
              <a:t>prop</a:t>
            </a:r>
            <a:r>
              <a:rPr lang="en-US" altLang="en-US" sz="2000" b="1" i="1">
                <a:solidFill>
                  <a:srgbClr val="000000"/>
                </a:solidFill>
              </a:rPr>
              <a:t>+ B</a:t>
            </a:r>
          </a:p>
        </p:txBody>
      </p:sp>
      <p:sp>
        <p:nvSpPr>
          <p:cNvPr id="44" name="Rectangle 56">
            <a:extLst>
              <a:ext uri="{FF2B5EF4-FFF2-40B4-BE49-F238E27FC236}">
                <a16:creationId xmlns:a16="http://schemas.microsoft.com/office/drawing/2014/main" id="{CB83FFA5-0E5F-EE48-AB9B-A2B48EA02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954" y="5665424"/>
            <a:ext cx="1216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000" b="1">
                <a:solidFill>
                  <a:srgbClr val="000000"/>
                </a:solidFill>
              </a:rPr>
              <a:t>Vulnerableperiod</a:t>
            </a:r>
            <a:endParaRPr lang="en-US" altLang="en-US" sz="1200" b="1"/>
          </a:p>
        </p:txBody>
      </p:sp>
      <p:sp>
        <p:nvSpPr>
          <p:cNvPr id="45" name="Rectangle 61">
            <a:extLst>
              <a:ext uri="{FF2B5EF4-FFF2-40B4-BE49-F238E27FC236}">
                <a16:creationId xmlns:a16="http://schemas.microsoft.com/office/drawing/2014/main" id="{D5C8D5D7-4076-2977-9B3B-AD77AB97A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854" y="5530487"/>
            <a:ext cx="9698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000" b="1">
                <a:solidFill>
                  <a:srgbClr val="000000"/>
                </a:solidFill>
              </a:rPr>
              <a:t>Time-out</a:t>
            </a:r>
            <a:endParaRPr lang="en-US" altLang="en-US" sz="1200" b="1"/>
          </a:p>
        </p:txBody>
      </p:sp>
      <p:sp>
        <p:nvSpPr>
          <p:cNvPr id="46" name="Rectangle 62">
            <a:extLst>
              <a:ext uri="{FF2B5EF4-FFF2-40B4-BE49-F238E27FC236}">
                <a16:creationId xmlns:a16="http://schemas.microsoft.com/office/drawing/2014/main" id="{9B38C124-1CF4-A265-F44B-9C5DA9B88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779" y="4249374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000" b="1">
                <a:solidFill>
                  <a:srgbClr val="000000"/>
                </a:solidFill>
              </a:rPr>
              <a:t>Backoff period    </a:t>
            </a:r>
            <a:r>
              <a:rPr lang="en-US" altLang="en-US" sz="2000" b="1" i="1">
                <a:solidFill>
                  <a:srgbClr val="000000"/>
                </a:solidFill>
              </a:rPr>
              <a:t>B</a:t>
            </a:r>
            <a:endParaRPr lang="en-US" altLang="en-US" sz="1200" b="1"/>
          </a:p>
        </p:txBody>
      </p:sp>
      <p:sp>
        <p:nvSpPr>
          <p:cNvPr id="47" name="Rectangle 68">
            <a:extLst>
              <a:ext uri="{FF2B5EF4-FFF2-40B4-BE49-F238E27FC236}">
                <a16:creationId xmlns:a16="http://schemas.microsoft.com/office/drawing/2014/main" id="{2327A497-D898-205F-4BE4-A9D05D8AF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866" y="5070112"/>
            <a:ext cx="2114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 eaLnBrk="0" hangingPunct="0">
              <a:spcBef>
                <a:spcPct val="30000"/>
              </a:spcBef>
            </a:pPr>
            <a:r>
              <a:rPr lang="en-US" altLang="en-US" sz="2000" b="1" i="1">
                <a:solidFill>
                  <a:srgbClr val="000000"/>
                </a:solidFill>
              </a:rPr>
              <a:t>t</a:t>
            </a:r>
            <a:r>
              <a:rPr lang="en-US" altLang="en-US" sz="2000" b="1" i="1" baseline="-25000">
                <a:solidFill>
                  <a:srgbClr val="000000"/>
                </a:solidFill>
              </a:rPr>
              <a:t>0</a:t>
            </a:r>
            <a:r>
              <a:rPr lang="en-US" altLang="en-US" sz="1400" b="1" i="1">
                <a:solidFill>
                  <a:srgbClr val="000000"/>
                </a:solidFill>
              </a:rPr>
              <a:t> </a:t>
            </a:r>
            <a:r>
              <a:rPr lang="en-US" altLang="en-US" sz="2000" b="1" i="1">
                <a:solidFill>
                  <a:srgbClr val="000000"/>
                </a:solidFill>
              </a:rPr>
              <a:t>+X+2</a:t>
            </a:r>
            <a:r>
              <a:rPr lang="en-US" altLang="en-US" sz="2000" b="1" i="1"/>
              <a:t>t</a:t>
            </a:r>
            <a:r>
              <a:rPr lang="en-US" altLang="en-US" sz="2000" b="1" i="1" baseline="-25000"/>
              <a:t>prop</a:t>
            </a:r>
            <a:endParaRPr lang="en-US" altLang="en-US" sz="2000" b="1" i="1">
              <a:solidFill>
                <a:srgbClr val="000000"/>
              </a:solidFill>
            </a:endParaRPr>
          </a:p>
        </p:txBody>
      </p:sp>
      <p:sp>
        <p:nvSpPr>
          <p:cNvPr id="48" name="Line 70">
            <a:extLst>
              <a:ext uri="{FF2B5EF4-FFF2-40B4-BE49-F238E27FC236}">
                <a16:creationId xmlns:a16="http://schemas.microsoft.com/office/drawing/2014/main" id="{E252C8D3-E546-D62A-85C7-77158EB4F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7954" y="4590687"/>
            <a:ext cx="28527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49" name="AutoShape 71">
            <a:extLst>
              <a:ext uri="{FF2B5EF4-FFF2-40B4-BE49-F238E27FC236}">
                <a16:creationId xmlns:a16="http://schemas.microsoft.com/office/drawing/2014/main" id="{F10B1A60-691C-754F-1CAE-D55532E2E930}"/>
              </a:ext>
            </a:extLst>
          </p:cNvPr>
          <p:cNvSpPr>
            <a:spLocks/>
          </p:cNvSpPr>
          <p:nvPr/>
        </p:nvSpPr>
        <p:spPr bwMode="auto">
          <a:xfrm rot="16200000">
            <a:off x="2334960" y="5116943"/>
            <a:ext cx="249238" cy="774700"/>
          </a:xfrm>
          <a:prstGeom prst="leftBrace">
            <a:avLst>
              <a:gd name="adj1" fmla="val 25902"/>
              <a:gd name="adj2" fmla="val 50000"/>
            </a:avLst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50" name="Line 46">
            <a:extLst>
              <a:ext uri="{FF2B5EF4-FFF2-40B4-BE49-F238E27FC236}">
                <a16:creationId xmlns:a16="http://schemas.microsoft.com/office/drawing/2014/main" id="{6560170A-D2EC-7F74-C3DC-B66405012C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4942" y="4744417"/>
            <a:ext cx="1587" cy="3063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1" name="Line 46">
            <a:extLst>
              <a:ext uri="{FF2B5EF4-FFF2-40B4-BE49-F238E27FC236}">
                <a16:creationId xmlns:a16="http://schemas.microsoft.com/office/drawing/2014/main" id="{CCA2482A-0E8D-BC52-9E5D-4327503C4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393" y="4764746"/>
            <a:ext cx="1587" cy="3063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2" name="Line 46">
            <a:extLst>
              <a:ext uri="{FF2B5EF4-FFF2-40B4-BE49-F238E27FC236}">
                <a16:creationId xmlns:a16="http://schemas.microsoft.com/office/drawing/2014/main" id="{7572911E-9DC4-C391-ADC5-B07CE69D8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9488" y="4756324"/>
            <a:ext cx="1587" cy="3063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3" name="Line 46">
            <a:extLst>
              <a:ext uri="{FF2B5EF4-FFF2-40B4-BE49-F238E27FC236}">
                <a16:creationId xmlns:a16="http://schemas.microsoft.com/office/drawing/2014/main" id="{F857EDD7-404D-81FE-20C9-D975A77BF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2844" y="4766189"/>
            <a:ext cx="1587" cy="3063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59641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19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D2C4B0-B43F-750D-87B8-739375C40F9B}"/>
                  </a:ext>
                </a:extLst>
              </p:cNvPr>
              <p:cNvSpPr txBox="1"/>
              <p:nvPr/>
            </p:nvSpPr>
            <p:spPr>
              <a:xfrm>
                <a:off x="696000" y="1315633"/>
                <a:ext cx="11311665" cy="2895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fa-IR" sz="20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 </a:t>
                </a:r>
                <a:r>
                  <a:rPr lang="en-US" sz="20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CSMA</a:t>
                </a:r>
                <a:r>
                  <a:rPr lang="fa-IR" sz="20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:</a:t>
                </a:r>
                <a:endParaRPr lang="en-US" sz="2000" b="1" dirty="0">
                  <a:solidFill>
                    <a:srgbClr val="C00000"/>
                  </a:solidFill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  <a:p>
                <a:pPr marL="540000" lvl="1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یک ایستگاه قبل از ارسال کانال را بررسی می‌کند: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اگر کانال مشغول باشد، ایستگاه باید یا منتظر بماند تا کانال خالی شود و یا کانال را به اندازه یک زمان بازگشت تصادفی رها کرده و مجدداً کانال را بررسی کند.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اگر کانال بی‌کار باشد، ایستگاه می‌تواند بلافاصله ارسال را آغاز کند.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دوره آسیب‌پذیری (</a:t>
                </a:r>
                <a:r>
                  <a:rPr lang="en-US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Vulnerable Period</a:t>
                </a: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 به اندازه‌ی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  <m:t>𝒕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  <m:t>𝒑𝒓𝒐𝒑</m:t>
                        </m:r>
                      </m:sub>
                    </m:sSub>
                  </m:oMath>
                </a14:m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کاهش می‌یابد.</a:t>
                </a:r>
                <a:endParaRPr lang="en-US" sz="1400" b="1" dirty="0">
                  <a:solidFill>
                    <a:srgbClr val="0000FF"/>
                  </a:solidFill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در صورت وقوع تصادم، تمام زمان ارسال فریم هدر خواهد رفت.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اگر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𝑿</m:t>
                    </m:r>
                    <m:r>
                      <a:rPr lang="fa-IR" sz="1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IRANSans(FaNum)" panose="02040503050201020203" pitchFamily="18" charset="-78"/>
                      </a:rPr>
                      <m:t>&gt;</m:t>
                    </m:r>
                    <m:sSub>
                      <m:sSubPr>
                        <m:ctrlP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  <m:t>𝒕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  <m:t>𝒑𝒓𝒐𝒑</m:t>
                        </m:r>
                      </m:sub>
                    </m:sSub>
                  </m:oMath>
                </a14:m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</a:t>
                </a:r>
                <a:r>
                  <a:rPr lang="en-US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</a:t>
                </a: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باشد، بهره‌وری </a:t>
                </a:r>
                <a:r>
                  <a:rPr lang="en-US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CSMA</a:t>
                </a: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بیشتر از </a:t>
                </a:r>
                <a:r>
                  <a:rPr lang="en-US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ALOHA</a:t>
                </a: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</a:t>
                </a:r>
                <a:r>
                  <a:rPr lang="en-US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</a:t>
                </a: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و </a:t>
                </a:r>
                <a:r>
                  <a:rPr lang="en-US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Slotted ALOHA</a:t>
                </a:r>
                <a:r>
                  <a:rPr lang="fa-IR" sz="1400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خواهد بود.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D2C4B0-B43F-750D-87B8-739375C40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315633"/>
                <a:ext cx="11311665" cy="2895921"/>
              </a:xfrm>
              <a:prstGeom prst="rect">
                <a:avLst/>
              </a:prstGeom>
              <a:blipFill>
                <a:blip r:embed="rId4"/>
                <a:stretch>
                  <a:fillRect l="-539" r="-593" b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DEB4ECB-622C-3F33-7BD0-EEF6345DD599}"/>
              </a:ext>
            </a:extLst>
          </p:cNvPr>
          <p:cNvGrpSpPr/>
          <p:nvPr/>
        </p:nvGrpSpPr>
        <p:grpSpPr>
          <a:xfrm>
            <a:off x="707308" y="4399757"/>
            <a:ext cx="9636190" cy="1946048"/>
            <a:chOff x="696000" y="4465243"/>
            <a:chExt cx="9636190" cy="1946048"/>
          </a:xfrm>
        </p:grpSpPr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7C76435D-A09F-62E4-C6F2-3570C6ED5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1289" y="4677968"/>
              <a:ext cx="6551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79D4900F-0DC7-F366-060E-F73B0A648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499" y="4920856"/>
              <a:ext cx="359917" cy="3603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F295255A-933D-D9DE-FE1B-827E028E6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0010" y="4939906"/>
              <a:ext cx="359917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2576D22D-6352-2EE5-3D9F-12CBE1785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2273" y="4857356"/>
              <a:ext cx="359917" cy="3603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C8427174-A6A2-EAD5-A618-5AE78F149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246" y="4671618"/>
              <a:ext cx="0" cy="2619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27092FCD-FDB5-BC95-B9B2-404CA984E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2628" y="4698606"/>
              <a:ext cx="0" cy="2619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8A0A6BBC-5096-C4C6-70E3-A6F5FBD41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2480" y="4684318"/>
              <a:ext cx="0" cy="193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0" name="Rectangle 34">
              <a:extLst>
                <a:ext uri="{FF2B5EF4-FFF2-40B4-BE49-F238E27FC236}">
                  <a16:creationId xmlns:a16="http://schemas.microsoft.com/office/drawing/2014/main" id="{B8D24FD7-2034-DEE5-DB3F-DDB316EA1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5755" y="4465243"/>
              <a:ext cx="792526" cy="95250"/>
            </a:xfrm>
            <a:prstGeom prst="rect">
              <a:avLst/>
            </a:prstGeom>
            <a:pattFill prst="ltVert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1" name="Rectangle 35">
              <a:extLst>
                <a:ext uri="{FF2B5EF4-FFF2-40B4-BE49-F238E27FC236}">
                  <a16:creationId xmlns:a16="http://schemas.microsoft.com/office/drawing/2014/main" id="{C0A74653-4B09-60B5-D349-E6F3C4DD3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591" y="4900218"/>
              <a:ext cx="391830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000" b="1"/>
                <a:t>A</a:t>
              </a:r>
            </a:p>
          </p:txBody>
        </p:sp>
        <p:sp>
          <p:nvSpPr>
            <p:cNvPr id="22" name="Rectangle 36">
              <a:extLst>
                <a:ext uri="{FF2B5EF4-FFF2-40B4-BE49-F238E27FC236}">
                  <a16:creationId xmlns:a16="http://schemas.microsoft.com/office/drawing/2014/main" id="{C65335B2-E83C-745C-D434-AF83464C2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687" y="4584306"/>
              <a:ext cx="2579698" cy="644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 dirty="0"/>
                <a:t>Station A begins transmission at</a:t>
              </a:r>
              <a:r>
                <a:rPr lang="en-US" altLang="en-US" b="1" i="1" dirty="0"/>
                <a:t>  t </a:t>
              </a:r>
              <a:r>
                <a:rPr lang="en-US" altLang="en-US" b="1" dirty="0"/>
                <a:t>= 0</a:t>
              </a:r>
            </a:p>
          </p:txBody>
        </p:sp>
        <p:sp>
          <p:nvSpPr>
            <p:cNvPr id="23" name="Line 37">
              <a:extLst>
                <a:ext uri="{FF2B5EF4-FFF2-40B4-BE49-F238E27FC236}">
                  <a16:creationId xmlns:a16="http://schemas.microsoft.com/office/drawing/2014/main" id="{5EB50C42-0536-8C18-BFEE-7ED2B1237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927" y="5781053"/>
              <a:ext cx="64855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B183FD78-644E-2C50-6F3E-6190F8D8B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402" y="6022353"/>
              <a:ext cx="359917" cy="3603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5" name="Rectangle 39">
              <a:extLst>
                <a:ext uri="{FF2B5EF4-FFF2-40B4-BE49-F238E27FC236}">
                  <a16:creationId xmlns:a16="http://schemas.microsoft.com/office/drawing/2014/main" id="{75D90F58-1B81-57B0-F338-C42B659FF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8096" y="6050928"/>
              <a:ext cx="359917" cy="3603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6" name="Rectangle 40">
              <a:extLst>
                <a:ext uri="{FF2B5EF4-FFF2-40B4-BE49-F238E27FC236}">
                  <a16:creationId xmlns:a16="http://schemas.microsoft.com/office/drawing/2014/main" id="{78BDBC00-A96F-BBCE-6835-77FDA1024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9084" y="5987428"/>
              <a:ext cx="359917" cy="3603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7" name="Line 41">
              <a:extLst>
                <a:ext uri="{FF2B5EF4-FFF2-40B4-BE49-F238E27FC236}">
                  <a16:creationId xmlns:a16="http://schemas.microsoft.com/office/drawing/2014/main" id="{E16860BE-432F-34B0-3566-6FB5AA74B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062" y="5774703"/>
              <a:ext cx="0" cy="2619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8" name="Line 42">
              <a:extLst>
                <a:ext uri="{FF2B5EF4-FFF2-40B4-BE49-F238E27FC236}">
                  <a16:creationId xmlns:a16="http://schemas.microsoft.com/office/drawing/2014/main" id="{4E32D902-CDA7-1131-F670-96628BD4F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0714" y="5782641"/>
              <a:ext cx="0" cy="2619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29" name="Line 43">
              <a:extLst>
                <a:ext uri="{FF2B5EF4-FFF2-40B4-BE49-F238E27FC236}">
                  <a16:creationId xmlns:a16="http://schemas.microsoft.com/office/drawing/2014/main" id="{E49E84ED-FD0D-DCC9-BDBD-CA63CA602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1064" y="5782641"/>
              <a:ext cx="0" cy="1920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30" name="Rectangle 44">
              <a:extLst>
                <a:ext uri="{FF2B5EF4-FFF2-40B4-BE49-F238E27FC236}">
                  <a16:creationId xmlns:a16="http://schemas.microsoft.com/office/drawing/2014/main" id="{B76D6F03-CF71-ECB8-6940-ABDDEDEE6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927" y="5566741"/>
              <a:ext cx="6453676" cy="111125"/>
            </a:xfrm>
            <a:prstGeom prst="rect">
              <a:avLst/>
            </a:prstGeom>
            <a:pattFill prst="ltVert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31" name="Rectangle 45">
              <a:extLst>
                <a:ext uri="{FF2B5EF4-FFF2-40B4-BE49-F238E27FC236}">
                  <a16:creationId xmlns:a16="http://schemas.microsoft.com/office/drawing/2014/main" id="{5C1F2BF2-5745-ED3F-258B-1687A1ECB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223" y="5996953"/>
              <a:ext cx="391830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000" b="1" dirty="0"/>
                <a:t>A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A9E63EE7-05E8-3530-4542-D956C5335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000" y="5492128"/>
              <a:ext cx="2790683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 dirty="0"/>
                <a:t>Station A captures</a:t>
              </a:r>
            </a:p>
            <a:p>
              <a:pPr algn="l" eaLnBrk="0" hangingPunct="0"/>
              <a:r>
                <a:rPr lang="en-US" altLang="en-US" b="1" dirty="0"/>
                <a:t>channel at </a:t>
              </a:r>
              <a:r>
                <a:rPr lang="en-US" altLang="en-US" b="1" i="1" dirty="0"/>
                <a:t>t </a:t>
              </a:r>
              <a:r>
                <a:rPr lang="en-US" altLang="en-US" b="1" dirty="0"/>
                <a:t>= </a:t>
              </a:r>
              <a:r>
                <a:rPr lang="en-US" altLang="en-US" b="1" i="1" dirty="0" err="1"/>
                <a:t>t</a:t>
              </a:r>
              <a:r>
                <a:rPr lang="en-US" altLang="en-US" b="1" i="1" baseline="-25000" dirty="0" err="1"/>
                <a:t>prop</a:t>
              </a:r>
              <a:endParaRPr lang="en-US" altLang="en-US" b="1" i="1" baseline="-25000" dirty="0"/>
            </a:p>
          </p:txBody>
        </p:sp>
        <p:sp>
          <p:nvSpPr>
            <p:cNvPr id="33" name="Line 47">
              <a:extLst>
                <a:ext uri="{FF2B5EF4-FFF2-40B4-BE49-F238E27FC236}">
                  <a16:creationId xmlns:a16="http://schemas.microsoft.com/office/drawing/2014/main" id="{F7741B1A-A24E-57CA-8915-22AE557BE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9904" y="4527156"/>
              <a:ext cx="3652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125500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20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533400" y="1283949"/>
            <a:ext cx="11446197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</a:t>
            </a:r>
            <a:r>
              <a:rPr lang="en-US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CSMA/CD</a:t>
            </a:r>
            <a:endParaRPr lang="fa-IR" sz="20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ایستگاه‌ها وضعیت کانال را پایش می‌کنند و در صورت تشخیص تصادم، ارسال را متوقف می‌سازند.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پیش از ارسال فریم، هر ایستگاه ابتدا وضعیت کانال را بررسی می‌کند (حس‌کردن حامل).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پس از آغاز ارسال، ایستگاه همچنان به شنود کانال ادامه می‌دهد تا در صورت وقوع تصادم، آن را شناسایی کند.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صورت تشخیص تصادم، تمامی ایستگاه‌های درگیر بلافاصله ارسال را متوقف کرده، یک زمان تأخیر بازگشت تصادفی جدید انتخاب می‌کنند و در زمان تعیین‌شده مجدداً تلاش به ارسال می‌نمایند.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روش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CSMA، 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وقوع تصادم منجر به اتلاف زمانی معادل با کل مدت ارسال یک فریم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X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ثانیه) می‌شود.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حالی‌که در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CSMA/CD، 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این اتلاف کاهش یافته و تنها شامل زمان لازم برای تشخیص تصادم و توقف ارسال است.</a:t>
            </a:r>
          </a:p>
        </p:txBody>
      </p:sp>
      <p:grpSp>
        <p:nvGrpSpPr>
          <p:cNvPr id="8" name="Group 29">
            <a:extLst>
              <a:ext uri="{FF2B5EF4-FFF2-40B4-BE49-F238E27FC236}">
                <a16:creationId xmlns:a16="http://schemas.microsoft.com/office/drawing/2014/main" id="{A05EB255-CA82-4922-23C6-2A567EA024EC}"/>
              </a:ext>
            </a:extLst>
          </p:cNvPr>
          <p:cNvGrpSpPr>
            <a:grpSpLocks/>
          </p:cNvGrpSpPr>
          <p:nvPr/>
        </p:nvGrpSpPr>
        <p:grpSpPr bwMode="auto">
          <a:xfrm>
            <a:off x="739524" y="4301446"/>
            <a:ext cx="10801348" cy="2109788"/>
            <a:chOff x="-461" y="1624"/>
            <a:chExt cx="6804" cy="1329"/>
          </a:xfrm>
        </p:grpSpPr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1580C4FB-BD41-23D9-1B4B-9BCA88987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1633"/>
              <a:ext cx="216" cy="2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11" name="Rectangle 31">
              <a:extLst>
                <a:ext uri="{FF2B5EF4-FFF2-40B4-BE49-F238E27FC236}">
                  <a16:creationId xmlns:a16="http://schemas.microsoft.com/office/drawing/2014/main" id="{F20AB9F7-DC3B-D2B3-F33F-C179A2056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" y="1633"/>
              <a:ext cx="216" cy="2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32">
                  <a:extLst>
                    <a:ext uri="{FF2B5EF4-FFF2-40B4-BE49-F238E27FC236}">
                      <a16:creationId xmlns:a16="http://schemas.microsoft.com/office/drawing/2014/main" id="{84750002-CF18-609F-29AF-D3B2EE3F08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61" y="1665"/>
                  <a:ext cx="1244" cy="3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 b="1" dirty="0"/>
                    <a:t>A begins to transmit at </a:t>
                  </a:r>
                  <a14:m>
                    <m:oMath xmlns:m="http://schemas.openxmlformats.org/officeDocument/2006/math"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en-US" sz="1600" b="1" i="1" dirty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en-US" sz="1600" b="1" dirty="0"/>
                </a:p>
              </p:txBody>
            </p:sp>
          </mc:Choice>
          <mc:Fallback xmlns="">
            <p:sp>
              <p:nvSpPr>
                <p:cNvPr id="13" name="Rectangle 32">
                  <a:extLst>
                    <a:ext uri="{FF2B5EF4-FFF2-40B4-BE49-F238E27FC236}">
                      <a16:creationId xmlns:a16="http://schemas.microsoft.com/office/drawing/2014/main" id="{84750002-CF18-609F-29AF-D3B2EE3F08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461" y="1665"/>
                  <a:ext cx="1244" cy="367"/>
                </a:xfrm>
                <a:prstGeom prst="rect">
                  <a:avLst/>
                </a:prstGeom>
                <a:blipFill>
                  <a:blip r:embed="rId4"/>
                  <a:stretch>
                    <a:fillRect l="-1543" t="-3125" b="-125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33">
              <a:extLst>
                <a:ext uri="{FF2B5EF4-FFF2-40B4-BE49-F238E27FC236}">
                  <a16:creationId xmlns:a16="http://schemas.microsoft.com/office/drawing/2014/main" id="{98040262-2F61-15D0-19EC-843EB6B62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" y="1633"/>
              <a:ext cx="196" cy="96"/>
            </a:xfrm>
            <a:prstGeom prst="rect">
              <a:avLst/>
            </a:prstGeom>
            <a:pattFill prst="ltVert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15" name="Rectangle 34">
              <a:extLst>
                <a:ext uri="{FF2B5EF4-FFF2-40B4-BE49-F238E27FC236}">
                  <a16:creationId xmlns:a16="http://schemas.microsoft.com/office/drawing/2014/main" id="{40991300-78BD-A435-BCEF-708A5553B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2217"/>
              <a:ext cx="200" cy="56"/>
            </a:xfrm>
            <a:prstGeom prst="rect">
              <a:avLst/>
            </a:prstGeom>
            <a:pattFill prst="ltHorz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16" name="Rectangle 35">
              <a:extLst>
                <a:ext uri="{FF2B5EF4-FFF2-40B4-BE49-F238E27FC236}">
                  <a16:creationId xmlns:a16="http://schemas.microsoft.com/office/drawing/2014/main" id="{991065C7-A9A7-CAB6-BE80-B6A907B06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" y="1624"/>
              <a:ext cx="2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/>
                <a:t>A</a:t>
              </a:r>
            </a:p>
          </p:txBody>
        </p:sp>
        <p:sp>
          <p:nvSpPr>
            <p:cNvPr id="17" name="Rectangle 36">
              <a:extLst>
                <a:ext uri="{FF2B5EF4-FFF2-40B4-BE49-F238E27FC236}">
                  <a16:creationId xmlns:a16="http://schemas.microsoft.com/office/drawing/2014/main" id="{488FD63F-2B5F-445A-BB67-A086682E4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8" y="1633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 dirty="0"/>
                <a:t>B</a:t>
              </a:r>
            </a:p>
          </p:txBody>
        </p:sp>
        <p:sp>
          <p:nvSpPr>
            <p:cNvPr id="18" name="Line 37">
              <a:extLst>
                <a:ext uri="{FF2B5EF4-FFF2-40B4-BE49-F238E27FC236}">
                  <a16:creationId xmlns:a16="http://schemas.microsoft.com/office/drawing/2014/main" id="{7471E589-A64B-7774-2BFB-3C848615D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5" y="1661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38">
                  <a:extLst>
                    <a:ext uri="{FF2B5EF4-FFF2-40B4-BE49-F238E27FC236}">
                      <a16:creationId xmlns:a16="http://schemas.microsoft.com/office/drawing/2014/main" id="{8FC84FAD-0C77-3C9B-BAE5-D004B855EB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4" y="1624"/>
                  <a:ext cx="1559" cy="7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90488" tIns="44450" rIns="90488" bIns="44450">
                  <a:spAutoFit/>
                </a:bodyPr>
                <a:lstStyle/>
                <a:p>
                  <a:pPr algn="l" eaLnBrk="0" hangingPunct="0"/>
                  <a:r>
                    <a:rPr lang="en-US" altLang="en-US" sz="1600" b="1" dirty="0"/>
                    <a:t>B begins to transmit at </a:t>
                  </a:r>
                </a:p>
                <a:p>
                  <a:pPr algn="l" eaLnBrk="0"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US" sz="16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en-US" sz="1600" b="1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en-US" sz="1600" b="1" i="1" dirty="0" err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en-US" sz="1600" b="1" i="1" baseline="-25000" dirty="0" err="1">
                            <a:latin typeface="Cambria Math" panose="02040503050406030204" pitchFamily="18" charset="0"/>
                          </a:rPr>
                          <m:t>𝒑𝒓𝒐𝒑</m:t>
                        </m:r>
                        <m:r>
                          <a:rPr lang="en-US" altLang="en-US" sz="1600" b="1" i="1" dirty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altLang="en-US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oMath>
                    </m:oMathPara>
                  </a14:m>
                  <a:endParaRPr lang="en-US" altLang="en-US" sz="1600" b="1" i="1" dirty="0">
                    <a:ea typeface="Cambria Math" panose="02040503050406030204" pitchFamily="18" charset="0"/>
                  </a:endParaRPr>
                </a:p>
                <a:p>
                  <a:pPr algn="l" eaLnBrk="0" hangingPunct="0"/>
                  <a:endParaRPr lang="en-US" altLang="en-US" sz="1100" b="1" i="1" dirty="0"/>
                </a:p>
                <a:p>
                  <a:pPr algn="l" eaLnBrk="0" hangingPunct="0"/>
                  <a:r>
                    <a:rPr lang="en-US" altLang="en-US" sz="1600" b="1" dirty="0"/>
                    <a:t>B detects collision at </a:t>
                  </a:r>
                </a:p>
                <a:p>
                  <a:pPr algn="l" eaLnBrk="0"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US" sz="16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en-US" sz="1600" b="1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en-US" sz="1600" b="1" i="1" dirty="0" err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en-US" sz="1600" b="1" i="1" baseline="-25000" dirty="0" err="1">
                            <a:latin typeface="Cambria Math" panose="02040503050406030204" pitchFamily="18" charset="0"/>
                          </a:rPr>
                          <m:t>𝒑𝒓𝒐𝒑</m:t>
                        </m:r>
                      </m:oMath>
                    </m:oMathPara>
                  </a14:m>
                  <a:endParaRPr lang="en-US" altLang="en-US" sz="1600" b="1" i="1" baseline="-25000" dirty="0"/>
                </a:p>
              </p:txBody>
            </p:sp>
          </mc:Choice>
          <mc:Fallback xmlns="">
            <p:sp>
              <p:nvSpPr>
                <p:cNvPr id="19" name="Rectangle 38">
                  <a:extLst>
                    <a:ext uri="{FF2B5EF4-FFF2-40B4-BE49-F238E27FC236}">
                      <a16:creationId xmlns:a16="http://schemas.microsoft.com/office/drawing/2014/main" id="{8FC84FAD-0C77-3C9B-BAE5-D004B855EB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4" y="1624"/>
                  <a:ext cx="1559" cy="784"/>
                </a:xfrm>
                <a:prstGeom prst="rect">
                  <a:avLst/>
                </a:prstGeom>
                <a:blipFill>
                  <a:blip r:embed="rId5"/>
                  <a:stretch>
                    <a:fillRect l="-1232" t="-1961" b="-98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39">
              <a:extLst>
                <a:ext uri="{FF2B5EF4-FFF2-40B4-BE49-F238E27FC236}">
                  <a16:creationId xmlns:a16="http://schemas.microsoft.com/office/drawing/2014/main" id="{CAF60745-1A38-965C-A14B-E559F3303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" y="2097"/>
              <a:ext cx="216" cy="2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1" name="Rectangle 40">
              <a:extLst>
                <a:ext uri="{FF2B5EF4-FFF2-40B4-BE49-F238E27FC236}">
                  <a16:creationId xmlns:a16="http://schemas.microsoft.com/office/drawing/2014/main" id="{F9F7DE86-4B1D-E728-5DBD-3972EB0D9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2113"/>
              <a:ext cx="2872" cy="72"/>
            </a:xfrm>
            <a:prstGeom prst="rect">
              <a:avLst/>
            </a:prstGeom>
            <a:pattFill prst="ltVert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2" name="Rectangle 41">
              <a:extLst>
                <a:ext uri="{FF2B5EF4-FFF2-40B4-BE49-F238E27FC236}">
                  <a16:creationId xmlns:a16="http://schemas.microsoft.com/office/drawing/2014/main" id="{15C123EB-6123-640D-FB61-5715BD29C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" y="2085"/>
              <a:ext cx="2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/>
                <a:t>A</a:t>
              </a:r>
            </a:p>
          </p:txBody>
        </p:sp>
        <p:sp>
          <p:nvSpPr>
            <p:cNvPr id="23" name="Line 42">
              <a:extLst>
                <a:ext uri="{FF2B5EF4-FFF2-40B4-BE49-F238E27FC236}">
                  <a16:creationId xmlns:a16="http://schemas.microsoft.com/office/drawing/2014/main" id="{616FC618-9B7F-A34C-F491-E42EE84CB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" y="2245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4" name="Rectangle 43">
              <a:extLst>
                <a:ext uri="{FF2B5EF4-FFF2-40B4-BE49-F238E27FC236}">
                  <a16:creationId xmlns:a16="http://schemas.microsoft.com/office/drawing/2014/main" id="{4EE20787-DF3A-8F67-46AF-A5E97D1ED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2065"/>
              <a:ext cx="216" cy="2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5" name="Rectangle 44">
              <a:extLst>
                <a:ext uri="{FF2B5EF4-FFF2-40B4-BE49-F238E27FC236}">
                  <a16:creationId xmlns:a16="http://schemas.microsoft.com/office/drawing/2014/main" id="{541720D8-AC24-C909-E000-A6E46EB5A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2065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/>
                <a:t>B</a:t>
              </a:r>
            </a:p>
          </p:txBody>
        </p:sp>
        <p:sp>
          <p:nvSpPr>
            <p:cNvPr id="26" name="Line 45">
              <a:extLst>
                <a:ext uri="{FF2B5EF4-FFF2-40B4-BE49-F238E27FC236}">
                  <a16:creationId xmlns:a16="http://schemas.microsoft.com/office/drawing/2014/main" id="{C8782357-CA59-D5CE-C6B7-B75415053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109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E4FC058-146B-61E2-5E33-7ACFA8376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61"/>
              <a:ext cx="3296" cy="64"/>
            </a:xfrm>
            <a:prstGeom prst="rect">
              <a:avLst/>
            </a:prstGeom>
            <a:pattFill prst="ltHorz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8" name="Rectangle 47">
              <a:extLst>
                <a:ext uri="{FF2B5EF4-FFF2-40B4-BE49-F238E27FC236}">
                  <a16:creationId xmlns:a16="http://schemas.microsoft.com/office/drawing/2014/main" id="{2B76E29D-CC5C-E4D5-BD7F-26BD98355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" y="2689"/>
              <a:ext cx="216" cy="2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29" name="Rectangle 48">
              <a:extLst>
                <a:ext uri="{FF2B5EF4-FFF2-40B4-BE49-F238E27FC236}">
                  <a16:creationId xmlns:a16="http://schemas.microsoft.com/office/drawing/2014/main" id="{C8BB102C-ADD9-4FEE-C9F7-86F3220BA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2721"/>
              <a:ext cx="3320" cy="64"/>
            </a:xfrm>
            <a:prstGeom prst="rect">
              <a:avLst/>
            </a:prstGeom>
            <a:pattFill prst="ltVert">
              <a:fgClr>
                <a:schemeClr val="bg1"/>
              </a:fgClr>
              <a:bgClr>
                <a:srgbClr val="000000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30" name="Rectangle 49">
              <a:extLst>
                <a:ext uri="{FF2B5EF4-FFF2-40B4-BE49-F238E27FC236}">
                  <a16:creationId xmlns:a16="http://schemas.microsoft.com/office/drawing/2014/main" id="{A48AA331-CEBC-819D-744E-200D430C9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2681"/>
              <a:ext cx="20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/>
                <a:t>A</a:t>
              </a:r>
            </a:p>
          </p:txBody>
        </p:sp>
        <p:sp>
          <p:nvSpPr>
            <p:cNvPr id="31" name="Line 50">
              <a:extLst>
                <a:ext uri="{FF2B5EF4-FFF2-40B4-BE49-F238E27FC236}">
                  <a16:creationId xmlns:a16="http://schemas.microsoft.com/office/drawing/2014/main" id="{F7FFA06F-A001-9B3E-6AA4-86387E0EA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1" y="2881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32" name="Rectangle 51">
              <a:extLst>
                <a:ext uri="{FF2B5EF4-FFF2-40B4-BE49-F238E27FC236}">
                  <a16:creationId xmlns:a16="http://schemas.microsoft.com/office/drawing/2014/main" id="{095F83B3-9EFF-DABE-84D1-535AA899C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" y="2689"/>
              <a:ext cx="216" cy="2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p:sp>
          <p:nvSpPr>
            <p:cNvPr id="33" name="Rectangle 52">
              <a:extLst>
                <a:ext uri="{FF2B5EF4-FFF2-40B4-BE49-F238E27FC236}">
                  <a16:creationId xmlns:a16="http://schemas.microsoft.com/office/drawing/2014/main" id="{E8340221-394A-D145-EB12-43D3789C3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8" y="2689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b="1"/>
                <a:t>B</a:t>
              </a:r>
            </a:p>
          </p:txBody>
        </p:sp>
        <p:sp>
          <p:nvSpPr>
            <p:cNvPr id="34" name="Line 53">
              <a:extLst>
                <a:ext uri="{FF2B5EF4-FFF2-40B4-BE49-F238E27FC236}">
                  <a16:creationId xmlns:a16="http://schemas.microsoft.com/office/drawing/2014/main" id="{E4358755-843C-A470-4543-4405B1735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737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54">
                  <a:extLst>
                    <a:ext uri="{FF2B5EF4-FFF2-40B4-BE49-F238E27FC236}">
                      <a16:creationId xmlns:a16="http://schemas.microsoft.com/office/drawing/2014/main" id="{ADCECC73-359F-320C-AAD2-15AFDA4B5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61" y="2547"/>
                  <a:ext cx="1493" cy="3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90488" tIns="44450" rIns="90488" bIns="44450">
                  <a:spAutoFit/>
                </a:bodyPr>
                <a:lstStyle/>
                <a:p>
                  <a:pPr algn="l" eaLnBrk="0" hangingPunct="0"/>
                  <a:r>
                    <a:rPr lang="en-US" altLang="en-US" sz="1600" b="1" dirty="0"/>
                    <a:t>A detects collision at </a:t>
                  </a:r>
                </a:p>
                <a:p>
                  <a:pPr algn="l" eaLnBrk="0" hangingPunct="0"/>
                  <a14:m>
                    <m:oMath xmlns:m="http://schemas.openxmlformats.org/officeDocument/2006/math"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1600" b="1" i="1" dirty="0" err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en-US" sz="1600" b="1" i="1" baseline="-25000" dirty="0" err="1" smtClean="0">
                          <a:latin typeface="Cambria Math" panose="02040503050406030204" pitchFamily="18" charset="0"/>
                        </a:rPr>
                        <m:t>𝒑𝒓𝒐𝒑</m:t>
                      </m:r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a14:m>
                  <a:r>
                    <a:rPr lang="en-US" altLang="en-US" sz="1600" b="1" i="1" dirty="0"/>
                    <a:t> </a:t>
                  </a:r>
                </a:p>
              </p:txBody>
            </p:sp>
          </mc:Choice>
          <mc:Fallback xmlns="">
            <p:sp>
              <p:nvSpPr>
                <p:cNvPr id="35" name="Rectangle 54">
                  <a:extLst>
                    <a:ext uri="{FF2B5EF4-FFF2-40B4-BE49-F238E27FC236}">
                      <a16:creationId xmlns:a16="http://schemas.microsoft.com/office/drawing/2014/main" id="{ADCECC73-359F-320C-AAD2-15AFDA4B55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461" y="2547"/>
                  <a:ext cx="1493" cy="367"/>
                </a:xfrm>
                <a:prstGeom prst="rect">
                  <a:avLst/>
                </a:prstGeom>
                <a:blipFill>
                  <a:blip r:embed="rId6"/>
                  <a:stretch>
                    <a:fillRect l="-1285" t="-3125" b="-312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1508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21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413657" y="1283949"/>
            <a:ext cx="115659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</a:t>
            </a:r>
            <a:r>
              <a:rPr lang="en-US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CSMA/CA</a:t>
            </a: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جلوگیری از تصادم: زمانی که دو یا چند گره به‌طور هم‌زمان اقدام به ارسال کنند.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شبکه بی‌سیم امکان تشخیص همه تصادم با بررسی کانال قبل از ارسال وجود ندارد!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تضعیف سیگنال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ترمینال مخفی (</a:t>
            </a:r>
            <a:r>
              <a:rPr 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Hidden Terminal</a:t>
            </a: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14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جلوگیری از تصادم با استفاده از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ollision 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voidance (CSMA/CA)</a:t>
            </a:r>
            <a:endParaRPr lang="fa-IR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Text Box 63">
            <a:extLst>
              <a:ext uri="{FF2B5EF4-FFF2-40B4-BE49-F238E27FC236}">
                <a16:creationId xmlns:a16="http://schemas.microsoft.com/office/drawing/2014/main" id="{7326BD09-D43A-DC4E-A90B-C1A4A7921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6874" y="5896441"/>
            <a:ext cx="5937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space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44F3E7-8E99-754A-BFEF-3CEB45EF70DF}"/>
              </a:ext>
            </a:extLst>
          </p:cNvPr>
          <p:cNvGrpSpPr>
            <a:grpSpLocks/>
          </p:cNvGrpSpPr>
          <p:nvPr/>
        </p:nvGrpSpPr>
        <p:grpSpPr bwMode="auto">
          <a:xfrm>
            <a:off x="2823937" y="4528013"/>
            <a:ext cx="2273301" cy="1028699"/>
            <a:chOff x="576580" y="4516120"/>
            <a:chExt cx="3170330" cy="14916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4F4117D-08AE-9F48-96F9-E1ABA3C455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2160" y="4673600"/>
              <a:ext cx="627380" cy="643255"/>
              <a:chOff x="313" y="1497"/>
              <a:chExt cx="1152" cy="1014"/>
            </a:xfrm>
          </p:grpSpPr>
          <p:pic>
            <p:nvPicPr>
              <p:cNvPr id="48" name="Picture 47" descr="laptop_stylized_small">
                <a:extLst>
                  <a:ext uri="{FF2B5EF4-FFF2-40B4-BE49-F238E27FC236}">
                    <a16:creationId xmlns:a16="http://schemas.microsoft.com/office/drawing/2014/main" id="{EBFEE52C-F9A1-684A-A171-3433FC7A99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" name="Picture 48" descr="antenna_stylized">
                <a:extLst>
                  <a:ext uri="{FF2B5EF4-FFF2-40B4-BE49-F238E27FC236}">
                    <a16:creationId xmlns:a16="http://schemas.microsoft.com/office/drawing/2014/main" id="{F194AAE1-3568-2B48-8B43-FC5B6C9E3A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CD0A49EF-46E5-D846-9C2A-AE8690B4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580" y="4516120"/>
              <a:ext cx="2020888" cy="1085850"/>
            </a:xfrm>
            <a:custGeom>
              <a:avLst/>
              <a:gdLst>
                <a:gd name="T0" fmla="*/ 2147483647 w 1273"/>
                <a:gd name="T1" fmla="*/ 2147483647 h 684"/>
                <a:gd name="T2" fmla="*/ 2147483647 w 1273"/>
                <a:gd name="T3" fmla="*/ 0 h 684"/>
                <a:gd name="T4" fmla="*/ 2147483647 w 1273"/>
                <a:gd name="T5" fmla="*/ 2147483647 h 684"/>
                <a:gd name="T6" fmla="*/ 2147483647 w 1273"/>
                <a:gd name="T7" fmla="*/ 2147483647 h 684"/>
                <a:gd name="T8" fmla="*/ 2147483647 w 1273"/>
                <a:gd name="T9" fmla="*/ 2147483647 h 684"/>
                <a:gd name="T10" fmla="*/ 2147483647 w 1273"/>
                <a:gd name="T11" fmla="*/ 2147483647 h 684"/>
                <a:gd name="T12" fmla="*/ 2147483647 w 1273"/>
                <a:gd name="T13" fmla="*/ 2147483647 h 684"/>
                <a:gd name="T14" fmla="*/ 2147483647 w 1273"/>
                <a:gd name="T15" fmla="*/ 2147483647 h 684"/>
                <a:gd name="T16" fmla="*/ 2147483647 w 1273"/>
                <a:gd name="T17" fmla="*/ 2147483647 h 684"/>
                <a:gd name="T18" fmla="*/ 0 w 1273"/>
                <a:gd name="T19" fmla="*/ 2147483647 h 6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76C2B1AD-68AC-3E43-B204-7A93A10B34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9583" y="5731510"/>
              <a:ext cx="998476" cy="16803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4BE86F7E-DCF1-E241-A677-361DF198A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2614" y="5250419"/>
              <a:ext cx="407361" cy="3222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" name="Text Box 28">
              <a:extLst>
                <a:ext uri="{FF2B5EF4-FFF2-40B4-BE49-F238E27FC236}">
                  <a16:creationId xmlns:a16="http://schemas.microsoft.com/office/drawing/2014/main" id="{F8D280B8-C33B-EE46-BE35-25A0A1646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444" y="5623323"/>
              <a:ext cx="305521" cy="30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40" name="Text Box 29">
              <a:extLst>
                <a:ext uri="{FF2B5EF4-FFF2-40B4-BE49-F238E27FC236}">
                  <a16:creationId xmlns:a16="http://schemas.microsoft.com/office/drawing/2014/main" id="{8D70D046-8490-9C45-95F2-E1E2E1111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389" y="5395436"/>
              <a:ext cx="305521" cy="308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41" name="Text Box 30">
              <a:extLst>
                <a:ext uri="{FF2B5EF4-FFF2-40B4-BE49-F238E27FC236}">
                  <a16:creationId xmlns:a16="http://schemas.microsoft.com/office/drawing/2014/main" id="{4A8C5018-E79C-ED4A-941F-6091893F1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027" y="4691063"/>
              <a:ext cx="314376" cy="308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2AFBCB0-6ECF-E140-B653-A8297D54E7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4160" y="5222240"/>
              <a:ext cx="627380" cy="643255"/>
              <a:chOff x="313" y="1497"/>
              <a:chExt cx="1152" cy="1014"/>
            </a:xfrm>
          </p:grpSpPr>
          <p:pic>
            <p:nvPicPr>
              <p:cNvPr id="46" name="Picture 45" descr="laptop_stylized_small">
                <a:extLst>
                  <a:ext uri="{FF2B5EF4-FFF2-40B4-BE49-F238E27FC236}">
                    <a16:creationId xmlns:a16="http://schemas.microsoft.com/office/drawing/2014/main" id="{0D6B975F-13AD-E043-84ED-707EDE77C3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46" descr="antenna_stylized">
                <a:extLst>
                  <a:ext uri="{FF2B5EF4-FFF2-40B4-BE49-F238E27FC236}">
                    <a16:creationId xmlns:a16="http://schemas.microsoft.com/office/drawing/2014/main" id="{A38A3A76-2004-4F4D-8DA7-84CE55AB1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13CCD0C-BB43-CD4E-9E90-46A9AE3B35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0160" y="5364480"/>
              <a:ext cx="627380" cy="643255"/>
              <a:chOff x="313" y="1497"/>
              <a:chExt cx="1152" cy="1014"/>
            </a:xfrm>
          </p:grpSpPr>
          <p:pic>
            <p:nvPicPr>
              <p:cNvPr id="44" name="Picture 43" descr="laptop_stylized_small">
                <a:extLst>
                  <a:ext uri="{FF2B5EF4-FFF2-40B4-BE49-F238E27FC236}">
                    <a16:creationId xmlns:a16="http://schemas.microsoft.com/office/drawing/2014/main" id="{E01FC48D-15FA-3B4B-B8D5-B11BDF5B60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44" descr="antenna_stylized">
                <a:extLst>
                  <a:ext uri="{FF2B5EF4-FFF2-40B4-BE49-F238E27FC236}">
                    <a16:creationId xmlns:a16="http://schemas.microsoft.com/office/drawing/2014/main" id="{3DB05C2E-4B6B-6A48-80D8-1F036DF46D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B99A50-E959-6142-BA3A-52AF8F6C998B}"/>
              </a:ext>
            </a:extLst>
          </p:cNvPr>
          <p:cNvGrpSpPr>
            <a:grpSpLocks/>
          </p:cNvGrpSpPr>
          <p:nvPr/>
        </p:nvGrpSpPr>
        <p:grpSpPr bwMode="auto">
          <a:xfrm>
            <a:off x="6176734" y="4324827"/>
            <a:ext cx="2809873" cy="1536705"/>
            <a:chOff x="4821555" y="4226560"/>
            <a:chExt cx="3545890" cy="2024698"/>
          </a:xfrm>
        </p:grpSpPr>
        <p:sp>
          <p:nvSpPr>
            <p:cNvPr id="14" name="Text Box 47">
              <a:extLst>
                <a:ext uri="{FF2B5EF4-FFF2-40B4-BE49-F238E27FC236}">
                  <a16:creationId xmlns:a16="http://schemas.microsoft.com/office/drawing/2014/main" id="{5FA31E1B-FBC4-2A41-ACBE-BD1CEB551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1555" y="4395983"/>
              <a:ext cx="304506" cy="307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15" name="Text Box 48">
              <a:extLst>
                <a:ext uri="{FF2B5EF4-FFF2-40B4-BE49-F238E27FC236}">
                  <a16:creationId xmlns:a16="http://schemas.microsoft.com/office/drawing/2014/main" id="{BA29D456-DFC5-3C41-AED2-2BEF2E70F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0727" y="4391799"/>
              <a:ext cx="328546" cy="307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16" name="Text Box 49">
              <a:extLst>
                <a:ext uri="{FF2B5EF4-FFF2-40B4-BE49-F238E27FC236}">
                  <a16:creationId xmlns:a16="http://schemas.microsoft.com/office/drawing/2014/main" id="{475BF790-5035-7347-9875-119C4DA3A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2690" y="4435723"/>
              <a:ext cx="314522" cy="307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4F1AE698-EC84-BA4A-9817-8A6FDD080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675" y="5222176"/>
              <a:ext cx="827375" cy="462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  <a:r>
                <a:rPr kumimoji="0" lang="ja-JP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 signal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strength</a:t>
              </a:r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12D38917-6C8C-8343-A011-B3A061BC0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779" y="6251258"/>
              <a:ext cx="32654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61">
              <a:extLst>
                <a:ext uri="{FF2B5EF4-FFF2-40B4-BE49-F238E27FC236}">
                  <a16:creationId xmlns:a16="http://schemas.microsoft.com/office/drawing/2014/main" id="{8402D49A-1618-ED45-AA55-6F6CFAFAD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688" y="5071579"/>
              <a:ext cx="0" cy="11378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Freeform 62">
              <a:extLst>
                <a:ext uri="{FF2B5EF4-FFF2-40B4-BE49-F238E27FC236}">
                  <a16:creationId xmlns:a16="http://schemas.microsoft.com/office/drawing/2014/main" id="{01811282-31AB-1645-AABC-6BEA4EA32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068" y="5127308"/>
              <a:ext cx="2995613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Freeform 65">
              <a:extLst>
                <a:ext uri="{FF2B5EF4-FFF2-40B4-BE49-F238E27FC236}">
                  <a16:creationId xmlns:a16="http://schemas.microsoft.com/office/drawing/2014/main" id="{23853BFD-C38D-F446-8196-144C09C5D1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0318" y="5097145"/>
              <a:ext cx="2995613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Text Box 66">
              <a:extLst>
                <a:ext uri="{FF2B5EF4-FFF2-40B4-BE49-F238E27FC236}">
                  <a16:creationId xmlns:a16="http://schemas.microsoft.com/office/drawing/2014/main" id="{499D56C4-FCB9-374D-B01B-E49B8BFC0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2041" y="5151061"/>
              <a:ext cx="845404" cy="462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  <a:r>
                <a:rPr kumimoji="0" lang="ja-JP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 signal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strength</a:t>
              </a:r>
            </a:p>
          </p:txBody>
        </p:sp>
        <p:sp>
          <p:nvSpPr>
            <p:cNvPr id="23" name="Line 67">
              <a:extLst>
                <a:ext uri="{FF2B5EF4-FFF2-40B4-BE49-F238E27FC236}">
                  <a16:creationId xmlns:a16="http://schemas.microsoft.com/office/drawing/2014/main" id="{0415FD8B-03B3-2A43-8EB2-237EFE1BB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2320" y="4958631"/>
              <a:ext cx="26044" cy="12633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Line 68">
              <a:extLst>
                <a:ext uri="{FF2B5EF4-FFF2-40B4-BE49-F238E27FC236}">
                  <a16:creationId xmlns:a16="http://schemas.microsoft.com/office/drawing/2014/main" id="{2A0B82D3-EFED-DA43-B9C0-15C3CCD10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2348" y="5027655"/>
              <a:ext cx="0" cy="12068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Line 69">
              <a:extLst>
                <a:ext uri="{FF2B5EF4-FFF2-40B4-BE49-F238E27FC236}">
                  <a16:creationId xmlns:a16="http://schemas.microsoft.com/office/drawing/2014/main" id="{404E3573-F8C6-5E45-914C-38432DCE3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4145" y="5010922"/>
              <a:ext cx="0" cy="1181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D9D842B-1ABC-7A48-A983-FEB9C60E2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8880" y="4257040"/>
              <a:ext cx="627380" cy="643255"/>
              <a:chOff x="313" y="1497"/>
              <a:chExt cx="1152" cy="1014"/>
            </a:xfrm>
          </p:grpSpPr>
          <p:pic>
            <p:nvPicPr>
              <p:cNvPr id="33" name="Picture 32" descr="laptop_stylized_small">
                <a:extLst>
                  <a:ext uri="{FF2B5EF4-FFF2-40B4-BE49-F238E27FC236}">
                    <a16:creationId xmlns:a16="http://schemas.microsoft.com/office/drawing/2014/main" id="{0D7E6CBD-2A6D-9043-AC34-9882E71B20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" name="Picture 33" descr="antenna_stylized">
                <a:extLst>
                  <a:ext uri="{FF2B5EF4-FFF2-40B4-BE49-F238E27FC236}">
                    <a16:creationId xmlns:a16="http://schemas.microsoft.com/office/drawing/2014/main" id="{AA67442E-AB80-A949-A557-DFF2CABE60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A495040-484D-F44C-BA9B-15DC83D9F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7600" y="4297680"/>
              <a:ext cx="627380" cy="643255"/>
              <a:chOff x="313" y="1497"/>
              <a:chExt cx="1152" cy="1014"/>
            </a:xfrm>
          </p:grpSpPr>
          <p:pic>
            <p:nvPicPr>
              <p:cNvPr id="31" name="Picture 30" descr="laptop_stylized_small">
                <a:extLst>
                  <a:ext uri="{FF2B5EF4-FFF2-40B4-BE49-F238E27FC236}">
                    <a16:creationId xmlns:a16="http://schemas.microsoft.com/office/drawing/2014/main" id="{7BA1549E-0EC3-B64D-B067-EC5189B4E1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31" descr="antenna_stylized">
                <a:extLst>
                  <a:ext uri="{FF2B5EF4-FFF2-40B4-BE49-F238E27FC236}">
                    <a16:creationId xmlns:a16="http://schemas.microsoft.com/office/drawing/2014/main" id="{3F41AAB7-1902-A04F-9645-A26087CFB6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6DA2195-14EA-6243-B65C-EC2B27CCBB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74560" y="4226560"/>
              <a:ext cx="627380" cy="643255"/>
              <a:chOff x="313" y="1497"/>
              <a:chExt cx="1152" cy="1014"/>
            </a:xfrm>
          </p:grpSpPr>
          <p:pic>
            <p:nvPicPr>
              <p:cNvPr id="29" name="Picture 28" descr="laptop_stylized_small">
                <a:extLst>
                  <a:ext uri="{FF2B5EF4-FFF2-40B4-BE49-F238E27FC236}">
                    <a16:creationId xmlns:a16="http://schemas.microsoft.com/office/drawing/2014/main" id="{1560AA7B-6B93-2945-9630-C07258D72E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29" descr="antenna_stylized">
                <a:extLst>
                  <a:ext uri="{FF2B5EF4-FFF2-40B4-BE49-F238E27FC236}">
                    <a16:creationId xmlns:a16="http://schemas.microsoft.com/office/drawing/2014/main" id="{FF6A7FA0-099E-0D44-B57F-E44DCFA0D2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8517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22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413657" y="1283949"/>
            <a:ext cx="115659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</a:t>
            </a:r>
            <a:r>
              <a:rPr lang="en-US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CSMA/CA</a:t>
            </a:r>
            <a:r>
              <a:rPr lang="fa-IR" sz="20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جلوگیری از تصادم: زمانی که دو یا چند گره به‌طور هم‌زمان اقدام به ارسال کنند.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شبکه بی‌سیم امکان تشخیص همه تصادم با بررسی کانال قبل از ارسال وجود ندارد!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تضعیف سیگنال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ترمینال مخفی (</a:t>
            </a:r>
            <a:r>
              <a:rPr lang="en-US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Hidden Terminal</a:t>
            </a:r>
            <a:r>
              <a:rPr lang="fa-IR" sz="1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14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جلوگیری از تصادم با استفاده از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ollision 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voidance (CSMA/CA)</a:t>
            </a:r>
            <a:endParaRPr lang="fa-IR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Text Box 63">
            <a:extLst>
              <a:ext uri="{FF2B5EF4-FFF2-40B4-BE49-F238E27FC236}">
                <a16:creationId xmlns:a16="http://schemas.microsoft.com/office/drawing/2014/main" id="{7326BD09-D43A-DC4E-A90B-C1A4A7921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6874" y="5896441"/>
            <a:ext cx="5937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space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44F3E7-8E99-754A-BFEF-3CEB45EF70DF}"/>
              </a:ext>
            </a:extLst>
          </p:cNvPr>
          <p:cNvGrpSpPr>
            <a:grpSpLocks/>
          </p:cNvGrpSpPr>
          <p:nvPr/>
        </p:nvGrpSpPr>
        <p:grpSpPr bwMode="auto">
          <a:xfrm>
            <a:off x="2823937" y="4528013"/>
            <a:ext cx="2273301" cy="1028699"/>
            <a:chOff x="576580" y="4516120"/>
            <a:chExt cx="3170330" cy="14916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4F4117D-08AE-9F48-96F9-E1ABA3C455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2160" y="4673600"/>
              <a:ext cx="627380" cy="643255"/>
              <a:chOff x="313" y="1497"/>
              <a:chExt cx="1152" cy="1014"/>
            </a:xfrm>
          </p:grpSpPr>
          <p:pic>
            <p:nvPicPr>
              <p:cNvPr id="48" name="Picture 47" descr="laptop_stylized_small">
                <a:extLst>
                  <a:ext uri="{FF2B5EF4-FFF2-40B4-BE49-F238E27FC236}">
                    <a16:creationId xmlns:a16="http://schemas.microsoft.com/office/drawing/2014/main" id="{EBFEE52C-F9A1-684A-A171-3433FC7A99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" name="Picture 48" descr="antenna_stylized">
                <a:extLst>
                  <a:ext uri="{FF2B5EF4-FFF2-40B4-BE49-F238E27FC236}">
                    <a16:creationId xmlns:a16="http://schemas.microsoft.com/office/drawing/2014/main" id="{F194AAE1-3568-2B48-8B43-FC5B6C9E3A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CD0A49EF-46E5-D846-9C2A-AE8690B4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580" y="4516120"/>
              <a:ext cx="2020888" cy="1085850"/>
            </a:xfrm>
            <a:custGeom>
              <a:avLst/>
              <a:gdLst>
                <a:gd name="T0" fmla="*/ 2147483647 w 1273"/>
                <a:gd name="T1" fmla="*/ 2147483647 h 684"/>
                <a:gd name="T2" fmla="*/ 2147483647 w 1273"/>
                <a:gd name="T3" fmla="*/ 0 h 684"/>
                <a:gd name="T4" fmla="*/ 2147483647 w 1273"/>
                <a:gd name="T5" fmla="*/ 2147483647 h 684"/>
                <a:gd name="T6" fmla="*/ 2147483647 w 1273"/>
                <a:gd name="T7" fmla="*/ 2147483647 h 684"/>
                <a:gd name="T8" fmla="*/ 2147483647 w 1273"/>
                <a:gd name="T9" fmla="*/ 2147483647 h 684"/>
                <a:gd name="T10" fmla="*/ 2147483647 w 1273"/>
                <a:gd name="T11" fmla="*/ 2147483647 h 684"/>
                <a:gd name="T12" fmla="*/ 2147483647 w 1273"/>
                <a:gd name="T13" fmla="*/ 2147483647 h 684"/>
                <a:gd name="T14" fmla="*/ 2147483647 w 1273"/>
                <a:gd name="T15" fmla="*/ 2147483647 h 684"/>
                <a:gd name="T16" fmla="*/ 2147483647 w 1273"/>
                <a:gd name="T17" fmla="*/ 2147483647 h 684"/>
                <a:gd name="T18" fmla="*/ 0 w 1273"/>
                <a:gd name="T19" fmla="*/ 2147483647 h 6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76C2B1AD-68AC-3E43-B204-7A93A10B34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9583" y="5731510"/>
              <a:ext cx="998476" cy="16803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4BE86F7E-DCF1-E241-A677-361DF198A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2614" y="5250419"/>
              <a:ext cx="407361" cy="3222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" name="Text Box 28">
              <a:extLst>
                <a:ext uri="{FF2B5EF4-FFF2-40B4-BE49-F238E27FC236}">
                  <a16:creationId xmlns:a16="http://schemas.microsoft.com/office/drawing/2014/main" id="{F8D280B8-C33B-EE46-BE35-25A0A1646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444" y="5623323"/>
              <a:ext cx="305521" cy="30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40" name="Text Box 29">
              <a:extLst>
                <a:ext uri="{FF2B5EF4-FFF2-40B4-BE49-F238E27FC236}">
                  <a16:creationId xmlns:a16="http://schemas.microsoft.com/office/drawing/2014/main" id="{8D70D046-8490-9C45-95F2-E1E2E1111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389" y="5395436"/>
              <a:ext cx="305521" cy="308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41" name="Text Box 30">
              <a:extLst>
                <a:ext uri="{FF2B5EF4-FFF2-40B4-BE49-F238E27FC236}">
                  <a16:creationId xmlns:a16="http://schemas.microsoft.com/office/drawing/2014/main" id="{4A8C5018-E79C-ED4A-941F-6091893F1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027" y="4691063"/>
              <a:ext cx="314376" cy="308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2AFBCB0-6ECF-E140-B653-A8297D54E7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4160" y="5222240"/>
              <a:ext cx="627380" cy="643255"/>
              <a:chOff x="313" y="1497"/>
              <a:chExt cx="1152" cy="1014"/>
            </a:xfrm>
          </p:grpSpPr>
          <p:pic>
            <p:nvPicPr>
              <p:cNvPr id="46" name="Picture 45" descr="laptop_stylized_small">
                <a:extLst>
                  <a:ext uri="{FF2B5EF4-FFF2-40B4-BE49-F238E27FC236}">
                    <a16:creationId xmlns:a16="http://schemas.microsoft.com/office/drawing/2014/main" id="{0D6B975F-13AD-E043-84ED-707EDE77C3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46" descr="antenna_stylized">
                <a:extLst>
                  <a:ext uri="{FF2B5EF4-FFF2-40B4-BE49-F238E27FC236}">
                    <a16:creationId xmlns:a16="http://schemas.microsoft.com/office/drawing/2014/main" id="{A38A3A76-2004-4F4D-8DA7-84CE55AB1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13CCD0C-BB43-CD4E-9E90-46A9AE3B35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0160" y="5364480"/>
              <a:ext cx="627380" cy="643255"/>
              <a:chOff x="313" y="1497"/>
              <a:chExt cx="1152" cy="1014"/>
            </a:xfrm>
          </p:grpSpPr>
          <p:pic>
            <p:nvPicPr>
              <p:cNvPr id="44" name="Picture 43" descr="laptop_stylized_small">
                <a:extLst>
                  <a:ext uri="{FF2B5EF4-FFF2-40B4-BE49-F238E27FC236}">
                    <a16:creationId xmlns:a16="http://schemas.microsoft.com/office/drawing/2014/main" id="{E01FC48D-15FA-3B4B-B8D5-B11BDF5B60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44" descr="antenna_stylized">
                <a:extLst>
                  <a:ext uri="{FF2B5EF4-FFF2-40B4-BE49-F238E27FC236}">
                    <a16:creationId xmlns:a16="http://schemas.microsoft.com/office/drawing/2014/main" id="{3DB05C2E-4B6B-6A48-80D8-1F036DF46D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B99A50-E959-6142-BA3A-52AF8F6C998B}"/>
              </a:ext>
            </a:extLst>
          </p:cNvPr>
          <p:cNvGrpSpPr>
            <a:grpSpLocks/>
          </p:cNvGrpSpPr>
          <p:nvPr/>
        </p:nvGrpSpPr>
        <p:grpSpPr bwMode="auto">
          <a:xfrm>
            <a:off x="6176734" y="4324827"/>
            <a:ext cx="2809873" cy="1536705"/>
            <a:chOff x="4821555" y="4226560"/>
            <a:chExt cx="3545890" cy="2024698"/>
          </a:xfrm>
        </p:grpSpPr>
        <p:sp>
          <p:nvSpPr>
            <p:cNvPr id="14" name="Text Box 47">
              <a:extLst>
                <a:ext uri="{FF2B5EF4-FFF2-40B4-BE49-F238E27FC236}">
                  <a16:creationId xmlns:a16="http://schemas.microsoft.com/office/drawing/2014/main" id="{5FA31E1B-FBC4-2A41-ACBE-BD1CEB551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1555" y="4395983"/>
              <a:ext cx="304506" cy="307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15" name="Text Box 48">
              <a:extLst>
                <a:ext uri="{FF2B5EF4-FFF2-40B4-BE49-F238E27FC236}">
                  <a16:creationId xmlns:a16="http://schemas.microsoft.com/office/drawing/2014/main" id="{BA29D456-DFC5-3C41-AED2-2BEF2E70F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0727" y="4391799"/>
              <a:ext cx="328546" cy="307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16" name="Text Box 49">
              <a:extLst>
                <a:ext uri="{FF2B5EF4-FFF2-40B4-BE49-F238E27FC236}">
                  <a16:creationId xmlns:a16="http://schemas.microsoft.com/office/drawing/2014/main" id="{475BF790-5035-7347-9875-119C4DA3A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2690" y="4435723"/>
              <a:ext cx="314522" cy="307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4F1AE698-EC84-BA4A-9817-8A6FDD080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675" y="5222176"/>
              <a:ext cx="827375" cy="462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  <a:r>
                <a:rPr kumimoji="0" lang="ja-JP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 signal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strength</a:t>
              </a:r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12D38917-6C8C-8343-A011-B3A061BC0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779" y="6251258"/>
              <a:ext cx="32654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61">
              <a:extLst>
                <a:ext uri="{FF2B5EF4-FFF2-40B4-BE49-F238E27FC236}">
                  <a16:creationId xmlns:a16="http://schemas.microsoft.com/office/drawing/2014/main" id="{8402D49A-1618-ED45-AA55-6F6CFAFAD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688" y="5071579"/>
              <a:ext cx="0" cy="11378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Freeform 62">
              <a:extLst>
                <a:ext uri="{FF2B5EF4-FFF2-40B4-BE49-F238E27FC236}">
                  <a16:creationId xmlns:a16="http://schemas.microsoft.com/office/drawing/2014/main" id="{01811282-31AB-1645-AABC-6BEA4EA32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068" y="5127308"/>
              <a:ext cx="2995613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Freeform 65">
              <a:extLst>
                <a:ext uri="{FF2B5EF4-FFF2-40B4-BE49-F238E27FC236}">
                  <a16:creationId xmlns:a16="http://schemas.microsoft.com/office/drawing/2014/main" id="{23853BFD-C38D-F446-8196-144C09C5D1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0318" y="5097145"/>
              <a:ext cx="2995613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Text Box 66">
              <a:extLst>
                <a:ext uri="{FF2B5EF4-FFF2-40B4-BE49-F238E27FC236}">
                  <a16:creationId xmlns:a16="http://schemas.microsoft.com/office/drawing/2014/main" id="{499D56C4-FCB9-374D-B01B-E49B8BFC0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2041" y="5151061"/>
              <a:ext cx="845404" cy="462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  <a:r>
                <a:rPr kumimoji="0" lang="ja-JP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 signal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strength</a:t>
              </a:r>
            </a:p>
          </p:txBody>
        </p:sp>
        <p:sp>
          <p:nvSpPr>
            <p:cNvPr id="23" name="Line 67">
              <a:extLst>
                <a:ext uri="{FF2B5EF4-FFF2-40B4-BE49-F238E27FC236}">
                  <a16:creationId xmlns:a16="http://schemas.microsoft.com/office/drawing/2014/main" id="{0415FD8B-03B3-2A43-8EB2-237EFE1BB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2320" y="4958631"/>
              <a:ext cx="26044" cy="12633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Line 68">
              <a:extLst>
                <a:ext uri="{FF2B5EF4-FFF2-40B4-BE49-F238E27FC236}">
                  <a16:creationId xmlns:a16="http://schemas.microsoft.com/office/drawing/2014/main" id="{2A0B82D3-EFED-DA43-B9C0-15C3CCD10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2348" y="5027655"/>
              <a:ext cx="0" cy="12068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Line 69">
              <a:extLst>
                <a:ext uri="{FF2B5EF4-FFF2-40B4-BE49-F238E27FC236}">
                  <a16:creationId xmlns:a16="http://schemas.microsoft.com/office/drawing/2014/main" id="{404E3573-F8C6-5E45-914C-38432DCE3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4145" y="5010922"/>
              <a:ext cx="0" cy="1181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  <a:ext uri="{AF507438-7753-43e0-B8FC-AC1667EBCBE1}">
                <a14:hiddenEffects xmlns="" xmlns:a14="http://schemas.microsoft.com/office/drawing/2010/main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D9D842B-1ABC-7A48-A983-FEB9C60E2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8880" y="4257040"/>
              <a:ext cx="627380" cy="643255"/>
              <a:chOff x="313" y="1497"/>
              <a:chExt cx="1152" cy="1014"/>
            </a:xfrm>
          </p:grpSpPr>
          <p:pic>
            <p:nvPicPr>
              <p:cNvPr id="33" name="Picture 32" descr="laptop_stylized_small">
                <a:extLst>
                  <a:ext uri="{FF2B5EF4-FFF2-40B4-BE49-F238E27FC236}">
                    <a16:creationId xmlns:a16="http://schemas.microsoft.com/office/drawing/2014/main" id="{0D7E6CBD-2A6D-9043-AC34-9882E71B20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" name="Picture 33" descr="antenna_stylized">
                <a:extLst>
                  <a:ext uri="{FF2B5EF4-FFF2-40B4-BE49-F238E27FC236}">
                    <a16:creationId xmlns:a16="http://schemas.microsoft.com/office/drawing/2014/main" id="{AA67442E-AB80-A949-A557-DFF2CABE60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A495040-484D-F44C-BA9B-15DC83D9F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7600" y="4297680"/>
              <a:ext cx="627380" cy="643255"/>
              <a:chOff x="313" y="1497"/>
              <a:chExt cx="1152" cy="1014"/>
            </a:xfrm>
          </p:grpSpPr>
          <p:pic>
            <p:nvPicPr>
              <p:cNvPr id="31" name="Picture 30" descr="laptop_stylized_small">
                <a:extLst>
                  <a:ext uri="{FF2B5EF4-FFF2-40B4-BE49-F238E27FC236}">
                    <a16:creationId xmlns:a16="http://schemas.microsoft.com/office/drawing/2014/main" id="{7BA1549E-0EC3-B64D-B067-EC5189B4E1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31" descr="antenna_stylized">
                <a:extLst>
                  <a:ext uri="{FF2B5EF4-FFF2-40B4-BE49-F238E27FC236}">
                    <a16:creationId xmlns:a16="http://schemas.microsoft.com/office/drawing/2014/main" id="{3F41AAB7-1902-A04F-9645-A26087CFB6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6DA2195-14EA-6243-B65C-EC2B27CCBB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74560" y="4226560"/>
              <a:ext cx="627380" cy="643255"/>
              <a:chOff x="313" y="1497"/>
              <a:chExt cx="1152" cy="1014"/>
            </a:xfrm>
          </p:grpSpPr>
          <p:pic>
            <p:nvPicPr>
              <p:cNvPr id="29" name="Picture 28" descr="laptop_stylized_small">
                <a:extLst>
                  <a:ext uri="{FF2B5EF4-FFF2-40B4-BE49-F238E27FC236}">
                    <a16:creationId xmlns:a16="http://schemas.microsoft.com/office/drawing/2014/main" id="{1560AA7B-6B93-2945-9630-C07258D72E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29" descr="antenna_stylized">
                <a:extLst>
                  <a:ext uri="{FF2B5EF4-FFF2-40B4-BE49-F238E27FC236}">
                    <a16:creationId xmlns:a16="http://schemas.microsoft.com/office/drawing/2014/main" id="{FF6A7FA0-099E-0D44-B57F-E44DCFA0D2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29109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23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دسترسی تصادفی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-12790" y="1196861"/>
            <a:ext cx="1199238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 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CSMA/CA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 استفاده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RTS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و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CTS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endParaRPr lang="fa-IR" sz="16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B57108CC-F94A-0647-A61D-117249C9C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809" y="1655647"/>
            <a:ext cx="4921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AP</a:t>
            </a:r>
          </a:p>
        </p:txBody>
      </p:sp>
      <p:sp>
        <p:nvSpPr>
          <p:cNvPr id="9" name="Text Box 41">
            <a:extLst>
              <a:ext uri="{FF2B5EF4-FFF2-40B4-BE49-F238E27FC236}">
                <a16:creationId xmlns:a16="http://schemas.microsoft.com/office/drawing/2014/main" id="{1300CE18-0CEB-194F-B49C-E69348D45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821" y="1504835"/>
            <a:ext cx="35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1" name="Text Box 42">
            <a:extLst>
              <a:ext uri="{FF2B5EF4-FFF2-40B4-BE49-F238E27FC236}">
                <a16:creationId xmlns:a16="http://schemas.microsoft.com/office/drawing/2014/main" id="{C15B4151-D54F-2E43-A559-187F3D2B8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2346" y="1503247"/>
            <a:ext cx="3381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13" name="Line 44">
            <a:extLst>
              <a:ext uri="{FF2B5EF4-FFF2-40B4-BE49-F238E27FC236}">
                <a16:creationId xmlns:a16="http://schemas.microsoft.com/office/drawing/2014/main" id="{B0A88798-8C51-824C-BB8B-592E5F75F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84" y="1990610"/>
            <a:ext cx="7835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noFill/>
              </a14:hiddenFill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C9B155-B7CB-1B4C-A43D-E669314D7D9A}"/>
              </a:ext>
            </a:extLst>
          </p:cNvPr>
          <p:cNvGrpSpPr>
            <a:grpSpLocks/>
          </p:cNvGrpSpPr>
          <p:nvPr/>
        </p:nvGrpSpPr>
        <p:grpSpPr bwMode="auto">
          <a:xfrm>
            <a:off x="1472246" y="2157297"/>
            <a:ext cx="6553199" cy="817563"/>
            <a:chOff x="1128" y="1194"/>
            <a:chExt cx="4128" cy="51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2C745EB-2518-4F4A-A88F-39EDB9D92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8" y="1194"/>
              <a:ext cx="4128" cy="515"/>
              <a:chOff x="587" y="1184"/>
              <a:chExt cx="4128" cy="515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E1649A62-E270-D04F-9E7D-3B8C12D2A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238"/>
                <a:ext cx="4121" cy="461"/>
              </a:xfrm>
              <a:custGeom>
                <a:avLst/>
                <a:gdLst>
                  <a:gd name="T0" fmla="*/ 1 w 2996"/>
                  <a:gd name="T1" fmla="*/ 0 h 461"/>
                  <a:gd name="T2" fmla="*/ 9668 w 2996"/>
                  <a:gd name="T3" fmla="*/ 298 h 461"/>
                  <a:gd name="T4" fmla="*/ 9668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xmlns:lc="http://schemas.openxmlformats.org/drawingml/2006/lockedCanvas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1A155B4B-DC60-DB4E-A3D9-598BEE4423F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7" y="1184"/>
                <a:ext cx="4128" cy="461"/>
              </a:xfrm>
              <a:custGeom>
                <a:avLst/>
                <a:gdLst>
                  <a:gd name="T0" fmla="*/ 1 w 2996"/>
                  <a:gd name="T1" fmla="*/ 0 h 461"/>
                  <a:gd name="T2" fmla="*/ 9668 w 2996"/>
                  <a:gd name="T3" fmla="*/ 298 h 461"/>
                  <a:gd name="T4" fmla="*/ 9668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99000">
                    <a:schemeClr val="accent5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xmlns:lc="http://schemas.openxmlformats.org/drawingml/2006/lockedCanvas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 xmlns:lc="http://schemas.openxmlformats.org/drawingml/2006/lockedCanvas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7" name="Text Box 51">
              <a:extLst>
                <a:ext uri="{FF2B5EF4-FFF2-40B4-BE49-F238E27FC236}">
                  <a16:creationId xmlns:a16="http://schemas.microsoft.com/office/drawing/2014/main" id="{18042E5E-B8DC-1E40-8C20-81D21EB6E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44" y="1279"/>
              <a:ext cx="6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RTS(A)</a:t>
              </a:r>
            </a:p>
          </p:txBody>
        </p:sp>
        <p:sp>
          <p:nvSpPr>
            <p:cNvPr id="48" name="Text Box 52">
              <a:extLst>
                <a:ext uri="{FF2B5EF4-FFF2-40B4-BE49-F238E27FC236}">
                  <a16:creationId xmlns:a16="http://schemas.microsoft.com/office/drawing/2014/main" id="{5887FEFC-6004-8742-A9EA-B9D54A2D5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45820">
              <a:off x="4490" y="1196"/>
              <a:ext cx="6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RTS(B)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8848F57-B443-D64E-A40E-7A9F1DA9DBED}"/>
              </a:ext>
            </a:extLst>
          </p:cNvPr>
          <p:cNvGrpSpPr>
            <a:grpSpLocks/>
          </p:cNvGrpSpPr>
          <p:nvPr/>
        </p:nvGrpSpPr>
        <p:grpSpPr bwMode="auto">
          <a:xfrm>
            <a:off x="1481771" y="2955812"/>
            <a:ext cx="6486526" cy="1174751"/>
            <a:chOff x="1134" y="1697"/>
            <a:chExt cx="4086" cy="740"/>
          </a:xfrm>
        </p:grpSpPr>
        <p:sp>
          <p:nvSpPr>
            <p:cNvPr id="40" name="Freeform 48">
              <a:extLst>
                <a:ext uri="{FF2B5EF4-FFF2-40B4-BE49-F238E27FC236}">
                  <a16:creationId xmlns:a16="http://schemas.microsoft.com/office/drawing/2014/main" id="{F802FF6E-2848-2A4C-BB8D-931A8FD81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1697"/>
              <a:ext cx="3642" cy="461"/>
            </a:xfrm>
            <a:custGeom>
              <a:avLst/>
              <a:gdLst>
                <a:gd name="T0" fmla="*/ 1 w 2996"/>
                <a:gd name="T1" fmla="*/ 0 h 461"/>
                <a:gd name="T2" fmla="*/ 9668 w 2996"/>
                <a:gd name="T3" fmla="*/ 298 h 461"/>
                <a:gd name="T4" fmla="*/ 9668 w 2996"/>
                <a:gd name="T5" fmla="*/ 461 h 461"/>
                <a:gd name="T6" fmla="*/ 0 w 2996"/>
                <a:gd name="T7" fmla="*/ 160 h 461"/>
                <a:gd name="T8" fmla="*/ 1 w 2996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6" h="461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99000">
                  <a:schemeClr val="accent5"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" name="Text Box 54">
              <a:extLst>
                <a:ext uri="{FF2B5EF4-FFF2-40B4-BE49-F238E27FC236}">
                  <a16:creationId xmlns:a16="http://schemas.microsoft.com/office/drawing/2014/main" id="{209499D7-0BB1-E244-8335-0B09C2146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51" y="1738"/>
              <a:ext cx="6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RTS(A)</a:t>
              </a:r>
            </a:p>
          </p:txBody>
        </p:sp>
        <p:sp>
          <p:nvSpPr>
            <p:cNvPr id="42" name="Freeform 56">
              <a:extLst>
                <a:ext uri="{FF2B5EF4-FFF2-40B4-BE49-F238E27FC236}">
                  <a16:creationId xmlns:a16="http://schemas.microsoft.com/office/drawing/2014/main" id="{29BE5B68-7534-AE42-894F-FC6E6CB25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082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EAE3F5"/>
                </a:gs>
                <a:gs pos="0">
                  <a:srgbClr val="CDBDE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3B1968BC-1529-3D4A-962E-D401C6E5F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082"/>
              <a:ext cx="1831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gradFill>
              <a:gsLst>
                <a:gs pos="0">
                  <a:srgbClr val="E4DBF3"/>
                </a:gs>
                <a:gs pos="100000">
                  <a:srgbClr val="CDBDE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" name="Text Box 58">
              <a:extLst>
                <a:ext uri="{FF2B5EF4-FFF2-40B4-BE49-F238E27FC236}">
                  <a16:creationId xmlns:a16="http://schemas.microsoft.com/office/drawing/2014/main" id="{C0C2C1BA-91FF-224E-A246-0B05B1746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79204">
              <a:off x="1584" y="2157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CTS(A)</a:t>
              </a:r>
            </a:p>
          </p:txBody>
        </p:sp>
        <p:sp>
          <p:nvSpPr>
            <p:cNvPr id="45" name="Text Box 59">
              <a:extLst>
                <a:ext uri="{FF2B5EF4-FFF2-40B4-BE49-F238E27FC236}">
                  <a16:creationId xmlns:a16="http://schemas.microsoft.com/office/drawing/2014/main" id="{EB9E4AF6-51F3-ED4F-B073-A7D914972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16" y="2147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CTS(A)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129164-32D4-5B48-854B-478611C1D69B}"/>
              </a:ext>
            </a:extLst>
          </p:cNvPr>
          <p:cNvGrpSpPr>
            <a:grpSpLocks/>
          </p:cNvGrpSpPr>
          <p:nvPr/>
        </p:nvGrpSpPr>
        <p:grpSpPr bwMode="auto">
          <a:xfrm>
            <a:off x="1472246" y="4217872"/>
            <a:ext cx="6553201" cy="2174875"/>
            <a:chOff x="1128" y="2492"/>
            <a:chExt cx="4128" cy="1370"/>
          </a:xfrm>
        </p:grpSpPr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61752D4D-8298-AD4B-B9D2-D2DED1E2F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" y="2492"/>
              <a:ext cx="4128" cy="1134"/>
            </a:xfrm>
            <a:custGeom>
              <a:avLst/>
              <a:gdLst>
                <a:gd name="T0" fmla="*/ 0 w 3652"/>
                <a:gd name="T1" fmla="*/ 0 h 1134"/>
                <a:gd name="T2" fmla="*/ 3652 w 3652"/>
                <a:gd name="T3" fmla="*/ 318 h 1134"/>
                <a:gd name="T4" fmla="*/ 3652 w 3652"/>
                <a:gd name="T5" fmla="*/ 1134 h 1134"/>
                <a:gd name="T6" fmla="*/ 1 w 3652"/>
                <a:gd name="T7" fmla="*/ 787 h 1134"/>
                <a:gd name="T8" fmla="*/ 0 w 3652"/>
                <a:gd name="T9" fmla="*/ 0 h 1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2" h="1134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100000">
                  <a:srgbClr val="9BE6CC"/>
                </a:gs>
                <a:gs pos="0">
                  <a:srgbClr val="37CC99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" name="Text Box 61">
              <a:extLst>
                <a:ext uri="{FF2B5EF4-FFF2-40B4-BE49-F238E27FC236}">
                  <a16:creationId xmlns:a16="http://schemas.microsoft.com/office/drawing/2014/main" id="{1C858E66-F881-2349-9632-3938A5573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" y="2814"/>
              <a:ext cx="11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DATA (A)</a:t>
              </a:r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835BC1D8-E6BA-1941-80A9-2C5FA5DB4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507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EAE3F5"/>
                </a:gs>
                <a:gs pos="0">
                  <a:srgbClr val="CDBDE8"/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" name="Freeform 63">
              <a:extLst>
                <a:ext uri="{FF2B5EF4-FFF2-40B4-BE49-F238E27FC236}">
                  <a16:creationId xmlns:a16="http://schemas.microsoft.com/office/drawing/2014/main" id="{930C8B83-C511-364F-B285-9B194E178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3508"/>
              <a:ext cx="1843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gradFill>
              <a:gsLst>
                <a:gs pos="100000">
                  <a:srgbClr val="EAE3F5"/>
                </a:gs>
                <a:gs pos="0">
                  <a:srgbClr val="CDBDE8"/>
                </a:gs>
              </a:gsLst>
              <a:lin ang="108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" name="Text Box 64">
              <a:extLst>
                <a:ext uri="{FF2B5EF4-FFF2-40B4-BE49-F238E27FC236}">
                  <a16:creationId xmlns:a16="http://schemas.microsoft.com/office/drawing/2014/main" id="{80925179-49BC-2349-8992-75BB30FCD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79204">
              <a:off x="1600" y="3582"/>
              <a:ext cx="6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ACK(A)</a:t>
              </a:r>
            </a:p>
          </p:txBody>
        </p:sp>
        <p:sp>
          <p:nvSpPr>
            <p:cNvPr id="39" name="Text Box 65">
              <a:extLst>
                <a:ext uri="{FF2B5EF4-FFF2-40B4-BE49-F238E27FC236}">
                  <a16:creationId xmlns:a16="http://schemas.microsoft.com/office/drawing/2014/main" id="{E7403CA7-E600-0C4C-A60D-9BA8AB297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32" y="3572"/>
              <a:ext cx="6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ACK(A)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5D0514-260E-1E43-8388-78F33D7F0C1D}"/>
              </a:ext>
            </a:extLst>
          </p:cNvPr>
          <p:cNvGrpSpPr>
            <a:grpSpLocks/>
          </p:cNvGrpSpPr>
          <p:nvPr/>
        </p:nvGrpSpPr>
        <p:grpSpPr bwMode="auto">
          <a:xfrm>
            <a:off x="4099558" y="2308110"/>
            <a:ext cx="3109911" cy="715962"/>
            <a:chOff x="2596" y="1330"/>
            <a:chExt cx="1959" cy="451"/>
          </a:xfrm>
        </p:grpSpPr>
        <p:sp>
          <p:nvSpPr>
            <p:cNvPr id="32" name="AutoShape 10">
              <a:extLst>
                <a:ext uri="{FF2B5EF4-FFF2-40B4-BE49-F238E27FC236}">
                  <a16:creationId xmlns:a16="http://schemas.microsoft.com/office/drawing/2014/main" id="{832EF9D7-69BC-5545-AB6F-734341503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575A100D-49B2-0D44-9324-89E1FB018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1550"/>
              <a:ext cx="17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reservation collision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F24F12-CE7B-D443-8C15-F591194A251A}"/>
              </a:ext>
            </a:extLst>
          </p:cNvPr>
          <p:cNvGrpSpPr>
            <a:grpSpLocks/>
          </p:cNvGrpSpPr>
          <p:nvPr/>
        </p:nvGrpSpPr>
        <p:grpSpPr bwMode="auto">
          <a:xfrm>
            <a:off x="8025446" y="3933710"/>
            <a:ext cx="711200" cy="2548800"/>
            <a:chOff x="8205350" y="3671888"/>
            <a:chExt cx="711200" cy="2548800"/>
          </a:xfrm>
        </p:grpSpPr>
        <p:sp>
          <p:nvSpPr>
            <p:cNvPr id="30" name="Line 71">
              <a:extLst>
                <a:ext uri="{FF2B5EF4-FFF2-40B4-BE49-F238E27FC236}">
                  <a16:creationId xmlns:a16="http://schemas.microsoft.com/office/drawing/2014/main" id="{8861D341-8C8D-1748-B284-6F9756322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8038" y="3671888"/>
              <a:ext cx="0" cy="2548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noFill/>
                </a14:hiddenFill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Text Box 72">
              <a:extLst>
                <a:ext uri="{FF2B5EF4-FFF2-40B4-BE49-F238E27FC236}">
                  <a16:creationId xmlns:a16="http://schemas.microsoft.com/office/drawing/2014/main" id="{36ECAC2C-38BD-2145-8811-D01C7C880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5350" y="4689475"/>
              <a:ext cx="711200" cy="369888"/>
            </a:xfrm>
            <a:prstGeom prst="rect">
              <a:avLst/>
            </a:prstGeom>
            <a:solidFill>
              <a:srgbClr val="FFFF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 xmlns:lc="http://schemas.openxmlformats.org/drawingml/2006/lockedCanvas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defer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C6E86CC-64EA-0E4F-A3DA-0C7FF44F1C9F}"/>
              </a:ext>
            </a:extLst>
          </p:cNvPr>
          <p:cNvGrpSpPr>
            <a:grpSpLocks/>
          </p:cNvGrpSpPr>
          <p:nvPr/>
        </p:nvGrpSpPr>
        <p:grpSpPr bwMode="auto">
          <a:xfrm>
            <a:off x="4009068" y="1379422"/>
            <a:ext cx="650874" cy="561975"/>
            <a:chOff x="2967" y="478"/>
            <a:chExt cx="788" cy="625"/>
          </a:xfrm>
        </p:grpSpPr>
        <p:pic>
          <p:nvPicPr>
            <p:cNvPr id="28" name="Picture 27" descr="access_point_stylized_small">
              <a:extLst>
                <a:ext uri="{FF2B5EF4-FFF2-40B4-BE49-F238E27FC236}">
                  <a16:creationId xmlns:a16="http://schemas.microsoft.com/office/drawing/2014/main" id="{ACF5FCAA-0076-D945-A436-4B3616F2A6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8" descr="antenna_radiation_stylized">
              <a:extLst>
                <a:ext uri="{FF2B5EF4-FFF2-40B4-BE49-F238E27FC236}">
                  <a16:creationId xmlns:a16="http://schemas.microsoft.com/office/drawing/2014/main" id="{F33EA2B5-9337-7F4E-AA4E-DD2845CBD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578272-6776-B94A-AAF0-9F563045AD45}"/>
              </a:ext>
            </a:extLst>
          </p:cNvPr>
          <p:cNvGrpSpPr>
            <a:grpSpLocks/>
          </p:cNvGrpSpPr>
          <p:nvPr/>
        </p:nvGrpSpPr>
        <p:grpSpPr bwMode="auto">
          <a:xfrm>
            <a:off x="1196021" y="1319097"/>
            <a:ext cx="609600" cy="598488"/>
            <a:chOff x="313" y="1497"/>
            <a:chExt cx="1152" cy="1014"/>
          </a:xfrm>
        </p:grpSpPr>
        <p:pic>
          <p:nvPicPr>
            <p:cNvPr id="26" name="Picture 25" descr="laptop_stylized_small">
              <a:extLst>
                <a:ext uri="{FF2B5EF4-FFF2-40B4-BE49-F238E27FC236}">
                  <a16:creationId xmlns:a16="http://schemas.microsoft.com/office/drawing/2014/main" id="{E256E2DD-3C54-0549-A903-4CAE5BCED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6" descr="antenna_stylized">
              <a:extLst>
                <a:ext uri="{FF2B5EF4-FFF2-40B4-BE49-F238E27FC236}">
                  <a16:creationId xmlns:a16="http://schemas.microsoft.com/office/drawing/2014/main" id="{93764C0E-BB21-0A41-9D23-7F9259FB50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EC1392-7192-674C-9F39-338C35E2F689}"/>
              </a:ext>
            </a:extLst>
          </p:cNvPr>
          <p:cNvGrpSpPr>
            <a:grpSpLocks/>
          </p:cNvGrpSpPr>
          <p:nvPr/>
        </p:nvGrpSpPr>
        <p:grpSpPr bwMode="auto">
          <a:xfrm>
            <a:off x="7647621" y="1349262"/>
            <a:ext cx="609600" cy="598488"/>
            <a:chOff x="313" y="1497"/>
            <a:chExt cx="1152" cy="1014"/>
          </a:xfrm>
        </p:grpSpPr>
        <p:pic>
          <p:nvPicPr>
            <p:cNvPr id="24" name="Picture 23" descr="laptop_stylized_small">
              <a:extLst>
                <a:ext uri="{FF2B5EF4-FFF2-40B4-BE49-F238E27FC236}">
                  <a16:creationId xmlns:a16="http://schemas.microsoft.com/office/drawing/2014/main" id="{B6D6F070-5327-4042-9FC7-74F8D2228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24" descr="antenna_stylized">
              <a:extLst>
                <a:ext uri="{FF2B5EF4-FFF2-40B4-BE49-F238E27FC236}">
                  <a16:creationId xmlns:a16="http://schemas.microsoft.com/office/drawing/2014/main" id="{EBDBBDB2-0438-8041-89B1-F3D300C6F2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92E6CB-15CD-2240-9932-047722556C45}"/>
              </a:ext>
            </a:extLst>
          </p:cNvPr>
          <p:cNvCxnSpPr/>
          <p:nvPr/>
        </p:nvCxnSpPr>
        <p:spPr>
          <a:xfrm>
            <a:off x="831474" y="2187603"/>
            <a:ext cx="0" cy="381000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46">
            <a:extLst>
              <a:ext uri="{FF2B5EF4-FFF2-40B4-BE49-F238E27FC236}">
                <a16:creationId xmlns:a16="http://schemas.microsoft.com/office/drawing/2014/main" id="{F0293F4D-BED0-464C-94AF-66657377F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767" y="4344078"/>
            <a:ext cx="620712" cy="369888"/>
          </a:xfrm>
          <a:prstGeom prst="rect">
            <a:avLst/>
          </a:prstGeom>
          <a:solidFill>
            <a:srgbClr val="FFFFF0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22455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24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نوبت‌بندی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/>
              <p:nvPr/>
            </p:nvSpPr>
            <p:spPr>
              <a:xfrm>
                <a:off x="-12790" y="1283949"/>
                <a:ext cx="11992387" cy="493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پروتکل‌های نوبت‌بندی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Schedule-based Protocols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</a:t>
                </a:r>
              </a:p>
              <a:p>
                <a:pPr marL="540000" lvl="1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پروتکل‌های 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MAC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مبتنی بر تقسیم کانال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Channel Partitioning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):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در بارهای بالا، کانال را به‌صورت کارآمد و عادلانه میان گره‌ها تقسیم می‌کنند، اما در بارهای پایین، کارایی پایینی دارند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تأخیر در دسترسی به کانال حتی اگر تنها یک گره فعال باشد،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فقط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a-IR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</m:ctrlPr>
                      </m:fPr>
                      <m:num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  <m:t>𝟏</m:t>
                        </m:r>
                      </m:num>
                      <m:den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IRANSans(FaNum)" panose="02040503050201020203" pitchFamily="18" charset="-78"/>
                          </a:rPr>
                          <m:t>𝑵</m:t>
                        </m:r>
                      </m:den>
                    </m:f>
                  </m:oMath>
                </a14:m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از پهنای باند به آن اختصاص می‌یابد!</a:t>
                </a:r>
              </a:p>
              <a:p>
                <a:pPr marL="540000" lvl="1" indent="-180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پروتکل‌های 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MAC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با دسترسی تصادفی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Random Access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):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در بارهای پایین، بسیار کارآمد هستند؛ زیرا یک گره می‌تواند به‌تنهایی از کل کانال استفاده کند.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اما در بارهای بالا، با مشکل تصادم‌های زیاد و سربار ناشی از آن‌ها مواجه می‌شوند.</a:t>
                </a:r>
              </a:p>
              <a:p>
                <a:pPr marL="540000" lvl="1" indent="-180000" algn="just" rtl="1">
                  <a:lnSpc>
                    <a:spcPct val="125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پروتکل‌های نوبت‌بندی (</a:t>
                </a:r>
                <a:r>
                  <a:rPr lang="en-US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Schedule-based</a:t>
                </a:r>
                <a:r>
                  <a:rPr lang="fa-IR" b="1" dirty="0">
                    <a:solidFill>
                      <a:srgbClr val="0000FF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):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هدف این دسته از پروتکل‌ها، ترکیب مزایای هر دو روش بالا است.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کارایی بالا در بارهای سبک تقسیم منصفانه و منظم در بارهای سنگین</a:t>
                </a:r>
              </a:p>
              <a:p>
                <a:pPr marL="997200" lvl="2" indent="-180000" algn="just" rtl="1">
                  <a:lnSpc>
                    <a:spcPct val="125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انواع پروتکل‌های نوبت‌بندی: </a:t>
                </a: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Polling</a:t>
                </a: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، </a:t>
                </a: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Token-passing</a:t>
                </a: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، </a:t>
                </a:r>
                <a:r>
                  <a:rPr lang="en-US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Reservation</a:t>
                </a:r>
                <a:r>
                  <a:rPr lang="fa-IR" sz="1600" b="1" dirty="0">
                    <a:solidFill>
                      <a:srgbClr val="C00000"/>
                    </a:solidFill>
                    <a:latin typeface="IRANSans(FaNum)" panose="02040503050201020203" pitchFamily="18" charset="-78"/>
                    <a:cs typeface="IRANSans(FaNum)" panose="02040503050201020203" pitchFamily="18" charset="-78"/>
                  </a:rPr>
                  <a:t> و ...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790741-9267-C8B8-CCDD-DE363BFA8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90" y="1283949"/>
                <a:ext cx="11992387" cy="4939814"/>
              </a:xfrm>
              <a:prstGeom prst="rect">
                <a:avLst/>
              </a:prstGeom>
              <a:blipFill>
                <a:blip r:embed="rId4"/>
                <a:stretch>
                  <a:fillRect r="-407" b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74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25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نوبت‌بندی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4757057" y="1283949"/>
            <a:ext cx="722254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پروتکل‌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سرکشی (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Polling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گره اصلی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Master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سایر گره‌ها را برای ارسال داده‌ها به‌صورت نوبتی دعوت می‌کند.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این روش معمولاً در سیستم‌هایی با دستگاه‌های ساده و کم‌قدرت (اصطلاحاً "گنگ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dumb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)") به کار می‌رود.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چالش‌ها و نگرانی‌ها: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سربار مدیریتی ناشی از فرآیند تعیین نوبت (سرکشی‌کردن)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افزایش تأخیر در دسترسی به کانال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وجود نقطه شکست واحد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Single Point of Failure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در صورت از کار افتادن گره اصلی</a:t>
            </a:r>
          </a:p>
        </p:txBody>
      </p:sp>
      <p:grpSp>
        <p:nvGrpSpPr>
          <p:cNvPr id="8" name="Group 55">
            <a:extLst>
              <a:ext uri="{FF2B5EF4-FFF2-40B4-BE49-F238E27FC236}">
                <a16:creationId xmlns:a16="http://schemas.microsoft.com/office/drawing/2014/main" id="{83F42424-EB01-AD57-AFF2-B5B4A059C29C}"/>
              </a:ext>
            </a:extLst>
          </p:cNvPr>
          <p:cNvGrpSpPr>
            <a:grpSpLocks/>
          </p:cNvGrpSpPr>
          <p:nvPr/>
        </p:nvGrpSpPr>
        <p:grpSpPr bwMode="auto">
          <a:xfrm>
            <a:off x="474898" y="4269410"/>
            <a:ext cx="781050" cy="681037"/>
            <a:chOff x="-44" y="1473"/>
            <a:chExt cx="981" cy="1105"/>
          </a:xfrm>
        </p:grpSpPr>
        <p:pic>
          <p:nvPicPr>
            <p:cNvPr id="9" name="Picture 56" descr="desktop_computer_stylized_medium">
              <a:extLst>
                <a:ext uri="{FF2B5EF4-FFF2-40B4-BE49-F238E27FC236}">
                  <a16:creationId xmlns:a16="http://schemas.microsoft.com/office/drawing/2014/main" id="{03E09104-1EA1-9DB6-0DAD-3D97617CD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57">
              <a:extLst>
                <a:ext uri="{FF2B5EF4-FFF2-40B4-BE49-F238E27FC236}">
                  <a16:creationId xmlns:a16="http://schemas.microsoft.com/office/drawing/2014/main" id="{237429F4-BBA5-A2C0-6D7F-BED8AC0AD9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" name="Group 58">
            <a:extLst>
              <a:ext uri="{FF2B5EF4-FFF2-40B4-BE49-F238E27FC236}">
                <a16:creationId xmlns:a16="http://schemas.microsoft.com/office/drawing/2014/main" id="{C1626D94-2C16-6782-A166-349162EB1E7F}"/>
              </a:ext>
            </a:extLst>
          </p:cNvPr>
          <p:cNvGrpSpPr>
            <a:grpSpLocks/>
          </p:cNvGrpSpPr>
          <p:nvPr/>
        </p:nvGrpSpPr>
        <p:grpSpPr bwMode="auto">
          <a:xfrm>
            <a:off x="766998" y="3664572"/>
            <a:ext cx="781050" cy="681038"/>
            <a:chOff x="-44" y="1473"/>
            <a:chExt cx="981" cy="1105"/>
          </a:xfrm>
        </p:grpSpPr>
        <p:pic>
          <p:nvPicPr>
            <p:cNvPr id="14" name="Picture 59" descr="desktop_computer_stylized_medium">
              <a:extLst>
                <a:ext uri="{FF2B5EF4-FFF2-40B4-BE49-F238E27FC236}">
                  <a16:creationId xmlns:a16="http://schemas.microsoft.com/office/drawing/2014/main" id="{BD404E5E-8E01-0EC3-7B63-C382F1BD5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Freeform 60">
              <a:extLst>
                <a:ext uri="{FF2B5EF4-FFF2-40B4-BE49-F238E27FC236}">
                  <a16:creationId xmlns:a16="http://schemas.microsoft.com/office/drawing/2014/main" id="{1B3A474D-D432-FFCD-03CE-9E6D419CD2B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" name="Group 61">
            <a:extLst>
              <a:ext uri="{FF2B5EF4-FFF2-40B4-BE49-F238E27FC236}">
                <a16:creationId xmlns:a16="http://schemas.microsoft.com/office/drawing/2014/main" id="{CE440230-088E-EBF1-0B45-02DAB529F495}"/>
              </a:ext>
            </a:extLst>
          </p:cNvPr>
          <p:cNvGrpSpPr>
            <a:grpSpLocks/>
          </p:cNvGrpSpPr>
          <p:nvPr/>
        </p:nvGrpSpPr>
        <p:grpSpPr bwMode="auto">
          <a:xfrm>
            <a:off x="1047985" y="3050210"/>
            <a:ext cx="781050" cy="681037"/>
            <a:chOff x="-44" y="1473"/>
            <a:chExt cx="981" cy="1105"/>
          </a:xfrm>
        </p:grpSpPr>
        <p:pic>
          <p:nvPicPr>
            <p:cNvPr id="17" name="Picture 62" descr="desktop_computer_stylized_medium">
              <a:extLst>
                <a:ext uri="{FF2B5EF4-FFF2-40B4-BE49-F238E27FC236}">
                  <a16:creationId xmlns:a16="http://schemas.microsoft.com/office/drawing/2014/main" id="{639A47BE-5CA1-3033-BDB0-DDF38A347F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F85B0D16-9B4F-8269-6DCC-79CEB26CBF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" name="Group 64">
            <a:extLst>
              <a:ext uri="{FF2B5EF4-FFF2-40B4-BE49-F238E27FC236}">
                <a16:creationId xmlns:a16="http://schemas.microsoft.com/office/drawing/2014/main" id="{A0AA6982-20E4-113D-5546-2DF5CF01B8EB}"/>
              </a:ext>
            </a:extLst>
          </p:cNvPr>
          <p:cNvGrpSpPr>
            <a:grpSpLocks/>
          </p:cNvGrpSpPr>
          <p:nvPr/>
        </p:nvGrpSpPr>
        <p:grpSpPr bwMode="auto">
          <a:xfrm>
            <a:off x="1349610" y="2469185"/>
            <a:ext cx="781050" cy="681037"/>
            <a:chOff x="-44" y="1473"/>
            <a:chExt cx="981" cy="1105"/>
          </a:xfrm>
        </p:grpSpPr>
        <p:pic>
          <p:nvPicPr>
            <p:cNvPr id="20" name="Picture 65" descr="desktop_computer_stylized_medium">
              <a:extLst>
                <a:ext uri="{FF2B5EF4-FFF2-40B4-BE49-F238E27FC236}">
                  <a16:creationId xmlns:a16="http://schemas.microsoft.com/office/drawing/2014/main" id="{ED34C769-7C63-FF89-9CED-D8FEC704D7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Freeform 66">
              <a:extLst>
                <a:ext uri="{FF2B5EF4-FFF2-40B4-BE49-F238E27FC236}">
                  <a16:creationId xmlns:a16="http://schemas.microsoft.com/office/drawing/2014/main" id="{F468ECCB-7011-FA7A-C79C-89B7AE0850F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" name="Group 67">
            <a:extLst>
              <a:ext uri="{FF2B5EF4-FFF2-40B4-BE49-F238E27FC236}">
                <a16:creationId xmlns:a16="http://schemas.microsoft.com/office/drawing/2014/main" id="{4062E06B-C053-01A6-3D9E-4A5ED136C1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336884" y="2715247"/>
            <a:ext cx="781050" cy="681038"/>
            <a:chOff x="-44" y="1473"/>
            <a:chExt cx="981" cy="1105"/>
          </a:xfrm>
        </p:grpSpPr>
        <p:pic>
          <p:nvPicPr>
            <p:cNvPr id="23" name="Picture 68" descr="desktop_computer_stylized_medium">
              <a:extLst>
                <a:ext uri="{FF2B5EF4-FFF2-40B4-BE49-F238E27FC236}">
                  <a16:creationId xmlns:a16="http://schemas.microsoft.com/office/drawing/2014/main" id="{8E4A8571-A59A-9DD3-C7EE-F3995DAD4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69">
              <a:extLst>
                <a:ext uri="{FF2B5EF4-FFF2-40B4-BE49-F238E27FC236}">
                  <a16:creationId xmlns:a16="http://schemas.microsoft.com/office/drawing/2014/main" id="{7C630C7C-38E3-8B32-B182-65973632B7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5" name="Line 25">
            <a:extLst>
              <a:ext uri="{FF2B5EF4-FFF2-40B4-BE49-F238E27FC236}">
                <a16:creationId xmlns:a16="http://schemas.microsoft.com/office/drawing/2014/main" id="{5E4A50FE-35E4-BA5C-0583-1E91BCFBF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660" y="2883522"/>
            <a:ext cx="25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Text Box 40">
            <a:extLst>
              <a:ext uri="{FF2B5EF4-FFF2-40B4-BE49-F238E27FC236}">
                <a16:creationId xmlns:a16="http://schemas.microsoft.com/office/drawing/2014/main" id="{1250CC9B-42EA-9646-6BA3-44A122FC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5433" y="3337547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i="0" dirty="0">
                <a:solidFill>
                  <a:srgbClr val="000000"/>
                </a:solidFill>
                <a:latin typeface="Arial" charset="0"/>
              </a:rPr>
              <a:t>master</a:t>
            </a:r>
          </a:p>
        </p:txBody>
      </p:sp>
      <p:sp>
        <p:nvSpPr>
          <p:cNvPr id="27" name="Text Box 41">
            <a:extLst>
              <a:ext uri="{FF2B5EF4-FFF2-40B4-BE49-F238E27FC236}">
                <a16:creationId xmlns:a16="http://schemas.microsoft.com/office/drawing/2014/main" id="{8646D569-DBA9-6084-F3A3-EA73FAD5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85" y="4923460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i="0" dirty="0">
                <a:solidFill>
                  <a:srgbClr val="000000"/>
                </a:solidFill>
                <a:latin typeface="Arial" charset="0"/>
              </a:rPr>
              <a:t>slaves</a:t>
            </a:r>
          </a:p>
        </p:txBody>
      </p:sp>
      <p:grpSp>
        <p:nvGrpSpPr>
          <p:cNvPr id="28" name="Group 44">
            <a:extLst>
              <a:ext uri="{FF2B5EF4-FFF2-40B4-BE49-F238E27FC236}">
                <a16:creationId xmlns:a16="http://schemas.microsoft.com/office/drawing/2014/main" id="{925054AB-CB59-AF14-414A-6C30E2EF49A1}"/>
              </a:ext>
            </a:extLst>
          </p:cNvPr>
          <p:cNvGrpSpPr>
            <a:grpSpLocks/>
          </p:cNvGrpSpPr>
          <p:nvPr/>
        </p:nvGrpSpPr>
        <p:grpSpPr bwMode="auto">
          <a:xfrm>
            <a:off x="2899010" y="2751760"/>
            <a:ext cx="560388" cy="336550"/>
            <a:chOff x="4212" y="2864"/>
            <a:chExt cx="353" cy="212"/>
          </a:xfrm>
        </p:grpSpPr>
        <p:sp>
          <p:nvSpPr>
            <p:cNvPr id="29" name="Rectangle 42">
              <a:extLst>
                <a:ext uri="{FF2B5EF4-FFF2-40B4-BE49-F238E27FC236}">
                  <a16:creationId xmlns:a16="http://schemas.microsoft.com/office/drawing/2014/main" id="{2185824E-B980-422D-756A-7BB6D2519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Text Box 43">
              <a:extLst>
                <a:ext uri="{FF2B5EF4-FFF2-40B4-BE49-F238E27FC236}">
                  <a16:creationId xmlns:a16="http://schemas.microsoft.com/office/drawing/2014/main" id="{7294BCB0-184E-925B-EEF2-0AA731CA5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poll</a:t>
              </a:r>
            </a:p>
          </p:txBody>
        </p:sp>
      </p:grpSp>
      <p:grpSp>
        <p:nvGrpSpPr>
          <p:cNvPr id="31" name="Group 48">
            <a:extLst>
              <a:ext uri="{FF2B5EF4-FFF2-40B4-BE49-F238E27FC236}">
                <a16:creationId xmlns:a16="http://schemas.microsoft.com/office/drawing/2014/main" id="{F7E2608C-C064-7A30-A012-0E79424174AE}"/>
              </a:ext>
            </a:extLst>
          </p:cNvPr>
          <p:cNvGrpSpPr>
            <a:grpSpLocks/>
          </p:cNvGrpSpPr>
          <p:nvPr/>
        </p:nvGrpSpPr>
        <p:grpSpPr bwMode="auto">
          <a:xfrm>
            <a:off x="947973" y="3674097"/>
            <a:ext cx="595312" cy="336550"/>
            <a:chOff x="4415" y="2364"/>
            <a:chExt cx="375" cy="212"/>
          </a:xfrm>
        </p:grpSpPr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5D6A8ED0-3345-7402-F50E-D1CDA4248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" name="Text Box 47">
              <a:extLst>
                <a:ext uri="{FF2B5EF4-FFF2-40B4-BE49-F238E27FC236}">
                  <a16:creationId xmlns:a16="http://schemas.microsoft.com/office/drawing/2014/main" id="{5292F108-470F-7D55-62A4-3A59CE6D8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</p:txBody>
        </p:sp>
      </p:grpSp>
      <p:grpSp>
        <p:nvGrpSpPr>
          <p:cNvPr id="34" name="Group 49">
            <a:extLst>
              <a:ext uri="{FF2B5EF4-FFF2-40B4-BE49-F238E27FC236}">
                <a16:creationId xmlns:a16="http://schemas.microsoft.com/office/drawing/2014/main" id="{A183162D-3023-1C50-F3CC-42E111C37FB5}"/>
              </a:ext>
            </a:extLst>
          </p:cNvPr>
          <p:cNvGrpSpPr>
            <a:grpSpLocks/>
          </p:cNvGrpSpPr>
          <p:nvPr/>
        </p:nvGrpSpPr>
        <p:grpSpPr bwMode="auto">
          <a:xfrm>
            <a:off x="1454385" y="2556497"/>
            <a:ext cx="595313" cy="336550"/>
            <a:chOff x="4415" y="2364"/>
            <a:chExt cx="375" cy="212"/>
          </a:xfrm>
        </p:grpSpPr>
        <p:sp>
          <p:nvSpPr>
            <p:cNvPr id="35" name="Rectangle 50">
              <a:extLst>
                <a:ext uri="{FF2B5EF4-FFF2-40B4-BE49-F238E27FC236}">
                  <a16:creationId xmlns:a16="http://schemas.microsoft.com/office/drawing/2014/main" id="{FC1DE487-E007-FEF4-D193-4D5BD5E4D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" name="Text Box 51">
              <a:extLst>
                <a:ext uri="{FF2B5EF4-FFF2-40B4-BE49-F238E27FC236}">
                  <a16:creationId xmlns:a16="http://schemas.microsoft.com/office/drawing/2014/main" id="{3DABA400-BF46-6915-55AE-FB332D6C5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1167F-9D16-92DD-BC94-6635AC06C499}"/>
              </a:ext>
            </a:extLst>
          </p:cNvPr>
          <p:cNvCxnSpPr>
            <a:cxnSpLocks/>
          </p:cNvCxnSpPr>
          <p:nvPr/>
        </p:nvCxnSpPr>
        <p:spPr>
          <a:xfrm>
            <a:off x="2098153" y="3210380"/>
            <a:ext cx="12933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2D3A2D-ED4D-FA0D-69B8-B6791B7DFC58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1990343" y="2883523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92793C-5762-80B6-18EB-E18DC973447B}"/>
              </a:ext>
            </a:extLst>
          </p:cNvPr>
          <p:cNvCxnSpPr>
            <a:cxnSpLocks/>
          </p:cNvCxnSpPr>
          <p:nvPr/>
        </p:nvCxnSpPr>
        <p:spPr>
          <a:xfrm flipV="1">
            <a:off x="1406175" y="2880866"/>
            <a:ext cx="848497" cy="17752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F65E750-7EA6-41D7-8FF6-4B176C4009E7}"/>
              </a:ext>
            </a:extLst>
          </p:cNvPr>
          <p:cNvCxnSpPr>
            <a:cxnSpLocks/>
          </p:cNvCxnSpPr>
          <p:nvPr/>
        </p:nvCxnSpPr>
        <p:spPr>
          <a:xfrm flipV="1">
            <a:off x="1702019" y="3447815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449A8B0-E2A3-DA74-1509-20CDBD2C13F1}"/>
              </a:ext>
            </a:extLst>
          </p:cNvPr>
          <p:cNvCxnSpPr>
            <a:cxnSpLocks/>
          </p:cNvCxnSpPr>
          <p:nvPr/>
        </p:nvCxnSpPr>
        <p:spPr>
          <a:xfrm flipV="1">
            <a:off x="1421932" y="4069772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680D162-2E70-F806-0320-FD9E3FEB532C}"/>
              </a:ext>
            </a:extLst>
          </p:cNvPr>
          <p:cNvCxnSpPr>
            <a:cxnSpLocks/>
          </p:cNvCxnSpPr>
          <p:nvPr/>
        </p:nvCxnSpPr>
        <p:spPr>
          <a:xfrm flipV="1">
            <a:off x="1145965" y="4654659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49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07 L -0.09193 0.0007 L -0.07813 -0.03425 L -0.15196 -0.03425 " pathEditMode="relative" rAng="0" ptsTypes="AAAA">
                                      <p:cBhvr>
                                        <p:cTn id="1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-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22222E-6 L 0.0612 -2.22222E-6 C 0.0582 0.00996 0.05521 0.02014 0.05234 0.03009 C 0.08268 0.0294 0.12057 0.03148 0.15117 0.03102 " pathEditMode="relative" rAng="0" ptsTypes="AAAA">
                                      <p:cBhvr>
                                        <p:cTn id="2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2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11 0.00116 L -0.05352 0.0007 L -0.08985 0.14306 L -0.15339 0.14306 " pathEditMode="relative" rAng="0" ptsTypes="AAAA">
                                      <p:cBhvr>
                                        <p:cTn id="3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81481E-6 L 0.06706 -0.00186 L 0.10157 -0.1338 C 0.13295 -0.13426 0.17982 -0.13311 0.21133 -0.13357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-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26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نوبت‌بندی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4644799" y="1283949"/>
            <a:ext cx="7334798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پروتکل‌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ردکردن مجوز  (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Token Passing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توکن (مجوز ارسال) به‌صورت متوالی از یک گره به گره بعدی منتقل می‌شود.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تنها گره‌ای که توکن را در اختیار دارد، مجاز به ارسال داده است.</a:t>
            </a: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چالش‌ها و نگرانی‌ها: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سربار مدیریتی ناشی از گردش توکن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تأخیر در دسترسی به کانال به‌دلیل انتظار برای دریافت توکن</a:t>
            </a:r>
          </a:p>
          <a:p>
            <a:pPr marL="997200" lvl="2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نقطه شکست واحد در صورت گم شدن یا آسیب‌دیدن توکن</a:t>
            </a:r>
          </a:p>
        </p:txBody>
      </p:sp>
      <p:grpSp>
        <p:nvGrpSpPr>
          <p:cNvPr id="8" name="Group 21">
            <a:extLst>
              <a:ext uri="{FF2B5EF4-FFF2-40B4-BE49-F238E27FC236}">
                <a16:creationId xmlns:a16="http://schemas.microsoft.com/office/drawing/2014/main" id="{2466287A-F2CF-F5EC-83E2-CE9A583581AA}"/>
              </a:ext>
            </a:extLst>
          </p:cNvPr>
          <p:cNvGrpSpPr>
            <a:grpSpLocks/>
          </p:cNvGrpSpPr>
          <p:nvPr/>
        </p:nvGrpSpPr>
        <p:grpSpPr bwMode="auto">
          <a:xfrm>
            <a:off x="3209018" y="3477803"/>
            <a:ext cx="781050" cy="681038"/>
            <a:chOff x="-44" y="1473"/>
            <a:chExt cx="981" cy="1105"/>
          </a:xfrm>
        </p:grpSpPr>
        <p:pic>
          <p:nvPicPr>
            <p:cNvPr id="9" name="Picture 22" descr="desktop_computer_stylized_medium">
              <a:extLst>
                <a:ext uri="{FF2B5EF4-FFF2-40B4-BE49-F238E27FC236}">
                  <a16:creationId xmlns:a16="http://schemas.microsoft.com/office/drawing/2014/main" id="{DF29CBD9-D775-6B08-3E1B-54FD9DD7C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23">
              <a:extLst>
                <a:ext uri="{FF2B5EF4-FFF2-40B4-BE49-F238E27FC236}">
                  <a16:creationId xmlns:a16="http://schemas.microsoft.com/office/drawing/2014/main" id="{ED3D2973-64F7-B669-158B-970FE2C2F5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grpSp>
        <p:nvGrpSpPr>
          <p:cNvPr id="13" name="Group 24">
            <a:extLst>
              <a:ext uri="{FF2B5EF4-FFF2-40B4-BE49-F238E27FC236}">
                <a16:creationId xmlns:a16="http://schemas.microsoft.com/office/drawing/2014/main" id="{076DA9A9-59A2-57E2-75AB-E521FAD11E6C}"/>
              </a:ext>
            </a:extLst>
          </p:cNvPr>
          <p:cNvGrpSpPr>
            <a:grpSpLocks/>
          </p:cNvGrpSpPr>
          <p:nvPr/>
        </p:nvGrpSpPr>
        <p:grpSpPr bwMode="auto">
          <a:xfrm>
            <a:off x="494393" y="3434941"/>
            <a:ext cx="781050" cy="681037"/>
            <a:chOff x="-44" y="1473"/>
            <a:chExt cx="981" cy="1105"/>
          </a:xfrm>
        </p:grpSpPr>
        <p:pic>
          <p:nvPicPr>
            <p:cNvPr id="14" name="Picture 25" descr="desktop_computer_stylized_medium">
              <a:extLst>
                <a:ext uri="{FF2B5EF4-FFF2-40B4-BE49-F238E27FC236}">
                  <a16:creationId xmlns:a16="http://schemas.microsoft.com/office/drawing/2014/main" id="{6A2C7647-67F1-2ACD-EE57-0A96A9D14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CD78BC75-9624-D4D1-D406-7C901EAB0C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grpSp>
        <p:nvGrpSpPr>
          <p:cNvPr id="16" name="Group 27">
            <a:extLst>
              <a:ext uri="{FF2B5EF4-FFF2-40B4-BE49-F238E27FC236}">
                <a16:creationId xmlns:a16="http://schemas.microsoft.com/office/drawing/2014/main" id="{A9A9AF0F-E61A-CB9E-1877-CC99DA035D3D}"/>
              </a:ext>
            </a:extLst>
          </p:cNvPr>
          <p:cNvGrpSpPr>
            <a:grpSpLocks/>
          </p:cNvGrpSpPr>
          <p:nvPr/>
        </p:nvGrpSpPr>
        <p:grpSpPr bwMode="auto">
          <a:xfrm>
            <a:off x="1812018" y="1771241"/>
            <a:ext cx="781050" cy="681037"/>
            <a:chOff x="-44" y="1473"/>
            <a:chExt cx="981" cy="1105"/>
          </a:xfrm>
        </p:grpSpPr>
        <p:pic>
          <p:nvPicPr>
            <p:cNvPr id="17" name="Picture 28" descr="desktop_computer_stylized_medium">
              <a:extLst>
                <a:ext uri="{FF2B5EF4-FFF2-40B4-BE49-F238E27FC236}">
                  <a16:creationId xmlns:a16="http://schemas.microsoft.com/office/drawing/2014/main" id="{D869A372-3075-198E-F7E8-037AEDA1F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29">
              <a:extLst>
                <a:ext uri="{FF2B5EF4-FFF2-40B4-BE49-F238E27FC236}">
                  <a16:creationId xmlns:a16="http://schemas.microsoft.com/office/drawing/2014/main" id="{30CD28EB-58E1-F4C7-6EFB-DFD7FB7E128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grpSp>
        <p:nvGrpSpPr>
          <p:cNvPr id="19" name="Group 30">
            <a:extLst>
              <a:ext uri="{FF2B5EF4-FFF2-40B4-BE49-F238E27FC236}">
                <a16:creationId xmlns:a16="http://schemas.microsoft.com/office/drawing/2014/main" id="{B741F5F9-C4DA-6EC9-F6DE-9A7E64D9550B}"/>
              </a:ext>
            </a:extLst>
          </p:cNvPr>
          <p:cNvGrpSpPr>
            <a:grpSpLocks/>
          </p:cNvGrpSpPr>
          <p:nvPr/>
        </p:nvGrpSpPr>
        <p:grpSpPr bwMode="auto">
          <a:xfrm>
            <a:off x="1865993" y="5219291"/>
            <a:ext cx="781050" cy="681037"/>
            <a:chOff x="-44" y="1473"/>
            <a:chExt cx="981" cy="1105"/>
          </a:xfrm>
        </p:grpSpPr>
        <p:pic>
          <p:nvPicPr>
            <p:cNvPr id="20" name="Picture 31" descr="desktop_computer_stylized_medium">
              <a:extLst>
                <a:ext uri="{FF2B5EF4-FFF2-40B4-BE49-F238E27FC236}">
                  <a16:creationId xmlns:a16="http://schemas.microsoft.com/office/drawing/2014/main" id="{A6166B6D-37FA-B14C-84D3-C66270D79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id="{6C1CC188-8D96-5896-1FA5-BF3A85DBC28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22" name="Oval 8">
            <a:extLst>
              <a:ext uri="{FF2B5EF4-FFF2-40B4-BE49-F238E27FC236}">
                <a16:creationId xmlns:a16="http://schemas.microsoft.com/office/drawing/2014/main" id="{5619C4DB-FA3F-0AA6-5CD2-84C72BFF6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0531" y="2428466"/>
            <a:ext cx="2046287" cy="277812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CE7D0D2-DA5E-B490-844F-28D8A10E1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081" y="1536291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ＭＳ Ｐゴシック" charset="0"/>
              </a:rPr>
              <a:t>T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C3B13B00-8280-065B-9A19-54DDD0EEC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493" y="5819366"/>
            <a:ext cx="811213" cy="32067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ＭＳ Ｐゴシック" charset="0"/>
              </a:rPr>
              <a:t>data</a:t>
            </a:r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4438326B-2662-2F77-91D5-2B7B3A7D7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56" y="2890428"/>
            <a:ext cx="9092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000000"/>
                </a:solidFill>
                <a:latin typeface="+mn-lt"/>
              </a:rPr>
              <a:t>(nothing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000000"/>
                </a:solidFill>
                <a:latin typeface="+mn-lt"/>
              </a:rPr>
              <a:t>to send)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654FC6C-D326-3385-3129-A694B42CD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43" y="3554003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ＭＳ Ｐゴシック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1673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3658 C 0.00691 0.06436 0.00118 0.09283 0.00144 0.1051 C 0.00157 0.11736 0.00665 0.10695 0.00013 0.10996 C -0.00625 0.11297 -0.02356 0.11274 -0.03737 0.12338 C -0.05104 0.13403 -0.06953 0.14445 -0.08229 0.17338 C -0.09518 0.20232 -0.10325 0.27848 -0.11471 0.29676 C -0.12617 0.31505 -0.14335 0.28611 -0.15104 0.28334 " pathEditMode="relative" rAng="0" ptsTypes="AAAAAAA">
                                      <p:cBhvr>
                                        <p:cTn id="1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79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C 0.01354 -0.0044 0.02708 -0.0088 0.03502 0.00671 C 0.04309 0.02222 0.04231 0.06875 0.04752 0.09328 C 0.05273 0.11782 0.05533 0.13402 0.06627 0.15347 C 0.07721 0.17291 0.09987 0.19861 0.11367 0.20995 C 0.1276 0.22129 0.14335 0.20926 0.15 0.22176 C 0.15664 0.23426 0.1552 0.25949 0.15377 0.28495 " pathEditMode="relative" rAng="0" ptsTypes="AAAAAAA">
                                      <p:cBhvr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47" y="1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 C 0.01315 -0.0581 0.00768 -0.09167 0.01367 -0.10926 C 0.01979 -0.12685 0.04114 -0.11273 0.05507 -0.1294 C 0.06888 -0.14606 0.0875 -0.1794 0.09752 -0.20926 C 0.10768 -0.23912 0.11367 -0.27824 0.1151 -0.30926 C 0.11653 -0.34028 0.11367 -0.36782 0.10625 -0.39606 C 0.09882 -0.4243 0.0845 -0.45949 0.06992 -0.4794 C 0.05533 -0.4993 0.03138 -0.50995 0.01875 -0.51597 C 0.00612 -0.52199 0.0052 -0.51875 -0.00625 -0.51597 C -0.01771 -0.51319 -0.03698 -0.51134 -0.05 -0.4993 C -0.06302 -0.48727 -0.07605 -0.46343 -0.0849 -0.44421 C -0.09375 -0.425 -0.10013 -0.4044 -0.10365 -0.38426 C -0.10717 -0.36412 -0.1056 -0.34375 -0.10625 -0.32268 C -0.1069 -0.30162 -0.11029 -0.27801 -0.10743 -0.25764 C -0.10469 -0.23727 -0.09701 -0.21852 -0.08998 -0.20093 C -0.08282 -0.18333 -0.07552 -0.1669 -0.06498 -0.15255 C -0.0543 -0.13819 -0.03763 -0.12106 -0.02618 -0.11435 C -0.01472 -0.10764 -0.0017 -0.11805 0.00377 -0.11273 C 0.00937 -0.10741 0.00677 -0.0993 0.00742 -0.08264 C 0.0082 -0.06597 0.00781 -0.03935 0.00742 -0.01273 " pathEditMode="relative" rAng="0" ptsTypes="AAAAAAAAAAAAAAAAAAAA">
                                      <p:cBhvr>
                                        <p:cTn id="3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6" y="-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/>
      <p:bldP spid="26" grpId="0" animBg="1"/>
      <p:bldP spid="2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27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پروتکل‌های نوبت‌بندی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0741-9267-C8B8-CCDD-DE363BFA8DD7}"/>
              </a:ext>
            </a:extLst>
          </p:cNvPr>
          <p:cNvSpPr txBox="1"/>
          <p:nvPr/>
        </p:nvSpPr>
        <p:spPr>
          <a:xfrm>
            <a:off x="-12790" y="1283949"/>
            <a:ext cx="1199238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پروتکل‌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رزوراسیون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Reservation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40000" lvl="1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ارسال‌ها در قالب چرخه‌هایی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Cycles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منظم سازمان‌دهی می‌شوند.</a:t>
            </a:r>
            <a:endParaRPr lang="en-US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هر چرخه شامل دو بخش است:</a:t>
            </a:r>
            <a:endParaRPr lang="en-US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997200" lvl="2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بخش رزرو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Reservation Interval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1600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997200" lvl="2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بخش ارسال قاب (</a:t>
            </a:r>
            <a:r>
              <a:rPr lang="en-US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Frame Transmission</a:t>
            </a:r>
            <a:r>
              <a:rPr lang="fa-IR" sz="16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540000" lvl="1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بخش رزرو، برای هر ایستگاه یک شکاف زمانی کوچک در نظر گرفته می‌شود تا بتواند درخواست ارسال قاب خود را ثبت کند.</a:t>
            </a:r>
          </a:p>
          <a:p>
            <a:pPr marL="540000" lvl="1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چالش‌ها و نگرانی‌ها:</a:t>
            </a:r>
          </a:p>
          <a:p>
            <a:pPr marL="997200" lvl="2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همگام‌سازی گره‌ها در بخش رزرو</a:t>
            </a:r>
          </a:p>
          <a:p>
            <a:pPr marL="997200" lvl="2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تأخیر در دسترسی به کانال به‌دلیل انتظار برای بخش رزرو (بعدی)</a:t>
            </a:r>
          </a:p>
          <a:p>
            <a:pPr marL="997200" lvl="2" indent="-180000" algn="just" rtl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fa-IR" sz="18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سربار بخش رزرو (به ویژه در بار ترافیکی پایین)</a:t>
            </a:r>
            <a:endParaRPr lang="fa-IR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540000" lvl="1" indent="-180000" algn="just" rtl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fa-IR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8" name="Line 52">
            <a:extLst>
              <a:ext uri="{FF2B5EF4-FFF2-40B4-BE49-F238E27FC236}">
                <a16:creationId xmlns:a16="http://schemas.microsoft.com/office/drawing/2014/main" id="{549BF008-537D-176E-E46E-247B3A977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95" y="5375967"/>
            <a:ext cx="8166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9" name="Line 53">
            <a:extLst>
              <a:ext uri="{FF2B5EF4-FFF2-40B4-BE49-F238E27FC236}">
                <a16:creationId xmlns:a16="http://schemas.microsoft.com/office/drawing/2014/main" id="{E9391939-D966-12B9-7826-6CC581B4C0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357" y="3791642"/>
            <a:ext cx="0" cy="1585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11" name="Rectangle 54">
            <a:extLst>
              <a:ext uri="{FF2B5EF4-FFF2-40B4-BE49-F238E27FC236}">
                <a16:creationId xmlns:a16="http://schemas.microsoft.com/office/drawing/2014/main" id="{7770CC74-AC6F-8D73-096F-C95E330C3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457" y="5052117"/>
            <a:ext cx="458788" cy="330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3" name="Rectangle 55">
            <a:extLst>
              <a:ext uri="{FF2B5EF4-FFF2-40B4-BE49-F238E27FC236}">
                <a16:creationId xmlns:a16="http://schemas.microsoft.com/office/drawing/2014/main" id="{C447BCE9-D4CB-406F-BCF9-FF480F927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432" y="5052117"/>
            <a:ext cx="458788" cy="3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4" name="Rectangle 56">
            <a:extLst>
              <a:ext uri="{FF2B5EF4-FFF2-40B4-BE49-F238E27FC236}">
                <a16:creationId xmlns:a16="http://schemas.microsoft.com/office/drawing/2014/main" id="{C0D4F1A7-0A0C-EBF5-4B1F-AA2FCF12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407" y="5052117"/>
            <a:ext cx="458788" cy="3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91EA8335-3F73-6AAB-A6B2-65845974C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295" y="5052117"/>
            <a:ext cx="458787" cy="3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6" name="Line 58">
            <a:extLst>
              <a:ext uri="{FF2B5EF4-FFF2-40B4-BE49-F238E27FC236}">
                <a16:creationId xmlns:a16="http://schemas.microsoft.com/office/drawing/2014/main" id="{9114D745-BAFE-A21F-49E9-276EF18C5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4407" y="5699817"/>
            <a:ext cx="844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17" name="Line 59">
            <a:extLst>
              <a:ext uri="{FF2B5EF4-FFF2-40B4-BE49-F238E27FC236}">
                <a16:creationId xmlns:a16="http://schemas.microsoft.com/office/drawing/2014/main" id="{DB340C7B-BA91-B6AB-6829-277E56483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6620" y="5699817"/>
            <a:ext cx="901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46D25A6E-79F6-5405-63C0-B57BF4D8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720" y="5055292"/>
            <a:ext cx="65563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Time</a:t>
            </a:r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372F0677-85D1-A9E6-F6FA-BB736ADB8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107" y="5425180"/>
            <a:ext cx="85305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dirty="0"/>
              <a:t>Cycle </a:t>
            </a:r>
            <a:r>
              <a:rPr lang="en-US" altLang="en-US" b="1" i="1" dirty="0"/>
              <a:t>n</a:t>
            </a:r>
          </a:p>
        </p:txBody>
      </p:sp>
      <p:sp>
        <p:nvSpPr>
          <p:cNvPr id="20" name="Line 62">
            <a:extLst>
              <a:ext uri="{FF2B5EF4-FFF2-40B4-BE49-F238E27FC236}">
                <a16:creationId xmlns:a16="http://schemas.microsoft.com/office/drawing/2014/main" id="{9F2537A8-B8AC-F564-36EF-DCAFCADDD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8707" y="4418705"/>
            <a:ext cx="103188" cy="512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21" name="Rectangle 63">
            <a:extLst>
              <a:ext uri="{FF2B5EF4-FFF2-40B4-BE49-F238E27FC236}">
                <a16:creationId xmlns:a16="http://schemas.microsoft.com/office/drawing/2014/main" id="{ABCF31C0-5A50-F714-63F5-DA44B427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721" y="3789227"/>
            <a:ext cx="1315618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 dirty="0"/>
              <a:t>Reservation</a:t>
            </a:r>
          </a:p>
          <a:p>
            <a:pPr eaLnBrk="0" hangingPunct="0"/>
            <a:r>
              <a:rPr lang="en-US" altLang="en-US" b="1" dirty="0"/>
              <a:t>interval</a:t>
            </a:r>
          </a:p>
        </p:txBody>
      </p:sp>
      <p:sp>
        <p:nvSpPr>
          <p:cNvPr id="22" name="Rectangle 64">
            <a:extLst>
              <a:ext uri="{FF2B5EF4-FFF2-40B4-BE49-F238E27FC236}">
                <a16:creationId xmlns:a16="http://schemas.microsoft.com/office/drawing/2014/main" id="{6E9DBDF4-BAE3-A696-6B83-8D6C6667B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9520" y="3866403"/>
            <a:ext cx="1488935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 dirty="0"/>
              <a:t>Frame </a:t>
            </a:r>
          </a:p>
          <a:p>
            <a:pPr eaLnBrk="0" hangingPunct="0"/>
            <a:r>
              <a:rPr lang="en-US" altLang="en-US" b="1" dirty="0"/>
              <a:t>transmissions</a:t>
            </a:r>
          </a:p>
        </p:txBody>
      </p:sp>
      <p:sp>
        <p:nvSpPr>
          <p:cNvPr id="23" name="Line 65">
            <a:extLst>
              <a:ext uri="{FF2B5EF4-FFF2-40B4-BE49-F238E27FC236}">
                <a16:creationId xmlns:a16="http://schemas.microsoft.com/office/drawing/2014/main" id="{E4C66736-E3B7-999F-2C9A-2553577608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0620" y="4485380"/>
            <a:ext cx="458787" cy="396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24" name="Line 66">
            <a:extLst>
              <a:ext uri="{FF2B5EF4-FFF2-40B4-BE49-F238E27FC236}">
                <a16:creationId xmlns:a16="http://schemas.microsoft.com/office/drawing/2014/main" id="{D7F310AF-C00F-4DEB-56B8-B21FA8EAE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5670" y="4457260"/>
            <a:ext cx="622300" cy="511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25" name="Rectangle 67">
            <a:extLst>
              <a:ext uri="{FF2B5EF4-FFF2-40B4-BE49-F238E27FC236}">
                <a16:creationId xmlns:a16="http://schemas.microsoft.com/office/drawing/2014/main" id="{41C171B5-5749-F7C2-05D4-6F0884245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257" y="5004492"/>
            <a:ext cx="27411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r</a:t>
            </a:r>
          </a:p>
        </p:txBody>
      </p:sp>
      <p:sp>
        <p:nvSpPr>
          <p:cNvPr id="26" name="Rectangle 68">
            <a:extLst>
              <a:ext uri="{FF2B5EF4-FFF2-40B4-BE49-F238E27FC236}">
                <a16:creationId xmlns:a16="http://schemas.microsoft.com/office/drawing/2014/main" id="{02701E24-71A9-57A7-257E-D9A5DBC1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232" y="5004492"/>
            <a:ext cx="3206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d</a:t>
            </a:r>
          </a:p>
        </p:txBody>
      </p:sp>
      <p:sp>
        <p:nvSpPr>
          <p:cNvPr id="27" name="Rectangle 69">
            <a:extLst>
              <a:ext uri="{FF2B5EF4-FFF2-40B4-BE49-F238E27FC236}">
                <a16:creationId xmlns:a16="http://schemas.microsoft.com/office/drawing/2014/main" id="{7319BFB4-3E26-4340-1A8D-FA5543BCB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920" y="5017192"/>
            <a:ext cx="3206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d</a:t>
            </a:r>
          </a:p>
        </p:txBody>
      </p:sp>
      <p:sp>
        <p:nvSpPr>
          <p:cNvPr id="28" name="Rectangle 70">
            <a:extLst>
              <a:ext uri="{FF2B5EF4-FFF2-40B4-BE49-F238E27FC236}">
                <a16:creationId xmlns:a16="http://schemas.microsoft.com/office/drawing/2014/main" id="{2AB477CC-6E55-A0D5-5AAD-BA8687074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0807" y="5004492"/>
            <a:ext cx="3206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d</a:t>
            </a:r>
          </a:p>
        </p:txBody>
      </p:sp>
      <p:sp>
        <p:nvSpPr>
          <p:cNvPr id="29" name="Rectangle 71">
            <a:extLst>
              <a:ext uri="{FF2B5EF4-FFF2-40B4-BE49-F238E27FC236}">
                <a16:creationId xmlns:a16="http://schemas.microsoft.com/office/drawing/2014/main" id="{B5CB0066-A8E7-9636-4323-2D8B1D94A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432" y="5052117"/>
            <a:ext cx="458788" cy="330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30" name="Rectangle 72">
            <a:extLst>
              <a:ext uri="{FF2B5EF4-FFF2-40B4-BE49-F238E27FC236}">
                <a16:creationId xmlns:a16="http://schemas.microsoft.com/office/drawing/2014/main" id="{3BCB1C48-FA63-4047-5FB3-43E1BF01D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407" y="5052117"/>
            <a:ext cx="458788" cy="3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31" name="Rectangle 73">
            <a:extLst>
              <a:ext uri="{FF2B5EF4-FFF2-40B4-BE49-F238E27FC236}">
                <a16:creationId xmlns:a16="http://schemas.microsoft.com/office/drawing/2014/main" id="{C2094A95-3558-C32E-CB2C-9B3F7E16B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70" y="5052117"/>
            <a:ext cx="457200" cy="3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32" name="Rectangle 74">
            <a:extLst>
              <a:ext uri="{FF2B5EF4-FFF2-40B4-BE49-F238E27FC236}">
                <a16:creationId xmlns:a16="http://schemas.microsoft.com/office/drawing/2014/main" id="{41D8EF2A-57DE-D0C0-5166-527970EF1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5857" y="5052117"/>
            <a:ext cx="457200" cy="3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33" name="Line 75">
            <a:extLst>
              <a:ext uri="{FF2B5EF4-FFF2-40B4-BE49-F238E27FC236}">
                <a16:creationId xmlns:a16="http://schemas.microsoft.com/office/drawing/2014/main" id="{60E4DD96-C377-E1C2-DA96-6E512D185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970" y="5699817"/>
            <a:ext cx="8429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34" name="Line 76">
            <a:extLst>
              <a:ext uri="{FF2B5EF4-FFF2-40B4-BE49-F238E27FC236}">
                <a16:creationId xmlns:a16="http://schemas.microsoft.com/office/drawing/2014/main" id="{069C72E7-B058-CA6D-D74E-BC5EE78A18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66595" y="5699817"/>
            <a:ext cx="901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b="1"/>
          </a:p>
        </p:txBody>
      </p:sp>
      <p:sp>
        <p:nvSpPr>
          <p:cNvPr id="35" name="Rectangle 77">
            <a:extLst>
              <a:ext uri="{FF2B5EF4-FFF2-40B4-BE49-F238E27FC236}">
                <a16:creationId xmlns:a16="http://schemas.microsoft.com/office/drawing/2014/main" id="{DE1ABC62-26F8-6F40-953B-241AE431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7232" y="5004492"/>
            <a:ext cx="27411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r</a:t>
            </a:r>
          </a:p>
        </p:txBody>
      </p:sp>
      <p:sp>
        <p:nvSpPr>
          <p:cNvPr id="36" name="Rectangle 78">
            <a:extLst>
              <a:ext uri="{FF2B5EF4-FFF2-40B4-BE49-F238E27FC236}">
                <a16:creationId xmlns:a16="http://schemas.microsoft.com/office/drawing/2014/main" id="{9F745ED6-E83B-72B8-200F-2466A16BA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9207" y="5004492"/>
            <a:ext cx="3206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d</a:t>
            </a:r>
          </a:p>
        </p:txBody>
      </p:sp>
      <p:sp>
        <p:nvSpPr>
          <p:cNvPr id="37" name="Rectangle 79">
            <a:extLst>
              <a:ext uri="{FF2B5EF4-FFF2-40B4-BE49-F238E27FC236}">
                <a16:creationId xmlns:a16="http://schemas.microsoft.com/office/drawing/2014/main" id="{3163D1B7-8466-FDE1-B918-042DDFD27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895" y="5004492"/>
            <a:ext cx="3206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d</a:t>
            </a:r>
          </a:p>
        </p:txBody>
      </p:sp>
      <p:sp>
        <p:nvSpPr>
          <p:cNvPr id="38" name="Rectangle 80">
            <a:extLst>
              <a:ext uri="{FF2B5EF4-FFF2-40B4-BE49-F238E27FC236}">
                <a16:creationId xmlns:a16="http://schemas.microsoft.com/office/drawing/2014/main" id="{0A09E670-70EA-3B4A-08A7-6B44B5C0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0782" y="4993380"/>
            <a:ext cx="3206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d</a:t>
            </a:r>
          </a:p>
        </p:txBody>
      </p:sp>
      <p:sp>
        <p:nvSpPr>
          <p:cNvPr id="39" name="Rectangle 81">
            <a:extLst>
              <a:ext uri="{FF2B5EF4-FFF2-40B4-BE49-F238E27FC236}">
                <a16:creationId xmlns:a16="http://schemas.microsoft.com/office/drawing/2014/main" id="{2BEE4406-0DDC-D480-6379-A18DE0D34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645" y="5456930"/>
            <a:ext cx="133555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Cycle (</a:t>
            </a:r>
            <a:r>
              <a:rPr lang="en-US" altLang="en-US" b="1" i="1"/>
              <a:t>n </a:t>
            </a:r>
            <a:r>
              <a:rPr lang="en-US" altLang="en-US" b="1"/>
              <a:t>+ 1)</a:t>
            </a:r>
          </a:p>
        </p:txBody>
      </p:sp>
      <p:sp>
        <p:nvSpPr>
          <p:cNvPr id="40" name="Rectangle 82">
            <a:extLst>
              <a:ext uri="{FF2B5EF4-FFF2-40B4-BE49-F238E27FC236}">
                <a16:creationId xmlns:a16="http://schemas.microsoft.com/office/drawing/2014/main" id="{5041BB9A-FB4C-8CD8-EC17-B8E7F3D85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245" y="6045887"/>
            <a:ext cx="458787" cy="330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/>
          </a:p>
        </p:txBody>
      </p:sp>
      <p:sp>
        <p:nvSpPr>
          <p:cNvPr id="41" name="Rectangle 83">
            <a:extLst>
              <a:ext uri="{FF2B5EF4-FFF2-40B4-BE49-F238E27FC236}">
                <a16:creationId xmlns:a16="http://schemas.microsoft.com/office/drawing/2014/main" id="{BF7E3AEE-B79F-E2AE-2597-79A812A0B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432" y="6012775"/>
            <a:ext cx="27411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 dirty="0"/>
              <a:t>r</a:t>
            </a:r>
          </a:p>
        </p:txBody>
      </p:sp>
      <p:sp>
        <p:nvSpPr>
          <p:cNvPr id="42" name="Rectangle 84">
            <a:extLst>
              <a:ext uri="{FF2B5EF4-FFF2-40B4-BE49-F238E27FC236}">
                <a16:creationId xmlns:a16="http://schemas.microsoft.com/office/drawing/2014/main" id="{B0854D86-D78A-B806-F020-CD84B7373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926" y="6004612"/>
            <a:ext cx="31098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=</a:t>
            </a:r>
          </a:p>
        </p:txBody>
      </p:sp>
      <p:grpSp>
        <p:nvGrpSpPr>
          <p:cNvPr id="43" name="Group 98">
            <a:extLst>
              <a:ext uri="{FF2B5EF4-FFF2-40B4-BE49-F238E27FC236}">
                <a16:creationId xmlns:a16="http://schemas.microsoft.com/office/drawing/2014/main" id="{1A315714-7081-AFED-3C62-D440A7DC15AF}"/>
              </a:ext>
            </a:extLst>
          </p:cNvPr>
          <p:cNvGrpSpPr>
            <a:grpSpLocks/>
          </p:cNvGrpSpPr>
          <p:nvPr/>
        </p:nvGrpSpPr>
        <p:grpSpPr bwMode="auto">
          <a:xfrm>
            <a:off x="2764745" y="5963337"/>
            <a:ext cx="2767012" cy="450850"/>
            <a:chOff x="1481" y="2730"/>
            <a:chExt cx="1743" cy="284"/>
          </a:xfrm>
        </p:grpSpPr>
        <p:sp>
          <p:nvSpPr>
            <p:cNvPr id="44" name="Rectangle 85">
              <a:extLst>
                <a:ext uri="{FF2B5EF4-FFF2-40B4-BE49-F238E27FC236}">
                  <a16:creationId xmlns:a16="http://schemas.microsoft.com/office/drawing/2014/main" id="{B208235E-BCE8-ECA9-C850-05EF5CAC8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" y="2744"/>
              <a:ext cx="1743" cy="27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45" name="Line 86">
              <a:extLst>
                <a:ext uri="{FF2B5EF4-FFF2-40B4-BE49-F238E27FC236}">
                  <a16:creationId xmlns:a16="http://schemas.microsoft.com/office/drawing/2014/main" id="{E9498353-477C-B30A-F76C-62C780916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2750"/>
              <a:ext cx="0" cy="2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46" name="Line 87">
              <a:extLst>
                <a:ext uri="{FF2B5EF4-FFF2-40B4-BE49-F238E27FC236}">
                  <a16:creationId xmlns:a16="http://schemas.microsoft.com/office/drawing/2014/main" id="{D3237455-3254-53B9-2EEC-6379084C4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" y="2750"/>
              <a:ext cx="0" cy="2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47" name="Line 88">
              <a:extLst>
                <a:ext uri="{FF2B5EF4-FFF2-40B4-BE49-F238E27FC236}">
                  <a16:creationId xmlns:a16="http://schemas.microsoft.com/office/drawing/2014/main" id="{9EE88F80-AA73-79A6-6CE5-5AF27CD88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" y="2750"/>
              <a:ext cx="0" cy="2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48" name="Line 89">
              <a:extLst>
                <a:ext uri="{FF2B5EF4-FFF2-40B4-BE49-F238E27FC236}">
                  <a16:creationId xmlns:a16="http://schemas.microsoft.com/office/drawing/2014/main" id="{7897151C-0FF8-4B29-5B62-5A210D107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" y="2750"/>
              <a:ext cx="0" cy="2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/>
            </a:p>
          </p:txBody>
        </p:sp>
        <p:sp>
          <p:nvSpPr>
            <p:cNvPr id="49" name="Rectangle 90">
              <a:extLst>
                <a:ext uri="{FF2B5EF4-FFF2-40B4-BE49-F238E27FC236}">
                  <a16:creationId xmlns:a16="http://schemas.microsoft.com/office/drawing/2014/main" id="{38C1D90C-361F-6DB0-23ED-B9FBCAFF6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75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000" b="1"/>
                <a:t>1</a:t>
              </a:r>
            </a:p>
          </p:txBody>
        </p:sp>
        <p:sp>
          <p:nvSpPr>
            <p:cNvPr id="50" name="Rectangle 91">
              <a:extLst>
                <a:ext uri="{FF2B5EF4-FFF2-40B4-BE49-F238E27FC236}">
                  <a16:creationId xmlns:a16="http://schemas.microsoft.com/office/drawing/2014/main" id="{50A6B6F8-8AE7-8776-5E1E-B58154685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" y="275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000" b="1"/>
                <a:t>2</a:t>
              </a:r>
            </a:p>
          </p:txBody>
        </p:sp>
        <p:sp>
          <p:nvSpPr>
            <p:cNvPr id="51" name="Rectangle 92">
              <a:extLst>
                <a:ext uri="{FF2B5EF4-FFF2-40B4-BE49-F238E27FC236}">
                  <a16:creationId xmlns:a16="http://schemas.microsoft.com/office/drawing/2014/main" id="{726B4756-D6A3-E812-99DC-3BA371B1D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275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000" b="1"/>
                <a:t>3</a:t>
              </a:r>
            </a:p>
          </p:txBody>
        </p:sp>
        <p:sp>
          <p:nvSpPr>
            <p:cNvPr id="52" name="Rectangle 93">
              <a:extLst>
                <a:ext uri="{FF2B5EF4-FFF2-40B4-BE49-F238E27FC236}">
                  <a16:creationId xmlns:a16="http://schemas.microsoft.com/office/drawing/2014/main" id="{7DC07E56-5EA2-E95B-2D65-EF2809F11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730"/>
              <a:ext cx="2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altLang="en-US" sz="2000" b="1" i="1"/>
                <a:t>M</a:t>
              </a:r>
              <a:endParaRPr lang="en-US" altLang="en-US" sz="2000" b="1"/>
            </a:p>
          </p:txBody>
        </p:sp>
      </p:grpSp>
      <p:sp>
        <p:nvSpPr>
          <p:cNvPr id="53" name="Line 94">
            <a:extLst>
              <a:ext uri="{FF2B5EF4-FFF2-40B4-BE49-F238E27FC236}">
                <a16:creationId xmlns:a16="http://schemas.microsoft.com/office/drawing/2014/main" id="{AE289DDF-A298-BF61-CA28-D6D9CCEE1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232" y="5452167"/>
            <a:ext cx="0" cy="593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1600" b="1"/>
          </a:p>
        </p:txBody>
      </p:sp>
      <p:sp>
        <p:nvSpPr>
          <p:cNvPr id="54" name="Line 95">
            <a:extLst>
              <a:ext uri="{FF2B5EF4-FFF2-40B4-BE49-F238E27FC236}">
                <a16:creationId xmlns:a16="http://schemas.microsoft.com/office/drawing/2014/main" id="{9D490581-BCCA-7F77-A232-D71596BDDE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5470" y="5452167"/>
            <a:ext cx="0" cy="593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1600" b="1"/>
          </a:p>
        </p:txBody>
      </p:sp>
      <p:sp>
        <p:nvSpPr>
          <p:cNvPr id="55" name="Line 96">
            <a:extLst>
              <a:ext uri="{FF2B5EF4-FFF2-40B4-BE49-F238E27FC236}">
                <a16:creationId xmlns:a16="http://schemas.microsoft.com/office/drawing/2014/main" id="{E2513907-B1C7-C062-19D0-8E6136385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6707" y="5452167"/>
            <a:ext cx="0" cy="49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1600" b="1"/>
          </a:p>
        </p:txBody>
      </p:sp>
      <p:sp>
        <p:nvSpPr>
          <p:cNvPr id="56" name="Line 97">
            <a:extLst>
              <a:ext uri="{FF2B5EF4-FFF2-40B4-BE49-F238E27FC236}">
                <a16:creationId xmlns:a16="http://schemas.microsoft.com/office/drawing/2014/main" id="{4F589527-24B3-5F07-1294-3679A5970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4370" y="5452167"/>
            <a:ext cx="0" cy="593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34000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28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مقایسه پروتکل‌های کنترل دسترسی به رسانه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150B7C-1900-F5BD-A41C-53E2F291A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00557"/>
              </p:ext>
            </p:extLst>
          </p:nvPr>
        </p:nvGraphicFramePr>
        <p:xfrm>
          <a:off x="435794" y="1322001"/>
          <a:ext cx="11362915" cy="485754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32619">
                  <a:extLst>
                    <a:ext uri="{9D8B030D-6E8A-4147-A177-3AD203B41FA5}">
                      <a16:colId xmlns:a16="http://schemas.microsoft.com/office/drawing/2014/main" val="819724231"/>
                    </a:ext>
                  </a:extLst>
                </a:gridCol>
                <a:gridCol w="1858296">
                  <a:extLst>
                    <a:ext uri="{9D8B030D-6E8A-4147-A177-3AD203B41FA5}">
                      <a16:colId xmlns:a16="http://schemas.microsoft.com/office/drawing/2014/main" val="3595138244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3645063655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1125112679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3757126833"/>
                    </a:ext>
                  </a:extLst>
                </a:gridCol>
              </a:tblGrid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ردیف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معیار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دسترسی تصادفی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Random Access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a-IR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نوبت‌بندی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Schedule-based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a-IR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کانال‌بندی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Channelization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108999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1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گذردهی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Throughput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متوسط تا پایین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(در بار بالا کاهش می‌یابد)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بالا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(در صورتی که زمان‌بندی بهینه باشد)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بالا، تا حد ظرفیت تقسیم کانال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339375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2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تأخیر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Latency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متغیر و گاه زیاد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(به دلیل تصادم)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قابل پیش‌بینی و معمولاً کم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کم و ثابت، به‌ویژه در بارهای متعادل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205913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3</a:t>
                      </a: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 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تصادم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Collision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بالا در بار زیاد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تقریبا صفر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(زیرا دسترسی زمان‌بندی شده است)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صفر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(در صورت تنظیم درست)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30135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ea typeface="Calibri" panose="020F0502020204030204" pitchFamily="34" charset="0"/>
                          <a:cs typeface="IRANSans(FaNum)" panose="02040503050201020203" pitchFamily="18" charset="-78"/>
                        </a:rPr>
                        <a:t>4</a:t>
                      </a: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مقیاس‌پذیری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Scalability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مناسب برای تعداد کم تا متوسط گره‌ها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کاهش </a:t>
                      </a:r>
                      <a:r>
                        <a:rPr lang="fa-IR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کارآیی</a:t>
                      </a: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 در تعداد بالا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 (به دلیل نیاز به هماهنگی)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محدودیت در منابع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(فرکانس/کد محدود است)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101159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ea typeface="Calibri" panose="020F0502020204030204" pitchFamily="34" charset="0"/>
                          <a:cs typeface="IRANSans(FaNum)" panose="02040503050201020203" pitchFamily="18" charset="-78"/>
                        </a:rPr>
                        <a:t>5</a:t>
                      </a: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بهره‌وری انرژی</a:t>
                      </a: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Energy Efficiency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پایین در بار بالا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(به‌دلیل تصادم‌ها و شنود مداوم)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مناسب</a:t>
                      </a: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(گره‌ها فقط در زمان اختصاصی فعال‌اند)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نسبتاً خوب ولی نیاز به پردازش بیشتر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495853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6</a:t>
                      </a: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 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پیچیدگی 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Complexity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پایین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(الگوریتم ساده)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متوسط تا بالا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(نیاز به هماهنگی مرکزی یا توزیع‌شده)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بالا</a:t>
                      </a:r>
                      <a:endParaRPr lang="fa-IR" sz="1200" b="1" kern="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(نیاز به هماهنگی دقیق فرکانس/کد)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738543"/>
                  </a:ext>
                </a:extLst>
              </a:tr>
              <a:tr h="525297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ea typeface="Calibri" panose="020F0502020204030204" pitchFamily="34" charset="0"/>
                          <a:cs typeface="IRANSans(FaNum)" panose="02040503050201020203" pitchFamily="18" charset="-78"/>
                        </a:rPr>
                        <a:t>7</a:t>
                      </a: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منصفانه (عدا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لت)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Fairness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ممکن است برخی گره‌ها بیشتر دسترسی یابند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منصفانه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در صورت زمان‌بندی مناسب)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منصفانه، با تخصیص برابر منابع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495982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ea typeface="Calibri" panose="020F0502020204030204" pitchFamily="34" charset="0"/>
                          <a:cs typeface="IRANSans(FaNum)" panose="02040503050201020203" pitchFamily="18" charset="-78"/>
                        </a:rPr>
                        <a:t>8</a:t>
                      </a: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کیفیت سرویس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cs typeface="IRANSans(FaNum)" panose="02040503050201020203" pitchFamily="18" charset="-78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(</a:t>
                      </a: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Quality of Service</a:t>
                      </a:r>
                      <a:r>
                        <a:rPr lang="fa-IR" sz="1200" b="1" kern="10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)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ضعیف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خوب</a:t>
                      </a:r>
                      <a:r>
                        <a:rPr lang="fa-IR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، </a:t>
                      </a: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با امکان تعیین اولویت‌ها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خوب</a:t>
                      </a:r>
                      <a:r>
                        <a:rPr lang="fa-IR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، </a:t>
                      </a: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با تخصیص کانال ویژه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287501"/>
                  </a:ext>
                </a:extLst>
              </a:tr>
              <a:tr h="47990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IRANSans(FaNum)" panose="02040503050201020203" pitchFamily="18" charset="-78"/>
                          <a:ea typeface="Calibri" panose="020F0502020204030204" pitchFamily="34" charset="0"/>
                          <a:cs typeface="IRANSans(FaNum)" panose="02040503050201020203" pitchFamily="18" charset="-78"/>
                        </a:rPr>
                        <a:t>9</a:t>
                      </a: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a-IR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پروتکل</a:t>
                      </a:r>
                      <a:r>
                        <a:rPr lang="he-IL" sz="1200" b="1" kern="100">
                          <a:effectLst/>
                          <a:latin typeface="IRANSans(FaNum)" panose="02040503050201020203" pitchFamily="18" charset="-78"/>
                        </a:rPr>
                        <a:t>‎</a:t>
                      </a:r>
                      <a:r>
                        <a:rPr lang="fa-IR" sz="1200" b="1" kern="10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ها</a:t>
                      </a:r>
                      <a:endParaRPr lang="en-US" sz="1200" b="1" kern="10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ALOHA, Slotted ALOHA,</a:t>
                      </a:r>
                    </a:p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CSMA, CSMA/CD, CSMA/CA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Polling,</a:t>
                      </a: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 </a:t>
                      </a:r>
                      <a:r>
                        <a:rPr lang="en-US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Token Passing, </a:t>
                      </a:r>
                      <a:r>
                        <a:rPr lang="en-US" sz="1200" b="1" kern="0" dirty="0" err="1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Resevation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TDMA, FDMA</a:t>
                      </a:r>
                      <a:r>
                        <a:rPr lang="ar-SA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، </a:t>
                      </a:r>
                      <a:r>
                        <a:rPr lang="en-US" sz="1200" b="1" kern="0" dirty="0">
                          <a:effectLst/>
                          <a:latin typeface="IRANSans(FaNum)" panose="02040503050201020203" pitchFamily="18" charset="-78"/>
                          <a:cs typeface="IRANSans(FaNum)" panose="02040503050201020203" pitchFamily="18" charset="-78"/>
                        </a:rPr>
                        <a:t>CDMA</a:t>
                      </a:r>
                      <a:endParaRPr lang="en-US" sz="1200" b="1" kern="100" dirty="0">
                        <a:effectLst/>
                        <a:latin typeface="IRANSans(FaNum)" panose="02040503050201020203" pitchFamily="18" charset="-78"/>
                        <a:ea typeface="Calibri" panose="020F0502020204030204" pitchFamily="34" charset="0"/>
                        <a:cs typeface="IRANSans(FaNum)" panose="02040503050201020203" pitchFamily="18" charset="-78"/>
                      </a:endParaRPr>
                    </a:p>
                  </a:txBody>
                  <a:tcPr marL="54770" marR="5477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562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2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29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مقایسه پروتکل‌های کنترل دسترسی به رسانه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1356852" y="1283949"/>
            <a:ext cx="1062274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1200"/>
              </a:spcAft>
            </a:pPr>
            <a:r>
              <a:rPr lang="fa-IR" sz="2400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نتیجه‌گیری:</a:t>
            </a:r>
          </a:p>
          <a:p>
            <a:pPr marL="648000" indent="-216000" algn="just" rtl="1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روش‌های دسترسی تصادفی برای شبکه‌های ساده، پویا و با بار ترافیکی کم (تعداد گره‌های نسبتاً کم) مانند </a:t>
            </a:r>
            <a:r>
              <a:rPr lang="en-US" sz="20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IEEE 802.11</a:t>
            </a:r>
            <a:r>
              <a:rPr lang="fa-IR" sz="20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 مناسب هستند.</a:t>
            </a:r>
          </a:p>
          <a:p>
            <a:pPr marL="648000" indent="-216000" algn="just" rtl="1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a-IR" sz="20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روش‌های نوبت‌بندی برای شبکه‌های با بار ترافیکی زیاد مانند شبکه‌های صنعتی مناسب هستند.</a:t>
            </a:r>
          </a:p>
          <a:p>
            <a:pPr marL="648000" indent="-216000" algn="just" rtl="1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a-IR" sz="20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روش کانال‌سازی برای شبکه‌های با سرویس‌های با بار ترافیکی تقریباً ثابت و پایدار مانند شبکه تلفن ثابت مناسب هستند.</a:t>
            </a:r>
            <a:endParaRPr lang="fa-IR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814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5127171" y="1207747"/>
            <a:ext cx="6852428" cy="516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20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ویژگی‌ها:</a:t>
            </a:r>
          </a:p>
          <a:p>
            <a:pPr marL="432000" indent="-144000" algn="just" rtl="1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متعلق به یک فرد یا یک سازمان خاص است.</a:t>
            </a:r>
          </a:p>
          <a:p>
            <a:pPr marL="432000" indent="-144000" algn="just" rtl="1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دارای محدوده جغرافیایی محدود (معمولاً در حد یک ساختمان یا یک مجموعه).</a:t>
            </a:r>
          </a:p>
          <a:p>
            <a:pPr marL="432000" indent="-144000" algn="just" rtl="1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اتصال گره‌ها از طریق یک رسانه فیزیکی (سیمی یا بی‌سیم) و تجهیزاتی نظیر تکرارکننده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Repeater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، 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پل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Bridge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، 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سوئیچ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Switch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، 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نقطه دسترسی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Access Point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و... انجام می‌شود.</a:t>
            </a:r>
          </a:p>
          <a:p>
            <a:pPr marL="432000" indent="-144000" algn="just" rtl="1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از دید لایه شبکه، شبکه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LAN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به‌صورت یک گذرگاه مشترک عمل می‌کند که از طریق آن هر گره می‌تواند مستقیماً با سایر گره‌های موجود در همان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LAN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ارتباط برقرار کند.</a:t>
            </a:r>
          </a:p>
          <a:p>
            <a:pPr marL="432000" indent="-144000" algn="just" rtl="1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واقع، شبکه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LAN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پیاده‌سازی‌کننده لایه واسط شبکه در مدل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TCP/IP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است؛  شامل لایه پیوند داده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Data Link Layer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و لایه فیزیکی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Physical Layer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است.</a:t>
            </a:r>
          </a:p>
          <a:p>
            <a:pPr marL="432000" indent="-144000" algn="just" rtl="1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اگر رسانه فیزیکی دارای دسترسی چندگانه باشد، شبکه 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LAN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یکی از روش‌های کنترل دسترسی به رسانه (</a:t>
            </a:r>
            <a:r>
              <a:rPr lang="en-US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MAC</a:t>
            </a:r>
            <a:r>
              <a:rPr lang="fa-IR" sz="16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استفاده می‌کند.</a:t>
            </a:r>
            <a:endParaRPr lang="en-US" sz="16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30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554" name="Line 32">
            <a:extLst>
              <a:ext uri="{FF2B5EF4-FFF2-40B4-BE49-F238E27FC236}">
                <a16:creationId xmlns:a16="http://schemas.microsoft.com/office/drawing/2014/main" id="{B36B0ACC-5D7A-6278-E818-A79C8B205C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1893" y="1796360"/>
            <a:ext cx="616233" cy="1201738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E42E2E05-8C0F-6990-31EE-FA3184823293}"/>
              </a:ext>
            </a:extLst>
          </p:cNvPr>
          <p:cNvGrpSpPr/>
          <p:nvPr/>
        </p:nvGrpSpPr>
        <p:grpSpPr>
          <a:xfrm>
            <a:off x="1619637" y="1739917"/>
            <a:ext cx="468488" cy="103894"/>
            <a:chOff x="3160889" y="5723468"/>
            <a:chExt cx="468488" cy="103894"/>
          </a:xfrm>
        </p:grpSpPr>
        <p:sp>
          <p:nvSpPr>
            <p:cNvPr id="556" name="Rectangle 37">
              <a:extLst>
                <a:ext uri="{FF2B5EF4-FFF2-40B4-BE49-F238E27FC236}">
                  <a16:creationId xmlns:a16="http://schemas.microsoft.com/office/drawing/2014/main" id="{5664A812-D97D-57FE-0C58-252959B7D3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158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904D9F5D-748E-D734-2E81-B3EE1E0F3132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29F62220-83F4-8025-AD1B-AB1A198DF74F}"/>
              </a:ext>
            </a:extLst>
          </p:cNvPr>
          <p:cNvGrpSpPr/>
          <p:nvPr/>
        </p:nvGrpSpPr>
        <p:grpSpPr>
          <a:xfrm>
            <a:off x="1320480" y="2321295"/>
            <a:ext cx="468488" cy="103894"/>
            <a:chOff x="3160889" y="5723468"/>
            <a:chExt cx="468488" cy="103894"/>
          </a:xfrm>
        </p:grpSpPr>
        <p:sp>
          <p:nvSpPr>
            <p:cNvPr id="559" name="Rectangle 37">
              <a:extLst>
                <a:ext uri="{FF2B5EF4-FFF2-40B4-BE49-F238E27FC236}">
                  <a16:creationId xmlns:a16="http://schemas.microsoft.com/office/drawing/2014/main" id="{6239AD23-4671-540D-421C-57299CDD43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158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560" name="Straight Connector 559">
              <a:extLst>
                <a:ext uri="{FF2B5EF4-FFF2-40B4-BE49-F238E27FC236}">
                  <a16:creationId xmlns:a16="http://schemas.microsoft.com/office/drawing/2014/main" id="{85BD2794-EEAE-E1C5-6ADF-B26D8C4CD2AF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3E60E99E-E3C5-7859-67AE-9A75E2B72A40}"/>
              </a:ext>
            </a:extLst>
          </p:cNvPr>
          <p:cNvGrpSpPr/>
          <p:nvPr/>
        </p:nvGrpSpPr>
        <p:grpSpPr>
          <a:xfrm>
            <a:off x="1010034" y="2942184"/>
            <a:ext cx="468488" cy="103894"/>
            <a:chOff x="3160889" y="5723468"/>
            <a:chExt cx="468488" cy="103894"/>
          </a:xfrm>
        </p:grpSpPr>
        <p:sp>
          <p:nvSpPr>
            <p:cNvPr id="562" name="Rectangle 37">
              <a:extLst>
                <a:ext uri="{FF2B5EF4-FFF2-40B4-BE49-F238E27FC236}">
                  <a16:creationId xmlns:a16="http://schemas.microsoft.com/office/drawing/2014/main" id="{069D5C43-FE5F-5EB1-BF16-253F233532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158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E54F4BED-D222-850F-5986-B93FC5EB10D8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4" name="Group 54">
            <a:extLst>
              <a:ext uri="{FF2B5EF4-FFF2-40B4-BE49-F238E27FC236}">
                <a16:creationId xmlns:a16="http://schemas.microsoft.com/office/drawing/2014/main" id="{949F6E7A-FFE1-4187-187A-CD7055615F29}"/>
              </a:ext>
            </a:extLst>
          </p:cNvPr>
          <p:cNvGrpSpPr>
            <a:grpSpLocks/>
          </p:cNvGrpSpPr>
          <p:nvPr/>
        </p:nvGrpSpPr>
        <p:grpSpPr bwMode="auto">
          <a:xfrm>
            <a:off x="483590" y="2588520"/>
            <a:ext cx="640071" cy="517525"/>
            <a:chOff x="-44" y="1473"/>
            <a:chExt cx="981" cy="1105"/>
          </a:xfrm>
        </p:grpSpPr>
        <p:pic>
          <p:nvPicPr>
            <p:cNvPr id="565" name="Picture 55" descr="desktop_computer_stylized_medium">
              <a:extLst>
                <a:ext uri="{FF2B5EF4-FFF2-40B4-BE49-F238E27FC236}">
                  <a16:creationId xmlns:a16="http://schemas.microsoft.com/office/drawing/2014/main" id="{7E8794D1-41FC-390A-2922-A3DE306978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6" name="Freeform 56">
              <a:extLst>
                <a:ext uri="{FF2B5EF4-FFF2-40B4-BE49-F238E27FC236}">
                  <a16:creationId xmlns:a16="http://schemas.microsoft.com/office/drawing/2014/main" id="{E6E0C3B7-0C7C-EC9D-AAC8-EE8F20218F0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67" name="Group 49">
            <a:extLst>
              <a:ext uri="{FF2B5EF4-FFF2-40B4-BE49-F238E27FC236}">
                <a16:creationId xmlns:a16="http://schemas.microsoft.com/office/drawing/2014/main" id="{494B416B-064B-AD85-A479-34673AED617E}"/>
              </a:ext>
            </a:extLst>
          </p:cNvPr>
          <p:cNvGrpSpPr>
            <a:grpSpLocks/>
          </p:cNvGrpSpPr>
          <p:nvPr/>
        </p:nvGrpSpPr>
        <p:grpSpPr bwMode="auto">
          <a:xfrm>
            <a:off x="790150" y="1967635"/>
            <a:ext cx="640071" cy="517525"/>
            <a:chOff x="-44" y="1473"/>
            <a:chExt cx="981" cy="1105"/>
          </a:xfrm>
        </p:grpSpPr>
        <p:pic>
          <p:nvPicPr>
            <p:cNvPr id="568" name="Picture 50" descr="desktop_computer_stylized_medium">
              <a:extLst>
                <a:ext uri="{FF2B5EF4-FFF2-40B4-BE49-F238E27FC236}">
                  <a16:creationId xmlns:a16="http://schemas.microsoft.com/office/drawing/2014/main" id="{5869FA7C-09A7-D51D-2583-83B1D143DD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9" name="Freeform 51">
              <a:extLst>
                <a:ext uri="{FF2B5EF4-FFF2-40B4-BE49-F238E27FC236}">
                  <a16:creationId xmlns:a16="http://schemas.microsoft.com/office/drawing/2014/main" id="{C3D94596-A5FA-FF97-C5BC-47C3CBEEA42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0" name="Group 49">
            <a:extLst>
              <a:ext uri="{FF2B5EF4-FFF2-40B4-BE49-F238E27FC236}">
                <a16:creationId xmlns:a16="http://schemas.microsoft.com/office/drawing/2014/main" id="{BC87739E-204D-3092-6F6C-34384B3E7FAE}"/>
              </a:ext>
            </a:extLst>
          </p:cNvPr>
          <p:cNvGrpSpPr>
            <a:grpSpLocks/>
          </p:cNvGrpSpPr>
          <p:nvPr/>
        </p:nvGrpSpPr>
        <p:grpSpPr bwMode="auto">
          <a:xfrm>
            <a:off x="1074314" y="1389961"/>
            <a:ext cx="640071" cy="517525"/>
            <a:chOff x="-44" y="1473"/>
            <a:chExt cx="981" cy="1105"/>
          </a:xfrm>
        </p:grpSpPr>
        <p:pic>
          <p:nvPicPr>
            <p:cNvPr id="571" name="Picture 50" descr="desktop_computer_stylized_medium">
              <a:extLst>
                <a:ext uri="{FF2B5EF4-FFF2-40B4-BE49-F238E27FC236}">
                  <a16:creationId xmlns:a16="http://schemas.microsoft.com/office/drawing/2014/main" id="{FC14141B-9435-2838-5261-19EC81734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2" name="Freeform 51">
              <a:extLst>
                <a:ext uri="{FF2B5EF4-FFF2-40B4-BE49-F238E27FC236}">
                  <a16:creationId xmlns:a16="http://schemas.microsoft.com/office/drawing/2014/main" id="{074132CD-BDE8-12CE-1929-5CD3D9F96D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084AAEE7-DB1D-FFCD-8322-8A64F977CFDA}"/>
              </a:ext>
            </a:extLst>
          </p:cNvPr>
          <p:cNvGrpSpPr/>
          <p:nvPr/>
        </p:nvGrpSpPr>
        <p:grpSpPr>
          <a:xfrm rot="10800000">
            <a:off x="1574480" y="2738984"/>
            <a:ext cx="468488" cy="103894"/>
            <a:chOff x="3160889" y="5723468"/>
            <a:chExt cx="468488" cy="103894"/>
          </a:xfrm>
        </p:grpSpPr>
        <p:sp>
          <p:nvSpPr>
            <p:cNvPr id="574" name="Rectangle 37">
              <a:extLst>
                <a:ext uri="{FF2B5EF4-FFF2-40B4-BE49-F238E27FC236}">
                  <a16:creationId xmlns:a16="http://schemas.microsoft.com/office/drawing/2014/main" id="{29B130CA-D068-512B-438A-8E52F50ABF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158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FC36A19C-F581-BE87-4E79-49F3E060BD5F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3E652E00-1E74-8CA8-3711-9C5A9D76220A}"/>
              </a:ext>
            </a:extLst>
          </p:cNvPr>
          <p:cNvGrpSpPr/>
          <p:nvPr/>
        </p:nvGrpSpPr>
        <p:grpSpPr>
          <a:xfrm rot="10800000">
            <a:off x="1918791" y="2072939"/>
            <a:ext cx="468488" cy="103894"/>
            <a:chOff x="3160889" y="5723468"/>
            <a:chExt cx="468488" cy="103894"/>
          </a:xfrm>
        </p:grpSpPr>
        <p:sp>
          <p:nvSpPr>
            <p:cNvPr id="577" name="Rectangle 37">
              <a:extLst>
                <a:ext uri="{FF2B5EF4-FFF2-40B4-BE49-F238E27FC236}">
                  <a16:creationId xmlns:a16="http://schemas.microsoft.com/office/drawing/2014/main" id="{D92C8B78-4D5B-EB3B-BC71-C4F4C4FEF3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1587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9E61C132-94AF-C825-DF77-8983D4EEFEE6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9" name="Group 44">
            <a:extLst>
              <a:ext uri="{FF2B5EF4-FFF2-40B4-BE49-F238E27FC236}">
                <a16:creationId xmlns:a16="http://schemas.microsoft.com/office/drawing/2014/main" id="{E412E0B3-B931-6320-FD9C-0ED05E8395E6}"/>
              </a:ext>
            </a:extLst>
          </p:cNvPr>
          <p:cNvGrpSpPr>
            <a:grpSpLocks/>
          </p:cNvGrpSpPr>
          <p:nvPr/>
        </p:nvGrpSpPr>
        <p:grpSpPr bwMode="auto">
          <a:xfrm>
            <a:off x="2073203" y="1843456"/>
            <a:ext cx="711200" cy="601662"/>
            <a:chOff x="-44" y="1473"/>
            <a:chExt cx="981" cy="1105"/>
          </a:xfrm>
        </p:grpSpPr>
        <p:pic>
          <p:nvPicPr>
            <p:cNvPr id="580" name="Picture 45" descr="desktop_computer_stylized_medium">
              <a:extLst>
                <a:ext uri="{FF2B5EF4-FFF2-40B4-BE49-F238E27FC236}">
                  <a16:creationId xmlns:a16="http://schemas.microsoft.com/office/drawing/2014/main" id="{B6D7EC25-A790-5B63-5F3F-E0600F5F68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1" name="Freeform 46">
              <a:extLst>
                <a:ext uri="{FF2B5EF4-FFF2-40B4-BE49-F238E27FC236}">
                  <a16:creationId xmlns:a16="http://schemas.microsoft.com/office/drawing/2014/main" id="{119E208A-AEA7-D286-68EC-B8AC994BAE9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82" name="Group 44">
            <a:extLst>
              <a:ext uri="{FF2B5EF4-FFF2-40B4-BE49-F238E27FC236}">
                <a16:creationId xmlns:a16="http://schemas.microsoft.com/office/drawing/2014/main" id="{7D8F7E1B-5EC6-3F69-88E2-8AD18863D38E}"/>
              </a:ext>
            </a:extLst>
          </p:cNvPr>
          <p:cNvGrpSpPr>
            <a:grpSpLocks/>
          </p:cNvGrpSpPr>
          <p:nvPr/>
        </p:nvGrpSpPr>
        <p:grpSpPr bwMode="auto">
          <a:xfrm>
            <a:off x="1736655" y="2509323"/>
            <a:ext cx="711200" cy="600075"/>
            <a:chOff x="-44" y="1473"/>
            <a:chExt cx="981" cy="1105"/>
          </a:xfrm>
        </p:grpSpPr>
        <p:pic>
          <p:nvPicPr>
            <p:cNvPr id="583" name="Picture 582" descr="desktop_computer_stylized_medium">
              <a:extLst>
                <a:ext uri="{FF2B5EF4-FFF2-40B4-BE49-F238E27FC236}">
                  <a16:creationId xmlns:a16="http://schemas.microsoft.com/office/drawing/2014/main" id="{36AE5BEE-1ECA-F60A-4ED8-086A79461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4" name="Freeform 46">
              <a:extLst>
                <a:ext uri="{FF2B5EF4-FFF2-40B4-BE49-F238E27FC236}">
                  <a16:creationId xmlns:a16="http://schemas.microsoft.com/office/drawing/2014/main" id="{44F77184-C834-FE8F-4E7D-2171734E0E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662" name="Line 435">
            <a:extLst>
              <a:ext uri="{FF2B5EF4-FFF2-40B4-BE49-F238E27FC236}">
                <a16:creationId xmlns:a16="http://schemas.microsoft.com/office/drawing/2014/main" id="{C63F8543-62CF-174A-6FE3-3854F2A58F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6009" y="3448353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3" name="Line 436">
            <a:extLst>
              <a:ext uri="{FF2B5EF4-FFF2-40B4-BE49-F238E27FC236}">
                <a16:creationId xmlns:a16="http://schemas.microsoft.com/office/drawing/2014/main" id="{F693D4EE-6F8F-66DE-DD7A-74A969F81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4780" y="4113642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Line 439">
            <a:extLst>
              <a:ext uri="{FF2B5EF4-FFF2-40B4-BE49-F238E27FC236}">
                <a16:creationId xmlns:a16="http://schemas.microsoft.com/office/drawing/2014/main" id="{AEC4C134-CD92-026E-AD81-303529A18B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7267" y="4098989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5" name="Group 664">
            <a:extLst>
              <a:ext uri="{FF2B5EF4-FFF2-40B4-BE49-F238E27FC236}">
                <a16:creationId xmlns:a16="http://schemas.microsoft.com/office/drawing/2014/main" id="{268AF42E-7DA9-B35A-9072-C9D93675CD4E}"/>
              </a:ext>
            </a:extLst>
          </p:cNvPr>
          <p:cNvGrpSpPr/>
          <p:nvPr/>
        </p:nvGrpSpPr>
        <p:grpSpPr>
          <a:xfrm>
            <a:off x="3490783" y="3917540"/>
            <a:ext cx="581004" cy="299152"/>
            <a:chOff x="3668110" y="2448910"/>
            <a:chExt cx="3794234" cy="2165130"/>
          </a:xfrm>
        </p:grpSpPr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06D76D9D-7872-F24D-4DB1-EC3B86D816E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7" name="Freeform 12">
              <a:extLst>
                <a:ext uri="{FF2B5EF4-FFF2-40B4-BE49-F238E27FC236}">
                  <a16:creationId xmlns:a16="http://schemas.microsoft.com/office/drawing/2014/main" id="{AFE50743-9181-EBCD-3EEF-A2D0214A60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68" name="Group 667">
              <a:extLst>
                <a:ext uri="{FF2B5EF4-FFF2-40B4-BE49-F238E27FC236}">
                  <a16:creationId xmlns:a16="http://schemas.microsoft.com/office/drawing/2014/main" id="{7125A841-20F7-FDDA-4029-A37F5E432D3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69" name="Freeform 14">
                <a:extLst>
                  <a:ext uri="{FF2B5EF4-FFF2-40B4-BE49-F238E27FC236}">
                    <a16:creationId xmlns:a16="http://schemas.microsoft.com/office/drawing/2014/main" id="{429302B6-53F0-959B-8DB3-FB3B1794D3B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5">
                <a:extLst>
                  <a:ext uri="{FF2B5EF4-FFF2-40B4-BE49-F238E27FC236}">
                    <a16:creationId xmlns:a16="http://schemas.microsoft.com/office/drawing/2014/main" id="{57C925AF-A6B7-795B-361E-4B492D783E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6">
                <a:extLst>
                  <a:ext uri="{FF2B5EF4-FFF2-40B4-BE49-F238E27FC236}">
                    <a16:creationId xmlns:a16="http://schemas.microsoft.com/office/drawing/2014/main" id="{3E29A82E-A17C-CCB7-AE00-7933807757B0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2" name="Freeform 17">
                <a:extLst>
                  <a:ext uri="{FF2B5EF4-FFF2-40B4-BE49-F238E27FC236}">
                    <a16:creationId xmlns:a16="http://schemas.microsoft.com/office/drawing/2014/main" id="{424381E1-1BB4-6716-81F7-F35E6A8AECC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3" name="Group 590">
            <a:extLst>
              <a:ext uri="{FF2B5EF4-FFF2-40B4-BE49-F238E27FC236}">
                <a16:creationId xmlns:a16="http://schemas.microsoft.com/office/drawing/2014/main" id="{13E7BBC3-3F1A-AF1B-86BA-15EA492C5A9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324246" y="2947849"/>
            <a:ext cx="649485" cy="571200"/>
            <a:chOff x="2839" y="3501"/>
            <a:chExt cx="755" cy="803"/>
          </a:xfrm>
        </p:grpSpPr>
        <p:pic>
          <p:nvPicPr>
            <p:cNvPr id="674" name="Picture 591" descr="desktop_computer_stylized_medium">
              <a:extLst>
                <a:ext uri="{FF2B5EF4-FFF2-40B4-BE49-F238E27FC236}">
                  <a16:creationId xmlns:a16="http://schemas.microsoft.com/office/drawing/2014/main" id="{6C597DB6-45F0-6631-5E48-EFFBBA5DFB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" name="Freeform 592">
              <a:extLst>
                <a:ext uri="{FF2B5EF4-FFF2-40B4-BE49-F238E27FC236}">
                  <a16:creationId xmlns:a16="http://schemas.microsoft.com/office/drawing/2014/main" id="{97B874D4-0624-56D9-BF92-BCDD005B4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76" name="Group 590">
            <a:extLst>
              <a:ext uri="{FF2B5EF4-FFF2-40B4-BE49-F238E27FC236}">
                <a16:creationId xmlns:a16="http://schemas.microsoft.com/office/drawing/2014/main" id="{BC4EC496-FC7D-0BEE-0FB1-A0EEBCE311D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655803" y="4035903"/>
            <a:ext cx="649485" cy="571200"/>
            <a:chOff x="2839" y="3501"/>
            <a:chExt cx="755" cy="803"/>
          </a:xfrm>
        </p:grpSpPr>
        <p:pic>
          <p:nvPicPr>
            <p:cNvPr id="677" name="Picture 591" descr="desktop_computer_stylized_medium">
              <a:extLst>
                <a:ext uri="{FF2B5EF4-FFF2-40B4-BE49-F238E27FC236}">
                  <a16:creationId xmlns:a16="http://schemas.microsoft.com/office/drawing/2014/main" id="{186746A6-5E27-E21F-DA80-94E7F14A4F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8" name="Freeform 592">
              <a:extLst>
                <a:ext uri="{FF2B5EF4-FFF2-40B4-BE49-F238E27FC236}">
                  <a16:creationId xmlns:a16="http://schemas.microsoft.com/office/drawing/2014/main" id="{7ACFC4CD-F4B0-3A7A-64AC-8684A530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79" name="Group 590">
            <a:extLst>
              <a:ext uri="{FF2B5EF4-FFF2-40B4-BE49-F238E27FC236}">
                <a16:creationId xmlns:a16="http://schemas.microsoft.com/office/drawing/2014/main" id="{B563B82C-FD8E-F88F-01E0-CFC5E13607D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04090" y="4374747"/>
            <a:ext cx="649485" cy="571200"/>
            <a:chOff x="2839" y="3501"/>
            <a:chExt cx="755" cy="803"/>
          </a:xfrm>
        </p:grpSpPr>
        <p:pic>
          <p:nvPicPr>
            <p:cNvPr id="680" name="Picture 591" descr="desktop_computer_stylized_medium">
              <a:extLst>
                <a:ext uri="{FF2B5EF4-FFF2-40B4-BE49-F238E27FC236}">
                  <a16:creationId xmlns:a16="http://schemas.microsoft.com/office/drawing/2014/main" id="{DC4C7695-7A22-85D8-F479-0F57BA2F4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1" name="Freeform 592">
              <a:extLst>
                <a:ext uri="{FF2B5EF4-FFF2-40B4-BE49-F238E27FC236}">
                  <a16:creationId xmlns:a16="http://schemas.microsoft.com/office/drawing/2014/main" id="{71E7AB40-E9AD-7EC1-324E-E519D01B9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D111EA50-915B-D49C-AC30-004880921B0B}"/>
              </a:ext>
            </a:extLst>
          </p:cNvPr>
          <p:cNvGrpSpPr/>
          <p:nvPr/>
        </p:nvGrpSpPr>
        <p:grpSpPr>
          <a:xfrm>
            <a:off x="568930" y="4693102"/>
            <a:ext cx="1923291" cy="1159453"/>
            <a:chOff x="9874069" y="4049856"/>
            <a:chExt cx="1165513" cy="683960"/>
          </a:xfrm>
        </p:grpSpPr>
        <p:pic>
          <p:nvPicPr>
            <p:cNvPr id="683" name="Picture 781" descr="antenna_radiation_stylized">
              <a:extLst>
                <a:ext uri="{FF2B5EF4-FFF2-40B4-BE49-F238E27FC236}">
                  <a16:creationId xmlns:a16="http://schemas.microsoft.com/office/drawing/2014/main" id="{2046F1B4-5546-DF10-46EE-E85FF6BB3E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4" name="Picture 780" descr="access_point_stylized_small">
              <a:extLst>
                <a:ext uri="{FF2B5EF4-FFF2-40B4-BE49-F238E27FC236}">
                  <a16:creationId xmlns:a16="http://schemas.microsoft.com/office/drawing/2014/main" id="{78137AD1-3F5B-6648-8D4F-32CD65BDEA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85" name="Group 850">
              <a:extLst>
                <a:ext uri="{FF2B5EF4-FFF2-40B4-BE49-F238E27FC236}">
                  <a16:creationId xmlns:a16="http://schemas.microsoft.com/office/drawing/2014/main" id="{BD45B3A7-6A5D-F0C7-3D12-97B035DB4E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50" name="Freeform 851">
                <a:extLst>
                  <a:ext uri="{FF2B5EF4-FFF2-40B4-BE49-F238E27FC236}">
                    <a16:creationId xmlns:a16="http://schemas.microsoft.com/office/drawing/2014/main" id="{44859E95-2DE4-2520-3835-447265F47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1" name="Freeform 852">
                <a:extLst>
                  <a:ext uri="{FF2B5EF4-FFF2-40B4-BE49-F238E27FC236}">
                    <a16:creationId xmlns:a16="http://schemas.microsoft.com/office/drawing/2014/main" id="{AAF5CF18-A533-E1C8-CC8A-C73EC9920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2" name="Freeform 853">
                <a:extLst>
                  <a:ext uri="{FF2B5EF4-FFF2-40B4-BE49-F238E27FC236}">
                    <a16:creationId xmlns:a16="http://schemas.microsoft.com/office/drawing/2014/main" id="{4350585D-0458-7C41-C362-10283D385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3" name="Freeform 854">
                <a:extLst>
                  <a:ext uri="{FF2B5EF4-FFF2-40B4-BE49-F238E27FC236}">
                    <a16:creationId xmlns:a16="http://schemas.microsoft.com/office/drawing/2014/main" id="{BC6FB2A2-CAD9-F7B2-A3A6-3C3CACF19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4" name="Freeform 855">
                <a:extLst>
                  <a:ext uri="{FF2B5EF4-FFF2-40B4-BE49-F238E27FC236}">
                    <a16:creationId xmlns:a16="http://schemas.microsoft.com/office/drawing/2014/main" id="{55F0DBD2-6E3B-8049-C916-7E5C15B56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5" name="Freeform 856">
                <a:extLst>
                  <a:ext uri="{FF2B5EF4-FFF2-40B4-BE49-F238E27FC236}">
                    <a16:creationId xmlns:a16="http://schemas.microsoft.com/office/drawing/2014/main" id="{5D639142-334C-A421-2776-39649D711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686" name="Group 685">
              <a:extLst>
                <a:ext uri="{FF2B5EF4-FFF2-40B4-BE49-F238E27FC236}">
                  <a16:creationId xmlns:a16="http://schemas.microsoft.com/office/drawing/2014/main" id="{3AE0E225-50C1-9D6B-D872-F9E55DC4B192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719" name="Group 718">
                <a:extLst>
                  <a:ext uri="{FF2B5EF4-FFF2-40B4-BE49-F238E27FC236}">
                    <a16:creationId xmlns:a16="http://schemas.microsoft.com/office/drawing/2014/main" id="{218D2E9C-A306-8CC1-DB04-14FC0776C506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728" name="Picture 1018" descr="laptop_keyboard">
                  <a:extLst>
                    <a:ext uri="{FF2B5EF4-FFF2-40B4-BE49-F238E27FC236}">
                      <a16:creationId xmlns:a16="http://schemas.microsoft.com/office/drawing/2014/main" id="{D363C25E-C269-8DED-A9C0-EBD402F439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29" name="Freeform 1019">
                  <a:extLst>
                    <a:ext uri="{FF2B5EF4-FFF2-40B4-BE49-F238E27FC236}">
                      <a16:creationId xmlns:a16="http://schemas.microsoft.com/office/drawing/2014/main" id="{1BDA75CE-9430-F2D9-4B82-39B7A627C8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730" name="Picture 1020" descr="screen">
                  <a:extLst>
                    <a:ext uri="{FF2B5EF4-FFF2-40B4-BE49-F238E27FC236}">
                      <a16:creationId xmlns:a16="http://schemas.microsoft.com/office/drawing/2014/main" id="{BDD2D8D3-8C20-3338-9942-61BD4BBA39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1" name="Freeform 1021">
                  <a:extLst>
                    <a:ext uri="{FF2B5EF4-FFF2-40B4-BE49-F238E27FC236}">
                      <a16:creationId xmlns:a16="http://schemas.microsoft.com/office/drawing/2014/main" id="{B9E8B87E-FB56-9900-BBDB-9771D51AA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2" name="Freeform 1022">
                  <a:extLst>
                    <a:ext uri="{FF2B5EF4-FFF2-40B4-BE49-F238E27FC236}">
                      <a16:creationId xmlns:a16="http://schemas.microsoft.com/office/drawing/2014/main" id="{14AFFD89-A106-8663-E6BC-DDC6AF6B24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3" name="Freeform 1023">
                  <a:extLst>
                    <a:ext uri="{FF2B5EF4-FFF2-40B4-BE49-F238E27FC236}">
                      <a16:creationId xmlns:a16="http://schemas.microsoft.com/office/drawing/2014/main" id="{94339E55-77F9-B24D-9607-D06464AF97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4" name="Freeform 1024">
                  <a:extLst>
                    <a:ext uri="{FF2B5EF4-FFF2-40B4-BE49-F238E27FC236}">
                      <a16:creationId xmlns:a16="http://schemas.microsoft.com/office/drawing/2014/main" id="{1C76B42B-FCA9-7BE5-4225-C7B0D29E1B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5" name="Freeform 1025">
                  <a:extLst>
                    <a:ext uri="{FF2B5EF4-FFF2-40B4-BE49-F238E27FC236}">
                      <a16:creationId xmlns:a16="http://schemas.microsoft.com/office/drawing/2014/main" id="{92257C70-0D11-B7D0-35A6-B84FC0453A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6" name="Freeform 1026">
                  <a:extLst>
                    <a:ext uri="{FF2B5EF4-FFF2-40B4-BE49-F238E27FC236}">
                      <a16:creationId xmlns:a16="http://schemas.microsoft.com/office/drawing/2014/main" id="{8BBFC0F4-BDB2-D994-5453-9A097BC9A3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37" name="Group 1027">
                  <a:extLst>
                    <a:ext uri="{FF2B5EF4-FFF2-40B4-BE49-F238E27FC236}">
                      <a16:creationId xmlns:a16="http://schemas.microsoft.com/office/drawing/2014/main" id="{BFE6E5AA-D37E-ABC9-0895-24F14F81E2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44" name="Freeform 1028">
                    <a:extLst>
                      <a:ext uri="{FF2B5EF4-FFF2-40B4-BE49-F238E27FC236}">
                        <a16:creationId xmlns:a16="http://schemas.microsoft.com/office/drawing/2014/main" id="{2BE0E2C9-59C1-2582-744D-C081EC01D9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5" name="Freeform 1029">
                    <a:extLst>
                      <a:ext uri="{FF2B5EF4-FFF2-40B4-BE49-F238E27FC236}">
                        <a16:creationId xmlns:a16="http://schemas.microsoft.com/office/drawing/2014/main" id="{77D5968C-15C5-B8AA-D537-E015CAA6C1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6" name="Freeform 1030">
                    <a:extLst>
                      <a:ext uri="{FF2B5EF4-FFF2-40B4-BE49-F238E27FC236}">
                        <a16:creationId xmlns:a16="http://schemas.microsoft.com/office/drawing/2014/main" id="{6C1666F8-990D-CB23-CF3E-744B443AAE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7" name="Freeform 1031">
                    <a:extLst>
                      <a:ext uri="{FF2B5EF4-FFF2-40B4-BE49-F238E27FC236}">
                        <a16:creationId xmlns:a16="http://schemas.microsoft.com/office/drawing/2014/main" id="{0ED397F9-2B8A-540D-8E72-5263170094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8" name="Freeform 1032">
                    <a:extLst>
                      <a:ext uri="{FF2B5EF4-FFF2-40B4-BE49-F238E27FC236}">
                        <a16:creationId xmlns:a16="http://schemas.microsoft.com/office/drawing/2014/main" id="{67FABFAB-0B75-CB76-225D-085029B276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9" name="Freeform 1033">
                    <a:extLst>
                      <a:ext uri="{FF2B5EF4-FFF2-40B4-BE49-F238E27FC236}">
                        <a16:creationId xmlns:a16="http://schemas.microsoft.com/office/drawing/2014/main" id="{CD82E028-961D-D677-4256-F242F1EF2A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38" name="Freeform 1034">
                  <a:extLst>
                    <a:ext uri="{FF2B5EF4-FFF2-40B4-BE49-F238E27FC236}">
                      <a16:creationId xmlns:a16="http://schemas.microsoft.com/office/drawing/2014/main" id="{0FBF6485-1E6B-D48E-6889-2F52B2616A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9" name="Freeform 1035">
                  <a:extLst>
                    <a:ext uri="{FF2B5EF4-FFF2-40B4-BE49-F238E27FC236}">
                      <a16:creationId xmlns:a16="http://schemas.microsoft.com/office/drawing/2014/main" id="{331F8744-EC36-DF79-8E25-FED301B234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0" name="Freeform 1036">
                  <a:extLst>
                    <a:ext uri="{FF2B5EF4-FFF2-40B4-BE49-F238E27FC236}">
                      <a16:creationId xmlns:a16="http://schemas.microsoft.com/office/drawing/2014/main" id="{AFAE67F6-D291-ED35-E3AD-EA97A7ACC7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1" name="Freeform 1037">
                  <a:extLst>
                    <a:ext uri="{FF2B5EF4-FFF2-40B4-BE49-F238E27FC236}">
                      <a16:creationId xmlns:a16="http://schemas.microsoft.com/office/drawing/2014/main" id="{884FC34E-9439-F3C1-09DA-E6F406F494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2" name="Freeform 1038">
                  <a:extLst>
                    <a:ext uri="{FF2B5EF4-FFF2-40B4-BE49-F238E27FC236}">
                      <a16:creationId xmlns:a16="http://schemas.microsoft.com/office/drawing/2014/main" id="{03188602-D511-33F7-A226-66C9C6AEAF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3" name="Freeform 1039">
                  <a:extLst>
                    <a:ext uri="{FF2B5EF4-FFF2-40B4-BE49-F238E27FC236}">
                      <a16:creationId xmlns:a16="http://schemas.microsoft.com/office/drawing/2014/main" id="{BD5FD1BF-33CD-D1EB-7E41-C3DDC1F98A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20" name="Group 850">
                <a:extLst>
                  <a:ext uri="{FF2B5EF4-FFF2-40B4-BE49-F238E27FC236}">
                    <a16:creationId xmlns:a16="http://schemas.microsoft.com/office/drawing/2014/main" id="{3C93A0CC-CFD5-3B7C-C43B-892A126712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22" name="Freeform 851">
                  <a:extLst>
                    <a:ext uri="{FF2B5EF4-FFF2-40B4-BE49-F238E27FC236}">
                      <a16:creationId xmlns:a16="http://schemas.microsoft.com/office/drawing/2014/main" id="{829A250B-4399-BD83-816F-B0067D9EFB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3" name="Freeform 852">
                  <a:extLst>
                    <a:ext uri="{FF2B5EF4-FFF2-40B4-BE49-F238E27FC236}">
                      <a16:creationId xmlns:a16="http://schemas.microsoft.com/office/drawing/2014/main" id="{93938E51-EB73-141B-8F33-B1B82EBE62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4" name="Freeform 853">
                  <a:extLst>
                    <a:ext uri="{FF2B5EF4-FFF2-40B4-BE49-F238E27FC236}">
                      <a16:creationId xmlns:a16="http://schemas.microsoft.com/office/drawing/2014/main" id="{91997324-0D43-3454-785F-2997587D5D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5" name="Freeform 854">
                  <a:extLst>
                    <a:ext uri="{FF2B5EF4-FFF2-40B4-BE49-F238E27FC236}">
                      <a16:creationId xmlns:a16="http://schemas.microsoft.com/office/drawing/2014/main" id="{616FF8AF-CE8C-81C3-8C6C-A1774FF218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6" name="Freeform 855">
                  <a:extLst>
                    <a:ext uri="{FF2B5EF4-FFF2-40B4-BE49-F238E27FC236}">
                      <a16:creationId xmlns:a16="http://schemas.microsoft.com/office/drawing/2014/main" id="{65F440F5-5827-08A1-1DAC-EF0E701B0F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7" name="Freeform 856">
                  <a:extLst>
                    <a:ext uri="{FF2B5EF4-FFF2-40B4-BE49-F238E27FC236}">
                      <a16:creationId xmlns:a16="http://schemas.microsoft.com/office/drawing/2014/main" id="{1EF3EE02-5172-CFB9-6543-4478480491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28311090-C1E7-D3EF-BE18-5CD37FBD08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7" name="Group 686">
              <a:extLst>
                <a:ext uri="{FF2B5EF4-FFF2-40B4-BE49-F238E27FC236}">
                  <a16:creationId xmlns:a16="http://schemas.microsoft.com/office/drawing/2014/main" id="{909CDE26-6F63-5DB0-20BF-A79298CA7C28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688" name="Group 687">
                <a:extLst>
                  <a:ext uri="{FF2B5EF4-FFF2-40B4-BE49-F238E27FC236}">
                    <a16:creationId xmlns:a16="http://schemas.microsoft.com/office/drawing/2014/main" id="{3EF2625E-E677-8783-2EB8-E886FBE112C2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697" name="Picture 1018" descr="laptop_keyboard">
                  <a:extLst>
                    <a:ext uri="{FF2B5EF4-FFF2-40B4-BE49-F238E27FC236}">
                      <a16:creationId xmlns:a16="http://schemas.microsoft.com/office/drawing/2014/main" id="{A900F10C-9004-05CA-588E-CD5D2FB038A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98" name="Freeform 1019">
                  <a:extLst>
                    <a:ext uri="{FF2B5EF4-FFF2-40B4-BE49-F238E27FC236}">
                      <a16:creationId xmlns:a16="http://schemas.microsoft.com/office/drawing/2014/main" id="{2E5937C3-6C78-95A0-722C-0637C017A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699" name="Picture 1020" descr="screen">
                  <a:extLst>
                    <a:ext uri="{FF2B5EF4-FFF2-40B4-BE49-F238E27FC236}">
                      <a16:creationId xmlns:a16="http://schemas.microsoft.com/office/drawing/2014/main" id="{A067D3B8-9BB1-8E0D-B458-32E13E96616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00" name="Freeform 1021">
                  <a:extLst>
                    <a:ext uri="{FF2B5EF4-FFF2-40B4-BE49-F238E27FC236}">
                      <a16:creationId xmlns:a16="http://schemas.microsoft.com/office/drawing/2014/main" id="{700F8A7A-1E14-0AB8-9310-09559B22F7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1" name="Freeform 1022">
                  <a:extLst>
                    <a:ext uri="{FF2B5EF4-FFF2-40B4-BE49-F238E27FC236}">
                      <a16:creationId xmlns:a16="http://schemas.microsoft.com/office/drawing/2014/main" id="{FFED7A50-9780-AA94-8462-A509C74EC3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2" name="Freeform 1023">
                  <a:extLst>
                    <a:ext uri="{FF2B5EF4-FFF2-40B4-BE49-F238E27FC236}">
                      <a16:creationId xmlns:a16="http://schemas.microsoft.com/office/drawing/2014/main" id="{0DBD2206-E37E-CC01-8C9E-AF00178902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3" name="Freeform 1024">
                  <a:extLst>
                    <a:ext uri="{FF2B5EF4-FFF2-40B4-BE49-F238E27FC236}">
                      <a16:creationId xmlns:a16="http://schemas.microsoft.com/office/drawing/2014/main" id="{FAD55430-01DA-C8CD-2CC8-4BD8EFF141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4" name="Freeform 1025">
                  <a:extLst>
                    <a:ext uri="{FF2B5EF4-FFF2-40B4-BE49-F238E27FC236}">
                      <a16:creationId xmlns:a16="http://schemas.microsoft.com/office/drawing/2014/main" id="{6A90EEA5-90D5-E645-134C-5DFB4E9B85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5" name="Freeform 1026">
                  <a:extLst>
                    <a:ext uri="{FF2B5EF4-FFF2-40B4-BE49-F238E27FC236}">
                      <a16:creationId xmlns:a16="http://schemas.microsoft.com/office/drawing/2014/main" id="{09278982-0B72-5AB2-9C08-54E19DA510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06" name="Group 1027">
                  <a:extLst>
                    <a:ext uri="{FF2B5EF4-FFF2-40B4-BE49-F238E27FC236}">
                      <a16:creationId xmlns:a16="http://schemas.microsoft.com/office/drawing/2014/main" id="{6136C18C-A7E1-DC24-79FC-B9686CF4D6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13" name="Freeform 1028">
                    <a:extLst>
                      <a:ext uri="{FF2B5EF4-FFF2-40B4-BE49-F238E27FC236}">
                        <a16:creationId xmlns:a16="http://schemas.microsoft.com/office/drawing/2014/main" id="{6D0B7526-3C12-BCF8-06E3-4D957F6AC2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4" name="Freeform 1029">
                    <a:extLst>
                      <a:ext uri="{FF2B5EF4-FFF2-40B4-BE49-F238E27FC236}">
                        <a16:creationId xmlns:a16="http://schemas.microsoft.com/office/drawing/2014/main" id="{E71640BA-4C4D-94B4-A12A-07C9D08626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5" name="Freeform 1030">
                    <a:extLst>
                      <a:ext uri="{FF2B5EF4-FFF2-40B4-BE49-F238E27FC236}">
                        <a16:creationId xmlns:a16="http://schemas.microsoft.com/office/drawing/2014/main" id="{713E8B6A-E446-0679-2B8A-1AFFA6104F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6" name="Freeform 1031">
                    <a:extLst>
                      <a:ext uri="{FF2B5EF4-FFF2-40B4-BE49-F238E27FC236}">
                        <a16:creationId xmlns:a16="http://schemas.microsoft.com/office/drawing/2014/main" id="{39F05A8F-DB4D-23DD-1E6A-F7DDB1B6E1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7" name="Freeform 1032">
                    <a:extLst>
                      <a:ext uri="{FF2B5EF4-FFF2-40B4-BE49-F238E27FC236}">
                        <a16:creationId xmlns:a16="http://schemas.microsoft.com/office/drawing/2014/main" id="{9F009120-4468-8374-95F2-2AD1A316AB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8" name="Freeform 1033">
                    <a:extLst>
                      <a:ext uri="{FF2B5EF4-FFF2-40B4-BE49-F238E27FC236}">
                        <a16:creationId xmlns:a16="http://schemas.microsoft.com/office/drawing/2014/main" id="{AD3C4925-A0DB-1FF7-2DA1-DADBED22B7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07" name="Freeform 1034">
                  <a:extLst>
                    <a:ext uri="{FF2B5EF4-FFF2-40B4-BE49-F238E27FC236}">
                      <a16:creationId xmlns:a16="http://schemas.microsoft.com/office/drawing/2014/main" id="{4C37751D-61CA-C5F0-A87D-3CC48B795B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8" name="Freeform 1035">
                  <a:extLst>
                    <a:ext uri="{FF2B5EF4-FFF2-40B4-BE49-F238E27FC236}">
                      <a16:creationId xmlns:a16="http://schemas.microsoft.com/office/drawing/2014/main" id="{29CCDBEC-6D1E-B419-6E4F-5D6C5E517A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9" name="Freeform 1036">
                  <a:extLst>
                    <a:ext uri="{FF2B5EF4-FFF2-40B4-BE49-F238E27FC236}">
                      <a16:creationId xmlns:a16="http://schemas.microsoft.com/office/drawing/2014/main" id="{D26F21EC-8175-E3EA-3F24-36DAB20283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0" name="Freeform 1037">
                  <a:extLst>
                    <a:ext uri="{FF2B5EF4-FFF2-40B4-BE49-F238E27FC236}">
                      <a16:creationId xmlns:a16="http://schemas.microsoft.com/office/drawing/2014/main" id="{754D939F-3450-BDF4-C27E-C305C37B4C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1" name="Freeform 1038">
                  <a:extLst>
                    <a:ext uri="{FF2B5EF4-FFF2-40B4-BE49-F238E27FC236}">
                      <a16:creationId xmlns:a16="http://schemas.microsoft.com/office/drawing/2014/main" id="{283F7572-E8B6-6797-8DA8-9DDED6889D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2" name="Freeform 1039">
                  <a:extLst>
                    <a:ext uri="{FF2B5EF4-FFF2-40B4-BE49-F238E27FC236}">
                      <a16:creationId xmlns:a16="http://schemas.microsoft.com/office/drawing/2014/main" id="{CE8DFD61-50F5-9A8D-3884-FA6AEB7362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89" name="Group 850">
                <a:extLst>
                  <a:ext uri="{FF2B5EF4-FFF2-40B4-BE49-F238E27FC236}">
                    <a16:creationId xmlns:a16="http://schemas.microsoft.com/office/drawing/2014/main" id="{C60712DD-429A-AD89-1D61-3D55EC0967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691" name="Freeform 851">
                  <a:extLst>
                    <a:ext uri="{FF2B5EF4-FFF2-40B4-BE49-F238E27FC236}">
                      <a16:creationId xmlns:a16="http://schemas.microsoft.com/office/drawing/2014/main" id="{2D0FE167-42AB-1AC2-B4CD-315B16405F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2" name="Freeform 852">
                  <a:extLst>
                    <a:ext uri="{FF2B5EF4-FFF2-40B4-BE49-F238E27FC236}">
                      <a16:creationId xmlns:a16="http://schemas.microsoft.com/office/drawing/2014/main" id="{701567D4-4357-CB1D-583C-07FBE93884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3" name="Freeform 853">
                  <a:extLst>
                    <a:ext uri="{FF2B5EF4-FFF2-40B4-BE49-F238E27FC236}">
                      <a16:creationId xmlns:a16="http://schemas.microsoft.com/office/drawing/2014/main" id="{5D186E44-6678-3994-3C18-02900C92C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4" name="Freeform 854">
                  <a:extLst>
                    <a:ext uri="{FF2B5EF4-FFF2-40B4-BE49-F238E27FC236}">
                      <a16:creationId xmlns:a16="http://schemas.microsoft.com/office/drawing/2014/main" id="{42A4F48A-3AAE-79A3-1065-AE6F12354A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5" name="Freeform 855">
                  <a:extLst>
                    <a:ext uri="{FF2B5EF4-FFF2-40B4-BE49-F238E27FC236}">
                      <a16:creationId xmlns:a16="http://schemas.microsoft.com/office/drawing/2014/main" id="{EE12D171-9449-6595-EA7C-6BFE973B47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96" name="Freeform 856">
                  <a:extLst>
                    <a:ext uri="{FF2B5EF4-FFF2-40B4-BE49-F238E27FC236}">
                      <a16:creationId xmlns:a16="http://schemas.microsoft.com/office/drawing/2014/main" id="{F0614652-F6F9-EF51-FB81-39D73A4B1F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690" name="Straight Connector 689">
                <a:extLst>
                  <a:ext uri="{FF2B5EF4-FFF2-40B4-BE49-F238E27FC236}">
                    <a16:creationId xmlns:a16="http://schemas.microsoft.com/office/drawing/2014/main" id="{BD5D2245-6E18-E837-FB94-6B4FD3ACAB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6" name="Slide Number Placeholder 4">
            <a:extLst>
              <a:ext uri="{FF2B5EF4-FFF2-40B4-BE49-F238E27FC236}">
                <a16:creationId xmlns:a16="http://schemas.microsoft.com/office/drawing/2014/main" id="{DB73D9F5-F87D-6860-3E96-BF4C481E861F}"/>
              </a:ext>
            </a:extLst>
          </p:cNvPr>
          <p:cNvSpPr txBox="1">
            <a:spLocks/>
          </p:cNvSpPr>
          <p:nvPr/>
        </p:nvSpPr>
        <p:spPr>
          <a:xfrm>
            <a:off x="2101573" y="675162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9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3582392" y="1207747"/>
            <a:ext cx="8397207" cy="334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2400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استانداردسازی شبکه‌های محلی (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LAN</a:t>
            </a:r>
            <a:r>
              <a:rPr lang="fa-IR" sz="2400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):</a:t>
            </a:r>
          </a:p>
          <a:p>
            <a:pPr marL="432000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sz="20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سری استانداردهای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</a:t>
            </a:r>
            <a:r>
              <a:rPr lang="fa-IR" sz="20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 </a:t>
            </a:r>
            <a:endParaRPr lang="en-US" sz="2000" b="1" dirty="0">
              <a:solidFill>
                <a:srgbClr val="C00000"/>
              </a:solidFill>
              <a:latin typeface="Calibri" panose="020F0502020204030204" pitchFamily="34" charset="0"/>
              <a:cs typeface="IRANSans(FaNum)" panose="02040503050201020203" pitchFamily="18" charset="-78"/>
            </a:endParaRPr>
          </a:p>
          <a:p>
            <a:pPr marL="864000" lvl="1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802.1</a:t>
            </a:r>
            <a:r>
              <a:rPr lang="fa-IR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: کلیات شامل مدیریت شبکه و کیفیت سرویس‌دهی در شبکه محلی</a:t>
            </a:r>
            <a:endParaRPr lang="en-US" b="1" dirty="0">
              <a:solidFill>
                <a:srgbClr val="0000FF"/>
              </a:solidFill>
              <a:latin typeface="Calibri" panose="020F0502020204030204" pitchFamily="34" charset="0"/>
              <a:cs typeface="IRANSans(FaNum)" panose="02040503050201020203" pitchFamily="18" charset="-78"/>
            </a:endParaRPr>
          </a:p>
          <a:p>
            <a:pPr marL="864000" lvl="1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802.2</a:t>
            </a:r>
            <a:r>
              <a:rPr lang="fa-IR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: زیر لایه کنترل منطقی پیوند (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LLC</a:t>
            </a:r>
            <a:r>
              <a:rPr lang="fa-IR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)</a:t>
            </a:r>
            <a:endParaRPr lang="en-US" b="1" dirty="0">
              <a:solidFill>
                <a:srgbClr val="0000FF"/>
              </a:solidFill>
              <a:latin typeface="Calibri" panose="020F0502020204030204" pitchFamily="34" charset="0"/>
              <a:cs typeface="IRANSans(FaNum)" panose="02040503050201020203" pitchFamily="18" charset="-78"/>
            </a:endParaRPr>
          </a:p>
          <a:p>
            <a:pPr marL="864000" lvl="1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</a:t>
            </a:r>
            <a:r>
              <a:rPr lang="en-US" b="1" dirty="0" err="1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802.x</a:t>
            </a:r>
            <a:r>
              <a:rPr lang="fa-IR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: زیر لایه کنترل دسترسی به رسانه و لایه فیزیکی</a:t>
            </a:r>
          </a:p>
          <a:p>
            <a:pPr marL="1296000" lvl="2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802.3</a:t>
            </a:r>
            <a:r>
              <a:rPr lang="fa-IR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: اترنت (</a:t>
            </a: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Ethernet</a:t>
            </a:r>
            <a:r>
              <a:rPr lang="fa-IR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)</a:t>
            </a:r>
          </a:p>
          <a:p>
            <a:pPr marL="1296000" lvl="2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802.11</a:t>
            </a:r>
            <a:r>
              <a:rPr lang="fa-IR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: </a:t>
            </a: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Wireless LAN</a:t>
            </a:r>
          </a:p>
          <a:p>
            <a:pPr marL="1296000" lvl="2" indent="-144000" algn="just" rtl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…</a:t>
            </a:r>
            <a:endParaRPr lang="fa-IR" sz="1600" b="1" dirty="0">
              <a:solidFill>
                <a:srgbClr val="C00000"/>
              </a:solidFill>
              <a:latin typeface="Calibri" panose="020F0502020204030204" pitchFamily="34" charset="0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31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060DF7DD-A846-2E59-E986-8E0727FFEFDA}"/>
              </a:ext>
            </a:extLst>
          </p:cNvPr>
          <p:cNvSpPr/>
          <p:nvPr/>
        </p:nvSpPr>
        <p:spPr>
          <a:xfrm>
            <a:off x="3320150" y="4013704"/>
            <a:ext cx="2471057" cy="684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Logical Link Control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48E9710-DBB2-12E0-32FE-B0C9603CB08D}"/>
              </a:ext>
            </a:extLst>
          </p:cNvPr>
          <p:cNvSpPr/>
          <p:nvPr/>
        </p:nvSpPr>
        <p:spPr>
          <a:xfrm>
            <a:off x="385631" y="5451689"/>
            <a:ext cx="2471057" cy="79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Physical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069FD8F3-6DA7-7809-95BE-EAA1D085E815}"/>
              </a:ext>
            </a:extLst>
          </p:cNvPr>
          <p:cNvSpPr/>
          <p:nvPr/>
        </p:nvSpPr>
        <p:spPr>
          <a:xfrm>
            <a:off x="385635" y="1541076"/>
            <a:ext cx="2471057" cy="79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Application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2A549AA1-6DE9-4F94-8539-D9FA560D40D3}"/>
              </a:ext>
            </a:extLst>
          </p:cNvPr>
          <p:cNvSpPr/>
          <p:nvPr/>
        </p:nvSpPr>
        <p:spPr>
          <a:xfrm>
            <a:off x="385632" y="4019756"/>
            <a:ext cx="2471057" cy="14018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Link Layer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89622763-4B30-7CD4-A1AF-D489EAD7BDC9}"/>
              </a:ext>
            </a:extLst>
          </p:cNvPr>
          <p:cNvSpPr/>
          <p:nvPr/>
        </p:nvSpPr>
        <p:spPr>
          <a:xfrm>
            <a:off x="385634" y="2366336"/>
            <a:ext cx="2471057" cy="79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Transport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D186452-62A0-2C35-B87E-469A1A3A767E}"/>
              </a:ext>
            </a:extLst>
          </p:cNvPr>
          <p:cNvSpPr/>
          <p:nvPr/>
        </p:nvSpPr>
        <p:spPr>
          <a:xfrm>
            <a:off x="385633" y="3193448"/>
            <a:ext cx="2471057" cy="79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Internet (Network)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304B68BA-4E54-DACD-BF76-37F8E26B9F93}"/>
              </a:ext>
            </a:extLst>
          </p:cNvPr>
          <p:cNvSpPr/>
          <p:nvPr/>
        </p:nvSpPr>
        <p:spPr>
          <a:xfrm>
            <a:off x="3320150" y="4721130"/>
            <a:ext cx="2471057" cy="684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Medium Access Control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A798615B-D0CD-0348-221D-AFD2308938C5}"/>
              </a:ext>
            </a:extLst>
          </p:cNvPr>
          <p:cNvSpPr/>
          <p:nvPr/>
        </p:nvSpPr>
        <p:spPr>
          <a:xfrm>
            <a:off x="3320150" y="5451689"/>
            <a:ext cx="2471057" cy="79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Physical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DE16CA8E-E9EA-1FB2-1060-50401BCB84FE}"/>
              </a:ext>
            </a:extLst>
          </p:cNvPr>
          <p:cNvSpPr txBox="1"/>
          <p:nvPr/>
        </p:nvSpPr>
        <p:spPr>
          <a:xfrm>
            <a:off x="878103" y="1189243"/>
            <a:ext cx="148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TCP/IP Model</a:t>
            </a:r>
          </a:p>
        </p:txBody>
      </p:sp>
      <p:sp>
        <p:nvSpPr>
          <p:cNvPr id="545" name="Right Brace 544">
            <a:extLst>
              <a:ext uri="{FF2B5EF4-FFF2-40B4-BE49-F238E27FC236}">
                <a16:creationId xmlns:a16="http://schemas.microsoft.com/office/drawing/2014/main" id="{323384C5-F017-9388-17D2-D6C49D94B0DB}"/>
              </a:ext>
            </a:extLst>
          </p:cNvPr>
          <p:cNvSpPr/>
          <p:nvPr/>
        </p:nvSpPr>
        <p:spPr>
          <a:xfrm>
            <a:off x="5882776" y="4019755"/>
            <a:ext cx="197718" cy="684000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Right Brace 545">
            <a:extLst>
              <a:ext uri="{FF2B5EF4-FFF2-40B4-BE49-F238E27FC236}">
                <a16:creationId xmlns:a16="http://schemas.microsoft.com/office/drawing/2014/main" id="{2EFA003A-1577-F002-C41E-10C4E3BD9BBD}"/>
              </a:ext>
            </a:extLst>
          </p:cNvPr>
          <p:cNvSpPr/>
          <p:nvPr/>
        </p:nvSpPr>
        <p:spPr>
          <a:xfrm>
            <a:off x="5893660" y="4737111"/>
            <a:ext cx="197718" cy="1512000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AC9755D5-D89C-8BEF-B677-25F96DCC3A01}"/>
              </a:ext>
            </a:extLst>
          </p:cNvPr>
          <p:cNvSpPr txBox="1"/>
          <p:nvPr/>
        </p:nvSpPr>
        <p:spPr>
          <a:xfrm>
            <a:off x="6134096" y="5280921"/>
            <a:ext cx="235676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</a:t>
            </a:r>
            <a:r>
              <a:rPr lang="en-US" b="1" dirty="0" err="1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802.x</a:t>
            </a:r>
            <a:endParaRPr lang="en-US" b="1" dirty="0">
              <a:solidFill>
                <a:srgbClr val="0000FF"/>
              </a:solidFill>
              <a:latin typeface="Calibri" panose="020F0502020204030204" pitchFamily="34" charset="0"/>
              <a:cs typeface="IRANSans(FaNum)" panose="02040503050201020203" pitchFamily="18" charset="-78"/>
            </a:endParaRPr>
          </a:p>
          <a:p>
            <a:pPr marL="324000" indent="-1440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802.3</a:t>
            </a:r>
          </a:p>
          <a:p>
            <a:pPr marL="324000" indent="-1440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802.11</a:t>
            </a:r>
          </a:p>
          <a:p>
            <a:pPr marL="324000" indent="-1440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…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2B27086C-7466-B4A5-4FE6-4E2DC7B7DA6C}"/>
              </a:ext>
            </a:extLst>
          </p:cNvPr>
          <p:cNvSpPr txBox="1"/>
          <p:nvPr/>
        </p:nvSpPr>
        <p:spPr>
          <a:xfrm>
            <a:off x="6134096" y="4204284"/>
            <a:ext cx="2356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IRANSans(FaNum)" panose="02040503050201020203" pitchFamily="18" charset="-78"/>
              </a:rPr>
              <a:t>IEEE 802.2</a:t>
            </a: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B393AEBC-26F2-E596-535F-B7BAC475E3A4}"/>
              </a:ext>
            </a:extLst>
          </p:cNvPr>
          <p:cNvCxnSpPr/>
          <p:nvPr/>
        </p:nvCxnSpPr>
        <p:spPr>
          <a:xfrm>
            <a:off x="2726058" y="3997984"/>
            <a:ext cx="725704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596EE8E4-34DE-6FE1-9BBA-655932FFB032}"/>
              </a:ext>
            </a:extLst>
          </p:cNvPr>
          <p:cNvCxnSpPr/>
          <p:nvPr/>
        </p:nvCxnSpPr>
        <p:spPr>
          <a:xfrm>
            <a:off x="2715175" y="5434899"/>
            <a:ext cx="725704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9C7BF92B-2009-0117-3704-AE67B1CF0C39}"/>
              </a:ext>
            </a:extLst>
          </p:cNvPr>
          <p:cNvCxnSpPr/>
          <p:nvPr/>
        </p:nvCxnSpPr>
        <p:spPr>
          <a:xfrm>
            <a:off x="2715174" y="6262217"/>
            <a:ext cx="725704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17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591946" y="1381229"/>
            <a:ext cx="11415719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2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اترنت</a:t>
            </a:r>
            <a:r>
              <a:rPr lang="fa-IR" sz="24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</a:p>
          <a:p>
            <a:pPr marL="648000" indent="-216000" algn="just" rtl="1">
              <a:lnSpc>
                <a:spcPct val="125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از یک شبکه ساده با سرعت ۱۰ مگابیت و ساختار گذرگاهی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bus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، به شبکه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‌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 بسیار سریع با ساختار سوئیچ‌شده با سرعت صدها گیگابیت تحول یافته است.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648000" indent="-216000" algn="just" rtl="1">
              <a:lnSpc>
                <a:spcPct val="125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 دلیل سادگی، مقیاس‌پذیری و مقرون‌به‌صرفه بودن، همچنان پر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کاربردترین فناوری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LAN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جهان است.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32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6300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590491" y="1217011"/>
            <a:ext cx="11415719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تاریخچه اترنت –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802.3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۱۹۷۳ – اختراع اترنت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مخترع: رابرت متکالف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Robert Metcalfe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</a:t>
            </a: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 تیمش در شرکت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Xerox PARC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.</a:t>
            </a: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سرعت اولیه: ۲.۹۴ مگابیت بر ثانیه.</a:t>
            </a:r>
            <a:endParaRPr lang="fa-IR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ایده اترنت از سیستم بی‌سیم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ALOHA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</a:t>
            </a: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توسعه‌یافته در دانشگاه هاوایی الهام گرفته شد.</a:t>
            </a:r>
            <a:endParaRPr lang="fa-IR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از کابل کواکسیال و توپولوژی گذرگاه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bus</a:t>
            </a:r>
            <a:r>
              <a:rPr lang="fa-IR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</a:t>
            </a:r>
            <a:r>
              <a:rPr lang="en-US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استفاده می‌کرد.</a:t>
            </a:r>
            <a:endParaRPr lang="en-US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33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pic>
        <p:nvPicPr>
          <p:cNvPr id="9" name="Picture 4" descr="551 metcalfe-enet">
            <a:extLst>
              <a:ext uri="{FF2B5EF4-FFF2-40B4-BE49-F238E27FC236}">
                <a16:creationId xmlns:a16="http://schemas.microsoft.com/office/drawing/2014/main" id="{6F0066EE-5E45-5956-5E3D-43290EAA6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811" y="4246951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A902A8A0-D722-37A3-E9FE-C64461F78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2197" y="5307262"/>
            <a:ext cx="31773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rtl="1">
              <a:defRPr/>
            </a:pPr>
            <a:r>
              <a:rPr lang="fa-IR" sz="1600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طرح اترنت متکالف</a:t>
            </a:r>
          </a:p>
          <a:p>
            <a:pPr algn="r" rtl="1">
              <a:defRPr/>
            </a:pPr>
            <a:r>
              <a:rPr lang="fa-IR" sz="1600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(</a:t>
            </a:r>
            <a:r>
              <a:rPr lang="en-US" sz="1600" b="1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Metcalfe’s Ethernet sketch</a:t>
            </a:r>
            <a:r>
              <a:rPr lang="fa-IR" sz="1600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algn="r" rtl="1">
              <a:defRPr/>
            </a:pPr>
            <a:r>
              <a:rPr lang="fa-IR" sz="1600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نگهداری شده در موزه تاریخ کامپیوتر</a:t>
            </a:r>
          </a:p>
          <a:p>
            <a:pPr algn="r" rtl="1">
              <a:defRPr/>
            </a:pPr>
            <a:r>
              <a:rPr lang="fa-IR" sz="1600" b="1" i="0" dirty="0">
                <a:latin typeface="IRANSans(FaNum)" panose="02040503050201020203" pitchFamily="18" charset="-78"/>
                <a:cs typeface="IRANSans(FaNum)" panose="02040503050201020203" pitchFamily="18" charset="-78"/>
              </a:rPr>
              <a:t>کالیفرنیا، ایالات متحده آمریکا</a:t>
            </a:r>
            <a:endParaRPr lang="en-US" sz="1600" b="1" i="0" dirty="0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2" name="Line 32">
            <a:extLst>
              <a:ext uri="{FF2B5EF4-FFF2-40B4-BE49-F238E27FC236}">
                <a16:creationId xmlns:a16="http://schemas.microsoft.com/office/drawing/2014/main" id="{524AB4EA-B54D-36B3-9FD8-F143092E5E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9429" y="4561940"/>
            <a:ext cx="616233" cy="1201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F63B87-4820-33A7-961A-3E6917A645E5}"/>
              </a:ext>
            </a:extLst>
          </p:cNvPr>
          <p:cNvGrpSpPr/>
          <p:nvPr/>
        </p:nvGrpSpPr>
        <p:grpSpPr>
          <a:xfrm>
            <a:off x="1717173" y="4505497"/>
            <a:ext cx="468488" cy="103894"/>
            <a:chOff x="3160889" y="5723468"/>
            <a:chExt cx="468488" cy="103894"/>
          </a:xfrm>
        </p:grpSpPr>
        <p:sp>
          <p:nvSpPr>
            <p:cNvPr id="15" name="Rectangle 37">
              <a:extLst>
                <a:ext uri="{FF2B5EF4-FFF2-40B4-BE49-F238E27FC236}">
                  <a16:creationId xmlns:a16="http://schemas.microsoft.com/office/drawing/2014/main" id="{6B13958B-7B36-4F01-CFFE-9DE1AE319B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DC736B8-17B3-F143-0D04-5E5D4436846F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40061E-8F66-169C-A260-9BBE079CD739}"/>
              </a:ext>
            </a:extLst>
          </p:cNvPr>
          <p:cNvGrpSpPr/>
          <p:nvPr/>
        </p:nvGrpSpPr>
        <p:grpSpPr>
          <a:xfrm>
            <a:off x="1418016" y="5086875"/>
            <a:ext cx="468488" cy="103894"/>
            <a:chOff x="3160889" y="5723468"/>
            <a:chExt cx="468488" cy="103894"/>
          </a:xfrm>
        </p:grpSpPr>
        <p:sp>
          <p:nvSpPr>
            <p:cNvPr id="18" name="Rectangle 37">
              <a:extLst>
                <a:ext uri="{FF2B5EF4-FFF2-40B4-BE49-F238E27FC236}">
                  <a16:creationId xmlns:a16="http://schemas.microsoft.com/office/drawing/2014/main" id="{C15D2CFC-5D53-DC6A-3FD5-097D4BBA8A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C7D23C-4CE5-5D57-39C4-4D8F9C29B4C5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EA4011-4896-EEA3-83C7-0944EE9BBCBE}"/>
              </a:ext>
            </a:extLst>
          </p:cNvPr>
          <p:cNvGrpSpPr/>
          <p:nvPr/>
        </p:nvGrpSpPr>
        <p:grpSpPr>
          <a:xfrm>
            <a:off x="1107570" y="5707764"/>
            <a:ext cx="468488" cy="103894"/>
            <a:chOff x="3160889" y="5723468"/>
            <a:chExt cx="468488" cy="103894"/>
          </a:xfrm>
        </p:grpSpPr>
        <p:sp>
          <p:nvSpPr>
            <p:cNvPr id="21" name="Rectangle 37">
              <a:extLst>
                <a:ext uri="{FF2B5EF4-FFF2-40B4-BE49-F238E27FC236}">
                  <a16:creationId xmlns:a16="http://schemas.microsoft.com/office/drawing/2014/main" id="{F4362636-2011-2CCE-E8C0-705EE37142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A71DA6-4B62-DEBC-C1DB-5A1086B777FF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54">
            <a:extLst>
              <a:ext uri="{FF2B5EF4-FFF2-40B4-BE49-F238E27FC236}">
                <a16:creationId xmlns:a16="http://schemas.microsoft.com/office/drawing/2014/main" id="{5B85F481-9434-9F84-79D5-CB12C846F097}"/>
              </a:ext>
            </a:extLst>
          </p:cNvPr>
          <p:cNvGrpSpPr>
            <a:grpSpLocks/>
          </p:cNvGrpSpPr>
          <p:nvPr/>
        </p:nvGrpSpPr>
        <p:grpSpPr bwMode="auto">
          <a:xfrm>
            <a:off x="581126" y="5354100"/>
            <a:ext cx="640071" cy="517525"/>
            <a:chOff x="-44" y="1473"/>
            <a:chExt cx="981" cy="1105"/>
          </a:xfrm>
        </p:grpSpPr>
        <p:pic>
          <p:nvPicPr>
            <p:cNvPr id="24" name="Picture 55" descr="desktop_computer_stylized_medium">
              <a:extLst>
                <a:ext uri="{FF2B5EF4-FFF2-40B4-BE49-F238E27FC236}">
                  <a16:creationId xmlns:a16="http://schemas.microsoft.com/office/drawing/2014/main" id="{CEF01A04-04DF-EA16-4CCE-2AFABE7AA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56">
              <a:extLst>
                <a:ext uri="{FF2B5EF4-FFF2-40B4-BE49-F238E27FC236}">
                  <a16:creationId xmlns:a16="http://schemas.microsoft.com/office/drawing/2014/main" id="{3414DDBC-99F4-0575-404C-98B27430E34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6" name="Group 49">
            <a:extLst>
              <a:ext uri="{FF2B5EF4-FFF2-40B4-BE49-F238E27FC236}">
                <a16:creationId xmlns:a16="http://schemas.microsoft.com/office/drawing/2014/main" id="{AF17E8AA-4A68-FA18-E5DE-55A3DE37DEA6}"/>
              </a:ext>
            </a:extLst>
          </p:cNvPr>
          <p:cNvGrpSpPr>
            <a:grpSpLocks/>
          </p:cNvGrpSpPr>
          <p:nvPr/>
        </p:nvGrpSpPr>
        <p:grpSpPr bwMode="auto">
          <a:xfrm>
            <a:off x="887686" y="4733215"/>
            <a:ext cx="640071" cy="517525"/>
            <a:chOff x="-44" y="1473"/>
            <a:chExt cx="981" cy="1105"/>
          </a:xfrm>
        </p:grpSpPr>
        <p:pic>
          <p:nvPicPr>
            <p:cNvPr id="27" name="Picture 50" descr="desktop_computer_stylized_medium">
              <a:extLst>
                <a:ext uri="{FF2B5EF4-FFF2-40B4-BE49-F238E27FC236}">
                  <a16:creationId xmlns:a16="http://schemas.microsoft.com/office/drawing/2014/main" id="{D15E22C9-1985-C36B-6A52-0A3AAC18A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Freeform 51">
              <a:extLst>
                <a:ext uri="{FF2B5EF4-FFF2-40B4-BE49-F238E27FC236}">
                  <a16:creationId xmlns:a16="http://schemas.microsoft.com/office/drawing/2014/main" id="{5908B6F7-4BA8-0BD6-7A78-816B5585C2D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9" name="Group 49">
            <a:extLst>
              <a:ext uri="{FF2B5EF4-FFF2-40B4-BE49-F238E27FC236}">
                <a16:creationId xmlns:a16="http://schemas.microsoft.com/office/drawing/2014/main" id="{8D9E13F3-719B-5B07-0BE3-15982D2233E8}"/>
              </a:ext>
            </a:extLst>
          </p:cNvPr>
          <p:cNvGrpSpPr>
            <a:grpSpLocks/>
          </p:cNvGrpSpPr>
          <p:nvPr/>
        </p:nvGrpSpPr>
        <p:grpSpPr bwMode="auto">
          <a:xfrm>
            <a:off x="1171850" y="4155541"/>
            <a:ext cx="640071" cy="517525"/>
            <a:chOff x="-44" y="1473"/>
            <a:chExt cx="981" cy="1105"/>
          </a:xfrm>
        </p:grpSpPr>
        <p:pic>
          <p:nvPicPr>
            <p:cNvPr id="30" name="Picture 50" descr="desktop_computer_stylized_medium">
              <a:extLst>
                <a:ext uri="{FF2B5EF4-FFF2-40B4-BE49-F238E27FC236}">
                  <a16:creationId xmlns:a16="http://schemas.microsoft.com/office/drawing/2014/main" id="{84FE5A08-403A-71FF-850A-042D56F8AE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Freeform 51">
              <a:extLst>
                <a:ext uri="{FF2B5EF4-FFF2-40B4-BE49-F238E27FC236}">
                  <a16:creationId xmlns:a16="http://schemas.microsoft.com/office/drawing/2014/main" id="{4D48F956-D550-7602-26B0-59C27B178E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FC35BD-F322-C598-1844-171CFD425999}"/>
              </a:ext>
            </a:extLst>
          </p:cNvPr>
          <p:cNvGrpSpPr/>
          <p:nvPr/>
        </p:nvGrpSpPr>
        <p:grpSpPr>
          <a:xfrm rot="10800000">
            <a:off x="1672016" y="5504564"/>
            <a:ext cx="468488" cy="103894"/>
            <a:chOff x="3160889" y="5723468"/>
            <a:chExt cx="468488" cy="103894"/>
          </a:xfrm>
        </p:grpSpPr>
        <p:sp>
          <p:nvSpPr>
            <p:cNvPr id="33" name="Rectangle 37">
              <a:extLst>
                <a:ext uri="{FF2B5EF4-FFF2-40B4-BE49-F238E27FC236}">
                  <a16:creationId xmlns:a16="http://schemas.microsoft.com/office/drawing/2014/main" id="{434050C4-8E5C-9576-3CF4-C9F9873D2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AA14EC-C3D7-D176-7210-6058B11D732A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E48282-550F-00F1-B702-1E333C3EF26C}"/>
              </a:ext>
            </a:extLst>
          </p:cNvPr>
          <p:cNvGrpSpPr/>
          <p:nvPr/>
        </p:nvGrpSpPr>
        <p:grpSpPr>
          <a:xfrm rot="10800000">
            <a:off x="2016327" y="4838519"/>
            <a:ext cx="468488" cy="103894"/>
            <a:chOff x="3160889" y="5723468"/>
            <a:chExt cx="468488" cy="103894"/>
          </a:xfrm>
        </p:grpSpPr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4DEB015B-DEB7-C095-6560-4807C520C7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34167" y="565019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0296494-1C8C-4660-146E-72D92D6EB8B3}"/>
                </a:ext>
              </a:extLst>
            </p:cNvPr>
            <p:cNvCxnSpPr/>
            <p:nvPr/>
          </p:nvCxnSpPr>
          <p:spPr>
            <a:xfrm>
              <a:off x="3403599" y="5774267"/>
              <a:ext cx="2257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44">
            <a:extLst>
              <a:ext uri="{FF2B5EF4-FFF2-40B4-BE49-F238E27FC236}">
                <a16:creationId xmlns:a16="http://schemas.microsoft.com/office/drawing/2014/main" id="{1CCB6123-8BDF-5CEB-DA82-1EBB11F3D300}"/>
              </a:ext>
            </a:extLst>
          </p:cNvPr>
          <p:cNvGrpSpPr>
            <a:grpSpLocks/>
          </p:cNvGrpSpPr>
          <p:nvPr/>
        </p:nvGrpSpPr>
        <p:grpSpPr bwMode="auto">
          <a:xfrm>
            <a:off x="2189791" y="4609036"/>
            <a:ext cx="711200" cy="601662"/>
            <a:chOff x="-44" y="1473"/>
            <a:chExt cx="981" cy="1105"/>
          </a:xfrm>
        </p:grpSpPr>
        <p:pic>
          <p:nvPicPr>
            <p:cNvPr id="39" name="Picture 45" descr="desktop_computer_stylized_medium">
              <a:extLst>
                <a:ext uri="{FF2B5EF4-FFF2-40B4-BE49-F238E27FC236}">
                  <a16:creationId xmlns:a16="http://schemas.microsoft.com/office/drawing/2014/main" id="{B0E60641-122A-E4AF-757A-91DBBA9AEB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Freeform 46">
              <a:extLst>
                <a:ext uri="{FF2B5EF4-FFF2-40B4-BE49-F238E27FC236}">
                  <a16:creationId xmlns:a16="http://schemas.microsoft.com/office/drawing/2014/main" id="{34C70F45-D1F4-7E5A-AADC-CE4531A534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47856B26-4D28-5F1F-1EB9-D30532B38493}"/>
              </a:ext>
            </a:extLst>
          </p:cNvPr>
          <p:cNvGrpSpPr>
            <a:grpSpLocks/>
          </p:cNvGrpSpPr>
          <p:nvPr/>
        </p:nvGrpSpPr>
        <p:grpSpPr bwMode="auto">
          <a:xfrm>
            <a:off x="1834191" y="5274903"/>
            <a:ext cx="711200" cy="600075"/>
            <a:chOff x="-44" y="1473"/>
            <a:chExt cx="981" cy="1105"/>
          </a:xfrm>
        </p:grpSpPr>
        <p:pic>
          <p:nvPicPr>
            <p:cNvPr id="42" name="Picture 41" descr="desktop_computer_stylized_medium">
              <a:extLst>
                <a:ext uri="{FF2B5EF4-FFF2-40B4-BE49-F238E27FC236}">
                  <a16:creationId xmlns:a16="http://schemas.microsoft.com/office/drawing/2014/main" id="{7E7EDA45-BAE3-1B80-1301-1462F9F7A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46">
              <a:extLst>
                <a:ext uri="{FF2B5EF4-FFF2-40B4-BE49-F238E27FC236}">
                  <a16:creationId xmlns:a16="http://schemas.microsoft.com/office/drawing/2014/main" id="{2D7FC8A4-2321-45CA-6ADC-AF13AAF0D55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2169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590491" y="1217011"/>
            <a:ext cx="1141571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تاریخچه اترنت –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802.3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 (</a:t>
            </a:r>
            <a:r>
              <a:rPr lang="fa-IR" sz="2000" b="1" i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ادامه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۱۹۷۹ – آغاز همکاری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شرکت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Xerox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 شرکت‌های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DEC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Intel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برای تدوین یک نسخه استاندارد از اترنت</a:t>
            </a:r>
            <a:endParaRPr lang="fa-IR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۱۹۸۰ – استاندارد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DIX Ethernet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اولین مشخصات رسمی اترنت</a:t>
            </a:r>
            <a:endParaRPr lang="fa-IR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 نام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DIX Ethernet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مخفف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DEC، Intel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Xerox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منتشر شد.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سرعت: ۱۰ مگابیت بر ثانیه.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این نسخه پایه‌گذار استاندارد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شد.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۱۹۸۳ – تصویب استاندارد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802.3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مؤسسه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استاندارد اترنت را به عنوان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تصویب کرد.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با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سرعت ۱۰ مگابیت بر ثانیه روی کابل کواکسیال ضخیم.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34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386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590491" y="1217011"/>
            <a:ext cx="11415719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تاریخچه اترنت –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802.3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 (</a:t>
            </a:r>
            <a:r>
              <a:rPr lang="fa-IR" sz="2000" b="1" i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ادامه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دهه ۱۹۸۵ تا ۱۹۹۰ – پیشرفت اترنت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استفاده از کابل‌های زوج سیم تابیده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Twisted-Pair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استفاده از سوییچ‌های اترنت (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توپولوژی ستاره‌ای بر پایه کابل‌های زوج تابیده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۱۹۹۵ – اترنت سریع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Fast Ethernet – 100 Mbps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استاندارد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u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تعریف شد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افزایش سرعت به ۱۰۰ مگابیت بر ثانیه.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۱۹۹۸ – اترنت گیگابیتی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1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Gbps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استاندارد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z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35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282DAA-9E04-9EE5-6D9D-E63CC1E4B8EF}"/>
              </a:ext>
            </a:extLst>
          </p:cNvPr>
          <p:cNvGrpSpPr/>
          <p:nvPr/>
        </p:nvGrpSpPr>
        <p:grpSpPr>
          <a:xfrm>
            <a:off x="419941" y="2664178"/>
            <a:ext cx="3146799" cy="2516574"/>
            <a:chOff x="6296294" y="3889527"/>
            <a:chExt cx="3146799" cy="251657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DA0C762-4AE7-ED07-23DC-6F362CE5A1C3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7906769" y="4630890"/>
              <a:ext cx="2249" cy="12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3C7AA3-3747-D0D5-B82B-674C6D87FF09}"/>
                </a:ext>
              </a:extLst>
            </p:cNvPr>
            <p:cNvCxnSpPr>
              <a:cxnSpLocks/>
            </p:cNvCxnSpPr>
            <p:nvPr/>
          </p:nvCxnSpPr>
          <p:spPr>
            <a:xfrm>
              <a:off x="6945441" y="5100170"/>
              <a:ext cx="21448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37">
              <a:extLst>
                <a:ext uri="{FF2B5EF4-FFF2-40B4-BE49-F238E27FC236}">
                  <a16:creationId xmlns:a16="http://schemas.microsoft.com/office/drawing/2014/main" id="{4F4D7F5C-17EB-B757-7F54-FD2C14AE12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70879" y="497609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5" name="Group 49">
              <a:extLst>
                <a:ext uri="{FF2B5EF4-FFF2-40B4-BE49-F238E27FC236}">
                  <a16:creationId xmlns:a16="http://schemas.microsoft.com/office/drawing/2014/main" id="{995CF91D-C45C-9E51-3EDD-5C27D3C30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id="36" name="Picture 50" descr="desktop_computer_stylized_medium">
                <a:extLst>
                  <a:ext uri="{FF2B5EF4-FFF2-40B4-BE49-F238E27FC236}">
                    <a16:creationId xmlns:a16="http://schemas.microsoft.com/office/drawing/2014/main" id="{BB462BD3-484B-7B55-0B40-D4CF74D930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Freeform 51">
                <a:extLst>
                  <a:ext uri="{FF2B5EF4-FFF2-40B4-BE49-F238E27FC236}">
                    <a16:creationId xmlns:a16="http://schemas.microsoft.com/office/drawing/2014/main" id="{7658E574-F626-B1E2-165F-CEAF5B3F447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6" name="Rectangle 37">
              <a:extLst>
                <a:ext uri="{FF2B5EF4-FFF2-40B4-BE49-F238E27FC236}">
                  <a16:creationId xmlns:a16="http://schemas.microsoft.com/office/drawing/2014/main" id="{C73A2FF6-4B26-30DB-8D92-C7EB508605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36293" y="496987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7" name="Group 49">
              <a:extLst>
                <a:ext uri="{FF2B5EF4-FFF2-40B4-BE49-F238E27FC236}">
                  <a16:creationId xmlns:a16="http://schemas.microsoft.com/office/drawing/2014/main" id="{62BC0B65-E934-5FDE-DCDF-221B1426A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id="34" name="Picture 50" descr="desktop_computer_stylized_medium">
                <a:extLst>
                  <a:ext uri="{FF2B5EF4-FFF2-40B4-BE49-F238E27FC236}">
                    <a16:creationId xmlns:a16="http://schemas.microsoft.com/office/drawing/2014/main" id="{3C7416CF-4CBB-DB3A-55A6-55E64AE86F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Freeform 51">
                <a:extLst>
                  <a:ext uri="{FF2B5EF4-FFF2-40B4-BE49-F238E27FC236}">
                    <a16:creationId xmlns:a16="http://schemas.microsoft.com/office/drawing/2014/main" id="{B40CF36C-5888-290C-F866-4D321AB308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8" name="Rectangle 37">
              <a:extLst>
                <a:ext uri="{FF2B5EF4-FFF2-40B4-BE49-F238E27FC236}">
                  <a16:creationId xmlns:a16="http://schemas.microsoft.com/office/drawing/2014/main" id="{A29C8D17-33D2-65AA-B708-4F8ADBDBD1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61470" y="566974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9" name="Group 49">
              <a:extLst>
                <a:ext uri="{FF2B5EF4-FFF2-40B4-BE49-F238E27FC236}">
                  <a16:creationId xmlns:a16="http://schemas.microsoft.com/office/drawing/2014/main" id="{D6F2B09D-E116-434E-59F2-9B048D5505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id="32" name="Picture 50" descr="desktop_computer_stylized_medium">
                <a:extLst>
                  <a:ext uri="{FF2B5EF4-FFF2-40B4-BE49-F238E27FC236}">
                    <a16:creationId xmlns:a16="http://schemas.microsoft.com/office/drawing/2014/main" id="{F7185534-6A8C-4220-0701-1A83A4884B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" name="Freeform 51">
                <a:extLst>
                  <a:ext uri="{FF2B5EF4-FFF2-40B4-BE49-F238E27FC236}">
                    <a16:creationId xmlns:a16="http://schemas.microsoft.com/office/drawing/2014/main" id="{CC668112-9F48-050A-CBDA-C858A4C8D59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20" name="Rectangle 37">
              <a:extLst>
                <a:ext uri="{FF2B5EF4-FFF2-40B4-BE49-F238E27FC236}">
                  <a16:creationId xmlns:a16="http://schemas.microsoft.com/office/drawing/2014/main" id="{DE30E972-462F-8313-E7B4-66E2761F39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59915" y="438844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57180973-8B62-735A-396D-BCF72B7CC7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id="30" name="Picture 45" descr="desktop_computer_stylized_medium">
                <a:extLst>
                  <a:ext uri="{FF2B5EF4-FFF2-40B4-BE49-F238E27FC236}">
                    <a16:creationId xmlns:a16="http://schemas.microsoft.com/office/drawing/2014/main" id="{D64BB27E-58EF-FF76-0FC9-7E4DA992C2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Freeform 46">
                <a:extLst>
                  <a:ext uri="{FF2B5EF4-FFF2-40B4-BE49-F238E27FC236}">
                    <a16:creationId xmlns:a16="http://schemas.microsoft.com/office/drawing/2014/main" id="{887C0DAD-82F9-8492-418B-31529402489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CE5B418-FF90-1F0B-18AB-CE08A4CD678E}"/>
                </a:ext>
              </a:extLst>
            </p:cNvPr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905B679-43E4-6C84-32CB-92D426F6D049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112">
                <a:extLst>
                  <a:ext uri="{FF2B5EF4-FFF2-40B4-BE49-F238E27FC236}">
                    <a16:creationId xmlns:a16="http://schemas.microsoft.com/office/drawing/2014/main" id="{04B02351-C515-1C05-DE13-9CD8377D3AE8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3968868-F106-629B-352C-977D4923ECDD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" name="Freeform 114">
                  <a:extLst>
                    <a:ext uri="{FF2B5EF4-FFF2-40B4-BE49-F238E27FC236}">
                      <a16:creationId xmlns:a16="http://schemas.microsoft.com/office/drawing/2014/main" id="{74F1BCA4-46A3-9FB7-D749-5006E38E781D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 115">
                  <a:extLst>
                    <a:ext uri="{FF2B5EF4-FFF2-40B4-BE49-F238E27FC236}">
                      <a16:creationId xmlns:a16="http://schemas.microsoft.com/office/drawing/2014/main" id="{F78CD1EF-17F3-B850-FBAD-2DE4140C7ADC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Freeform 116">
                  <a:extLst>
                    <a:ext uri="{FF2B5EF4-FFF2-40B4-BE49-F238E27FC236}">
                      <a16:creationId xmlns:a16="http://schemas.microsoft.com/office/drawing/2014/main" id="{D0B3D341-0BCA-992A-AC2D-085311033B1F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 117">
                  <a:extLst>
                    <a:ext uri="{FF2B5EF4-FFF2-40B4-BE49-F238E27FC236}">
                      <a16:creationId xmlns:a16="http://schemas.microsoft.com/office/drawing/2014/main" id="{1ACA468E-242A-FA24-6ACC-D3814661FF3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1733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D955C-8C8F-3162-72D7-B0CE479E4E4C}"/>
              </a:ext>
            </a:extLst>
          </p:cNvPr>
          <p:cNvSpPr txBox="1"/>
          <p:nvPr/>
        </p:nvSpPr>
        <p:spPr>
          <a:xfrm>
            <a:off x="590491" y="1217011"/>
            <a:ext cx="11415719" cy="4843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تاریخچه اترنت –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802.3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: (</a:t>
            </a:r>
            <a:r>
              <a:rPr lang="fa-IR" sz="2000" b="1" i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ادامه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۲۰۰۲ تا ۲۰۱۰ – اترنت ۱۰ گیگابیتی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10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Gbps</a:t>
            </a: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معرفی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استاندارد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ae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مورد استفاده در مراکز داده و شبکه‌های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backbone</a:t>
            </a:r>
            <a:endParaRPr lang="fa-IR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دهه ۲۰۱۰ – فراتر از ۱۰ گیگابیت</a:t>
            </a:r>
            <a:endParaRPr lang="fa-IR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معرفی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ba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(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اترنت‌های ۴۰ و ۱۰۰ گیگابیتی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معرفی ا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ستانداردهای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bj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و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 دیگر نسخه‌ها 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(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برای سرعت‌های ۲۰۰ و ۴۰۰ گیگابیت بر ثانیه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)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432000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IQ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۲۰۲۰ تا کنون – توسعه اترنت ترابیتی</a:t>
            </a:r>
            <a:endParaRPr lang="en-US" sz="2000" b="1" dirty="0">
              <a:solidFill>
                <a:srgbClr val="0000FF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8892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در حال توسعه استاندارد 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000" b="1" dirty="0" err="1">
                <a:solidFill>
                  <a:srgbClr val="C00000"/>
                </a:solidFill>
                <a:cs typeface="IRANSans(FaNum)" panose="02040503050201020203" pitchFamily="18" charset="-78"/>
              </a:rPr>
              <a:t>802.3</a:t>
            </a:r>
            <a:r>
              <a:rPr lang="en-US" b="1" dirty="0" err="1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df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</a:t>
            </a:r>
            <a:r>
              <a:rPr lang="ar-IQ" b="1" dirty="0">
                <a:solidFill>
                  <a:srgbClr val="C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برای سرعت‌های ۸۰۰ گیگابیت و ۱.۶ ترابیت بر ثانیه است.</a:t>
            </a: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36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grpSp>
        <p:nvGrpSpPr>
          <p:cNvPr id="9" name="Group 24">
            <a:extLst>
              <a:ext uri="{FF2B5EF4-FFF2-40B4-BE49-F238E27FC236}">
                <a16:creationId xmlns:a16="http://schemas.microsoft.com/office/drawing/2014/main" id="{F21F16F3-F26B-3817-4C2D-BD45125F87B2}"/>
              </a:ext>
            </a:extLst>
          </p:cNvPr>
          <p:cNvGrpSpPr>
            <a:grpSpLocks/>
          </p:cNvGrpSpPr>
          <p:nvPr/>
        </p:nvGrpSpPr>
        <p:grpSpPr bwMode="auto">
          <a:xfrm>
            <a:off x="611076" y="1322001"/>
            <a:ext cx="3783013" cy="3132137"/>
            <a:chOff x="3122" y="1291"/>
            <a:chExt cx="2383" cy="1973"/>
          </a:xfrm>
        </p:grpSpPr>
        <p:sp>
          <p:nvSpPr>
            <p:cNvPr id="12" name="Rectangle 26">
              <a:extLst>
                <a:ext uri="{FF2B5EF4-FFF2-40B4-BE49-F238E27FC236}">
                  <a16:creationId xmlns:a16="http://schemas.microsoft.com/office/drawing/2014/main" id="{F8706291-3CF7-C37A-DF9B-E81B8D072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" y="1758"/>
              <a:ext cx="112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27">
              <a:extLst>
                <a:ext uri="{FF2B5EF4-FFF2-40B4-BE49-F238E27FC236}">
                  <a16:creationId xmlns:a16="http://schemas.microsoft.com/office/drawing/2014/main" id="{023D2140-E458-0465-0C49-7A11299AC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2004"/>
              <a:ext cx="147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600">
                  <a:latin typeface="Times New Roman" panose="02020603050405020304" pitchFamily="18" charset="0"/>
                  <a:sym typeface="Wingdings" panose="05000000000000000000" pitchFamily="2" charset="2"/>
                </a:rPr>
                <a:t>                           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" name="Object 28">
              <a:extLst>
                <a:ext uri="{FF2B5EF4-FFF2-40B4-BE49-F238E27FC236}">
                  <a16:creationId xmlns:a16="http://schemas.microsoft.com/office/drawing/2014/main" id="{FA43E25E-F7E7-84A7-B15F-D6DEDE2F2A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0" y="2366"/>
            <a:ext cx="475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2048040" imgH="2857680" progId="MS_ClipArt_Gallery.2">
                    <p:embed/>
                  </p:oleObj>
                </mc:Choice>
                <mc:Fallback>
                  <p:oleObj name="Clip" r:id="rId4" imgW="2048040" imgH="2857680" progId="MS_ClipArt_Gallery.2">
                    <p:embed/>
                    <p:pic>
                      <p:nvPicPr>
                        <p:cNvPr id="576540" name="Object 28">
                          <a:extLst>
                            <a:ext uri="{FF2B5EF4-FFF2-40B4-BE49-F238E27FC236}">
                              <a16:creationId xmlns:a16="http://schemas.microsoft.com/office/drawing/2014/main" id="{3F9736CD-9C9A-9E4E-99F8-6EFCA9B712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0" y="2366"/>
                          <a:ext cx="475" cy="6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1E679B0B-0916-F58D-A234-E7C2A1B55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093"/>
              <a:ext cx="351" cy="687"/>
            </a:xfrm>
            <a:custGeom>
              <a:avLst/>
              <a:gdLst>
                <a:gd name="T0" fmla="*/ 569 w 569"/>
                <a:gd name="T1" fmla="*/ 0 h 1254"/>
                <a:gd name="T2" fmla="*/ 506 w 569"/>
                <a:gd name="T3" fmla="*/ 576 h 1254"/>
                <a:gd name="T4" fmla="*/ 265 w 569"/>
                <a:gd name="T5" fmla="*/ 1021 h 1254"/>
                <a:gd name="T6" fmla="*/ 0 w 569"/>
                <a:gd name="T7" fmla="*/ 1254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9" h="1254">
                  <a:moveTo>
                    <a:pt x="569" y="0"/>
                  </a:moveTo>
                  <a:cubicBezTo>
                    <a:pt x="563" y="203"/>
                    <a:pt x="557" y="406"/>
                    <a:pt x="506" y="576"/>
                  </a:cubicBezTo>
                  <a:cubicBezTo>
                    <a:pt x="455" y="746"/>
                    <a:pt x="349" y="908"/>
                    <a:pt x="265" y="1021"/>
                  </a:cubicBezTo>
                  <a:cubicBezTo>
                    <a:pt x="181" y="1134"/>
                    <a:pt x="51" y="1210"/>
                    <a:pt x="0" y="1254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8ED0249F-8AC2-8142-1972-2405208F70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67" y="2127"/>
              <a:ext cx="69" cy="641"/>
            </a:xfrm>
            <a:custGeom>
              <a:avLst/>
              <a:gdLst>
                <a:gd name="T0" fmla="*/ 569 w 569"/>
                <a:gd name="T1" fmla="*/ 0 h 1254"/>
                <a:gd name="T2" fmla="*/ 506 w 569"/>
                <a:gd name="T3" fmla="*/ 576 h 1254"/>
                <a:gd name="T4" fmla="*/ 265 w 569"/>
                <a:gd name="T5" fmla="*/ 1021 h 1254"/>
                <a:gd name="T6" fmla="*/ 0 w 569"/>
                <a:gd name="T7" fmla="*/ 1254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9" h="1254">
                  <a:moveTo>
                    <a:pt x="569" y="0"/>
                  </a:moveTo>
                  <a:cubicBezTo>
                    <a:pt x="563" y="203"/>
                    <a:pt x="557" y="406"/>
                    <a:pt x="506" y="576"/>
                  </a:cubicBezTo>
                  <a:cubicBezTo>
                    <a:pt x="455" y="746"/>
                    <a:pt x="349" y="908"/>
                    <a:pt x="265" y="1021"/>
                  </a:cubicBezTo>
                  <a:cubicBezTo>
                    <a:pt x="181" y="1134"/>
                    <a:pt x="51" y="1210"/>
                    <a:pt x="0" y="1254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31">
              <a:extLst>
                <a:ext uri="{FF2B5EF4-FFF2-40B4-BE49-F238E27FC236}">
                  <a16:creationId xmlns:a16="http://schemas.microsoft.com/office/drawing/2014/main" id="{294700C7-9739-DAA5-7168-C99C40FFE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117"/>
              <a:ext cx="100" cy="758"/>
            </a:xfrm>
            <a:custGeom>
              <a:avLst/>
              <a:gdLst>
                <a:gd name="T0" fmla="*/ 17 w 118"/>
                <a:gd name="T1" fmla="*/ 0 h 1380"/>
                <a:gd name="T2" fmla="*/ 17 w 118"/>
                <a:gd name="T3" fmla="*/ 741 h 1380"/>
                <a:gd name="T4" fmla="*/ 118 w 118"/>
                <a:gd name="T5" fmla="*/ 1380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8" h="1380">
                  <a:moveTo>
                    <a:pt x="17" y="0"/>
                  </a:moveTo>
                  <a:cubicBezTo>
                    <a:pt x="8" y="255"/>
                    <a:pt x="0" y="511"/>
                    <a:pt x="17" y="741"/>
                  </a:cubicBezTo>
                  <a:cubicBezTo>
                    <a:pt x="34" y="971"/>
                    <a:pt x="76" y="1175"/>
                    <a:pt x="118" y="138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8" name="Object 32">
              <a:extLst>
                <a:ext uri="{FF2B5EF4-FFF2-40B4-BE49-F238E27FC236}">
                  <a16:creationId xmlns:a16="http://schemas.microsoft.com/office/drawing/2014/main" id="{3A0E6C55-255B-CB6B-6040-CA41A32220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2" y="2604"/>
            <a:ext cx="61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971640" imgH="685800" progId="MS_ClipArt_Gallery.2">
                    <p:embed/>
                  </p:oleObj>
                </mc:Choice>
                <mc:Fallback>
                  <p:oleObj name="Clip" r:id="rId6" imgW="971640" imgH="685800" progId="MS_ClipArt_Gallery.2">
                    <p:embed/>
                    <p:pic>
                      <p:nvPicPr>
                        <p:cNvPr id="576544" name="Object 32">
                          <a:extLst>
                            <a:ext uri="{FF2B5EF4-FFF2-40B4-BE49-F238E27FC236}">
                              <a16:creationId xmlns:a16="http://schemas.microsoft.com/office/drawing/2014/main" id="{D63A8C57-C2C6-2C59-5829-9079919552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2" y="2604"/>
                          <a:ext cx="61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33">
              <a:extLst>
                <a:ext uri="{FF2B5EF4-FFF2-40B4-BE49-F238E27FC236}">
                  <a16:creationId xmlns:a16="http://schemas.microsoft.com/office/drawing/2014/main" id="{46B33E5B-321F-AC01-B990-87C68CDBDD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7" y="2800"/>
            <a:ext cx="547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942840" imgH="838080" progId="MS_ClipArt_Gallery.2">
                    <p:embed/>
                  </p:oleObj>
                </mc:Choice>
                <mc:Fallback>
                  <p:oleObj name="Clip" r:id="rId8" imgW="942840" imgH="838080" progId="MS_ClipArt_Gallery.2">
                    <p:embed/>
                    <p:pic>
                      <p:nvPicPr>
                        <p:cNvPr id="576545" name="Object 33">
                          <a:extLst>
                            <a:ext uri="{FF2B5EF4-FFF2-40B4-BE49-F238E27FC236}">
                              <a16:creationId xmlns:a16="http://schemas.microsoft.com/office/drawing/2014/main" id="{C4A03CE0-D969-4F0C-512D-F5CE75E585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7" y="2800"/>
                          <a:ext cx="547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FCEE2015-D2E0-9533-B7B9-18E838DE5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02"/>
              <a:ext cx="211" cy="711"/>
            </a:xfrm>
            <a:custGeom>
              <a:avLst/>
              <a:gdLst>
                <a:gd name="T0" fmla="*/ 569 w 569"/>
                <a:gd name="T1" fmla="*/ 0 h 1254"/>
                <a:gd name="T2" fmla="*/ 506 w 569"/>
                <a:gd name="T3" fmla="*/ 576 h 1254"/>
                <a:gd name="T4" fmla="*/ 265 w 569"/>
                <a:gd name="T5" fmla="*/ 1021 h 1254"/>
                <a:gd name="T6" fmla="*/ 0 w 569"/>
                <a:gd name="T7" fmla="*/ 1254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9" h="1254">
                  <a:moveTo>
                    <a:pt x="569" y="0"/>
                  </a:moveTo>
                  <a:cubicBezTo>
                    <a:pt x="563" y="203"/>
                    <a:pt x="557" y="406"/>
                    <a:pt x="506" y="576"/>
                  </a:cubicBezTo>
                  <a:cubicBezTo>
                    <a:pt x="455" y="746"/>
                    <a:pt x="349" y="908"/>
                    <a:pt x="265" y="1021"/>
                  </a:cubicBezTo>
                  <a:cubicBezTo>
                    <a:pt x="181" y="1134"/>
                    <a:pt x="51" y="1210"/>
                    <a:pt x="0" y="1254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" name="Object 35">
              <a:extLst>
                <a:ext uri="{FF2B5EF4-FFF2-40B4-BE49-F238E27FC236}">
                  <a16:creationId xmlns:a16="http://schemas.microsoft.com/office/drawing/2014/main" id="{477A7655-BCED-00C3-9A1B-71B58993F3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5" y="2783"/>
            <a:ext cx="547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942840" imgH="838080" progId="MS_ClipArt_Gallery.2">
                    <p:embed/>
                  </p:oleObj>
                </mc:Choice>
                <mc:Fallback>
                  <p:oleObj name="Clip" r:id="rId10" imgW="942840" imgH="838080" progId="MS_ClipArt_Gallery.2">
                    <p:embed/>
                    <p:pic>
                      <p:nvPicPr>
                        <p:cNvPr id="576547" name="Object 35">
                          <a:extLst>
                            <a:ext uri="{FF2B5EF4-FFF2-40B4-BE49-F238E27FC236}">
                              <a16:creationId xmlns:a16="http://schemas.microsoft.com/office/drawing/2014/main" id="{9609209D-967F-E931-B819-0BFCFC03E6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5" y="2783"/>
                          <a:ext cx="547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36">
              <a:extLst>
                <a:ext uri="{FF2B5EF4-FFF2-40B4-BE49-F238E27FC236}">
                  <a16:creationId xmlns:a16="http://schemas.microsoft.com/office/drawing/2014/main" id="{F20BF9AD-3E6D-5DBA-C3CA-C209C0ABE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1291"/>
              <a:ext cx="1666" cy="84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37">
              <a:extLst>
                <a:ext uri="{FF2B5EF4-FFF2-40B4-BE49-F238E27FC236}">
                  <a16:creationId xmlns:a16="http://schemas.microsoft.com/office/drawing/2014/main" id="{E757675F-7792-2BB8-ECBB-E32B4B78F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8" y="1423"/>
              <a:ext cx="1551" cy="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1600" b="1" dirty="0"/>
                <a:t>High-Speed backplane or interconnection fabric</a:t>
              </a:r>
            </a:p>
          </p:txBody>
        </p:sp>
        <p:grpSp>
          <p:nvGrpSpPr>
            <p:cNvPr id="24" name="Group 38">
              <a:extLst>
                <a:ext uri="{FF2B5EF4-FFF2-40B4-BE49-F238E27FC236}">
                  <a16:creationId xmlns:a16="http://schemas.microsoft.com/office/drawing/2014/main" id="{C5CCF72A-44E0-5F7B-7B5E-093693319F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3" y="1843"/>
              <a:ext cx="333" cy="276"/>
              <a:chOff x="4091" y="2922"/>
              <a:chExt cx="333" cy="276"/>
            </a:xfrm>
          </p:grpSpPr>
          <p:grpSp>
            <p:nvGrpSpPr>
              <p:cNvPr id="448" name="Group 39">
                <a:extLst>
                  <a:ext uri="{FF2B5EF4-FFF2-40B4-BE49-F238E27FC236}">
                    <a16:creationId xmlns:a16="http://schemas.microsoft.com/office/drawing/2014/main" id="{5F413478-5663-6C74-A34E-3D239D5F37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1" y="3062"/>
                <a:ext cx="151" cy="133"/>
                <a:chOff x="4029" y="2961"/>
                <a:chExt cx="213" cy="234"/>
              </a:xfrm>
            </p:grpSpPr>
            <p:sp>
              <p:nvSpPr>
                <p:cNvPr id="456" name="Rectangle 40">
                  <a:extLst>
                    <a:ext uri="{FF2B5EF4-FFF2-40B4-BE49-F238E27FC236}">
                      <a16:creationId xmlns:a16="http://schemas.microsoft.com/office/drawing/2014/main" id="{7B2D9894-9E2A-F0D8-609D-6606CE601D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7" name="Line 41">
                  <a:extLst>
                    <a:ext uri="{FF2B5EF4-FFF2-40B4-BE49-F238E27FC236}">
                      <a16:creationId xmlns:a16="http://schemas.microsoft.com/office/drawing/2014/main" id="{33BBAF16-C3CA-F77C-2543-F30F28A3C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8" name="Line 42">
                  <a:extLst>
                    <a:ext uri="{FF2B5EF4-FFF2-40B4-BE49-F238E27FC236}">
                      <a16:creationId xmlns:a16="http://schemas.microsoft.com/office/drawing/2014/main" id="{864B8C9A-370E-67C2-9EA0-98813F1F8F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9" name="Line 43">
                  <a:extLst>
                    <a:ext uri="{FF2B5EF4-FFF2-40B4-BE49-F238E27FC236}">
                      <a16:creationId xmlns:a16="http://schemas.microsoft.com/office/drawing/2014/main" id="{643A3FAC-4665-954C-551A-D058A19C2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9" name="Group 44">
                <a:extLst>
                  <a:ext uri="{FF2B5EF4-FFF2-40B4-BE49-F238E27FC236}">
                    <a16:creationId xmlns:a16="http://schemas.microsoft.com/office/drawing/2014/main" id="{E9CAC0C9-8625-3648-56D1-B635BA9B84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3" y="3065"/>
                <a:ext cx="151" cy="133"/>
                <a:chOff x="4029" y="2961"/>
                <a:chExt cx="213" cy="234"/>
              </a:xfrm>
            </p:grpSpPr>
            <p:sp>
              <p:nvSpPr>
                <p:cNvPr id="452" name="Rectangle 45">
                  <a:extLst>
                    <a:ext uri="{FF2B5EF4-FFF2-40B4-BE49-F238E27FC236}">
                      <a16:creationId xmlns:a16="http://schemas.microsoft.com/office/drawing/2014/main" id="{EBCB308C-48E9-20C9-C808-19214B4D60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3" name="Line 46">
                  <a:extLst>
                    <a:ext uri="{FF2B5EF4-FFF2-40B4-BE49-F238E27FC236}">
                      <a16:creationId xmlns:a16="http://schemas.microsoft.com/office/drawing/2014/main" id="{DCE87E7F-5688-1206-C655-B48C3CC16A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4" name="Line 47">
                  <a:extLst>
                    <a:ext uri="{FF2B5EF4-FFF2-40B4-BE49-F238E27FC236}">
                      <a16:creationId xmlns:a16="http://schemas.microsoft.com/office/drawing/2014/main" id="{7FD872B9-5D99-174A-7C69-11F924F5A3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5" name="Line 48">
                  <a:extLst>
                    <a:ext uri="{FF2B5EF4-FFF2-40B4-BE49-F238E27FC236}">
                      <a16:creationId xmlns:a16="http://schemas.microsoft.com/office/drawing/2014/main" id="{5FB7E8EC-2585-E799-D64B-6A5C42267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50" name="Line 49">
                <a:extLst>
                  <a:ext uri="{FF2B5EF4-FFF2-40B4-BE49-F238E27FC236}">
                    <a16:creationId xmlns:a16="http://schemas.microsoft.com/office/drawing/2014/main" id="{18FCB4A4-0E45-BE6D-1ACF-B5644D64E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7" y="2922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" name="Line 50">
                <a:extLst>
                  <a:ext uri="{FF2B5EF4-FFF2-40B4-BE49-F238E27FC236}">
                    <a16:creationId xmlns:a16="http://schemas.microsoft.com/office/drawing/2014/main" id="{12951752-E754-017C-AA48-02FE54484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1" y="2933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5" name="Group 51">
              <a:extLst>
                <a:ext uri="{FF2B5EF4-FFF2-40B4-BE49-F238E27FC236}">
                  <a16:creationId xmlns:a16="http://schemas.microsoft.com/office/drawing/2014/main" id="{A0E764A8-4984-3ED0-781F-AC4E61A54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5" y="1837"/>
              <a:ext cx="333" cy="276"/>
              <a:chOff x="4091" y="2922"/>
              <a:chExt cx="333" cy="276"/>
            </a:xfrm>
          </p:grpSpPr>
          <p:grpSp>
            <p:nvGrpSpPr>
              <p:cNvPr id="52" name="Group 52">
                <a:extLst>
                  <a:ext uri="{FF2B5EF4-FFF2-40B4-BE49-F238E27FC236}">
                    <a16:creationId xmlns:a16="http://schemas.microsoft.com/office/drawing/2014/main" id="{D6425F67-1D50-158B-D403-92D195CE1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1" y="3062"/>
                <a:ext cx="151" cy="133"/>
                <a:chOff x="4029" y="2961"/>
                <a:chExt cx="213" cy="234"/>
              </a:xfrm>
            </p:grpSpPr>
            <p:sp>
              <p:nvSpPr>
                <p:cNvPr id="60" name="Rectangle 53">
                  <a:extLst>
                    <a:ext uri="{FF2B5EF4-FFF2-40B4-BE49-F238E27FC236}">
                      <a16:creationId xmlns:a16="http://schemas.microsoft.com/office/drawing/2014/main" id="{FA8E6337-F679-80B3-F0F2-30321D1DC3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4">
                  <a:extLst>
                    <a:ext uri="{FF2B5EF4-FFF2-40B4-BE49-F238E27FC236}">
                      <a16:creationId xmlns:a16="http://schemas.microsoft.com/office/drawing/2014/main" id="{113D911D-05A2-B7CB-7E9E-DCE58CCC41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5">
                  <a:extLst>
                    <a:ext uri="{FF2B5EF4-FFF2-40B4-BE49-F238E27FC236}">
                      <a16:creationId xmlns:a16="http://schemas.microsoft.com/office/drawing/2014/main" id="{FBECBA6A-E3AB-4744-106D-0DAFBC5C1B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6">
                  <a:extLst>
                    <a:ext uri="{FF2B5EF4-FFF2-40B4-BE49-F238E27FC236}">
                      <a16:creationId xmlns:a16="http://schemas.microsoft.com/office/drawing/2014/main" id="{EA5D88B9-3E47-2F14-F6A9-BE7287F5F3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3" name="Group 57">
                <a:extLst>
                  <a:ext uri="{FF2B5EF4-FFF2-40B4-BE49-F238E27FC236}">
                    <a16:creationId xmlns:a16="http://schemas.microsoft.com/office/drawing/2014/main" id="{DECB3365-180B-B2EE-BD66-2F39978F7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3" y="3065"/>
                <a:ext cx="151" cy="133"/>
                <a:chOff x="4029" y="2961"/>
                <a:chExt cx="213" cy="234"/>
              </a:xfrm>
            </p:grpSpPr>
            <p:sp>
              <p:nvSpPr>
                <p:cNvPr id="56" name="Rectangle 58">
                  <a:extLst>
                    <a:ext uri="{FF2B5EF4-FFF2-40B4-BE49-F238E27FC236}">
                      <a16:creationId xmlns:a16="http://schemas.microsoft.com/office/drawing/2014/main" id="{58117806-0482-379D-E535-E87A26B96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59">
                  <a:extLst>
                    <a:ext uri="{FF2B5EF4-FFF2-40B4-BE49-F238E27FC236}">
                      <a16:creationId xmlns:a16="http://schemas.microsoft.com/office/drawing/2014/main" id="{28A52811-7225-1A6D-766B-F3D9E67485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60">
                  <a:extLst>
                    <a:ext uri="{FF2B5EF4-FFF2-40B4-BE49-F238E27FC236}">
                      <a16:creationId xmlns:a16="http://schemas.microsoft.com/office/drawing/2014/main" id="{5E860EAE-AD87-1F93-C612-5EE401DAF1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61">
                  <a:extLst>
                    <a:ext uri="{FF2B5EF4-FFF2-40B4-BE49-F238E27FC236}">
                      <a16:creationId xmlns:a16="http://schemas.microsoft.com/office/drawing/2014/main" id="{699A9774-F62C-268F-C7D9-C5DD469D78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4" name="Line 62">
                <a:extLst>
                  <a:ext uri="{FF2B5EF4-FFF2-40B4-BE49-F238E27FC236}">
                    <a16:creationId xmlns:a16="http://schemas.microsoft.com/office/drawing/2014/main" id="{5E3E2FA2-994F-AA68-9BA1-C13655F31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7" y="2922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Line 63">
                <a:extLst>
                  <a:ext uri="{FF2B5EF4-FFF2-40B4-BE49-F238E27FC236}">
                    <a16:creationId xmlns:a16="http://schemas.microsoft.com/office/drawing/2014/main" id="{116BD2DD-3DD4-7868-B20F-719248BBB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1" y="2933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6" name="Group 64">
              <a:extLst>
                <a:ext uri="{FF2B5EF4-FFF2-40B4-BE49-F238E27FC236}">
                  <a16:creationId xmlns:a16="http://schemas.microsoft.com/office/drawing/2014/main" id="{D92D8A75-72CF-5DCA-8A82-EC1EF7D4A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4" y="1832"/>
              <a:ext cx="333" cy="276"/>
              <a:chOff x="4091" y="2922"/>
              <a:chExt cx="333" cy="276"/>
            </a:xfrm>
          </p:grpSpPr>
          <p:grpSp>
            <p:nvGrpSpPr>
              <p:cNvPr id="40" name="Group 65">
                <a:extLst>
                  <a:ext uri="{FF2B5EF4-FFF2-40B4-BE49-F238E27FC236}">
                    <a16:creationId xmlns:a16="http://schemas.microsoft.com/office/drawing/2014/main" id="{7233F63A-E6C4-A35A-9781-9FC6E108F7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1" y="3062"/>
                <a:ext cx="151" cy="133"/>
                <a:chOff x="4029" y="2961"/>
                <a:chExt cx="213" cy="234"/>
              </a:xfrm>
            </p:grpSpPr>
            <p:sp>
              <p:nvSpPr>
                <p:cNvPr id="48" name="Rectangle 66">
                  <a:extLst>
                    <a:ext uri="{FF2B5EF4-FFF2-40B4-BE49-F238E27FC236}">
                      <a16:creationId xmlns:a16="http://schemas.microsoft.com/office/drawing/2014/main" id="{CCAB3C01-BB8C-575D-D0DC-2030A3A188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67">
                  <a:extLst>
                    <a:ext uri="{FF2B5EF4-FFF2-40B4-BE49-F238E27FC236}">
                      <a16:creationId xmlns:a16="http://schemas.microsoft.com/office/drawing/2014/main" id="{B526C81E-037B-E10F-EAD7-2C6AB9F7BB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68">
                  <a:extLst>
                    <a:ext uri="{FF2B5EF4-FFF2-40B4-BE49-F238E27FC236}">
                      <a16:creationId xmlns:a16="http://schemas.microsoft.com/office/drawing/2014/main" id="{921B233A-DC78-EA43-11DC-9175261EB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69">
                  <a:extLst>
                    <a:ext uri="{FF2B5EF4-FFF2-40B4-BE49-F238E27FC236}">
                      <a16:creationId xmlns:a16="http://schemas.microsoft.com/office/drawing/2014/main" id="{30E8E6EA-F761-1BCA-F02D-878ECF69A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" name="Group 70">
                <a:extLst>
                  <a:ext uri="{FF2B5EF4-FFF2-40B4-BE49-F238E27FC236}">
                    <a16:creationId xmlns:a16="http://schemas.microsoft.com/office/drawing/2014/main" id="{343D8C80-26BB-FD15-88A2-5EA8C6530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3" y="3065"/>
                <a:ext cx="151" cy="133"/>
                <a:chOff x="4029" y="2961"/>
                <a:chExt cx="213" cy="234"/>
              </a:xfrm>
            </p:grpSpPr>
            <p:sp>
              <p:nvSpPr>
                <p:cNvPr id="44" name="Rectangle 71">
                  <a:extLst>
                    <a:ext uri="{FF2B5EF4-FFF2-40B4-BE49-F238E27FC236}">
                      <a16:creationId xmlns:a16="http://schemas.microsoft.com/office/drawing/2014/main" id="{50249E6F-4089-B7C3-FF44-7B95992449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72">
                  <a:extLst>
                    <a:ext uri="{FF2B5EF4-FFF2-40B4-BE49-F238E27FC236}">
                      <a16:creationId xmlns:a16="http://schemas.microsoft.com/office/drawing/2014/main" id="{4F271708-01AC-5EE2-48F2-9E69E19A84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73">
                  <a:extLst>
                    <a:ext uri="{FF2B5EF4-FFF2-40B4-BE49-F238E27FC236}">
                      <a16:creationId xmlns:a16="http://schemas.microsoft.com/office/drawing/2014/main" id="{8ED2AE50-2D32-9567-3EC7-020C525A6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74">
                  <a:extLst>
                    <a:ext uri="{FF2B5EF4-FFF2-40B4-BE49-F238E27FC236}">
                      <a16:creationId xmlns:a16="http://schemas.microsoft.com/office/drawing/2014/main" id="{7650005D-E250-F436-9413-445A733CE2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2" name="Line 75">
                <a:extLst>
                  <a:ext uri="{FF2B5EF4-FFF2-40B4-BE49-F238E27FC236}">
                    <a16:creationId xmlns:a16="http://schemas.microsoft.com/office/drawing/2014/main" id="{DA6D42C7-8456-4F75-E3CB-70D5C34C3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7" y="2922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76">
                <a:extLst>
                  <a:ext uri="{FF2B5EF4-FFF2-40B4-BE49-F238E27FC236}">
                    <a16:creationId xmlns:a16="http://schemas.microsoft.com/office/drawing/2014/main" id="{5E8F821B-5365-9FBA-172B-3F1E71CD3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1" y="2933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" name="Group 77">
              <a:extLst>
                <a:ext uri="{FF2B5EF4-FFF2-40B4-BE49-F238E27FC236}">
                  <a16:creationId xmlns:a16="http://schemas.microsoft.com/office/drawing/2014/main" id="{40660F0E-1B5E-EB74-1B87-D7822FFB6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93" y="1827"/>
              <a:ext cx="333" cy="276"/>
              <a:chOff x="4091" y="2922"/>
              <a:chExt cx="333" cy="276"/>
            </a:xfrm>
          </p:grpSpPr>
          <p:grpSp>
            <p:nvGrpSpPr>
              <p:cNvPr id="28" name="Group 78">
                <a:extLst>
                  <a:ext uri="{FF2B5EF4-FFF2-40B4-BE49-F238E27FC236}">
                    <a16:creationId xmlns:a16="http://schemas.microsoft.com/office/drawing/2014/main" id="{1D2FA62E-7DBC-516A-FFBC-083E7BC3E5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1" y="3062"/>
                <a:ext cx="151" cy="133"/>
                <a:chOff x="4029" y="2961"/>
                <a:chExt cx="213" cy="234"/>
              </a:xfrm>
            </p:grpSpPr>
            <p:sp>
              <p:nvSpPr>
                <p:cNvPr id="36" name="Rectangle 79">
                  <a:extLst>
                    <a:ext uri="{FF2B5EF4-FFF2-40B4-BE49-F238E27FC236}">
                      <a16:creationId xmlns:a16="http://schemas.microsoft.com/office/drawing/2014/main" id="{FD09B6E5-F3DA-A58F-0B33-FFCE6FFE14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80">
                  <a:extLst>
                    <a:ext uri="{FF2B5EF4-FFF2-40B4-BE49-F238E27FC236}">
                      <a16:creationId xmlns:a16="http://schemas.microsoft.com/office/drawing/2014/main" id="{3D4B94B4-BC01-B53A-FBBA-3E21FB23FE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81">
                  <a:extLst>
                    <a:ext uri="{FF2B5EF4-FFF2-40B4-BE49-F238E27FC236}">
                      <a16:creationId xmlns:a16="http://schemas.microsoft.com/office/drawing/2014/main" id="{A504A02A-C98E-0176-AF7C-CA8008DDD0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82">
                  <a:extLst>
                    <a:ext uri="{FF2B5EF4-FFF2-40B4-BE49-F238E27FC236}">
                      <a16:creationId xmlns:a16="http://schemas.microsoft.com/office/drawing/2014/main" id="{318A394E-2F55-5437-A2BC-C47CA3DEA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83">
                <a:extLst>
                  <a:ext uri="{FF2B5EF4-FFF2-40B4-BE49-F238E27FC236}">
                    <a16:creationId xmlns:a16="http://schemas.microsoft.com/office/drawing/2014/main" id="{580F8B52-52BF-7980-8EA4-C80BC06A4F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3" y="3065"/>
                <a:ext cx="151" cy="133"/>
                <a:chOff x="4029" y="2961"/>
                <a:chExt cx="213" cy="234"/>
              </a:xfrm>
            </p:grpSpPr>
            <p:sp>
              <p:nvSpPr>
                <p:cNvPr id="32" name="Rectangle 84">
                  <a:extLst>
                    <a:ext uri="{FF2B5EF4-FFF2-40B4-BE49-F238E27FC236}">
                      <a16:creationId xmlns:a16="http://schemas.microsoft.com/office/drawing/2014/main" id="{EE0E068E-5493-8102-BD9E-628310D5C9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9" y="2961"/>
                  <a:ext cx="202" cy="23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85">
                  <a:extLst>
                    <a:ext uri="{FF2B5EF4-FFF2-40B4-BE49-F238E27FC236}">
                      <a16:creationId xmlns:a16="http://schemas.microsoft.com/office/drawing/2014/main" id="{EA949B0B-6B62-666F-D452-B710344CC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9" y="3086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86">
                  <a:extLst>
                    <a:ext uri="{FF2B5EF4-FFF2-40B4-BE49-F238E27FC236}">
                      <a16:creationId xmlns:a16="http://schemas.microsoft.com/office/drawing/2014/main" id="{F81A75DF-B2AF-36DD-2EEC-B5CCDD7CF5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0" y="3143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87">
                  <a:extLst>
                    <a:ext uri="{FF2B5EF4-FFF2-40B4-BE49-F238E27FC236}">
                      <a16:creationId xmlns:a16="http://schemas.microsoft.com/office/drawing/2014/main" id="{664D3249-A5EF-0EAE-53CD-A6E8789E9B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4" y="3028"/>
                  <a:ext cx="20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0" name="Line 88">
                <a:extLst>
                  <a:ext uri="{FF2B5EF4-FFF2-40B4-BE49-F238E27FC236}">
                    <a16:creationId xmlns:a16="http://schemas.microsoft.com/office/drawing/2014/main" id="{20949E07-2539-D07A-75CC-5EF5D1954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7" y="2922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89">
                <a:extLst>
                  <a:ext uri="{FF2B5EF4-FFF2-40B4-BE49-F238E27FC236}">
                    <a16:creationId xmlns:a16="http://schemas.microsoft.com/office/drawing/2014/main" id="{97D05015-3A26-31B5-6005-73DC36026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1" y="2933"/>
                <a:ext cx="0" cy="13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300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37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9" name="Rectangle 57">
            <a:extLst>
              <a:ext uri="{FF2B5EF4-FFF2-40B4-BE49-F238E27FC236}">
                <a16:creationId xmlns:a16="http://schemas.microsoft.com/office/drawing/2014/main" id="{D826941A-887B-661E-A74B-305603EA0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910" y="3621202"/>
            <a:ext cx="8250238" cy="50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 dirty="0"/>
          </a:p>
        </p:txBody>
      </p:sp>
      <p:sp>
        <p:nvSpPr>
          <p:cNvPr id="11" name="Rectangle 58">
            <a:extLst>
              <a:ext uri="{FF2B5EF4-FFF2-40B4-BE49-F238E27FC236}">
                <a16:creationId xmlns:a16="http://schemas.microsoft.com/office/drawing/2014/main" id="{E5840CAE-B644-5F1B-F036-072F673A7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960" y="3658468"/>
            <a:ext cx="2603500" cy="46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2" name="Rectangle 59">
            <a:extLst>
              <a:ext uri="{FF2B5EF4-FFF2-40B4-BE49-F238E27FC236}">
                <a16:creationId xmlns:a16="http://schemas.microsoft.com/office/drawing/2014/main" id="{B232DF95-D8F0-49FB-0FBE-C4AF2A0AD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4235" y="3694227"/>
            <a:ext cx="109709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dirty="0"/>
              <a:t>Preamble</a:t>
            </a:r>
          </a:p>
        </p:txBody>
      </p:sp>
      <p:sp>
        <p:nvSpPr>
          <p:cNvPr id="13" name="Line 60">
            <a:extLst>
              <a:ext uri="{FF2B5EF4-FFF2-40B4-BE49-F238E27FC236}">
                <a16:creationId xmlns:a16="http://schemas.microsoft.com/office/drawing/2014/main" id="{BFB61602-050F-AD87-0811-B743F1F10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5173" y="3621202"/>
            <a:ext cx="0" cy="49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4" name="Rectangle 61">
            <a:extLst>
              <a:ext uri="{FF2B5EF4-FFF2-40B4-BE49-F238E27FC236}">
                <a16:creationId xmlns:a16="http://schemas.microsoft.com/office/drawing/2014/main" id="{9701696B-3323-643F-0C0E-6610B7FD4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423" y="3706927"/>
            <a:ext cx="43762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 dirty="0"/>
              <a:t>SD</a:t>
            </a:r>
          </a:p>
        </p:txBody>
      </p:sp>
      <p:sp>
        <p:nvSpPr>
          <p:cNvPr id="15" name="Line 62">
            <a:extLst>
              <a:ext uri="{FF2B5EF4-FFF2-40B4-BE49-F238E27FC236}">
                <a16:creationId xmlns:a16="http://schemas.microsoft.com/office/drawing/2014/main" id="{A7A01D06-89C8-3261-924B-9D2C27580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023" y="3621202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6" name="Rectangle 63">
            <a:extLst>
              <a:ext uri="{FF2B5EF4-FFF2-40B4-BE49-F238E27FC236}">
                <a16:creationId xmlns:a16="http://schemas.microsoft.com/office/drawing/2014/main" id="{C6B580FB-3E45-E07F-93AB-13CD857C3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548" y="3567227"/>
            <a:ext cx="13239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/>
              <a:t>Destination</a:t>
            </a:r>
          </a:p>
          <a:p>
            <a:pPr eaLnBrk="0" hangingPunct="0"/>
            <a:r>
              <a:rPr lang="en-US" altLang="en-US" b="1"/>
              <a:t>address</a:t>
            </a:r>
          </a:p>
        </p:txBody>
      </p:sp>
      <p:sp>
        <p:nvSpPr>
          <p:cNvPr id="17" name="Line 64">
            <a:extLst>
              <a:ext uri="{FF2B5EF4-FFF2-40B4-BE49-F238E27FC236}">
                <a16:creationId xmlns:a16="http://schemas.microsoft.com/office/drawing/2014/main" id="{8B51881F-BE39-5E40-58C3-EE3B777C9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3048" y="3621202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18" name="Rectangle 65">
            <a:extLst>
              <a:ext uri="{FF2B5EF4-FFF2-40B4-BE49-F238E27FC236}">
                <a16:creationId xmlns:a16="http://schemas.microsoft.com/office/drawing/2014/main" id="{2B9F6AA8-7CA7-452E-F3C3-C07E4DBBE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085" y="3567227"/>
            <a:ext cx="920766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/>
              <a:t>Source </a:t>
            </a:r>
          </a:p>
          <a:p>
            <a:pPr eaLnBrk="0" hangingPunct="0"/>
            <a:r>
              <a:rPr lang="en-US" altLang="en-US" b="1"/>
              <a:t>address</a:t>
            </a:r>
          </a:p>
        </p:txBody>
      </p:sp>
      <p:sp>
        <p:nvSpPr>
          <p:cNvPr id="19" name="Line 66">
            <a:extLst>
              <a:ext uri="{FF2B5EF4-FFF2-40B4-BE49-F238E27FC236}">
                <a16:creationId xmlns:a16="http://schemas.microsoft.com/office/drawing/2014/main" id="{D30CA3E9-A05F-82BD-11B2-BFA9BA9519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810" y="3621202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0" name="Rectangle 67">
            <a:extLst>
              <a:ext uri="{FF2B5EF4-FFF2-40B4-BE49-F238E27FC236}">
                <a16:creationId xmlns:a16="http://schemas.microsoft.com/office/drawing/2014/main" id="{9ACEBC4E-B93F-9532-0017-93E980C4C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635" y="3694227"/>
            <a:ext cx="83029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Length</a:t>
            </a:r>
          </a:p>
        </p:txBody>
      </p:sp>
      <p:sp>
        <p:nvSpPr>
          <p:cNvPr id="21" name="Line 68">
            <a:extLst>
              <a:ext uri="{FF2B5EF4-FFF2-40B4-BE49-F238E27FC236}">
                <a16:creationId xmlns:a16="http://schemas.microsoft.com/office/drawing/2014/main" id="{6219D9BD-50BD-F50E-0ED8-7AD8CE841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6335" y="3621202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2" name="Rectangle 69">
            <a:extLst>
              <a:ext uri="{FF2B5EF4-FFF2-40B4-BE49-F238E27FC236}">
                <a16:creationId xmlns:a16="http://schemas.microsoft.com/office/drawing/2014/main" id="{8EAB1E31-6462-F921-EC00-0D54BE33E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760" y="3668827"/>
            <a:ext cx="1323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Information</a:t>
            </a:r>
          </a:p>
        </p:txBody>
      </p:sp>
      <p:sp>
        <p:nvSpPr>
          <p:cNvPr id="23" name="Line 70">
            <a:extLst>
              <a:ext uri="{FF2B5EF4-FFF2-40B4-BE49-F238E27FC236}">
                <a16:creationId xmlns:a16="http://schemas.microsoft.com/office/drawing/2014/main" id="{A4069576-F2CA-2B12-4F48-70B3A9D95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08085" y="3621202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4" name="Rectangle 71">
            <a:extLst>
              <a:ext uri="{FF2B5EF4-FFF2-40B4-BE49-F238E27FC236}">
                <a16:creationId xmlns:a16="http://schemas.microsoft.com/office/drawing/2014/main" id="{6C71F8D5-21EC-4CBD-4131-FABD6F543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210" y="3681527"/>
            <a:ext cx="53893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Pad</a:t>
            </a:r>
          </a:p>
        </p:txBody>
      </p:sp>
      <p:sp>
        <p:nvSpPr>
          <p:cNvPr id="25" name="Line 72">
            <a:extLst>
              <a:ext uri="{FF2B5EF4-FFF2-40B4-BE49-F238E27FC236}">
                <a16:creationId xmlns:a16="http://schemas.microsoft.com/office/drawing/2014/main" id="{FEB3D2E5-A229-E43A-6558-59A461BE8D3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58960" y="3621202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26" name="Rectangle 73">
            <a:extLst>
              <a:ext uri="{FF2B5EF4-FFF2-40B4-BE49-F238E27FC236}">
                <a16:creationId xmlns:a16="http://schemas.microsoft.com/office/drawing/2014/main" id="{2E50CF29-F295-37F7-7533-FC8DF231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9923" y="3668827"/>
            <a:ext cx="51770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FCS</a:t>
            </a:r>
          </a:p>
        </p:txBody>
      </p:sp>
      <p:sp>
        <p:nvSpPr>
          <p:cNvPr id="27" name="Rectangle 74">
            <a:extLst>
              <a:ext uri="{FF2B5EF4-FFF2-40B4-BE49-F238E27FC236}">
                <a16:creationId xmlns:a16="http://schemas.microsoft.com/office/drawing/2014/main" id="{0DBA277C-3276-A1E9-ADC7-43B40471E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148" y="3287827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7</a:t>
            </a:r>
          </a:p>
        </p:txBody>
      </p:sp>
      <p:sp>
        <p:nvSpPr>
          <p:cNvPr id="28" name="Rectangle 75">
            <a:extLst>
              <a:ext uri="{FF2B5EF4-FFF2-40B4-BE49-F238E27FC236}">
                <a16:creationId xmlns:a16="http://schemas.microsoft.com/office/drawing/2014/main" id="{C9972C02-FD9F-3E15-37AD-68C6D2949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535" y="3287827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1</a:t>
            </a:r>
          </a:p>
        </p:txBody>
      </p:sp>
      <p:sp>
        <p:nvSpPr>
          <p:cNvPr id="29" name="Rectangle 76">
            <a:extLst>
              <a:ext uri="{FF2B5EF4-FFF2-40B4-BE49-F238E27FC236}">
                <a16:creationId xmlns:a16="http://schemas.microsoft.com/office/drawing/2014/main" id="{C594F994-ECCE-5128-F9F2-5005F318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4360" y="3287827"/>
            <a:ext cx="35266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 6</a:t>
            </a:r>
          </a:p>
        </p:txBody>
      </p:sp>
      <p:sp>
        <p:nvSpPr>
          <p:cNvPr id="30" name="Rectangle 77">
            <a:extLst>
              <a:ext uri="{FF2B5EF4-FFF2-40B4-BE49-F238E27FC236}">
                <a16:creationId xmlns:a16="http://schemas.microsoft.com/office/drawing/2014/main" id="{4988AEE8-408C-E658-1656-919EC3566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385" y="3287827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6</a:t>
            </a:r>
          </a:p>
        </p:txBody>
      </p:sp>
      <p:sp>
        <p:nvSpPr>
          <p:cNvPr id="31" name="Rectangle 78">
            <a:extLst>
              <a:ext uri="{FF2B5EF4-FFF2-40B4-BE49-F238E27FC236}">
                <a16:creationId xmlns:a16="http://schemas.microsoft.com/office/drawing/2014/main" id="{6B306517-3195-79DC-1762-2521CFDDB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723" y="3287827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2</a:t>
            </a:r>
          </a:p>
        </p:txBody>
      </p:sp>
      <p:sp>
        <p:nvSpPr>
          <p:cNvPr id="32" name="Rectangle 79">
            <a:extLst>
              <a:ext uri="{FF2B5EF4-FFF2-40B4-BE49-F238E27FC236}">
                <a16:creationId xmlns:a16="http://schemas.microsoft.com/office/drawing/2014/main" id="{A89E127F-EEB1-E3F2-67AA-551EDE09C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4873" y="3287827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4</a:t>
            </a:r>
          </a:p>
        </p:txBody>
      </p:sp>
      <p:sp>
        <p:nvSpPr>
          <p:cNvPr id="33" name="Line 80">
            <a:extLst>
              <a:ext uri="{FF2B5EF4-FFF2-40B4-BE49-F238E27FC236}">
                <a16:creationId xmlns:a16="http://schemas.microsoft.com/office/drawing/2014/main" id="{897BB403-E1AF-4823-6BC5-77EE4C0998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5185" y="3084627"/>
            <a:ext cx="2722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34" name="Line 81">
            <a:extLst>
              <a:ext uri="{FF2B5EF4-FFF2-40B4-BE49-F238E27FC236}">
                <a16:creationId xmlns:a16="http://schemas.microsoft.com/office/drawing/2014/main" id="{22D22426-7EA2-B11A-AC45-1503D1F57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0603" y="3122727"/>
            <a:ext cx="2913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/>
          </a:p>
        </p:txBody>
      </p:sp>
      <p:sp>
        <p:nvSpPr>
          <p:cNvPr id="35" name="Rectangle 82">
            <a:extLst>
              <a:ext uri="{FF2B5EF4-FFF2-40B4-BE49-F238E27FC236}">
                <a16:creationId xmlns:a16="http://schemas.microsoft.com/office/drawing/2014/main" id="{FBAAA719-AE02-E55A-EBBB-9162C92B6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385" y="4227627"/>
            <a:ext cx="163057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64 - 1518 bytes</a:t>
            </a:r>
          </a:p>
        </p:txBody>
      </p:sp>
      <p:sp>
        <p:nvSpPr>
          <p:cNvPr id="36" name="Rectangle 83">
            <a:extLst>
              <a:ext uri="{FF2B5EF4-FFF2-40B4-BE49-F238E27FC236}">
                <a16:creationId xmlns:a16="http://schemas.microsoft.com/office/drawing/2014/main" id="{98C9C303-0A3D-6569-FC6F-53403EF5E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673" y="4202227"/>
            <a:ext cx="74052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b="1"/>
              <a:t>Synch</a:t>
            </a:r>
          </a:p>
        </p:txBody>
      </p:sp>
      <p:sp>
        <p:nvSpPr>
          <p:cNvPr id="37" name="Rectangle 84">
            <a:extLst>
              <a:ext uri="{FF2B5EF4-FFF2-40B4-BE49-F238E27FC236}">
                <a16:creationId xmlns:a16="http://schemas.microsoft.com/office/drawing/2014/main" id="{A6CD8FEA-457A-404F-A8FB-1FD9778FA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085" y="4202227"/>
            <a:ext cx="7651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b="1"/>
              <a:t>Start</a:t>
            </a:r>
          </a:p>
          <a:p>
            <a:pPr eaLnBrk="0" hangingPunct="0"/>
            <a:r>
              <a:rPr lang="en-US" altLang="en-US" b="1"/>
              <a:t>frame</a:t>
            </a:r>
          </a:p>
        </p:txBody>
      </p:sp>
      <p:sp>
        <p:nvSpPr>
          <p:cNvPr id="38" name="Rectangle 98">
            <a:extLst>
              <a:ext uri="{FF2B5EF4-FFF2-40B4-BE49-F238E27FC236}">
                <a16:creationId xmlns:a16="http://schemas.microsoft.com/office/drawing/2014/main" id="{5C06E94D-4AA5-D29B-C756-09E51291A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0298" y="2876664"/>
            <a:ext cx="206723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altLang="en-US" sz="2000" b="1"/>
              <a:t>802.3 MAC Frame</a:t>
            </a:r>
          </a:p>
        </p:txBody>
      </p:sp>
      <p:sp>
        <p:nvSpPr>
          <p:cNvPr id="39" name="Line 99">
            <a:extLst>
              <a:ext uri="{FF2B5EF4-FFF2-40B4-BE49-F238E27FC236}">
                <a16:creationId xmlns:a16="http://schemas.microsoft.com/office/drawing/2014/main" id="{5DFEA794-81A8-98B4-0539-3E2E1332C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8598" y="4249852"/>
            <a:ext cx="6311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b="1"/>
          </a:p>
        </p:txBody>
      </p:sp>
      <p:sp>
        <p:nvSpPr>
          <p:cNvPr id="40" name="Oval 101">
            <a:extLst>
              <a:ext uri="{FF2B5EF4-FFF2-40B4-BE49-F238E27FC236}">
                <a16:creationId xmlns:a16="http://schemas.microsoft.com/office/drawing/2014/main" id="{5E81F67A-B6F5-AFFE-23B7-6DD5D7BA8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026" y="3552443"/>
            <a:ext cx="1916113" cy="648000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B37EAE-CF7B-6DC7-DD4C-EF88C64F9D55}"/>
              </a:ext>
            </a:extLst>
          </p:cNvPr>
          <p:cNvSpPr txBox="1"/>
          <p:nvPr/>
        </p:nvSpPr>
        <p:spPr>
          <a:xfrm>
            <a:off x="388140" y="1305586"/>
            <a:ext cx="1141571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فرمت قاب‌های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802.3</a:t>
            </a:r>
            <a:endParaRPr lang="en-US" sz="2000" b="1" dirty="0">
              <a:solidFill>
                <a:srgbClr val="0000FF"/>
              </a:solidFill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421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4233E5-8059-0A3C-B0E7-DBAAE0D3F11B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157797-29AD-AD25-C835-236A320F028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6AE87C8B-A6DD-2C20-98A2-0A8B9C506717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3F907E-03F1-82AA-09D3-D2142D1E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4CC9FC-4CBF-8328-9C16-ED6DD1E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26AEF12-1E80-9159-75C9-490C9FE2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7544"/>
            <a:ext cx="11887200" cy="548640"/>
          </a:xfrm>
          <a:solidFill>
            <a:srgbClr val="FFF5BE"/>
          </a:solidFill>
        </p:spPr>
        <p:txBody>
          <a:bodyPr>
            <a:noAutofit/>
          </a:bodyPr>
          <a:lstStyle/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DE05472-244D-BF5A-A252-8A0B8B8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38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509" name="Content Placeholder 2">
            <a:extLst>
              <a:ext uri="{FF2B5EF4-FFF2-40B4-BE49-F238E27FC236}">
                <a16:creationId xmlns:a16="http://schemas.microsoft.com/office/drawing/2014/main" id="{3545141F-4ABD-5D4A-BB74-7C890D423247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1BAC6-7C78-DB4B-83E4-2E4EAD653241}"/>
              </a:ext>
            </a:extLst>
          </p:cNvPr>
          <p:cNvSpPr txBox="1"/>
          <p:nvPr/>
        </p:nvSpPr>
        <p:spPr>
          <a:xfrm>
            <a:off x="388140" y="1305586"/>
            <a:ext cx="11415719" cy="113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fa-IR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شبکه محلی بی‌سیم </a:t>
            </a:r>
            <a:r>
              <a:rPr lang="en-US" sz="2000" b="1" dirty="0">
                <a:solidFill>
                  <a:srgbClr val="0000FF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IEEE </a:t>
            </a: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802.11</a:t>
            </a:r>
          </a:p>
          <a:p>
            <a:pPr marL="720000" lvl="1" indent="-180000" algn="just" rt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cs typeface="IRANSans(FaNum)" panose="02040503050201020203" pitchFamily="18" charset="-78"/>
              </a:rPr>
              <a:t>CSMA/CA</a:t>
            </a:r>
            <a:endParaRPr lang="en-US" sz="2000" b="1" dirty="0">
              <a:solidFill>
                <a:srgbClr val="0000FF"/>
              </a:solidFill>
              <a:cs typeface="IRANSans(FaNum)" panose="02040503050201020203" pitchFamily="18" charset="-78"/>
            </a:endParaRPr>
          </a:p>
        </p:txBody>
      </p:sp>
      <p:sp>
        <p:nvSpPr>
          <p:cNvPr id="467" name="Freeform 81">
            <a:extLst>
              <a:ext uri="{FF2B5EF4-FFF2-40B4-BE49-F238E27FC236}">
                <a16:creationId xmlns:a16="http://schemas.microsoft.com/office/drawing/2014/main" id="{B5C1EB8C-5698-81B2-0157-1924FCCB8C2A}"/>
              </a:ext>
            </a:extLst>
          </p:cNvPr>
          <p:cNvSpPr>
            <a:spLocks/>
          </p:cNvSpPr>
          <p:nvPr/>
        </p:nvSpPr>
        <p:spPr bwMode="auto">
          <a:xfrm rot="5400000">
            <a:off x="2891929" y="318788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0000"/>
              </a:solidFill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68" name="Line 33">
            <a:extLst>
              <a:ext uri="{FF2B5EF4-FFF2-40B4-BE49-F238E27FC236}">
                <a16:creationId xmlns:a16="http://schemas.microsoft.com/office/drawing/2014/main" id="{874C5B9A-945A-D541-E0D2-138ECE9AC9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63355" y="3462037"/>
            <a:ext cx="2047875" cy="1416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69" name="Line 34">
            <a:extLst>
              <a:ext uri="{FF2B5EF4-FFF2-40B4-BE49-F238E27FC236}">
                <a16:creationId xmlns:a16="http://schemas.microsoft.com/office/drawing/2014/main" id="{EE508CA4-EB3D-EAA1-D954-CD067F9E4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317" y="3449336"/>
            <a:ext cx="394950" cy="16906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70" name="Line 35">
            <a:extLst>
              <a:ext uri="{FF2B5EF4-FFF2-40B4-BE49-F238E27FC236}">
                <a16:creationId xmlns:a16="http://schemas.microsoft.com/office/drawing/2014/main" id="{5CB79DB5-2E86-F934-9E98-BB0A186C3B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96992" y="3384248"/>
            <a:ext cx="1999813" cy="98082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71" name="Line 59">
            <a:extLst>
              <a:ext uri="{FF2B5EF4-FFF2-40B4-BE49-F238E27FC236}">
                <a16:creationId xmlns:a16="http://schemas.microsoft.com/office/drawing/2014/main" id="{C230B07E-A575-C3E0-20D9-5618DD9448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0180" y="2766712"/>
            <a:ext cx="1223962" cy="423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72" name="Line 60">
            <a:extLst>
              <a:ext uri="{FF2B5EF4-FFF2-40B4-BE49-F238E27FC236}">
                <a16:creationId xmlns:a16="http://schemas.microsoft.com/office/drawing/2014/main" id="{96EB3672-E603-0339-701A-0894A97D92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3805" y="2444450"/>
            <a:ext cx="669925" cy="758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73" name="Line 77">
            <a:extLst>
              <a:ext uri="{FF2B5EF4-FFF2-40B4-BE49-F238E27FC236}">
                <a16:creationId xmlns:a16="http://schemas.microsoft.com/office/drawing/2014/main" id="{4062B659-8EB9-5B3E-32B0-2368B9045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0017" y="2598437"/>
            <a:ext cx="862013" cy="644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74" name="Line 78">
            <a:extLst>
              <a:ext uri="{FF2B5EF4-FFF2-40B4-BE49-F238E27FC236}">
                <a16:creationId xmlns:a16="http://schemas.microsoft.com/office/drawing/2014/main" id="{A6EC5E20-1BE9-7CDA-E145-86CE3C1A1B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7780" y="2495250"/>
            <a:ext cx="850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75" name="Text Box 79">
            <a:extLst>
              <a:ext uri="{FF2B5EF4-FFF2-40B4-BE49-F238E27FC236}">
                <a16:creationId xmlns:a16="http://schemas.microsoft.com/office/drawing/2014/main" id="{168052FE-4D60-A5F0-9296-ED2BEAFD1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723" y="2257865"/>
            <a:ext cx="19621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to external network</a:t>
            </a:r>
          </a:p>
        </p:txBody>
      </p:sp>
      <p:sp>
        <p:nvSpPr>
          <p:cNvPr id="476" name="Text Box 80">
            <a:extLst>
              <a:ext uri="{FF2B5EF4-FFF2-40B4-BE49-F238E27FC236}">
                <a16:creationId xmlns:a16="http://schemas.microsoft.com/office/drawing/2014/main" id="{9537ADA1-4F33-7459-8216-80674DB88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6479" y="2682575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router</a:t>
            </a:r>
          </a:p>
        </p:txBody>
      </p:sp>
      <p:sp>
        <p:nvSpPr>
          <p:cNvPr id="478" name="Text Box 83">
            <a:extLst>
              <a:ext uri="{FF2B5EF4-FFF2-40B4-BE49-F238E27FC236}">
                <a16:creationId xmlns:a16="http://schemas.microsoft.com/office/drawing/2014/main" id="{E81CE767-9803-CB56-1016-FC505AC8C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717" y="1909462"/>
            <a:ext cx="11496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mail server</a:t>
            </a:r>
          </a:p>
        </p:txBody>
      </p:sp>
      <p:sp>
        <p:nvSpPr>
          <p:cNvPr id="479" name="Text Box 84">
            <a:extLst>
              <a:ext uri="{FF2B5EF4-FFF2-40B4-BE49-F238E27FC236}">
                <a16:creationId xmlns:a16="http://schemas.microsoft.com/office/drawing/2014/main" id="{63BB86F2-F12D-0FB8-AD7E-BE5D1C020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3230" y="2579387"/>
            <a:ext cx="11304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web server</a:t>
            </a:r>
          </a:p>
        </p:txBody>
      </p:sp>
      <p:sp>
        <p:nvSpPr>
          <p:cNvPr id="480" name="Line 20">
            <a:extLst>
              <a:ext uri="{FF2B5EF4-FFF2-40B4-BE49-F238E27FC236}">
                <a16:creationId xmlns:a16="http://schemas.microsoft.com/office/drawing/2014/main" id="{C2640FD1-D5B2-7DF4-A1CB-061B40F6F4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7555" y="4828875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81" name="Line 21">
            <a:extLst>
              <a:ext uri="{FF2B5EF4-FFF2-40B4-BE49-F238E27FC236}">
                <a16:creationId xmlns:a16="http://schemas.microsoft.com/office/drawing/2014/main" id="{ADE267C0-4862-8CB0-DB42-6C4DBD72B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4905" y="4876500"/>
            <a:ext cx="271462" cy="314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82" name="Line 22">
            <a:extLst>
              <a:ext uri="{FF2B5EF4-FFF2-40B4-BE49-F238E27FC236}">
                <a16:creationId xmlns:a16="http://schemas.microsoft.com/office/drawing/2014/main" id="{AD255089-4A3A-5FE1-8549-B9CA2FDCB0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005" y="4905075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grpSp>
        <p:nvGrpSpPr>
          <p:cNvPr id="483" name="Group 44">
            <a:extLst>
              <a:ext uri="{FF2B5EF4-FFF2-40B4-BE49-F238E27FC236}">
                <a16:creationId xmlns:a16="http://schemas.microsoft.com/office/drawing/2014/main" id="{1209F8BE-5788-4AAB-17C6-C8421E9EFF15}"/>
              </a:ext>
            </a:extLst>
          </p:cNvPr>
          <p:cNvGrpSpPr>
            <a:grpSpLocks/>
          </p:cNvGrpSpPr>
          <p:nvPr/>
        </p:nvGrpSpPr>
        <p:grpSpPr bwMode="auto">
          <a:xfrm>
            <a:off x="1721942" y="4632025"/>
            <a:ext cx="568325" cy="481012"/>
            <a:chOff x="-44" y="1473"/>
            <a:chExt cx="981" cy="1105"/>
          </a:xfrm>
        </p:grpSpPr>
        <p:pic>
          <p:nvPicPr>
            <p:cNvPr id="484" name="Picture 45" descr="desktop_computer_stylized_medium">
              <a:extLst>
                <a:ext uri="{FF2B5EF4-FFF2-40B4-BE49-F238E27FC236}">
                  <a16:creationId xmlns:a16="http://schemas.microsoft.com/office/drawing/2014/main" id="{9A130E08-90A2-6358-6435-3F504D7264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5" name="Freeform 46">
              <a:extLst>
                <a:ext uri="{FF2B5EF4-FFF2-40B4-BE49-F238E27FC236}">
                  <a16:creationId xmlns:a16="http://schemas.microsoft.com/office/drawing/2014/main" id="{E065824C-6E6C-A437-6739-DB384C6EE17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486" name="Group 44">
            <a:extLst>
              <a:ext uri="{FF2B5EF4-FFF2-40B4-BE49-F238E27FC236}">
                <a16:creationId xmlns:a16="http://schemas.microsoft.com/office/drawing/2014/main" id="{2A101D71-D8BF-F2AB-B489-26093FC324F9}"/>
              </a:ext>
            </a:extLst>
          </p:cNvPr>
          <p:cNvGrpSpPr>
            <a:grpSpLocks/>
          </p:cNvGrpSpPr>
          <p:nvPr/>
        </p:nvGrpSpPr>
        <p:grpSpPr bwMode="auto">
          <a:xfrm>
            <a:off x="2128342" y="5089225"/>
            <a:ext cx="568325" cy="481012"/>
            <a:chOff x="-44" y="1473"/>
            <a:chExt cx="981" cy="1105"/>
          </a:xfrm>
        </p:grpSpPr>
        <p:pic>
          <p:nvPicPr>
            <p:cNvPr id="487" name="Picture 45" descr="desktop_computer_stylized_medium">
              <a:extLst>
                <a:ext uri="{FF2B5EF4-FFF2-40B4-BE49-F238E27FC236}">
                  <a16:creationId xmlns:a16="http://schemas.microsoft.com/office/drawing/2014/main" id="{765A7B36-65D0-9B2C-7232-B7CA58A71C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8" name="Freeform 46">
              <a:extLst>
                <a:ext uri="{FF2B5EF4-FFF2-40B4-BE49-F238E27FC236}">
                  <a16:creationId xmlns:a16="http://schemas.microsoft.com/office/drawing/2014/main" id="{5ED3EEC6-14BF-C0E0-7967-9F5563B7FF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489" name="Group 44">
            <a:extLst>
              <a:ext uri="{FF2B5EF4-FFF2-40B4-BE49-F238E27FC236}">
                <a16:creationId xmlns:a16="http://schemas.microsoft.com/office/drawing/2014/main" id="{FF7C697B-D3BC-C742-C180-BB40E49684F5}"/>
              </a:ext>
            </a:extLst>
          </p:cNvPr>
          <p:cNvGrpSpPr>
            <a:grpSpLocks/>
          </p:cNvGrpSpPr>
          <p:nvPr/>
        </p:nvGrpSpPr>
        <p:grpSpPr bwMode="auto">
          <a:xfrm>
            <a:off x="2656980" y="5120975"/>
            <a:ext cx="568325" cy="481012"/>
            <a:chOff x="-44" y="1473"/>
            <a:chExt cx="981" cy="1105"/>
          </a:xfrm>
        </p:grpSpPr>
        <p:pic>
          <p:nvPicPr>
            <p:cNvPr id="490" name="Picture 45" descr="desktop_computer_stylized_medium">
              <a:extLst>
                <a:ext uri="{FF2B5EF4-FFF2-40B4-BE49-F238E27FC236}">
                  <a16:creationId xmlns:a16="http://schemas.microsoft.com/office/drawing/2014/main" id="{D3EA5ACE-D3F6-4ED2-EB8A-DDB4174508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Freeform 46">
              <a:extLst>
                <a:ext uri="{FF2B5EF4-FFF2-40B4-BE49-F238E27FC236}">
                  <a16:creationId xmlns:a16="http://schemas.microsoft.com/office/drawing/2014/main" id="{8C5F5221-6D41-8F5E-EBFA-EAE4272221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sp>
        <p:nvSpPr>
          <p:cNvPr id="492" name="Line 21">
            <a:extLst>
              <a:ext uri="{FF2B5EF4-FFF2-40B4-BE49-F238E27FC236}">
                <a16:creationId xmlns:a16="http://schemas.microsoft.com/office/drawing/2014/main" id="{C4842154-FCBC-5FD5-4DE4-C49169C55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080" y="4835225"/>
            <a:ext cx="377825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93" name="Line 22">
            <a:extLst>
              <a:ext uri="{FF2B5EF4-FFF2-40B4-BE49-F238E27FC236}">
                <a16:creationId xmlns:a16="http://schemas.microsoft.com/office/drawing/2014/main" id="{01677B92-EA7F-BEA9-A4DA-9774A38705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4855" y="5330525"/>
            <a:ext cx="120650" cy="293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94" name="Line 22">
            <a:extLst>
              <a:ext uri="{FF2B5EF4-FFF2-40B4-BE49-F238E27FC236}">
                <a16:creationId xmlns:a16="http://schemas.microsoft.com/office/drawing/2014/main" id="{D7CB0396-4FDB-17BB-13F6-4E0C046C9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9667" y="5341637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sp>
        <p:nvSpPr>
          <p:cNvPr id="495" name="Line 20">
            <a:extLst>
              <a:ext uri="{FF2B5EF4-FFF2-40B4-BE49-F238E27FC236}">
                <a16:creationId xmlns:a16="http://schemas.microsoft.com/office/drawing/2014/main" id="{664C3468-F56C-D4DE-0664-0F2C0DD96E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8067" y="5222575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RANSans(FaNum)" panose="02040503050201020203" pitchFamily="18" charset="-78"/>
              <a:ea typeface="ＭＳ Ｐゴシック" charset="0"/>
              <a:cs typeface="IRANSans(FaNum)" panose="02040503050201020203" pitchFamily="18" charset="-78"/>
            </a:endParaRPr>
          </a:p>
        </p:txBody>
      </p:sp>
      <p:grpSp>
        <p:nvGrpSpPr>
          <p:cNvPr id="496" name="Group 44">
            <a:extLst>
              <a:ext uri="{FF2B5EF4-FFF2-40B4-BE49-F238E27FC236}">
                <a16:creationId xmlns:a16="http://schemas.microsoft.com/office/drawing/2014/main" id="{06F8DB1C-61B7-4651-B09C-F20DEB2A0ADB}"/>
              </a:ext>
            </a:extLst>
          </p:cNvPr>
          <p:cNvGrpSpPr>
            <a:grpSpLocks/>
          </p:cNvGrpSpPr>
          <p:nvPr/>
        </p:nvGrpSpPr>
        <p:grpSpPr bwMode="auto">
          <a:xfrm>
            <a:off x="3061792" y="5494037"/>
            <a:ext cx="568325" cy="481013"/>
            <a:chOff x="-44" y="1473"/>
            <a:chExt cx="981" cy="1105"/>
          </a:xfrm>
        </p:grpSpPr>
        <p:pic>
          <p:nvPicPr>
            <p:cNvPr id="497" name="Picture 45" descr="desktop_computer_stylized_medium">
              <a:extLst>
                <a:ext uri="{FF2B5EF4-FFF2-40B4-BE49-F238E27FC236}">
                  <a16:creationId xmlns:a16="http://schemas.microsoft.com/office/drawing/2014/main" id="{C5ADC306-3E5F-DBDE-64D4-20677667F3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46">
              <a:extLst>
                <a:ext uri="{FF2B5EF4-FFF2-40B4-BE49-F238E27FC236}">
                  <a16:creationId xmlns:a16="http://schemas.microsoft.com/office/drawing/2014/main" id="{8CE8D189-4428-9DCD-0EBD-F2FDAB6ADCD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499" name="Group 44">
            <a:extLst>
              <a:ext uri="{FF2B5EF4-FFF2-40B4-BE49-F238E27FC236}">
                <a16:creationId xmlns:a16="http://schemas.microsoft.com/office/drawing/2014/main" id="{9B9C0580-EB4A-34BE-772E-4805FAEA9D81}"/>
              </a:ext>
            </a:extLst>
          </p:cNvPr>
          <p:cNvGrpSpPr>
            <a:grpSpLocks/>
          </p:cNvGrpSpPr>
          <p:nvPr/>
        </p:nvGrpSpPr>
        <p:grpSpPr bwMode="auto">
          <a:xfrm>
            <a:off x="3518992" y="5562300"/>
            <a:ext cx="568325" cy="481012"/>
            <a:chOff x="-44" y="1473"/>
            <a:chExt cx="981" cy="1105"/>
          </a:xfrm>
        </p:grpSpPr>
        <p:pic>
          <p:nvPicPr>
            <p:cNvPr id="500" name="Picture 45" descr="desktop_computer_stylized_medium">
              <a:extLst>
                <a:ext uri="{FF2B5EF4-FFF2-40B4-BE49-F238E27FC236}">
                  <a16:creationId xmlns:a16="http://schemas.microsoft.com/office/drawing/2014/main" id="{20ECAFA4-2F9A-30A4-DDA3-59FAA53482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46">
              <a:extLst>
                <a:ext uri="{FF2B5EF4-FFF2-40B4-BE49-F238E27FC236}">
                  <a16:creationId xmlns:a16="http://schemas.microsoft.com/office/drawing/2014/main" id="{37DD4A29-EBE7-D994-BEBD-D42727556F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502" name="Group 44">
            <a:extLst>
              <a:ext uri="{FF2B5EF4-FFF2-40B4-BE49-F238E27FC236}">
                <a16:creationId xmlns:a16="http://schemas.microsoft.com/office/drawing/2014/main" id="{FB04A24E-2556-13F2-FA1E-3A40A1451FB4}"/>
              </a:ext>
            </a:extLst>
          </p:cNvPr>
          <p:cNvGrpSpPr>
            <a:grpSpLocks/>
          </p:cNvGrpSpPr>
          <p:nvPr/>
        </p:nvGrpSpPr>
        <p:grpSpPr bwMode="auto">
          <a:xfrm>
            <a:off x="3944442" y="5020962"/>
            <a:ext cx="568325" cy="481013"/>
            <a:chOff x="-44" y="1473"/>
            <a:chExt cx="981" cy="1105"/>
          </a:xfrm>
        </p:grpSpPr>
        <p:pic>
          <p:nvPicPr>
            <p:cNvPr id="503" name="Picture 45" descr="desktop_computer_stylized_medium">
              <a:extLst>
                <a:ext uri="{FF2B5EF4-FFF2-40B4-BE49-F238E27FC236}">
                  <a16:creationId xmlns:a16="http://schemas.microsoft.com/office/drawing/2014/main" id="{7E56A797-1A8C-23E1-E862-19C339A5D2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4" name="Freeform 46">
              <a:extLst>
                <a:ext uri="{FF2B5EF4-FFF2-40B4-BE49-F238E27FC236}">
                  <a16:creationId xmlns:a16="http://schemas.microsoft.com/office/drawing/2014/main" id="{3870DFDA-BCA2-4C7C-3ACC-4816399F10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534" name="Group 906">
            <a:extLst>
              <a:ext uri="{FF2B5EF4-FFF2-40B4-BE49-F238E27FC236}">
                <a16:creationId xmlns:a16="http://schemas.microsoft.com/office/drawing/2014/main" id="{D3EAE80D-D005-40D3-74FF-A94136005408}"/>
              </a:ext>
            </a:extLst>
          </p:cNvPr>
          <p:cNvGrpSpPr>
            <a:grpSpLocks/>
          </p:cNvGrpSpPr>
          <p:nvPr/>
        </p:nvGrpSpPr>
        <p:grpSpPr bwMode="auto">
          <a:xfrm>
            <a:off x="5852617" y="2185687"/>
            <a:ext cx="366713" cy="579438"/>
            <a:chOff x="4140" y="429"/>
            <a:chExt cx="1425" cy="2396"/>
          </a:xfrm>
        </p:grpSpPr>
        <p:sp>
          <p:nvSpPr>
            <p:cNvPr id="535" name="Freeform 907">
              <a:extLst>
                <a:ext uri="{FF2B5EF4-FFF2-40B4-BE49-F238E27FC236}">
                  <a16:creationId xmlns:a16="http://schemas.microsoft.com/office/drawing/2014/main" id="{B557B271-19D9-9E1D-C8D0-7FEF7305F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36" name="Rectangle 908">
              <a:extLst>
                <a:ext uri="{FF2B5EF4-FFF2-40B4-BE49-F238E27FC236}">
                  <a16:creationId xmlns:a16="http://schemas.microsoft.com/office/drawing/2014/main" id="{416B4DBB-BF0D-7A67-0BEF-8EA5974F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37" name="Freeform 909">
              <a:extLst>
                <a:ext uri="{FF2B5EF4-FFF2-40B4-BE49-F238E27FC236}">
                  <a16:creationId xmlns:a16="http://schemas.microsoft.com/office/drawing/2014/main" id="{2A1A7DF0-A816-156D-21B0-4D42DA1C3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38" name="Freeform 910">
              <a:extLst>
                <a:ext uri="{FF2B5EF4-FFF2-40B4-BE49-F238E27FC236}">
                  <a16:creationId xmlns:a16="http://schemas.microsoft.com/office/drawing/2014/main" id="{11D823AA-3461-8E7D-4440-A025AD63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39" name="Rectangle 911">
              <a:extLst>
                <a:ext uri="{FF2B5EF4-FFF2-40B4-BE49-F238E27FC236}">
                  <a16:creationId xmlns:a16="http://schemas.microsoft.com/office/drawing/2014/main" id="{CF30357A-E113-3F01-8249-900C3A8BB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40" name="Group 912">
              <a:extLst>
                <a:ext uri="{FF2B5EF4-FFF2-40B4-BE49-F238E27FC236}">
                  <a16:creationId xmlns:a16="http://schemas.microsoft.com/office/drawing/2014/main" id="{95E58472-B49C-83C3-7982-6BFC69AB4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65" name="AutoShape 913">
                <a:extLst>
                  <a:ext uri="{FF2B5EF4-FFF2-40B4-BE49-F238E27FC236}">
                    <a16:creationId xmlns:a16="http://schemas.microsoft.com/office/drawing/2014/main" id="{ACF79A3A-2386-E7FF-C6D1-B62C29D6A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6" name="AutoShape 914">
                <a:extLst>
                  <a:ext uri="{FF2B5EF4-FFF2-40B4-BE49-F238E27FC236}">
                    <a16:creationId xmlns:a16="http://schemas.microsoft.com/office/drawing/2014/main" id="{87CE26D8-83AB-BB94-B373-D253491E0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41" name="Rectangle 915">
              <a:extLst>
                <a:ext uri="{FF2B5EF4-FFF2-40B4-BE49-F238E27FC236}">
                  <a16:creationId xmlns:a16="http://schemas.microsoft.com/office/drawing/2014/main" id="{B78CFE45-BC87-AA8F-9A14-44DEF00E0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42" name="Group 916">
              <a:extLst>
                <a:ext uri="{FF2B5EF4-FFF2-40B4-BE49-F238E27FC236}">
                  <a16:creationId xmlns:a16="http://schemas.microsoft.com/office/drawing/2014/main" id="{666D542B-BD22-CC85-1849-F48104B27C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3" name="AutoShape 917">
                <a:extLst>
                  <a:ext uri="{FF2B5EF4-FFF2-40B4-BE49-F238E27FC236}">
                    <a16:creationId xmlns:a16="http://schemas.microsoft.com/office/drawing/2014/main" id="{98DE6BC8-73B7-BC97-7B9E-C5E71C107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4" name="AutoShape 918">
                <a:extLst>
                  <a:ext uri="{FF2B5EF4-FFF2-40B4-BE49-F238E27FC236}">
                    <a16:creationId xmlns:a16="http://schemas.microsoft.com/office/drawing/2014/main" id="{7532DE6B-7D29-8422-66A6-A949A8D67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43" name="Rectangle 919">
              <a:extLst>
                <a:ext uri="{FF2B5EF4-FFF2-40B4-BE49-F238E27FC236}">
                  <a16:creationId xmlns:a16="http://schemas.microsoft.com/office/drawing/2014/main" id="{21D19CBC-7B39-00A1-7984-2F2588F7F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44" name="Rectangle 920">
              <a:extLst>
                <a:ext uri="{FF2B5EF4-FFF2-40B4-BE49-F238E27FC236}">
                  <a16:creationId xmlns:a16="http://schemas.microsoft.com/office/drawing/2014/main" id="{B88FDF4C-9575-C7F9-3A0E-D17233499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45" name="Group 921">
              <a:extLst>
                <a:ext uri="{FF2B5EF4-FFF2-40B4-BE49-F238E27FC236}">
                  <a16:creationId xmlns:a16="http://schemas.microsoft.com/office/drawing/2014/main" id="{E536A514-5A9B-2504-5725-B3910F513B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61" name="AutoShape 922">
                <a:extLst>
                  <a:ext uri="{FF2B5EF4-FFF2-40B4-BE49-F238E27FC236}">
                    <a16:creationId xmlns:a16="http://schemas.microsoft.com/office/drawing/2014/main" id="{32AAB629-180C-0270-398A-B07588387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2" name="AutoShape 923">
                <a:extLst>
                  <a:ext uri="{FF2B5EF4-FFF2-40B4-BE49-F238E27FC236}">
                    <a16:creationId xmlns:a16="http://schemas.microsoft.com/office/drawing/2014/main" id="{BA668339-08BD-131B-523B-D334E9D21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46" name="Freeform 924">
              <a:extLst>
                <a:ext uri="{FF2B5EF4-FFF2-40B4-BE49-F238E27FC236}">
                  <a16:creationId xmlns:a16="http://schemas.microsoft.com/office/drawing/2014/main" id="{2F2A8B74-F574-38CA-4BC0-817D70648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47" name="Group 925">
              <a:extLst>
                <a:ext uri="{FF2B5EF4-FFF2-40B4-BE49-F238E27FC236}">
                  <a16:creationId xmlns:a16="http://schemas.microsoft.com/office/drawing/2014/main" id="{4BF3DDCA-16E5-E43F-B3C6-A76B3E241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9" name="AutoShape 926">
                <a:extLst>
                  <a:ext uri="{FF2B5EF4-FFF2-40B4-BE49-F238E27FC236}">
                    <a16:creationId xmlns:a16="http://schemas.microsoft.com/office/drawing/2014/main" id="{CFAE2B53-8618-382B-384F-FF65AE2CE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60" name="AutoShape 927">
                <a:extLst>
                  <a:ext uri="{FF2B5EF4-FFF2-40B4-BE49-F238E27FC236}">
                    <a16:creationId xmlns:a16="http://schemas.microsoft.com/office/drawing/2014/main" id="{5058D21B-EBA2-D52B-E391-8E7DD4F54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48" name="Rectangle 928">
              <a:extLst>
                <a:ext uri="{FF2B5EF4-FFF2-40B4-BE49-F238E27FC236}">
                  <a16:creationId xmlns:a16="http://schemas.microsoft.com/office/drawing/2014/main" id="{87FCB245-06F9-6DB3-C510-687FD630B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49" name="Freeform 929">
              <a:extLst>
                <a:ext uri="{FF2B5EF4-FFF2-40B4-BE49-F238E27FC236}">
                  <a16:creationId xmlns:a16="http://schemas.microsoft.com/office/drawing/2014/main" id="{38C3EE10-BA3F-3679-BB67-C91E47911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0" name="Freeform 930">
              <a:extLst>
                <a:ext uri="{FF2B5EF4-FFF2-40B4-BE49-F238E27FC236}">
                  <a16:creationId xmlns:a16="http://schemas.microsoft.com/office/drawing/2014/main" id="{767DB25C-18A3-A1C5-E63A-6DE17D491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1" name="Oval 931">
              <a:extLst>
                <a:ext uri="{FF2B5EF4-FFF2-40B4-BE49-F238E27FC236}">
                  <a16:creationId xmlns:a16="http://schemas.microsoft.com/office/drawing/2014/main" id="{01FC2BA6-53ED-D451-9ECE-97DE274FE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2" name="Freeform 932">
              <a:extLst>
                <a:ext uri="{FF2B5EF4-FFF2-40B4-BE49-F238E27FC236}">
                  <a16:creationId xmlns:a16="http://schemas.microsoft.com/office/drawing/2014/main" id="{CD3B75AB-3436-CF3E-87E6-929F0D5F8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3" name="AutoShape 933">
              <a:extLst>
                <a:ext uri="{FF2B5EF4-FFF2-40B4-BE49-F238E27FC236}">
                  <a16:creationId xmlns:a16="http://schemas.microsoft.com/office/drawing/2014/main" id="{9742CA7E-D962-1751-839F-E673716D2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4" name="AutoShape 934">
              <a:extLst>
                <a:ext uri="{FF2B5EF4-FFF2-40B4-BE49-F238E27FC236}">
                  <a16:creationId xmlns:a16="http://schemas.microsoft.com/office/drawing/2014/main" id="{DAFC5896-675F-B5FF-DF5E-B605054A6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5" name="Oval 935">
              <a:extLst>
                <a:ext uri="{FF2B5EF4-FFF2-40B4-BE49-F238E27FC236}">
                  <a16:creationId xmlns:a16="http://schemas.microsoft.com/office/drawing/2014/main" id="{ADA4DE77-0F01-8DA8-2DB9-C65F8C6C3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6" name="Oval 936">
              <a:extLst>
                <a:ext uri="{FF2B5EF4-FFF2-40B4-BE49-F238E27FC236}">
                  <a16:creationId xmlns:a16="http://schemas.microsoft.com/office/drawing/2014/main" id="{D2C9CDB5-9E3B-E053-2E5C-F40EBB6D8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7" name="Oval 937">
              <a:extLst>
                <a:ext uri="{FF2B5EF4-FFF2-40B4-BE49-F238E27FC236}">
                  <a16:creationId xmlns:a16="http://schemas.microsoft.com/office/drawing/2014/main" id="{0699AF73-D490-F75C-D56B-58E5E3CF9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58" name="Rectangle 938">
              <a:extLst>
                <a:ext uri="{FF2B5EF4-FFF2-40B4-BE49-F238E27FC236}">
                  <a16:creationId xmlns:a16="http://schemas.microsoft.com/office/drawing/2014/main" id="{4F3DEEFD-85F7-5361-1A57-026C0B4D7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567" name="Group 906">
            <a:extLst>
              <a:ext uri="{FF2B5EF4-FFF2-40B4-BE49-F238E27FC236}">
                <a16:creationId xmlns:a16="http://schemas.microsoft.com/office/drawing/2014/main" id="{2287C754-A230-BFE4-BF20-5B0580131516}"/>
              </a:ext>
            </a:extLst>
          </p:cNvPr>
          <p:cNvGrpSpPr>
            <a:grpSpLocks/>
          </p:cNvGrpSpPr>
          <p:nvPr/>
        </p:nvGrpSpPr>
        <p:grpSpPr bwMode="auto">
          <a:xfrm>
            <a:off x="6457455" y="2695275"/>
            <a:ext cx="366712" cy="579437"/>
            <a:chOff x="4140" y="429"/>
            <a:chExt cx="1425" cy="2396"/>
          </a:xfrm>
        </p:grpSpPr>
        <p:sp>
          <p:nvSpPr>
            <p:cNvPr id="568" name="Freeform 907">
              <a:extLst>
                <a:ext uri="{FF2B5EF4-FFF2-40B4-BE49-F238E27FC236}">
                  <a16:creationId xmlns:a16="http://schemas.microsoft.com/office/drawing/2014/main" id="{CC182D76-57B1-2013-2AA6-8A9E51187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69" name="Rectangle 908">
              <a:extLst>
                <a:ext uri="{FF2B5EF4-FFF2-40B4-BE49-F238E27FC236}">
                  <a16:creationId xmlns:a16="http://schemas.microsoft.com/office/drawing/2014/main" id="{B5DB99DB-E83E-F06F-3895-5235686A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70" name="Freeform 909">
              <a:extLst>
                <a:ext uri="{FF2B5EF4-FFF2-40B4-BE49-F238E27FC236}">
                  <a16:creationId xmlns:a16="http://schemas.microsoft.com/office/drawing/2014/main" id="{98C496E5-0336-BF59-B4B2-6F608B1DA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71" name="Freeform 910">
              <a:extLst>
                <a:ext uri="{FF2B5EF4-FFF2-40B4-BE49-F238E27FC236}">
                  <a16:creationId xmlns:a16="http://schemas.microsoft.com/office/drawing/2014/main" id="{32D54678-4E1C-AD2B-5DAD-B83BDF507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72" name="Rectangle 911">
              <a:extLst>
                <a:ext uri="{FF2B5EF4-FFF2-40B4-BE49-F238E27FC236}">
                  <a16:creationId xmlns:a16="http://schemas.microsoft.com/office/drawing/2014/main" id="{4E4FB2B0-E9BE-06D4-D423-40F59D621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73" name="Group 912">
              <a:extLst>
                <a:ext uri="{FF2B5EF4-FFF2-40B4-BE49-F238E27FC236}">
                  <a16:creationId xmlns:a16="http://schemas.microsoft.com/office/drawing/2014/main" id="{615CBF7E-3EEF-9BA0-DD2D-293A34EDF3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98" name="AutoShape 913">
                <a:extLst>
                  <a:ext uri="{FF2B5EF4-FFF2-40B4-BE49-F238E27FC236}">
                    <a16:creationId xmlns:a16="http://schemas.microsoft.com/office/drawing/2014/main" id="{68BE8778-0BB8-A548-9F00-58FE7AF89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99" name="AutoShape 914">
                <a:extLst>
                  <a:ext uri="{FF2B5EF4-FFF2-40B4-BE49-F238E27FC236}">
                    <a16:creationId xmlns:a16="http://schemas.microsoft.com/office/drawing/2014/main" id="{DFDF6617-A47C-F802-7E36-34131CB0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74" name="Rectangle 915">
              <a:extLst>
                <a:ext uri="{FF2B5EF4-FFF2-40B4-BE49-F238E27FC236}">
                  <a16:creationId xmlns:a16="http://schemas.microsoft.com/office/drawing/2014/main" id="{A06EAC91-91B8-9E40-D404-49A220C5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75" name="Group 916">
              <a:extLst>
                <a:ext uri="{FF2B5EF4-FFF2-40B4-BE49-F238E27FC236}">
                  <a16:creationId xmlns:a16="http://schemas.microsoft.com/office/drawing/2014/main" id="{95A666A5-014F-1852-4D4B-33A5CFFAE9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96" name="AutoShape 917">
                <a:extLst>
                  <a:ext uri="{FF2B5EF4-FFF2-40B4-BE49-F238E27FC236}">
                    <a16:creationId xmlns:a16="http://schemas.microsoft.com/office/drawing/2014/main" id="{4EE2DAC9-C645-36B5-E753-64770206C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97" name="AutoShape 918">
                <a:extLst>
                  <a:ext uri="{FF2B5EF4-FFF2-40B4-BE49-F238E27FC236}">
                    <a16:creationId xmlns:a16="http://schemas.microsoft.com/office/drawing/2014/main" id="{DEED723A-515B-EEFE-C763-4EA854F06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76" name="Rectangle 919">
              <a:extLst>
                <a:ext uri="{FF2B5EF4-FFF2-40B4-BE49-F238E27FC236}">
                  <a16:creationId xmlns:a16="http://schemas.microsoft.com/office/drawing/2014/main" id="{89FEE549-D55B-CC0D-02F9-50939D42F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77" name="Rectangle 920">
              <a:extLst>
                <a:ext uri="{FF2B5EF4-FFF2-40B4-BE49-F238E27FC236}">
                  <a16:creationId xmlns:a16="http://schemas.microsoft.com/office/drawing/2014/main" id="{D69DE0D1-DBD9-62D0-235F-DBAB758C4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78" name="Group 921">
              <a:extLst>
                <a:ext uri="{FF2B5EF4-FFF2-40B4-BE49-F238E27FC236}">
                  <a16:creationId xmlns:a16="http://schemas.microsoft.com/office/drawing/2014/main" id="{8D0B5B6F-9805-530A-1BEE-7BAAE8CAC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4" name="AutoShape 922">
                <a:extLst>
                  <a:ext uri="{FF2B5EF4-FFF2-40B4-BE49-F238E27FC236}">
                    <a16:creationId xmlns:a16="http://schemas.microsoft.com/office/drawing/2014/main" id="{1C168DC7-74AD-8A37-44E8-034C66FAC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95" name="AutoShape 923">
                <a:extLst>
                  <a:ext uri="{FF2B5EF4-FFF2-40B4-BE49-F238E27FC236}">
                    <a16:creationId xmlns:a16="http://schemas.microsoft.com/office/drawing/2014/main" id="{05F9D03B-D806-DE26-88E1-1EBA3D2D3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79" name="Freeform 924">
              <a:extLst>
                <a:ext uri="{FF2B5EF4-FFF2-40B4-BE49-F238E27FC236}">
                  <a16:creationId xmlns:a16="http://schemas.microsoft.com/office/drawing/2014/main" id="{1D417FBD-CC72-982F-C669-7A28F226F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grpSp>
          <p:nvGrpSpPr>
            <p:cNvPr id="580" name="Group 925">
              <a:extLst>
                <a:ext uri="{FF2B5EF4-FFF2-40B4-BE49-F238E27FC236}">
                  <a16:creationId xmlns:a16="http://schemas.microsoft.com/office/drawing/2014/main" id="{591BB7F5-9259-65D4-0C47-9794EB8148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2" name="AutoShape 926">
                <a:extLst>
                  <a:ext uri="{FF2B5EF4-FFF2-40B4-BE49-F238E27FC236}">
                    <a16:creationId xmlns:a16="http://schemas.microsoft.com/office/drawing/2014/main" id="{578A5D87-D0F4-1D58-A619-7ABEFAF6B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593" name="AutoShape 927">
                <a:extLst>
                  <a:ext uri="{FF2B5EF4-FFF2-40B4-BE49-F238E27FC236}">
                    <a16:creationId xmlns:a16="http://schemas.microsoft.com/office/drawing/2014/main" id="{09632929-16EC-75AB-5A5E-6EB89DF62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RANSans(FaNum)" panose="02040503050201020203" pitchFamily="18" charset="-78"/>
                  <a:ea typeface="ＭＳ Ｐゴシック" charset="0"/>
                  <a:cs typeface="IRANSans(FaNum)" panose="02040503050201020203" pitchFamily="18" charset="-78"/>
                </a:endParaRPr>
              </a:p>
            </p:txBody>
          </p:sp>
        </p:grpSp>
        <p:sp>
          <p:nvSpPr>
            <p:cNvPr id="581" name="Rectangle 928">
              <a:extLst>
                <a:ext uri="{FF2B5EF4-FFF2-40B4-BE49-F238E27FC236}">
                  <a16:creationId xmlns:a16="http://schemas.microsoft.com/office/drawing/2014/main" id="{433F2C85-B1AF-033D-3CB0-361F92B35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2" name="Freeform 929">
              <a:extLst>
                <a:ext uri="{FF2B5EF4-FFF2-40B4-BE49-F238E27FC236}">
                  <a16:creationId xmlns:a16="http://schemas.microsoft.com/office/drawing/2014/main" id="{35BB6C0F-86C3-B193-EE1D-9D4DA784E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3" name="Freeform 930">
              <a:extLst>
                <a:ext uri="{FF2B5EF4-FFF2-40B4-BE49-F238E27FC236}">
                  <a16:creationId xmlns:a16="http://schemas.microsoft.com/office/drawing/2014/main" id="{CEE74D72-44F5-E08A-380E-BDAC8F803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4" name="Oval 931">
              <a:extLst>
                <a:ext uri="{FF2B5EF4-FFF2-40B4-BE49-F238E27FC236}">
                  <a16:creationId xmlns:a16="http://schemas.microsoft.com/office/drawing/2014/main" id="{CC89E44B-1732-530B-2105-003C40957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5" name="Freeform 932">
              <a:extLst>
                <a:ext uri="{FF2B5EF4-FFF2-40B4-BE49-F238E27FC236}">
                  <a16:creationId xmlns:a16="http://schemas.microsoft.com/office/drawing/2014/main" id="{0F85E302-F1F6-8CF5-AA15-1F03B5E4A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6" name="AutoShape 933">
              <a:extLst>
                <a:ext uri="{FF2B5EF4-FFF2-40B4-BE49-F238E27FC236}">
                  <a16:creationId xmlns:a16="http://schemas.microsoft.com/office/drawing/2014/main" id="{CEF3A224-9F18-1B30-BA64-DF410896F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7" name="AutoShape 934">
              <a:extLst>
                <a:ext uri="{FF2B5EF4-FFF2-40B4-BE49-F238E27FC236}">
                  <a16:creationId xmlns:a16="http://schemas.microsoft.com/office/drawing/2014/main" id="{3B91CA46-1787-812D-4166-DD50A11C2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8" name="Oval 935">
              <a:extLst>
                <a:ext uri="{FF2B5EF4-FFF2-40B4-BE49-F238E27FC236}">
                  <a16:creationId xmlns:a16="http://schemas.microsoft.com/office/drawing/2014/main" id="{AA4423FC-BF09-F33D-9AD6-A8F30E0F6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89" name="Oval 936">
              <a:extLst>
                <a:ext uri="{FF2B5EF4-FFF2-40B4-BE49-F238E27FC236}">
                  <a16:creationId xmlns:a16="http://schemas.microsoft.com/office/drawing/2014/main" id="{E3D114F6-0B15-D1A6-B568-DD221E83A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90" name="Oval 937">
              <a:extLst>
                <a:ext uri="{FF2B5EF4-FFF2-40B4-BE49-F238E27FC236}">
                  <a16:creationId xmlns:a16="http://schemas.microsoft.com/office/drawing/2014/main" id="{D329372B-63E6-8FEC-2B98-FCD4C74F5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  <p:sp>
          <p:nvSpPr>
            <p:cNvPr id="591" name="Rectangle 938">
              <a:extLst>
                <a:ext uri="{FF2B5EF4-FFF2-40B4-BE49-F238E27FC236}">
                  <a16:creationId xmlns:a16="http://schemas.microsoft.com/office/drawing/2014/main" id="{90486684-50D1-B8CD-CAE9-0C612C26D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RANSans(FaNum)" panose="02040503050201020203" pitchFamily="18" charset="-78"/>
                <a:ea typeface="ＭＳ Ｐゴシック" charset="0"/>
                <a:cs typeface="IRANSans(FaNum)" panose="02040503050201020203" pitchFamily="18" charset="-78"/>
              </a:endParaRPr>
            </a:p>
          </p:txBody>
        </p:sp>
      </p:grpSp>
      <p:grpSp>
        <p:nvGrpSpPr>
          <p:cNvPr id="600" name="Group 599">
            <a:extLst>
              <a:ext uri="{FF2B5EF4-FFF2-40B4-BE49-F238E27FC236}">
                <a16:creationId xmlns:a16="http://schemas.microsoft.com/office/drawing/2014/main" id="{4C5F9DF3-CB2F-870C-7F01-3D1C2259C7FF}"/>
              </a:ext>
            </a:extLst>
          </p:cNvPr>
          <p:cNvGrpSpPr/>
          <p:nvPr/>
        </p:nvGrpSpPr>
        <p:grpSpPr>
          <a:xfrm>
            <a:off x="4680461" y="3022779"/>
            <a:ext cx="914400" cy="479686"/>
            <a:chOff x="3668110" y="2448910"/>
            <a:chExt cx="3794234" cy="2165130"/>
          </a:xfrm>
        </p:grpSpPr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B7A1152B-6BE4-3D6F-025E-E68462A2ACE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02" name="Freeform 487">
              <a:extLst>
                <a:ext uri="{FF2B5EF4-FFF2-40B4-BE49-F238E27FC236}">
                  <a16:creationId xmlns:a16="http://schemas.microsoft.com/office/drawing/2014/main" id="{3B173D3F-E0A9-F06A-7BCB-EDBE5CA6A83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4A9E068E-5E8A-A671-C22A-D24D53154E2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04" name="Freeform 489">
                <a:extLst>
                  <a:ext uri="{FF2B5EF4-FFF2-40B4-BE49-F238E27FC236}">
                    <a16:creationId xmlns:a16="http://schemas.microsoft.com/office/drawing/2014/main" id="{4440D0BA-FD27-2D87-AEAA-37ACDA8A374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5" name="Freeform 490">
                <a:extLst>
                  <a:ext uri="{FF2B5EF4-FFF2-40B4-BE49-F238E27FC236}">
                    <a16:creationId xmlns:a16="http://schemas.microsoft.com/office/drawing/2014/main" id="{313ACA2A-DF81-EE96-8F01-3DD5AC4AB8B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6" name="Freeform 491">
                <a:extLst>
                  <a:ext uri="{FF2B5EF4-FFF2-40B4-BE49-F238E27FC236}">
                    <a16:creationId xmlns:a16="http://schemas.microsoft.com/office/drawing/2014/main" id="{045FBEC7-8423-3A85-5506-7E7599D1F00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07" name="Freeform 492">
                <a:extLst>
                  <a:ext uri="{FF2B5EF4-FFF2-40B4-BE49-F238E27FC236}">
                    <a16:creationId xmlns:a16="http://schemas.microsoft.com/office/drawing/2014/main" id="{69AC5BC5-1C77-CBA4-0887-37E0648CFED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608" name="Group 607">
            <a:extLst>
              <a:ext uri="{FF2B5EF4-FFF2-40B4-BE49-F238E27FC236}">
                <a16:creationId xmlns:a16="http://schemas.microsoft.com/office/drawing/2014/main" id="{86474592-094A-9626-1FC3-DB2DFD294818}"/>
              </a:ext>
            </a:extLst>
          </p:cNvPr>
          <p:cNvGrpSpPr/>
          <p:nvPr/>
        </p:nvGrpSpPr>
        <p:grpSpPr>
          <a:xfrm>
            <a:off x="3460044" y="2304127"/>
            <a:ext cx="894855" cy="442494"/>
            <a:chOff x="7493876" y="2774731"/>
            <a:chExt cx="1481958" cy="894622"/>
          </a:xfrm>
        </p:grpSpPr>
        <p:sp>
          <p:nvSpPr>
            <p:cNvPr id="609" name="Freeform 497">
              <a:extLst>
                <a:ext uri="{FF2B5EF4-FFF2-40B4-BE49-F238E27FC236}">
                  <a16:creationId xmlns:a16="http://schemas.microsoft.com/office/drawing/2014/main" id="{6AE6CB9A-99F3-A61C-3CA6-A98052883E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     </a:t>
              </a: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FBB5E18A-7B11-0F01-F120-1F51B31D70B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rPr>
                <a:t>              </a:t>
              </a:r>
            </a:p>
          </p:txBody>
        </p:sp>
        <p:grpSp>
          <p:nvGrpSpPr>
            <p:cNvPr id="611" name="Group 610">
              <a:extLst>
                <a:ext uri="{FF2B5EF4-FFF2-40B4-BE49-F238E27FC236}">
                  <a16:creationId xmlns:a16="http://schemas.microsoft.com/office/drawing/2014/main" id="{AAB33714-46E3-1DE1-D6B8-684241BE71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2" name="Freeform 500">
                <a:extLst>
                  <a:ext uri="{FF2B5EF4-FFF2-40B4-BE49-F238E27FC236}">
                    <a16:creationId xmlns:a16="http://schemas.microsoft.com/office/drawing/2014/main" id="{79D83A7E-C35E-A5C1-8188-9CEF19F6F43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3" name="Freeform 501">
                <a:extLst>
                  <a:ext uri="{FF2B5EF4-FFF2-40B4-BE49-F238E27FC236}">
                    <a16:creationId xmlns:a16="http://schemas.microsoft.com/office/drawing/2014/main" id="{4EC97C1D-3364-AAB4-6DD4-8087DF9087D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4" name="Freeform 502">
                <a:extLst>
                  <a:ext uri="{FF2B5EF4-FFF2-40B4-BE49-F238E27FC236}">
                    <a16:creationId xmlns:a16="http://schemas.microsoft.com/office/drawing/2014/main" id="{AFD56DC3-C69C-3CF0-6907-E00F78562A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15" name="Freeform 503">
                <a:extLst>
                  <a:ext uri="{FF2B5EF4-FFF2-40B4-BE49-F238E27FC236}">
                    <a16:creationId xmlns:a16="http://schemas.microsoft.com/office/drawing/2014/main" id="{45942D32-D326-EF1A-A70A-C2043F7EFB3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DD013B1B-5F81-72A8-4291-3E71F9A9DEDD}"/>
              </a:ext>
            </a:extLst>
          </p:cNvPr>
          <p:cNvGrpSpPr/>
          <p:nvPr/>
        </p:nvGrpSpPr>
        <p:grpSpPr>
          <a:xfrm>
            <a:off x="2633772" y="4673949"/>
            <a:ext cx="652815" cy="339144"/>
            <a:chOff x="3668110" y="2448910"/>
            <a:chExt cx="3794234" cy="2165130"/>
          </a:xfrm>
        </p:grpSpPr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DC85E40C-9AAA-B248-90AB-6AB20A8B44E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18" name="Freeform 530">
              <a:extLst>
                <a:ext uri="{FF2B5EF4-FFF2-40B4-BE49-F238E27FC236}">
                  <a16:creationId xmlns:a16="http://schemas.microsoft.com/office/drawing/2014/main" id="{7F322023-954A-F558-1A90-75E27C88875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619" name="Group 618">
              <a:extLst>
                <a:ext uri="{FF2B5EF4-FFF2-40B4-BE49-F238E27FC236}">
                  <a16:creationId xmlns:a16="http://schemas.microsoft.com/office/drawing/2014/main" id="{3AD9EC01-EE94-D179-6E24-43B5F9A3008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20" name="Freeform 532">
                <a:extLst>
                  <a:ext uri="{FF2B5EF4-FFF2-40B4-BE49-F238E27FC236}">
                    <a16:creationId xmlns:a16="http://schemas.microsoft.com/office/drawing/2014/main" id="{613A0A64-C201-7DAD-B3D2-E11390899B9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21" name="Freeform 533">
                <a:extLst>
                  <a:ext uri="{FF2B5EF4-FFF2-40B4-BE49-F238E27FC236}">
                    <a16:creationId xmlns:a16="http://schemas.microsoft.com/office/drawing/2014/main" id="{AB9FFAA7-699B-D97B-99AE-DB5C4636A69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22" name="Freeform 534">
                <a:extLst>
                  <a:ext uri="{FF2B5EF4-FFF2-40B4-BE49-F238E27FC236}">
                    <a16:creationId xmlns:a16="http://schemas.microsoft.com/office/drawing/2014/main" id="{35E35570-FB0C-4D45-FB9D-432D768C3DE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23" name="Freeform 535">
                <a:extLst>
                  <a:ext uri="{FF2B5EF4-FFF2-40B4-BE49-F238E27FC236}">
                    <a16:creationId xmlns:a16="http://schemas.microsoft.com/office/drawing/2014/main" id="{36CC7E71-1006-4C17-D00D-3BF224BD173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42F76D7F-1071-072B-2995-34F414F276B3}"/>
              </a:ext>
            </a:extLst>
          </p:cNvPr>
          <p:cNvGrpSpPr/>
          <p:nvPr/>
        </p:nvGrpSpPr>
        <p:grpSpPr>
          <a:xfrm>
            <a:off x="3329426" y="5084642"/>
            <a:ext cx="666096" cy="353718"/>
            <a:chOff x="3668110" y="2448910"/>
            <a:chExt cx="3794234" cy="2165130"/>
          </a:xfrm>
        </p:grpSpPr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308344B3-11B5-03C2-70CF-EBB2E715B4D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sp>
          <p:nvSpPr>
            <p:cNvPr id="626" name="Freeform 538">
              <a:extLst>
                <a:ext uri="{FF2B5EF4-FFF2-40B4-BE49-F238E27FC236}">
                  <a16:creationId xmlns:a16="http://schemas.microsoft.com/office/drawing/2014/main" id="{118B7AF5-8E6D-2DCD-45F9-E899B128ED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RANSans(FaNum)" panose="02040503050201020203" pitchFamily="18" charset="-78"/>
                <a:cs typeface="IRANSans(FaNum)" panose="02040503050201020203" pitchFamily="18" charset="-78"/>
              </a:endParaRPr>
            </a:p>
          </p:txBody>
        </p: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6B480241-64B3-660C-E49A-234C260B70F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28" name="Freeform 540">
                <a:extLst>
                  <a:ext uri="{FF2B5EF4-FFF2-40B4-BE49-F238E27FC236}">
                    <a16:creationId xmlns:a16="http://schemas.microsoft.com/office/drawing/2014/main" id="{810B6946-312B-8DC2-AF2A-C893610FB0D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29" name="Freeform 541">
                <a:extLst>
                  <a:ext uri="{FF2B5EF4-FFF2-40B4-BE49-F238E27FC236}">
                    <a16:creationId xmlns:a16="http://schemas.microsoft.com/office/drawing/2014/main" id="{3737E218-AA93-E018-048E-CE01A8B0F8A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30" name="Freeform 542">
                <a:extLst>
                  <a:ext uri="{FF2B5EF4-FFF2-40B4-BE49-F238E27FC236}">
                    <a16:creationId xmlns:a16="http://schemas.microsoft.com/office/drawing/2014/main" id="{1AD6CBA6-B79B-38CD-89AF-816533481A2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631" name="Freeform 543">
                <a:extLst>
                  <a:ext uri="{FF2B5EF4-FFF2-40B4-BE49-F238E27FC236}">
                    <a16:creationId xmlns:a16="http://schemas.microsoft.com/office/drawing/2014/main" id="{81F4BABA-C017-74EC-B108-7DAC0008A1A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DE64B89C-DDCC-23E1-2C3C-E9217888F323}"/>
              </a:ext>
            </a:extLst>
          </p:cNvPr>
          <p:cNvGrpSpPr/>
          <p:nvPr/>
        </p:nvGrpSpPr>
        <p:grpSpPr>
          <a:xfrm>
            <a:off x="6499598" y="4066810"/>
            <a:ext cx="1590625" cy="933665"/>
            <a:chOff x="9874069" y="4049856"/>
            <a:chExt cx="1165513" cy="683960"/>
          </a:xfrm>
        </p:grpSpPr>
        <p:pic>
          <p:nvPicPr>
            <p:cNvPr id="649" name="Picture 781" descr="antenna_radiation_stylized">
              <a:extLst>
                <a:ext uri="{FF2B5EF4-FFF2-40B4-BE49-F238E27FC236}">
                  <a16:creationId xmlns:a16="http://schemas.microsoft.com/office/drawing/2014/main" id="{90A6CB4F-9FD0-6958-5B15-ECEFE1D2D4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0" name="Picture 780" descr="access_point_stylized_small">
              <a:extLst>
                <a:ext uri="{FF2B5EF4-FFF2-40B4-BE49-F238E27FC236}">
                  <a16:creationId xmlns:a16="http://schemas.microsoft.com/office/drawing/2014/main" id="{8A42C5FF-DADF-179B-1F1D-2332E421D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51" name="Group 850">
              <a:extLst>
                <a:ext uri="{FF2B5EF4-FFF2-40B4-BE49-F238E27FC236}">
                  <a16:creationId xmlns:a16="http://schemas.microsoft.com/office/drawing/2014/main" id="{B2A11241-2053-1C01-B100-140B8FC3D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16" name="Freeform 851">
                <a:extLst>
                  <a:ext uri="{FF2B5EF4-FFF2-40B4-BE49-F238E27FC236}">
                    <a16:creationId xmlns:a16="http://schemas.microsoft.com/office/drawing/2014/main" id="{21D23CD9-B51D-A106-12AF-A8A0FAA19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17" name="Freeform 852">
                <a:extLst>
                  <a:ext uri="{FF2B5EF4-FFF2-40B4-BE49-F238E27FC236}">
                    <a16:creationId xmlns:a16="http://schemas.microsoft.com/office/drawing/2014/main" id="{16FD9E3C-3BD2-61DF-414D-96C293929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18" name="Freeform 853">
                <a:extLst>
                  <a:ext uri="{FF2B5EF4-FFF2-40B4-BE49-F238E27FC236}">
                    <a16:creationId xmlns:a16="http://schemas.microsoft.com/office/drawing/2014/main" id="{C20A0BDF-A6DE-8668-1286-50BC09BEA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19" name="Freeform 854">
                <a:extLst>
                  <a:ext uri="{FF2B5EF4-FFF2-40B4-BE49-F238E27FC236}">
                    <a16:creationId xmlns:a16="http://schemas.microsoft.com/office/drawing/2014/main" id="{BD1714FA-EB9B-E681-69FA-9A13668C3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20" name="Freeform 855">
                <a:extLst>
                  <a:ext uri="{FF2B5EF4-FFF2-40B4-BE49-F238E27FC236}">
                    <a16:creationId xmlns:a16="http://schemas.microsoft.com/office/drawing/2014/main" id="{2A22570B-DDD1-1FD5-600E-52D1BA01F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21" name="Freeform 856">
                <a:extLst>
                  <a:ext uri="{FF2B5EF4-FFF2-40B4-BE49-F238E27FC236}">
                    <a16:creationId xmlns:a16="http://schemas.microsoft.com/office/drawing/2014/main" id="{02964F58-7BC8-7D2F-420B-5D347D448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grpSp>
          <p:nvGrpSpPr>
            <p:cNvPr id="652" name="Group 651">
              <a:extLst>
                <a:ext uri="{FF2B5EF4-FFF2-40B4-BE49-F238E27FC236}">
                  <a16:creationId xmlns:a16="http://schemas.microsoft.com/office/drawing/2014/main" id="{46420354-8332-F741-8958-6FA75AAB7F28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685" name="Group 684">
                <a:extLst>
                  <a:ext uri="{FF2B5EF4-FFF2-40B4-BE49-F238E27FC236}">
                    <a16:creationId xmlns:a16="http://schemas.microsoft.com/office/drawing/2014/main" id="{336F8EBE-40B0-E9D7-E803-54FEC2D8EE8B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694" name="Picture 1018" descr="laptop_keyboard">
                  <a:extLst>
                    <a:ext uri="{FF2B5EF4-FFF2-40B4-BE49-F238E27FC236}">
                      <a16:creationId xmlns:a16="http://schemas.microsoft.com/office/drawing/2014/main" id="{028EC7C9-A1FA-ECD0-4677-C515680230F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95" name="Freeform 1019">
                  <a:extLst>
                    <a:ext uri="{FF2B5EF4-FFF2-40B4-BE49-F238E27FC236}">
                      <a16:creationId xmlns:a16="http://schemas.microsoft.com/office/drawing/2014/main" id="{467FAF86-F31F-2030-1266-163E421B47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pic>
              <p:nvPicPr>
                <p:cNvPr id="696" name="Picture 1020" descr="screen">
                  <a:extLst>
                    <a:ext uri="{FF2B5EF4-FFF2-40B4-BE49-F238E27FC236}">
                      <a16:creationId xmlns:a16="http://schemas.microsoft.com/office/drawing/2014/main" id="{7C8E6AAB-1CBD-2DF1-068A-FC8F793688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97" name="Freeform 1021">
                  <a:extLst>
                    <a:ext uri="{FF2B5EF4-FFF2-40B4-BE49-F238E27FC236}">
                      <a16:creationId xmlns:a16="http://schemas.microsoft.com/office/drawing/2014/main" id="{526E68BB-19A6-DD31-AD17-0884CF200B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98" name="Freeform 1022">
                  <a:extLst>
                    <a:ext uri="{FF2B5EF4-FFF2-40B4-BE49-F238E27FC236}">
                      <a16:creationId xmlns:a16="http://schemas.microsoft.com/office/drawing/2014/main" id="{1765F117-D0DD-AEBF-F0AB-4B6CCF4BAC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99" name="Freeform 1023">
                  <a:extLst>
                    <a:ext uri="{FF2B5EF4-FFF2-40B4-BE49-F238E27FC236}">
                      <a16:creationId xmlns:a16="http://schemas.microsoft.com/office/drawing/2014/main" id="{69A85D49-FB4D-228F-46A9-034C97FD8F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0" name="Freeform 1024">
                  <a:extLst>
                    <a:ext uri="{FF2B5EF4-FFF2-40B4-BE49-F238E27FC236}">
                      <a16:creationId xmlns:a16="http://schemas.microsoft.com/office/drawing/2014/main" id="{B53E3AAC-AFB4-B115-1763-3098D2C389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1" name="Freeform 1025">
                  <a:extLst>
                    <a:ext uri="{FF2B5EF4-FFF2-40B4-BE49-F238E27FC236}">
                      <a16:creationId xmlns:a16="http://schemas.microsoft.com/office/drawing/2014/main" id="{E1758C51-301B-47E0-7B42-8A23655103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2" name="Freeform 1026">
                  <a:extLst>
                    <a:ext uri="{FF2B5EF4-FFF2-40B4-BE49-F238E27FC236}">
                      <a16:creationId xmlns:a16="http://schemas.microsoft.com/office/drawing/2014/main" id="{A01E50AB-C3BB-369E-3182-4DFD5083A0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grpSp>
              <p:nvGrpSpPr>
                <p:cNvPr id="703" name="Group 1027">
                  <a:extLst>
                    <a:ext uri="{FF2B5EF4-FFF2-40B4-BE49-F238E27FC236}">
                      <a16:creationId xmlns:a16="http://schemas.microsoft.com/office/drawing/2014/main" id="{B40D287B-F8DD-97F1-15AB-40AD185890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10" name="Freeform 1028">
                    <a:extLst>
                      <a:ext uri="{FF2B5EF4-FFF2-40B4-BE49-F238E27FC236}">
                        <a16:creationId xmlns:a16="http://schemas.microsoft.com/office/drawing/2014/main" id="{150BBFA1-738D-C7B9-7444-BC6AF3FC28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11" name="Freeform 1029">
                    <a:extLst>
                      <a:ext uri="{FF2B5EF4-FFF2-40B4-BE49-F238E27FC236}">
                        <a16:creationId xmlns:a16="http://schemas.microsoft.com/office/drawing/2014/main" id="{0A771B5C-8FA2-4ED4-ECDD-50EC947CD7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12" name="Freeform 1030">
                    <a:extLst>
                      <a:ext uri="{FF2B5EF4-FFF2-40B4-BE49-F238E27FC236}">
                        <a16:creationId xmlns:a16="http://schemas.microsoft.com/office/drawing/2014/main" id="{20B3E53D-68D0-6C3C-DC7E-FD39D8D638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13" name="Freeform 1031">
                    <a:extLst>
                      <a:ext uri="{FF2B5EF4-FFF2-40B4-BE49-F238E27FC236}">
                        <a16:creationId xmlns:a16="http://schemas.microsoft.com/office/drawing/2014/main" id="{A7C9884B-CB62-9B1F-98D8-5E9CCE3931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14" name="Freeform 1032">
                    <a:extLst>
                      <a:ext uri="{FF2B5EF4-FFF2-40B4-BE49-F238E27FC236}">
                        <a16:creationId xmlns:a16="http://schemas.microsoft.com/office/drawing/2014/main" id="{ABFA4F3F-6EBE-ABAF-83B7-E602E325B2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15" name="Freeform 1033">
                    <a:extLst>
                      <a:ext uri="{FF2B5EF4-FFF2-40B4-BE49-F238E27FC236}">
                        <a16:creationId xmlns:a16="http://schemas.microsoft.com/office/drawing/2014/main" id="{3D7BE82E-85CA-2B93-FF07-92BD33A8E2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</p:grpSp>
            <p:sp>
              <p:nvSpPr>
                <p:cNvPr id="704" name="Freeform 1034">
                  <a:extLst>
                    <a:ext uri="{FF2B5EF4-FFF2-40B4-BE49-F238E27FC236}">
                      <a16:creationId xmlns:a16="http://schemas.microsoft.com/office/drawing/2014/main" id="{DDFCCC2C-C237-3DD5-F3A4-BCAECCE9C2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5" name="Freeform 1035">
                  <a:extLst>
                    <a:ext uri="{FF2B5EF4-FFF2-40B4-BE49-F238E27FC236}">
                      <a16:creationId xmlns:a16="http://schemas.microsoft.com/office/drawing/2014/main" id="{D9EAE88A-CF09-B9C4-A70C-17E64478B5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6" name="Freeform 1036">
                  <a:extLst>
                    <a:ext uri="{FF2B5EF4-FFF2-40B4-BE49-F238E27FC236}">
                      <a16:creationId xmlns:a16="http://schemas.microsoft.com/office/drawing/2014/main" id="{18811D3C-E141-59DA-9DC2-C104398062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7" name="Freeform 1037">
                  <a:extLst>
                    <a:ext uri="{FF2B5EF4-FFF2-40B4-BE49-F238E27FC236}">
                      <a16:creationId xmlns:a16="http://schemas.microsoft.com/office/drawing/2014/main" id="{9F99874B-C729-CF3B-F117-33B7BF36D4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8" name="Freeform 1038">
                  <a:extLst>
                    <a:ext uri="{FF2B5EF4-FFF2-40B4-BE49-F238E27FC236}">
                      <a16:creationId xmlns:a16="http://schemas.microsoft.com/office/drawing/2014/main" id="{441D4151-165C-9893-52F0-B3A060E854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09" name="Freeform 1039">
                  <a:extLst>
                    <a:ext uri="{FF2B5EF4-FFF2-40B4-BE49-F238E27FC236}">
                      <a16:creationId xmlns:a16="http://schemas.microsoft.com/office/drawing/2014/main" id="{C9F70763-1E74-65D0-6FBC-D290581CC0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grpSp>
            <p:nvGrpSpPr>
              <p:cNvPr id="686" name="Group 850">
                <a:extLst>
                  <a:ext uri="{FF2B5EF4-FFF2-40B4-BE49-F238E27FC236}">
                    <a16:creationId xmlns:a16="http://schemas.microsoft.com/office/drawing/2014/main" id="{821222F8-2633-9D54-D7C6-78AE6E456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688" name="Freeform 851">
                  <a:extLst>
                    <a:ext uri="{FF2B5EF4-FFF2-40B4-BE49-F238E27FC236}">
                      <a16:creationId xmlns:a16="http://schemas.microsoft.com/office/drawing/2014/main" id="{8A7D69E6-632C-E359-4D7F-31090528D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89" name="Freeform 852">
                  <a:extLst>
                    <a:ext uri="{FF2B5EF4-FFF2-40B4-BE49-F238E27FC236}">
                      <a16:creationId xmlns:a16="http://schemas.microsoft.com/office/drawing/2014/main" id="{F9806EB0-22DE-960D-1C78-C0222CEAE7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90" name="Freeform 853">
                  <a:extLst>
                    <a:ext uri="{FF2B5EF4-FFF2-40B4-BE49-F238E27FC236}">
                      <a16:creationId xmlns:a16="http://schemas.microsoft.com/office/drawing/2014/main" id="{5FF2E0AA-A21A-B2A2-A6CE-129E2C07A0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91" name="Freeform 854">
                  <a:extLst>
                    <a:ext uri="{FF2B5EF4-FFF2-40B4-BE49-F238E27FC236}">
                      <a16:creationId xmlns:a16="http://schemas.microsoft.com/office/drawing/2014/main" id="{38537E05-1BC0-52EB-3B2A-D2C1F05059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92" name="Freeform 855">
                  <a:extLst>
                    <a:ext uri="{FF2B5EF4-FFF2-40B4-BE49-F238E27FC236}">
                      <a16:creationId xmlns:a16="http://schemas.microsoft.com/office/drawing/2014/main" id="{89205E6F-A5D2-8FBD-27DA-9BAB242CAE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93" name="Freeform 856">
                  <a:extLst>
                    <a:ext uri="{FF2B5EF4-FFF2-40B4-BE49-F238E27FC236}">
                      <a16:creationId xmlns:a16="http://schemas.microsoft.com/office/drawing/2014/main" id="{6967719F-523B-8FC7-D075-673373D9DB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cxnSp>
            <p:nvCxnSpPr>
              <p:cNvPr id="687" name="Straight Connector 686">
                <a:extLst>
                  <a:ext uri="{FF2B5EF4-FFF2-40B4-BE49-F238E27FC236}">
                    <a16:creationId xmlns:a16="http://schemas.microsoft.com/office/drawing/2014/main" id="{1DCBECA5-32AB-B123-85A4-00F31021D8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B1A30B62-6B1F-2F97-FCF2-14F073A1ED74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654" name="Group 653">
                <a:extLst>
                  <a:ext uri="{FF2B5EF4-FFF2-40B4-BE49-F238E27FC236}">
                    <a16:creationId xmlns:a16="http://schemas.microsoft.com/office/drawing/2014/main" id="{F5B63959-FC4F-B257-6F55-A75E43EDA5AA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663" name="Picture 1018" descr="laptop_keyboard">
                  <a:extLst>
                    <a:ext uri="{FF2B5EF4-FFF2-40B4-BE49-F238E27FC236}">
                      <a16:creationId xmlns:a16="http://schemas.microsoft.com/office/drawing/2014/main" id="{F8D2D6D4-5CED-D99F-C89C-56BBFCED1F1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4" name="Freeform 1019">
                  <a:extLst>
                    <a:ext uri="{FF2B5EF4-FFF2-40B4-BE49-F238E27FC236}">
                      <a16:creationId xmlns:a16="http://schemas.microsoft.com/office/drawing/2014/main" id="{DC9EE0B1-CC17-5A65-E133-32A59B505B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pic>
              <p:nvPicPr>
                <p:cNvPr id="665" name="Picture 1020" descr="screen">
                  <a:extLst>
                    <a:ext uri="{FF2B5EF4-FFF2-40B4-BE49-F238E27FC236}">
                      <a16:creationId xmlns:a16="http://schemas.microsoft.com/office/drawing/2014/main" id="{0B5AA57D-ADDF-6442-2996-ED25B8C633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66" name="Freeform 1021">
                  <a:extLst>
                    <a:ext uri="{FF2B5EF4-FFF2-40B4-BE49-F238E27FC236}">
                      <a16:creationId xmlns:a16="http://schemas.microsoft.com/office/drawing/2014/main" id="{A8BCC20B-26E8-7D07-9783-F57B9C9165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67" name="Freeform 1022">
                  <a:extLst>
                    <a:ext uri="{FF2B5EF4-FFF2-40B4-BE49-F238E27FC236}">
                      <a16:creationId xmlns:a16="http://schemas.microsoft.com/office/drawing/2014/main" id="{25906A80-F5BC-A25B-0C87-A422FB6DA2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68" name="Freeform 1023">
                  <a:extLst>
                    <a:ext uri="{FF2B5EF4-FFF2-40B4-BE49-F238E27FC236}">
                      <a16:creationId xmlns:a16="http://schemas.microsoft.com/office/drawing/2014/main" id="{C36754C7-A354-C00B-FD87-B9DF75C20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69" name="Freeform 1024">
                  <a:extLst>
                    <a:ext uri="{FF2B5EF4-FFF2-40B4-BE49-F238E27FC236}">
                      <a16:creationId xmlns:a16="http://schemas.microsoft.com/office/drawing/2014/main" id="{5465C88C-7B57-7294-465C-01D209016B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0" name="Freeform 1025">
                  <a:extLst>
                    <a:ext uri="{FF2B5EF4-FFF2-40B4-BE49-F238E27FC236}">
                      <a16:creationId xmlns:a16="http://schemas.microsoft.com/office/drawing/2014/main" id="{20715283-2B2E-31B0-4390-7315DC929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1" name="Freeform 1026">
                  <a:extLst>
                    <a:ext uri="{FF2B5EF4-FFF2-40B4-BE49-F238E27FC236}">
                      <a16:creationId xmlns:a16="http://schemas.microsoft.com/office/drawing/2014/main" id="{3562E6BD-87AA-1D6D-C5B1-BBF76F0858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grpSp>
              <p:nvGrpSpPr>
                <p:cNvPr id="672" name="Group 1027">
                  <a:extLst>
                    <a:ext uri="{FF2B5EF4-FFF2-40B4-BE49-F238E27FC236}">
                      <a16:creationId xmlns:a16="http://schemas.microsoft.com/office/drawing/2014/main" id="{3FAB17FD-FD56-EBE6-778E-DC898E9D1C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679" name="Freeform 1028">
                    <a:extLst>
                      <a:ext uri="{FF2B5EF4-FFF2-40B4-BE49-F238E27FC236}">
                        <a16:creationId xmlns:a16="http://schemas.microsoft.com/office/drawing/2014/main" id="{ABB1DE7B-313E-E977-F522-54402FB161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680" name="Freeform 1029">
                    <a:extLst>
                      <a:ext uri="{FF2B5EF4-FFF2-40B4-BE49-F238E27FC236}">
                        <a16:creationId xmlns:a16="http://schemas.microsoft.com/office/drawing/2014/main" id="{DD167B6F-F886-AC90-473A-0EEEA45105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681" name="Freeform 1030">
                    <a:extLst>
                      <a:ext uri="{FF2B5EF4-FFF2-40B4-BE49-F238E27FC236}">
                        <a16:creationId xmlns:a16="http://schemas.microsoft.com/office/drawing/2014/main" id="{0F78315B-5E81-5B89-16DA-1C888D3D29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682" name="Freeform 1031">
                    <a:extLst>
                      <a:ext uri="{FF2B5EF4-FFF2-40B4-BE49-F238E27FC236}">
                        <a16:creationId xmlns:a16="http://schemas.microsoft.com/office/drawing/2014/main" id="{D9FCBDB3-C902-9AD6-16FC-355715C69F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683" name="Freeform 1032">
                    <a:extLst>
                      <a:ext uri="{FF2B5EF4-FFF2-40B4-BE49-F238E27FC236}">
                        <a16:creationId xmlns:a16="http://schemas.microsoft.com/office/drawing/2014/main" id="{3BB289B8-54EA-0B7C-4503-AF2DF15178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684" name="Freeform 1033">
                    <a:extLst>
                      <a:ext uri="{FF2B5EF4-FFF2-40B4-BE49-F238E27FC236}">
                        <a16:creationId xmlns:a16="http://schemas.microsoft.com/office/drawing/2014/main" id="{C2277BD3-8D5D-8FED-C938-9FF56093C2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</p:grpSp>
            <p:sp>
              <p:nvSpPr>
                <p:cNvPr id="673" name="Freeform 1034">
                  <a:extLst>
                    <a:ext uri="{FF2B5EF4-FFF2-40B4-BE49-F238E27FC236}">
                      <a16:creationId xmlns:a16="http://schemas.microsoft.com/office/drawing/2014/main" id="{3442BD31-1E24-C0C6-A10C-8E0AA0F1C8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4" name="Freeform 1035">
                  <a:extLst>
                    <a:ext uri="{FF2B5EF4-FFF2-40B4-BE49-F238E27FC236}">
                      <a16:creationId xmlns:a16="http://schemas.microsoft.com/office/drawing/2014/main" id="{D8F7569F-EFAA-FF4E-2707-C021268C55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5" name="Freeform 1036">
                  <a:extLst>
                    <a:ext uri="{FF2B5EF4-FFF2-40B4-BE49-F238E27FC236}">
                      <a16:creationId xmlns:a16="http://schemas.microsoft.com/office/drawing/2014/main" id="{D627F09B-5714-9A3A-E522-2450D9C524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6" name="Freeform 1037">
                  <a:extLst>
                    <a:ext uri="{FF2B5EF4-FFF2-40B4-BE49-F238E27FC236}">
                      <a16:creationId xmlns:a16="http://schemas.microsoft.com/office/drawing/2014/main" id="{8072DBCE-D42F-AE27-FB2D-D60D1CB339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7" name="Freeform 1038">
                  <a:extLst>
                    <a:ext uri="{FF2B5EF4-FFF2-40B4-BE49-F238E27FC236}">
                      <a16:creationId xmlns:a16="http://schemas.microsoft.com/office/drawing/2014/main" id="{C7A33F58-864A-7C0E-37B4-DA891212EC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78" name="Freeform 1039">
                  <a:extLst>
                    <a:ext uri="{FF2B5EF4-FFF2-40B4-BE49-F238E27FC236}">
                      <a16:creationId xmlns:a16="http://schemas.microsoft.com/office/drawing/2014/main" id="{C573F064-4C3A-7BD3-D9BC-89D02BDF9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grpSp>
            <p:nvGrpSpPr>
              <p:cNvPr id="655" name="Group 850">
                <a:extLst>
                  <a:ext uri="{FF2B5EF4-FFF2-40B4-BE49-F238E27FC236}">
                    <a16:creationId xmlns:a16="http://schemas.microsoft.com/office/drawing/2014/main" id="{93E6A6B5-F1D8-384C-B792-6D30B95E7B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657" name="Freeform 851">
                  <a:extLst>
                    <a:ext uri="{FF2B5EF4-FFF2-40B4-BE49-F238E27FC236}">
                      <a16:creationId xmlns:a16="http://schemas.microsoft.com/office/drawing/2014/main" id="{2CF60984-41BE-ADBC-4EB5-656082FE25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58" name="Freeform 852">
                  <a:extLst>
                    <a:ext uri="{FF2B5EF4-FFF2-40B4-BE49-F238E27FC236}">
                      <a16:creationId xmlns:a16="http://schemas.microsoft.com/office/drawing/2014/main" id="{056F1139-66BB-DA43-2BA7-72B74B50DC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59" name="Freeform 853">
                  <a:extLst>
                    <a:ext uri="{FF2B5EF4-FFF2-40B4-BE49-F238E27FC236}">
                      <a16:creationId xmlns:a16="http://schemas.microsoft.com/office/drawing/2014/main" id="{DADB25E5-23B0-E650-CD96-34C6ABAA78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60" name="Freeform 854">
                  <a:extLst>
                    <a:ext uri="{FF2B5EF4-FFF2-40B4-BE49-F238E27FC236}">
                      <a16:creationId xmlns:a16="http://schemas.microsoft.com/office/drawing/2014/main" id="{690BBF6E-6480-6769-FB21-A975391BC9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61" name="Freeform 855">
                  <a:extLst>
                    <a:ext uri="{FF2B5EF4-FFF2-40B4-BE49-F238E27FC236}">
                      <a16:creationId xmlns:a16="http://schemas.microsoft.com/office/drawing/2014/main" id="{C131017D-493B-B8B2-FEDB-3D44B64BFE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662" name="Freeform 856">
                  <a:extLst>
                    <a:ext uri="{FF2B5EF4-FFF2-40B4-BE49-F238E27FC236}">
                      <a16:creationId xmlns:a16="http://schemas.microsoft.com/office/drawing/2014/main" id="{01E73FD2-A663-5903-7D3A-8B9BDCFFDE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cxnSp>
            <p:nvCxnSpPr>
              <p:cNvPr id="656" name="Straight Connector 655">
                <a:extLst>
                  <a:ext uri="{FF2B5EF4-FFF2-40B4-BE49-F238E27FC236}">
                    <a16:creationId xmlns:a16="http://schemas.microsoft.com/office/drawing/2014/main" id="{9DFA8FF0-0A9E-3BBF-1410-C0C851B258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22" name="Group 721">
            <a:extLst>
              <a:ext uri="{FF2B5EF4-FFF2-40B4-BE49-F238E27FC236}">
                <a16:creationId xmlns:a16="http://schemas.microsoft.com/office/drawing/2014/main" id="{D9D2A729-1E24-1FE8-F42D-5E798C607C3C}"/>
              </a:ext>
            </a:extLst>
          </p:cNvPr>
          <p:cNvGrpSpPr/>
          <p:nvPr/>
        </p:nvGrpSpPr>
        <p:grpSpPr>
          <a:xfrm>
            <a:off x="4766891" y="4824740"/>
            <a:ext cx="1530908" cy="945390"/>
            <a:chOff x="9874069" y="4049856"/>
            <a:chExt cx="1165513" cy="683960"/>
          </a:xfrm>
        </p:grpSpPr>
        <p:pic>
          <p:nvPicPr>
            <p:cNvPr id="723" name="Picture 781" descr="antenna_radiation_stylized">
              <a:extLst>
                <a:ext uri="{FF2B5EF4-FFF2-40B4-BE49-F238E27FC236}">
                  <a16:creationId xmlns:a16="http://schemas.microsoft.com/office/drawing/2014/main" id="{DACFF2A6-47E3-5469-271F-33FD968A0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4" name="Picture 780" descr="access_point_stylized_small">
              <a:extLst>
                <a:ext uri="{FF2B5EF4-FFF2-40B4-BE49-F238E27FC236}">
                  <a16:creationId xmlns:a16="http://schemas.microsoft.com/office/drawing/2014/main" id="{B5BE50EC-04B2-670B-A20C-8F4A0703A6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25" name="Group 850">
              <a:extLst>
                <a:ext uri="{FF2B5EF4-FFF2-40B4-BE49-F238E27FC236}">
                  <a16:creationId xmlns:a16="http://schemas.microsoft.com/office/drawing/2014/main" id="{D85B9C5A-2A0B-2EF4-4176-FFE442AEBA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90" name="Freeform 851">
                <a:extLst>
                  <a:ext uri="{FF2B5EF4-FFF2-40B4-BE49-F238E27FC236}">
                    <a16:creationId xmlns:a16="http://schemas.microsoft.com/office/drawing/2014/main" id="{EAE3F0FE-67AE-B633-C857-6D71C8749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1" name="Freeform 852">
                <a:extLst>
                  <a:ext uri="{FF2B5EF4-FFF2-40B4-BE49-F238E27FC236}">
                    <a16:creationId xmlns:a16="http://schemas.microsoft.com/office/drawing/2014/main" id="{E6BEAF34-F754-FA80-0F4C-55FF58CE1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2" name="Freeform 853">
                <a:extLst>
                  <a:ext uri="{FF2B5EF4-FFF2-40B4-BE49-F238E27FC236}">
                    <a16:creationId xmlns:a16="http://schemas.microsoft.com/office/drawing/2014/main" id="{C6100D8B-FCBB-AEB9-9770-20A4DDE29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3" name="Freeform 854">
                <a:extLst>
                  <a:ext uri="{FF2B5EF4-FFF2-40B4-BE49-F238E27FC236}">
                    <a16:creationId xmlns:a16="http://schemas.microsoft.com/office/drawing/2014/main" id="{EC92A9D6-74A7-99A2-7DCB-7A4336036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4" name="Freeform 855">
                <a:extLst>
                  <a:ext uri="{FF2B5EF4-FFF2-40B4-BE49-F238E27FC236}">
                    <a16:creationId xmlns:a16="http://schemas.microsoft.com/office/drawing/2014/main" id="{50AE64D1-C0EF-56CE-FD55-4EFC71EEF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  <p:sp>
            <p:nvSpPr>
              <p:cNvPr id="795" name="Freeform 856">
                <a:extLst>
                  <a:ext uri="{FF2B5EF4-FFF2-40B4-BE49-F238E27FC236}">
                    <a16:creationId xmlns:a16="http://schemas.microsoft.com/office/drawing/2014/main" id="{8AD2A8D4-5558-E763-897A-4CD630DAB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b="1" dirty="0">
                  <a:latin typeface="IRANSans(FaNum)" panose="02040503050201020203" pitchFamily="18" charset="-78"/>
                  <a:cs typeface="IRANSans(FaNum)" panose="02040503050201020203" pitchFamily="18" charset="-78"/>
                </a:endParaRPr>
              </a:p>
            </p:txBody>
          </p:sp>
        </p:grpSp>
        <p:grpSp>
          <p:nvGrpSpPr>
            <p:cNvPr id="726" name="Group 725">
              <a:extLst>
                <a:ext uri="{FF2B5EF4-FFF2-40B4-BE49-F238E27FC236}">
                  <a16:creationId xmlns:a16="http://schemas.microsoft.com/office/drawing/2014/main" id="{6916BEE5-0E96-67E3-6EB1-2D37B2002056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759" name="Group 758">
                <a:extLst>
                  <a:ext uri="{FF2B5EF4-FFF2-40B4-BE49-F238E27FC236}">
                    <a16:creationId xmlns:a16="http://schemas.microsoft.com/office/drawing/2014/main" id="{D0CB85D0-8E4B-862D-55A7-21C822B85387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768" name="Picture 1018" descr="laptop_keyboard">
                  <a:extLst>
                    <a:ext uri="{FF2B5EF4-FFF2-40B4-BE49-F238E27FC236}">
                      <a16:creationId xmlns:a16="http://schemas.microsoft.com/office/drawing/2014/main" id="{E29FA0C5-DA12-3572-BDFB-0D2F2B5E102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69" name="Freeform 1019">
                  <a:extLst>
                    <a:ext uri="{FF2B5EF4-FFF2-40B4-BE49-F238E27FC236}">
                      <a16:creationId xmlns:a16="http://schemas.microsoft.com/office/drawing/2014/main" id="{9EBBEE22-37AA-4C5C-4F11-34CC59061F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pic>
              <p:nvPicPr>
                <p:cNvPr id="770" name="Picture 1020" descr="screen">
                  <a:extLst>
                    <a:ext uri="{FF2B5EF4-FFF2-40B4-BE49-F238E27FC236}">
                      <a16:creationId xmlns:a16="http://schemas.microsoft.com/office/drawing/2014/main" id="{9A4F53D1-82F5-8A42-CA20-AF12F9CEC89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1" name="Freeform 1021">
                  <a:extLst>
                    <a:ext uri="{FF2B5EF4-FFF2-40B4-BE49-F238E27FC236}">
                      <a16:creationId xmlns:a16="http://schemas.microsoft.com/office/drawing/2014/main" id="{416B3863-E4F9-D581-BF8A-84063EF610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72" name="Freeform 1022">
                  <a:extLst>
                    <a:ext uri="{FF2B5EF4-FFF2-40B4-BE49-F238E27FC236}">
                      <a16:creationId xmlns:a16="http://schemas.microsoft.com/office/drawing/2014/main" id="{761D9B34-EBE2-3CC2-C4AC-733C3A905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73" name="Freeform 1023">
                  <a:extLst>
                    <a:ext uri="{FF2B5EF4-FFF2-40B4-BE49-F238E27FC236}">
                      <a16:creationId xmlns:a16="http://schemas.microsoft.com/office/drawing/2014/main" id="{31076C82-DEB0-C146-BF1D-3866EA3F26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74" name="Freeform 1024">
                  <a:extLst>
                    <a:ext uri="{FF2B5EF4-FFF2-40B4-BE49-F238E27FC236}">
                      <a16:creationId xmlns:a16="http://schemas.microsoft.com/office/drawing/2014/main" id="{E970B176-F496-19CC-D9B8-FC144A00B7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75" name="Freeform 1025">
                  <a:extLst>
                    <a:ext uri="{FF2B5EF4-FFF2-40B4-BE49-F238E27FC236}">
                      <a16:creationId xmlns:a16="http://schemas.microsoft.com/office/drawing/2014/main" id="{BCF81DD1-A149-2B44-4D29-B2BAEF688E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76" name="Freeform 1026">
                  <a:extLst>
                    <a:ext uri="{FF2B5EF4-FFF2-40B4-BE49-F238E27FC236}">
                      <a16:creationId xmlns:a16="http://schemas.microsoft.com/office/drawing/2014/main" id="{88DCBACF-4306-73C5-C841-EA3E5CEE68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grpSp>
              <p:nvGrpSpPr>
                <p:cNvPr id="777" name="Group 1027">
                  <a:extLst>
                    <a:ext uri="{FF2B5EF4-FFF2-40B4-BE49-F238E27FC236}">
                      <a16:creationId xmlns:a16="http://schemas.microsoft.com/office/drawing/2014/main" id="{BB69C48F-17C0-C03C-25E5-DA9FD2860C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84" name="Freeform 1028">
                    <a:extLst>
                      <a:ext uri="{FF2B5EF4-FFF2-40B4-BE49-F238E27FC236}">
                        <a16:creationId xmlns:a16="http://schemas.microsoft.com/office/drawing/2014/main" id="{D96A7205-79CD-CB4B-8334-6E962219DF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85" name="Freeform 1029">
                    <a:extLst>
                      <a:ext uri="{FF2B5EF4-FFF2-40B4-BE49-F238E27FC236}">
                        <a16:creationId xmlns:a16="http://schemas.microsoft.com/office/drawing/2014/main" id="{7F3FB81E-BB58-846B-9D19-6A1BBE8289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86" name="Freeform 1030">
                    <a:extLst>
                      <a:ext uri="{FF2B5EF4-FFF2-40B4-BE49-F238E27FC236}">
                        <a16:creationId xmlns:a16="http://schemas.microsoft.com/office/drawing/2014/main" id="{76A29105-AD5A-ECB0-D9C3-AAF928F600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87" name="Freeform 1031">
                    <a:extLst>
                      <a:ext uri="{FF2B5EF4-FFF2-40B4-BE49-F238E27FC236}">
                        <a16:creationId xmlns:a16="http://schemas.microsoft.com/office/drawing/2014/main" id="{DB600AF7-8657-3CBE-1129-F803B7B985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88" name="Freeform 1032">
                    <a:extLst>
                      <a:ext uri="{FF2B5EF4-FFF2-40B4-BE49-F238E27FC236}">
                        <a16:creationId xmlns:a16="http://schemas.microsoft.com/office/drawing/2014/main" id="{B8CAFA17-EDD9-2C7A-77CD-75AE5D734B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89" name="Freeform 1033">
                    <a:extLst>
                      <a:ext uri="{FF2B5EF4-FFF2-40B4-BE49-F238E27FC236}">
                        <a16:creationId xmlns:a16="http://schemas.microsoft.com/office/drawing/2014/main" id="{2B8555F9-AAF1-D9C1-26A5-AF900145BF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</p:grpSp>
            <p:sp>
              <p:nvSpPr>
                <p:cNvPr id="778" name="Freeform 1034">
                  <a:extLst>
                    <a:ext uri="{FF2B5EF4-FFF2-40B4-BE49-F238E27FC236}">
                      <a16:creationId xmlns:a16="http://schemas.microsoft.com/office/drawing/2014/main" id="{AFC3AD01-071A-F520-FD04-1F0C73A8A3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79" name="Freeform 1035">
                  <a:extLst>
                    <a:ext uri="{FF2B5EF4-FFF2-40B4-BE49-F238E27FC236}">
                      <a16:creationId xmlns:a16="http://schemas.microsoft.com/office/drawing/2014/main" id="{450426F2-36A5-2AB1-86FF-9E71469CA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80" name="Freeform 1036">
                  <a:extLst>
                    <a:ext uri="{FF2B5EF4-FFF2-40B4-BE49-F238E27FC236}">
                      <a16:creationId xmlns:a16="http://schemas.microsoft.com/office/drawing/2014/main" id="{2BB69DB5-45F2-A839-25B4-6AF6F182B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81" name="Freeform 1037">
                  <a:extLst>
                    <a:ext uri="{FF2B5EF4-FFF2-40B4-BE49-F238E27FC236}">
                      <a16:creationId xmlns:a16="http://schemas.microsoft.com/office/drawing/2014/main" id="{E7356883-21A1-9F4C-EC30-413AB0D043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82" name="Freeform 1038">
                  <a:extLst>
                    <a:ext uri="{FF2B5EF4-FFF2-40B4-BE49-F238E27FC236}">
                      <a16:creationId xmlns:a16="http://schemas.microsoft.com/office/drawing/2014/main" id="{62F2621B-E69B-7EAE-B53F-F3FFCC8727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83" name="Freeform 1039">
                  <a:extLst>
                    <a:ext uri="{FF2B5EF4-FFF2-40B4-BE49-F238E27FC236}">
                      <a16:creationId xmlns:a16="http://schemas.microsoft.com/office/drawing/2014/main" id="{AF5664A3-4606-AB34-D90A-DA494D8E2A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grpSp>
            <p:nvGrpSpPr>
              <p:cNvPr id="760" name="Group 850">
                <a:extLst>
                  <a:ext uri="{FF2B5EF4-FFF2-40B4-BE49-F238E27FC236}">
                    <a16:creationId xmlns:a16="http://schemas.microsoft.com/office/drawing/2014/main" id="{3CDB6D92-AAE0-2DD5-1826-F1442F81C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62" name="Freeform 851">
                  <a:extLst>
                    <a:ext uri="{FF2B5EF4-FFF2-40B4-BE49-F238E27FC236}">
                      <a16:creationId xmlns:a16="http://schemas.microsoft.com/office/drawing/2014/main" id="{B41B2A79-EF8B-BFAC-2737-0A5C3B75E8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63" name="Freeform 852">
                  <a:extLst>
                    <a:ext uri="{FF2B5EF4-FFF2-40B4-BE49-F238E27FC236}">
                      <a16:creationId xmlns:a16="http://schemas.microsoft.com/office/drawing/2014/main" id="{55C4BDB5-F6ED-E8E4-43BC-553184E860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64" name="Freeform 853">
                  <a:extLst>
                    <a:ext uri="{FF2B5EF4-FFF2-40B4-BE49-F238E27FC236}">
                      <a16:creationId xmlns:a16="http://schemas.microsoft.com/office/drawing/2014/main" id="{FC853B8A-2286-1135-088F-B55D9494F6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65" name="Freeform 854">
                  <a:extLst>
                    <a:ext uri="{FF2B5EF4-FFF2-40B4-BE49-F238E27FC236}">
                      <a16:creationId xmlns:a16="http://schemas.microsoft.com/office/drawing/2014/main" id="{70DFB469-1CAD-688A-245B-D03D21C2A3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66" name="Freeform 855">
                  <a:extLst>
                    <a:ext uri="{FF2B5EF4-FFF2-40B4-BE49-F238E27FC236}">
                      <a16:creationId xmlns:a16="http://schemas.microsoft.com/office/drawing/2014/main" id="{6FF0A1D6-B28F-9EC3-9BA3-BB00081C41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67" name="Freeform 856">
                  <a:extLst>
                    <a:ext uri="{FF2B5EF4-FFF2-40B4-BE49-F238E27FC236}">
                      <a16:creationId xmlns:a16="http://schemas.microsoft.com/office/drawing/2014/main" id="{1A50E5A3-31AA-02A4-705A-023411679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cxnSp>
            <p:nvCxnSpPr>
              <p:cNvPr id="761" name="Straight Connector 760">
                <a:extLst>
                  <a:ext uri="{FF2B5EF4-FFF2-40B4-BE49-F238E27FC236}">
                    <a16:creationId xmlns:a16="http://schemas.microsoft.com/office/drawing/2014/main" id="{F8223E1F-BF3B-CDEA-030B-6B771B6E1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7" name="Group 726">
              <a:extLst>
                <a:ext uri="{FF2B5EF4-FFF2-40B4-BE49-F238E27FC236}">
                  <a16:creationId xmlns:a16="http://schemas.microsoft.com/office/drawing/2014/main" id="{FB72B477-7D07-4FD7-770A-15707606B7BB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728" name="Group 727">
                <a:extLst>
                  <a:ext uri="{FF2B5EF4-FFF2-40B4-BE49-F238E27FC236}">
                    <a16:creationId xmlns:a16="http://schemas.microsoft.com/office/drawing/2014/main" id="{DCB94FCF-6E94-F8A8-41EB-6A6A3490E475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737" name="Picture 1018" descr="laptop_keyboard">
                  <a:extLst>
                    <a:ext uri="{FF2B5EF4-FFF2-40B4-BE49-F238E27FC236}">
                      <a16:creationId xmlns:a16="http://schemas.microsoft.com/office/drawing/2014/main" id="{EC998FE3-AFD8-762E-BE46-A11C969F57C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8" name="Freeform 1019">
                  <a:extLst>
                    <a:ext uri="{FF2B5EF4-FFF2-40B4-BE49-F238E27FC236}">
                      <a16:creationId xmlns:a16="http://schemas.microsoft.com/office/drawing/2014/main" id="{B1EA317C-A7D3-5CA1-A60F-B039178275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pic>
              <p:nvPicPr>
                <p:cNvPr id="739" name="Picture 1020" descr="screen">
                  <a:extLst>
                    <a:ext uri="{FF2B5EF4-FFF2-40B4-BE49-F238E27FC236}">
                      <a16:creationId xmlns:a16="http://schemas.microsoft.com/office/drawing/2014/main" id="{3806AE59-3CA2-7FC9-AD14-F3261177DC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40" name="Freeform 1021">
                  <a:extLst>
                    <a:ext uri="{FF2B5EF4-FFF2-40B4-BE49-F238E27FC236}">
                      <a16:creationId xmlns:a16="http://schemas.microsoft.com/office/drawing/2014/main" id="{E7F0384A-0457-A69E-1EC8-D8E442D704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1" name="Freeform 1022">
                  <a:extLst>
                    <a:ext uri="{FF2B5EF4-FFF2-40B4-BE49-F238E27FC236}">
                      <a16:creationId xmlns:a16="http://schemas.microsoft.com/office/drawing/2014/main" id="{60864A4F-53B8-9571-F056-E093F415B9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2" name="Freeform 1023">
                  <a:extLst>
                    <a:ext uri="{FF2B5EF4-FFF2-40B4-BE49-F238E27FC236}">
                      <a16:creationId xmlns:a16="http://schemas.microsoft.com/office/drawing/2014/main" id="{A07DEC10-7948-E025-6C21-8E8BCD86A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3" name="Freeform 1024">
                  <a:extLst>
                    <a:ext uri="{FF2B5EF4-FFF2-40B4-BE49-F238E27FC236}">
                      <a16:creationId xmlns:a16="http://schemas.microsoft.com/office/drawing/2014/main" id="{8A7EA6FC-F6DB-A765-A179-A803239E9B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4" name="Freeform 1025">
                  <a:extLst>
                    <a:ext uri="{FF2B5EF4-FFF2-40B4-BE49-F238E27FC236}">
                      <a16:creationId xmlns:a16="http://schemas.microsoft.com/office/drawing/2014/main" id="{85CAD56A-8309-54E4-B062-DD5F5E59B0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5" name="Freeform 1026">
                  <a:extLst>
                    <a:ext uri="{FF2B5EF4-FFF2-40B4-BE49-F238E27FC236}">
                      <a16:creationId xmlns:a16="http://schemas.microsoft.com/office/drawing/2014/main" id="{76D66357-9F7B-8C9E-77A6-7814D12728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grpSp>
              <p:nvGrpSpPr>
                <p:cNvPr id="746" name="Group 1027">
                  <a:extLst>
                    <a:ext uri="{FF2B5EF4-FFF2-40B4-BE49-F238E27FC236}">
                      <a16:creationId xmlns:a16="http://schemas.microsoft.com/office/drawing/2014/main" id="{647EC6D9-93EC-00BB-4953-ACC55D8FBE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53" name="Freeform 1028">
                    <a:extLst>
                      <a:ext uri="{FF2B5EF4-FFF2-40B4-BE49-F238E27FC236}">
                        <a16:creationId xmlns:a16="http://schemas.microsoft.com/office/drawing/2014/main" id="{82F780EE-EF59-813B-95A6-35CE5BADB4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54" name="Freeform 1029">
                    <a:extLst>
                      <a:ext uri="{FF2B5EF4-FFF2-40B4-BE49-F238E27FC236}">
                        <a16:creationId xmlns:a16="http://schemas.microsoft.com/office/drawing/2014/main" id="{9F2E74B0-14D9-A65E-B005-F12ADA894B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55" name="Freeform 1030">
                    <a:extLst>
                      <a:ext uri="{FF2B5EF4-FFF2-40B4-BE49-F238E27FC236}">
                        <a16:creationId xmlns:a16="http://schemas.microsoft.com/office/drawing/2014/main" id="{A49FE5D5-2858-AB44-0034-1DDC4A9E2B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56" name="Freeform 1031">
                    <a:extLst>
                      <a:ext uri="{FF2B5EF4-FFF2-40B4-BE49-F238E27FC236}">
                        <a16:creationId xmlns:a16="http://schemas.microsoft.com/office/drawing/2014/main" id="{8C99BA25-282F-1E64-DD91-6D914351B5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57" name="Freeform 1032">
                    <a:extLst>
                      <a:ext uri="{FF2B5EF4-FFF2-40B4-BE49-F238E27FC236}">
                        <a16:creationId xmlns:a16="http://schemas.microsoft.com/office/drawing/2014/main" id="{92047CD0-2846-6762-5FB3-CEF65F8085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  <p:sp>
                <p:nvSpPr>
                  <p:cNvPr id="758" name="Freeform 1033">
                    <a:extLst>
                      <a:ext uri="{FF2B5EF4-FFF2-40B4-BE49-F238E27FC236}">
                        <a16:creationId xmlns:a16="http://schemas.microsoft.com/office/drawing/2014/main" id="{B51C8383-80B8-B988-724E-03E22F6915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IRANSans(FaNum)" panose="02040503050201020203" pitchFamily="18" charset="-78"/>
                      <a:cs typeface="IRANSans(FaNum)" panose="02040503050201020203" pitchFamily="18" charset="-78"/>
                    </a:endParaRPr>
                  </a:p>
                </p:txBody>
              </p:sp>
            </p:grpSp>
            <p:sp>
              <p:nvSpPr>
                <p:cNvPr id="747" name="Freeform 1034">
                  <a:extLst>
                    <a:ext uri="{FF2B5EF4-FFF2-40B4-BE49-F238E27FC236}">
                      <a16:creationId xmlns:a16="http://schemas.microsoft.com/office/drawing/2014/main" id="{1ABC563B-FEC7-7D4B-5344-619AB7F5BC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8" name="Freeform 1035">
                  <a:extLst>
                    <a:ext uri="{FF2B5EF4-FFF2-40B4-BE49-F238E27FC236}">
                      <a16:creationId xmlns:a16="http://schemas.microsoft.com/office/drawing/2014/main" id="{B17F46AF-131E-E026-802E-11557433FD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49" name="Freeform 1036">
                  <a:extLst>
                    <a:ext uri="{FF2B5EF4-FFF2-40B4-BE49-F238E27FC236}">
                      <a16:creationId xmlns:a16="http://schemas.microsoft.com/office/drawing/2014/main" id="{3665FAAC-EA5A-FAC8-4987-FE2022A147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50" name="Freeform 1037">
                  <a:extLst>
                    <a:ext uri="{FF2B5EF4-FFF2-40B4-BE49-F238E27FC236}">
                      <a16:creationId xmlns:a16="http://schemas.microsoft.com/office/drawing/2014/main" id="{5EF35E7E-7975-D9BF-9D93-DD7A8A4777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51" name="Freeform 1038">
                  <a:extLst>
                    <a:ext uri="{FF2B5EF4-FFF2-40B4-BE49-F238E27FC236}">
                      <a16:creationId xmlns:a16="http://schemas.microsoft.com/office/drawing/2014/main" id="{EAD79DED-73D0-3473-CD28-FF1C02D74A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52" name="Freeform 1039">
                  <a:extLst>
                    <a:ext uri="{FF2B5EF4-FFF2-40B4-BE49-F238E27FC236}">
                      <a16:creationId xmlns:a16="http://schemas.microsoft.com/office/drawing/2014/main" id="{8ADAD81C-DA47-6E7A-1312-89B0659F38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grpSp>
            <p:nvGrpSpPr>
              <p:cNvPr id="729" name="Group 850">
                <a:extLst>
                  <a:ext uri="{FF2B5EF4-FFF2-40B4-BE49-F238E27FC236}">
                    <a16:creationId xmlns:a16="http://schemas.microsoft.com/office/drawing/2014/main" id="{258149C3-E96D-F625-605A-2ECFCA9418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31" name="Freeform 851">
                  <a:extLst>
                    <a:ext uri="{FF2B5EF4-FFF2-40B4-BE49-F238E27FC236}">
                      <a16:creationId xmlns:a16="http://schemas.microsoft.com/office/drawing/2014/main" id="{D6805649-7F72-8302-037A-EBC5545D6A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32" name="Freeform 852">
                  <a:extLst>
                    <a:ext uri="{FF2B5EF4-FFF2-40B4-BE49-F238E27FC236}">
                      <a16:creationId xmlns:a16="http://schemas.microsoft.com/office/drawing/2014/main" id="{6782AC6B-6754-6157-F05C-1306BC5515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33" name="Freeform 853">
                  <a:extLst>
                    <a:ext uri="{FF2B5EF4-FFF2-40B4-BE49-F238E27FC236}">
                      <a16:creationId xmlns:a16="http://schemas.microsoft.com/office/drawing/2014/main" id="{DAEF63EA-F26C-022A-7C22-27452B95D7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34" name="Freeform 854">
                  <a:extLst>
                    <a:ext uri="{FF2B5EF4-FFF2-40B4-BE49-F238E27FC236}">
                      <a16:creationId xmlns:a16="http://schemas.microsoft.com/office/drawing/2014/main" id="{7DD42B6B-83E8-4833-8BC3-88DD96893D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35" name="Freeform 855">
                  <a:extLst>
                    <a:ext uri="{FF2B5EF4-FFF2-40B4-BE49-F238E27FC236}">
                      <a16:creationId xmlns:a16="http://schemas.microsoft.com/office/drawing/2014/main" id="{884C2BAD-D658-EC86-1158-1D0FB784C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  <p:sp>
              <p:nvSpPr>
                <p:cNvPr id="736" name="Freeform 856">
                  <a:extLst>
                    <a:ext uri="{FF2B5EF4-FFF2-40B4-BE49-F238E27FC236}">
                      <a16:creationId xmlns:a16="http://schemas.microsoft.com/office/drawing/2014/main" id="{9DCE7502-2E09-6923-C074-6A7E1E60AF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b="1" dirty="0">
                    <a:latin typeface="IRANSans(FaNum)" panose="02040503050201020203" pitchFamily="18" charset="-78"/>
                    <a:cs typeface="IRANSans(FaNum)" panose="02040503050201020203" pitchFamily="18" charset="-78"/>
                  </a:endParaRPr>
                </a:p>
              </p:txBody>
            </p:sp>
          </p:grpSp>
          <p:cxnSp>
            <p:nvCxnSpPr>
              <p:cNvPr id="730" name="Straight Connector 729">
                <a:extLst>
                  <a:ext uri="{FF2B5EF4-FFF2-40B4-BE49-F238E27FC236}">
                    <a16:creationId xmlns:a16="http://schemas.microsoft.com/office/drawing/2014/main" id="{17371EA7-001F-306B-17E3-79D734BD2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6" name="Oval 795">
            <a:extLst>
              <a:ext uri="{FF2B5EF4-FFF2-40B4-BE49-F238E27FC236}">
                <a16:creationId xmlns:a16="http://schemas.microsoft.com/office/drawing/2014/main" id="{0F2FA595-93A7-F2F7-EFB4-C2F926D3DA45}"/>
              </a:ext>
            </a:extLst>
          </p:cNvPr>
          <p:cNvSpPr/>
          <p:nvPr/>
        </p:nvSpPr>
        <p:spPr>
          <a:xfrm>
            <a:off x="4578740" y="4342755"/>
            <a:ext cx="2074112" cy="1742455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97" name="Oval 796">
            <a:extLst>
              <a:ext uri="{FF2B5EF4-FFF2-40B4-BE49-F238E27FC236}">
                <a16:creationId xmlns:a16="http://schemas.microsoft.com/office/drawing/2014/main" id="{37727C76-F9F4-5191-F34A-9218A2F673EF}"/>
              </a:ext>
            </a:extLst>
          </p:cNvPr>
          <p:cNvSpPr/>
          <p:nvPr/>
        </p:nvSpPr>
        <p:spPr>
          <a:xfrm>
            <a:off x="6188026" y="3608981"/>
            <a:ext cx="2074112" cy="1742455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98" name="Text Box 79">
            <a:extLst>
              <a:ext uri="{FF2B5EF4-FFF2-40B4-BE49-F238E27FC236}">
                <a16:creationId xmlns:a16="http://schemas.microsoft.com/office/drawing/2014/main" id="{3F5C6303-6848-1D68-B666-C4D512F1D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539" y="5757837"/>
            <a:ext cx="6689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BSS</a:t>
            </a:r>
            <a:r>
              <a:rPr lang="en-US" b="1" i="0" dirty="0">
                <a:solidFill>
                  <a:srgbClr val="000000"/>
                </a:solidFill>
                <a:latin typeface="+mn-lt"/>
                <a:cs typeface="IRANSans(FaNum)" panose="02040503050201020203" pitchFamily="18" charset="-78"/>
              </a:rPr>
              <a:t>1</a:t>
            </a:r>
            <a:endParaRPr lang="en-US" sz="1400" b="1" i="0" dirty="0">
              <a:solidFill>
                <a:srgbClr val="000000"/>
              </a:solidFill>
              <a:latin typeface="+mn-lt"/>
              <a:cs typeface="IRANSans(FaNum)" panose="02040503050201020203" pitchFamily="18" charset="-78"/>
            </a:endParaRPr>
          </a:p>
        </p:txBody>
      </p:sp>
      <p:sp>
        <p:nvSpPr>
          <p:cNvPr id="799" name="Text Box 79">
            <a:extLst>
              <a:ext uri="{FF2B5EF4-FFF2-40B4-BE49-F238E27FC236}">
                <a16:creationId xmlns:a16="http://schemas.microsoft.com/office/drawing/2014/main" id="{0FB2B4B9-E2A6-4597-2781-AF8A98191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707" y="5007469"/>
            <a:ext cx="6952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BSS</a:t>
            </a:r>
            <a:r>
              <a:rPr lang="en-US" b="1" i="0" dirty="0">
                <a:solidFill>
                  <a:srgbClr val="000000"/>
                </a:solidFill>
                <a:latin typeface="+mn-lt"/>
                <a:cs typeface="IRANSans(FaNum)" panose="02040503050201020203" pitchFamily="18" charset="-78"/>
              </a:rPr>
              <a:t>2</a:t>
            </a:r>
            <a:endParaRPr lang="en-US" sz="1400" b="1" i="0" dirty="0">
              <a:solidFill>
                <a:srgbClr val="000000"/>
              </a:solidFill>
              <a:latin typeface="+mn-lt"/>
              <a:cs typeface="IRANSans(FaNum)" panose="02040503050201020203" pitchFamily="18" charset="-78"/>
            </a:endParaRPr>
          </a:p>
        </p:txBody>
      </p:sp>
      <p:sp>
        <p:nvSpPr>
          <p:cNvPr id="800" name="Text Box 79">
            <a:extLst>
              <a:ext uri="{FF2B5EF4-FFF2-40B4-BE49-F238E27FC236}">
                <a16:creationId xmlns:a16="http://schemas.microsoft.com/office/drawing/2014/main" id="{F0312777-3F2C-2F3A-D90E-ED2978371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308" y="6106410"/>
            <a:ext cx="27091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0" dirty="0">
                <a:solidFill>
                  <a:srgbClr val="000000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BSS: Basic Service Set</a:t>
            </a:r>
            <a:endParaRPr lang="en-US" sz="1400" b="1" i="0" dirty="0">
              <a:solidFill>
                <a:srgbClr val="000000"/>
              </a:solidFill>
              <a:latin typeface="+mn-lt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063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67DEC4-2C49-8E3A-630C-963512DACD5A}"/>
              </a:ext>
            </a:extLst>
          </p:cNvPr>
          <p:cNvSpPr txBox="1">
            <a:spLocks/>
          </p:cNvSpPr>
          <p:nvPr/>
        </p:nvSpPr>
        <p:spPr>
          <a:xfrm>
            <a:off x="3108720" y="1402002"/>
            <a:ext cx="8473680" cy="1290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a-IR" sz="24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</a:t>
            </a:r>
            <a:r>
              <a:rPr lang="en-US" sz="24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 </a:t>
            </a:r>
            <a:r>
              <a:rPr lang="fa-IR" sz="24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محلی بی‌سیم (</a:t>
            </a:r>
            <a:r>
              <a:rPr lang="en-US" sz="20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Wireless Local Area Networks - WLANs</a:t>
            </a:r>
            <a:r>
              <a:rPr lang="fa-IR" sz="2400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 </a:t>
            </a: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fa-IR" sz="2000" b="1" dirty="0">
                <a:solidFill>
                  <a:schemeClr val="accent1">
                    <a:lumMod val="50000"/>
                  </a:schemeClr>
                </a:solidFill>
                <a:latin typeface="IRANSans(FaNum)" panose="02040503050201020203" pitchFamily="18" charset="-78"/>
              </a:rPr>
              <a:t>به طور معمول مورد استفاده برای یک ناحیه محدود با شعاع حدود 30 متر</a:t>
            </a:r>
          </a:p>
          <a:p>
            <a:pPr>
              <a:lnSpc>
                <a:spcPct val="100000"/>
              </a:lnSpc>
            </a:pPr>
            <a:endParaRPr lang="fa-IR" sz="2400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3108E5-AD9F-B5C9-EFC3-A65AE0A3AAEE}"/>
              </a:ext>
            </a:extLst>
          </p:cNvPr>
          <p:cNvGrpSpPr/>
          <p:nvPr/>
        </p:nvGrpSpPr>
        <p:grpSpPr>
          <a:xfrm>
            <a:off x="730908" y="1500538"/>
            <a:ext cx="3173861" cy="1724624"/>
            <a:chOff x="496998" y="1924816"/>
            <a:chExt cx="3591057" cy="1957320"/>
          </a:xfrm>
        </p:grpSpPr>
        <p:grpSp>
          <p:nvGrpSpPr>
            <p:cNvPr id="5" name="Group 85">
              <a:extLst>
                <a:ext uri="{FF2B5EF4-FFF2-40B4-BE49-F238E27FC236}">
                  <a16:creationId xmlns:a16="http://schemas.microsoft.com/office/drawing/2014/main" id="{46293914-00D0-9DCD-06E4-44E1CB942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998" y="1924816"/>
              <a:ext cx="2787752" cy="1904604"/>
              <a:chOff x="2889" y="1631"/>
              <a:chExt cx="980" cy="743"/>
            </a:xfrm>
          </p:grpSpPr>
          <p:sp>
            <p:nvSpPr>
              <p:cNvPr id="6" name="Rectangle 86">
                <a:extLst>
                  <a:ext uri="{FF2B5EF4-FFF2-40B4-BE49-F238E27FC236}">
                    <a16:creationId xmlns:a16="http://schemas.microsoft.com/office/drawing/2014/main" id="{EEAE6904-404F-A7EA-EAA9-D6B5B0AA4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" name="AutoShape 87">
                <a:extLst>
                  <a:ext uri="{FF2B5EF4-FFF2-40B4-BE49-F238E27FC236}">
                    <a16:creationId xmlns:a16="http://schemas.microsoft.com/office/drawing/2014/main" id="{0E729C76-65FB-6A23-6154-24BC34079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8" name="Line 110">
              <a:extLst>
                <a:ext uri="{FF2B5EF4-FFF2-40B4-BE49-F238E27FC236}">
                  <a16:creationId xmlns:a16="http://schemas.microsoft.com/office/drawing/2014/main" id="{907461A5-0B4B-F1DB-3295-3A2591C6F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8435" y="3560291"/>
              <a:ext cx="934073" cy="39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16">
              <a:extLst>
                <a:ext uri="{FF2B5EF4-FFF2-40B4-BE49-F238E27FC236}">
                  <a16:creationId xmlns:a16="http://schemas.microsoft.com/office/drawing/2014/main" id="{BB438078-1D23-58F5-F84B-AC1885105D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6546" y="3489050"/>
              <a:ext cx="287338" cy="4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246">
              <a:extLst>
                <a:ext uri="{FF2B5EF4-FFF2-40B4-BE49-F238E27FC236}">
                  <a16:creationId xmlns:a16="http://schemas.microsoft.com/office/drawing/2014/main" id="{9A65CE35-A295-38E1-6B81-3A5360173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0296" y="3098525"/>
              <a:ext cx="863600" cy="588962"/>
              <a:chOff x="2967" y="478"/>
              <a:chExt cx="788" cy="625"/>
            </a:xfrm>
          </p:grpSpPr>
          <p:pic>
            <p:nvPicPr>
              <p:cNvPr id="13" name="Picture 247" descr="access_point_stylized_small">
                <a:extLst>
                  <a:ext uri="{FF2B5EF4-FFF2-40B4-BE49-F238E27FC236}">
                    <a16:creationId xmlns:a16="http://schemas.microsoft.com/office/drawing/2014/main" id="{8F35D297-EC86-7507-39E2-E9062896D4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48" descr="antenna_radiation_stylized">
                <a:extLst>
                  <a:ext uri="{FF2B5EF4-FFF2-40B4-BE49-F238E27FC236}">
                    <a16:creationId xmlns:a16="http://schemas.microsoft.com/office/drawing/2014/main" id="{49F06214-FB1B-E8AB-E1B3-6EDCA5F3E4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" name="Group 390">
              <a:extLst>
                <a:ext uri="{FF2B5EF4-FFF2-40B4-BE49-F238E27FC236}">
                  <a16:creationId xmlns:a16="http://schemas.microsoft.com/office/drawing/2014/main" id="{57FC011D-BBEA-D7AC-0EC5-31411BE6D2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4571" y="2330175"/>
              <a:ext cx="757238" cy="682625"/>
              <a:chOff x="877" y="1008"/>
              <a:chExt cx="2747" cy="2591"/>
            </a:xfrm>
          </p:grpSpPr>
          <p:pic>
            <p:nvPicPr>
              <p:cNvPr id="16" name="Picture 391" descr="antenna_stylized">
                <a:extLst>
                  <a:ext uri="{FF2B5EF4-FFF2-40B4-BE49-F238E27FC236}">
                    <a16:creationId xmlns:a16="http://schemas.microsoft.com/office/drawing/2014/main" id="{32471A88-0FA6-91BC-BA20-34BC7D76A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392" descr="laptop_keyboard">
                <a:extLst>
                  <a:ext uri="{FF2B5EF4-FFF2-40B4-BE49-F238E27FC236}">
                    <a16:creationId xmlns:a16="http://schemas.microsoft.com/office/drawing/2014/main" id="{1FE581D5-FCC1-6B18-E742-D94E907A4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Freeform 393">
                <a:extLst>
                  <a:ext uri="{FF2B5EF4-FFF2-40B4-BE49-F238E27FC236}">
                    <a16:creationId xmlns:a16="http://schemas.microsoft.com/office/drawing/2014/main" id="{D404F9ED-312C-B302-9DAE-6B19A7EAC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9" name="Picture 394" descr="screen">
                <a:extLst>
                  <a:ext uri="{FF2B5EF4-FFF2-40B4-BE49-F238E27FC236}">
                    <a16:creationId xmlns:a16="http://schemas.microsoft.com/office/drawing/2014/main" id="{3A4D0B1D-F588-F361-8576-86DFF2C371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Freeform 395">
                <a:extLst>
                  <a:ext uri="{FF2B5EF4-FFF2-40B4-BE49-F238E27FC236}">
                    <a16:creationId xmlns:a16="http://schemas.microsoft.com/office/drawing/2014/main" id="{C5F2B5A0-2593-37F5-0691-93F00969B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96">
                <a:extLst>
                  <a:ext uri="{FF2B5EF4-FFF2-40B4-BE49-F238E27FC236}">
                    <a16:creationId xmlns:a16="http://schemas.microsoft.com/office/drawing/2014/main" id="{C6BE2179-368E-3480-1203-4DF0309BCC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97">
                <a:extLst>
                  <a:ext uri="{FF2B5EF4-FFF2-40B4-BE49-F238E27FC236}">
                    <a16:creationId xmlns:a16="http://schemas.microsoft.com/office/drawing/2014/main" id="{A0D4C1C1-A534-E470-7AEC-3294A9996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8">
                <a:extLst>
                  <a:ext uri="{FF2B5EF4-FFF2-40B4-BE49-F238E27FC236}">
                    <a16:creationId xmlns:a16="http://schemas.microsoft.com/office/drawing/2014/main" id="{27EC12E7-223C-EAF2-95D0-A2B0E10DD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99">
                <a:extLst>
                  <a:ext uri="{FF2B5EF4-FFF2-40B4-BE49-F238E27FC236}">
                    <a16:creationId xmlns:a16="http://schemas.microsoft.com/office/drawing/2014/main" id="{7F307C0A-45E6-4A0C-242A-850D2A50E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400">
                <a:extLst>
                  <a:ext uri="{FF2B5EF4-FFF2-40B4-BE49-F238E27FC236}">
                    <a16:creationId xmlns:a16="http://schemas.microsoft.com/office/drawing/2014/main" id="{A8F6C15E-2951-F268-5562-E57B607C2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6" name="Group 401">
                <a:extLst>
                  <a:ext uri="{FF2B5EF4-FFF2-40B4-BE49-F238E27FC236}">
                    <a16:creationId xmlns:a16="http://schemas.microsoft.com/office/drawing/2014/main" id="{5ED1C9AB-CBEE-74EA-BDA6-50280992C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3" name="Freeform 402">
                  <a:extLst>
                    <a:ext uri="{FF2B5EF4-FFF2-40B4-BE49-F238E27FC236}">
                      <a16:creationId xmlns:a16="http://schemas.microsoft.com/office/drawing/2014/main" id="{FE60C9E8-8D1C-C3E8-BDC8-FCDB9902F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403">
                  <a:extLst>
                    <a:ext uri="{FF2B5EF4-FFF2-40B4-BE49-F238E27FC236}">
                      <a16:creationId xmlns:a16="http://schemas.microsoft.com/office/drawing/2014/main" id="{0E4289AC-43FB-6349-01DA-C23AE38A6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Freeform 404">
                  <a:extLst>
                    <a:ext uri="{FF2B5EF4-FFF2-40B4-BE49-F238E27FC236}">
                      <a16:creationId xmlns:a16="http://schemas.microsoft.com/office/drawing/2014/main" id="{234D0B89-0370-156A-79D2-5EF77EE842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405">
                  <a:extLst>
                    <a:ext uri="{FF2B5EF4-FFF2-40B4-BE49-F238E27FC236}">
                      <a16:creationId xmlns:a16="http://schemas.microsoft.com/office/drawing/2014/main" id="{FD467BB5-E8F8-D5A6-8CFD-780DCA9D31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Freeform 406">
                  <a:extLst>
                    <a:ext uri="{FF2B5EF4-FFF2-40B4-BE49-F238E27FC236}">
                      <a16:creationId xmlns:a16="http://schemas.microsoft.com/office/drawing/2014/main" id="{8D59B385-0939-1F3E-9B25-D0A4FDD51E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407">
                  <a:extLst>
                    <a:ext uri="{FF2B5EF4-FFF2-40B4-BE49-F238E27FC236}">
                      <a16:creationId xmlns:a16="http://schemas.microsoft.com/office/drawing/2014/main" id="{789575F5-2E3C-29E4-EE65-AFE0548C7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" name="Freeform 408">
                <a:extLst>
                  <a:ext uri="{FF2B5EF4-FFF2-40B4-BE49-F238E27FC236}">
                    <a16:creationId xmlns:a16="http://schemas.microsoft.com/office/drawing/2014/main" id="{6CCFFCE7-1E34-D365-7C83-055711296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409">
                <a:extLst>
                  <a:ext uri="{FF2B5EF4-FFF2-40B4-BE49-F238E27FC236}">
                    <a16:creationId xmlns:a16="http://schemas.microsoft.com/office/drawing/2014/main" id="{C4881525-895F-2609-7028-546C00A56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410">
                <a:extLst>
                  <a:ext uri="{FF2B5EF4-FFF2-40B4-BE49-F238E27FC236}">
                    <a16:creationId xmlns:a16="http://schemas.microsoft.com/office/drawing/2014/main" id="{41E7B705-7448-FAEA-7EBC-59F095A2C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411">
                <a:extLst>
                  <a:ext uri="{FF2B5EF4-FFF2-40B4-BE49-F238E27FC236}">
                    <a16:creationId xmlns:a16="http://schemas.microsoft.com/office/drawing/2014/main" id="{AAFD6937-313A-8B11-816D-D77B942AB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412">
                <a:extLst>
                  <a:ext uri="{FF2B5EF4-FFF2-40B4-BE49-F238E27FC236}">
                    <a16:creationId xmlns:a16="http://schemas.microsoft.com/office/drawing/2014/main" id="{43B2491E-7E55-A330-62FF-DA3773EEC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413">
                <a:extLst>
                  <a:ext uri="{FF2B5EF4-FFF2-40B4-BE49-F238E27FC236}">
                    <a16:creationId xmlns:a16="http://schemas.microsoft.com/office/drawing/2014/main" id="{E8F973A8-1A83-1F4D-01F3-48A4FEA2637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" name="Text Box 446">
              <a:extLst>
                <a:ext uri="{FF2B5EF4-FFF2-40B4-BE49-F238E27FC236}">
                  <a16:creationId xmlns:a16="http://schemas.microsoft.com/office/drawing/2014/main" id="{CED23AD3-F868-CB30-66D4-D80D13CAD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205" y="3515423"/>
              <a:ext cx="12128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 dirty="0">
                  <a:latin typeface="+mn-lt"/>
                </a:rPr>
                <a:t>to Internet</a:t>
              </a:r>
            </a:p>
          </p:txBody>
        </p:sp>
        <p:grpSp>
          <p:nvGrpSpPr>
            <p:cNvPr id="40" name="Group 114">
              <a:extLst>
                <a:ext uri="{FF2B5EF4-FFF2-40B4-BE49-F238E27FC236}">
                  <a16:creationId xmlns:a16="http://schemas.microsoft.com/office/drawing/2014/main" id="{E3E280A7-FA82-8524-7CBE-FA5A226E6B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3571" y="2390500"/>
              <a:ext cx="636588" cy="879475"/>
              <a:chOff x="5806938" y="3011924"/>
              <a:chExt cx="347997" cy="396620"/>
            </a:xfrm>
          </p:grpSpPr>
          <p:pic>
            <p:nvPicPr>
              <p:cNvPr id="41" name="Picture 117" descr="fridge2.png">
                <a:extLst>
                  <a:ext uri="{FF2B5EF4-FFF2-40B4-BE49-F238E27FC236}">
                    <a16:creationId xmlns:a16="http://schemas.microsoft.com/office/drawing/2014/main" id="{E3D3EBB5-5FEA-4454-C9E0-B00987790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6702" y="307151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1115" descr="antenna_stylized">
                <a:extLst>
                  <a:ext uri="{FF2B5EF4-FFF2-40B4-BE49-F238E27FC236}">
                    <a16:creationId xmlns:a16="http://schemas.microsoft.com/office/drawing/2014/main" id="{EE1CA3E7-A230-E32D-CE85-51A0320EEF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938" y="30119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C4DEA59-EA69-AD82-E51C-CF2B0FB15774}"/>
                </a:ext>
              </a:extLst>
            </p:cNvPr>
            <p:cNvGrpSpPr/>
            <p:nvPr/>
          </p:nvGrpSpPr>
          <p:grpSpPr>
            <a:xfrm>
              <a:off x="1974773" y="3361861"/>
              <a:ext cx="686068" cy="362749"/>
              <a:chOff x="7493876" y="2774731"/>
              <a:chExt cx="1481958" cy="894622"/>
            </a:xfrm>
          </p:grpSpPr>
          <p:sp>
            <p:nvSpPr>
              <p:cNvPr id="44" name="Freeform 520">
                <a:extLst>
                  <a:ext uri="{FF2B5EF4-FFF2-40B4-BE49-F238E27FC236}">
                    <a16:creationId xmlns:a16="http://schemas.microsoft.com/office/drawing/2014/main" id="{47EC8371-5642-40CB-9C98-2E2AE2E5A58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4EFB729-DA28-6A8B-5853-11013322228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B2B45B8-14F5-7AAA-4430-11F13C7EA12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" name="Freeform 523">
                  <a:extLst>
                    <a:ext uri="{FF2B5EF4-FFF2-40B4-BE49-F238E27FC236}">
                      <a16:creationId xmlns:a16="http://schemas.microsoft.com/office/drawing/2014/main" id="{46DBC1CA-5DAD-4135-B5D2-53A58DD5677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 524">
                  <a:extLst>
                    <a:ext uri="{FF2B5EF4-FFF2-40B4-BE49-F238E27FC236}">
                      <a16:creationId xmlns:a16="http://schemas.microsoft.com/office/drawing/2014/main" id="{195570AA-2493-2A67-68B4-AA0453815EE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Freeform 525">
                  <a:extLst>
                    <a:ext uri="{FF2B5EF4-FFF2-40B4-BE49-F238E27FC236}">
                      <a16:creationId xmlns:a16="http://schemas.microsoft.com/office/drawing/2014/main" id="{BF68D560-1D78-4F81-AABB-A3BF99D48F9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Freeform 526">
                  <a:extLst>
                    <a:ext uri="{FF2B5EF4-FFF2-40B4-BE49-F238E27FC236}">
                      <a16:creationId xmlns:a16="http://schemas.microsoft.com/office/drawing/2014/main" id="{1835F814-7747-441A-63E8-270F85F9301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7EB22B8-E876-88DE-49B1-FB88030CA964}"/>
              </a:ext>
            </a:extLst>
          </p:cNvPr>
          <p:cNvGrpSpPr/>
          <p:nvPr/>
        </p:nvGrpSpPr>
        <p:grpSpPr>
          <a:xfrm>
            <a:off x="616214" y="3456968"/>
            <a:ext cx="10817087" cy="2820521"/>
            <a:chOff x="682201" y="3582401"/>
            <a:chExt cx="10817087" cy="2820521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AC3BA1C-3CCA-4885-7420-FF1DC2D2C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201" y="3582401"/>
              <a:ext cx="10817087" cy="277875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3EEFA4-5F3A-97C8-A1D7-4850686999ED}"/>
                </a:ext>
              </a:extLst>
            </p:cNvPr>
            <p:cNvSpPr txBox="1"/>
            <p:nvPr/>
          </p:nvSpPr>
          <p:spPr>
            <a:xfrm>
              <a:off x="1201060" y="3700652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B01AAD6-F539-3112-9B35-5F06D99AEEEB}"/>
                </a:ext>
              </a:extLst>
            </p:cNvPr>
            <p:cNvSpPr txBox="1"/>
            <p:nvPr/>
          </p:nvSpPr>
          <p:spPr>
            <a:xfrm>
              <a:off x="3430753" y="3685727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3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1B95F8-4C60-76E8-4D5A-525B77D73035}"/>
                </a:ext>
              </a:extLst>
            </p:cNvPr>
            <p:cNvSpPr txBox="1"/>
            <p:nvPr/>
          </p:nvSpPr>
          <p:spPr>
            <a:xfrm>
              <a:off x="9046914" y="6125923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</a:t>
              </a:r>
              <a:r>
                <a:rPr lang="en-US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6E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BBEE3D-0A0E-028C-8CF7-9492B554D40C}"/>
                </a:ext>
              </a:extLst>
            </p:cNvPr>
            <p:cNvSpPr txBox="1"/>
            <p:nvPr/>
          </p:nvSpPr>
          <p:spPr>
            <a:xfrm>
              <a:off x="6809350" y="6116387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5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4AA9F56-3FEB-481B-7C3B-D9A2C0B3ADF4}"/>
                </a:ext>
              </a:extLst>
            </p:cNvPr>
            <p:cNvSpPr txBox="1"/>
            <p:nvPr/>
          </p:nvSpPr>
          <p:spPr>
            <a:xfrm>
              <a:off x="4562263" y="6113948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8559155-8FCC-EB52-A4FD-151B452504A6}"/>
                </a:ext>
              </a:extLst>
            </p:cNvPr>
            <p:cNvSpPr txBox="1"/>
            <p:nvPr/>
          </p:nvSpPr>
          <p:spPr>
            <a:xfrm>
              <a:off x="2320121" y="6120095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DA8156-D722-1F1F-AC25-AC25F33F1BC6}"/>
                </a:ext>
              </a:extLst>
            </p:cNvPr>
            <p:cNvSpPr txBox="1"/>
            <p:nvPr/>
          </p:nvSpPr>
          <p:spPr>
            <a:xfrm>
              <a:off x="10137694" y="3652815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7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483643-F4E6-2736-EACD-85446D0B9BBB}"/>
                </a:ext>
              </a:extLst>
            </p:cNvPr>
            <p:cNvSpPr txBox="1"/>
            <p:nvPr/>
          </p:nvSpPr>
          <p:spPr>
            <a:xfrm>
              <a:off x="7900968" y="3660478"/>
              <a:ext cx="83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6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0CA4CAB-E2AC-2C0C-6BFC-AA4DA75CE577}"/>
                </a:ext>
              </a:extLst>
            </p:cNvPr>
            <p:cNvSpPr txBox="1"/>
            <p:nvPr/>
          </p:nvSpPr>
          <p:spPr>
            <a:xfrm>
              <a:off x="5665945" y="3652390"/>
              <a:ext cx="834392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 4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C5DC749-647D-C9DE-A643-4229321F24BE}"/>
                </a:ext>
              </a:extLst>
            </p:cNvPr>
            <p:cNvSpPr txBox="1"/>
            <p:nvPr/>
          </p:nvSpPr>
          <p:spPr>
            <a:xfrm>
              <a:off x="1422962" y="4138179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1997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AA4AE0B-9AFB-1DE2-702A-55D3161FEA45}"/>
                </a:ext>
              </a:extLst>
            </p:cNvPr>
            <p:cNvSpPr txBox="1"/>
            <p:nvPr/>
          </p:nvSpPr>
          <p:spPr>
            <a:xfrm>
              <a:off x="2541417" y="5785884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1999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8979630-FE30-3824-6F32-89C863B5DF5D}"/>
                </a:ext>
              </a:extLst>
            </p:cNvPr>
            <p:cNvSpPr txBox="1"/>
            <p:nvPr/>
          </p:nvSpPr>
          <p:spPr>
            <a:xfrm>
              <a:off x="3896467" y="4558861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1999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02C0F31-221A-0C02-7BA6-EFED1D0FD44D}"/>
                </a:ext>
              </a:extLst>
            </p:cNvPr>
            <p:cNvSpPr txBox="1"/>
            <p:nvPr/>
          </p:nvSpPr>
          <p:spPr>
            <a:xfrm>
              <a:off x="5890400" y="4105155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2008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E92AE62-6386-04F4-5BC1-50CC293D4176}"/>
                </a:ext>
              </a:extLst>
            </p:cNvPr>
            <p:cNvSpPr txBox="1"/>
            <p:nvPr/>
          </p:nvSpPr>
          <p:spPr>
            <a:xfrm>
              <a:off x="7005814" y="5783870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2014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16F8246-E7DF-A0F1-B744-85E884688AD1}"/>
                </a:ext>
              </a:extLst>
            </p:cNvPr>
            <p:cNvSpPr txBox="1"/>
            <p:nvPr/>
          </p:nvSpPr>
          <p:spPr>
            <a:xfrm>
              <a:off x="8130390" y="4088649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2019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3F5F99D-4CA5-872E-92ED-43B803880EE2}"/>
                </a:ext>
              </a:extLst>
            </p:cNvPr>
            <p:cNvSpPr txBox="1"/>
            <p:nvPr/>
          </p:nvSpPr>
          <p:spPr>
            <a:xfrm>
              <a:off x="9245531" y="5776858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2020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7D8CFF4-8086-77C1-5980-6C1906828A30}"/>
                </a:ext>
              </a:extLst>
            </p:cNvPr>
            <p:cNvSpPr txBox="1"/>
            <p:nvPr/>
          </p:nvSpPr>
          <p:spPr>
            <a:xfrm>
              <a:off x="10352905" y="4090370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E7D3B1B-DE18-292C-DF5B-5663A47A95B3}"/>
                </a:ext>
              </a:extLst>
            </p:cNvPr>
            <p:cNvSpPr txBox="1"/>
            <p:nvPr/>
          </p:nvSpPr>
          <p:spPr>
            <a:xfrm>
              <a:off x="4781503" y="5777529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2003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07F4919-C9CC-FE49-26D8-422488BD0FA5}"/>
                </a:ext>
              </a:extLst>
            </p:cNvPr>
            <p:cNvSpPr txBox="1"/>
            <p:nvPr/>
          </p:nvSpPr>
          <p:spPr>
            <a:xfrm>
              <a:off x="1206812" y="5168317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</a:t>
              </a: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2.4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813B53B-C4E5-D526-D57E-CEB4EB105852}"/>
                </a:ext>
              </a:extLst>
            </p:cNvPr>
            <p:cNvSpPr txBox="1"/>
            <p:nvPr/>
          </p:nvSpPr>
          <p:spPr>
            <a:xfrm>
              <a:off x="2307786" y="4053064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802.11b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2.4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D65E0CA-2AD8-1931-4455-2A3315A73305}"/>
                </a:ext>
              </a:extLst>
            </p:cNvPr>
            <p:cNvSpPr txBox="1"/>
            <p:nvPr/>
          </p:nvSpPr>
          <p:spPr>
            <a:xfrm>
              <a:off x="3440180" y="5177744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802.11a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54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1AD776-2AC7-4A24-773E-C472E47AA641}"/>
                </a:ext>
              </a:extLst>
            </p:cNvPr>
            <p:cNvSpPr txBox="1"/>
            <p:nvPr/>
          </p:nvSpPr>
          <p:spPr>
            <a:xfrm>
              <a:off x="5635840" y="5180159"/>
              <a:ext cx="879319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802.11n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600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2.4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04FD699-0477-C59F-7DBE-3A388674CE6E}"/>
                </a:ext>
              </a:extLst>
            </p:cNvPr>
            <p:cNvSpPr txBox="1"/>
            <p:nvPr/>
          </p:nvSpPr>
          <p:spPr>
            <a:xfrm>
              <a:off x="4546736" y="4033145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802.11g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54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2.4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B6DCAB8-C465-CA37-49BD-00303B0672E2}"/>
                </a:ext>
              </a:extLst>
            </p:cNvPr>
            <p:cNvSpPr txBox="1"/>
            <p:nvPr/>
          </p:nvSpPr>
          <p:spPr>
            <a:xfrm>
              <a:off x="6781069" y="4059303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802.11ac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6.9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F873E2B-D57B-6609-A94A-88594971AC94}"/>
                </a:ext>
              </a:extLst>
            </p:cNvPr>
            <p:cNvSpPr txBox="1"/>
            <p:nvPr/>
          </p:nvSpPr>
          <p:spPr>
            <a:xfrm>
              <a:off x="9003883" y="4070853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802.11ax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9.6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8900674-0C3E-DF8C-F524-8F1DAA6F0438}"/>
                </a:ext>
              </a:extLst>
            </p:cNvPr>
            <p:cNvSpPr txBox="1"/>
            <p:nvPr/>
          </p:nvSpPr>
          <p:spPr>
            <a:xfrm>
              <a:off x="7900908" y="5178251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802.11ax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9.6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2.4/5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5C402D-B7E1-D9E6-A521-835A25350AC1}"/>
                </a:ext>
              </a:extLst>
            </p:cNvPr>
            <p:cNvSpPr txBox="1"/>
            <p:nvPr/>
          </p:nvSpPr>
          <p:spPr>
            <a:xfrm>
              <a:off x="10128267" y="5180830"/>
              <a:ext cx="834392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</a:t>
              </a:r>
            </a:p>
            <a:p>
              <a:pPr algn="ctr"/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802.11be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to </a:t>
              </a:r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46 </a:t>
              </a:r>
              <a:r>
                <a:rPr 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Gbps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2.4/5/6 </a:t>
              </a:r>
              <a:r>
                <a:rPr lang="en-US" sz="1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Ghz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57554FF-28BA-C8B8-646B-E98D6BAE8875}"/>
                </a:ext>
              </a:extLst>
            </p:cNvPr>
            <p:cNvSpPr txBox="1"/>
            <p:nvPr/>
          </p:nvSpPr>
          <p:spPr>
            <a:xfrm>
              <a:off x="3648162" y="4118952"/>
              <a:ext cx="38511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1999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C7F851-7B08-910F-26BF-3647D667BD5E}"/>
              </a:ext>
            </a:extLst>
          </p:cNvPr>
          <p:cNvGrpSpPr/>
          <p:nvPr/>
        </p:nvGrpSpPr>
        <p:grpSpPr>
          <a:xfrm>
            <a:off x="-12790" y="0"/>
            <a:ext cx="12204790" cy="6858000"/>
            <a:chOff x="-12790" y="0"/>
            <a:chExt cx="1220479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C3EAD32-40BB-758A-B30C-7FEECBFA361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52400" cmpd="sng">
              <a:solidFill>
                <a:srgbClr val="000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Content Placeholder 2">
              <a:extLst>
                <a:ext uri="{FF2B5EF4-FFF2-40B4-BE49-F238E27FC236}">
                  <a16:creationId xmlns:a16="http://schemas.microsoft.com/office/drawing/2014/main" id="{8F17F203-C737-DB00-DFA8-905A977EBD45}"/>
                </a:ext>
              </a:extLst>
            </p:cNvPr>
            <p:cNvSpPr txBox="1">
              <a:spLocks/>
            </p:cNvSpPr>
            <p:nvPr/>
          </p:nvSpPr>
          <p:spPr>
            <a:xfrm>
              <a:off x="-12790" y="6550952"/>
              <a:ext cx="12204790" cy="266104"/>
            </a:xfrm>
            <a:prstGeom prst="rect">
              <a:avLst/>
            </a:prstGeom>
            <a:solidFill>
              <a:srgbClr val="0000C8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just" defTabSz="914400" rtl="1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1pPr>
              <a:lvl2pPr marL="6858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2pPr>
              <a:lvl3pPr marL="11430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3pPr>
              <a:lvl4pPr marL="16002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4pPr>
              <a:lvl5pPr marL="2057400" indent="-228600" algn="just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IRANSans(FaNum)" panose="02040503050201020203" pitchFamily="18" charset="-78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fa-IR" sz="1200" b="1" dirty="0">
                  <a:solidFill>
                    <a:srgbClr val="FFF5BE"/>
                  </a:solidFill>
                </a:rPr>
                <a:t>دانشگاه صنعتی امیرکبیر (پلی‌تکنیک تهران) - دانشکده مهندسی کامپیوتر - شبکه‌های کامپیوتری - مسعود صبائی - نیمسال دوم 1404-1403 </a:t>
              </a:r>
              <a:endParaRPr lang="en-US" sz="1200" b="1" dirty="0">
                <a:solidFill>
                  <a:srgbClr val="FFF5BE"/>
                </a:solidFill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84B2941-DEFA-79F4-C5A4-9F456B23C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5210" y="6275024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3A7D2E4-A668-437C-74FA-56EEDEB7C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59025" y="6278220"/>
              <a:ext cx="548640" cy="548640"/>
            </a:xfrm>
            <a:prstGeom prst="rect">
              <a:avLst/>
            </a:prstGeom>
            <a:ln w="31750">
              <a:solidFill>
                <a:srgbClr val="FFF5BE"/>
              </a:solidFill>
            </a:ln>
          </p:spPr>
        </p:pic>
      </p:grpSp>
      <p:sp>
        <p:nvSpPr>
          <p:cNvPr id="90" name="Title 1">
            <a:extLst>
              <a:ext uri="{FF2B5EF4-FFF2-40B4-BE49-F238E27FC236}">
                <a16:creationId xmlns:a16="http://schemas.microsoft.com/office/drawing/2014/main" id="{2640DBF4-46BA-1110-A35F-D7FB9CBA8909}"/>
              </a:ext>
            </a:extLst>
          </p:cNvPr>
          <p:cNvSpPr txBox="1">
            <a:spLocks/>
          </p:cNvSpPr>
          <p:nvPr/>
        </p:nvSpPr>
        <p:spPr>
          <a:xfrm>
            <a:off x="152400" y="137544"/>
            <a:ext cx="11887200" cy="548640"/>
          </a:xfrm>
          <a:prstGeom prst="rect">
            <a:avLst/>
          </a:prstGeom>
          <a:solidFill>
            <a:srgbClr val="FFF5BE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IRANSans(FaNum)" panose="02040503050201020203" pitchFamily="18" charset="-78"/>
              </a:defRPr>
            </a:lvl1pPr>
          </a:lstStyle>
          <a:p>
            <a:r>
              <a:rPr lang="fa-IR" sz="3200" b="1" dirty="0">
                <a:solidFill>
                  <a:srgbClr val="0000C8"/>
                </a:solidFill>
              </a:rPr>
              <a:t>لایه پیوند و شبکه‌های محلی</a:t>
            </a:r>
            <a:endParaRPr lang="en-US" sz="3200" b="1" dirty="0">
              <a:solidFill>
                <a:srgbClr val="0000C8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E039AC1-4B30-F22F-E2E7-F9A7C4A1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68" y="6414187"/>
            <a:ext cx="1097280" cy="274320"/>
          </a:xfrm>
          <a:solidFill>
            <a:srgbClr val="FFF5BE"/>
          </a:solidFill>
          <a:ln w="25400">
            <a:solidFill>
              <a:srgbClr val="0000C8"/>
            </a:solidFill>
          </a:ln>
        </p:spPr>
        <p:txBody>
          <a:bodyPr/>
          <a:lstStyle/>
          <a:p>
            <a:pPr algn="ctr" rtl="1">
              <a:lnSpc>
                <a:spcPct val="120000"/>
              </a:lnSpc>
            </a:pPr>
            <a:fld id="{54529845-36C0-4F72-A5E7-E2D20A56A73D}" type="slidenum">
              <a:rPr lang="en-US" sz="1400" b="1" smtClean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pPr algn="ctr" rtl="1">
                <a:lnSpc>
                  <a:spcPct val="120000"/>
                </a:lnSpc>
              </a:pPr>
              <a:t>39</a:t>
            </a:fld>
            <a:r>
              <a:rPr lang="fa-IR" sz="1400" b="1" dirty="0">
                <a:solidFill>
                  <a:srgbClr val="0000C8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 از 39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D9B6D-9A25-C3AD-1D43-ACE89AD6CCCC}"/>
              </a:ext>
            </a:extLst>
          </p:cNvPr>
          <p:cNvSpPr txBox="1">
            <a:spLocks/>
          </p:cNvSpPr>
          <p:nvPr/>
        </p:nvSpPr>
        <p:spPr>
          <a:xfrm>
            <a:off x="152400" y="717959"/>
            <a:ext cx="11887200" cy="46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1pPr>
            <a:lvl2pPr marL="6858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2pPr>
            <a:lvl3pPr marL="11430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3pPr>
            <a:lvl4pPr marL="16002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4pPr>
            <a:lvl5pPr marL="2057400" indent="-228600" algn="just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IRANSans(FaNum)" panose="02040503050201020203" pitchFamily="18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شبکه‌های محلی (</a:t>
            </a:r>
            <a:r>
              <a:rPr lang="en-US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LAN – Local Area Networks</a:t>
            </a:r>
            <a:r>
              <a:rPr lang="fa-IR" b="1" dirty="0">
                <a:solidFill>
                  <a:srgbClr val="C00000"/>
                </a:solidFill>
                <a:latin typeface="IRANSans(FaNum)" panose="02040503050201020203" pitchFamily="18" charset="-78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C00000"/>
              </a:solidFill>
              <a:latin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0212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81369</TotalTime>
  <Words>5277</Words>
  <Application>Microsoft Office PowerPoint</Application>
  <PresentationFormat>Widescreen</PresentationFormat>
  <Paragraphs>836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Calibri</vt:lpstr>
      <vt:lpstr>Cambria Math</vt:lpstr>
      <vt:lpstr>Comic Sans MS</vt:lpstr>
      <vt:lpstr>IRANSans(FaNum)</vt:lpstr>
      <vt:lpstr>Times New Roman</vt:lpstr>
      <vt:lpstr>Wingdings</vt:lpstr>
      <vt:lpstr>Office Theme</vt:lpstr>
      <vt:lpstr>Clip</vt:lpstr>
      <vt:lpstr>شبکه‌های کامپیوتری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لایه پیوند و شبکه‌های محلی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شبکه‌های کامپیوتری</dc:title>
  <dc:creator>Masoud Sabaei</dc:creator>
  <cp:lastModifiedBy>Masoud Sabaei</cp:lastModifiedBy>
  <cp:revision>621</cp:revision>
  <dcterms:created xsi:type="dcterms:W3CDTF">2022-07-24T13:36:10Z</dcterms:created>
  <dcterms:modified xsi:type="dcterms:W3CDTF">2025-06-01T06:19:06Z</dcterms:modified>
</cp:coreProperties>
</file>